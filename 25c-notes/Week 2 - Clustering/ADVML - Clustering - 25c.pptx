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3.xml" ContentType="application/inkml+xml"/>
  <Override PartName="/ppt/notesSlides/notesSlide20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notesSlides/notesSlide21.xml" ContentType="application/vnd.openxmlformats-officedocument.presentationml.notesSlide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notesSlides/notesSlide22.xml" ContentType="application/vnd.openxmlformats-officedocument.presentationml.notesSlide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notesSlides/notesSlide23.xml" ContentType="application/vnd.openxmlformats-officedocument.presentationml.notesSlide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155.xml" ContentType="application/inkml+xml"/>
  <Override PartName="/ppt/notesSlides/notesSlide26.xml" ContentType="application/vnd.openxmlformats-officedocument.presentationml.notesSlide+xml"/>
  <Override PartName="/ppt/ink/ink156.xml" ContentType="application/inkml+xml"/>
  <Override PartName="/ppt/notesSlides/notesSlide27.xml" ContentType="application/vnd.openxmlformats-officedocument.presentationml.notesSlide+xml"/>
  <Override PartName="/ppt/ink/ink157.xml" ContentType="application/inkml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ink/ink166.xml" ContentType="application/inkml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ink/ink167.xml" ContentType="application/inkml+xml"/>
  <Override PartName="/ppt/notesSlides/notesSlide47.xml" ContentType="application/vnd.openxmlformats-officedocument.presentationml.notesSlide+xml"/>
  <Override PartName="/ppt/ink/ink168.xml" ContentType="application/inkml+xml"/>
  <Override PartName="/ppt/notesSlides/notesSlide48.xml" ContentType="application/vnd.openxmlformats-officedocument.presentationml.notesSlide+xml"/>
  <Override PartName="/ppt/ink/ink169.xml" ContentType="application/inkml+xml"/>
  <Override PartName="/ppt/notesSlides/notesSlide49.xml" ContentType="application/vnd.openxmlformats-officedocument.presentationml.notesSlide+xml"/>
  <Override PartName="/ppt/ink/ink170.xml" ContentType="application/inkml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ink/ink171.xml" ContentType="application/inkml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  <p:sldMasterId id="2147483660" r:id="rId2"/>
  </p:sldMasterIdLst>
  <p:notesMasterIdLst>
    <p:notesMasterId r:id="rId71"/>
  </p:notesMasterIdLst>
  <p:sldIdLst>
    <p:sldId id="256" r:id="rId3"/>
    <p:sldId id="270" r:id="rId4"/>
    <p:sldId id="318" r:id="rId5"/>
    <p:sldId id="281" r:id="rId6"/>
    <p:sldId id="317" r:id="rId7"/>
    <p:sldId id="305" r:id="rId8"/>
    <p:sldId id="306" r:id="rId9"/>
    <p:sldId id="307" r:id="rId10"/>
    <p:sldId id="282" r:id="rId11"/>
    <p:sldId id="308" r:id="rId12"/>
    <p:sldId id="362" r:id="rId13"/>
    <p:sldId id="363" r:id="rId14"/>
    <p:sldId id="309" r:id="rId15"/>
    <p:sldId id="365" r:id="rId16"/>
    <p:sldId id="310" r:id="rId17"/>
    <p:sldId id="311" r:id="rId18"/>
    <p:sldId id="312" r:id="rId19"/>
    <p:sldId id="313" r:id="rId20"/>
    <p:sldId id="355" r:id="rId21"/>
    <p:sldId id="319" r:id="rId22"/>
    <p:sldId id="354" r:id="rId23"/>
    <p:sldId id="356" r:id="rId24"/>
    <p:sldId id="360" r:id="rId25"/>
    <p:sldId id="361" r:id="rId26"/>
    <p:sldId id="321" r:id="rId27"/>
    <p:sldId id="320" r:id="rId28"/>
    <p:sldId id="323" r:id="rId29"/>
    <p:sldId id="330" r:id="rId30"/>
    <p:sldId id="324" r:id="rId31"/>
    <p:sldId id="316" r:id="rId32"/>
    <p:sldId id="325" r:id="rId33"/>
    <p:sldId id="326" r:id="rId34"/>
    <p:sldId id="353" r:id="rId35"/>
    <p:sldId id="343" r:id="rId36"/>
    <p:sldId id="344" r:id="rId37"/>
    <p:sldId id="345" r:id="rId38"/>
    <p:sldId id="342" r:id="rId39"/>
    <p:sldId id="366" r:id="rId40"/>
    <p:sldId id="346" r:id="rId41"/>
    <p:sldId id="347" r:id="rId42"/>
    <p:sldId id="348" r:id="rId43"/>
    <p:sldId id="349" r:id="rId44"/>
    <p:sldId id="350" r:id="rId45"/>
    <p:sldId id="351" r:id="rId46"/>
    <p:sldId id="352" r:id="rId47"/>
    <p:sldId id="328" r:id="rId48"/>
    <p:sldId id="329" r:id="rId49"/>
    <p:sldId id="340" r:id="rId50"/>
    <p:sldId id="341" r:id="rId51"/>
    <p:sldId id="377" r:id="rId52"/>
    <p:sldId id="367" r:id="rId53"/>
    <p:sldId id="378" r:id="rId54"/>
    <p:sldId id="368" r:id="rId55"/>
    <p:sldId id="369" r:id="rId56"/>
    <p:sldId id="370" r:id="rId57"/>
    <p:sldId id="371" r:id="rId58"/>
    <p:sldId id="372" r:id="rId59"/>
    <p:sldId id="373" r:id="rId60"/>
    <p:sldId id="374" r:id="rId61"/>
    <p:sldId id="375" r:id="rId62"/>
    <p:sldId id="376" r:id="rId63"/>
    <p:sldId id="335" r:id="rId64"/>
    <p:sldId id="337" r:id="rId65"/>
    <p:sldId id="338" r:id="rId66"/>
    <p:sldId id="339" r:id="rId67"/>
    <p:sldId id="336" r:id="rId68"/>
    <p:sldId id="358" r:id="rId69"/>
    <p:sldId id="284" r:id="rId70"/>
  </p:sldIdLst>
  <p:sldSz cx="9144000" cy="5143500" type="screen16x9"/>
  <p:notesSz cx="6858000" cy="9144000"/>
  <p:embeddedFontLst>
    <p:embeddedFont>
      <p:font typeface="ArialMT" panose="020B0604020202020204" charset="0"/>
      <p:regular r:id="rId72"/>
    </p:embeddedFont>
    <p:embeddedFont>
      <p:font typeface="Cambria Math" panose="02040503050406030204" pitchFamily="18" charset="0"/>
      <p:regular r:id="rId73"/>
    </p:embeddedFont>
    <p:embeddedFont>
      <p:font typeface="EYInterstate Light" panose="02000506000000020004" pitchFamily="2" charset="0"/>
      <p:regular r:id="rId74"/>
      <p:bold r:id="rId75"/>
      <p:italic r:id="rId76"/>
      <p:boldItalic r:id="rId77"/>
    </p:embeddedFont>
    <p:embeddedFont>
      <p:font typeface="Lato" panose="020F0502020204030203" pitchFamily="34" charset="0"/>
      <p:regular r:id="rId78"/>
      <p:bold r:id="rId79"/>
      <p:italic r:id="rId80"/>
      <p:boldItalic r:id="rId81"/>
    </p:embeddedFont>
    <p:embeddedFont>
      <p:font typeface="Raleway" pitchFamily="2" charset="0"/>
      <p:regular r:id="rId82"/>
      <p:bold r:id="rId83"/>
      <p:italic r:id="rId84"/>
      <p:boldItalic r:id="rId85"/>
    </p:embeddedFont>
    <p:embeddedFont>
      <p:font typeface="Rockwell Extra Bold" panose="02060903040505020403" pitchFamily="18" charset="0"/>
      <p:bold r:id="rId86"/>
    </p:embeddedFont>
    <p:embeddedFont>
      <p:font typeface="Tahoma" panose="020B0604030504040204" pitchFamily="34" charset="0"/>
      <p:regular r:id="rId87"/>
      <p:bold r:id="rId8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EBABF5-9F1D-4AE5-B0E7-31A657558118}" v="68" dt="2025-09-18T17:55:00.2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94761" autoAdjust="0"/>
  </p:normalViewPr>
  <p:slideViewPr>
    <p:cSldViewPr snapToGrid="0">
      <p:cViewPr varScale="1">
        <p:scale>
          <a:sx n="67" d="100"/>
          <a:sy n="67" d="100"/>
        </p:scale>
        <p:origin x="1096" y="272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font" Target="fonts/font13.fntdata"/><Relationship Id="rId89" Type="http://schemas.openxmlformats.org/officeDocument/2006/relationships/presProps" Target="presProps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font" Target="fonts/font3.fntdata"/><Relationship Id="rId79" Type="http://schemas.openxmlformats.org/officeDocument/2006/relationships/font" Target="fonts/font8.fntdata"/><Relationship Id="rId5" Type="http://schemas.openxmlformats.org/officeDocument/2006/relationships/slide" Target="slides/slide3.xml"/><Relationship Id="rId90" Type="http://schemas.openxmlformats.org/officeDocument/2006/relationships/viewProps" Target="viewProps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font" Target="fonts/font1.fntdata"/><Relationship Id="rId80" Type="http://schemas.openxmlformats.org/officeDocument/2006/relationships/font" Target="fonts/font9.fntdata"/><Relationship Id="rId85" Type="http://schemas.openxmlformats.org/officeDocument/2006/relationships/font" Target="fonts/font14.fntdata"/><Relationship Id="rId93" Type="http://schemas.microsoft.com/office/2016/11/relationships/changesInfo" Target="changesInfos/changesInfo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font" Target="fonts/font4.fntdata"/><Relationship Id="rId83" Type="http://schemas.openxmlformats.org/officeDocument/2006/relationships/font" Target="fonts/font12.fntdata"/><Relationship Id="rId88" Type="http://schemas.openxmlformats.org/officeDocument/2006/relationships/font" Target="fonts/font17.fntdata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font" Target="fonts/font2.fntdata"/><Relationship Id="rId78" Type="http://schemas.openxmlformats.org/officeDocument/2006/relationships/font" Target="fonts/font7.fntdata"/><Relationship Id="rId81" Type="http://schemas.openxmlformats.org/officeDocument/2006/relationships/font" Target="fonts/font10.fntdata"/><Relationship Id="rId86" Type="http://schemas.openxmlformats.org/officeDocument/2006/relationships/font" Target="fonts/font15.fntdata"/><Relationship Id="rId94" Type="http://schemas.microsoft.com/office/2015/10/relationships/revisionInfo" Target="revisionInfo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font" Target="fonts/font5.fntdata"/><Relationship Id="rId7" Type="http://schemas.openxmlformats.org/officeDocument/2006/relationships/slide" Target="slides/slide5.xml"/><Relationship Id="rId71" Type="http://schemas.openxmlformats.org/officeDocument/2006/relationships/notesMaster" Target="notesMasters/notesMaster1.xml"/><Relationship Id="rId9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font" Target="fonts/font16.fntdata"/><Relationship Id="rId61" Type="http://schemas.openxmlformats.org/officeDocument/2006/relationships/slide" Target="slides/slide59.xml"/><Relationship Id="rId82" Type="http://schemas.openxmlformats.org/officeDocument/2006/relationships/font" Target="fonts/font11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pher Aloo" userId="81d139e4-1a74-45bd-a04a-64f94c7d37c9" providerId="ADAL" clId="{0BEBABF5-9F1D-4AE5-B0E7-31A657558118}"/>
    <pc:docChg chg="modSld">
      <pc:chgData name="Christopher Aloo" userId="81d139e4-1a74-45bd-a04a-64f94c7d37c9" providerId="ADAL" clId="{0BEBABF5-9F1D-4AE5-B0E7-31A657558118}" dt="2025-09-18T17:55:00.240" v="0"/>
      <pc:docMkLst>
        <pc:docMk/>
      </pc:docMkLst>
      <pc:sldChg chg="addSp">
        <pc:chgData name="Christopher Aloo" userId="81d139e4-1a74-45bd-a04a-64f94c7d37c9" providerId="ADAL" clId="{0BEBABF5-9F1D-4AE5-B0E7-31A657558118}" dt="2025-09-18T17:55:00.240" v="0"/>
        <pc:sldMkLst>
          <pc:docMk/>
          <pc:sldMk cId="3908055162" sldId="341"/>
        </pc:sldMkLst>
        <pc:inkChg chg="add">
          <ac:chgData name="Christopher Aloo" userId="81d139e4-1a74-45bd-a04a-64f94c7d37c9" providerId="ADAL" clId="{0BEBABF5-9F1D-4AE5-B0E7-31A657558118}" dt="2025-09-18T17:55:00.240" v="0"/>
          <ac:inkMkLst>
            <pc:docMk/>
            <pc:sldMk cId="3908055162" sldId="341"/>
            <ac:inkMk id="4" creationId="{0305352B-1732-62C8-CC5A-0AD27B23E4D4}"/>
          </ac:inkMkLst>
        </pc:inkChg>
      </pc:sldChg>
      <pc:sldChg chg="addSp">
        <pc:chgData name="Christopher Aloo" userId="81d139e4-1a74-45bd-a04a-64f94c7d37c9" providerId="ADAL" clId="{0BEBABF5-9F1D-4AE5-B0E7-31A657558118}" dt="2025-09-18T17:55:00.240" v="0"/>
        <pc:sldMkLst>
          <pc:docMk/>
          <pc:sldMk cId="1640536558" sldId="367"/>
        </pc:sldMkLst>
        <pc:inkChg chg="add">
          <ac:chgData name="Christopher Aloo" userId="81d139e4-1a74-45bd-a04a-64f94c7d37c9" providerId="ADAL" clId="{0BEBABF5-9F1D-4AE5-B0E7-31A657558118}" dt="2025-09-18T17:55:00.240" v="0"/>
          <ac:inkMkLst>
            <pc:docMk/>
            <pc:sldMk cId="1640536558" sldId="367"/>
            <ac:inkMk id="3" creationId="{B08DC8E9-EE5A-79E1-E638-D5EA81B62CD9}"/>
          </ac:inkMkLst>
        </pc:inkChg>
      </pc:sldChg>
      <pc:sldChg chg="addSp">
        <pc:chgData name="Christopher Aloo" userId="81d139e4-1a74-45bd-a04a-64f94c7d37c9" providerId="ADAL" clId="{0BEBABF5-9F1D-4AE5-B0E7-31A657558118}" dt="2025-09-18T17:55:00.240" v="0"/>
        <pc:sldMkLst>
          <pc:docMk/>
          <pc:sldMk cId="2651348199" sldId="376"/>
        </pc:sldMkLst>
        <pc:inkChg chg="add">
          <ac:chgData name="Christopher Aloo" userId="81d139e4-1a74-45bd-a04a-64f94c7d37c9" providerId="ADAL" clId="{0BEBABF5-9F1D-4AE5-B0E7-31A657558118}" dt="2025-09-18T17:55:00.240" v="0"/>
          <ac:inkMkLst>
            <pc:docMk/>
            <pc:sldMk cId="2651348199" sldId="376"/>
            <ac:inkMk id="5" creationId="{C76188B6-1880-FB13-4EB0-6E519EB59810}"/>
          </ac:inkMkLst>
        </pc:inkChg>
      </pc:sldChg>
      <pc:sldChg chg="addSp">
        <pc:chgData name="Christopher Aloo" userId="81d139e4-1a74-45bd-a04a-64f94c7d37c9" providerId="ADAL" clId="{0BEBABF5-9F1D-4AE5-B0E7-31A657558118}" dt="2025-09-18T17:55:00.240" v="0"/>
        <pc:sldMkLst>
          <pc:docMk/>
          <pc:sldMk cId="2646906259" sldId="377"/>
        </pc:sldMkLst>
        <pc:inkChg chg="add">
          <ac:chgData name="Christopher Aloo" userId="81d139e4-1a74-45bd-a04a-64f94c7d37c9" providerId="ADAL" clId="{0BEBABF5-9F1D-4AE5-B0E7-31A657558118}" dt="2025-09-18T17:55:00.240" v="0"/>
          <ac:inkMkLst>
            <pc:docMk/>
            <pc:sldMk cId="2646906259" sldId="377"/>
            <ac:inkMk id="5" creationId="{9E11E791-1453-BC97-FE15-93975A608D43}"/>
          </ac:inkMkLst>
        </pc:inkChg>
      </pc:sldChg>
      <pc:sldChg chg="addSp">
        <pc:chgData name="Christopher Aloo" userId="81d139e4-1a74-45bd-a04a-64f94c7d37c9" providerId="ADAL" clId="{0BEBABF5-9F1D-4AE5-B0E7-31A657558118}" dt="2025-09-18T17:55:00.240" v="0"/>
        <pc:sldMkLst>
          <pc:docMk/>
          <pc:sldMk cId="3036299120" sldId="378"/>
        </pc:sldMkLst>
        <pc:inkChg chg="add">
          <ac:chgData name="Christopher Aloo" userId="81d139e4-1a74-45bd-a04a-64f94c7d37c9" providerId="ADAL" clId="{0BEBABF5-9F1D-4AE5-B0E7-31A657558118}" dt="2025-09-18T17:55:00.240" v="0"/>
          <ac:inkMkLst>
            <pc:docMk/>
            <pc:sldMk cId="3036299120" sldId="378"/>
            <ac:inkMk id="3" creationId="{560504C4-5AC4-D267-0297-725BAA817A7A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5T16:56:52.2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11220 1864 1127 0,'-5'14'46'0,"-4"5"-28"16,-3 3-7-16,-3 5 5 15,0 3 7-15,-5 5 18 0,1 5 5 16,1 3 4-16,2 0-5 15,4-5-10-15,1-5-6 16,7-8-8-16,2-6-5 16,8-9-5-16,7-6 1 15,10-11 24-15,7-7 12 16,16-16 5-16,9-6 4 16,21-12-21-16,4-2-9 15,5-3-15-15,-2 2-12 0,-10 4-27 16,-4 3-15-16,-6 7-21 15,-10 4-26-15,-13 7-184 16,-7 2 200-16</inkml:trace>
  <inkml:trace contextRef="#ctx0" brushRef="#br0" timeOffset="517.88">11148 2373 1786 0,'3'3'9'0,"-3"1"6"15,-1 0 6-15,-2 4 12 16,-1-1 6-16,-2 4-1 15,-1 2-2-15,-4 1-9 16,-1 3-3-16,0 1 0 16,1 0-6-16,1-1 9 15,3-3 3-15,6-6 0 16,5-4 11-16,14-8-11 16,9-6 3-16,17-14-9 15,9-6 0-15,20-13-11 16,8-6-4-16,4-5 0 15,1-2-6-15,1-2 1 0,2 0 1 16,-3-1-40-16,-3-1-260 16,-16 3 191-16</inkml:trace>
  <inkml:trace contextRef="#ctx0" brushRef="#br0" timeOffset="2951.95">12164 1658 1394 0,'-2'34'-6'0,"0"21"-66"16,2 11-34-16,-3 15-124 15,-1 7 121-15</inkml:trace>
  <inkml:trace contextRef="#ctx0" brushRef="#br0" timeOffset="3716.93">12358 1640 507 0,'11'8'196'0,"1"21"88"15,4 16-42-15,4 38-91 0,-1 19-71 16,-4 24-69-1</inkml:trace>
  <inkml:trace contextRef="#ctx0" brushRef="#br0" timeOffset="4420.37">12229 2099 1798 0,'46'2'0'0,"4"-4"-9"15,0-4-84-15,1-3-106 16,-6-3 150-16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5:26.1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16397 3611 1419 0,'11'-7'14'0,"58"-31"-197"0,-5 2 373 0,-5 2-182 0,-41 20-10 0,-5 3 6 0,-8 7-6 0,-5 4 6 0,-3 5 2 0,-4 7-2 0,-3 1 2 16,-5 3-4-16,1 0-8 16,-5 0-16-16,-4 0-9 15,-3-3-38-15,-2-2-50 16,-4-5-249-16,1-4 204 16</inkml:trace>
  <inkml:trace contextRef="#ctx0" brushRef="#br0" timeOffset="1632.56">16737 3495 1243 0,'-29'-4'27'0,"-3"1"-25"16,-4 6-20-16,-2 5-3 15,-6 10 6-15,-6 7 5 16,-7 11 10-16,-2 7 12 16,2 22 9-16,3 15 2 15,10 24-2-15,5 9-5 0,16-1-6 16,13-7-3-16,21-18 17 16,15-12 3-16,20-21 6 15,8-14 2-15,15-27 1 16,3-13 7-16,5-27 36 15,1-14 40-15,3-22-35 16,1-4-36-16,-4-10-45 16,-7 0 0-16,-15 0 3 15,-9-2 0-15,-14-1 12 16,-5-2 12-16,-10 8-4 16,-5 3 13-16,-4 9-3 15,-1 1-12-15,-6 4-3 16,0 4-18-16,-4 12-15 15,-4 11-18-15,-2 19-6 0,-2 13 12 16,-5 33 18-16,-3 16 18 16,-2 26 9-16,1 12-12 15,4 7 0 1,5-1-15-16,6-11-33 0,2-7-8 16,3-26-28-16,0-13 6 15,2-20-26-15,1-11-58 16,5-18 122-16</inkml:trace>
  <inkml:trace contextRef="#ctx0" brushRef="#br0" timeOffset="2099.19">17296 3801 1514 0,'-16'10'48'0,"6"2"21"16,-2 0-96-16,7 2-18 16,-1-1 19-16,1 1 21 15,2 2 3-15,0 0 2 16,0 3 2-16,1-1 0 16,-1-2 3-16,6-7-3 15,3-2 2-15,4-7 0 0,3-5 4 16,4-9-2-16,3-2-15 15,-1-7-6-15,0 0 2 16,-6 3-1-16,-5 2 14 16,-4 8 18-16,-4 10 1 15,0 0 49-15,-1 3-3 16,-4 14-23-16,1 5 6 0,4 2-18 16,5-1-3-1,6-7-9-15,1-4-9 0,4-8-18 16,1-4-30-16,0-11-39 15,1-5-44-15,1-8-3 16,-1-2 15-16,1-4-16 16,0 3 8-16,0 1 35 15,4 1 15-15,-2 1-17 16,-2 1-108-16,3 5 115 16</inkml:trace>
  <inkml:trace contextRef="#ctx0" brushRef="#br0" timeOffset="2405.69">17695 3694 949 0,'5'7'147'15,"0"3"77"-15,-5 3-135 16,-1 1-25-16,-6 1-33 16,-4-3-2-16,-1-1 27 15,0 0 25-15,3-2-1 0,-1 0 7 16,4-2-30-16,0-1-19 16,5-1-14-16,3-3-12 15,7 0 3 1,7-2-9-16,6-1-12 0,1 1-9 15,2 3-15-15,-2 3 1 16,-7 3 14-16,-4 4-6 16,-12 5 15-16,-4 0 0 15,-14 6 12-15,-4-2-3 0,-7-2 9 16,-3-1-3-16,2-7-27 16,3-4-21-16,1-7-78 15,7-1-47-15,9-8 34 16,5-4-44-16,18-11-204 15,12-9 191-15</inkml:trace>
  <inkml:trace contextRef="#ctx0" brushRef="#br0" timeOffset="2717.44">18119 3575 1649 0,'-38'28'134'0,"3"1"33"0,3 1-161 16,4 1-27-16,5-2-2 15,7-4 17-15,-1-5 6 16,13-8 9-16,6-4-3 16,4-5 14-16,4-3 4 15,7-5 0-15,2-4-6 16,8-1-39-16,2 0-21 15,-9 7-14-15,-6 3-10 16,-9 9 21-16,-7 4-3 0,-11 10 12 16,-5 3-2-16,-8 4-10 15,-1-2-9-15,2-4-111 16,5-5 122-16</inkml:trace>
  <inkml:trace contextRef="#ctx0" brushRef="#br0" timeOffset="3125.98">18308 3677 1225 0,'2'13'62'0,"2"-1"55"16,1-3-96-16,1-5-13 15,4-2-1-15,-1-5 7 0,1-4 3 16,5-7 18-16,-2-3 4 16,1-2 50-16,0 0-9 15,-4 0-29-15,-4 1-24 16,-7 2-21-16,-5-1-6 16,-7 4-12-16,-6 3 3 0,-4 9 12 15,-1 6 9-15,-2 8 18 16,1 8-12-16,3 9 3 15,3 3-9-15,6 11-3 16,5 2 3-16,8-3-9 16,3-6 3-16,10-16-12 15,6-9-27-15,4-19-57 16,3-11-80-16,6-17-261 16,3-4 302-16</inkml:trace>
  <inkml:trace contextRef="#ctx0" brushRef="#br0" timeOffset="3410">18826 3378 1705 0,'-3'20'66'0,"-8"6"-69"0,-5 5-15 15,-11 6 18-15,-6 1 27 16,-4 0 42-16,2 0 15 15,8-9-1-15,9-6-2 16,8-10-24-16,7-5-19 16,7-5-11-16,6-2-15 0,8-3-9 15,0 1 6-15,4-2-9 16,-4 3 0-16,-1 5-6 16,-5 2-15-16,-11 10-11 15,-6 5-13-15,-12 8-9 16,-5 3-15-16,-6-2-95 15,-1-3-155-15,1-16 257 16</inkml:trace>
  <inkml:trace contextRef="#ctx0" brushRef="#br0" timeOffset="4025.79">16785 4683 1989 0,'9'-1'153'0,"19"-3"43"0,11-3-413 15,26-5-40-15,15-3 77 16,19-7 213-16,9-4 36 16,25-10 51-16,6-4 5 15,5-14-5-15,3-4-19 16,-7-2-37-16,-6 2-33 0,-4 10-12 16,-4 5-7-16,-20 7-44 15,-12 4-113-15,-25 5-676 16,-20 2 678-16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6:57:27.8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12447 3529 196 0,'7'5'40'0,"12"1"55"16,6-2 2-16,14-1 59 15,6-1 22-15,9-2-23 16,7 0-19-16,13 1-66 16,2 0-12-16,6 1-21 15,1 1-6-15,-5 2-6 16,0 0-2-16,-2-2 4 16,-2 0-5-16,-5-5-9 15,1-1-5-15,-9-4-10 16,-4-2-10-16,-5-5-46 15,-7 0-85-15,-12-1 83 16</inkml:trace>
  <inkml:trace contextRef="#ctx0" brushRef="#br0" timeOffset="3685.48">16217 3647 263 0,'6'-2'30'0,"3"0"39"0,1 1-56 16,2 1-6-16,0 0 0 15,4 3 19-15,5 0 29 16,11 0 89-16,9 0 27 15,21 1-10-15,8 1-46 16,16 1-73-16,13 2-20 16,12 5-18-16,7 4 1 0,16 3-3 15,0-1 2-15,12-6 0 16,5-10 2-16,-3-15 36 16,1-5 19-16,-5-4 6 15,-1 0 3-15,2 5-39 16,-6-1-15-16,-5 3-9 15,-9-2-5-15,-13 3 2 16,-7 1 0-16,-13-1-2 16,-9 2-2-16,-13-1-25 15,-9 0-47-15,-13 3 41 16</inkml:trace>
  <inkml:trace contextRef="#ctx0" brushRef="#br0" timeOffset="4416.74">21101 3469 1111 0,'-9'7'33'0,"7"2"-10"16,5 1-15-16,15 0-12 15,8 2-2-15,13-2 6 16,5-1 4-16,8-3 19 16,4 0 14-16,15-2 27 15,4 1 0-15,4-4-8 16,3-1-13-16,13-3-43 15,15-5-8-15,14-6-17 16,5-3 0-16,-15-6 11 16,-8-1-3-16,-3-2-39 15,-3 1-90-15,5 2 86 0</inkml:trace>
  <inkml:trace contextRef="#ctx0" brushRef="#br0" timeOffset="7986.29">5983 5797 143 0,'38'-12'23'15,"0"2"32"-15,1 4-13 16,1 2 13-16,3 7 22 15,1 2 7-15,4 6 7 0,-3 2-18 16,-4 4-29-16,-5 0-3 16,-8 1 0-1,-2 0 2-15,4-2 14 0,4-1-3 16,11-4-6-16,8-2-9 16,9-3-18-16,0-1-10 15,-4-4-7-15,-6-1-1 16,-6 0 3-16,0-1-4 15,-5 1 2-15,-3 2-2 0,0-1 0 16,0-1 1-16,4-4-1 16,2-2-2-16,0-4 2 15,-4-1-2-15,-3-3-2 16,-1 1-3-16,-4 0-9 16,-3 1-6-16,-3 1-12 15,-5 2-7-15,1 3-52 16,-3 1-169-16,1 4 165 15</inkml:trace>
  <inkml:trace contextRef="#ctx0" brushRef="#br0" timeOffset="9268.61">9407 5819 1204 0,'38'10'35'16,"13"-3"4"-16,13-5-33 15,18-5-5-15,9-4 7 16,12-4-2-16,4-1 0 16,6-2 0-16,6 1-1 0,-3-2-3 15,-4 1 0-15,-3-1-4 16,-5-1-3-16,-4-4-5 15,0-2-2-15,-1-4-5 16,-4-2-26-16,4-3 30 16</inkml:trace>
  <inkml:trace contextRef="#ctx0" brushRef="#br0" timeOffset="10435.21">15476 5707 1305 0,'-25'4'23'0,"5"1"-5"15,5 0-36-15,7 3 8 16,0-1 12-16,4 1 14 15,1 0-6-15,1-1 3 16,4-1 8-16,5-1 7 16,11 1 4-16,21-4-2 15,13 0-13-15,23-4-7 16,12-4-3-16,12-3-3 16,3 0-2-16,6 1-2 15,-3 2 2-15,0 5-2 16,1 1 4-16,-1 3-2 15,-4 1-2-15,1 0 0 16,-2-1-6-16,-4-2-23 16,-4-1-23-16,-15-6-63 15,-11-2-47-15,-19-3-201 0,-8-1 186 16</inkml:trace>
  <inkml:trace contextRef="#ctx0" brushRef="#br0" timeOffset="12603.06">4326 6486 532 0,'23'-4'34'0,"4"3"7"16,5-1-16-16,9 4 5 16,4 1 8-16,9 1 31 15,-1 2 8-15,1-1 16 16,3 1-6-16,6-1-27 16,7 3-17-16,3 0-14 15,0-1-12-15,0 0-9 0,2-2 0 16,2-3-5-16,0 0 3 15,-8 0 0-15,-5 3-4 16,-4 1 4-16,0 1-4 16,-3-1 2-16,-5-2 1 15,-5-3 7-15,-6-2 2 16,-4-5 13-16,0-1 6 16,-5-1-6-16,-2 0 2 0,-7 2-16 15,-4 1-3-15,-8 3-4 16,-3-1-2-16,-8 3 9 15,0 0 5-15,0 0 7 16,0 0 4-16,-1 0-13 16,0 0-7-16,1 0-7 15,0 1-2-15,0 0-2 16,13 7-4-16,-3-8-3 16,-2 0-7-16,-1 0-46 15,1-1-91-15,-1 1 91 16</inkml:trace>
  <inkml:trace contextRef="#ctx0" brushRef="#br0" timeOffset="14201.88">10854 6545 1204 0,'-2'7'27'16,"1"0"-52"-16,2-2-64 0,-1-5-45 16,0 0-3-16,0 0 142 15,0 0 83-15,0 0 76 16,0 0-14-16,1 0-50 16,0 0-32-1,21 2-45-15,-5-2-13 0,11-1-6 16,6-1 0-16,15-3 4 15,8 1 3-15,10-1 1 16,4 1-1-16,9-2-7 16,2 0 0-16,-1-2 0 15,0-3-2-15,-4-2 4 16,4 0 2-16,4 0 7 16,2 2 39-16,0 2 0 15,-2 4-1-15,-2 5-11 16,0 0-12-16,-8 5-9 0,2 0-9 15,-13-3-3-15,-4-2 0 16,-9-4 6-16,-8-3 9 16,-9-3 6-16,-4-1 2 15,-6 1 1 1,-3-1-6-16,-5 0-6 0,0 1-9 16,-5 1-6-16,0 1-3 15,-4 0-3-15,-1 2-12 16,-6 6-21-16,0 0-9 0,1 0-11 15,-1 0 2-15,0 0 12 16,0 0 9-16,0 0-21 16,0 0-8-16,0 0-34 15,0 0 34-15,0 0-11 16,0 0-38-16,0 0-250 16,0 1 192-16</inkml:trace>
  <inkml:trace contextRef="#ctx0" brushRef="#br0" timeOffset="15262.85">13198 6552 1456 0,'0'14'33'16,"8"-3"-21"-16,5-2-14 16,13-6 0-16,7-2 6 15,12-6 17-15,5-2 7 0,10-2 38 16,9-2-1-16,7 2-20 15,4-1-9-15,8 3 6 16,4 0 0-16,2 2 6 16,2 3 2-16,4 2 4 15,-4 1-3-15,-8 0 3 16,-3 2-6-16,-12-3-24 16,-2-3-15-16,-9-4-12 15,-9-5-18-15,-17-5-51 16,-13-4-45-16,-17-6-140 15,-6-5-63-15,-16-4 229 16</inkml:trace>
  <inkml:trace contextRef="#ctx0" brushRef="#br0" timeOffset="18830.25">2485 7281 463 0,'-10'11'12'16,"-2"-2"1"-16,0 2 3 16,0 1 5-16,-1 0 27 15,4 0 13-15,2 0 24 16,1-1-1-16,6 3-16 16,1 2-16-16,8 4-24 15,4 1-8-15,8-3-1 16,5 0 3-16,3-5 1 15,5-2-1-15,8 1 1 16,5-4 10-16,12 2 21 16,5 1 12-16,3 0 4 15,4 1-10-15,6-4-15 16,2-1-13-16,5-6-4 0,1-2 1 16,4-7-6-16,6 0 2 15,5-3 31-15,4 1-2 16,6 4-4-16,0 5-5 15,7 9-15-15,1 7-12 16,-5 3-12-16,2-2-3 16,1-11-3-16,-4-11 6 15,5-16 9-15,1-8 3 0,1-10 6 16,1 1-3-16,0 3-9 16,-5 4 3-16,-11 12-15 15,-8 3 6-15,-10 12-6 16,-8 4 0-16,-11 6 3 15,-8 5 2-15,-13 3 4 16,-5-1-9-16,-3-2 3 16,-1-2-3-16,-1-4-20 15,0-4-31-15,-7-6-78 16,-1 0-72-16,-6-3-95 16,-2-1 185-16</inkml:trace>
  <inkml:trace contextRef="#ctx0" brushRef="#br0" timeOffset="20066.7">8742 7249 862 0,'40'4'52'0,"5"-3"17"0,1 1-58 16,2-2-36-16,-3 0-23 16,-5-1-25-16,3 0 0 15,-2 0 26-15,5 0 19 16,4 0 42-16,4 0 9 15,-2-1 4-15,-1 2 0 16,-6 0-13-16,-1 0-3 16,1 2-8-16,0 2 1 0,0 3-1 15,-1 1 1-15,0 2 7 16,0 0 15-16,-1 0 19 16,1-3 7-16,1-1-4 15,2-1-7-15,2-3-27 16,-1 0-5-16,5 1-3 15,-2-2 0-15,1 1 2 16,1 0 1-16,0 0 3 16,3 2 3-16,2-1-1 15,0-1 5-15,0-2-11 16,0-3 2-16,6 1-8 16,0-2-2-16,2 3 2 15,-2-1 0-15,-5 0 0 16,3 1-1-16,0 1 7 15,2 0 6-15,2 0 9 0,1-1 4 16,-3 0 0-16,3 0-3 16,2 1-9-16,-4 0 1 15,-3 0-11-15,-3-1 1 16,-5-1-2-16,4 1 0 16,3-1 8-16,3-3 3 15,2-3 4-15,-1-2 1 16,-2 0-9-16,-2 0-3 15,-1 2-4-15,-3 0-4 0,-2 0 2 16,0 1-2-16,-4 0-14 16,1 1-13-16,-2-1-37 15,1-2-27-15,1-5-148 16,-1-3 119-16</inkml:trace>
  <inkml:trace contextRef="#ctx0" brushRef="#br0" timeOffset="30547.48">4794 10355 1235 0,'-6'4'93'16,"6"-4"56"-16,4 8-93 16,10-5 9-16,16 0-32 15,5-1-6-15,6 0 2 16,3-2 7-16,-1-1-3 16,2 0 6-16,0-2 0 15,5 2 6-15,4 5 3 16,3 1 2-16,5 5 1 15,2 3-6-15,9-2-12 16,6-2-12-16,3-3-15 16,-1-4 3-16,0-4-3 15,-3-4 3-15,-3 1-6 16,-5-2 3-16,-10 2-3 16,-11 1 0-16,-10 1 3 15,-2 1-3-15,-6 2 5 0,-2 0-2 16,-5 0-3-16,-5 0 3 15,-6-2-6-15,-1-1 0 16,-6 0-53-16,-2-1-37 16,4-3-92-16,-1-4-78 15,4-10 169-15</inkml:trace>
  <inkml:trace contextRef="#ctx0" brushRef="#br0" timeOffset="31517.71">8052 10308 1189 0,'12'9'64'16,"6"6"44"-16,4 0-36 16,10 3-22-16,1 0-1 15,6-1 26-15,2 0 8 16,0 1 1-16,3 1 21 0,4 0 29 15,2-2 10-15,5-2 15 16,-3-3-62-16,6-4-28 16,3 0-15-16,12-2-28 15,8 0-9-15,-3-1-9 16,0-3-5-16,-4-3-1 16,-1-2 3-16,4-2-1 15,-3-2 2-15,-9-1 1 16,-7 0-2-16,-8-1 1 15,-2 0-3-15,-4-1 2 16,-5 0-1-16,-4 0 1 16,-3 1-2-16,-6 3-3 15,-1 0 0-15,-3 3-12 16,-5 2-19-16,-2-2-53 16,-3 1-23-16,-2-3-52 0,-3 0-50 15,-2-3 45-15,0-2 17 16,0-2 16-16,0-4 38 15,2-4-23-15,1-3-80 16,3-5 113-16</inkml:trace>
  <inkml:trace contextRef="#ctx0" brushRef="#br0" timeOffset="33064.61">12733 10492 406 0,'-1'6'42'15,"1"0"85"-15,0-1-45 0,0 0 0 16,3 0 34-16,-1 0 7 15,5 1-17-15,2 2-29 16,6 1-16-16,3 0-11 16,10 0-21-16,0 1-6 15,6-3-9-15,3 2-6 16,2 1 3-16,6 1 9 16,5 1 11-16,2 0 5 0,2-2 5 15,1-2-4 1,7-1 3-16,3 0 35 0,8 0-1 15,7 0 4-15,0 1 0 16,2 0-4-16,2 1-2 16,1 1-3-16,-1 0 0 15,-1-1-13-15,-4 2 7 16,1-2-11-16,-1 0-18 16,-7 0 1-16,-7-3-17 15,-7-1-2-15,-3-3-10 16,5-2-5-16,7-4-1 15,-4-1 1-15,-9-1 3 16,-6-1 1-16,-10 0-5 16,1 1 1-16,0 0-1 15,0 0 3-15,4-2 0 16,-6-1 1-16,6-1-3 0,-1 0-8 16,-4-2-7-1,0 0 1-15,-6 1-9 0,-3 0 2 16,-4 2 3-16,-1 0-4 15,-6 1 3-15,-3 1-16 16,-1 0-35-16,-2 1-11 16,0-1-19-16,-1 0 9 0,1 1 22 15,-1 0 2-15,0 3 24 16,0 1 9-16,-1 2 18 16,-2 1 12-16,1 0-12 15,0 1 12-15,0-1-18 16,-1-1-14-16,-3 0-28 15,0 0 3-15,0-3 4 16,-1 1-5-16,1-2-22 16,1 1-18-16,1-1-46 15,0 2-80-15,0-1-99 16,0 1 198-16</inkml:trace>
  <inkml:trace contextRef="#ctx0" brushRef="#br0" timeOffset="35485.04">6982 11228 80 0,'-3'-4'15'16,"1"1"18"-16,-3-1 13 16,-1 1 29-16,0 1 22 15,0 0 7-15,-1 1 44 16,1 0-23-16,-1 1-20 15,7 0-16-15,0 0-46 16,0 0-9-16,0-1-23 16,0 0-4-16,1 0 23 15,19-12 2-15,-2 10 24 16,5 2 5-16,9-3-1 16,0 3-12-16,15-1-23 15,-2-1-7-15,5 2-11 0,0 0 1 16,-6-4-2-1,1 0-2-15,-7-2 4 0,-1-1-1 16,-4 1 5-16,-4 1 0 16,-2 5-1-16,-2 1 1 15,-4 3-8-15,0 1 2 16,-7 3-6-16,-2 0 0 16,-5 1 0-16,0-2-2 15,-1-2-18-15,-1-2-96 0,-3-4 77 16</inkml:trace>
  <inkml:trace contextRef="#ctx0" brushRef="#br0" timeOffset="38866.61">10525 11956 898 0,'0'0'14'15,"0"0"29"-15,0 0 57 16,23 5 8-16,-7-5 9 16,8 0-13-16,9-3-38 15,5-1-19-15,7-2-26 16,1 0-9-16,5 1-7 15,5 1 3-15,2 1 2 16,5 3 2-16,1 0 9 16,-2 0 12-16,-2 1 3 15,-1 1-4-15,3-1-8 16,2-1-9-16,-7-2-15 16,-5-3-24-16,-10-5-47 0,-11-2-19 15,-6-8 19-15,-5-3-21 16,-9-7-192-16,-5-3 164 15</inkml:trace>
  <inkml:trace contextRef="#ctx0" brushRef="#br0" timeOffset="39534.11">13535 12142 1522 0,'80'19'6'16,"5"0"-1"-16,4 0-3 15,3 0 4-15,-6 1-4 16,-2 1 0-16,-6 2-2 0,-2-2 0 15,-6-3-15-15,-4-3-18 16,-10-11-51-16,-4-5-71 16,-6-16 86-16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4.0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4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4.8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6.9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7.3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8:47.7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0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0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0.8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1.2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1.6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2.0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2.40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1:23.4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1.7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2.0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2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2.8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3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3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3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4.3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6.2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09:07.3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3.5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3.9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5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06.7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4.6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5.1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5.4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5.8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6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6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0:18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6T17:13:09.45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1 190 7009,'23'-24'761,"-1"-8"759,-2 0-1256,-7-2 16,-3 6-32,-6 10-104,0 6 600,-25 3-1816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0 1960,'0'0'3132,"-1"3"-2532,-4 10 32,-1-1-1,0 0 1,-1-1 0,0 1-1,-1-1 1,0 0-1,-12 11 1,-23 32 659,29-32-690,-12 19-73,-2-2-1,-2-1 1,-34 35-1,63-71-544,-1-1 1,1 1-1,-1-1 0,0 0 0,0 1 0,1-1 0,-1 0 1,0 0-1,0 0 0,0-1 0,0 1 0,0 0 0,-4 0 1,5-1-41,0 0 0,0-1 0,0 1 0,0 0 1,0 0-1,0-1 0,0 1 0,0 0 1,0-1-1,1 1 0,-1-1 0,0 0 0,0 1 1,0-1-1,1 0 0,-1 1 0,0-1 0,1 0 1,-1 0-1,1 1 0,-1-1 0,1 0 0,-1 0 1,1 0-1,-1 0 0,1 0 0,0 0 0,0 0 1,-1 1-1,1-1 0,0 0 0,0-2 0,-3-43-2674,4 20 1859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3 3361,'-18'-2'424,"2"2"704,5 0-368,0 2-232,1 7 0,-6 3 185,2 6 215,-4 7 120,-1-3 24,0 0-176,1-3-215,0-4-401,0-1 40,1-6-584,-2-3-72,2-5-1089,0-3 865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9 8538,'9'15'1296,"9"5"2161,8 6-1425,13 2-1320,5-4-255,4-3-289,-2-4-168,-8-4-481,-6-3-119,-12-5-160</inkml:trace>
  <inkml:trace contextRef="#ctx0" brushRef="#br0" timeOffset="1">403 0 13147,'-39'18'1000,"2"-1"200,6 7-1584,0-1-720,-6 0-1233,0 1 137,-1-4-825,2 0 169,5-3 1760,-1-2 663,4-3 185,2-4 192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0 1960,'0'0'3132,"-1"3"-2532,-4 10 32,-1-1-1,0 0 1,-1-1 0,0 1-1,-1-1 1,0 0-1,-12 11 1,-23 32 659,29-32-690,-12 19-73,-2-2-1,-2-1 1,-34 35-1,63-71-544,-1-1 1,1 1-1,-1-1 0,0 0 0,0 1 0,1-1 0,-1 0 1,0 0-1,0 0 0,0-1 0,0 1 0,0 0 0,-4 0 1,5-1-41,0 0 0,0-1 0,0 1 0,0 0 1,0 0-1,0-1 0,0 1 0,0 0 1,0-1-1,1 1 0,-1-1 0,0 0 0,0 1 1,0-1-1,1 0 0,-1 1 0,0-1 0,1 0 1,-1 0-1,1 1 0,-1-1 0,1 0 0,-1 0 1,1 0-1,-1 0 0,1 0 0,0 0 0,0 0 1,-1 1-1,1-1 0,0 0 0,0-2 0,-3-43-2674,4 20 1859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3 3361,'-18'-2'424,"2"2"704,5 0-368,0 2-232,1 7 0,-6 3 185,2 6 215,-4 7 120,-1-3 24,0 0-176,1-3-215,0-4-401,0-1 40,1-6-584,-2-3-72,2-5-1089,0-3 865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9 8538,'9'15'1296,"9"5"2161,8 6-1425,13 2-1320,5-4-255,4-3-289,-2-4-168,-8-4-481,-6-3-119,-12-5-160</inkml:trace>
  <inkml:trace contextRef="#ctx0" brushRef="#br0" timeOffset="1">403 0 13147,'-39'18'1000,"2"-1"200,6 7-1584,0-1-720,-6 0-1233,0 1 137,-1-4-825,2 0 169,5-3 1760,-1-2 663,4-3 185,2-4 192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06:43.400"/>
    </inkml:context>
    <inkml:brush xml:id="br0">
      <inkml:brushProperty name="width" value="0.05292" units="cm"/>
      <inkml:brushProperty name="height" value="0.05292" units="cm"/>
      <inkml:brushProperty name="color" value="#00B0F0"/>
    </inkml:brush>
  </inkml:definitions>
  <inkml:trace contextRef="#ctx0" brushRef="#br0">16790 10942 289 0,'-15'-18'-20'0,"2"2"-17"15,1 3 8-15,-1 4 95 16,-1 0 51-16,-3 2 99 16,-2 0 58-16,-4 0-64 15,-3 1-80-15,-2 0-59 16,-2-1-22-16,-2 0-32 15,-3 0-9-15,-6 2-6 16,-3 2 0-16,-7 5-2 16,0 3 0-16,-4 8-2 15,-1 3 0-15,-5 13 0 16,0 4 0-16,1 10 2 0,2 7 2 16,8 14-2-16,5 7 2 15,12 13-2-15,10 2 0 16,20 0-2-16,9 0 0 15,26-4 2-15,10-4 0 16,21-14 10-16,12-11 9 16,17-24 22-16,8-15 17 15,16-26 13-15,-1-15 75 0,3-24-50 16,1-12-51-16,-12-12-36 16,-3-4-6-16,-19-8 0 15,-17-2 3-15,-24-5 27 16,-12 1 17-16,-28 5 40 15,-13 6 24-15,-33 14-37 16,-18 11-20-16,-38 17-54 16,-20 10-45-16,-37 17-83 15,-21 11-37-15,-25 23-74 16,-7 15 29-16,0 28 102 16,10 11-28-16,44 14 80 15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533 31 7170,'26'-30'7065,"-29"32"-5671,-137 173 1384,-28 31-2361,72-116-397,82-79-450,0 0 0,-1-1 0,0-1 0,0 0 0,-21 8-1,10-10-1677,25-7 2001,0-1 0,-1 1-1,1 0 1,0 0 0,0-1 0,0 1-1,-1-1 1,1 1 0,0-1 0,0 1-1,-2-2 1,3 2 98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13147,'29'-8'-1000,"5"7"784,1 4 168,6 16 376,-2 7 440,-1 7 256,-3 5-232,-4 2-456,-3 0-120,3 0-192,-1-3 0,-4-10 40,0-5-16,-5-12-208,-3-3-416,-4-7-2577,1-1 2553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7338,'0'0'1832,"0"1"-672,5 26 24,-2-7 17,2 14 375,2 6-384,-1 9-592,4 4-239,3 4-746,-2-2-663,3-6 592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464 0 11218,'-30'39'368,"1"2"57,5 4-353,-3 3 8,0 10-32,-3 6-16,-11 6-8,0 5 8,-1-4 0,0-6-16,7-13-80,1-10-136,3-20-1521,0-11 1161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12475,'37'52'952,"3"1"-208,4 10-720,6-4-216,-5-3-336,-3-1-16,-4-5 88,-9-2 280,2-9 40,-8-5-64,0-7-249,-2-4-191,-4-5-848,1-1-1241,-4-5 1401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111 91 10794,'0'0'399,"-1"1"73,0-10 123,1 4-454,1 0 0,1 0 0,-1 0 0,1 0 0,-1 0 0,1 0 0,1 1 0,-1-1 0,4-4 1,-5 7-93,1 0 0,-1 0 1,1 0-1,-1 0 0,1 0 1,0 0-1,0 0 0,0 1 1,0-1-1,0 1 1,0-1-1,0 1 0,1 0 1,-1 0-1,0 0 0,1 0 1,-1 1-1,1-1 0,-1 0 1,1 1-1,-1 0 0,1 0 1,3 0-1,-4 0-36,1 0 1,-1 1-1,0 0 0,0-1 0,1 1 0,-1 0 0,0 0 1,0 0-1,0 0 0,0 1 0,0-1 0,0 1 0,0-1 1,-1 1-1,1-1 0,-1 1 0,1 0 0,-1 0 0,1 0 1,-1 0-1,0 0 0,0 0 0,0 0 0,0 0 0,0 1 1,-1-1-1,2 3 0,-1 2-19,0 0 0,0 0 0,0 0 0,-1 0 0,0 0-1,0 0 1,-2 13 0,-3-2-38,0 0-1,0-1 1,-2 0-1,0 0 1,-1-1-1,-1 0 1,-18 27-1,12-24 351,0 0 0,-1-1 0,0-1 0,-2 0-1,-29 20 1,42-33 31,3-2-163,1-1 1,-1 1-1,0-1 1,1 0-1,-1 0 1,0 0-1,0 0 1,0 0-1,0 0 0,0-1 1,0 1-1,-2 0 1,4-5 108,1 0-257,1-1 1,-1 0 0,1 1 0,0-1 0,0 1 0,1 0 0,-1 0 0,1 0 0,0 0 0,0 0 0,0 0 0,0 1-1,1-1 1,0 1 0,0 0 0,5-3 0,-2 1-27,-1 1 0,1 0 0,0 0 0,1 1-1,-1 0 1,0 0 0,1 1 0,0 0 0,14-2 0,-2 4-155,1 1 0,-1 1 1,28 5-1,26 3-1824,-15-7 830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276 1 1624,'0'0'4407,"-3"3"-3617,-41 46 887,-60 86 0,77-98-1602,20-28-72,4-3 0,0-1 1,-1 0-1,0 0 1,0 0-1,0-1 1,-1 1-1,0-1 1,0 0-1,0 0 1,-9 5 0,13-9-66,0 0 0,0 0 1,0 0-1,0 0 1,0 0-1,0 0 0,0 0 1,-1 0-1,1-1 1,0 1-1,0 0 0,0-1 1,0 1-1,0-1 1,0 1-1,0-1 0,0 1 1,0-1-1,1 0 1,-1 1-1,0-1 0,0 0 1,0 0-1,1 1 1,-1-1-1,0-2 1,-7-9-758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9962,'0'9'94,"0"1"-1,1-1 1,0 0 0,0 1-1,1-1 1,1 0 0,0 0-1,0 0 1,0-1-1,1 1 1,1-1 0,-1 1-1,11 12 1,-3-4-88,2-1-1,-1 0 1,2-1-1,0-1 1,19 14-1,-30-25 19,0-1 0,0 0 0,0 0 0,0 0 0,1 0 0,-1 0 0,9 1 0,-11-3-224,-1 1 0,1-1 0,0 0 0,0 0 0,-1 1-1,1-1 1,0 0 0,0-1 0,-1 1 0,1 0 0,0 0-1,-1-1 1,1 1 0,0-1 0,-1 0 0,1 1 0,0-1 0,-1 0-1,1 0 1,-1 0 0,0 0 0,2-1 0,1-9-1310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232 0 8970,'-7'14'367,"1"0"1,0 1-1,1 0 0,1 0 0,0 0 1,-1 16-1,3-18-380,0 0-1,-1 0 1,-1 0 0,0-1-1,-1 1 1,0-1 0,0 0-1,-13 20 1,16-30 13,1 0 0,-1 0-1,0 1 1,0-1 0,0 0 0,0 0 0,0-1-1,0 1 1,0 0 0,-1-1 0,1 1 0,-1-1-1,1 0 1,-1 0 0,1 0 0,-1 0 0,0 0-1,1-1 1,-1 1 0,0-1 0,0 0-1,1 0 1,-1 0 0,-3 0 0,3-1-113,0 0 0,0 0 0,0 0 0,0-1 0,0 0 0,0 1 0,0-1 0,1 0 0,-1 0 0,1 0 0,-1-1 0,1 1-1,0 0 1,0-1 0,0 0 0,0 1 0,0-1 0,1 0 0,-3-5 0,-4-9-1059,-10-37-1,15 46 1780,2-1 0,-1 1 0,0-17 0,18 40 703,-1 1-894,1-1 1,20 15 0,-28-25-378,0 1 1,1-1 0,0 0 0,0-1-1,0 0 1,20 5 0,-12-5-4,-1-1 0,1 0 0,0-2 0,0 0-1,0 0 1,0-2 0,23-3 0,-31 3-145,0-1 0,0 0 0,-1-1 0,1 0 0,0 0 0,-1-1 0,0 0 0,0-1 0,0 1 0,-1-2 0,1 1-1,-1-1 1,-1 0 0,1 0 0,7-10 0,-3-1-1780,-4 0 474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311 1 8970,'-27'13'168,"0"0"1,2 2-1,0 1 0,0 2 1,2 0-1,0 1 1,-24 27-1,44-43-159,-1 0 0,1 0-1,0 0 1,-1 0 0,1-1 0,-9 4 0,12-5-11,-1-1 1,0 0-1,0 0 1,0 0 0,0 0-1,0 0 1,0 0-1,0 0 1,0 0-1,0 0 1,0 0 0,0 0-1,0 0 1,1-1-1,-1 1 1,0 0 0,0-1-1,0 1 1,0-1-1,1 1 1,-1-1-1,0 1 1,0-1 0,1 0-1,-1 1 1,0-1-1,1 0 1,-1 0 0,1 1-1,-1-1 1,1 0-1,-1 0 1,1 0-1,0 0 1,-1 1 0,1-3-1,-7-13-619,2-1 0,0 0-1,1 0 1,1 0 0,1-1-1,0 1 1,1-28 2239,3 47-1381,0 0 0,0 0 0,0 1 0,-1-1-1,1 0 1,-1 1 0,1-1 0,0 5 0,0-4 41,2 3-186,0-1 1,0 1-1,0-1 0,1 0 1,0 0-1,0 0 1,0 0-1,0-1 1,1 0-1,0 0 0,0-1 1,0 1-1,0-1 1,1 0-1,-1-1 1,1 0-1,13 3 0,0-2-87,1 0 0,0-2 0,-1 0 0,39-4 0,-47 1-168,1 1 0,-1-2 1,1 0-1,-1 0 0,0-1 0,0 0 0,12-7 0,-6-2-265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342 0 10674,'-35'12'344,"2"2"192,1 3-520,1 2 32,-1 0-32,1-1 0,7-3 0,4-2-16,2-1 0,1-3-32,3-5-200,-2 0-144,3-8-736,-1-3-608,2-7 768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61 26 6153,'7'4'985,"3"2"647,4 5-720,6 6-464,-1 1-168,5 3-200,0-1-64,10-4 8,4-4 8,8-7-32,0-5 16,-5-11-48,-1-3-104,-6-11-1400,-1-2 1000</inkml:trace>
  <inkml:trace contextRef="#ctx0" brushRef="#br0" timeOffset="1">321 0 11835,'-44'27'296,"6"-1"-216,3 0-224,8-1-208,0-3-177,3-5-479,-2-3-112,5-9-72,1-3 79,2-6 601,1-5-72,4-4-1272,2-6 1376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9354,'19'18'464,"4"6"312,5 4-576,5 3-72,-7-1-128,0-3-64,-7-7-40,-3-5-24,-7-11 8,0-4-56,0-13 144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80 212 10442,'-2'-4'56,"1"0"-1,-1 0 0,1 0 1,0 0-1,1 0 0,-1 1 0,1-1 1,0 0-1,0-1 0,0 1 1,0 0-1,1 0 0,-1 1 1,1-1-1,0 0 0,0 0 1,1 0-1,-1 0 0,1 1 1,3-7-1,2-2-47,0 1-1,1-1 1,0 2 0,18-20-1,-19 24 32,0-1 0,0 1 0,0 1 0,1-1 0,11-5 0,-17 10-33,-1 0 0,1 0 0,0 0 0,0 0-1,0 1 1,0-1 0,0 0 0,0 1-1,0 0 1,0-1 0,0 1 0,0 0 0,0 0-1,0 0 1,0 0 0,0 1 0,0-1-1,0 0 1,0 1 0,0 0 0,-1-1-1,1 1 1,0 0 0,0 0 0,0 0 0,-1 0-1,1 0 1,0 0 0,-1 0 0,1 1-1,2 2 1,1 4 2,-1 0-1,1 0 1,-1 1 0,-1-1-1,1 1 1,-2 0-1,1 0 1,-1 0-1,0 0 1,-1 1 0,0-1-1,-1 0 1,0 0-1,0 1 1,-1-1-1,-4 18 1,1-8 1,0 0-1,-2 0 1,0-1 0,-1 0 0,-1 0-1,-1-1 1,-14 22 0,12-23 25,0-1 0,-27 27-1,32-37 62,0 1-1,-1-1 1,1 0-1,-1-1 0,0 0 1,0 0-1,0 0 1,-1-1-1,-10 4 1,16-7-32,0 1 0,-1-1 0,1 0 1,0 1-1,0-1 0,0 0 0,-1 0 1,1-1-1,0 1 0,0 0 0,0-1 1,-1 1-1,1-1 0,0 0 0,0 0 1,0 0-1,0 0 0,-3-2 0,2 0-15,0 1 1,0-1-1,1 0 0,-1 1 0,1-2 0,0 1 0,-1 0 0,1 0 0,1-1 0,-3-4 0,2 3-22,0 1 0,0-1 0,1 1-1,0-1 1,0 0 0,0 0 0,1 0 0,-1 1-1,1-1 1,0 0 0,1 0 0,-1 0 0,1 0-1,0 0 1,0 1 0,0-1 0,4-7 0,-3 8-6,1 0 0,-1 0 1,1 1-1,0-1 0,0 1 1,0 0-1,0 0 0,1 0 1,-1 0-1,1 1 0,0-1 0,0 1 1,0 0-1,0 0 0,0 0 1,6-1-1,-3 2-15,-1 0-1,1 0 1,-1 1-1,1 0 1,-1 0 0,1 0-1,-1 1 1,0 0-1,1 0 1,7 3-1,10 6-33,0 0 0,0 1-1,-1 2 1,30 21 0,-46-29 30,15 10-78,26 16-490,-45-29 392,1-1 1,-1 1-1,1-1 0,0 0 0,-1 0 0,1 0 0,0 0 1,0-1-1,0 1 0,0-1 0,7-1 0,17-7-503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338 0 5625,'0'0'2077,"-6"9"-378,-53 84 40,-60 88-830,116-176-941,-9 11 126,-1 0 1,-19 18 0,29-30-212,-1-1 0,1 0 0,-1 0 0,0-1 0,0 1 0,0-1 0,0 1 0,0-1 0,0-1 1,-1 1-1,1 0 0,-1-1 0,1 0 0,-1 0 0,1-1 0,-6 1 0,0-5-2136,2-4 674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8210,'0'0'1653,"8"5"-428,13 27 507,33 67 1,-37-65-1707,0 4-24,4 6 32,-16-37-82,-2-7-1633,-1-1 1395,11-11-231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 0 3201,'0'0'6464,"-1"6"-5827,-2 6-439,0 0 1,1 1-1,1-1 0,0 0 0,1 0 0,1 20 1,0-26-152,0 0 0,1 0 0,-1 0 0,1-1 0,0 1 0,0-1 0,1 1 1,-1-1-1,1 0 0,0 0 0,1 0 0,-1 0 0,1-1 0,0 1 0,0-1 1,8 6-1,-4-4-6,-2-1-21,1 0 0,0-1-1,0 0 1,0 0 0,1 0 0,9 3 0,-16-7-195,3-2-1979,0-7 1262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11250,'6'-2'554,"21"-9"-451,47-14 19,-66 23-103,0 0-1,0 1 0,1 0 1,-1 0-1,0 1 0,0 0 1,13 2-1,-11 0 5,30 5 129,49 14 0,-87-20-1992,-13-5-699,-26-13 1168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55 2881,'0'0'4389,"10"0"-1738,64 15-1538,-40-8-572,45 5 0,-76-12-529,1 0 0,-1 0 0,0 0 0,0 0 0,0 0 1,0-1-1,0 0 0,0 1 0,0-1 0,0 0 0,0-1 0,0 1 0,-1 0 0,1-1 0,4-3 1,-6 4-92,0 0 1,0 0-1,0-1 1,0 1 0,0 0-1,0-1 1,-1 1 0,1-1-1,0 1 1,-1-1 0,1 1-1,-1-1 1,0 0 0,1 1-1,-1-1 1,0 0 0,0 1-1,0-1 1,0 0 0,0 1-1,0-1 1,-1 0 0,1 1-1,0-1 1,-1 1 0,1-1-1,-1 1 1,0-1-1,0 1 1,0-2 0,-5-9-1777,-1-2 598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226 1 10738,'-12'13'400,"6"7"80,-3 1-247,4 9-89,-4 1-40,-4 1-56,1 1-16,-2-3 16,3-3-8,0-8-24,-4-3 0,-2-7 0,-2-5-64,0-3-1113,-6-2 849</inkml:trace>
  <inkml:trace contextRef="#ctx0" brushRef="#br0" timeOffset="1">0 145 10298,'17'11'592,"5"0"369,6 0-465,9 0-8,3-4-80,-5-1-248,-1-1-88,-12-4 24,-6 0-24,-3 2 0,-12-3-568,0 0-456,2 0-2025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252 1 11290,'-2'0'481,"1"0"463,0 1-944,-34 23-240,22-7-56,-1 4 48,-6 5 64,-3 1 71,-3 3 113,-1 0 16,2-8 0,4 0-64,0-9-1984,-2-5 1480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9802,'13'11'904,"13"6"1465,5-2-1129,20 3-952,-1-2-48,1-4-432,-7-3-288,-12 1-544,-3-2 120,-14-4 311,1-2-863,-3-4 976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164 1 4729,'0'0'3966,"-8"7"-1944,1 7-1806,0 0 0,1 0 1,0 0-1,1 1 0,-6 28 1,-31 93 362,-6 21 406,45-143-980,2-8-170,0 0 1,0 0-1,-1 0 0,0 0 0,-5 10 0,0-12-163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9 2649,'-13'-3'793,"0"1"0,-17-2 0,25 4-243,1 1-108,-3 5-247,-8 3-130,-41 29 1083,51-34-959,-1 1 1,0 0-1,1 0 0,0 1 0,1-1 0,-1 1 1,-5 10-1,-1 9-60,2 0 0,1 0 1,1 1-1,-6 41 0,1-7-99,-3 7 2,-1-5 297,3 1 0,-7 110 0,19-167-283,2-1-1,-1 1 1,0-1-1,1 1 1,0-1 0,0 0-1,1 1 1,-1-1 0,1 0-1,0 0 1,1 0-1,-1 0 1,1 0 0,5 6-1,-6-9-32,1 1 0,0-1 0,0 1 1,-1-1-1,1 0 0,0 0 0,1 0 0,-1-1 0,0 1 0,1-1 0,-1 1 0,0-1 0,1 0 0,0-1 0,-1 1 0,1-1 0,-1 1 0,1-1 0,0 0 0,-1 0 0,1-1 0,6 0 0,-1-2 39,-1 1-1,1-1 1,0-1-1,-1 1 0,0-2 1,0 1-1,0-1 1,0 0-1,-1-1 1,0 1-1,0-2 1,9-9-1,7-10 256,37-55-1,-39 49-194,33-65 0,-48 84-57,0-1-1,-2 0 1,1 0 0,-2 0-1,0-1 1,0 1 0,-2-1-1,1-17 1,-3 5 91,-1 0 1,-2 1-1,-12-50 0,11 59-134,0 1 0,-2 0 0,0 0 0,0 1-1,-1 0 1,-21-28 0,26 39-24,1 1 0,-1 0 0,0 0 0,0 0-1,0 0 1,-1 0 0,1 1 0,-1 0 0,1-1 0,-1 1 0,0 1-1,0-1 1,-4-1 0,5 2-44,-1 1 1,1 0-1,0-1 0,-1 1 1,1 1-1,-1-1 0,1 0 1,0 1-1,-1 0 0,1-1 1,0 1-1,0 1 0,-1-1 1,1 0-1,0 1 0,-4 2 1,-45 30-2266,20-17 1569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327 0 1960,'0'0'3132,"-1"3"-2532,-4 10 32,-1-1-1,0 0 1,-1-1 0,0 1-1,-1-1 1,0 0-1,-12 11 1,-23 32 659,29-32-690,-12 19-73,-2-2-1,-2-1 1,-34 35-1,63-71-544,-1-1 1,1 1-1,-1-1 0,0 0 0,0 1 0,1-1 0,-1 0 1,0 0-1,0 0 0,0-1 0,0 1 0,0 0 0,-4 0 1,5-1-41,0 0 0,0-1 0,0 1 0,0 0 1,0 0-1,0-1 0,0 1 0,0 0 1,0-1-1,1 1 0,-1-1 0,0 0 0,0 1 1,0-1-1,1 0 0,-1 1 0,0-1 0,1 0 1,-1 0-1,1 1 0,-1-1 0,1 0 0,-1 0 1,1 0-1,-1 0 0,1 0 0,0 0 0,0 0 1,-1 1-1,1-1 0,0 0 0,0-2 0,-3-43-2674,4 20 1859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7154,'1'5'3020,"12"30"-1774,0-1 0,3 0 0,30 49 0,-15-27-1109,29 52 47,39 76 504,-92-172-556,-3-7-1051,-2-32-4411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220 0 11202,'-1'3'102,"0"0"-1,0 1 1,0-1-1,1 0 0,0 0 1,-1 1-1,1-1 1,0 0-1,1 1 0,-1-1 1,1 0-1,-1 0 1,1 1-1,0-1 0,0 0 1,0 0-1,0 0 1,1 0-1,2 4 0,4 5 78,1 0-1,0 0 1,13 12-1,2 2 13,-24-26-187,16 19 69,16 27 1,-29-41-62,0 0-1,0 0 1,-1 0 0,0 0 0,0 0 0,0 0-1,0 0 1,-1 1 0,0-1 0,0 1 0,-1-1-1,1 7 1,-1-11-46,0 0-1,-1 0 1,1-1-1,0 1 1,0 0 0,0-1-1,-1 1 1,1 0-1,0-1 1,-1 1 0,1 0-1,0-1 1,-1 1-1,1 0 1,-1-1 0,1 1-1,-1-1 1,1 1-1,-1-1 1,0 0 0,1 1-1,-1-1 1,1 1-1,-1-1 1,0 0 0,1 0-1,-1 1 1,0-1-1,0 0 1,1 0 0,-1 0-1,0 0 1,1 0-1,-1 0 1,0 0-1,0 0 1,1 0 0,-1 0-1,0 0 1,1 0-1,-1 0 1,0-1 0,0 1-1,1 0 1,-1 0-1,0-1 1,0 0 0,-7-2-877,1 0 0,0-1 0,-10-6 0,10 5-229,-15-7-623</inkml:trace>
  <inkml:trace contextRef="#ctx0" brushRef="#br0" timeOffset="1">1 174 9650,'1'0'776,"24"9"761,4-2-1001,4-1 280,13-3-488,6-2-88,5-4 48,4-2-72,2-3 120,-5 1 48,-9-1-96,-6-1 16,-12-3-184,-4 0-192,-7-1-664,-2-1-440,-14-1-2633,-5-4 2769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3 3361,'-18'-2'424,"2"2"704,5 0-368,0 2-232,1 7 0,-6 3 185,2 6 215,-4 7 120,-1-3 24,0 0-176,1-3-215,0-4-401,0-1 40,1-6-584,-2-3-72,2-5-1089,0-3 865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125 9 8538,'9'15'1296,"9"5"2161,8 6-1425,13 2-1320,5-4-255,4-3-289,-2-4-168,-8-4-481,-6-3-119,-12-5-160</inkml:trace>
  <inkml:trace contextRef="#ctx0" brushRef="#br0" timeOffset="1">403 0 13147,'-39'18'1000,"2"-1"200,6 7-1584,0-1-720,-6 0-1233,0 1 137,-1-4-825,2 0 169,5-3 1760,-1-2 663,4-3 185,2-4 192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8658,'15'9'1176,"6"4"2585,8 1-2585,6 3-464,4-3-448,2-1-168,3-5-312,-1-2-64,-4-3-200,-5 0-72,-15-2-144,2 0-160,-11-1-176,-1 0-865,8-5 1217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194 102 8938,'0'-4'187,"1"-1"-1,-1 1 1,1 0 0,0-1 0,0 1-1,0 0 1,0 0 0,1 0 0,0 0-1,0 0 1,0 0 0,0 1 0,1-1-1,-1 1 1,1-1 0,0 1 0,0 0-1,0 0 1,0 0 0,1 1 0,-1-1-1,1 1 1,0 0 0,-1 0-1,1 0 1,0 0 0,0 0 0,0 1-1,7-1 1,-6 0-141,1 1 1,-1 0-1,1 0 0,0 1 0,-1 0 1,1 0-1,0 0 0,-1 0 0,1 1 0,0 0 1,-1 1-1,1-1 0,-1 1 0,1 0 1,-1 0-1,0 0 0,0 1 0,0 0 0,0 0 1,-1 0-1,1 1 0,4 4 0,-6-5-71,-1-1 0,1 1 0,-1 0 0,0 1 0,0-1 0,0 0 0,0 1 0,-1-1 0,1 1 0,-1-1 0,0 1 0,0-1 0,0 1 0,-1 0 0,1 0 0,-1 0 0,0 4 0,-1-3 45,0 0-1,0 1 1,0-1 0,-1 0-1,0 0 1,0 1-1,0-1 1,0-1-1,-1 1 1,-5 7-1,-6 5 179,-1-1-1,0 0 1,-2-1-1,-27 20 0,-66 50 808,108-84-925,3 0-58,0 0 0,0 0 0,0 0 0,-1 0 0,1 0 0,0-1 0,0 1 0,0 0 0,0-1 0,1 1 0,-1-1 0,0 1 0,0-1 0,0 1 0,2-1 0,-3 1-6,13 2 159,-1 0 0,1-1-1,0-1 1,15 1 0,30 3 120,-49-3-310,0 0-1,1 1 1,-1 0-1,0 1 1,0 0-1,-1 0 0,1 1 1,-1 0-1,0 0 1,9 8-1,-15-11 15,1 0 0,-1 0 0,0 1 0,0-1-1,-1 0 1,1 1 0,0 0 0,-1-1 0,0 1 0,1 0 0,-1 0-1,0-1 1,-1 1 0,1 0 0,0 0 0,-1 0 0,1 0 0,-1 0-1,0 0 1,0 0 0,-1 0 0,1 0 0,0 0 0,-1 0 0,0 0-1,0 0 1,0 0 0,0 0 0,0 0 0,0-1 0,-1 1 0,1 0 0,-1-1-1,0 1 1,0-1 0,-2 3 0,-8 9 149,-1-1 0,-1 0 1,0 0-1,-1-2 0,0 0 0,0 0 0,-1-1 0,-17 7 1,6-5-19,0 0 0,0-2 1,-1-1-1,-41 7 1,58-14-212,1-1 0,-1 0 0,0 0 0,-12-2 0,21 1-38,-1 0 1,0 0 0,1-1-1,-1 1 1,1-1 0,-1 1 0,1-1-1,-1 0 1,1 0 0,-1 0-1,1 0 1,0-1 0,0 1-1,-1-1 1,1 1 0,0-1 0,0 0-1,1 0 1,-1 0 0,0 0-1,1 0 1,-3-3 0,3 0-92,-1-1 0,1 1 0,1 0 1,-1 0-1,1-1 0,0-9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0 2529,'0'0'1880,"-1"5"2,-4 8-1477,0-1 1,-1 1-1,0-1 0,-1-1 1,0 0-1,0 0 1,-13 13-1,-7 12 112,-19 36 256,-29 40-36,65-99-653,-1 0 0,-1 0-1,0-1 1,-1-1 0,-24 17 0,36-27-96,0-1 0,1 1 0,-1-1 0,0 1 0,0-1 0,0 0 0,1 1 0,-1-1 0,0 0 1,0 0-1,0 0 0,0 1 0,0-1 0,0 0 0,0 0 0,1 0 0,-1-1 0,0 1 0,0 0 0,0 0 0,0 0 0,0-1 0,0 1 0,1 0 0,-1-1 0,0 1 1,0-1-1,0 1 0,1-1 0,-1 1 0,0-2 0,-1 0-114,0 0 0,0 0 0,0 0 1,1-1-1,-1 1 0,1-1 0,0 1 0,0-1 0,-2-4 1,-3-13-385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10858,'0'4'205,"2"0"0,-1 0-1,0 0 1,1 0 0,0 0-1,0-1 1,0 1 0,0-1-1,5 7 1,0 0-63,37 60 66,-4 3 0,33 81 0,-68-138-182,-3-11-17,0 0-1,1 1 1,-1-1-1,1 0 1,0 0-1,0 0 1,0-1-1,1 1 1,-1-1-1,5 4 1,-6-6-121,-4-5-1911,-5-11 1537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0 11338,'-22'77'621,"13"-43"-542,-1-1 0,-19 40 0,25-63-70,-1-1-1,0 0 1,-1 0 0,0 0 0,-1-1 0,1 0-1,-2 0 1,1-1 0,-1 0 0,0 0 0,-16 10-1,21-15-41,1 0-1,-1-1 1,0 1-1,0-1 1,0 0-1,0 0 1,0 0-1,0 0 1,0 0-1,0-1 1,-1 1-1,1-1 1,0 0-1,0 0 1,0 0-1,-1 0 1,1-1-1,0 1 1,0-1-1,0 0 1,0 0-1,0 0 1,0 0-1,0 0 1,0-1-1,0 1 1,1-1-1,-1 0 1,1 0-1,-1 0 1,1 0-1,-1 0 1,1-1-1,0 1 1,0-1-1,-2-3 1,-2-4-268,0-1 0,1 1 0,0-1 0,0 0 0,2 0 0,-1 0 1,1-1-1,-2-18 0,5 23 269,-1 0 0,1-1 1,1 1-1,-1 0 0,1 0 0,0 0 1,1 0-1,0 0 0,0 0 1,0 0-1,1 0 0,0 1 0,1 0 1,-1-1-1,1 1 0,5-6 1,-7 9 118,1 0 0,-1 1 0,1-1 0,0 0 0,0 1 0,0 0 0,1-1 0,-1 1 0,1 0 0,-1 1 0,1-1 0,-1 1 0,1-1 0,0 1 0,0 0 0,0 1 0,-1-1 0,1 1 0,0-1 0,0 1 0,0 0 0,0 1 0,0-1 0,0 1 0,0-1 0,0 1 0,-1 0 0,1 1 0,0-1 0,5 3 0,1 2 105,0 0 0,0 0 0,-1 1 1,0 0-1,0 0 0,10 11 1,42 56 171,-43-51-319,36 39 0,-50-59-40,-1 0 1,1 0-1,0 0 0,0 0 0,0-1 1,5 3-1,-8-5-13,0 1-1,0-1 1,0 0 0,0 1-1,0-1 1,0 0 0,0 0-1,0 0 1,0 0 0,0 0-1,1 0 1,-1 0 0,0 0-1,0 0 1,0 0 0,0 0-1,0-1 1,0 1 0,0-1-1,0 1 1,0 0 0,0-1-1,0 0 1,0 1 0,0-1-1,0 0 1,0 1 0,-1-1-1,1 0 1,1-1 0,6-13-120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246 1 10610,'-20'14'680,"-1"5"1817,4 6-2737,0 5-280,-2 0-240,-2-5 376,0-2 87,3-9 81,1-9 184,3-4 48,-4-6 0,-3-3-312,-1-6 208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30 8722,'22'21'864,"4"1"816,9 1-935,9-9-473,3-1 88,1-9-120,0-2-120,-12-1-480,-5-5-40,-14-4 152,-5-1 16,-11-6-129,-6-4-535,-5-1 552</inkml:trace>
  <inkml:trace contextRef="#ctx0" brushRef="#br0" timeOffset="1">239 31 12347,'-9'-7'320,"1"-1"-296,1 1-1065,0 1-807,-8 3 1120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122 102 1624,'-4'0'-94,"-8"2"330,-1-1 1,0-1-1,-24-2 1,34 2-195,1-1 1,-1 1-1,0-1 0,1 0 1,-1 0-1,1 0 0,-1 0 1,1 0-1,0-1 0,-5-2 1,6 3-79,0-1 0,0 1 0,0 0 0,0 0 0,0-1 0,1 1 0,-1 0 0,0-1 0,1 1 0,-1-1 0,1 1 1,-1-1-1,1 1 0,0-1 0,-1 1 0,1-1 0,0 1 0,0-1 0,0 1 0,1-3 0,-1 3 28,0 1 0,0 0-1,0 0 1,1-1 0,-1 1 0,0 0 0,0-1-1,0 1 1,1 0 0,-1 0 0,0-1-1,0 1 1,1 0 0,-1 0 0,0 0-1,0-1 1,1 1 0,-1 0 0,0 0 0,1 0-1,-1 0 1,0 0 0,1 0 0,-1 0-1,0 0 1,1 0 0,-1 0 0,0 0-1,1 0 1,-1 0 0,0 0 0,1 0 0,-1 0-1,0 0 1,1 0 0,-1 0 0,0 0-1,1 0 1,-1 1 0,0-1 0,0 0 0,1 0-1,-1 1 1,17 7 758,29 26 2652,-32-23-2912,0 0 0,1-1 0,0-1 0,0-1 0,1 0 0,0 0 0,0-2 0,18 6 1,-1-6-583,-1-2 1,1-1-1,-1-1 1,62-5-1,-91 2 48,19-3-343,-21 4 367,-1 0 1,1 0 0,0-1 0,-1 1-1,1 0 1,-1 0 0,1-1-1,-1 1 1,1 0 0,-1-1-1,1 1 1,-1-1 0,1 1-1,-1 0 1,1-1 0,-1 1-1,0-1 1,1 0 0,-1 1-1,0-1 1,1 1 0,-1-1-1,0 1 1,0-1 0,0 0-1,1 1 1,-1-1 0,0 1-1,0-1 1,0 0 0,0 1 0,0-1-1,0 0 1,-6-15-117</inkml:trace>
  <inkml:trace contextRef="#ctx0" brushRef="#br0" timeOffset="1">292 0 12283,'0'0'984,"-1"0"304,0 0-1120,-21 24-624,11-7-192,-8 5-112,-4 4 168,-9 1 408,-1 3 80,-6 0 104,-3-2-128,3-10 96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8T04:30:43.5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240 1 8810,'3'6'71,"-1"0"1,0 0-1,0 0 1,-1 0 0,0 0-1,0 1 1,0-1-1,-1 1 1,0-1-1,0 0 1,0 1-1,-3 7 1,-2 10 95,-15 45 0,9-36 68,0 3 21,-2 0 0,-24 48-1,31-74-170,1 1 0,-2-1 0,0 0 0,0-1-1,0 0 1,-1 0 0,-1 0 0,1-1-1,-1 0 1,-1-1 0,0 0 0,-11 6 0,20-12-73,1-1 1,-1 1 0,0-1 0,0 1 0,0-1 0,0 0 0,0 1-1,0-1 1,0 0 0,0 0 0,0 0 0,0 0 0,0 0 0,0 0-1,0 0 1,0 0 0,0 0 0,1 0 0,-1 0 0,0-1 0,0 1 0,0 0-1,0-1 1,0 1 0,0-1 0,0 1 0,0-1 0,1 1 0,-1-1-1,0 1 1,0-1 0,1 0 0,-1 0 0,0 1 0,1-1 0,-1 0-1,1 0 1,-1 0 0,1 0 0,-1-1 0,0 0 49,0-1-1,1 1 1,-1-1 0,0 1 0,1-1-1,0 0 1,0 1 0,0-1 0,0 1-1,0-1 1,0 0 0,1 1 0,-1-1-1,2-4 1,1 2-18,0-1 0,-1 1 0,2-1 0,-1 1 0,1 0 0,-1 1 0,1-1 0,1 1 0,-1-1 0,0 1 0,1 0 0,0 1 0,0-1 0,0 1 0,1 0-1,-1 1 1,1-1 0,-1 1 0,1 0 0,0 0 0,0 1 0,7-2 0,-2 2 23,0 0 0,0 0 0,0 2-1,0-1 1,0 1 0,0 1 0,0 0-1,-1 0 1,1 1 0,-1 0 0,14 7 0,-16-6-18,55 22 144,-57-25-179,0 1 1,0 0 0,0-1 0,0 0-1,0-1 1,0 1 0,1-1 0,10-2-1,-16 2-8,1-1 1,-1 1-1,1-1 0,-1 0 0,0 0 0,1 0 0,-1 0 0,0 0 0,0 0 0,1 0 0,-1 0 1,0 0-1,0-1 0,0 1 0,-1 0 0,1-1 0,0 1 0,0-1 0,-1 1 0,1-1 0,-1 1 0,1-1 1,-1 1-1,0-1 0,1 0 0,-1 1 0,0-1 0,0 1 0,0-3 0,0-9 4,-1 1 1,-2-21-1,2 26-24,-3-22-125,-2-1 0,0 0 0,-2 1 0,-2 1 0,0-1 0,-2 2 0,-23-41 0,25 55 60,10 13 80,0-1 0,0 1 0,0 0 0,0 0 0,0 0 0,0 0 0,0 0 0,0 0 0,0 0 0,0 0 0,0 0 0,-1 0 0,1 0 0,0 0 0,0 0-1,0 0 1,0 0 0,0 0 0,0 0 0,0 0 0,0 0 0,0 0 0,0 0 0,0 1 0,-1-1 0,1 0 0,0 0 0,0 0 0,0 0 0,0 0 0,0 0 0,0 0 0,0 0 0,0 0 0,0 0 0,0 0 0,0 0 0,0 0 0,0 0 0,0 1 0,0-1 0,0 0 0,0 0 0,0 0 0,0 0 0,0 0 0,0 0 0,0 0 0,0 0 0,0 0 0,0 0 0,0 1 0,0-1 0,0 0 0,0 0 0,0 0 0,0 0 0,0 0 0,0 0 0,0 0 0,0 0 0,0 0-1,0 0 1,0 0 0,0 0 0,0 1 0,0-1 0,0 0 0,0 0 0,8 30 172,-6-23-195,10 48 163,-3 1 0,-2-1 0,0 66 0,10 86-95,-14-184-1651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10:45.0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22185 5526 382 0,'-2'12'106'0,"2"2"145"16,5 0-96-16,3-1-44 16,4-2-79-16,1-2-16 0,-2-4-8 15,1-2 5-15,-2-3 16 16,1-1 2-16,-3-3 4 15,2-2-4-15,-4-3-9 16,-2 0-5-16,1-2 2 16,-4 0-3-16,-2 0 3 15,0 1-7-15,-4 1-1 16,1 2-1-16,-8 4-6 16,-3 3 2-16,-6 1-6 15,-8 3 2-15,4 4 0 16,-1 3 2-16,5 2-4 15,2 2 2-15,8-1-2 16,2 0-2-16,9-5 0 16,6-4-2-16,8-4 2 15,5-2 0-15,6-7 0 16,2-1 0-16,-2-4-8 16,0-2-1-16,-6 0-3 0,-7 1 4 15,-5 1 7-15,-1 3 3 16,-4 1 5-16,0 1-3 15,-3 2 2 1,-5 0-4-16,-4 3 0 0,-1 0-4 16,-2 5 4-16,-2 2 0 15,1 8 0-15,0 2 0 16,4 6-13-16,3 2-41 0,7-3 32 16</inkml:trace>
  <inkml:trace contextRef="#ctx0" brushRef="#br0" timeOffset="1581.18">14995 5540 780 0,'-14'3'36'0,"1"1"40"16,3 4-106-16,2-1-2 16,-3 4 7-16,1-1 7 0,-1 3 18 15,0-1 7-15,4 0 9 16,3-1-5-16,6-2-6 16,4-1-5-16,4-3-5 15,2-1 5-15,-1-5 0 16,0-5 0-16,0-2 2 15,1-4 7-15,-2-2 10 16,-1-2 10 0,-2 1 19-16,-2 0 0 0,-5 2-7 15,-1 1-12-15,-5 2-14 16,-5 2-6-16,-2 3 3 16,-3 2 2-16,-4 5 1 15,-1 4 1-15,2 5-5 16,0 2-3-16,5 3 0 15,4 0-2-15,3-2-5 16,4 0-1-16,3-4-3 0,4-2-1 16,7-6 4-16,3-2-2 15,6-10 2-15,3-3 0 16,1-8-6-16,-1-1-8 16,-5-2-20-16,-1-1-1 15,-8 5 3-15,-5 1 11 16,-4 7 28-16,-5 3 2 15,-3 6 0-15,-1 5-9 0,-1 12-127 16,-2 4 90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11:05.2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17851 5779 298 0,'-3'7'18'15,"1"0"19"-15,-2 1-37 16,4-1-4-16,2-3 4 15,2-1 4-15,1-2 7 16,1-3 18-16,-1-2 2 0,2-1 4 16,-3-2 1-16,2-1-17 15,0-2-8-15,-2 0-7 16,2-1 1-16,-5-1 41 16,-2 2 29-16,-2 1 32 15,-4 1 4-15,-2 2-26 16,0 0-24-16,-6 4-25 15,1 1-11-15,-1 3 0 16,-3 2 4-16,4 1-3 16,-1 4-3-16,4 0-8 15,1 2-5-15,6-3-4 16,3-2-2-16,5-1-4 16,4-2 4-16,5-3-3 15,2-4 3-15,2-3 0 16,1-3-2-16,-3-1 0 15,-1 2 2-15,-6-3 0 0,-5 1 0 16,-6 1 3-16,-7 2-3 16,-6 4 4-16,-3 4-2 15,-4 8 2-15,2 3-4 16,6 7-3-16,5 2-12 16,21-2 7-16</inkml:trace>
  <inkml:trace contextRef="#ctx0" brushRef="#br0" timeOffset="923.63">20242 5849 210 0,'6'-7'61'16,"0"2"48"-16,-1 5 4 16,-1 1 35-16,3 6-27 15,1 3-23-15,3 3-28 0,3 1 1 16,8 4-2-16,5-2-7 16,9 0-5-16,1-3-11 15,-3-5-21-15,-3-3-7 16,-8-6 13-16,-2-5 7 15,-7-3 11-15,0-1-1 16,-9-2-19-16,-3 0-9 16,-6 0-16-16,-6-1-4 15,-6 0 0-15,-1 0-4 0,-8 3 4 16,-1 1-6-16,-2 5 4 16,-2 1-2-16,2 6 4 15,3 2 0-15,9 3-2 16,4 1 2-16,10 0-4 15,2-1 2-15,5-2 0 16,5-3-1-16,8-5 3 16,4-3-2-16,5-5 2 15,2 0 0-15,-7-3-2 16,-4 2 0-16,-9 2 2 16,-9 1-4-16,0 4 4 15,-5 3 0-15,2 5 0 16,2 6 0-16,1 7-10 15,3 4-36-15,14-2 30 16</inkml:trace>
  <inkml:trace contextRef="#ctx0" brushRef="#br0" timeOffset="2730.73">18160 8888 618 0,'2'-9'23'16,"1"0"0"-16,-1 2-21 15,0 2 14-15,-2 5 27 0,0 0 55 16,0-1 14-16,0 1-1 15,-1 0-40-15,0 0-42 16,-20 10-10-16,15 1-9 16,-1 0-4-16,2 2-2 15,0-1-4-15,3-1 4 16,1-2-2-16,3-3-1 16,3-3 3-16,1-4 2 15,1-3 2-15,4-6 4 16,-2-5-3-16,2-3-3 15,-2-2-2-15,-3 0-4 16,-1 0-2-16,-7 3 2 16,-3 1 2-16,-2 6 6 15,-2 3 3-15,-3 5 1 16,-1 2 3-16,-3 5 5 0,-3 4-1 16,0 5 1-16,0 0-1 15,2 5-2-15,3-1-3 16,6-2 1-16,0 0-1 15,9-5-8-15,4-2 3 16,7-6-3-16,6-3 4 16,3-8 2-16,0-5-3 15,1-4 1-15,-1-1-4 16,-7 1-4-16,-3 0 0 0,-8 5 2 16,-3 3-3-16,-6 4 7 15,-2 3 2-15,-4 2 2 16,-2 3-1-16,0 7 5 15,-1 3-7-15,6 5-9 16,2 2-9-16,9 0-22 16,5-2-10-16,12-10-91 15,8-4-168-15,7-16 143 16</inkml:trace>
  <inkml:trace contextRef="#ctx0" brushRef="#br0" timeOffset="3719.39">20463 9167 803 0,'0'0'91'0,"0"0"103"16,0 0-167-16,0 1-13 15,0 0 15-15,8 13 27 16,-1-8 10-16,6 1 11 15,-2-1-9-15,0 0-25 16,1-1-10-16,-1-4-26 16,1-2-3-16,1-4 0 15,0-5-4-15,-1-2-4 16,-4-2 4-16,-6 0-4 16,-3-3 2-16,-8 2 0 0,-3 1 2 15,-5 5 0-15,-1 7 4 16,0 11 4-16,0 4-2 15,1 6 0-15,2 2-1 16,2-1-3-16,4 0-2 16,1-3 2-16,4-4-2 15,3-7 4-15,1-6-2 16,0 0 0-16,2-5 3 16,9-11 1-16,3-6-3 0,1-12-6 15,1-2-12-15,-5 2 4 16,-5 2 3-16,-1 13 2 15,-3 6 6-15,-2 9 2 16,0 4-2-16,0 0-2 16,-2 18-13-16,-4-2-77 15,5 2 61-15</inkml:trace>
  <inkml:trace contextRef="#ctx0" brushRef="#br0" timeOffset="13690.2">17904 5777 419 0,'0'0'14'0,"0"0"-3"16,0 0-9-16,0 0 0 16,0 0 9-16,0 0 16 15,0 0 12-15,0-1 6 16,0 0-13-16,0 0-9 16,-1 0-5-16,1 0-11 15,0 1 0-15,-1-1 2 16,0 0-4-16,0 1 4 15,0 0-2-15,0 0-3 16,-3 12 10-16,7 3 27 0,-1 5 23 16,4 24 38-16,-3 16 5 15,-4 52-34-15,-3 31-29 16,-6 43-36-16,3 8-12 16,-1-15 0-16,3-11 2 15,4-14 8-15,2 3 4 16,11 14-2-16,2 3-5 15,7 5 3-15,1 1-2 0,3-7 6 16,0 0-2-16,-8-15 9 16,-1-14 24-16,-10-25 15 15,-5-17 4-15,-1-21 0 16,-6-10-21-16,3-25-20 16,-1-10-5-16,2-22-8 15,0-10-16-15,-4-17-29 16,-4-10-15-16,-3-15-49 15,-2-6-15-15,3 1-40 16,2 4-72-16,6 5 128 16</inkml:trace>
  <inkml:trace contextRef="#ctx0" brushRef="#br0" timeOffset="14225.08">17779 8470 1287 0,'-5'-2'39'0,"4"-3"-10"15,1 1-23-15,8 0-6 16,3 0 0-16,2 8 0 16,4 8 2-16,1 18 10 15,1 10 3-15,4 13 6 16,-2 6 1-16,-2 5-11 15,2 2-3-15,-1 0-8 16,0-2 0-16,3-7 2 16,-4-3-2-16,0-13 0 15,-1-5 0-15,-6-14 2 16,-2-9 4-16,-5-7 2 0,-3-11 5 16,0-14 16-16,-2-8 27 15,2-18 78-15,1-8-11 16,5-8-27-16,3-3-34 15,10 0-32-15,6 3-15 16,5-2-30-16,5-5-39 0,-2-9-167 16,-4-5-71-1,0-4 209-15</inkml:trace>
  <inkml:trace contextRef="#ctx0" brushRef="#br0" timeOffset="15939.45">17916 5890 212 0,'2'-22'-11'0,"1"3"-35"16,-1 5 21-16,-2 7 52 16,0 2 10-16,-7 5 19 15,-2 1 16-15,-5 7 14 16,-2 2 6-16,-4 9 35 16,-2 2 3-16,-3 13-16 15,-3 5-9-15,-4 14-26 16,-2 3-29-16,-1 3-23 15,1-2-7-15,3-12-11 16,3-5 5-16,5-11 0 16,4-8-1-16,4-12 3 15,4-5 3-15,2-11-3 16,5-8-5-16,8-11-5 16,4-4-4-16,6-7-4 15,2-4-6-15,1-3 0 16,3-4 3-16,3-3-1 0,0 1 2 15,4 3 4-15,-1 3 2 16,5 5-2-16,2 5 0 16,0 6 0-16,1 6-2 15,-5 10 2-15,-3 7 0 16,-6 11 0-16,-2 6 2 16,4 8 0-16,4 2 2 15,9 6 2-15,4 3-3 0,6 7-1 16,2 4 0-16,3 2-2 15,6 1-2-15,0-5-93 16,-1-6 68-16</inkml:trace>
  <inkml:trace contextRef="#ctx0" brushRef="#br0" timeOffset="27079.07">17933 5792 424 0,'-19'0'44'0,"-3"1"120"16,0 1-148-16,1 0 25 15,1-1 34 1,5 0 59-16,4-1 19 0,6 0-44 15,5 0-24-15,0 0-43 16,9 2-18-16,7 1-17 16,3-2-1-16,10 2-4 15,6-1 2-15,8 2 0 16,7 0 0-16,10 1 4 16,6 0-1-16,14-1 5 15,6-1 0-15,7-1 1 16,8 1-1-16,3 2-5 15,2 1-1-15,6 2 0 0,-4 1 0 16,1 2-2-16,2-2 2 16,4 2-4-16,1-4-2 15,-2-1 1-15,-5 0-1 16,-8-7 4-16,-3-4-2 16,-6-9-2-16,-4-4 0 15,-14 0 0-15,-9 2-2 16,-14 6 0-16,-6 3 0 0,-13 6-1 15,-5 2-5-15,-11 4-31 16,-6 2-35-16,-10 1-125 16,-4 0 108-16</inkml:trace>
  <inkml:trace contextRef="#ctx0" brushRef="#br0" timeOffset="27563.73">19964 5587 857 0,'19'13'37'0,"4"3"-10"0,6 1-6 16,7 0 1-16,0 2 10 0,8-3 21 15,-2 1-1-15,1 1 8 16,4-1 1-16,-2 4-9 15,1-1-6-15,-2 0-13 16,-4-1-11-16,-13-1-13 16,-5-4 1-16,-13-1-6 15,-7 0 2-15,-9 0 5 16,-7 0 5-16,-15 5 5 16,-12 0-2-16,-17 7-5 15,-9 2-4-15,-9 5-8 16,-1 2 2-16,3 0-1 15,8-1-3-15,16-6-21 16,8-4-70-16,21-10 58 16</inkml:trace>
  <inkml:trace contextRef="#ctx0" brushRef="#br0" timeOffset="28183.33">18226 5432 1295 0,'-18'12'37'16,"-12"9"-12"-16,-7 11-23 16,-13 14-2-16,-6 8 0 15,-1 6 6-15,1 1 4 0,5-4 9 16,3-4 4-1,9-13 4-15,2-7-5 0,12-15-9 16,4-9-3-16,8-12-4 16,3-3-4-16,3-7 0 15,4 0 0-15,2-1-2 16,5 1 0-16,7 7-4 16,6 4 4-16,13 12 0 15,10 9 0-15,21 15 4 16,12 9-3-16,16 8-6 15,3 2-5-15,1-5 4 16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6T17:12:11.29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12979 4793 529 0,'1'-10'80'0,"0"0"148"16,2-1-201-16,4 0 7 15,-4 1 7-15,1 1 5 16,-2 1 11-16,-1 2-1 16,-1 6 7-16,0 0-2 15,0 0-21-15,1 6-13 16,-3 12-17-16,-1 5-4 16,-2 12-2-16,-2 3-2 0,0 5-2 15,1-2 0 1,-1-9 0-16,3-6 0 0,2-11 2 15,2-3 0-15,4-7-1 16,5-4-1-16,12-8 18 16,12-7 15-16,26-17 17 15,18-7 3-15,26-18-15 16,15-5-16-16,18-9-15 16,0-5-7-16,6-4-85 15,-7-5-124-15,-3-6 120 16</inkml:trace>
  <inkml:trace contextRef="#ctx0" brushRef="#br0" timeOffset="4321.18">12767 5562 336 0,'-1'2'52'15,"-1"1"55"-15,2-3-52 16,0 0-14-16,0 1-16 16,0 0 0-16,1 0 16 15,0 0 16-15,0 0 25 0,-1 0 2 16,4 28-20-16,-8-14-21 16,-2 6-31-16,1 2-8 15,-2 1-1 1,3 1 1-16,-2 0-4 0,0-1 0 15,-1 1 2-15,-2-2-2 16,2-2 0-16,0-1 3 16,7-7 10-16,2-2 8 15,15-11 35-15,9-5 12 0,25-16 14 16,9-9-5-16,21-16-25 16,10-10-13-1,10-8-17-15,7-2-11 0,6-1-9 16,1 1 0-16,-7-3-2 15,-2 1 0-15,-2-1-2 16,-2 2-8-16,-4 3-119 16,-2 0 90-16</inkml:trace>
  <inkml:trace contextRef="#ctx0" brushRef="#br0" timeOffset="7110.12">8344 6436 358 0,'-4'0'11'0,"4"0"4"16,0 0 3-16,-1 0 10 16,0-1 5-16,0 0 13 15,0 1 2-15,0 0-3 16,0 0 1-16,1 0-19 0,-19 14-6 15,12 3-14-15,0 3-3 16,-2 5-2-16,-1 1 3 16,-2 7-5-16,-1 2 0 15,0 5 2-15,0 0-2 16,1-6 12-16,-1-3 10 16,6-13 35-16,2-5 14 0,14-11 29 15,6-3 8-15,18-16-9 16,14-7-4-16,27-16-22 15,15-8-18-15,14-6-34 16,5 0-10-16,3-2-9 16,-5 4-2-16,0 1 0 15,-1 4-3-15,-3 7-15 16,0 4-50-16,0 6-170 16,3-1 142-16</inkml:trace>
  <inkml:trace contextRef="#ctx0" brushRef="#br0" timeOffset="9095.09">9195 6502 210 0,'1'-5'13'0,"-1"5"20"16,0 0 0-16,0 0 5 15,1 0 1-15,0 0-1 16,0 0 6-16,0 1 24 16,0 0 5-16,0 0-21 15,2 31-13-15,-6-20-14 16,0 2-7-16,-3 5-4 15,0 0-5-15,-1-1-5 16,0-2 1-16,4-3 0 16,1-2-3-16,2-3-2 15,1-2 0-15,3-5 0 16,1-2 2-16,7-4 3 16,-1-4 1-16,6-2 4 15,0-1-1-15,2-1-5 16,-1 1 1-16,-4 3-5 0,-2 2 0 15,0 7 0-15,-3 2 0 16,-1 7 0-16,0 0 0 16,-3 3 0-16,1-2 0 15,1-4 0-15,0-1 0 16,1-5 0-16,-1-1 0 16,3-4-5-16,-1-3-2 15,1-1-13-15,-1-1-28 16,-2 1-25-16,1 1 3 0,-4 3 19 15,-4 5 31-15,0 0 31 16,0 0 5-16,0 0 0 16,0 0-2-16,0 0-7 15,1 0-3-15,0 0-1 16,0 0-3-16,0 1 2 16,0 0 0-16,0-1 5 15,0 1 2-15,-1 0 16 16,1 0 14-16,0 0 18 15,0 0 2-15,1 0-16 16,-1-1-13-16,27 18-26 16,-28-18-10-16,1 0-40 15,0 0-66-15,1 0-88 16,24-10 38-16,-26 9 76 0</inkml:trace>
  <inkml:trace contextRef="#ctx0" brushRef="#br0" timeOffset="9683.75">9431 6528 163 0,'-18'0'55'16,"5"-1"63"-16,-1 0-2 15,7-4 5-15,3 0-26 16,4-4-51-16,4-4-19 0,2-1-14 16,0-2 3-16,3 0 9 15,1-1 8-15,1 3 15 16,3 1-3-16,2 4-9 15,1 4-11-15,3 6-16 16,-2 6-5-16,0 9-2 16,-1 2-2-16,-4 4-3 15,-3-1 5-15,-2-1 3 16,0-2-3-16,-2-4 4 16,-2-3-1-16,1-2-1 15,1-2 2-15,-1-2-1 16,0 0-3-16,1-3 0 15,-5-2 0-15,4-1 0 16,2-3 2-16,-3-3-2 16,3-2 2-16,3 0 1 0,1 0-1 15,2 1 2-15,0 1 1 16,-1 3-5-16,-1 3 2 16,0 1 5-16,1 2 2 15,-1 2 9-15,2 2 2 16,-1 1-7-16,0-1-1 15,0-2-8-15,1 0 0 16,0-3-2-16,1-2-2 16,-1-1 0-16,0-3-4 0,0-1 2 15,2-1-2 1,-1 0 2-16,1 1 2 0,-1 2 0 16,-2 1 0-16,1 4 2 15,-2 2-2-15,5 0 6 16,5 0 0-16,12-5-6 15,4-3 4-15,5-7-144 16,1-4 99-16</inkml:trace>
  <inkml:trace contextRef="#ctx0" brushRef="#br0" timeOffset="11261.73">14480 4463 91 0,'-5'0'11'15,"1"1"17"-15,-3 2-6 0,1 3 31 16,1 1 16-16,-2 5 21 15,1 3-6-15,-1 4-23 16,-1 3-20-16,0 1-32 16,1 2-7-16,1-5 14 15,1-3 9-15,4-2 12 16,0-3 6-16,2-6 7 16,4-2 5-16,3-6-3 15,5-1-6-15,5-5-26 16,2-1-15-16,5-4-23 15,1 2-3-15,-1 0 3 16,1 1 2-16,-4 3 11 16,-4 1 5-16,-5 1 0 15,-4 4 7-15,-4 1 5 16,-5 0 6-16,0 0 11 16,9 12 1-16,-3-2-9 15,6 0-10-15,-1-4-7 0,2-1-4 16,1-4 3-16,-3-1 1 15,2-6 24-15,0-1 6 16,0-5 3-16,1 1-8 16,-2-2-13-16,0 2-10 15,0 3-2-15,-1 0-2 16,-1 6-2-16,-1 0 2 16,1 4-2-16,0 3 0 0,6-1-4 15,4 0-12-15,4-6 8 16</inkml:trace>
  <inkml:trace contextRef="#ctx0" brushRef="#br0" timeOffset="13267.54">14328 5384 589 0,'0'0'4'0,"0"0"-102"15,0-1-26-15,1 0 60 16</inkml:trace>
  <inkml:trace contextRef="#ctx0" brushRef="#br0" timeOffset="14266.32">14351 5356 159 0,'0'0'29'0,"0"0"26"15,0 1-20-15,6 20-19 16,-6-10-5-16,6 6-7 16,0 3-2-16,2 6 27 0,1 5 8 15,-5 7 5 1,-2 3-6-16,-2 2-28 0,-4-3-8 15,-1-9-2-15,4-7 5 16,-3-11 21-16,3-5 2 16,-2-8-8-16,0 0-18 15,-2-9-34-15,-2-3-3 16,-1-6 11-16,-4-3 6 0,-1 1 20 16,1 0 4-16,-3 4 3 15,-1 3 6-15,1 4 16 16,-3 4 23-16,1 5 8 15,1 4-1-15,-2 7-11 16,2 3 11-16,2 6 25 16,1 3 5-16,4 5-5 15,1 2-19-15,6-3-32 16,2-3-2-16,9-7 6 16,5-4 10-16,11-9 7 15,6-2-8-15,9-8-15 16,0-5-11-16,0-6-18 15,-5-2 0-15,-5-4-2 16,-3 1 0-16,-1 1 0 16,-1-1 2-16,-2 3 0 15,0 3 0-15,-4 3-2 0,0 3 0 16,-5 5 0-16,-3 2-2 16,-6 5 0-16,-4 3-2 15,-3 6 4-15,-2 1 0 16,3 0 0-16,1 0 2 15,7-6 0-15,6-2 0 16,8-6 0-16,5-4-2 0,-3-7 3 16,0-1-3-16,-1-4 0 15,-6-1 0-15,-2 0 0 16,-2-1 0-16,-6 3 2 16,1 3-4-16,-4 4 2 15,1 3 0-15,-4 7-3 16,0 0 3-16,0 0-2 15,-1 0 0-15,0 1 4 16,0 0-4-16,-21 26 2 16,19-16 0-16,3-1 2 15,1 1 0-15,5-4-1 16,2-3 1-16,4-6 0 16,1-2 0-16,2-6 4 15,1-3-2-15,3 0 0 16,1-3-2-16,1 2-2 0,-2 1 2 15,-3 2-2-15,-2 2-2 16,-4 4 4-16,-4 2-2 16,0 3 0-16,-1 5 0 15,0 4 0-15,1 4 0 16,0 4 0-16,1-1 0 16,5-2 0-16,1-2 4 15,4-7-2-15,1-3-1 0,8-8 1 16,0-4 0-16,6-3-2 15,0-1 2 1,-9 1 0-16,6 1 2 0,-6 3-4 16,-2 2 4-16,-2 5 0 15,-4 1-2-15,-4 2 0 16,1 3-2-16,0 0-2 16,2 1 2-16,7-4 0 15,7-1-2-15,14-8-41 16,7-2-63-16,7-7 61 15</inkml:trace>
  <inkml:trace contextRef="#ctx0" brushRef="#br0" timeOffset="19735.09">7565 8064 64 0,'0'0'5'16,"0"0"6"-16,0 0-5 0,1 0 1 15,0 0 1 1,-1 0 3-16,1 0-2 0,0 0 0 16,-1 0-6-16,0 0 1 15,0 0-2-15,0 0 7 16,-1-1 8-16,0 1 6 16,1-1 3-16,-1 0-8 15,0 1-1-15,0-1-5 16,0 1 9-16,0 0 8 15,0 0-2-15,1 0 4 16,-1 0-1-16,0 0 4 16,0 0 3-16,0 0 13 15,0 0 0-15,0 0-18 16,0 0-9-16,1 0-7 16,0 0-5-16,-1 0-4 15,0 1 0-15,-7 17-5 0,6-8 3 16,1 3-5-16,-2 0 2 15,0 1 1-15,0 0-3 16,0 0 4-16,-1-2 5 16,-1 0 19-16,2 0 1 15,-2 0 8-15,0-2-8 16,-1 1-8-16,2-1-3 16,1-4 0-16,3-1 3 15,3-3-1-15,-1-2 5 0,7-3 0 16,1-2 0-16,6-4 0 15,3-2-2-15,2-2-1 16,2-2-3-16,4-4-1 16,1 1-7-16,8-3-3 15,3-1-8-15,5-2 4 16,1-2 0-16,4-2 0 16,-2 0 0-16,4-6-1 15,3-3 1-15,8-7 0 16,5-6-4-16,1-5 6 15,3 0 4-15,2-1-5 16,1 2 3-16,5 3-2 16,-5-2-6-16,-2 4 0 0,-1 0 0 15,0 3-2-15,0 4-2 16,-5 4-134-16,-4 3-213 16,-9-2 194-16</inkml:trace>
  <inkml:trace contextRef="#ctx0" brushRef="#br0" timeOffset="22319.08">12952 8851 346 0,'-10'0'12'16,"0"0"14"-16,0-1-19 15,2-2 12-15,3-2 15 16,-1 0 10-16,4-2 9 16,1 0-12-16,-3-1-12 15,4 1 1-15,-1 0 11 16,-3 1 5-16,4 1 20 16,-2 1 7-16,5 0 13 15,1 1-4-15,0 0-29 16,-4 3-14-16,1 0-22 15,-1 0-5-15,1 0-7 16,0 0-1-16,0 0 6 0,0 1 6 16,0 0 3-16,5 24 2 15,-4-13 2-15,1 3-5 16,0 4-5-16,4 2-5 16,-4 5-4-16,-1 0 0 15,-2 2-2-15,1 0 4 16,-4-4 11-16,3-2 6 15,-1-8 10-15,1-3-2 0,6-11-4 16,5-4-1-16,11-11 12 16,8-10 3-16,15-14 69 15,8-8-6-15,14-8-47 16,5-2-21-16,9 0-18 16,4 3-18-16,9-2 0 15,0-1 3-15,4-7-3 16,4 0 0-16,2-5 0 15,3 1-12-15,10-3-81 16,-4-2-53-16,-6-2-65 16,3 1-124-16,-3 1 169 15</inkml:trace>
  <inkml:trace contextRef="#ctx0" brushRef="#br0" timeOffset="89829.45">12064 9793 230 0,'-8'15'2'0,"-1"-1"7"15,2 0-27-15,3-2 5 16,0-2 13-16,3-3 28 15,1 0 3-15,-1-1 2 0,0-1 1 16,-1 2 7-16,0 0 4 16,1 0 10-16,0 0 27 15,0 0-20-15,3 0-3 16,2-1 11-16,2-1 15 16,11-3 44-16,2-2-3 15,11-4-22-15,1-3-16 16,14-7-28-16,5-3-16 15,9-8-19-15,10-4-5 0,5-8-12 16,0-5-5-16,0-8-22 16,-2-4-74-16,3-3 60 15</inkml:trace>
  <inkml:trace contextRef="#ctx0" brushRef="#br0" timeOffset="95178.1">9451 11301 1057 0,'0'0'60'15,"0"0"31"-15,0 0-64 16,0 0-13-16,0 0-10 0,0 0-3 15,0 1 1-15,0 0 2 16,-1 21-2-16,-1-11 0 16,-1 4-2-16,2 2 4 15,-1 3-4-15,0 2 0 16,1 0 0-16,0 0 0 16,3-3 0-16,3-3 0 15,8-6 4-15,5-3 2 16,9-9 5-16,6-4 1 0,10-9 0 15,3-7-5-15,10-7-16 16,0-3-28-16,1-7 25 16</inkml:trace>
  <inkml:trace contextRef="#ctx0" brushRef="#br0" timeOffset="104162.81">8146 12728 1140 0,'0'-1'31'0,"0"-1"16"16,6-26 7-16,1 18 10 16,5 1 2-16,-3 1-12 15,-2 0-9-15,7 1-22 16,3 0-12-16,10 4-9 15,6-1-2-15,13 4 2 16,10 1 0-16,19 0-2 0,10 1 2 16,21-2-2-16,4 0 0 15,7-2 0-15,7 2 0 16,-1 1 0-16,-1 3 2 16,1 3 0-16,0 2 10 15,0 2 6-15,6 1 0 16,9-1 0-16,-1 0-9 15,2-9-45-15,-2-3-40 0,-9-14 53 16</inkml:trace>
  <inkml:trace contextRef="#ctx0" brushRef="#br0" timeOffset="105611.57">12965 12563 1235 0,'-1'0'-13'16,"0"0"13"-16,0 0 29 16,0 0 15-16,0 0 12 15,1 0-1-15,0 0-21 16,0 0-8-16,0 0-19 16,0 0-1-16,14-2-4 15,-1 2 6-15,7 2 7 0,4 0 7 16,11 3 5-16,6 1 27 15,7 1-12-15,2-1-18 16,6 0-7-16,1-3-5 16,4-2 6-16,2-1 12 15,1-1 27-15,0 0 15 16,4-1 14-16,0 0-17 16,6 0-3-16,2 0 9 15,4 1-1-15,0 1-2 0,6-1-37 16,3-1-15-16,-3-1-11 15,-1 0-1-15,-3-2-8 16,4 0 4-16,-3 0-3 16,-3 2 2-16,-4 1-2 15,-8 2-1-15,1 1-31 16,4 2-61-16,7 1-189 16,1 0-140-16,-8-1 315 15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2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 34 11370,'-32'32'2974,"29"-29"-1779,31-20-1095,-26 15-48,-1 1 86,0 0 1,-1 0 0,1 0-1,0 1 1,0-1 0,0 0-1,0 1 1,-1-1 0,1 0-1,0 1 1,0-1 0,0 1-1,0 0 1,0-1 0,0 1-1,0 0 1,0 0 0,1-1-1,0 1 474,-1-2 17,-2-7-8990,-10-19 6478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4.58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40 669 3161,'0'0'4265,"-18"5"-631,16-4-3601,-1 1 0,1 0 0,0-1-1,0 1 1,0 0 0,0 0 0,1 0 0,-1 0 0,-2 4 0,4-6-17,1 0-15,-1 0 0,0 1 0,0-1 0,0 0 0,0 1 0,0-1 0,0 0 0,1 0 0,-1 0 0,0 1 0,0-1 0,0 0 0,1 0 0,-1 0 0,0 1 0,0-1 0,1 0 0,-1 0 0,0 0-1,1 0 1,-1 0 0,0 0 0,0 1 0,1-1 0,-1 0 0,0 0 0,1 0 0,-1 0 0,0 0 0,0 0 0,1 0 0,-1 0 0,0 0 0,1 0 0,-1-1 0,0 1 0,0 0 0,1 0 0,-1 0 0,0 0 0,0 0 0,1 0 0,-1-1 0,1 0 3,0 0 0,1 0 0,-1 0 0,0 0 0,0 0 0,0 0 0,1 0 0,-1 0 1,1 1-1,-1-1 0,0 0 0,1 1 0,-1 0 0,1-1 0,2 1 0,10-27 24,5-6-33,-19 33 6,1-1 1,0 0-1,-1 0 1,1 1 0,-1-1-1,1 0 1,-1 0-1,0 0 1,1 1-1,-1-1 1,0 0 0,1 0-1,-1 0 1,0 0-1,0 0 1,0 0-1,0 0 1,0 0-1,0-1 1,-1-13 1,3-58 40,0-31-35,-1 82 3,1 8-10,0 0-1,1 0 1,6-19 0,-4 19-1,-2 0 0,5-30-1,-6 33-2,-2 7 1,1 0 0,-1 0 0,1 0 1,-1 0-1,-1-1 0,1 1 0,-1-4 0,1 6-6,-2-11 21,-21-142-62,27 126-1533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6.9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44 0 11819,'-8'16'864,"8"-14"-916,-1 3 87,-7 10 30,-11 24-69,18-37-76,0 1 0,0-1 1,0 1-1,0-1 0,0 1 0,1 0 1,-1-1-1,1 1 0,0 0 0,0-1 1,0 1-1,0 0 0,0-1 1,1 5-1,0 5-806,-1-6 565,0 16 556,2-13-6174,0-9 4536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7.9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2721,'-2'11'368,"-4"2"600,1-1-880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28.84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3441,'56'111'144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32.3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 74 9386,'-11'1'728,"11"-2"-832,19-24-352,-13 14-1416,-4-8-1153,-10 0 1649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32.7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 1 9930,'-22'9'400,"5"-1"624,17-6-2712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3-27T17:13:33.1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56 3689,'0'0'1656,"0"-1"-1528,0-1-32,0 1-424,1-1-824,29-48 736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2-19T16:31:20.415"/>
    </inkml:context>
    <inkml:brush xml:id="br0">
      <inkml:brushProperty name="width" value="0.05292" units="cm"/>
      <inkml:brushProperty name="height" value="0.05292" units="cm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FFC000"/>
    </inkml:brush>
  </inkml:definitions>
  <inkml:trace contextRef="#ctx0" brushRef="#br0">1724 6509 1810 0,'7'250'155'15,"2"1"-11"-15,5 0-31 16,1 1-26-16,1-11-40 16,-2-3-6-16,-2-13-11 15,-1-4-10-15,0-11-7 16,-3-6-8-16,1-19-8 15,1-9-16-15,-2-20-78 16,1-9-110-16,-4-20-161 16,-2-12-135-16,-14-32 371 15</inkml:trace>
  <inkml:trace contextRef="#ctx0" brushRef="#br0" timeOffset="982.89">1192 9470 1541 0,'62'1'0'0,"16"-3"-6"16,13-4 3-16,15 0-3 15,12-1 0-15,21 2 4 16,6 0 2-16,24 3 10 16,9 1 27-16,16 2 88 15,10 1 31-15,16 2 41 16,11 0-12-16,15-1-60 15,10-1-46-15,22-4-39 16,5-4-16-16,17-4-15 16,7-5-3-16,2 3-6 15,8 0 1-15,-6 5 3 16,-1 1-2-16,-3 4 1 16,-9 2-3-16,-9 4 1 15,-5 1-5-15,-16 2 4 0,-13 2-1 16,-28 3-16-16,-16 1-12 15,-33 2-50-15,-16 1-49 16,-30-1-132-16,-17-3-60 16,-26-2 179-16</inkml:trace>
  <inkml:trace contextRef="#ctx0" brushRef="#br0" timeOffset="2566.46">2853 8729 1140 0,'-15'22'89'0,"4"4"59"15,5 1-77-15,5-2-55 16,2-3-7-16,7-8-3 16,3-6-4-16,5-8 2 15,4-6-2-15,3-14-2 16,-1-3-2-16,-1-10-15 15,-3 1-5-15,-7 2-1 16,-5 2 4-16,-7 7 11 16,-6 2 4-16,-7 6 12 0,-2 4 7 15,-4 5 9-15,0 5 3 16,1 7-6-16,-2 4-7 16,5 8-20-16,2 0-19 15,11-3-82-15,4-2-232 16,16-10 177-16</inkml:trace>
  <inkml:trace contextRef="#ctx0" brushRef="#br0" timeOffset="2983.8">3294 8374 1313 0,'-28'11'104'0,"7"1"154"15,5 0-129-15,9 1-120 16,4-1-12-16,4 5-15 16,3 1 0-16,2-1-6 15,4-1 9-15,1-5 3 16,3-6 6-16,3-5-18 0,0-5-11 15,3-8 5-15,-1-4-3 16,0-5 21-16,-4 0 9 16,-8 3 3-16,-6 0 3 15,-5 5 6-15,-4 2-3 16,-7 1 3-16,-3 1-6 16,-5 4 18-16,0 4 15 15,3 2-1-15,2 2 4 0,6 5-33 16,3 1-30-16,6 4-98 15,6-2 10-15,9-1-200 16,7-5 196-16</inkml:trace>
  <inkml:trace contextRef="#ctx0" brushRef="#br0" timeOffset="3332.96">3763 8056 1408 0,'-35'17'77'15,"-1"2"134"-15,3 1-13 16,7-2-1-16,9-4-18 16,9-4-66-16,13-3-73 15,6-1-35-15,9-4-45 0,4-2-13 16,5-7-30-16,2-6 12 15,3-7 38-15,-1-5 18 16,-3-2-9-16,-6 0 3 16,-12 3 0-16,-8 3 0 15,-12 5 18-15,-6 3 3 0,-9 6 18 16,-5 4 3-16,-2 4 6 16,-1 7-9-16,7 3-12 15,1 0-9-15,11 0-114 16,6 1-74-16,7-2-384 15,9-3 422-15</inkml:trace>
  <inkml:trace contextRef="#ctx0" brushRef="#br0" timeOffset="3699.96">4174 7542 1735 0,'-13'20'159'0,"5"1"-7"0,7 2-71 15,9-2-87-15,3-1-33 16,7-7-72-16,1-6-23 15,5-14-10-15,-1-7 31 0,1-8 74 16,-3-5 30-16,-2-3 9 16,-5 2 0-16,-8 1 1 15,-4 2 1-15,-9 5 6 16,-5 3 29-16,-6 6 35 16,-5 2-1-16,-6 9-17 15,0 5-15-15,-2 10-102 16,3 4-98-16,8 5 110 15</inkml:trace>
  <inkml:trace contextRef="#ctx0" brushRef="#br0" timeOffset="4316.17">3157 7463 1499 0,'-9'18'38'0,"6"-1"-1"16,4-1-43-16,10-3-17 16,4-5 13-16,7-10 5 0,0-5-3 15,2-10 6-15,-1-4 0 16,-5-4 2-16,-3-4 0 15,-6-3-4-15,-4-3-2 16,-9 1 2-16,-4 2 1 16,-11 9 8-16,-3 5 7 15,-10 9 3-15,-1 6 2 16,-3 13 25-16,2 7-9 0,8 10-6 16,3 6-6-16,17 2-60 15,6 3-63-15,15-7 80 16</inkml:trace>
  <inkml:trace contextRef="#ctx0" brushRef="#br0" timeOffset="4816.25">3229 6259 1493 0,'-30'23'52'0,"7"8"64"15,7 1-57-15,15 5-29 16,8-2-12-16,18-9-12 16,8-6 12-16,11-18-15 15,4-8 0-15,-1-14-3 16,-4-5-12-16,-11-10-9 15,-3 1-18-15,-12-6-3 16,-6 1-2-16,-13 4 11 16,-7 4 21-16,-11 9 3 15,-5 5 9-15,-6 10-3 16,0 7 3-16,-6 14 0 16,0 9 0-16,1 12 0 15,4 5 0-15,11 2-71 16,7-1-185-16,14-12 169 15</inkml:trace>
  <inkml:trace contextRef="#ctx0" brushRef="#br0" timeOffset="5301.5">4861 6059 1475 0,'-15'-19'99'15,"1"2"149"-15,9 5-57 16,1 4-38-16,4 8-76 16,0 0-35-16,-3 1-54 15,4 9-9-15,-1 9-15 16,0 2-11-16,4-4-19 0,1-3 0 16,9-12 18-1,2-6 18-15,5-11 30 0,0-5 3 16,0-6-3-16,-2-3 6 15,-4-1 0-15,-2-1 6 16,-8 5 6-16,-5 5 9 16,-8 7 21-16,-6 7-3 15,-9 15-12-15,-8 9-4 0,-1 20-26 16,2 5-3-16,13 4-131 16,12-1-135-16,19-21 149 15</inkml:trace>
  <inkml:trace contextRef="#ctx0" brushRef="#br0" timeOffset="5782.8">5222 6834 1512 0,'-6'-17'113'0,"-3"-2"87"15,2 2-104-15,-2 1-28 16,2 5-32-16,1 5-15 0,2 7-27 16,2 7-3-16,3 13-9 15,3 4-21-15,1 9-29 16,4-4-16-16,-3-10 6 16,3-6 12-16,7-18 43 15,2-10 14-15,8-17 9 16,2-6 6-16,-3-8-3 15,-5 1-3-15,-9 6 0 16,-7 5 6-16,-11 11 11 16,-6 10 13-16,-9 18 6 15,-4 14-6-15,-2 23-9 16,-1 8-12-16,11 5-72 16,8-3-125-16,20-21 155 15</inkml:trace>
  <inkml:trace contextRef="#ctx0" brushRef="#br0" timeOffset="6416.41">7068 6067 1506 0,'-6'-18'152'16,"-1"3"125"-16,2 0-82 15,1 7-133-15,-1 2-26 16,3 6-36-16,0 4 0 16,2 6-15-16,3 3 3 15,7 0-3-15,1 1 1 16,7-4-31-16,2-6-6 0,0-6 0 16,2-5 3-16,-2-8 36 15,-3-2 12-15,-7-4 0 16,-4 2 9-16,-9 1 15 15,-7 2 9-15,-9 4 27 16,-4 3 6-16,0 9-7 16,-2 6-14-16,7 11-33 15,4 8-9-15,7 9-134 16,6 1-102-16,14-5 131 16</inkml:trace>
  <inkml:trace contextRef="#ctx0" brushRef="#br0" timeOffset="6933.79">6995 7592 2282 0,'-24'0'103'0,"3"0"-23"16,1 4-64-16,11 4-50 16,5 2-22-16,9 2-59 15,8-2-52-15,10-5 35 16,3-4 40-16,5-7 68 0,0-4 15 15,-3-5 12-15,-3-1 3 16,-3-2 0-16,-4 1 3 16,-7-1 15-16,-4 0 8 15,-11 2 64-15,-5 6 15 16,-7 5 26-16,-4 5-38 16,-2 8-52-16,2 4-27 15,4 5-126-15,3 0-160 16,10-4 131-16</inkml:trace>
  <inkml:trace contextRef="#ctx0" brushRef="#br0" timeOffset="7599.49">7079 8005 1262 0,'-5'-3'64'15,"-1"2"60"-15,-1 0-70 16,3 1 22-16,-3 3 145 16,3 2 21-16,-2 6-9 15,1 1-87-15,5 4-76 16,1-1-31-16,9-1-39 15,4-3-18-15,5-6-17 16,4-3-5-16,0-7-5 16,1-4 13-16,-4-6 13 15,-1-4 4-15,-5-2 15 0,-4-3-3 16,-5 1 3-16,-5 4 5 16,-9 4 1-16,-5 7 1 15,-7 7-2-15,-4 6 1 16,1 10-2-16,-1 3 3 15,8 1-59-15,4-1-151 16,15-10 122-16</inkml:trace>
  <inkml:trace contextRef="#ctx0" brushRef="#br0" timeOffset="8149.33">5555 8576 2228 0,'-23'21'148'0,"3"4"-42"15,3 1-47-15,9-1-100 16,7-1-17-16,7-7-13 16,4-6 0-16,5-9 8 15,0-5 30-15,7-13 24 16,0-7 6-16,0-7 3 16,0-3 0-16,-6 3 0 15,-5 4 9-15,-11 6 3 16,-5 4 15-16,-8 9 30 15,-4 3-12-15,0 11-5 16,0 5-9-16,1 9-19 16,0 2-12-16,7 1-69 15,1-2-130-15,6-10-556 16,5-6 606-16</inkml:trace>
  <inkml:trace contextRef="#ctx0" brushRef="#br0" timeOffset="8633.34">5186 8186 1471 0,'-27'19'85'0,"3"3"148"16,3 2-90-16,10 0-98 15,6-1-27-15,7-6-18 16,5-5 0-16,6-8 0 16,4-4 0-16,1-13 6 15,4-4-3-15,-6-10-3 0,-1-3 3 16,-5-3-3-16,-3 1-3 16,-6 5 3-16,-4 4 3 15,-7 7 6-15,-2 4 0 16,-7 10 33-16,-1 7 15 15,-2 10 8-15,3 7 1 16,6 9-33-16,9 0-36 0,13-8-197 16,10-7-99-16,17-26 147 15</inkml:trace>
  <inkml:trace contextRef="#ctx0" brushRef="#br1" timeOffset="11933.13">9411 7498 575 0,'2'-28'14'15,"5"1"-17"-15,-2-3 1 16,2 3 70-16,0 3 55 15,-7 7 66-15,-1 5-3 16,-8 8-49-16,-2 5-28 0,-1 13-34 16,2 4-14-16,1 10 32 15,4 1 2-15,9 0-47 16,4-2-21-16,9-6-24 16,1-3 0-16,5-8 3 15,0-4 9-15,1-9 33 16,1-5 6-16,-1-8-1 15,-2-8-2-15,-3-3-36 16,-2-1-6-16,-14-1-3 16,-3 5-3-16,-16 6 3 15,-6 4 21-15,-8 11 12 16,-3 4 9-16,0 12 2 16,3 5-14-16,5 5-60 15,8-1-104-15,15-5-90 16,6-3 98-16</inkml:trace>
  <inkml:trace contextRef="#ctx0" brushRef="#br1" timeOffset="12383.26">9793 7207 1254 0,'-7'-7'105'15,"0"0"220"-15,2 4-265 16,-2 0-36-16,3 4-24 15,1 2 6-15,2 1-6 16,4 0-9-16,3-3 12 16,1-4-6-16,8-8 3 15,0-7 9-15,3-8 0 16,2-5 6-16,-7-3-15 16,-3 1 0-16,-10 4 0 0,-6 6-6 15,-10 11 6-15,-4 6 0 16,-9 12 12-16,-3 10 18 15,-5 16 12-15,0 7 0 16,5 6-16-16,6-3-26 16,18-11-140-16,14-10-119 15,22-24 207-15</inkml:trace>
  <inkml:trace contextRef="#ctx0" brushRef="#br1" timeOffset="12882.76">9319 6579 1512 0,'-16'15'98'0,"4"-1"78"15,7 3-104-15,5 1-27 16,6-3-24-16,6-3-7 0,6-7-14 16,2-5 0-16,4-14 0 15,1-4 3-15,-4-9 3 16,-3-4-6-16,-8 0 6 16,-5 0-3-16,-10 5 0 15,-5 2 3-15,-7 8 27 16,-5 4 30-16,-8 10 57 15,-4 6-1-15,0 16-53 16,1 5-28-16,11 9-67 16,7 2-115-16,16-3 73 15</inkml:trace>
  <inkml:trace contextRef="#ctx0" brushRef="#br1" timeOffset="13666.14">8985 7028 1798 0,'-8'-3'132'0,"0"-1"14"15,1 2-122-15,2-1-21 16,5 3 0-16,0 0-6 16,0 0 3-16,0 0 0 15,0 0-3-15,0 0 3 0,0 1-3 16,0 0-9-16,0 0-12 15,0 0-6-15,0-1-3 16,10 24 15-16,0-20 3 16,-1 0 9-16,-2-3-3 15,-1-3 9-15,-1-3-3 16,-4-4 15-16,-2-2 9 0,-4-3 18 16,-3-2 9-16,-2 0-6 15,-2 1-3-15,-1 1-6 16,-1 4-10-16,-4 5 1 15,-3 5 0-15,-4 12-12 16,-2 7 0-16,0 13 21 16,2 4-7-16,6 3 1 15,9-1-2-15,13-10-11 16,8-6-8-16,15-16-9 16,4-6-8-16,6-15-34 15,1-10-21-15,-4-5-38 16,-2-3 5-16,-9 3 48 15,-6 4 15-15,-15 5 33 16,-8 3 3-16,-15 8 6 16,-6 3 12-16,-5 10 15 0,2 2-3 15,7 4 0-15,9-2-24 16,14-5-177-16,12-5 55 16,11-6 23-16</inkml:trace>
  <inkml:trace contextRef="#ctx0" brushRef="#br1" timeOffset="14282.97">8912 6186 1792 0,'-15'-2'123'0,"5"2"-40"15,3 3-29-15,5 2-54 16,2 2 0-16,5 0 0 16,1-2 0-16,6-4-3 15,1-3-12-15,3-11-21 16,-1-7 3-16,-3-9 0 16,-2-2 19-16,-9-2 14 15,-2 2 0-15,-10 3 6 16,-4 4 11-16,-6 8 40 15,-2 4 15-15,-3 6 44 16,-1 4 7-16,4 7-66 16,2 6-10-16,7 13-37 15,3 8-10-15,12 5-30 16,8 2-63-16,15-10-200 16,6-9-164-16,13-20 359 0</inkml:trace>
  <inkml:trace contextRef="#ctx0" brushRef="#br1" timeOffset="15200.05">8174 8108 1526 0,'0'0'123'0,"0"0"29"15,0 0-62-15,0 0-90 0,1 0-9 16,-1 0 3-16,1 0 0 16,0-1 6-16,0 0 6 15,-1 0 3-15,-1-5 3 16,-7 16 47-16,-2 6 49 16,0 8 68-16,4 2-28 15,1-1-54-15,4-3-35 0,7-7-44 16,0-5-15-16,9-10-4 15,3-3 2-15,2-10 0 16,1-4 4-16,-2-7 0 16,-2-2 2-16,-5-2-2 15,-6 1-2-15,-8 4 0 16,-6 3 4-16,-9 9-4 16,-4 7 0-16,-1 11 0 15,1 6-12-15,5 9-120 16,5 1-138-16,11-7 105 15</inkml:trace>
  <inkml:trace contextRef="#ctx0" brushRef="#br1" timeOffset="16233.19">7461 9018 1427 0,'-13'1'50'16,"-2"2"10"-16,0 5 31 15,0 5 7-15,2 4 10 16,3 5-10-16,2 3-14 0,6 2-30 15,2-2-21-15,5-4-21 16,2-3-3-16,2-8 0 16,0-1-6-16,2-8 3 15,1-1-3-15,-1-10 3 16,2-3 0-16,-2-8 0 16,-2-1 6-16,-5-1-3 15,-4-1 2-15,-5 6 7 16,-4 2-6-16,-6 9-12 15,-1 2-27-15,-1 7-95 16,0 6-75-16,7 7 98 16</inkml:trace>
  <inkml:trace contextRef="#ctx0" brushRef="#br1" timeOffset="16898.64">6428 9137 1338 0,'-8'2'71'0,"1"0"40"15,1 2-33-15,3 0 2 16,0 3-29-16,1 1-9 0,8 2-36 16,2-1 6-16,5 0-6 15,2-3-3-15,2-3-3 16,0-3 0-16,0-6 0 16,0-2 0-16,-4-4 27 15,-3-2 21-15,-5-3 20 16,-2 0 16-16,-6 0-15 15,-5 1-9-15,-6 5-28 16,-3 3 1-16,-4 8 0 16,1 5 0-16,-3 10-5 15,3 2-12-15,8 8-105 16,4 0-123-16,20-2 119 16</inkml:trace>
  <inkml:trace contextRef="#ctx0" brushRef="#br1" timeOffset="17716.43">3987 8991 1714 0,'-11'12'204'0,"4"8"-1"16,5 6-24-16,9 10-173 15,4 0-9-15,8-4-33 16,0-7-36-16,2-15-14 15,-1-6 2-15,-3-10 33 16,-1-7 36-16,-6-6 15 16,-1-4 6-16,-5-3 0 0,-2 1-6 15,-7 3 6-15,-1 0 0 16,-6 7-3-16,-1 4 0 16,-5 7-3-16,-1 6 0 15,-2 11-3-15,0 4 0 16,5 8-15-16,4 1-26 15,12-8-130-15,10-4-90 16,21-23 196-16</inkml:trace>
  <inkml:trace contextRef="#ctx0" brushRef="#br1" timeOffset="25916.08">10688 8884 1196 0,'-6'-2'60'15,"1"-2"24"-15,3-1-40 16,2 5-28-16,0 0-7 16,-1 0-5-16,0 0 0 15,0 0 10-15,1 0 7 0,-29-1 14 16,17 2-2-16,-5 1-10 16,0 1 14-16,-6 2-34 15,-2 3 0-15,-5 4 21 16,-3 3 21-16,0 5 11 15,-5 4 22-15,0 7 6 16,-1 3 8-16,4 5 31 16,5 3-1-16,4-1-15 15,7-2-46-15,8-5-26 16,6-4 1-16,10-7 1 16,6-5 4-16,8-8 8 15,5-4 2-15,8-9-19 16,3-7-11-16,10-9-11 15,2-2-3-15,-1-3-10 16,-2 0-3-16,-10 4-3 16,-10 3-1-16,-18 7-8 15,-8 6-5-15,-21 7 2 0,-7 7 4 16,-9 8 34-16,-5 5 14 16,4 6 4-16,2 3 1 15,6 5-7-15,2 5-7 16,7 6-15-16,1 1-7 15,12 0-5-15,6-3-2 16,16-8-7-16,8-7-2 0,19-14 3 16,7-7 0-16,13-12 6 15,7-6 0-15,-2-6-8 16,-4-4-32-16,-11-3-158 16,-9-1-158-16,-17-5 145 15</inkml:trace>
  <inkml:trace contextRef="#ctx0" brushRef="#br1" timeOffset="26432.06">10919 9144 1433 0,'24'-3'54'0,"1"-2"-15"16,2-2-26-16,0-1-51 15,3-1-23-15,-2 2-6 16,-1 1-5-16,-3 3 2 16,-5 2-171-16,-19 1 149 0</inkml:trace>
  <inkml:trace contextRef="#ctx0" brushRef="#br1" timeOffset="26565.98">10867 9336 2638 0,'17'5'100'16,"7"-5"-15"-16,3-4-166 0,9-8-281 15,-1-1 67-15</inkml:trace>
  <inkml:trace contextRef="#ctx0" brushRef="#br1" timeOffset="27700.66">11471 8934 1888 0,'5'9'182'0,"-1"12"36"16,1 11-153-16,-2 25-76 16,-3 9-18-16,-6 18-65 15,-4 4-34-15,-4 1-4 16,-3-2 16-16,2-11 71 15,1-12 75-15,1-23 146 16,1-13 48-16,3-22-41 16,3-11-53-16,6-23-73 15,0-13-28-15,9-19-23 16,1-8-1-16,4-5-6 16,2-3 0-16,4 0-2 15,4-2 6-15,2 3-2 0,3 3 5 16,6 6-2-16,1 5 4 15,6 11 5-15,0 9-1 16,-2 19-7-16,-3 11-7 16,-11 23-11-16,-7 14-2 15,-15 25-10-15,-9 11-8 16,-20 19-8-16,-6 2 1 0,-9-4 22 16,-1-7 37-16,5-15 76 15,2-12-5-15,5-15-11 16,4-8-17-16,7-16-49 15,1-9-38-15,14-13-33 16,6-6-5-16,10-6 11 16,6 2 8-16,4 6 32 15,1 6 3-15,1 11-1 16,-1 7-1-16,0 14-5 16,0 4 0-16,0 2-16 15,2 1-70-15,3-9-228 16,0-3-464-16,8-7 598 15</inkml:trace>
  <inkml:trace contextRef="#ctx0" brushRef="#br1" timeOffset="28098.51">12006 9322 1408 0,'-31'-5'79'15,"1"4"89"-15,1 3 8 0,5 10-119 16,2 4-13-16,6 4-20 16,1 3-9-16,6 0-18 15,3 1-6-15,5 1-12 16,3-2 1-16,5-2-1 16,6-2 9-16,3-10 3 15,3-4 9-15,4-10 24 16,-1-7 3-16,-1-9-7 15,0-2-2-15,-6-2-18 16,-4-1 0-16,-5 5 6 16,-2 2 12-16,-3 7 33 15,0 3 48-15,-1 9 65 16,0 0-31-16,1 0-12 16,11 8-22-16,-7 13-66 15,1 5-14-15,1 5-15 16,-1 0-13-16,4-8-34 15,5-4-85-15,5-16-140 0,6-9-210 16,2-26 237-16</inkml:trace>
  <inkml:trace contextRef="#ctx0" brushRef="#br1" timeOffset="28316.42">12498 8947 3046 0,'3'54'68'0,"2"4"-28"16,3 3-74-16,-2 3-100 15,-1 0-84-15,-7-5-154 16,-5-4-235-16,-3-9 295 16,-5-7 217-16,0-16 72 15,-2-8 6-15,0-16-258 16,4-9 182-16</inkml:trace>
  <inkml:trace contextRef="#ctx0" brushRef="#br1" timeOffset="28632.53">12339 9283 1233 0,'-28'19'120'16,"-2"5"104"-16,1 18 123 15,1 8-19-15,5 5-112 0,7-3-38 16,14-11-106-16,5-9-21 15,15-14-44-15,3-8-26 16,8-14-46-16,4-5-40 16,6-9-76-16,3-3-27 15,-4 0 35-15,-3 0 66 16,-5 2 107-16,-2 0 23 0,3 6 34 16,1 2-6-16,-5 8-9 15,-2 3-15-15,-12 7-27 16,-4 3 18-16,-10 7 50 15,-3 2 37-15,-7-1-26 16,-1-4-9-16,-1-9-66 16,3-5-97-16,4-18 50 15,-1-8-40-15</inkml:trace>
  <inkml:trace contextRef="#ctx0" brushRef="#br1" timeOffset="28764.98">12515 9262 2837 0,'12'-6'88'0,"11"-5"-25"15,5-2-110-15,4-2-205 0,4 1 92 16</inkml:trace>
  <inkml:trace contextRef="#ctx0" brushRef="#br1" timeOffset="29033.78">12747 9412 2556 0,'-5'28'141'0,"0"-1"17"16,3 0-119-16,-1 0-103 15,-4-1-37-15,3-3-66 16,-1-3-39-16,4-8 36 16,5-2 39-16,3-13 113 15,4-5 21-15,4-13 24 16,3-4 24-16,4-5 6 15,-2-1 2-15,4 1-2 16,-4 1-13-16,-4 1-28 16,-3 3-19-16,-12 2-60 15,-2 4-62-15,-9 5-46 16,1 5-11-16,2 4 6 16,-1 3 36-16,8 2 107 15</inkml:trace>
  <inkml:trace contextRef="#ctx0" brushRef="#br1" timeOffset="29317.01">13057 9307 2938 0,'-26'25'89'15,"7"-3"13"-15,6-3-79 16,11-6-72-16,5-4-44 0,10-3-38 15,4-2-23-15,11-1 21 16,1-1 12-16,0 2 70 16,-5 2 27-16,-13 6 20 15,-6 2 5-15,-14 8 10 16,-11 3 3-16,-20 8 19 16,-2 4 10-16,-6 1 16 15,2-2-4-15,7-15-55 16,2-9-152-16,16-19 93 15</inkml:trace>
  <inkml:trace contextRef="#ctx0" brushRef="#br1" timeOffset="29599.34">11550 9960 2127 0,'106'-27'202'0,"15"0"-37"15,21-3-90-15,13 3-173 16,6 2-82-16,-11 7-289 15,-5 4 31-15,-7 2 318 16</inkml:trace>
  <inkml:trace contextRef="#ctx0" brushRef="#br1" timeOffset="33782.78">8213 8100 375 0,'0'0'58'16,"0"0"86"-16,0 0-41 0,0 0-60 15,0 1-9-15,0-1 12 16,0 0 13-16,0 0 25 16,0 0 16-16,0 0-12 15,0 0 1-15,0 1-7 16,0 0-5-16,0 0-20 15,0-1-7-15,0 0-15 16,-1 0 3-16,0 0 16 16,0 0-15-16,0 0-7 15,0-2-8-15,-7-22-6 16,6 17 3-16,-3 0 15 16,1-2 18-16,-2-1 24 15,-2-2 2-15,2-3-8 16,-1-2-9-16,4-5-15 15,1-2-4-15,2-4-8 16,1-2-6-16,0 1-27 0,1 4 6 16,0 5-6-16,-1 5-3 15,-3 6 3-15,0 1 4 16,-2 4 1-16,2 1-5 16,2 3 10-16,0 0-10 15,0 0 5-15,0-1-2 16,0 0-6-16,0 0 7 15,0 0-4-15,0 0 1 0,0 0 3 16,0-1-5-16,-1-21-2 16,1 23 2-16,0 0-2 15,-1 0 0-15,0-1 0 16,0 0-4-16,0 0 1 16,1 0 3-16,-10-22-4 15,10 23 6-15,0 0-4 16,-1-1 0-16,1 1 2 15,-1-1-2-15,0 0 4 16,0 0 0-16,0 0-2 16,-16-21 2-16,17 22-2 15,0-1 0-15,-1 0-6 16,-13-22 3-16,8 15 3 16,0 0 0-16,1 1 3 15,0-1 1-15,0 1-4 0,4-2-2 16,-2 2 0-16,2-2-1 15,-1 0-3-15,0 3 1 16,0-1 5-16,0 1-1 16,0 2 0-16,2 4 3 15,0-1-2-15,0 0 0 16,0 1-1-16,0 0-3 16,0-1 4-16,0 0-6 0,0 0 2 15,0 1-5-15,0 0 2 16,0 0 6-16,-1 14-3 15,-2-3 0-15,0 4 4 16,0 1-1-16,-2 0-2 16,1 2 6-16,-2-2-3 15,-2-1 0-15,2-2 0 16,0-4 1-16,2-1 4 16,1-4-5-16,3-4 4 15,0 0-5-15,0 0 1 16,0 0 0-16,0 0-4 15,-2-11 4-15,4-2-1 16,1-4 1-16,4-7 1 16,1-3 0-16,2 0-1 15,2-1-1-15,-3 3 1 16,0 3 0-16,-3 5 1 0,-1 2-1 16,-3 6-5-16,-2 9 5 15,0-1-1-15,0 1 2 16,0 0-1-16,9 3-1 15,4 7 1-15,6 3-3 16,7 5 3-16,-1 2-3 16,6 0 0-16,0 0 3 15,-1-7-3-15,4-7-87 0,-2-16-119 16,-2-9 120-16</inkml:trace>
  <inkml:trace contextRef="#ctx0" brushRef="#br1" timeOffset="36632.03">8149 7531 393 0,'0'0'48'0,"0"0"75"15,0 0-78-15,0 0-24 16,0-1-3-16,0 1 7 16,0-1 34-16,0 0 14 15,-26-7 32-15,14 7 4 16,-2 2-19-16,-3 2-14 16,-3 2-16-16,0 2-10 15,-1 5-9-15,-1 3-10 16,-2 7-10-16,-2 4-7 0,-1 13-10 15,-1 6-4-15,3 9-4 16,-1 5-6-16,7 8-4 16,4 2 3-16,8 6 3 15,6 2 4-15,11 6 10 16,4 0 8-16,12-7 30 16,8-6 8-16,10-19 10 15,4-8 54-15,9-15-57 16,4-6 16-16,9-16 9 15,3-8-1-15,4-17 16 16,2-6-39-16,-5-11-33 16,-4-5-15-16,-7-8-9 15,-6-7 3-15,-11-6-6 16,-4-1 3-16,-16-1 6 16,-11 1-9-16,-20-1 9 0,-14-3-6 15,-18-1-3-15,-8-3 0 16,-12-4-3-16,0-1-3 15,-6 6-6-15,-1 7-9 16,-3 23-66-16,-1 15-27 16,-2 22-74-16,-2 12-36 15,-1 20 183-15</inkml:trace>
  <inkml:trace contextRef="#ctx0" brushRef="#br2" timeOffset="42749.57">8228 7451 586 0,'-3'1'133'0,"3"-1"165"16,0 0-219-16,0 0-72 15,-1 0-3-15,0 0-21 16,1 0-1-16,-25 3 1 15,15-2 2-15,-3 1 38 16,-5 2 6-16,0 0 19 16,-2 2 1-16,-2 3-7 15,1-2-5-15,-1 4-12 16,0 0-5-16,3 2-9 16,-2 0-1-16,1 3-8 15,0 0 0-15,-5 3-2 16,0 0 0-16,-1 1 0 15,-1 4 2-15,5-1 2 0,4-1 3 16,3 3 13-16,6 0 3 16,4 4 0-16,3 3-3 15,3 4-15-15,4 0-3 16,2 3-2-16,1-1 2 16,4-2 0-16,1 0-2 15,1-2 2-15,1 3-2 0,3 5 0 16,-1 3 2-16,3 6 21 15,4 2 12-15,1-1 5 16,2-3 62-16,-2-9-61 16,1-3-14-16,4-8 9 15,4-6-3-15,5-9 6 16,-2-6 3-16,11-10-27 16,-3-4 0-16,4-5-6 15,3 0-3-15,-6 1 0 16,3-1-6-16,-4 1 3 15,-1 0 0-15,-1-1-3 16,-2 1 0-16,1-5 3 16,-1-2-1-16,-1-3 1 15,-5-5-3-15,-6-5 0 16,-2-2-3-16,-8-3 6 0,-3 1 0 16,-8 0 0-16,-3 0-3 15,-6 1 12-15,-4-2 6 16,-6-1 3-16,-3-2 9 15,0-3-6-15,-3-4-6 16,-2-3-12-16,-2-1-6 16,-6 2-36-16,-3 0-21 15,-4 6-11-15,-3 2-1 0,-3 7 24 16,-2 5 0-16,-3 6 27 16,-2 3 3-16,2 0 24 15,1 1 15-15,2 0-3 16,0 1 3-16,4 6-18 15,2 1 6-15,1 8-3 16,4 5 6-16,-2 7-6 16,1 5 0-16,5 5-9 15,0 1-3-15,4 6 3 16,3 1 0-16,1 5 0 16,2 3 0-16,3 3-3 15,1 4 0-15,0 0 3 16,3 6 0-16,-2 0 0 15,1 3 0-15,2-3 0 16,2-1 0-16,7-5 9 16,7-3 9-16,7-1 3 0,2-2 3 15,8 2-15-15,-2 1-1 16,4-2-8-16,2 1 0 16,0-3 3-16,2-1-6 15,0-3 0-15,1-2-2 16,6-8 2-16,2-5 0 15,5-8 3-15,4-4 3 16,-1-8-3-16,2-1 0 0,-2-7-3 16,-4-2 0-16,0-5 3 15,-4-3 0-15,-1-5 3 16,-1-6 0-16,-1-9 3 16,2-5-6-16,-6-11 5 15,-2-2-5-15,-9-4-3 16,-6 0-8-16,-5 2-1 15,-6 0-3-15,-4-2 0 16,-4 2 0-16,-6 4-18 16,-5 3-6-16,-7 5-3 15,-6 3 9-15,-13 3-6 16,-3 6 16-16,-10 11 5 16,-4 6 6-16,-9 10 18 15,-3 4-6-15,-6 5 0 16,-1 3-6-16,1 5-30 0,1 4 6 15,9 6 12-15,1 4 10 16,7 8 12-16,4 3 6 16,5 9 2-16,4 4 0 15,10 7-3-15,5 4-9 16,9 6-6-16,4 3 0 16,11 4 0-16,5 1 3 15,10 3 3-15,7-1 3 16,11-9-3-16,7-7 0 0,14-16 3 15,4-6 3-15,10-14 6 16,4-8 3-16,4-14-6 16,1-6 0-16,3-11-3 15,0-3-6-15,0-4 3 16,-2-1 3-16,-6-6-6 16,-5-5 0-16,-7-12 3 15,-4-8-6-15,-11-8 6 16,-7-3-6-16,-16-1-18 15,-8-3-3-15,-21-3-19 16,-8 1 26-16,-13-2 3 16,-8 2 4-16,-6 10 10 15,0 7 0-15,-11 20 6 16,0 10 0-16,-9 20 4 0,-3 7-1 16,-2 16 1-16,0 7 6 15,5 12 8-15,2 7-3 16,9 5-12-16,5 4-9 15,15 6 0-15,10 4-6 16,20 15-3-16,14 4-9 16,24 14-54-16,12 4-143 0,16-3 136 15</inkml:trace>
  <inkml:trace contextRef="#ctx0" brushRef="#br2" timeOffset="49148.5">8203 8145 787 0,'-2'1'77'0,"2"-1"46"16,0 0-70-16,0 0-53 0,9 7-3 15,7-6 25-15,2 0 9 16,8-1 23-16,5-2 8 16,3 2-4-16,6 0-4 15,6 0-19-15,7 0-13 16,8 0-15-16,3 0-3 15,12-3-2-15,-1-1-2 16,6-2 2-16,1-1-2 0,-2-2-6 16,-1 2-5-16,-7-1-51 15,-6 3-58-15,-18 4 63 16</inkml:trace>
  <inkml:trace contextRef="#ctx0" brushRef="#br2" timeOffset="50231.97">9553 7911 803 0,'-4'16'107'0,"-1"10"65"16,0 7-77-16,-1 10-58 15,1 5-18-15,1 4-17 16,2-2-4-16,1-3-19 16,1-7-10-16,2-17-25 15,1-8-6-15,3-21 4 16,1-9 11-16,2-11 35 15,0-5 17-15,-2-2 52 16,-1 1 29-16,-3 5 24 16,-1 1 14-16,-1 2-10 0,0 2-17 15,-1 2 48-15,-1-1-28 16,0 4-66-16,1 0-30 16,1 7-21-16,1 4-12 15,2 7-24-15,2 7 6 16,3 9 3-16,2 8 12 15,1 6 21-15,3-1-3 16,1-4 3-16,0-5-6 0,6-10-9 16,0-6 9-16,3-11-6 15,1-7 9-15,-1-7 15 16,-3-3-3-16,-5 0 3 16,-5-1-3-16,-10 3-9 15,-3 1-6-15,-9 3-30 16,-3 0-33-16,-3 4-41 15,-2 2-1-15,5 5-182 16,4 0 196-16</inkml:trace>
  <inkml:trace contextRef="#ctx0" brushRef="#br2" timeOffset="50581.65">9990 8040 1995 0,'-12'20'120'15,"6"2"-31"-15,4 0-157 16,6-2-88-16,5-3-14 16,8-6 21-16,-2-5 31 15,5-7 103-15,-1-4 7 16,-2-7 8-16,-2-1 4 0,-5-2 0 15,-1-2 1-15,-4 2-1 16,-3 1 0-16,-6 1 0 16,-2 2 13-16,-9 1 25 15,-2 2 9-15,-4 2 17 16,-1 1-2-16,2 5-12 16,2 0-15-16,1 5-33 15,0 2-39-15,4 2-155 16,1 2-13-16,9-1 135 15</inkml:trace>
  <inkml:trace contextRef="#ctx0" brushRef="#br2" timeOffset="50718.07">10246 8074 2300 0,'-4'9'132'15,"0"1"-8"-15,1-4-207 16,-3 0 24-16</inkml:trace>
  <inkml:trace contextRef="#ctx0" brushRef="#br2" timeOffset="50881.4">10145 7889 2775 0,'2'-3'21'16,"7"-4"-23"-16,9-2-242 15,5-1-311-15,10 2 230 16</inkml:trace>
  <inkml:trace contextRef="#ctx0" brushRef="#br2" timeOffset="51181.68">10519 7918 1625 0,'-19'18'143'0,"-3"1"54"15,0 2-173-15,-2-1-18 16,2-1 0-16,-2 2-9 16,6-3 0-16,2-3 0 15,11-7-45-15,5-3-47 16,11-5-81-16,4-3 15 15,6 0 62-15,3 1 24 16,-1 3 32-16,-1 2 16 16,-10 5 27-16,-2 4 2 0,-13 3 23 15,-4 1 16-15,-6 4 27 16,-3-1 7-16,-3-4-15 16,-1-2 38-16,3-11-196 15,-3-2-121-15,12-15 136 16</inkml:trace>
  <inkml:trace contextRef="#ctx0" brushRef="#br2" timeOffset="51515.58">10618 8053 2486 0,'0'6'116'15,"5"0"7"-15,1-3-144 0,7-1-27 16,2-6-87-16,0-2-22 16,4-9-3-16,-3-2 32 15,-1-4 101-15,-1-2 27 16,-7-2 0-16,-4-1-21 16,-8 4-75-16,-4 2-26 15,-6 8-10-15,-4 5 31 16,-2 10 104-16,1 7 63 0,4 9 95 15,3 4 60-15,12 5 39 16,5-2-99-16,18 1-63 16,9-6-67-16,21-10-193 15,15-6-154-15,14-17 110 16</inkml:trace>
  <inkml:trace contextRef="#ctx0" brushRef="#br2" timeOffset="55897.83">8937 7053 1249 0,'0'0'67'15,"0"0"67"-15,0 1-124 16,0-1-10-16,0 1-4 16,-1 1 4-16,0-1 0 15,1 0 2-15,-1 1 6 16,0 0-1-16,0-1 5 0,1-1-2 15,-1 1-3-15,0 0 1 16,0 0-2-16,0 0-2 16,0-1 2-16,-1 1-2 15,1-1-1-15,-21 12-1 16,22-12-2-16,0 0 2 16,-1 0-2-16,0 0 0 15,0 0 0-15,0 0 0 16,1 0 0-16,0 0 2 15,0 0-2-15,-1 0 0 0,0-1-2 16,1 1 2-16,0 0 0 16,0-1 2-16,0 1 0 15,0 0 0-15,0-1-2 16,0 0 0-16,0 0 0 16,0 0 4-16,0 1-4 15,0 0 0-15,0 0 6 16,0 0 3-16,0 0 12 15,0 0 0-15,0 0-15 16,0 0 0-16,0 0-3 16,0 0-3-16,0 0 3 15,0-1-3-15,0 1 0 16,0 0-3-16,-1 0-3 16,0 0 6-16,0 0 9 15,1 0 9-15,0 1-3 0,-1-1 3 16,0 0-10-16,1 0-2 15,0 0-6-15,0 0 6 16,1-1-3-16,0 1-3 16,-1-1 6-16,24-13-6 15,-24 14 0-15,1 0 0 16,-1 0 3-16,0 0-3 0,2 0 6 16,20-3 0-16,-21 3 3 15,0 0-3-15,0-1 0 16,0 0-6-16,0 1 0 15,1-1 0-15,-1 0 3 16,0 1 6-16,-1 0 3 16,-7 2 0-16,1-1-12 15,1-1-18-15,4-3-185 16,1-5 174-16</inkml:trace>
  <inkml:trace contextRef="#ctx0" brushRef="#br2" timeOffset="58131.71">8960 7080 333 0,'0'0'45'16,"0"0"68"-16,0 0-88 15,0-1-46-15,0 1-8 16,0 0 11-16,0-1 7 16,0 0 74-16,-1 0 62 15,0 0 53-15,0 1 2 16,1 0-83-16,-1 0-41 0,1-1-38 15,-1 1-11 1,0 0-1-16,0 0-2 0,0 0-2 16,1 0 0-16,-1 0 19 15,-1 0 12-15,0 0 22 16,1-1 7-16,0 1-10 16,-17-23-6-16,18 12-11 15,-1-3 2-15,-1-1-10 16,1-3 37-16,-1-2 22 15,0-1 16-15,1 0 38 16,0-1 10-16,0-4-31 16,1 0-29-16,0-7-62 15,0-2-23-15,-1-3-6 16,-1 0-1-16,-1 1 2 16,-1 4 3-16,-1 6 5 15,0 3 13-15,0 8 32 0,0 3 14 16,2 4 9-16,0 3-16 15,3 1-30-15,1 0-23 16,1 2-8-16,-2 3-2 16,0 0-6-16,0 0-6 15,0 0 5-15,0 0-3 16,0 0 7-16,1 0 4 0,-1 0-1 16,0 0 3-1,0 0 0-15,0 0 0 0,0 0 0 16,1 0 1-16,-1 0 1 15,0 0 0-15,0 0-2 16,0-1-2-16,0 0-1 16,-1 1-1-16,0 0-5 15,0 0 4-15,-22-4 2 16,23 4-5-16,-1 0 3 16,0 0-1-16,0 0-5 15,0 1 1-15,1 0 5 16,-1 0 2-16,0 0 3 15,-1-1 5-15,0 0-2 16,2 0 0-16,-2 0-3 16,0 0 0-16,1 0-3 15,1 0-1-15,0 1 3 16,-1 0-3-16,0 0 4 0,0 0-4 16,0 0 2-16,0-1 2 15,1 0 0-15,0 1 2 16,-1 0 1-16,0 0-3 15,0 0-3-15,0 0 2 16,0-1 0-16,1 0-3 0,0 0 0 16,-1 0-3-16,0 0 2 15,0 0 0-15,0 0 1 16,0 0 4-16,1 0 0 16,0 0 4-16,-1 0-1 15,0 0 0-15,0 0-3 16,1 0-1-16,0-1-1 15,0 0-1-15,0 0-1 16,0 1 3-16,0 0 1 16,-1 0 0-16,0 0 0 15,1 0 2-15,-1 0-2 16,1 0 0-16,0-1 0 16,0 0-1-16,0 1 0 15,0 0-3-15,0-1-10 16,0 0-2-16,0-1 2 15,0 1 1-15,0 1 9 16,0-1 2-16,0-1 2 0,0 0 0 16,-2-20 4-16,2 22-4 15,0 0 0-15,9-16 0 16,-4 10 0-16,-1 0 2 16,1 0-2-16,-1 0 2 15,-1 2-1-15,-3 4-2 16,0 0-3-16,0-1 2 0,0 0 0 15,0 0 1-15,0 1 2 16,0-1-1-16,0 1 0 16,0-1 0-16,0 0 0 15,-1 0 0-15,0 1 0 16,1 0 0-16,-1 0-1 16,-22 2 1-16,23-2-2 15,0 0 0-15,-1 0 4 16,1 0-2-16,-1 0 2 15,1 0 1-15,-1 0-1 16,0 0-4-16,0 0 0 16,0 0-1-16,1 0 3 15,-1 0 2-15,1 0-1 16,-1 0 5-16,0 0-6 16,0 0-2-16,0 0 2 0,1 0-4 15,-1 0 4-15,1 0 4 16,-1 0-4-16,0 0 2 15,-21 2-2-15,13 1-4 16,1 1 2-16,0 0-1 16,-2 3 1-16,4 0 2 15,-5 2 0-15,2 1 0 16,-1 5 0-16,-2 0 0 0,2 8 0 16,-1 2 0-16,-1 6-5 15,-2 3-3-15,1-4 3 16,-1-3 2-16,4-8 3 15,0-6 4-15,5-5-3 16,1-2 2-16,4-6-1 16,0 0 1-16,10-9 2 15,0-1-5-15,4-5 0 16,4-3 0-16,-2-2-2 16,1-1-9-16,1-4-7 15,-2-1-9-15,3-3 0 16,0 1 0-16,-2 0 6 15,2 1 12-15,-2 5 6 16,-1 0 3-16,-2 10 0 16,-3 2 0-16,-6 8 0 15,-3 3-9-15,-2 5 9 0,-2 3 9 16,2 3 6-16,1 1 9 16,5 0-7-16,1 0-8 15,4-4-6-15,3-2 4 16,3-2-3-16,2-1-2 15,-3-4-1-15,-1 1-1 16,-3 0-14-16,-2 1-18 16,0-1-156-16,-3-1-90 0,-3-5 140 15</inkml:trace>
  <inkml:trace contextRef="#ctx0" brushRef="#br2" timeOffset="59419">8864 6499 408 0,'2'-4'-44'16,"-1"-1"-59"-16,1 2 39 16</inkml:trace>
  <inkml:trace contextRef="#ctx0" brushRef="#br2" timeOffset="59966.83">8854 6480 344 0,'-5'0'62'16,"0"1"80"-16,1-1-28 0,4 0-62 16,-1 0-20-16,1 0-16 15,-19-7-3-15,9 6 10 16,-3 0 14-16,-2 1 36 16,1 1 9-16,-5 4-2 15,-2 0-23-15,1 4-24 16,-2-1-8-16,-1 5-14 15,0 2-9-15,-5 4-2 16,0 2 0-16,-1 4 20 16,1 1 16-16,3 5 17 15,-1 5 3-15,4 12-13 16,1 7-9-16,5 12-18 16,3 4-4-16,6 7-9 15,3 0-3-15,9-8-1 16,6-6 1-16,15-20-2 0,10-8 7 15,14-16 11-15,10-5 3 16,8-9-1-16,5-5-7 16,5-8-5-16,1-5-6 15,1-7 2-15,-1-5 3 16,-2-5 4-16,0-7 12 16,0-8 3-16,-2-8 0 0,-1-12 0 15,-5-4-6-15,-8-6 5 16,-5-2 4-16,-17 2 3 15,-9 3 0-15,-21 6 6 16,-14 4 0-16,-20 9 30 16,-10 4-7-16,-17 3 1 15,-9 3-15-15,-12 6-72 16,-9 5-45-16,-14 13-56 16,-4 9-13-16,-8 19 40 15,0 13 41-15,-2 19 52 16,4 10 10-16,9 13-2 15,4 6-12-15,14 5-79 16,10 5 62-16</inkml:trace>
  <inkml:trace contextRef="#ctx0" brushRef="#br2" timeOffset="65914.92">9300 6583 1495 0,'0'0'48'0,"0"0"93"0,0 0-167 16,1-1-49-16,-1 1-15 15,1 0-5-15,1 0 2 16,21 3 15-16,-23-3 45 16,0 0 31-16,0 0 41 15,0 0 12-15,0 0 9 16,1 0-10-16,0 0-21 15,1-1-11-15,20-15-13 16,-22 16 1-16,0 0-4 16,0-1 2-16,0 0-2 15,-1 1 4-15,0-1 11 16,0 0-1-16,-22-11 5 16,23 12-6-16,0 0-7 15,-1 0-6-15,-14 9-2 16,12 0-8-16,1 2-1 15,0 2-1-15,2-2 2 0,2 0 6 16,4-5 2-16,0-1 0 16,4-5 6-16,3-1 2 15,-1-4 0-15,-1-3 1 16,1-1-7-16,-2 0 0 16,-5 0-2-16,1 2 0 15,-7 2 2-15,-3-1 0 0,-4 4 0 16,-4 1 4-16,-1 2 0 15,-2 0 0-15,5 2-3 16,2 0-3-16,4 0-21 16,3 1 7-16,1 2-18 15,1 1-11-15,0 1-2 16,2-3-1-16,3 0-8 16,-1-5-49-16,0-3 62 15</inkml:trace>
  <inkml:trace contextRef="#ctx0" brushRef="#br2" timeOffset="66897.78">9330 6591 468 0,'0'0'146'16,"0"0"141"-16,0 0-131 16,0 0-59-16,0 0-31 15,0 0-14-15,0 0-29 16,0 0-9-16,1-1-14 16,0 1 0-16,-1-1 0 15,0 0 0-15,0 1 6 16,0 0 3-16,0 1 7 0,-1 0-1 15,0-1-1-15,0 1-5 16,-9 22-5-16,10-23-4 16,0 0-21-1,0 0-6-15,0 0-6 0,0 0 2 16,0 0 19-16,0 0 8 16,0 0 6-16,0 0 2 0,0 0-4 15,0 0 2-15,0 0-4 16,0-1-5-16,1 0-21 15,0 0-20-15,0 1-26 16,-1 0-1-16,0-1 14 16,1 1 24-16,0 0 42 15,0 0-1-15,-1 0-286 16,0 0 209-16</inkml:trace>
  <inkml:trace contextRef="#ctx0" brushRef="#br2" timeOffset="69265.28">9339 6618 507 0,'0'0'93'16,"0"0"64"-16,0 1-63 16,0 0-74-16,-1 0-11 15,1-1-9-15,-1 0-4 16,1 1 4-16,0-1 4 15,0 0 17-15,0 1 8 0,0 0 17 16,-1 0 4-16,0-1-6 16,0 1-9-16,0 0 0 15,1-1-8-15,-1 1-5 16,1 0-7-16,-1 0-3 16,0-1-3-16,0 1 9 15,0 0-1-15,0-1 5 16,1 0 1-16,0 0-10 15,-1 0-1-15,0 0-6 16,1 0-2-16,0 0-2 16,0 0-2-16,0 0 5 15,0 0 7-15,0 0 6 16,0 0 3-16,0 0-6 16,6-15-3-16,-2 4-2 15,0-5-1-15,3-10 5 16,0-5 5-16,0-13 8 0,0-2 2 15,-2-6-3-15,0 1 10 16,-1 2-24-16,-2 3 0 16,0 8 0-16,-1 1 0 15,-3 6 15-15,-1 2 8 16,-2 2 70-16,0-2 26 16,2 2 25-16,0 0-7 15,2 2-74-15,0 0-44 0,3 7-25 16,2 3-6-16,-1 8 0 15,1 2 0-15,-4 5-2 16,0 0-2-16,0 0 5 16,0-1-2-16,0 0 2 15,0 0 2-15,1 0-3 16,0 1 1-16,0-1-1 16,6-24 7-16,-7 25-7 15,0-1 0-15,0 0-2 16,-1 0 1-16,-17-21-2 15,18 22 3-15,0 0 4 16,0-1-4-16,0 0 0 16,-1 0 0-16,1 1-4 15,-1 0 2-15,1-1-1 0,-1 0 1 16,0 0-6-16,-1 0 7 16,2 0-5-16,-1 1 1 15,0-1 5-15,0 1-9 16,0 0 4-16,0 0 4 15,1 0 1-15,-1 0-3 16,0 0 3-16,1 0-4 16,-1 0-2-16,-1 0 9 15,1 0 0-15,0 0-3 16,1 0 0-16,-1 0 0 0,0 0 0 16,0 0 4-16,1 0-4 15,-1-1-4-15,0 0-5 16,1 1 9-16,-1 0-3 15,0 0 3-15,1 0 3 16,-1 0-3-16,0 0 3 16,0 0-6-16,0 0 3 15,1 0 3-15,-1 0-24 16,1 0-3-16,-1 1-6 16,-22 10 0-16,16-1 18 15,-2 3 7-15,2 4 5 16,0 3 0-16,1 0-3 15,0-1 0-15,1-4 3 16,-1-4 0-16,1-2 0 0,0-4 3 16,3 0-3-16,-2-3 0 15,4-2 8-15,0 0-2 16,0 1 3-16,1 0-3 16,15 5-6-16,-8-7 3 15,0-4-9-15,0-4 0 16,-2-2-11-16,-1-3 5 15,-1-1 9-15,-1 0 0 16,0-1 3-16,-2 2-3 0,3 0 3 16,-2 1 0-16,2 1 3 15,0 2 3-15,-1 1-6 16,0 3 0-16,0 2-6 16,-3 4 6-16,0 0 0 15,1 0-3-15,0 0 6 16,-1 0-3-16,1 1-3 15,17 13 3-15,-10-9 0 16,1 1 0-16,-1-2-3 16,0 0 3-16,0-2 0 15,-1 0 0-15,-1 0 3 16,0 0-3-16,-2 1-3 16,0 0 3-16,0 2 0 15,-2-1 0-15,3-2 0 16,-2 0 0-16,-2-1 0 15,-1-1 0-15,0 0 0 0,0 0 0 16,0 0 0-16,0 0 0 16,0 0 0-16,0 0 0 15,0 0 0-15,-1 0 0 16,0-1-21-16,0 0-12 16,0 0-21-16,1 1-3 15,-1-1 18-15,1 0 16 0,-1 1 17 16,-1-1 0-16,1 0 6 15,-1 1 0-15,1-1 0 16,0 1 0-16,0-1 0 16,1 0-12-16,-1 1-18 15,0-1 0-15,1 0-3 16,-1 0 12-16,0 1 15 16,0-1 6-16,1 0 0 15,-1 1 0-15,0 0 0 16,1 0 0-16,-1 0 0 15,0 0 0-15,1 0-3 16,-1-1-3-16,1 1 3 16,0-1-6-16,0 0 9 15,1-1 0-15,-1 1 0 16,0 1 3-16,0-1 0 0,0 0-3 16,0 1 3-16,0-1-3 15,0 0 0-15,-1 0 0 16,0 1 3-16,0-1 3 15,0 0-6-15,1 1 6 16,-1-1-6-16,1 0 0 16,-1 0-3-16,-1 1-3 15,1 0 0-15,-25 5 6 0,26-5-24 16,0 1-12-16,-1 0-41 16,0 0-19-16,1-1 34 15,0 1-2-15,0 0 10 16,0-1 11-16,0 0 28 15,0 0 7-15,0 0 8 16,0 0 0-16,-1 0-13 16,0 0-24-16,0 0-147 15,1 0-197-15,0 0 192 16</inkml:trace>
  <inkml:trace contextRef="#ctx0" brushRef="#br2" timeOffset="69930.7">9404 5872 502 0,'0'0'178'0,"0"0"184"16,0 0-159-16,0 0-89 0,0 0-17 16,1 0-31-16,0 0 19 15,-1 0-22-15,1 0-19 16,-1 0-35-16,0 0 0 16,0 0 18-16,0 0 0 15,0 0 15-15,0 0-3 16,0 0-21-16,0 0-6 15,-8-12-6-15,0 4-3 16,-2 2-3-16,-1-2 3 0,-8 1-3 16,1-1 0-16,-6 1-6 15,-3 0-3-15,-2 2-6 16,-5 1 0-16,-6 5-3 16,-2 3 0-16,-5 10 12 15,-2 4 6-15,0 7 0 16,-2 2-3-16,5 6 3 15,5 3-3-15,6 10 0 16,6 7 3-16,7 20 6 16,1 8 3-16,11 12 3 15,3 1-9-15,9-13-3 16,6-7 0-16,7-16-3 16,6-5 3-16,12-7 51 15,6-3 38-15,16-6 16 16,13-4-4-16,17-14-47 0,4-7-36 15,7-15-24-15,0-8-6 16,-8-14 0-16,0-8 6 16,-9-10 9-16,-7-8 0 15,-12-10-30-15,-9-5-20 16,-17-11-31-16,-10-3-6 16,-15-8 39-16,-9-2 16 0,-19 2 41 15,-9 4 29-15,-13 6 31 16,-12 8 18-16,-16 16 8 15,-9 6-23-15,-14 16-41 16,-4 6-17-16,-3 15-34 16,-1 5-11-16,2 12-35 15,6 7 0-15,15 11 25 16,8 7 20-16,16 14-3 16,10 11-27-16,14 25-179 15,10 17-217-15,17 11 334 16</inkml:trace>
  <inkml:trace contextRef="#ctx0" brushRef="#br2" timeOffset="70566.7">8878 6112 1417 0,'-2'-4'47'0,"3"1"-24"15,3 0-17-15,2 0-45 16,0 0-21-16,0 3-39 16,0 0-35-16,-1 0 76 15</inkml:trace>
  <inkml:trace contextRef="#ctx0" brushRef="#br2" timeOffset="83197.53">12486 6019 1132 0,'-4'59'35'15,"-2"0"-6"-15,1-2-19 0,0-11-16 16,3-8-2-16,-1-19 8 15,3-7 16-15,0-12 32 16,0 0 5-16,-4-9-7 16,3-9-13-16,1-13-37 15,0-7-5-15,3-5-1 16,0 1 2-16,0 7 12 16,-1 4 8-16,2 6 9 15,-2 3 6-15,3 7 4 16,1 3-6-16,-1 7-9 15,2 3-5-15,-1 7-5 16,1 5-4-16,0 8 2 16,-2 3-2-16,1 1 0 15,-1-3 0-15,-1-6 2 16,0-4-2-16,1-5-2 16,-2-3 2-16,2-5 7 15,2-4 11-15,1-9 13 0,5-3 0 16,3-7-18-16,2 0-6 15,3 5-6-15,-2 1-3 16,-1 8-6-16,-2 5-6 16,-5 11-3-16,-2 6 3 15,-3 13-3-15,-1 3 9 16,-4 4 12-16,2 0 0 16,5-8-3-16,2-3-12 0,10-9-48 15,3-7 3-15,2-7-142 16,2-5 121-16</inkml:trace>
  <inkml:trace contextRef="#ctx0" brushRef="#br2" timeOffset="83330.78">12983 5985 987 0,'1'0'132'16,"6"9"87"-16,-7 2-120 16,-4 2-28-16,5 1-49 15,2-2-30-15,3-4-74 16,-1-3-69-16,-1-5 78 15</inkml:trace>
  <inkml:trace contextRef="#ctx0" brushRef="#br2" timeOffset="83716.52">12959 6004 876 0,'-20'-13'143'0,"0"-2"58"16,8-5-91-16,5 0-25 16,6 0-42-16,4 3-8 15,7 4-18-15,3 3 6 16,1 5 42-16,1 1 27 15,-1 4 10-15,-2 1-24 16,2 3-30-16,0 2-22 0,0 2-23 16,1 2-6-16,-4 6-3 15,-1 3-2-15,-2 3 5 16,-3 0 3-16,-4-2 3 16,-1-4 2-16,0-7 1 15,0-2 0-15,0-7-3 16,0 0 6-16,8-8-3 15,-4-3-6-15,8-7 12 16,1-5-9-16,5 1-3 16,2 1 6-16,0 2-6 15,1 3 3-15,-2 6-3 16,-1 4-3-16,-3 9 3 16,-2 7 0-16,-6 10 3 15,-3 5-3-15,0 3 0 16,7-2-21-16,1-8-80 15,7-7-67-15,5-10-100 0,0-5 190 16</inkml:trace>
  <inkml:trace contextRef="#ctx0" brushRef="#br2" timeOffset="83997.98">13442 5980 1479 0,'16'0'66'0,"5"-5"163"16,5-1-62-16,8-5-56 15,2-1-45-15,1 0-171 16,0 1-50-16,-7 3-48 15,-1 2 58-15,-8 2 103 16,-6 3 14-16,-9 1-18 16,-6 1-63-16,-12 5 65 15</inkml:trace>
  <inkml:trace contextRef="#ctx0" brushRef="#br2" timeOffset="84147.76">13324 6201 2267 0,'29'-7'89'15,"7"-5"-109"-15,8-4-231 16,3-8 119-16</inkml:trace>
  <inkml:trace contextRef="#ctx0" brushRef="#br2" timeOffset="84580.4">13918 5861 1450 0,'7'-9'70'0,"6"-5"115"0,7 1-101 16,5 0-78-16,2 1-12 15,0 5-9-15,-1 4 3 16,-6 6-3-16,-1 1 0 15,-11 7-3-15,-6 3 3 16,-9 5-6-16,-7 2 16 0,-6 3 25 16,1 0 37-16,2-2 93 15,4 0 35-15,8-2 9 16,5-3-67-16,15-3-65 16,8-2-25-16,19-8-37 15,11-4-74-15,14-16-188 16,7-7-130-16,-3-14 160 15</inkml:trace>
  <inkml:trace contextRef="#ctx0" brushRef="#br2" timeOffset="87530.55">8197 6129 1163 0,'0'0'41'0,"0"0"37"16,15-7-94-16,-2 1-7 0,11-5 13 15,4-4 14-15,15-8 35 16,8-6 13-16,13-8 8 15,8-3-6-15,8-7-26 16,3-3-13-16,5-1-5 16,2-1 3-16,7 0 20 15,1-2 54-15,-2 2 14 16,-2 2-11-16,-8 4-51 16,-4 1-12-16,-9 5-18 15,-7 0-3-15,-13 1-6 16,-5 1 0-16,-17 6 3 15,-9 4 0-15,-11 6 9 16,-6 5 5-16,-2 3 25 16,0 3 12-16,2 5-3 15,-5 6-15-15,0-1-39 16,0 1-33-16,0 0-3 0,0 8 0 16,-5 6 24-16,1 4 18 15,2 9 3-15,2 5 9 16,7 15 12-16,6 11 6 15,8 20 0-15,2 10-6 16,5 9-48-16,0 2-45 16,4-10-74-16,3-9-1 15,3-17 28-15,2-9 50 0,-3-11 108 16,-3-2 20-16,-4 1 28 16,-3 2-12-16,1-1-33 15,1-4-25-15,-2-3-32 16,0-4-26-16,-8-5-40 15,-5-3-9-15,-6-8-8 16,-5-5 20-16,-3-6 43 16,0-5 21-16,0 0 12 15,0-1 0-15,-12-12 7 16,7 7-8-16,0-1-23 16,-1 2 1-16,1 2-18 15,0 1-7-15,0 1-1 16,0 1 8-16,0 2 20 15,-1-1 7-15,-2 0 22 16,0 0 3-16,-1 0 5 16,1 0-1-16,-2 0-7 0,1 2-7 15,-1 2-5-15,-1 2 0 16,-2 4-2-16,-3 2 0 16,-3 5 2-16,-2 0 0 15,-2 2 0-15,-3 0 2 16,-2 2-2-16,-3 0 0 15,-3 3-2-15,1 2 1 0,-2 2-9 16,-2 1-4-16,0 2-3 16,-3 2 1-16,-4 0 3 15,1 0 3-15,-4-2 4 16,1-1 4-16,2-1 2 16,0 0 8-16,-2 4 8 15,1 0-1-15,-2 4 1 16,3 2-7-16,4-2-5 15,1 0 0-15,7-2-2 16,-2-3-2-16,3-2 0 16,1 0-2-16,-1-4 2 15,5 0 4-15,2-2 8 16,1-3 9-16,6-3 2 16,1-4-2-16,4-4-5 15,2-1-12-15,0-2-8 16,4-2-8-16,-1-4-1 0,1 1 1 15,2-3 2-15,1 0 7 16,-1 0 6-16,1 0 7 16,0 0 8-16,3 0-5 15,0 0-5-15,0 0-6 16,0 0-16-16,0 0-3 16,0 0-6-16,0 0 1 15,0 0 11-15,0 0 3 16,0 0 8-16,0 0 2 0,0 0 6 15,0 0-7-15,0 0 1 16,-1 0-7-16,1 0-21 16,-1 0-8-16,-1 1-21 15,-20 7 1-15,22-8 15 16,-1 0 18-16,0 0 44 16,1 0 20-16,-24-3 9 15,23 3-3-15,1-1-24 16,-1 0-12-16,-27-12-15 15,19 10-3-15,-2 0-9 16,-4-2 2-16,2 0 9 16,-2 0 3-16,0-5 13 15,1 0 6-15,-3-5 7 16,1-3 3-16,-2-4 9 16,-2-2-1-16,4-4 0 0,-3 1 43 15,5-6-27-15,2-1-20 16,4-6-18-16,-2-7-15 15,4-5 0-15,-4-2-6 16,-1-5 3-16,3 0 3 16,-4-5 3-16,0-1 0 15,-4 0 0-15,-2 1-3 0,-1 5 3 16,3 2 9-16,1 7 9 16,3 1 21-16,5 9 0 15,1 5 0-15,3 7-27 16,1 4-18-16,0 3-45 15,0-1-6-15,2 2-9 16,-3 1 12-16,1 2 37 16,0 1 5-16,4 2 3 15,2-1 0-15,6-3-72 16,5 0-10-16,9-4 59 16</inkml:trace>
  <inkml:trace contextRef="#ctx0" brushRef="#br2" timeOffset="90347.76">9785 7110 625 0,'0'6'107'0,"1"-1"187"0,3-2-278 16,1 0-12-16,0-3 13 16,0-1 8-16,1-2 31 15,0 1 22-15,2-3 3 16,0 0-4-16,0-1-36 16,-1-3-18-16,-1 1-27 15,-1-1-5-15,-2 3-7 16,-1 1 1-16,-4 1 5 15,-1 3 4-15,0 1 20 16,0 2 5-16,-2 4 12 16,-1 2 0-16,-2 4-11 15,1 1-7-15,0-3-9 16,3-1-2-16,3-4-2 0,1-1 0 16,1-3 0-16,-1-1-2 15,0 0 4-15,0 0 0 16,1 0 0-16,-1 0 2 15,0-1-4-15,4-22 2 16,-4 22 0-16,0 1-4 16,0-1 2-16,0-1 0 15,-1 2 0-15,1-1 0 0,-1 1 2 16,-9-5 1-16,10 14 5 16,0-1 10-16,1 2 15 15,0-2-6-15,1 0-12 16,0-2-6-16,1-1-9 15,0-4 3-15,3-1-3 16,3-1 6-16,0-5 0 16,0-2 0-16,-1 2 0 15,-4-1-3-15,-4 7 2 16,0 0-5-16,0-1 6 16,-1 0 0-16,-11-5-3 15,3 7 9-15,1 1 9 16,1 0 9-16,7-2 6 15,0 0-6-15,0 0-12 16,-1 0-18-16,1 1-9 16,0 0-3-16,0 0-6 0,0-1 9 15,0 2 0-15,0-1 6 16,0 1 3-16,0-1 0 16,0 0 0-16,0 1-3 15,0 0 0-15,0-2 3 16,0 1-9-16,0-1 3 15,0 1-3-15,0 0-3 16,0 0 6-16,0 0-3 0,-1-1 9 16,1 1 3-16,-1-1 0 15,0 1 6-15,1 0-9 16,-1 0-3-16,0 0-3 16,0 0-6-16,1-1-9 15,0 0-14-15,0 0-7 16,0 0 12-16,0 0 18 15,-1 0 3-15,1 0 9 16,-1 0 0-16,1 0-9 16,-1 0-7-16,0 0 1 15,1 0-3-15,0 0 3 16,0-1 5-16,0 0 8 16,0 0 2-16,0-1 4 15,0 1 4-15,0 0 1 16,-7-22 3-16,7 22-2 0,-10-17-6 15,7-2 1-15,-1-8-1 16,0-11 0-16,3-3 9 16,-3-7-7-16,-2-2 3 15,-1-1-3-15,1 3-3 16,-2 9-6-16,0 7 0 16,-2 11 3-16,-2 3 0 0,1 7 9 15,2 2 0-15,0 4 6 16,1 0-9-16,2 4 9 15,0 0 6-15,6 2 11 16,0 0 13-16,-1 0 0 16,1 0-12-16,0 0-15 15,0 0-18-15,1 1 0 16,0 0-3-16,0 0 3 16,0 0 0-16,0-1 3 15,0 2 0-15,1 0 0 16,-1-1 3-16,1 0 6 15,-2-1-3-15,1 1 6 16,0 0-12-16,-1 0 0 16,1-1 0-16,0 1-3 15,0 0-3-15,-1-1 3 16,1 1 0-16,0 0 0 16,-1 0 3-16,1-1 0 0,0 0 0 15,0 0-3-15,0 0 9 16,-1 0-9-16,1 0 3 15,-1 0 3-15,0 0-3 16,0 0-3-16,0 0 3 16,0 0-6-16,0 0-3 15,0 0 0-15,0 0 3 0,0 0 6 16,0 0 0-16,0 0 6 16,0 0-3-16,0 0 0 15,0 0-6-15,-1-1-3 16,1 0-3-16,-1 0 6 15,0 1 0-15,0-1-3 16,0 0 3-16,1 1-6 16,-1-1 6-16,0 0 0 15,1 0 0-15,-1 1-6 16,0-1 0-16,1 0-6 16,-1 1-3-16,1-1 0 15,-1 0 3-15,0 0 6 16,1 0 3-16,0 1 0 15,0 0 3-15,0-1 0 16,0 1-6-16,1 0 6 16,0 0-3-16,-1 0 0 0,0 0 3 15,0 0-3-15,1 0-3 16,0 0-9-16,0 0 3 16,-1 0 3-16,1 0 0 15,0 0 9-15,0 0 0 16,0 0 0-16,0 0 0 15,0 0 0-15,-1 0 3 16,1 0 3-16,-1 0-6 0,1 0 0 16,0 0 3-16,0 0-3 15,0-1 6-15,-1 0-3 16,0 0-3-16,0 1-3 16,-1 0 3-16,0 0-3 15,0 0 0-15,0 0 6 16,1 0-3-16,-1 0 3 15,0 0 3-15,-1 0-12 16,-23-2 6-16,25 2 0 16,0 0-6-16,-1 0 6 15,-18-3 0-15,9 4-3 16,-3 1 0-16,-1 1-9 16,-3 0 6-16,2 4 6 15,-3 0-6-15,-1 4 6 16,-1 2-3-16,-5 2-12 0,-3 1 3 15,-5 8-6-15,-2 2-8 16,-1 10 14-16,2 3 12 16,5 8 29-16,3 5 19 15,9 11 12-15,2 4-12 16,13 5-24-16,4 0-12 16,10-2-12-16,5-3-3 15,11-3-12-15,5-3 3 0,10-3 3 16,5-4 9-16,5-5 6 15,3-3 6-15,6-11 9 16,0-5 6-16,2-11 23 16,0-6 13-16,-2-10 36 15,4-6 8-15,1-13-4 16,-1-8-43-16,-3-15-31 16,-3-7-8-16,-6-12-17 15,-4-4-3-15,-7-8 5 16,-8-5 0-16,-12-6-6 15,-9-2 2-15,-17 0-42 16,-11 2-14-16,-20 4-39 16,-7 3-29-16,-19 5 26 15,-10 5 27-15,-19 11 36 16,-9 6 16-16,-8 16 17 0,-9 7 5 16,1 19-2-16,4 12 12 15,4 23 21-15,11 14 9 16,20 27-6-16,5 13-15 15,22 23-63-15,11 7-98 16,16 0 74-16</inkml:trace>
  <inkml:trace contextRef="#ctx0" brushRef="#br2" timeOffset="91831.21">10191 7308 1289 0,'15'2'84'0,"4"-1"53"15,11-4-97-15,4 0-1 16,14-6-33-16,6 0-3 0,10-2 3 16,6 0-3-16,-3 0 3 15,-4 0 0-15,-7 2-6 16,-6 2 3-16,-7 0-6 16,0 2-3-16,-11 1-48 15,-4 2-8-15,-9 0 38 16</inkml:trace>
  <inkml:trace contextRef="#ctx0" brushRef="#br2" timeOffset="93463.54">10275 6489 1096 0,'-32'3'91'0,"-5"2"68"15,-2 1-88-15,-8 3-59 16,-7 4-18-16,-14 3-35 16,-3 2-15-16,-7 4 0 15,1 1 15-15,4 0 65 0,3 0 32 16,12-2 31-16,6 0 6 16,15-2-35-16,1-1 41 15,8 2-72-15,5-2-27 16,5-2-12-16,5-3-3 15,7-5-9-15,2 0 9 0,7-2 36 16,4-1 6-16,4 1 20 16,0 2-8-16,3 2-27 15,-1 4-3-15,-2 4-9 16,0 6 0-16,-4 17 3 16,-2 9-3-16,-4 19 6 15,-1 11-3-15,-3 14 3 16,-3 1-3-16,2-7 0 15,1-5-3-15,3-14 12 16,5-8 12-16,1-9 18 16,-1-5 3-16,2-11-10 15,1-6-8-15,-1-11-3 16,-1-2-3-16,0-5-3 16,-3-3-6-16,-1-2-12 15,2-2 0-15,-4-5 6 16,0 0 0-16,0 0 0 15,0 0 12-15,0 0-9 0,0-1 9 16,5-16-6-16,2 9-6 16,1 0-3-16,5-1-3 15,3 3-3-15,5-1-3 16,11 2 0-16,5-2 3 16,15-4 6-16,5-3 0 15,11-5-3-15,4 1 0 0,6-4-6 16,-1 4 3-16,-5 0 3 15,-1 0 0-15,-5 1 6 16,2-1 0-16,-5 2 3 16,-4-2-6-16,-7-2-3 15,-4 0 0-15,-12-1-3 16,-7-2-3-16,-12-1 15 16,-7-1 3-16,-6-7 9 15,-5-5 2-15,-5-8 7 16,-7-4 0-16,-7-5-3 15,-3-4-3-15,-8-6-18 16,1-2-3-16,-5 0-3 16,1 3 0-16,-1 5-9 15,-1 4-12-15,2 11-6 16,1 7-18-16,3 11-17 0,1 7-10 16,-1 10-18-16,1 2 16 15,5 4 35-15,3 2 15 16,9 0 51-16,3 1 18 15,9-1 2-15,-1 0 4 16,1 0-18-16,0 0-12 16,0 1-6-16,0 0-12 15,-1 20-6-15,-3-9-3 16,-5 6-12-16,-3 2 6 0,-9 6-24 16,-5 2-6-16,-18 6-32 15,-10 1-25-15,-14 2-41 16,-7 2 12-16,-8-2 64 15,2-2-6-15,11-6 43 16</inkml:trace>
  <inkml:trace contextRef="#ctx0" brushRef="#br2" timeOffset="98330.92">7057 7463 923 0,'-30'-10'73'0,"-9"-1"19"16,-1 3-46-16,-6 3-22 16,-3 5-9-16,3 9-3 15,2 7-5-15,1 11-3 16,5 5-2-16,2 14 2 16,3 10 0-16,7 13-4 15,6 6 2-15,10 9-2 16,7-2 0-16,10 0 2 15,8-1 4-15,15-9 9 16,9-4 18-16,16-15 12 16,9-10-5-16,14-20-12 15,2-15-13-15,-1-19-13 16,-2-12 2-16,-10-21 29 16,-5-7 9-16,-5-13 7 15,-6-5 36-15,-9-12-34 16,-4-4-22-16,-14-9-17 0,-8-4-6 15,-22 3-6-15,-13 1-6 16,-23 8-29-16,-12 8-10 16,-19 14 3-16,-8 7 8 15,-14 20 26-15,-1 10 3 16,-4 22 7-16,0 11 5 16,4 28 4-16,5 15 19 0,13 25-24 15,13 10 0-15,21 23-12 16,14 2-37-16,30 0 41 15</inkml:trace>
  <inkml:trace contextRef="#ctx0" brushRef="#br2" timeOffset="100488.72">7490 9137 1535 0,'0'0'170'16,"0"0"105"-16,0 0-215 15,-1 0-60-15,1 0-137 16,0-11-64-16,9-2-310 16,-2-2 357-16</inkml:trace>
  <inkml:trace contextRef="#ctx0" brushRef="#br2" timeOffset="104018.37">5548 8622 2655 0,'-5'2'81'0,"5"-2"-13"15,0 0-90-15,0 0-98 16,0 0-114-16,1 0-103 15,13-11 8-15,-9 4 150 16,0-1 118-16,-1 3 69 16,-4 5 9-16,0 0 64 15,0-1 5-15,0 1-20 16,0 0-6-16,0 0-30 16,-1 0-15-16,1 0-6 15,-1 0-9-15,0 0 0 16,0 0-3-16,0 0-24 15,1 1-3-15,-1 0-12 16,0 0-3-16,-1 0 0 0,1 0-5 16,0-1-49-16,-1 0 37 15,1 1-91-15,0 0-109 16,1 0 119-16</inkml:trace>
  <inkml:trace contextRef="#ctx0" brushRef="#br2" timeOffset="105479.76">5576 8613 1437 0,'-1'-1'44'16,"-10"-17"-5"-16,9 3-39 0,2-9-18 16,2-3 3-16,-2-8 7 15,-2-3 2-15,-1-4 10 16,-2-2 0-16,-2-6 10 15,1-1-7-15,-4 1 1 16,-3 0-2-16,-1 5-4 16,-4 0 4-16,-2 5-2 15,-2 1 1-15,-3 3-1 16,3 3 0-16,2 4 0 16,3 3-4-16,5 4 0 15,-1 2 0-15,5 5 8 16,-1 3-2-16,3 3 6 15,1 1 0-15,2 3-3 16,3 5 3-16,0 0-12 16,0 0 0-16,0 0-3 15,0 0-6-15,1 0 0 0,-1 0-3 16,1 0 0-16,0 1-4 16,-1 0 14-16,1 0 0 15,0 1 0-15,0-1 4 16,6 21 0-16,-7-22 0 15,0 0-2-15,0 0-2 16,0 0-4-16,0 0 4 16,0 0-1-16,0 0 3 0,0 0 0 15,0 0 0-15,-1 0 2 16,0 0-2-16,1 0 3 16,-1 0-3-16,0 0 0 15,1 0 2-15,-1 0-2 16,0 0 0-16,0-1 0 15,1 1 0-15,-1-1 2 16,-1 0 0-16,1 1-2 16,-24-6 0-16,25 6 0 15,-1 0-4-15,1 0 2 16,0 0 0-16,-1 0 2 16,0 0 0-16,1 0 2 15,0 0-2-15,0 0 0 16,0 0 0-16,0 0-3 15,0 0-1-15,0-1 2 16,12-15-6-16,-2 11-8 0,0-2-5 16,0 3-10-16,0 2-2 15,-2 1 6-15,-2 1 6 16,-4 3 11-16,1 1 4 16,-2 0 4-16,-1-2 2 15,0-2 0-15,0 0 0 16,0 0 0-16,0 0 0 0,-1 0 2 15,1 0 2-15,0 0-2 16,-1 0 0-16,0 0 2 16,0 0 0-16,0 1 2 15,0 0 1-15,0 0 7 16,-18 19-2-16,19-6-1 16,4 2-1-16,2 6-6 15,-1 3 0-15,3 0-6 16,-1-1 0-16,-2-3-2 15,-3 0-2-15,-3-2 6 16,0-1-2-16,-5 1 2 16,-1-1 2-16,2-8 0 15,2 0-2-15,3-10 0 16,0-5-2-16,1-11-4 16,3-7 4-16,-3-6 0 15,-1-2 2-15,-3 2 0 0,0 3 2 16,0 4 0-16,0 3 2 15,1 3-2-15,1 2 0 16,1 3 2-16,2 1-4 16,4 4 0-16,2 1-2 15,6 5 0-15,1 4 0 16,3 6 0-16,2 1 0 16,-3 4 2-16,-1 0 0 0,-1-2 0 15,-3-2 4-15,-4-2-2 16,1-3-2-16,-1-3-4 15,-1-2-11-15,3-3-90 16,-1-1-177-16,0-3 134 16</inkml:trace>
  <inkml:trace contextRef="#ctx0" brushRef="#br2" timeOffset="106114.12">5568 7764 1227 0,'-2'-10'47'16,"-3"0"5"-16,0-2-40 15,-4-4-43-15,-1 0-23 16,-7-1-45-16,-5 2 0 16,-13 3-17-16,-4 5 16 0,-10 10 43 15,-5 9 0-15,-2 17-118 16,-6 7 11-16,-4 14 49 16,2 4 78-16,11 9 200 15,7 1 124-15,14 11 34 16,7 8-139-16,12 24-132 15,6 11-29-15,11 17-32 16,8-2-16-16,18-16-20 16,9-14-5-16,28-34 1 15,11-16 9-15,12-28 22 16,8-11 17-16,-7-15 49 16,-6-9 12-16,-3-14 39 15,-2-11 13-15,4-19 5 16,0-6-11-16,-9-16 57 15,-7-5-26-15,-20-11-72 16,-8-8-30-16,-20-11-42 0,-11-5-21 16,-26 4-12-16,-12 6-6 15,-27 15-42-15,-12 11-56 16,-28 21 69-16,-7 12 13 16,-9 25 25-16,-7 12 32 15,8 18 20-15,-2 11-1 16,13 13 5-16,11 7 1 15,26 11-9-15,18 9-11 0,23 12-187 16,15 4 132-16</inkml:trace>
  <inkml:trace contextRef="#ctx0" brushRef="#br2" timeOffset="109030.17">5132 8287 1962 0,'-13'14'138'16,"3"0"-10"-16,5-7-268 15,4 0-75-15,4-7-57 0,1-5 137 16,4-4 78-1,-2-2 28-15,-1-1 27 0,-2 1 2 16,-3 4 0-16,-4 1-9 16,-5 3-14-16,0 2-3 15,-1 1 5-15,2 0 7 16,3 0 14-16,1 0 0 16,2-2-11-16,0-2-7 0,2 4-1 15,0 0 0-15,0 0 15 16,0 0 6-16,0 0 11 15,0 0 7-15,7 11 3 16,-4-3 0-16,1 0-5 16,1-2-5-16,3-1-9 15,1-2 2-15,0-3-12 16,-1-3-11-16,1-3-18 16,-3-1 2-16,-3-1 6 15,-1 0 13-15,-1 0 26 16,-1 0 9-16,-1 0 14 15,1 2 2-15,-1 1-8 16,0 2-10-16,1 3-19 16,0 0-17-16,0 0-16 0,0 1-2 15,2 12 2-15,0-4 14 16,0 1 17-16,-2 1 2 16,0-3 4-16,2-3-1 15,-1 0-3-15,-1-5-17 16,0 0-88-16,0 0-70 15,0 0-21-15,1-1 32 16,0 0 157-16,0 1 78 16,-1-1 43-16,1-1 9 0,-1 1-5 15,-1-19-9-15,-3 14-20 16,-2 1-4-16,2-1-25 16,3 1-15-16,-4-1-24 15,5 1-9-15,-2 1-12 16,2 4-12-16,0 0-2 15,-2 9 5-15,3 2-3 16,0 2 12-16,-1-1 0 16,-2-1 2-16,2-5 2 15,-1-1 4-15,1-5-1 16,0 0 1-16,0 0-4 16,1-6-4-16,3-5-14 15,1-1-9-15,-2 0-18 16,0 2-1-16,1 3 9 15,-4 7 12-15,0 0 23 16,-1 0 13-16,0 0 22 0,0 0 11 16,0 0 7-16,1 0-7 15,-1 0-21-15,-3-1-17 16,11-3-59-16,1-1-55 16,-2 0 53-16</inkml:trace>
  <inkml:trace contextRef="#ctx0" brushRef="#br2" timeOffset="110346.89">5217 8238 1177 0,'-6'3'72'16,"-2"-2"81"-16,8-1-140 15,0 0-9-15,-6-10-4 16,6-2 2-16,-3-5-2 16,1-5 0-16,0-3 2 15,0 0-2-15,-2 0 4 16,-3 0-2-16,-1-3-2 16,-2-2-8-16,-1-7 0 15,2 0 1-15,-2-1 3 16,-1-1 4-16,-4 1 6 15,-1 2 3-15,0 1 18 16,0-2 6-16,-1-2 2 16,2 0-4-16,1 1 0 15,2 3-13-15,1 7-12 16,0 5-6-16,4 10 0 0,0 5 3 16,8 8-3-16,-1 0 3 15,1 0 0-15,-1 0-3 16,1 0 0-16,0 2 0 15,-4 20 0-15,4-22 0 16,0 0 0-16,0 0 0 16,1 0 3-16,-1 0-3 15,1 0 3-15,0 0 0 16,0 0-3-16,-1 0 0 0,1 0 0 16,-1 0 0-16,1 1 0 15,0 0 0-15,0 0 3 16,0 0 0-16,-1 0 3 15,0 1 0-15,0-1-3 16,0-1 6-16,0 1-9 16,0-1 0-16,-1 0-6 15,0 0 3-15,0 0-3 16,0 0 6-16,-19-2 0 16,11 3-6-16,-1 3 9 15,-1-1-3-15,-4 2 0 16,0 0-9-16,-5 4-24 15,-1 1-8-15,1 6 18 16,2 4 3-16,4 14 11 0,3 9 3 16,4 22 6-16,4 10 2 15,0 20-2-15,2 6 0 16,1 3-2-16,3-6 2 16,11-16 0-16,8-11-2 15,15-19 2-15,9-8 2 16,10-12 0-16,5-3 0 15,7-11-2-15,-1-6 0 0,1-11 0 16,-4-4 0-16,-5-13 4 16,-1-5 5-16,-5-11 13 15,-3-10 8-15,-9-17 24 16,-6-10-6-16,-11-13-33 16,-3-3-4-16,-14-2-11 15,-8 1 3-15,-15 2 3 16,-7-2-3-16,-17-1 6 15,-12 3-9-15,-15 6-6 16,-9 8-15-16,-7 12-32 16,-1 9-13-16,-3 19 23 15,0 14 8-15,-2 32 14 16,5 14 7-16,12 19 30 16,8 9 7-16,20 10 2 15,8 7-3-15,15 14-17 0,5 7-7 16,20 10-31-16,9 3-21 15,21 7-87-15,9-6-156 16,18-20 147-16</inkml:trace>
  <inkml:trace contextRef="#ctx0" brushRef="#br2" timeOffset="112398.65">4463 8380 1055 0,'13'-6'54'0,"9"-10"29"16,9-6-36-16,15-18-18 15,6-5-2-15,12-11 4 16,7-4-8-16,9-3-7 15,2-3-1-15,2-1-3 16,1-2-4-16,-5 2-6 16,-1-2-2-16,-1 0 0 15,-7 1 0-15,-8 4 2 16,-5 3-2-16,-15 0 2 16,-5 1 0-16,-10 7-2 15,-1 6 7-15,-7 15 22 16,-5 7 2-16,-5 10 6 15,-2 5-8-15,-8 10-20 16,0 0-3-16,0 0-15 16,4 13 7-16,-7 2-2 0,1 5 2 15,1 9-2-15,3 7 1 16,11 17 3-16,2 7-2 16,19 18 5-16,2 8-1 15,3 12-2-15,2 3 0 16,-4-1-9-16,1-6-3 15,-1-11 0-15,0-4 1 0,1-5 9 16,-1-1 0-16,3-5 2 16,1-2 6-16,-2-10 3 15,1-3 5-15,-4-8-2 16,-2-5-1-16,-2-9-5 16,-4-6-1-16,-8-8 1 15,-4-3-3-15,-9-9 0 16,-7-5 0-16,0 0-3 15,-7-8 3-15,-9-1-3 16,-4-1 0-16,-8 0-18 16,-4 1 5-16,-10 8-6 15,-7 2 2-15,-13 10 3 16,-3 9 4-16,-5 10 1 16,-1 9-1-16,-6 14 4 15,-8 6 4-15,-2 13 18 16,-1 5 17-16,9 4 72 0,1 2 113 15,6-1 18-15,2-3-33 16,9-9-111-16,14-9-54 16,18-21-62-16,8-11-76 15,21-29-246-15,1-4-266 16,23-33 449-16</inkml:trace>
  <inkml:trace contextRef="#ctx0" brushRef="#br2" timeOffset="112864.03">4453 8397 2369 0,'0'0'114'16,"18"12"6"-16,15 3-77 16,23 20-46-16,12 13-8 15,17 26 4-15,0 11-17 16,3 18-69-16,-2 2-19 0,-9-1-41 16,-4-7-20-16,-13-17 110 15,-5-10 0-15,-15-15-134 16,-7-9-46-16,-11-17 174 15</inkml:trace>
  <inkml:trace contextRef="#ctx0" brushRef="#br2" timeOffset="113429.88">7040 7535 2261 0,'0'0'132'0,"0"0"-17"0,0-10-371 15,10 5 119-15</inkml:trace>
  <inkml:trace contextRef="#ctx0" brushRef="#br2" timeOffset="114963.08">6380 7725 1231 0,'0'0'53'0,"8"6"16"15,3 5-38-15,8 9-21 16,7 6 2-16,7 12-5 16,2 6 1-16,5 11-8 15,2 5 2-15,0 6-12 16,-3 2-9-16,-4 1-2 0,-5-2-1 15,-4-11 18-15,-3-8 16 16,-7-14 19-16,-1-8 10 16,-9-12 13-16,-6-14 2 15,0 0 46-15,-5-10-22 16,-10-19-59-16,-4-12-24 16,-10-17-18-16,-2-9 3 15,-11-8 15-15,-3-2-3 0,-5-5-12 16,-3 0-29-16,7 3-38 15,2 6 48-15,8 17 6 16,4 7 14-16,6 17 30 16,3 7 9-16,7 13 15 15,3 3 34-15,13 9-8 16,0 0-10-16,14-12-41 16,6 4-9-16,11-6-3 15,7-2 0-15,8-8-3 16,4-3 3-16,6-8 3 15,-1-4 15-15,5-7 42 16,-1-3 6-16,4-3-1 16,-2 0-14-16,-2 3-39 15,-2 2-12-15,-11 4-6 0,-7 3-3 16,-10 10-18-16,-8 5-8 16,-11 12 8-16,-9 13 6 15,0 0 18-15,7 4 21 16,-1 14 9-16,3 8 5 15,6 14 1-15,3 8-21 16,5 10-12-16,2 6-9 16,2 8-50-16,-2-2-25 15,-4 3-21-15,-4-4 1 0,-1-4 50 16,-3-1 21-16,-3-6 28 16,-4-4 7-16,-2-14 10 15,-1-5 12-15,0-11 0 16,1-4 0-16,-3-5-9 15,-1-1-12-15,-2-1 3 16,-7 1-6-16,-6 4-15 16,-7 1-15-16,-12 3-21 15,-6 2 25-15,-7 4 9 16,-1 0 11-16,-1 4 8 16,3 2 0-16,-4 5 4 15,-1 3-6-15,-4 7 0 16,0 2 0-16,5-3-10 15,4-4-19-15,10-13 16 16</inkml:trace>
  <inkml:trace contextRef="#ctx0" brushRef="#br2" timeOffset="116046.47">7050 6044 1181 0,'5'-4'31'16,"2"-2"-25"-16,1-1-28 15,3-1-18-15,-2 0 3 16,-2 1 19-16,-1 2 7 16,-5 0 9-16,2 0 4 0,-2-1 7 15,-1 0 1-15,0 1 2 16,0 1-4-16,0 4-8 15,0 0 0-15,0 0 0 16,0 0 0-16,0 0 13 16,-10 8 14-16,5 1 27 15,0-2 12-15,2 1-2 16,0-3-4-16,2 1-25 16,1-2-12-16,0-4-15 15,0 0-4-15,0 0-4 16,0 0 0-16,0 0-2 15,0 0 2-15,0 0 0 16,0 0 0-16,1 0 2 16,0-1-2-16,0 1 0 15,-1-1-4-15,1 0-7 0,0 0-1 16,-1 1 2-16,0-1 3 16,0 0 7-16,0 1 0 15,-1-1 1-15,0 0-1 16,1 1 0-16,-1 0 0 15,0 0-9-15,1 0-14 16,0 0-16-16,0 0-6 16,1 0 12-16,0 0 12 0,-1 0 15 15,1 0 6-15,0 0 0 16,-1 0 0-16,1 0-46 16,0 0 34-16</inkml:trace>
  <inkml:trace contextRef="#ctx0" brushRef="#br2" timeOffset="118579.88">5314 6758 479 0,'0'0'137'0,"0"0"84"16,0 0-100-16,0-1-55 15,0 0-91-15,-1 0-16 16,0 0-7-16,-23-19 9 16,24 20 39-16,-1 0 23 15,0 0 34-15,0 0 7 16,-24 10-5-16,19 0-18 16,2 1-18-16,-2-1-7 15,1-1-10-15,2-1-1 16,1-3-3-16,2-5-2 0,0 0 2 15,0 0 2-15,0 0 12 16,1-1 1-16,0 0 4 16,-1-1-1-16,18-21-14 15,-18 22-6-15,0 0-28 16,1 1-16-16,0-1-26 16,-1 0 1-16,1 0 10 15,0 1 22-15,0-1-40 16,-1 0-146-16,0 1 136 15</inkml:trace>
  <inkml:trace contextRef="#ctx0" brushRef="#br2" timeOffset="120829.59">3412 6285 1117 0,'-5'-20'17'15,"1"1"-34"-15,7 12-22 16,-3 5-45-16,6 2-230 15,3 4 189-15</inkml:trace>
  <inkml:trace contextRef="#ctx0" brushRef="#br2" timeOffset="122812.52">4211 7567 1101 0,'-1'-4'33'0,"1"4"-6"16,0 0-19-16,0 0-16 16,5 2-1-16,0 5-3 15,0-2 6-15,1 2 6 16,-2-1 0-16,1-3 4 15,-5-3 4-15,0 0 25 16,0 0 6-16,0-7 11 16,-3-2-3-16,0-5-18 15,1 2-8-15,-2 1-8 16,0 3 7-16,-1 4 1 16,-3 3 0-16,0 4-7 15,-1 2-6-15,1 4-6 16,-1 2 4-16,3 0-3 0,2 0 1 15,4-3 0 1,1-1 0-16,2-3 0 0,2-2 0 16,0-2 0-16,0-2 0 15,1-1 5-15,-2-2 5 16,-1 0 3-16,0 1 13 16,-1 1-9-16,-2 3-9 15,0 0-9-15,0 0-3 0,0 0 0 16,0 0 0-16,0 0-3 15,-1 0-3-15,1 0 6 16,-1 1 0-16,0-1 0 16,1 0 6-16,-1 1-3 15,0 0-3-15,0 0-6 16,0 0-12-16,1 0-15 16,0-1 18-16,0 0 2 15,0 0 3-15,0 0 6 16,0 0 0-16,0 0 4 15,0 0 0-15,0 1 2 16,0-1 0-16,0 1-2 16,0 0 0-16,0 0-6 15,0-1 1-15,1 0-1 16,0 0-4-16,-1 0 4 16,0 0 1-16,0 0 1 15,0 0 2-15,-1 1 2 0,0-1 0 16,1 1-2-16,-1-1 2 15,1 1 0-15,-1 0 0 16,0 0 0-16,0 0 0 16,0-1 0-16,1 1 0 15,-1-1-10-15,1 1-9 16,-1 0-22-16,0 0-9 0,0-1-18 16,0 0 2-16,1 0-21 15,0 0-83-15,0 0 99 16</inkml:trace>
  <inkml:trace contextRef="#ctx0" brushRef="#br2" timeOffset="123445.64">4208 7559 360 0,'0'-1'35'0,"0"0"58"15,1 1 5-15,0-1 0 16,0-1-13-16,0 0-38 15,0 1-15-15,1 0-18 16,-1-1-7-16,0 1 0 16,6-8 4-16,-18 17 32 15,-1 1 23-15,-7 3 26 16,-1 2-3-16,-4 1-2 16,-2 3-7-16,-6 3-20 15,-3 1-10-15,-7 8-23 16,-6 1-6-16,-2 4-11 0,-3 0-2 15,4-2 11 1,5-1 31-16,10-5 22 0,6-5-7 16,14-6-29-16,5-2-15 15,9-7-30-15,5-1-9 16,2-3-21-16,1-2-23 16,7-5-43-16,1-4 42 15,5-6-86-15,2-4-229 16,-2-3 198-16</inkml:trace>
  <inkml:trace contextRef="#ctx0" brushRef="#br2" timeOffset="124163.37">3882 7365 1287 0,'-38'31'86'0,"1"2"61"0,2 5-117 16,2 3 3-16,5 8-33 15,3 3 3-15,8 10-3 16,4 4-6-16,6 3-6 15,4 1 6-15,7-2 3 16,2-2 3-16,10-9 15 16,3-3-3-16,11-11 9 15,6-3 3-15,10-7-6 16,6-8-6-16,9-10 5 16,2-7-17-16,2-16 12 15,-2-8 0-15,1-14 12 16,-1-7 0-16,-3-9 0 15,-3-4 0-15,-3-8-9 16,-1-6 0-16,0-10 0 16,-3 0-3-16,-8-8-3 0,-9 3-6 15,-15 6 3 1,-8 6-3-16,-17 10-3 0,-9 1 9 16,-16 7-9-16,-11 1 9 15,-17 10-9-15,-8 6 0 16,-14 14 0-16,-5 9-15 15,-7 16-18-15,-3 9-9 16,-1 19 6-16,4 10 12 0,8 16 21 16,9 5 12-16,14 14 15 15,11 6-6-15,24 8-60 16,13 3-113-16,30-6 97 16</inkml:trace>
  <inkml:trace contextRef="#ctx0" brushRef="#br2" timeOffset="125029.16">3739 8045 923 0,'-9'5'55'0,"5"0"11"15,3 0-70-15,9-4-42 16,2 2-6-16,3-3-14 16,-1-2-16-16,1 1-23 15,-4-3 9-15,0 2 35 16,-3 2 27-16,-1-3 43 16,-3 1 9-16,-2 2 27 15,0 0 12-15,0 0 16 16,0 0-2-16,0 0-21 15,0-1-16-15,0 1-20 16,-13 0-7-16,4 6-7 16,-3 4 0-16,1-1 0 0,-1-1-3 15,3-1-24-15,1-2-46 16,2-1-175-16,2-1 164 16</inkml:trace>
  <inkml:trace contextRef="#ctx0" brushRef="#br2" timeOffset="125796.02">3730 8080 1042 0,'-10'6'90'0,"2"1"60"15,-1-1-67-15,4 0-60 16,4 0-17-16,-1-2-41 16,2 0-31-16,0-4-75 15,0 0-17-15,0 1 10 16,0 0 48-16,0 0 127 16,0 0 39-16,0 0 41 15,0-1 8-15,0 0-44 16,0 1-16-16,0 0-34 15,0-1-9-15,0 0-18 0,1 0-2 16,-1 0-6-16,0 0 1 16,0 0 7-16,0 0 2 15,-1 0 14-15,0 0 9 16,0 0 14-16,1 0 4 16,0 0-10-16,-1 0-4 15,0 0-17-15,0 0-6 16,1 0-15-16,0 0-12 0,0 0-20 15,1 0 1-15,0-1 11 16,0 0 15-16,-1 1 20 16,0 0 6-16,1-1 21 15,0 0 2-15,0 0 4 16,-1 0-6-16,0 0-17 16,0 1-6-16,0 0-4 15,-1-1-2-15,0 0 2 16,-13-4 0-16,9 12 0 15,-3 0 2-15,3 1-2 16,3-1 0-16,1-1 2 16,3-2-2-16,4-2 0 15,-1-2 0-15,5-4-2 16,-4-1-4-16,2-2 4 16,-1 0 0-16,-3-1 2 0,-2 0 6 15,-1 3 6-15,-3-3 5 16,-1 3 1-16,1 1-1 15,2 4-5-15,0 0-8 16,0 0-3-16,-1 0-1 16,0 0 0-16,-14 12-1 15,13-2-1-15,1 0 0 16,1-2-2-16,0 0 2 0,2-2-16 16,0-1-59-16,-1-5 50 15</inkml:trace>
  <inkml:trace contextRef="#ctx0" brushRef="#br2" timeOffset="126878.83">3409 7607 607 0,'-35'21'80'16,"1"5"56"-16,6 11-88 15,3 7-25-15,9 11 13 16,5 7 24-16,6 17 22 15,5 5-10-15,8 16-16 16,3 2-23-16,9-7-21 16,6-4-8-16,7-19 0 15,4-11 3-15,11-19 18 16,4-9 10-16,16-20 20 16,3-10 1-16,8-16-14 0,0-9-5 15,-9-17-19-15,-3-9-1 16,-12-12 45-16,-4-8 4 15,-14-13-10-15,-6-6-8 16,-16-10-33-16,-10-2-9 16,-21-2-48-16,-17 1-36 15,-28 11-35-15,-14 11 50 16,-17 25 31-16,-13 16 14 0,-10 30 18 16,-2 16 8-16,-9 29 5 15,6 13 11-15,8 18 22 16,9 5 81-16,30 5-2 15,11 1-26-15,34 5-75 16,14 0-51-16,31 0-93 16,15-4-77-16,34-13 141 15</inkml:trace>
  <inkml:trace contextRef="#ctx0" brushRef="#br2" timeOffset="127896.43">3376 8450 473 0,'-3'0'129'16,"3"0"136"-16,0 0-140 15,0 0-98-15,0-1-11 16,12-9-14-16,-5 5 1 0,-2 2-1 15,0 0-2-15,0 1 2 16,-5 2 0-16,0 0 1 16,1-1-3-16,0 0 8 15,0 1-2-15,-1-1 3 16,0 0 1-16,0 1 13 16,0-1 4-16,-1 0 8 15,0 1 2-15,0 0-2 16,-21 7-4-16,16-1 0 15,0 0-4-15,2-1-4 16,-2-1-5-16,6-4-7 16,0 0-5-16,0 0-4 15,0-1 0-15,8-13-2 16,-3 5 2-16,1 2 4 16,0 1 2-16,-2 4-1 0,-4 2-1 15,0 0-2-15,0 0 0 16,0 1-4-16,0-1 2 15,0 1 0-15,0 0 0 16,0 1 4-16,-1-1-5 16,0 1 3-16,1-1-2 15,-1 1 0-15,0-1-2 16,1 0 0-16,0 1-2 16,0-1 2-16,0 1 0 0,-3 20 0 15,3-22 0-15,0 0-2 16,0 0-2-16,0 0-3 15,4-13-3-15,-4 4 0 16,-1-1 3-16,-2 2 1 16,0-1 0-16,-4 7-31 15,0 2-38-15,-5 6 40 16</inkml:trace>
  <inkml:trace contextRef="#ctx0" brushRef="#br2" timeOffset="128794.96">3252 8459 1346 0,'-4'7'56'0,"1"1"27"16,2-2-110-16,2 0-60 0,3-3 48 15</inkml:trace>
  <inkml:trace contextRef="#ctx0" brushRef="#br2" timeOffset="129764.14">3331 8439 700 0,'2'-3'128'0,"2"0"99"15,-3-1-113-15,-1 4-71 16,0 0-22-16,0 0-21 16,-1 0-17-16,-20 1-26 15,11 7-1-15,2 1 5 16,-1 0 17-16,4-1 30 15,4-2 2-15,1-1 0 16,1-1-7-16,3 0-4 16,1-3-9-16,1-1-6 15,0 0 1-15,2-4 0 0,-1 2 4 16,-2-2 17-16,-1 0 10 16,-3 1 9-16,-1 3 6 15,0 0 0-15,0-1-4 16,0 0-11-16,0 0-7 15,-1 1-20-15,1 0-18 16,-1-1-20-16,0 0-3 16,0 0 6-16,-1 0 19 15,1 0 27-15,0 1 14 0,0 0 11 16,1-1 2-16,-1 0-4 16,0 0-10-16,1 1-23 15,0 0-11-15,0 0-23 16,1 0-3-16,0 0 15 15,0 0 14-15,23-8 13 16,-24 8 7-16,1 0 23 16,0-1 14-16,-1 0 7 15,0 0-4-15,1 0-19 16,0 1-9-16,0 0-7 16,-1-1 3-16,0 0 11 15,-8-12 8-15,-4 12 26 16,-1-1 9-16,-1-2 9 15,-1-3-1-15,0-4-24 16,-1-3-11-16,-4-8-19 0,-3-7-3 16,-5-13 16-16,-8-6-4 15,-7-7-3-15,-4 2-3 16,-3 7 38-16,3 6 34 16,9 11 39-16,7 5-4 15,11 8-53-15,3 5-27 16,8 2-87-16,1 4-42 15,8 5-39-15,0 0-8 0,-3 6 41 16,7 3 28-16,3 1 41 16,1 1 9-16,2-1 3 15,0-3 6-15,0-3 6 16,-1 0-6-16,1-3 0 16,0-1 0-16,-1-3 0 15,0-1 3-15,-3-1 3 16,-1 0 0-16,-3 0-6 15,-2 0-3-15,-3 0 0 16,-2 0 3-16,-5-1 3 16,2-1-3-16,-2 0 3 15,0 1 0-15,0-1 0 16,-1 4 0-16,3 3-3 16,1 4 0-16,1 3 3 15,-1 3-3-15,4 0-3 0,0 4 3 16,2-1-6-16,-1 2 3 15,-1-2 3-15,-1 1-3 16,0-5 0-16,3-2 6 16,-1-2-9-16,2-1-21 15,2-2-128-15,1 1 124 16</inkml:trace>
  <inkml:trace contextRef="#ctx0" brushRef="#br2" timeOffset="130331.4">2997 8066 1336 0,'-18'-5'39'15,"-2"-1"-10"-15,0 0-39 16,0 1-19-16,-5 1-68 16,-2 4-48-16,-4 7-132 15,-7 5 1-15,-4 13 116 16,-4 7 81-16,0 16 143 0,3 9 84 16,8 11 162-16,7 4-9 15,15 7-78-15,10 4-61 16,21 6-14-16,9 0-52 15,24-2-78-15,11-8-12 16,15-24-15-16,5-15 0 16,11-33-6-16,1-14 3 15,9-24 21-15,3-12 12 0,-3-13 3 16,-3-4-3-16,-13-7-12 16,-12 2 0-16,-18-4 0 15,-11 0-3-15,-23-5 6 16,-10-3 0-16,-22-5-6 15,-14 1 9-15,-30 2-6 16,-13 5-6-16,-22 12-60 16,-15 11-51-16,-10 26-86 15,-4 15 97-15,-3 30 39 16,7 14 20-16,14 17 55 16,8 7 20-16,25 4 4 15,13 4-5-15,27 8-45 16,11 5-75-16,23 0 48 15</inkml:trace>
  <inkml:trace contextRef="#ctx0" brushRef="#br2" timeOffset="132296.75">2148 8381 1351 0,'0'0'16'0,"6"-1"-30"16,4-3-7-16,12-2 2 16,5-3 1-16,9-7 16 15,8-5 6-15,12-14 12 16,10-5 7-16,17-15 8 16,9-5-4-16,16-14 0 15,2-5-2-15,10-5-5 16,-2-5-7-16,-3 0-7 15,2 0 0-15,-10 1 0 0,-1 3-1 16,-8 6 3-16,-7 2-2 16,-9 5-2-16,-3 5-2 15,-15 9 2-15,-5 5-4 16,-13 11 0-16,-11 5 0 16,-10 14 0-16,-4 4-2 15,-10 9 4-15,-4 3 4 16,-4 5-3-16,-3 2 3 15,0 0 12-15,0 0 12 0,0 0 6 16,-5 14-6-16,2-4-12 16,0 2-4-16,-1 3-2 15,4 2-6-15,0 1 3 16,0 0-6-16,7 2 12 16,3-1 6-16,8 1 9 15,6 1 6-15,11 1-21 16,4-1 0-16,5 3-12 15,1 1 0-15,0 4-3 16,-1 1 0-16,-1 4 0 16,0-3-3-16,-4-7 0 15,-1-5 0-15,-6-9 6 16,-3-4 3-16,-7-1 9 16,-6-2 6-16,-5 0 9 15,-6-2 14-15,-3 2 28 16,-2 0 3-16,-7 3-18 0,-2 1-1 15,-4 1-35-15,-2 1-9 16,-3 0-3-16,0 3-12 16,-5 3-15-16,-3 3-12 15,-3 5-5-15,-1 3 8 16,0 10 6-16,1 3 9 0,-2 13 9 16,-2 5 0-16,-3 7-3 15,-3 2 6-15,-7 6-12 16,1 1 0-16,-3 4 3 15,2 4 3-15,1 6 3 16,1 2 3-16,-4 2-6 16,-2-3-9-16,-2-10-12 15,-1-5-3-15,0-12 15 16,4-4 6-16,-1-11 9 16,2-5 0-16,8-8 6 15,4-4 3-15,9-5-9 16,1-2-21-16,4-1-80 15,-2-2-19-15,1 0 10 16,3-2 23-16,1-5 85 16,1-1 13-16,1-5 37 15,1-3 9-15,-3-3-19 16,3-5-2-16,-2-7-18 0,0-3-18 16,1-3-3-16,-2-1-3 15,0-1 0-15,1 1 9 16,-3 3 0-16,0 1 6 15,-3 1 0-15,-2 0 3 16,-3-4 9-16,-3-4 0 16,-5-7 0-16,0-6 3 15,-2-11-12-15,-1-4-9 0,1-5-33 16,0 0-12-16,1 8-12 16,2 4 6-16,4 15 22 15,1 7 8-15,4 10-6 16,1 6-9-16,2 3 12 15,2 0 6-15,1-1 15 16,2-3 15-16,2-2 18 16,2-2 9-16,4-1 17 15,2 0 1-15,4 0-39 16,2 2-42-16,1 3-188 16,2 2-163-16,1-3 236 15</inkml:trace>
  <inkml:trace contextRef="#ctx0" brushRef="#br2" timeOffset="133280.01">4609 8385 671 0,'17'30'175'0,"6"9"162"16,8 9-233-16,13 12-80 16,10 5-19-16,14 6-5 0,2 3 0 15,5 1-3-15,4-1 1 16,-1-2 2-16,-4-1 2 16,-4-6 1-16,-6 2 11 15,-10-6 40-15,-5-1 12 16,-15-7 19-16,-9-6 97 15,-11-13-68-15,-4-7-30 16,-6-16-55-16,-3-11-14 0,-5-18-9 16,-3-13-6-1,-14-23-95-15,-7-11-61 0,-17-13-92 16,-5-5-47-16,-7-7 179 16</inkml:trace>
  <inkml:trace contextRef="#ctx0" brushRef="#br2" timeOffset="133978.54">4617 8193 1132 0,'32'-22'64'0,"3"-7"56"16,15-15-102-16,10-9-10 15,6-12-8-15,2-3 2 16,-1 2-2-16,1 4 0 16,-3 8 3-16,0 1 1 15,-4 7-2-15,-3 2 0 16,-4 4-29-16,-1 4-23 15,-10 3-24-15,-8 4-1 0,-15 2 28 16,-7 4 24-16,-7 6 40 16,-4 2 20-16,-2 8 35 15,0 7 15-15,0 0-6 16,-1 5-11-16,1 8-22 16,0 3-11-16,0 6-12 15,5 7 1-15,2 12-14 16,5 10-6-16,12 25 9 15,9 6 0-15,19 16 9 16,12 1-9-16,8-3-33 16,-1-3-33-16,-3-11 4 15,-9-6 18-15,-5-12 9 16,-4-6 12-16,-11-9 26 16,-3-5 11-16,-12-8 67 15,-5-3 53-15,-9-7-8 0,0-4-22 16,-9-6-53-16,-2-2-24 15,-13-2-30-15,-12 2-12 16,-16 0-33-16,-6 6-12 16,-17 5-12-16,-2 3 6 15,-11 11 24-15,-7 5 13 16,-3 7 14-16,2 4 0 0,6 3 9 16,3-2-4-16,4-1-13 15,0-3-13-15,8-5-15 16,8-3-6-16,12-7 9 15,5-4-18-15,16-11-68 16,7-8-18-16,17-17 92 16</inkml:trace>
  <inkml:trace contextRef="#ctx0" brushRef="#br2" timeOffset="135112.34">6303 7551 2073 0,'34'88'119'0,"10"3"-113"16,6 5-152-16,7-7-180 15,-1-10 44-15,-3-18 75 16,-4-9 38-16,-7-16 122 0,-5-6 87 16,-12-10 88-16,-3 0-1 15,-7-6-57-15,-4-3-31 16,-5-2-27-16,-1-4-7 16,-5-5 11-16,-4-3 3 15,-7-9 8-15,-2-5 1 16,-7-15-1-16,-3-7 3 0,-9-13-21 15,-3-9-9-15,-9-10-53 16,-2-6 24-16,-3-6-12 16,0-1 5-16,10 9 16 15,7 5 12-15,9 18 18 16,8 10 9-16,6 13 11 16,3 5 2-16,6 7 5 15,6 2 34-15,6-1-3 16,6-2-14-16,18-6-21 15,4-4-9-15,11-2-6 16,3 0-6-16,-3 1-9 16,-3 3 3-16,-3 2 27 15,-5 0 12-15,-2 2 5 16,1-2-2-16,1-3-33 16,2-1-21-16,0-4-57 15,-1 1-32-15,-4 1-37 16,-4 2 4-16,-8 8 68 0,-6 4 39 15,-11 9 19-15,-6 6 0 16,-6 6 14-16,-4 6 11 16,-2 5 78-16,0 2 21 15,5 5-8-15,2 1-25 16,7 6-41-16,5 3-18 16,8 10-24-16,4 8-6 0,3 15 0 15,3 8 0-15,2 10-3 16,5 0-3-16,1-4-24 15,3-6-12-15,1-10-23 16,-2-5-7-16,-8-15 15 16,-2-5 12-16,-14-10 36 15,-9-3 12-15,-13-3 21 16,-10-1-3-16,-13 3 3 16,-8 1-3-16,-12 3-6 15,-7 2-3-15,-9 4 0 16,-2 5-3-16,1 5-6 15,-4 3 6-15,2 2-15 16,1 1-27-16,-2-2-114 16,3-2-38-16,8-15 139 15</inkml:trace>
  <inkml:trace contextRef="#ctx0" brushRef="#br2" timeOffset="137479.65">8277 6047 1198 0,'0'0'39'15,"0"0"6"-15,5 7-38 16,5 6-7-16,2 7 8 16,8 20 17-16,6 13 4 15,5 28 8-15,3 17-10 16,1 21-13-16,-1 5-14 0,-2 2-27 15,0-8-2-15,-1-23 0 16,-2-11 9-16,-4-23 42 16,-1-6 20-16,-5-12 30 15,1-5 5-15,-6-8 88 16,-1-7-6-16,-1-8-61 16,-2-6-23-16,-3-9-39 15,1-3-15-15,-5-11-24 16,-1-5-15-16,-2-13-21 15,-5-7-9-15,-1-16-41 16,-6-9-19-16,-5-14-62 16,-2-6 47-16,-7-6 28 15,-2-2 13-15,-4 2 30 16,-5 3 19-16,1 8 39 16,0 5 17-16,3 15 33 15,6 6 10-15,0 8 4 0,2 5-18 16,4 5-26-16,4 5-15 15,5 8-11-15,3 4 4 16,9 6-4-16,2 0 0 16,12 3 2-16,6-2-2 15,13-1 0-15,7 1-2 16,12-3 2-16,5-2 5 16,12-6 4-16,0-4-3 15,10-5-3-15,-1-6 0 0,0-1 0 16,2-4 0-16,-3 1 0 15,-1 2-3-15,-3-1 3 16,-3 2-3-16,-5-1 0 16,-2 0 0-16,-4-1 0 15,-2 1 0-15,1 1 0 16,-3 0 0-16,-5 3-15 16,-6 3 0-16,-16 8-1 15,-4 8 7-15,-11 12 1 16,-4 2 0-16,-4 9 6 15,-3 2 4-15,2 7 8 16,-2 4 3-16,3 7 11 16,1 5 6-16,3 15 3 15,2 12 6-15,4 21 17 16,0 12 1-16,-1 12-15 0,-2-1-12 16,-1-5-27-16,-1-7-6 15,5-16-6-15,6-10-6 16,8-18 9-16,3-8 6 15,1-10 0-15,-1-5 6 16,-3-6-3-16,-4-3 3 16,-8-5-3-16,-4-2 0 15,-10 0-3-15,-5-1 0 0,-10 1 9 16,-9 3 9-16,-12 3-3 16,-10 1-3-16,-16 9-24 15,-10 1-18-15,-13 11 3 16,-5 6-3-16,-18 12 12 15,-3 6 15-15,-15 12 6 16,-2 4 15-16,-3 6 21 16,-1-1 12-16,5 2 11 15,-2-1 4-15,6-6-15 16,9-5-12-16,8-13-21 16,11-8-3-16,20-18 3 15,11-6 9-15,27-11 29 16,10-4 10-16,18-6-30 15,6-3-34-15,10-3-210 16,10-4-130-16,9-11 156 0</inkml:trace>
  <inkml:trace contextRef="#ctx0" brushRef="#br2" timeOffset="138963.01">9208 7125 1553 0,'5'8'120'0,"9"16"8"15,7 11-59-15,13 34-21 16,6 15-4-16,2 25-32 16,0 7-27-16,-2-6-62 15,-2-5-19-15,-6-19-20 16,-3-14 11-16,-11-19 73 15,-3-11 27-15,-10-19 51 16,0-7 79-16,-5-16 67 16,0 0 5-16,-9-6-48 15,1-10-50-15,-6-15-84 16,-3-12-30-16,-7-21-54 16,-1-8-32-16,-5-18-19 15,0-5 1-15,-3-6-1 16,0-3 9-16,-1 9 4 15,2 6 44-15,3 16 41 16,2 12 7-16,1 18 21 16,-1 5 3-16,4 10 5 0,1 4 1 15,8 8-3-15,8 3 17 16,7 6-5-16,6 2-3 16,14 3-9-16,7-2 0 15,22-1 26-15,9-1 7 16,16-8 3-16,8-2-6 15,9-8-27-15,0-2-12 0,-2-8-3 16,-1-1 3-16,-7-3-3 16,-4 2 3-16,-8 3-3 15,-7 2 3-15,-13 4-3 16,-6 1 3-16,-9 4-3 16,-6 0 0-16,-10 3 0 15,-5 4 0-15,-7 7 0 16,-7 8 36-16,0 0 47 15,0 0 4-15,-7 1 6 16,1 10-37-16,4 10-44 16,-2 9-12-16,9 15 0 15,6 12 0-15,10 18-6 16,5 10 12-16,13 11-3 16,2 1-3-16,5-8-18 15,-3-5-23-15,-9-14-7 16,-4-10 9-16,-11-16 24 0,-4-11 21 15,-5-17 33-15,-4-6 3 16,-4-7 2-16,-5 0 4 16,-13 2-9-16,-8 1-12 15,-26 9-3-15,-14 3-17 16,-17 11-5-16,-10 5-2 16,-11 9 2-16,0 3 3 15,-6-2-9-15,3 0-32 0,7-9-230 16,-1-2-291-16,21-7 441 15</inkml:trace>
  <inkml:trace contextRef="#ctx0" brushRef="#br2" timeOffset="140478.87">10429 6991 1956 0,'49'-16'216'0,"7"0"-1"15,3-2-126-15,3 2-208 16,-5 0-177-16,-7 1-361 15,-1 0 484-15</inkml:trace>
  <inkml:trace contextRef="#ctx0" brushRef="#br2" timeOffset="140830.29">9981 5918 2316 0,'20'-12'50'16,"6"-1"-28"-16,18-3-182 16,4-4-85-16,7-4-24 15,5-3 71-15,-1-5 130 0,0-1 20 16,-4-1-8-1,-4 1-167-15,-20-1 144 0</inkml:trace>
  <inkml:trace contextRef="#ctx0" brushRef="#br2" timeOffset="141261.94">7127 7324 2357 0,'7'-11'134'16,"17"-6"18"-16,15-4-116 15,25-12-34-15,9-6-7 16,17-6-93-16,-3-2-105 16,-10 0-389-16,-6 1 317 15</inkml:trace>
  <inkml:trace contextRef="#ctx0" brushRef="#br2" timeOffset="141679.76">5565 7897 2297 0,'13'-33'76'0,"16"-8"-29"15,13-8-56-15,28-19-10 16,7-7-17-16,4-7-163 16,3-1-136-16,-11 4 159 15</inkml:trace>
  <inkml:trace contextRef="#ctx0" brushRef="#br2" timeOffset="142097.37">4171 7497 2527 0,'-5'-9'121'0,"18"-6"-36"15,17-4-69-15,31-18-46 16,13-10-31-16,14-11-188 15,-2-1-245-15,-12 1 213 16</inkml:trace>
  <inkml:trace contextRef="#ctx0" brushRef="#br2" timeOffset="143162.7">11148 6941 1113 0,'-7'17'76'16,"2"4"50"-16,2 3-43 15,2 3-33-15,0 2-1 16,0-2-11-16,0-2 25 16,3-7-3-16,4-3-16 0,4-6-29 15,6-3-9-15,8-3-3 16,7-3 9-16,10-4 0 15,1 3 6-15,1 1-9 16,-4 1-3-16,-10 8-3 16,-6 0-3-16,-12 2-12 15,-7 3-3-15,-13 2 0 16,-8 4-3-16,-14 0-53 16,-5-1-64-16,2-11 108 15</inkml:trace>
  <inkml:trace contextRef="#ctx0" brushRef="#br2" timeOffset="143344.94">11214 6918 3112 0,'26'-21'67'16,"16"-2"-81"-16,11-1-73 15,16-2-191-15,3-5-676 16,-8-4 554-16</inkml:trace>
  <inkml:trace contextRef="#ctx0" brushRef="#br2" timeOffset="144478.87">8193 8080 2720 0,'-11'-3'81'0,"0"2"103"15,4 5-486-15,-3 6 87 16</inkml:trace>
  <inkml:trace contextRef="#ctx0" brushRef="#br2" timeOffset="144779.16">7405 9139 2641 0,'-5'0'141'0,"5"0"46"0,0 0-132 15,0 0-231-15,8-6-134 16,2-12 42-16</inkml:trace>
  <inkml:trace contextRef="#ctx0" brushRef="#br2" timeOffset="145029.23">6503 9261 2918 0,'-13'-7'114'0,"4"-1"-27"15,3-2-136-15,8-10-223 16,7-11-250-16,2-13 65 16</inkml:trace>
  <inkml:trace contextRef="#ctx0" brushRef="#br2" timeOffset="145429.14">7178 5863 3048 0,'-14'-11'0'0,"3"10"-178"0,3 9-85 16,3 19-364-16,1 8-104 16,-3 4 576-16</inkml:trace>
  <inkml:trace contextRef="#ctx0" brushRef="#br2" timeOffset="145745.44">5261 6730 2946 0,'-5'4'51'0,"9"0"-94"0,7-4-130 16,13-14 85-16</inkml:trace>
  <inkml:trace contextRef="#ctx0" brushRef="#br2" timeOffset="145995.01">4628 5825 3185 0,'-11'-11'52'16,"3"1"-30"-16,10 8-131 16,9 2-117-16,12-7 106 15</inkml:trace>
  <inkml:trace contextRef="#ctx0" brushRef="#br2" timeOffset="146300.14">3309 6168 2826 0,'-15'-8'90'16,"4"4"-19"-16,6 7-30 0,11 15-159 16,4 7-99-16,1 15 77 15</inkml:trace>
  <inkml:trace contextRef="#ctx0" brushRef="#br2" timeOffset="146545.66">3077 7270 3257 0,'5'-10'30'16,"0"1"-85"-16,21-1-245 16,2 0 150-16</inkml:trace>
  <inkml:trace contextRef="#ctx0" brushRef="#br2" timeOffset="149578.34">10826 10497 1386 0,'-1'-3'132'16,"1"0"560"-16,15-1-569 16,8-2-103-16,23-5-17 15,8-3-3-15,10-2 0 16,1 0-3-16,-1 1-50 16,-2 2-78-16,-11 3-106 15,-5 2-43-15,-14 2 24 16,-7 2 173-16</inkml:trace>
  <inkml:trace contextRef="#ctx0" brushRef="#br2" timeOffset="149761.34">11059 10711 2910 0,'81'-24'-357'0,"4"-10"92"15</inkml:trace>
  <inkml:trace contextRef="#ctx0" brushRef="#br2" timeOffset="150944.54">11651 10344 1289 0,'-3'1'43'0,"2"7"-2"16,0 5-32-16,1 17-9 16,1 9 2-16,0 14-2 15,-1 7-2-15,-1 8 4 16,-2 2 2-16,0-7-2 15,0-7 0-15,-2-17 0 16,1-13-2-16,2-15 15 0,2-11 13 16,-4-6 14-16,3-12 9 15,2-18 23-15,4-9-8 16,1-14-46-16,3-3-14 16,4-3-3-16,1 2-3 15,3 8 3-15,0 5 0 16,0 14 0-16,-1 5 6 15,-3 13-6-15,-1 7 6 16,2 12 12-16,-2 5 3 0,2 11 0 16,-2 4 0-16,-1 11-15 15,-1 1-6-15,-2 3-6 16,-1-2-9-16,-1-7-9 16,-2-5-3-16,1-9 6 15,1-7 12-15,0-7 12 16,3-5-3-16,2-12 6 15,1-6-6-15,3-8-6 16,0 0 3-16,-2 3-9 16,0 3 0-16,-4 9 9 15,0 4 0-15,-4 8 0 16,0 5-3-16,0 5 3 16,2 5 3-16,5 5 0 15,4 3 0-15,4-1-81 16,6 0-68-16,-2-4 118 0</inkml:trace>
  <inkml:trace contextRef="#ctx0" brushRef="#br2" timeOffset="151145.31">12180 10448 1132 0,'4'-5'57'16,"-3"2"24"-16,-1 3-58 15,0 0-21-15,5 9 2 16,-5 2 2-16,-5 2 5 0,-3 4 13 15,0 0 3-15,-4-2 2 16,3-3-4-16,2-7-25 16,2-3-21-16,2-13-134 15,1-5 99-15</inkml:trace>
  <inkml:trace contextRef="#ctx0" brushRef="#br2" timeOffset="151446.44">12151 10313 1192 0,'6'-18'101'0,"1"0"64"15,0 1 11-15,5 6 12 16,0 3-48-16,9 8-92 16,3 7-30-16,4 15-27 15,-2 6-6-15,-7 11-24 16,-6 2-8-16,-8-3-19 16,-5-4 12-16,-3-9 30 0,-3-7 12 15,2-11 21-15,4-7-3 16,0 0 6-16,-2-6-3 15,4-9 9-15,0-4-3 16,6-6 0-16,5-3 0 16,9-2-15-16,2 1 6 15,1 1-6-15,-2 3 0 16,-7 9 12-16,-3 7 9 0,-1 12 29 16,-2 9-2-16,2 11-9 15,1 6-9-15,5 0-144 16,3 0-113-16,4-10 135 15</inkml:trace>
  <inkml:trace contextRef="#ctx0" brushRef="#br2" timeOffset="151861.47">11921 10841 2376 0,'74'-21'-118'16,"7"-1"20"-16,8-4 50 15,4 0 27-15,-8 4 21 16,-4 2 6-16,-9 6 3 15,-12 1-3-15,-10 3-24 16,-4 0-108-16,-8-5 90 16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6:56:05.916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14103 5312 2034 0,'-53'58'6'0,"-80"78"24"0,4 5 6 0,-12 20 6 0,17-2 5 0,36-22 31 0,18-9-11 0,39-18-15 0,13-10-6 0,29-16-16 0,11-6-7 15,20-9-9-15,11-1-3 16,16-7-1-16,8-3 4 16,17-9-2-16,8-3 5 15,21-11-3-15,11-7-7 0,21-15 5 16,11-7-11-16,10-20 3 15,0-11 1-15,11-19-1 16,-4-7-1-16,-4-16 3 16,0-6-1-16,-9-8-5 15,-3-5 0-15,-1-11 2 16,-5-3-2-16,-5 2-9 16,-8 2-8-16,-21 15-77 15,-5 5-76-15,-17 9-650 16,-9 2 675-16</inkml:trace>
  <inkml:trace contextRef="#ctx0" brushRef="#br0" timeOffset="832.81">16839 3772 1206 0,'-139'42'89'0,"-8"8"128"0,-8 18-192 0,-9 7 15 0,-15 8 38 16,-3 5 5-16,-11 12 7 15,6 3-21-15,-11 6-28 16,4-2-11-16,15-1 9 15,-8 3 9-15,25-2 6 16,0 1-6-16,2 6-13 16,11 1-8-16,2 0-9 15,14-1 0-15,15-6-3 16,11-9 3-16,25-10 0 16,12-7-2-16,30-13 4 15,13-5-6-15,19-8-8 16,8-5 3-16,14-8-9 15,4-8 2-15,10-10-4 0,5-8-16 16,14-18 8-16,5-12 3 16,12-20 9-16,0-10 13 15,7-18-12-15,7-4-13 16,0-10-60-16,5-5-127 16,-1-7 122-16</inkml:trace>
  <inkml:trace contextRef="#ctx0" brushRef="#br0" timeOffset="1382.67">15794 4239 1330 0,'72'-38'64'0,"3"-1"35"0,14 1-66 0,4-1 3 0,8 1 24 16,8-5-9-16,-7-1-7 0,-1-5-8 15,-4-6-12-15,-7 5 3 16,2 1 15-16,-3 7 30 15,-7 9 41-15,-2 3 7 16,-3 14 5-16,-1 5-45 16,-1 9-35-16,-1 4-9 15,0 7-19-15,-1 5-3 0,-3 14-6 16,-5 7-3-16,-13 18-4 16,-8 5 4-16,-12 10 0 15,-4 5-1-15,-13 6 8 16,-8 9-3-16,-20 23 3 15,-14 14-1-15,-28 22-6 16,-15 4-2-16,-27 2-3 16,-11-4 2-16,-13-4 4 15,-6-2-5-15,-1-8 5 16,-3 1 0-16,-3-6 1 16,5-3 4-16,-7-1-1 15,1-2-5-15,-9-4-4 16,-9 2-1-16,-10-5-15 15,-5-7-51-15,4-17 47 16</inkml:trace>
  <inkml:trace contextRef="#ctx0" brushRef="#br0" timeOffset="2419.51">13979 7537 1295 0,'15'-34'138'0,"-6"2"562"0,-9 7-647 0,-13 5 43 0,-11 4-7 0,-19 8-4 0,-9 6 0 15,-18 15-50-15,-10 9-18 16,-21 20-13-16,-11 7-5 15,-17 20-16-15,-11 11-15 16,-13 21-44-16,-6 9-33 16,-7 16-49-16,-6 5 0 15,2 8 68-15,1 8 49 16,-3 2 38-16,6 11 3 16,8 4 0-16,9-2 3 0,3 1 6 15,7-8 8-15,11 0 43 16,4-4 18-16,29-11 15 15,13-11 2-15,30-28-22 16,15-13-12-16,29-25 0 16,15-10-5-16,28-9-8 15,16-3-13-15,32-7-13 16,14-4-3-16,32-21-14 16,10-9-2-16,19-25 0 15,14-13-2-15,12-18-1 16,6-8 2-16,14-18-2 15,-4-7 1-15,11-18-2 16,1-11 1-16,-1-15 0 16,5-8 0-16,-6-7 0 15,6-4 0-15,-8-11 1 16,-7-1 0-16,-17-2 1 0,-10 0-1 16,-36 13-2-16,-16 6-2 15,-32 9-5-15,-24 8-5 16,-22 12-30-16,-16 8-39 15,-26 18-153-15,-15 16-129 16,-27 25-51-16,-13 17 143 16,-34 29 191-16</inkml:trace>
  <inkml:trace contextRef="#ctx0" brushRef="#br0" timeOffset="4304.31">21786 3763 1637 0,'-56'13'119'0,"-6"11"-14"0,-15 12-63 0,-25 17-13 0,-14 6-5 16,-34 8-6-16,-9 3-6 15,-28 9 6-15,-11 7 12 16,-24 17 48-16,-13 8 32 15,-12 18 6-15,-13 11-31 0,-12 21-26 16,-15 14-19-16,-13 24-21 16,-7 10-7-16,-13 16-8 15,3 1 2-15,-7 8 0 16,6-3-4-16,2-9 1 16,0 0-1-16,10-9 0 15,0 0-2-15,12 7 0 16,-1 1 0-16,19 12 0 15,-8 4-2-15,2 7 0 16,13 10-3-16,-8-2-3 16,16-3-5-16,8-4-9 15,5-13-10-15,16-9-34 16,8-4-40-16,8-7-239 16,8-5-37-16,11-8 216 15,3 3 67-15,12-13 138 16,13-1 54-16,7-13 106 0,12-16 132 15,21-18-92-15,5-12-97 16,29-20-82-16,13-8-20 16,23-19-21-16,15-6-4 15,22-16-9-15,9-8-2 16,20-15-4-16,11-7-17 16,24-16-1-16,19-8 1 15,25-17 10-15,14-10 14 0,28-18 0 16,3-10 2-16,18-15-7 15,13-4-2-15,7-7 4 16,12-1-4-16,13 0 0 16,-3 0 0-16,19 1 2 15,4 0 0-15,6-3 1 16,18-5 4-16,-3-5-5 16,8-7 6-16,0-16-8 15,-8-9 5-15,-1-13-4 16,-8 0-1-16,5 7 1 15,2 3-1-15,5-3-2 16,0-2-2-16,-2-4-16 16,-1-1-387-16,-10 2 257 15</inkml:trace>
  <inkml:trace contextRef="#ctx0" brushRef="#br0" timeOffset="5900.9">15536 9609 1506 0,'-28'0'167'0,"-5"3"170"0,-6 3-178 0,-6 6-133 0,-6 1-14 0,-19 6-15 16,-17 5 0-16,-19 5 3 16,-8 5 0-16,0 8 6 15,-9 5 0-15,-6 8 0 16,-13 7-3-16,-23 9-3 0,3 6 3 16,-17 8-3-16,0 5 0 15,-4 10 3-15,2 2-3 16,-3 0 0-16,2 0 0 15,3 1-9-15,1 3 6 16,1 11 3-16,7-1-3 16,7-1 9-16,6-7 0 15,10-12-3-15,8-1 3 0,16-5-6 16,4-4 0-16,19-4 9 16,8-1 3-16,15-8 12 15,10-3 21-15,25-9-2 16,8-9 6-16,25-11 2 15,9-6-13-15,26-12-9 16,16-1-10-16,24-9-5 16,22-4-5-16,15-10-2 15,13-5 6-15,26-14-2 16,6-4 1-16,29-11-1 16,10-4-3-16,15-5-2 15,12-1-4-15,13-6 0 16,5-5 0-16,13-7 2 15,-3-4 1-15,4-12 2 16,8-2 2-16,-5-8 10 16,-5-3 4-16,-1-4 2 0,-12-2-1 15,-12-5-10-15,-3-5-5 16,-24 2-6-16,-14 4-2 16,-22 11 0-16,-14 2 1 15,-27 3 1 1,-8-7 2-16,-24-4 1 0,-11 0-2 15,-23 6-2-15,-14 6-2 16,-24 11-5-16,-10 6-3 16,-27 10 2-16,-15 6 3 0,-25 8-2 15,-15 5-3-15,-18 14-2 16,-14 4-4-16,-22 16-4 16,-11 5 0-16,-22 13-9 15,-3 6-5-15,-25 13-27 16,-5 6-28-16,-10 18-195 15,-9 8-517-15,0 14 642 16</inkml:trace>
  <inkml:trace contextRef="#ctx0" brushRef="#br0" timeOffset="7252.24">20423 5031 1643 0,'-46'-26'131'0,"-5"3"-14"0,-13 10-61 0,-10 6 10 0,-25 16-18 0,-12 7-6 15,-24 16-15-15,-9 9-9 16,-21 14-12-16,-4 11-3 15,-11 14 0-15,-8 7 3 16,2 9 9-16,-6 6-1 0,-7 19 7 16,-7 9 3-16,-14 24 0 15,-7 7 0-15,-15 16-9 16,0 4-2-16,-5-2-7 16,9-2-1-16,12-9 8 15,11-3-1-15,15-3-2 16,4-1 1-16,9-1-8 15,7-1-1-15,9-3-2 16,-4 0-2-16,15-11-5 16,7 1 4-16,4-15-5 15,15-8 2-15,30-17 1 16,11-13-4-16,49-17 6 16,14-11-5-16,26-14-1 15,10-5 7-15,13-9-5 0,12-2 4 16,21-11 6-1,17-6-3-15,20-14 13 16,12-8 0-16,32-18 0 0,9-10 6 16,29-16-11-16,20-11 0 15,22-15-3-15,13-4-5 16,24-6 3-16,1 0 2 16,12-8-3-16,0-6 2 0,8-11 0 15,1-5-4-15,-4-4 1 16,4-1 1-16,2-3-2 15,0-2 2-15,0 1-2 16,-1 0 3-16,-13 2 1 16,-1 2-2-16,-10-1 5 15,-12-3-6-15,-9-2 2 16,-8-7 2-16,-15-7-5 16,-8-8 0-16,-24-6-9 15,-14 4-12-15,-23 5-701 16,-16 8 554-16</inkml:trace>
  <inkml:trace contextRef="#ctx0" brushRef="#br0" timeOffset="7932.95">19855 4840 1870 0,'138'3'101'0,"6"6"-68"0,5 4-15 0,-1 10-15 0,-7 5-6 0,-10 7-3 16,-17 6 0-16,-28 8 3 16,-15 10-6-16,-34 23-24 15,-10 10-110-15,-23 8 95 16</inkml:trace>
  <inkml:trace contextRef="#ctx0" brushRef="#br0" timeOffset="9083.2">12482 12237 2333 0,'-19'-11'189'0,"-9"2"-47"0,-21-1-90 0,-11 2-16 0,-18 8-29 0,-10 2-9 16,-16 14-18-16,-8 4-4 15,-19 16 1-15,-1 8 3 16,-17 16 3-16,-5 5-9 16,-6 11-25-16,-9 5-14 15,3 8-32-15,1 3-11 16,14 6-23-16,2 0 29 15,16 0 66-15,13 1 21 16,9 2 12-16,13 2-33 0,17 3-191 16,7 0-42-16,27-3 112 15,12-7 31-15,27-16 144 16,15-12 73-16,28-20 42 16,19-9 49-16,28-20 33 15,12-10-27-15,29-18-47 16,4-14-19-16,13-19-38 15,12-10-8-15,6-23 4 16,11-9-3-16,15-18-24 16,5-3-17-16,4-3-14 15,2 1-6-15,-6 5-8 16,-7 2-3-16,-7 4-3 16,-11 1 1-16,-23 8-1 15,-15 6-1-15,-27 14 1 16,-20 9 2-16,-27 11 9 15,-15 6 1-15,-29 11 8 0,-13 4 5 16,-35 2-1-16,-16 1-2 16,-29 1-35-16,-19 2-28 15,-24 16-38-15,-11 7-25 16,-25 22-690-16,-7 12 467 16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6:56:20.848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17349 3708 433 0,'-36'1'42'0,"-6"2"67"0,-10 6-29 0,-5 4 2 0,-6 7-5 16,-2 5-15-16,-11 8-28 15,-9 7-2-15,-12 10 0 16,-5 4 11-16,-16 5 30 16,-5 5 1-16,-21 14 4 15,-9 10-13-15,-10 16-28 16,-8 8-6-16,-1 6-6 16,-2 3 3-16,-5 11 1 15,5 1 0-15,10 16-4 16,-6 6-2-16,17 13 5 15,0 7-4-15,-3 10-12 16,16 4-3-16,5 5 3 0,14-4-9 16,23-14-6-16,10-9-57 15,29-39 35-15</inkml:trace>
  <inkml:trace contextRef="#ctx0" brushRef="#br0" timeOffset="802.81">19772 5584 1522 0,'-17'-13'37'0,"-3"-1"-59"0,2 1-90 0,-10-1-76 16,-1 0 14-16,-10 2 105 0,-7 1 132 16,-9 4 133-16,-7 4 7 15,-9 7 28-15,-5 6 9 16,-3 10-157-16,-3 7-35 15,-15 10-51-15,-8 7-63 16,-22 12-384-16,-11 3 179 16,-9 9-71-16,-11 4-29 15,-8 6 345-15,-5 5 175 16,-2 7 181-16,4 6-49 0,6 11-104 16,13 5 12-16,9 6-112 15,13-3-244-15,10-9 132 16</inkml:trace>
  <inkml:trace contextRef="#ctx0" brushRef="#br0" timeOffset="2016.67">15386 8192 1822 0,'-5'-1'152'0,"5"1"66"0,-1 0-200 0,1 0-6 0,-2 0-3 0,-29-6 15 16,20 0 37-16,-4-2-13 16,-7-2 20-16,-6-3-2 15,-9-1-16-15,-5 1-6 16,-13 0-25-16,-1 2-3 15,-9 2-7-15,1 1-8 16,3 0 3-16,0 0-4 16,-4-1 1-16,-10 0 0 15,-14-4-1-15,0 1-2 0,-9 0-3 16,-1 2-1-16,-2 6 1 16,-4 4-2-16,-9 11 5 15,3 6-2-15,-6 12-1 16,-5 5-1-16,2 11-19 15,-1 4-17-15,1 2-21 16,6-2-2-16,5-6 11 16,2-2 18-16,6-3 20 15,3-1 7-15,8 5-161 16,6-1-576-16,2 4 606 16</inkml:trace>
  <inkml:trace contextRef="#ctx0" brushRef="#br0" timeOffset="3835.99">12852 9503 1185 0,'0'0'79'0,"0"0"88"0,-1 0-130 0,0 0-3 16,1-1 1-16,-27-15 32 15,16 13 16-15,-2-2 16 0,-5 4 21 16,2-1 11-1,-4 2-5-15,-2 1-13 0,0 2-51 16,-3 1-22-16,-1 1-21 16,-4 0-2-16,-2 0-13 15,1 0 1-15,-10 0 3 16,-3 1-8-16,-6 0 5 16,-3 1-5-16,2 2 1 15,-2 2 0-15,-1 1 2 16,-1 3-2-16,2 4 0 15,0 4-1-15,3 4 3 16,1 5-3-16,0 6-3 16,0-1 2-16,-6 5-3 15,2 1 8-15,3 7-3 16,3 2 5-16,10 14-4 16,3 3-2-16,12 12 2 0,6 4-2 15,10 4 1-15,8-1 1 16,10-7-5-16,4-5-12 15,9-14-59-15,4-7-349 16,12-15 256-16</inkml:trace>
  <inkml:trace contextRef="#ctx0" brushRef="#br0" timeOffset="5033.1">14754 9995 2046 0,'-23'4'140'0,"-2"1"1"0,-16-2-115 0,-3 0 1 15,-6 1 13-15,-3 0 7 16,1 3 2-16,-2 1-7 16,-10 8-7-16,-6 2-7 15,-8 7-13-15,-4 3-7 16,-4 5-7-16,-3 0 1 0,-7 5-2 16,-6 1 3-16,-3 6-2 15,-1 4-1-15,-3 10 0 16,-4 3 2-16,0 4-4 15,0 0 4-15,-6 0-1 16,2 2-1-16,9 4-1 16,1 2-2-16,6 13 0 15,3 3 1-15,2 0 0 16,4 0-8-16,11-9-137 16,8-1 103-16</inkml:trace>
  <inkml:trace contextRef="#ctx0" brushRef="#br0" timeOffset="6368.71">12527 13211 2136 0,'-55'3'24'0,"-1"2"5"0,-12-2 25 0,-2 2 15 0,-3 6-10 0,-3-3 11 0,-5 5-4 15,-4 3-11-15,-9 3-16 16,-3 2-13-16,2 1-20 15,5 0-6-15,0-4-12 16,2-1-12-16,3-3-82 16,-1-2-369-16,12-2 263 15</inkml:trace>
  <inkml:trace contextRef="#ctx0" brushRef="#br0" timeOffset="10485.92">15840 2109 1191 0,'4'-15'9'0,"1"0"-3"0,4 1-4 0,-2-1 0 0,2 1 2 0,0 3 5 16,0 1 9-16,3 3 9 15,1 2-2-15,5 5-5 16,2 0-5-16,8 4-9 15,7 1 0-15,11 0 0 16,5 2-1-16,17-2 9 16,8 1 1-16,20-1 9 15,6-1 3-15,15 0 0 16,7 1-6-16,12-2-5 0,10 0-3 16,11-3-5-16,2 0 2 15,14-5 1-15,3-1 20 16,15-1 41-16,6-4 14 15,13 1 10-15,9-1-6 16,8-3-25-16,4-1-8 16,10-3-21-16,-2-2-3 15,4-5-3-15,3-1-6 0,-8-3 0 16,3 1-1-16,-5-1-2 16,-6-2-6-16,-6 2-3 15,-2-2-3-15,-25 5 0 16,-2 2 12-16,-1 5-12 15,-15 3 3-15,-10 4-8 16,-17 0-8-16,-16 2 4 16,-7 2 1-16,-6 2-2 15,-5 1 1-15,-31 4-9 16,-7 1 3-16,-20 3 3 16,-6 2-6-16,-14 6 3 15,-7 2-6-15,-14 6-3 16,-7 6 3-16,-8 11-3 15,-5 8 18-15,-10 25-15 16,-11 15 12-16,-19 32 12 0,-9 17-18 16,-5 29 18-16,6 12-12 15,7 24 0-15,5 8 3 16,2 15 0-16,-3 4-3 16,0 13 3-16,-1 3-3 15,-9 16 0-15,0 7 0 16,-9 14 3-16,-1 21 3 0,-6 26-3 15,-6 14 0-15,6 26 0 16,3-1 3-16,9 4-523 16,4-7 392-16</inkml:trace>
  <inkml:trace contextRef="#ctx0" brushRef="#br0" timeOffset="11660.37">10511 6399 2420 0,'3'56'80'0,"8"11"-53"0,5 13-18 0,6 21 0 0,1 5 2 0,1 26 4 0,-1 2 6 0,1 29 10 16,-4 10-6-16,-6 25-9 16,-1 16 0-16,0 26-7 15,3 11-2-15,7 23-4 16,5 8-1-16,0 12-5 15,-1 4-5-15,-10 3-7 16,-7 5-3-16,-13-9 2 16,-8 3-6-16,-10-5 15 15,-4-16 2-15,-3-9 5 16,-1-14 0-16,2-22 0 16,0-4 0-16,4-25-11 15,-1-7-7-15,4-25-3 16,0-16 9-16,6-27 15 0,2-21 12 15,8-26 15-15,4-13-4 16,8-19-3-16,4-8-12 16,9-14-8-16,4-5-1 15,7-14-14-15,5-7-26 16,9-14-57-16,2-8-145 16,10-16 109-16</inkml:trace>
  <inkml:trace contextRef="#ctx0" brushRef="#br0" timeOffset="13867.78">16211 5609 616 0,'-5'3'100'0,"5"-3"53"0,0 0-51 0,0 0-16 0,4 12-1 15,9-11 12-15,13-1 10 16,6-1-5-16,12-2-42 16,10 1-23-16,11 2 1 15,0 0-11-15,1 0-15 16,-3 1 0-16,1-1-6 0,0-3 3 15,1-6-3-15,-4-2-6 16,-9-4 6-16,-5 0 0 16,-12 2 11-16,-2 1 1 15,-7 4 3-15,-2 0 0 16,-3 3-3-16,-2 1 0 16,-5 2 0-16,0 0 6 15,-10 2-9-15,-4 0-6 0,0 0 15 16,0 0 3-16,-7 6 6 15,-4-2-1-15,-3 2-14 16,0 1-9-16,-3 2-15 16,1 0-131-16,1-4 83 15</inkml:trace>
  <inkml:trace contextRef="#ctx0" brushRef="#br0" timeOffset="15099.62">14928 9209 1423 0,'0'0'17'0,"0"0"-17"0,1 0-29 0,22 3-5 0,-10-3 32 0,9-2 31 15,3 0 19-15,14-3 18 16,5-1 65-16,12 0 3 15,6-1-26-15,-6 0-25 16,2 1-5-16,2 0 0 16,2 0-4-16,3 1-11 15,-1 1-6-15,-7 0-1 16,-6 0 2-16,-6 0 12 16,0 0-2-16,-8-2-17 15,-2 1-22-15,-4 0-17 0,-6 0-4 16,-7 1-4-1,-4 2-3-15,-6 0 2 0,-2 1 0 16,-6 1 0-16,0 0 2 16,0 0-1-16,0 0-2 15,0 0 1-15,0 0-2 16,0 0-3-16,0 0 1 16,0 0-3-16,0 0-2 0,-1 0-4 15,0 1-2-15,1 0-1 16,-1 0-3-16,0-1-24 15,0 1-13-15,0 0-102 16,-1 0-473-16,2 0 398 16</inkml:trace>
  <inkml:trace contextRef="#ctx0" brushRef="#br0" timeOffset="16900.04">11592 10610 1055 0,'0'0'85'0,"-1"0"37"0,0 0-35 0,0 0-46 0,0 0-14 16,0 0-13-16,1-1-6 15,2-16-1-15,7 9 9 16,4-2 40-16,3-2 75 16,12-2 93-16,7-3-6 15,14-2-78-15,5-2-42 16,9-6-65-16,2-1-10 15,6-5-10-15,3 0-2 0,6-2-6 16,-1 1 4-16,3 4-7 16,1 0-2-16,-6 1 2 15,-2 4 4-15,-10 2 10 16,-6 1-2-16,-1 4 10 16,-2 0 0-16,-7 3-3 15,-3 2 3-15,-13 1-14 16,-5 1-2-16,-10 3-1 15,-6 0-5-15,-3 3 3 16,-2 2-3-16,-5 2-2 16,-2 1-2-16,0 0-7 15,0 0-4-15,0 0-32 16,0 0-45-16,0 0-459 16,0 1 322-16</inkml:trace>
  <inkml:trace contextRef="#ctx0" brushRef="#br0" timeOffset="19833.33">13617 11906 2204 0,'74'-31'136'0,"1"-2"-72"0,1-1-15 0,5 0-21 0,-2-1-6 0,-1-3 1 15,6 1-1-15,-2 0 9 16,-1-1-2-16,-3 2-4 15,-5 1-9-15,5 6-8 16,0 2-2-16,-10 4 1 16,-10 1 1-16,-17 2 0 15,-3 1-2-15,0 3-3 16,-1 2-1-16,-5 0-2 16,0 1 3-16,-4 0-2 15,-4 0-1-15,-3 0-8 16,-4 2-8-16,-5-2-20 0,0 3-58 15,-5 0 52-15</inkml:trace>
  <inkml:trace contextRef="#ctx0" brushRef="#br0" timeOffset="20999.95">11856 13242 1574 0,'20'5'131'0,"3"-3"34"0,2 2 8 16,7-2-21-16,1-1-31 0,7-1-73 0,2-4-10 16,6-4-20-16,0-1-6 15,-1-5-6-15,0 1-3 16,-7-1-2-16,-1-2 6 0,-8 4-2 15,-2 2 3 1,-7 1-3-16,0 5-7 0,-6 1-9 16,-2 1-36-16,-6 2-865 15,-4-4 786-15</inkml:trace>
  <inkml:trace contextRef="#ctx0" brushRef="#br0" timeOffset="22033.05">18150 8628 1526 0,'17'-9'152'0,"7"-4"123"0,2-4-44 0,13-10-63 0,5-3-43 0,11-5-30 0,5-1-19 15,10-4-46-15,6 2-9 16,7-5-8-16,4 1-5 16,4-2-2-16,-2-5 0 15,-1 2-3-15,-5-1-1 16,-6 3-2-16,-4 6 2 0,-3 2-1 15,-1 5 1-15,-9 3 0 16,-4 5-2-16,-14 4 2 16,-7 3-2-16,-10 7-2 15,-5 2-5-15,-7 5-12 16,-4 3-6-16,-9 0-40 16,0 0-230-16,0 0 140 15</inkml:trace>
  <inkml:trace contextRef="#ctx0" brushRef="#br0" timeOffset="26398.97">21289 8440 1915 0,'-5'28'122'0,"2"16"-26"0,-2 11-16 0,-1 12-2 0,0 10-18 0,-1 3-13 16,1-4-9-16,8-5-20 16,2-10-1-16,-1-17-16 15,-3-7-6-15,-3-14-150 16,-1-7 83-16</inkml:trace>
  <inkml:trace contextRef="#ctx0" brushRef="#br0" timeOffset="26765.59">21278 8474 1661 0,'-9'11'113'15,"-3"6"-23"-15,-7 10-66 16,2 4-24-16,-11 5-63 16,-6 0-30-16,-2-6-56 15,-2-2 41-15,9-11-194 16,5-3 199-16</inkml:trace>
  <inkml:trace contextRef="#ctx0" brushRef="#br0" timeOffset="27134.61">21086 9068 1117 0,'8'1'147'15,"3"0"160"-15,14 0-71 16,6-1-78-16,11-1-110 16,-1-1-9-16,1 2-36 15,-4 0-87-15,-2-2 57 16</inkml:trace>
  <inkml:trace contextRef="#ctx0" brushRef="#br0" timeOffset="27552.46">21330 8257 1506 0,'26'7'244'16,"7"7"466"-16,16 14-697 15,5 12-3-15,-5 24-6 16,-14 4 0-16,-13 18-4 16,-16 2-8-16,-10 5-2 15,-2 8 0-15,-24 0 0 16,-9-3 8-16,-12-13 4 16,-6-13 3-16,2-13 0 0,5-8-3 15,4-12-61-15,0-4 44 16</inkml:trace>
  <inkml:trace contextRef="#ctx0" brushRef="#br0" timeOffset="27816.13">20638 8421 2428 0,'-8'93'83'0,"5"9"-47"15,6 10-11-15,15 3-23 16,10-6-23-16,18-21 15 15</inkml:trace>
  <inkml:trace contextRef="#ctx0" brushRef="#br0" timeOffset="32298.82">19749 5070 780 0,'-83'33'61'0,"-4"3"42"0,-4 1-190 0,-6 8-6 0,-4-2 13 0,-1 5 78 0,-8 2 34 16,-4-2 43-16,-4 1 12 15,-11 2-1-15,6 3-13 16,0 4-41-16,-2 2-17 16,4 4-85-16,-1 0-78 15,1 5 75-15</inkml:trace>
  <inkml:trace contextRef="#ctx0" brushRef="#br0" timeOffset="32632.9">16636 6826 885 0,'-100'89'64'16,"2"4"29"-16,3-2-59 16,7-1-11-16,4-5-3 15,2-4-3-15,6-3-1 16,0 0 3-16,11-2 14 15,2 0 4-15,4 0-2 16,5-1-6-16,3-3-16 16,6-1-7-16,4-10-4 15,6-3 0-15,6-7 31 16,1-4 23-16,15-9 20 16,1-2 41-16,8-7 17 15,6 2-53-15,8-1-36 0,1-1-21 16,5 1-3-16,4-1-18 15,3-4 0-15,5-4-6 16,8-5-6-16,4-4 0 16,11-6-21-16,12-4-27 15,3-5-292-15,1-2 285 16</inkml:trace>
  <inkml:trace contextRef="#ctx0" brushRef="#br0" timeOffset="36235.75">13668 7158 709 0,'2'8'57'0,"4"3"30"0,6 1-53 0,9 0-25 0,4-1-4 16,13-2-1-16,7-6-1 0,18-5-3 15,6-4 0-15,8-7-3 16,5-4 3-16,7-4 7 16,4-5 20-16,8-4 35 15,10-3 9-15,2-4 1 16,3-2-6-16,15-2-18 15,4-6-7-15,8-6-8 16,14-6 0-16,9-11-10 16,2-3 0-16,6-11-5 15,-4-5-7-15,-5-7 1 16,-3-3-6-16,-10-3 0 16,-5 1 0-16,-2-1-1 15,-9-1-1-15,4-5 0 16,-6 2-2-16,-10 2-2 15,4-2-2-15,-10 2-37 16,-4 3-59-16,-18 3-195 0,-17 4 138 16</inkml:trace>
  <inkml:trace contextRef="#ctx0" brushRef="#br0" timeOffset="36333.92">17841 4584 452 0,'-45'-18'66'0,"-3"3"130"16,-14 7-185-16,-8 1-20 0,-16 4-96 15,-10 0 71 1</inkml:trace>
  <inkml:trace contextRef="#ctx0" brushRef="#br0" timeOffset="39398.94">16375 8194 2085 0,'1'52'122'0,"0"14"-50"0,3 11-38 0,-1 13-47 0,3 1-106 0,-2-9 80 16</inkml:trace>
  <inkml:trace contextRef="#ctx0" brushRef="#br0" timeOffset="39665.83">16059 8533 2532 0,'12'1'84'16,"19"7"-49"-16,12-1-23 15,24 0-10-15,16-3-2 16,16-14-7-16,1-4-19 16,6-6-318-16,-7-5 189 0</inkml:trace>
  <inkml:trace contextRef="#ctx0" brushRef="#br0" timeOffset="42766.3">13905 9587 1454 0,'-5'-10'43'0,"-3"0"-10"0,1-2-13 0,-3 2 28 0,1 1 9 0,-3 1 41 15,-2 0 16-15,-5-2 20 16,-5 1 4-16,-1-2-31 0,0 1-32 15,-2 1-45-15,-2 0-8 16,-7-1-13-16,-3 1-4 16,-11-2-4-16,-3 0-1 15,-8-2 0-15,-5-1 3 16,-6 1 2-16,-4 0-3 16,-6 7 2-16,-1 2-2 15,-11 9-2-15,-4 7-3 16,-6 7-1-16,-2 2-1 0,-6 5 0 15,1 2 1-15,-4 0-3 16,0 3 2-16,4 1-10 16,4 3-15-16,-2 7-163 15,1 3-151-15,7 6-222 16,4 5 387-16</inkml:trace>
  <inkml:trace contextRef="#ctx0" brushRef="#br0" timeOffset="45231.28">12296 9905 448 0,'-6'-6'50'0,"-1"1"116"0,4 0-178 0,0 0-8 0,1 1 2 0,2 0 4 15,-1-1 25-15,-2 1 19 16,1-1 54-16,1 1 30 15,-3 0 30-15,1 0-16 16,-3 1-39-16,1 0-17 16,-2 1-20-16,-1 1-7 15,0 1-8-15,2 1-6 16,0 4-14-16,-1 0-1 0,2 3-16 16,-1 2-6-16,1 0-6 15,5-1-1-15,2-2 3 16,2-4-2-16,-2-2 10 15,-2-1 2-15,0 0 4 16,1 0 12-16,10-14 15 16,-5 4 5-16,0-2 3 15,0 0 42-15,-1-1-28 16,-3 1-14-16,-2 3-12 16,-3 3 6-16,-6 3 9 15,-1 3 0-15,-3 2 9 16,-2 4-4-16,0 5-2 15,3 2-6-15,4 3-12 16,8 0-42-16,18-1-589 0,11-4 521 16</inkml:trace>
  <inkml:trace contextRef="#ctx0" brushRef="#br0" timeOffset="47197.89">14230 11276 2285 0,'-26'6'112'0,"9"-2"-1"0,5 0-45 0,14-4-33 0,6-2-4 0,15-3-22 16,14-2-4-16,8-3 0 16,2 0-2-16,0 1 0 15,-3-1 1-15,7 0-2 16,8 1 3-16,11 0-1 16,-6-1-1-16,-1 0 0 15,-5-2-1-15,-9-1-10 16,3-1-24-16,-3-2-261 15,1 1 155-15</inkml:trace>
  <inkml:trace contextRef="#ctx0" brushRef="#br0" timeOffset="48550.99">11592 13362 2454 0,'70'-22'13'0,"8"-3"-7"0,3-4-3 0,-3 2-2 0,-6-1-15 0,-5 2-29 0,-8 0 30 16</inkml:trace>
  <inkml:trace contextRef="#ctx0" brushRef="#br0" timeOffset="49327.39">12212 12523 2100 0,'-9'-6'236'0,"-3"-2"-134"0,-1-1-19 0,-4-3-26 0,-2 1-21 0,-4 3-13 0,-1 2-13 0,-7 3-9 0,-1 2-1 15,-7 1-10-15,-4 2-3 16,-3 4-1-16,-4 5 6 15,-6 0 11-15,-3 1-1 16,-1 0 4-16,-2 2-2 16,5 0-4-16,-2 1 0 15,-7 5-4-15,-1 0-4 16,-5 6-10-16,-1 2-12 0,3 2-11 16,0 5 2-16,-1-1 7 15,2 6 9-15,6-1 18 16,4 1 1-16,8 0 10 15,5-2-1-15,6-3-5 16,4-3 2-16,9-1 3 16,6-1 0-16,10 2 5 15,8 0-3-15,12 2-7 16,7 1 0-16,19-2-11 16,9 2-5-16,16-6-38 15,9-2-49-15,16-8-318 16,6-6-189-16,7-8 441 15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6:43:23.16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F0"/>
    </inkml:brush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  <inkml:brushProperty name="color" value="#00B050"/>
    </inkml:brush>
    <inkml:brush xml:id="br4">
      <inkml:brushProperty name="width" value="0.05292" units="cm"/>
      <inkml:brushProperty name="height" value="0.05292" units="cm"/>
      <inkml:brushProperty name="color" value="#FFC000"/>
    </inkml:brush>
    <inkml:brush xml:id="br5">
      <inkml:brushProperty name="width" value="0.05292" units="cm"/>
      <inkml:brushProperty name="height" value="0.05292" units="cm"/>
      <inkml:brushProperty name="color" value="#7030A0"/>
    </inkml:brush>
    <inkml:brush xml:id="br6">
      <inkml:brushProperty name="width" value="0.05292" units="cm"/>
      <inkml:brushProperty name="height" value="0.05292" units="cm"/>
    </inkml:brush>
    <inkml:brush xml:id="br7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1891 3536 803 0,'-7'-31'-55'15,"2"-7"-61"-15,0-1-59 0,0 0 124 16</inkml:trace>
  <inkml:trace contextRef="#ctx0" brushRef="#br0" timeOffset="1630.52">1838 3253 769 0,'3'105'29'0,"-3"5"-24"0,-3 0-12 0,-3-5-66 0,-2-7-111 0,1-20 109 16</inkml:trace>
  <inkml:trace contextRef="#ctx0" brushRef="#br0" timeOffset="2129.5">2197 3260 946 0,'-17'46'41'0,"-6"3"-18"16,-2 0-9-16,-1-3-7 15,-1-4-1-15,-2-9-3 16,2-6 1-16,1-10 3 16,2-2-1-16,5-6 0 15,0-3-1-15,7-4-3 16,2-1 0-16,10-1-2 0,0 0-4 15,0 0 3-15,17-8-1 16,7 1 5-16,3-4 1 16,9-4 2-1,0-2-2-15,0 4 4 0,1 6 0 16,-6 11 5-16,-4 8 6 16,-4 13 5-16,-3 5-3 15,-2 5-4-15,-1-2-3 16,1-6-16-16,1-3-19 0,1-11 11 15</inkml:trace>
  <inkml:trace contextRef="#ctx0" brushRef="#br0" timeOffset="2463.36">2612 3558 1144 0,'0'0'47'0,"14"-3"18"0,2 0-61 0,3 0-11 0,6-4-61 16,1-4-43-16,-1-1-249 16,1-1 194-16</inkml:trace>
  <inkml:trace contextRef="#ctx0" brushRef="#br0" timeOffset="3148.33">3186 3342 855 0,'3'44'43'16,"-1"7"1"-16,-2 3-17 15,-4 3-20-15,-2-3 0 16,-1-11-7-16,2-5 0 15,4-14 0-15,2-6-3 0,2-11 3 16,-3-7 0-16,0 0 5 16,5-16-3-16,-4-4 5 15,0-5 2-15,-1-3 9 16,1-2 5-16,-1-4 0 16,0-3-6-16,0-6-9 15,-1 0-4-15,1 0-2 16,5 3-4-16,2 10 2 15,2 6 7-15,1 11 17 16,-2 8 3-16,0 11 10 16,0 7-5-16,0 12-8 15,1 6-5-15,0 8-11 16,1-2 0-16,1-5-8 16,1-8 2-16,1-14-2 15,-1-5 0-15,0-12-2 16,2-6 2-16,0-10 0 15,3-4 3-15,0-7-1 0,-2 0 0 16,0 1-2-16,-2 3 0 16,0 6-2-16,1 2 2 15,0 7 0-15,1 6 2 16,2 10-4-16,-2 8 0 16,-1 17 2-16,0 9 0 15,-3 15 4-15,1 4 0 16,-2-1-2-16,2-4-2 0,2-21-41 15,1-8-131-15,3-23 102 16</inkml:trace>
  <inkml:trace contextRef="#ctx0" brushRef="#br0" timeOffset="3547.15">3852 3501 1161 0,'18'-3'30'0,"4"-4"-11"0,3-1-11 0,1-7-10 0,1-4-6 0,-3-3-11 0,-3-3-5 15,-7 2 1-15,-3 1 10 16,-9 3 9-16,-3 1 4 16,-9 4 2-16,-2 0-4 15,-2 4 13-15,-1 3 3 16,2 7 1-16,-1 4 5 0,0 10-14 16,-2 6-5-16,0 10 3 15,-1 3-4-15,7 9 2 16,4 0 0-16,12-1-2 15,7-5 0-15,12-9-8 16,6-5-26-16,7-15-146 16,6-2-182-16,4-11 194 15</inkml:trace>
  <inkml:trace contextRef="#ctx0" brushRef="#br0" timeOffset="3973.82">4500 3314 1297 0,'-31'1'45'0,"3"2"3"16,2 4-44-16,3 5-6 15,-2 6-8-15,-1 3 3 16,7 6-1-16,0 2 0 15,9 0 8-15,5 0 0 16,7-6-2-16,3-4 2 0,6-9-4 16,1-3-3-16,5-10-5 15,2-5-4-15,5-8-7 16,4-6 2 0,1-6 5-16,-1-1 1 0,-4 1 13 15,-8 2 6-15,-3 6 2 16,-6 4 5-16,1 6 7 15,-6 3-1-15,-2 7 2 16,0 0-5-16,0 0-6 16,15 8-2-16,-9 8-4 15,1 6-2-15,3 4 0 16,-2 3 0-16,6-4 0 16,-1-2-2-16,3-12-20 15,0-5-46-15,0-11 43 16</inkml:trace>
  <inkml:trace contextRef="#ctx0" brushRef="#br0" timeOffset="4337.45">4762 3356 741 0,'7'-3'50'16,"2"2"16"-16,0 1-31 16,3 4-26-16,-2 2 0 15,0 5 0-15,0 2 11 0,-2 4 35 16,1 1 14-16,-4-1-11 15,1-2 0-15,-2-8-29 16,0-1-12-16,1-6-11 16,-1-6-4-16,-1-8-2 15,-2-6-2-15,4-6 0 16,-2 0 2-16,2 1 2 16,2 1 4-16,-4 2 4 15,-1 4-3-15,6 4-5 16,1 4 4-16,4 8-6 15,3 2-2-15,-4 9 2 16,-2 7 0-16,0 6 2 16,-4 4 6-16,4 5 2 15,-1 0-1-15,1-3-3 16,1-3-6-16,-1-10-145 0,3-5 104 16</inkml:trace>
  <inkml:trace contextRef="#ctx0" brushRef="#br0" timeOffset="4695.66">5481 3138 1452 0,'-7'8'35'0,"-4"5"-20"0,-3 6-15 0,-5 4-5 0,-3 1-3 0,-2 2-2 16,3-1-3-16,2-1 3 15,5-5 2-15,7-2 0 16,2-4 3-16,7-3 1 16,5 0 0-16,8-3 2 15,3 1 0-15,1 1 2 16,-2 0-2-16,-5 4 2 15,-2-1 0-15,-11 5-2 16,-7 1 4-16,-13 3 2 16,-8 1 2-16,-10-4 0 0,-2-2-4 15,-7-8-18-15,3-7-133 16,5-15 100-16</inkml:trace>
  <inkml:trace contextRef="#ctx0" brushRef="#br0" timeOffset="5095.43">3148 3787 757 0,'107'-1'37'0,"10"1"15"0,9 0-45 0,14 1-14 0,-3-1-4 0,1 0-1 0,-4-1 1 16,-10 0-1-16,-2 0-24 15,-10-4 22-15</inkml:trace>
  <inkml:trace contextRef="#ctx0" brushRef="#br0" timeOffset="15511.86">1871 4067 1154 0,'5'6'46'0,"0"10"-19"0,1 7-11 0,-5 15-3 16,0 8-1-16,-2 14-10 16,-1 5 2-16,2 15-2 15,0 7 0-15,1 17 2 16,0 9-1-16,2 17 5 16,0 3 2-16,1 13 7 0,1 4 3 15,6 6 5-15,3 4-6 16,6 4 3-16,0 4-3 15,4 3 0-15,-3 3 5 16,3 3 9-16,-2-2 1 16,-3 2 56-16,-1 0 20 15,-6-1-20-15,-1 1-12 0,-2-4-31 16,-1-3-17-16,2-7-18 16,0-3-3-16,-1-8-18 15,-2-5-3-15,-4-8-44 16,-3-11-52-16,-3-10-122 15,0-7 50-15,4-12 108 16</inkml:trace>
  <inkml:trace contextRef="#ctx0" brushRef="#br0" timeOffset="16346.38">1637 8662 1031 0,'60'0'-7'0,"6"0"-7"16,16-5-16-16,11-3-11 0,16-2-11 0,10-3 0 0,14-2 8 15,7 1 13-15,21-1 26 16,8 1 5-16,20-1 18 16,8 0 5-16,17 0 9 15,10-2 0-15,17 1-12 16,5 0-6-16,20 2-10 16,4-1-1-16,11 2 1 15,4 2 3-15,7 2 30 16,-1 2 15-16,0 4 23 15,11 1-1-15,-13 3-6 16,3 2-6-16,1 3-14 16,-15 2-3-16,2 1-12 15,-10 0-6-15,-10 1-14 0,-4-2-5 16,-25-1-10-16,-4 2-4 16,-33 0-15-16,-16-1-14 15,-17-4 20-15</inkml:trace>
  <inkml:trace contextRef="#ctx0" brushRef="#br0" timeOffset="18778.34">3287 7884 338 0,'1'15'44'0,"1"3"29"0,3 0 1 0,2-1-33 0,0-2-9 16,3-5-9-16,0-4-5 15,2-6 23-15,3-4 9 0,-1-7 12 16,2-5 6-16,-3-4-11 16,-2-3 2-16,-4-4 7 15,-4 1-11-15,-4 1-6 16,-3 3-10-16,-8 4-12 16,-2 2-8-16,-5 6-7 15,-4 3-3-15,3 7-3 16,0 3 0-16,3 8-6 15,1 5-6-15,8 4-42 16,3 0-92-16,9-5 81 16</inkml:trace>
  <inkml:trace contextRef="#ctx0" brushRef="#br0" timeOffset="19361.41">3421 7610 709 0,'0'0'53'0,"6"10"36"0,2-2-53 0,5-1-9 0,-2 0-8 0,-2-1-10 16,1-3-5-16,-1-1-1 16,4-3-1-16,-3-5 0 15,1-3 0-15,-2-3 3 16,-2-2 4-16,0-2 0 15,-4 0 3-15,-2-2 1 16,-6 1 3-16,1 2-2 16,-7 3 2-16,-2 2-6 15,-2 6 3-15,-2 3 3 0,0 4 3 16,3 3-1-16,1 6-9 16,5 4-1-16,8 2-23 15,5 2-24-15,12-4 25 16</inkml:trace>
  <inkml:trace contextRef="#ctx0" brushRef="#br0" timeOffset="19796.33">3764 7446 1216 0,'-11'25'37'0,"4"1"-20"0,4-1-9 0,5 0-6 0,3-5 0 0,6-3 0 16,1-5-1-16,4-7-2 16,-1-5-3-16,3-6-4 15,-3-5 2-15,-1-7 2 16,-3-2 4-16,-9-1 4 16,0 3 4-16,-10 2 11 15,0 3-1-15,-9 1 5 16,-5 4-2-16,-4 3-1 15,-3 4-7-15,5 1-1 16,5 5-6-16,7 3-10 16,4 5-16-16,6 6 15 15</inkml:trace>
  <inkml:trace contextRef="#ctx0" brushRef="#br0" timeOffset="20281.77">3571 7875 1346 0,'-2'4'40'0,"2"3"-13"0,2 1-17 0,2 4-12 0,3 3 0 0,2 0-8 15,1-3 1-15,2-3 3 16,0-3 2-16,0-6 2 15,-1 0 4-15,-2-7-2 16,-2-5 2-16,-1-3 4 16,0-2-2-16,-6-1 3 15,0 2-1-15,-6 1 2 0,0 2-4 16,-6 3-2 0,0 3 0-16,-3 5-2 0,0 5 4 15,0 6 0-15,1 4-3 16,9 6 3-16,3 1-8 15,9 2-17-15,7-2-29 16,8-8 30-16</inkml:trace>
  <inkml:trace contextRef="#ctx0" brushRef="#br0" timeOffset="20662.43">4133 7520 967 0,'-32'10'152'0,"6"4"175"16,4 2-276-16,12-1-40 15,5 0-3-15,11-4-12 16,5 0-4-16,11-6-25 15,2-4-11-15,4-7-18 16,0-3 2-16,-3-8 25 16,-2-2 12-16,-5-5 25 0,-1 0 3 15,-7 1 7-15,-4 1 0 16,-5 4 5 0,-6 1 6-16,-4 9 16 0,-3 1 2 15,-4 8-2-15,-1 5-6 16,-3 9-20-16,2 4-1 15,-2 5-6-15,4 0-12 0,6-3-173 16,7-4 127-16</inkml:trace>
  <inkml:trace contextRef="#ctx0" brushRef="#br0" timeOffset="21038.18">4034 6883 1031 0,'-27'-1'90'0,"2"1"78"15,1 2-123-15,10 5-32 0,1 3-3 16,7 4-6-16,2 5 0 15,5 1-2-15,1 0 0 16,4-3 0-16,2-5 2 16,0-7 1-16,1-3 3 15,0-7 4-15,-3-5 1 16,1-7 3-16,-2-3-3 16,-4-3-3-16,-1 2-4 15,-6 1-4-15,-1 3 0 0,-7 5 0 16,0 5-2-16,-4 9 0 15,1 7-2-15,0 15-10 16,1 9-38-16,7 7 32 16</inkml:trace>
  <inkml:trace contextRef="#ctx0" brushRef="#br0" timeOffset="21496.79">3610 7005 1278 0,'-10'11'40'0,"1"3"11"0,4 11-40 0,3 4-7 0,3 2-4 0,2 1 2 0,5-9-2 15,3-6 2-15,4-12-2 16,1-5 0-16,0-10 0 15,0-6-4-15,-2-8 6 16,-2-4 0-16,-2-1 0 16,-3-1 0-16,-6 3 0 15,-2 4 2-15,-6 6 0 16,-2 5 0-16,-2 9-2 16,0 3-1-16,1 13 1 15,2 6-2-15,8 18-21 16,3 3 11-16</inkml:trace>
  <inkml:trace contextRef="#ctx0" brushRef="#br0" timeOffset="21861.4">4356 7033 1384 0,'-22'6'53'0,"3"2"-5"15,2 3-27-15,3 4-13 16,1 1-4-16,0 2-4 16,1 1 0-16,5-6-4 15,-1-1-2-15,8-5-1 16,0-7-1-16,0 0 4 15,7-6 0-15,-3-8 4 16,1-4 0-16,-1-2 0 16,-4-2 2-16,-3 4 0 15,-2 2 0-15,-8 8 2 16,-2 2 2-16,1 8-3 16,0 7 1-16,-1 10-6 15,5 4-7-15,0 7 7 16</inkml:trace>
  <inkml:trace contextRef="#ctx0" brushRef="#br0" timeOffset="22440.5">3885 7310 1285 0,'0'16'39'0,"6"-1"-14"0,3-3-13 0,6-5-10 0,1-5 0 0,1-10 0 0,0-4 0 0,-3-9 0 16,-1 0 0-16,-6 0-2 16,-3-1 0-16,-5 2-2 15,-5 1 0-15,-3 4 2 16,-4 2 0-16,-5 8 0 15,-1 5 0-15,-2 8 0 16,2 4 2-16,5 11 0 16,1 1-2-16,13 6-41 15,7-1 27-15</inkml:trace>
  <inkml:trace contextRef="#ctx0" brushRef="#br0" timeOffset="23013.07">4207 7823 1276 0,'-12'9'42'0,"3"3"-7"0,0 1-19 0,7 6-12 0,-3 3 0 0,8 0-4 0,2 0 0 16,0-7-2-16,6-2-4 15,-5-8 2-15,4-4-2 16,0-6 2-16,-1-4 2 16,-2-9 4-16,-5-1 6 15,-3-7 6-15,-3-1 3 16,-1 1 4-16,-1-1-5 16,-5 7-3-16,-2 3-3 0,-4 6-8 15,-2 6 2-15,-1 7-10 16,2 5-11-1,5 3-162-15,3 0 121 0</inkml:trace>
  <inkml:trace contextRef="#ctx0" brushRef="#br0" timeOffset="23368.48">4584 7281 1183 0,'-14'0'79'16,"-3"0"117"-16,9 2-181 0,2 1-7 16,6 1-8-16,7 0 0 15,3-1-8-15,2-1-1 16,3-4-7-16,-2-3 1 15,3-5 3-15,-4-2 6 16,0-4 6-16,-3 0 0 16,-2-3 0-16,-3 2 2 0,-5 2 4 15,0 3-2-15,-13 6 2 16,-4 3 0-16,-5 9-1 16,-2 4-3-16,1 10 2 15,-1 3-4-15,3 5-27 16,-1 1 17-16</inkml:trace>
  <inkml:trace contextRef="#ctx0" brushRef="#br0" timeOffset="23848.53">3906 7734 1191 0,'-1'-4'50'0,"2"1"-2"0,-1 3-22 0,0 0-26 0,1 0-4 0,12 15-4 16,-6-4 0-16,-4 4 2 15,-1 1 6-15,0-2 0 16,0-1 6-16,0-5 2 16,-2-8 4-16,0 0 3 15,0 0 6-15,4-6 1 16,-3-7-7-16,-1-4-3 15,-3-1-6-15,-1 2-3 16,-3 3-1-16,-4 5 0 16,-3 3 0-16,0 6 0 15,0 4 4-15,5 7 0 16,5 6-2-16,8 8-20 16,10 1-185-16,13-15 139 15</inkml:trace>
  <inkml:trace contextRef="#ctx0" brushRef="#br0" timeOffset="27529.46">7126 5569 841 0,'-8'5'30'0,"2"2"-7"0,1 2 4 0,4 3 14 0,-2 1 9 0,1-1 1 0,1-1-18 16,4-6-8-16,4-4-6 16,9-11-7-16,5-5 1 15,7-13-3-15,1-3-2 16,-4-2-2-16,-3 2-3 15,-14 8-3-15,-6 5 2 0,-10 7 0 16,-6 5 0-16,-10 6 0 16,-4 6 2-16,-3 9 8 15,1 3 9-15,5 7 12 16,5 3 6-16,7 4-8 16,6 2-4-16,6-4-17 15,3-4-5-15,5-9-3 16,-1-8-2-16,4-10 0 15,1-6-2-15,3-9-42 16,2-5 30-16</inkml:trace>
  <inkml:trace contextRef="#ctx0" brushRef="#br1" timeOffset="30346.61">7310 5452 919 0,'-11'-3'116'0,"-3"6"96"0,-4 12-179 0,-3 8-10 0,-3 13-4 15,-3 8-1-15,1 7 1 16,2 0-1-16,10-7-5 15,4-8 3-15,10-16-7 16,3-4-3-16,0-14 2 16,3-3 0-16,2-9 1 15,3-4 1-15,5-11-2 16,2-5 1-16,-1-6-5 16,1 0-2-16,-1-2 2 15,1 2-2-15,-4 3 2 16,-1 1 0-16,-6 6-4 15,-4 5 4-15,-8 9-4 16,-6 5 0-16,-11 11 0 16,-5 5 0-16,-5 11-2 15,-4 5 2-15,5 10 0 0,2 1 2 16,8 7 0-16,9-2-4 16,7-5-18-16,9-1-26 15,17-11 24-15</inkml:trace>
  <inkml:trace contextRef="#ctx0" brushRef="#br1" timeOffset="31061.8">6780 5862 1031 0,'-15'18'101'0,"-1"2"124"0,4 9-194 0,4 0-17 0,6-4-7 15,3-5 1-15,9-10-4 16,5-8 2-16,8-10 0 16,5-9 0-16,4-11-1 15,1-6 1-15,-3-4-2 16,-1 2 0-16,-10 3 2 16,-4 3-4-16,-11 9 2 0,-4 3-3 15,-12 7 1-15,-2 6 2 16,-10 6 0-16,-2 7-2 15,-3 9-2-15,-1 6 0 16,1 7-2-16,1 4 4 16,5 6-12-16,6 5-26 0,3 2 20 15</inkml:trace>
  <inkml:trace contextRef="#ctx0" brushRef="#br1" timeOffset="31534.54">6958 6417 1408 0,'-17'22'44'0,"5"4"-7"0,3 4-24 0,8 1-7 0,4 1-4 0,10-9 0 0,6-6-2 16,5-11-4-16,0-7-2 15,3-14-1-15,-2-6 1 0,-3-10 6 16,-1-3 4-16,-5-3 2 16,1-1-3-1,-8 3 1-15,-6 0 0 0,-9 8-2 16,-9 5 4-16,-6 9 2 16,-2 7 1-16,-7 14-7 15,-6 12 2-15,-5 20-2 16,-2 7-2-16,8 11 0 15,8-1-8-15,17-7-143 16,10-9 109-16</inkml:trace>
  <inkml:trace contextRef="#ctx0" brushRef="#br1" timeOffset="31914.64">7534 6048 1378 0,'-25'24'45'15,"5"7"-6"-15,4 4-22 0,14 8-13 16,2 0 2-16,10-3-2 15,4-2-4-15,3-9-4 16,6-8-6-16,-1-20-15 16,3-9 2-16,0-18 0 15,-1-8 11-15,0-5 18 16,-3-1 7-16,-4 0 12 16,-3 2 3-16,-9 3 3 15,-5 3-4-15,-11 7-8 16,-2 4 19-16,-10 13-14 15,-2 6-6-15,-7 18-15 16,-2 13-6-16,1 20-21 16,0 8-34-16,9 10 47 15</inkml:trace>
  <inkml:trace contextRef="#ctx0" brushRef="#br1" timeOffset="32377.53">7278 6999 1402 0,'-20'21'48'0,"3"3"6"0,10 7-38 0,7-1-10 0,9-10-4 16,7-7-8-16,4-15 0 15,0-7 0-15,2-14 4 16,-1-6 0-16,-6-10 2 16,0-4 2-16,-8 1-2 0,-3 2 2 15,-6 6 0 1,-6 7-2-16,-9 10 6 0,-3 7-2 16,-7 12 2-16,-1 8 1 15,-1 17-1-15,1 7-4 16,6 12-13-16,3 0-146 15,19-14 106-15</inkml:trace>
  <inkml:trace contextRef="#ctx0" brushRef="#br1" timeOffset="32928.64">6577 7222 1437 0,'-1'6'67'0,"0"2"113"16,9 4-120-16,6-3-33 0,14-3-21 0,8-6-6 0,12-14-21 15,3-8-24-15,-4-15-29 16,-5-3-4-16,-13-3 37 16,-9 3 12-16,-12 8 13 15,-6 6 7-15,-11 7 16 16,-4 3 11-16,-4 6 11 15,-4 2 12-15,-6 9 34 16,-3 4-13-16,-5 12-29 16,-2 5-9-16,3 11-24 15,5 4-24-15,9 3 12 16</inkml:trace>
  <inkml:trace contextRef="#ctx0" brushRef="#br1" timeOffset="33494.31">7506 6690 1637 0,'-10'-6'149'16,"-1"1"48"-16,-2 5-176 15,3 4-33-15,-1 5-42 16,1 2-32-16,1-1-40 16,1-2-29-16,4-5 69 15,0-4 16-15,5-10 22 16,4-3 19-16,-4-6 33 15,0-1 15-15,-3-1 18 16,-6 1 2-16,2 2-5 16,-2 1-3-16,-4 5-13 0,4 4-3 15,-6 5-5-15,2 3 13 16,-3 5-2-16,1 4-3 16,7 7-3-16,-1 3-6 15,7 3-9-15,1 2 0 16,3-1 0-16,3-2-6 15,0-7-6-15,2-5 6 0,0-11 0 16,1-4 0-16,-1-10 6 16,3-1-3-16,-3-5 3 15,-2 0 9-15,-6 2-3 16,0 1 3-16,-6 7 3 16,0 1-3-16,-6 6 3 15,-4 5-6-15,-5 9-15 16,-3 8-39-16,1 5 27 15</inkml:trace>
  <inkml:trace contextRef="#ctx0" brushRef="#br1" timeOffset="33961.91">6371 6471 1377 0,'-4'3'44'0,"4"6"-3"0,0 6-20 0,12 6-13 0,-4 3-2 0,6-4-1 15,4-4-5-15,0-11 0 16,4-6-1-16,0-16-3 16,0-7 4-16,2-15 0 15,0-6 2-15,-1-9-2 16,-1 1 0-16,-11 6 0 15,-5 5 2-15,-8 12-2 16,-6 8 3-16,-7 11-3 16,-6 6 0-16,-6 16 0 15,0 7 0-15,-2 16 0 16,4 6 2-16,8 9-6 0,4-2-25 16,9-7 20-1</inkml:trace>
  <inkml:trace contextRef="#ctx0" brushRef="#br1" timeOffset="34411.83">6176 5708 1349 0,'-17'-6'64'0,"2"5"8"0,5 7-27 0,4 12-34 0,1 5-7 0,4 10 4 0,1 1-5 0,6-4-3 0,2-4 3 16,4-12-9 0,1-6-4-16,0-12 4 0,4-6 4 15,-2-10 4-15,3-4 6 16,-1-8 15-16,-2-2-8 16,-7 0 6-16,-6 1 0 15,-10 7-6-15,-2 2 3 16,-7 8-3-16,-1 5-10 0,-5 11 7 15,-2 10-3 1,4 13-12-16,3 8-23 0,11 10 11 16</inkml:trace>
  <inkml:trace contextRef="#ctx0" brushRef="#br1" timeOffset="34845.75">6590 5220 1260 0,'-22'28'49'0,"8"3"9"0,14 6-41 0,6-1-1 0,12-10-10 0,0-8-4 0,7-13-8 15,6-10-2-15,1-15 2 16,0-7 2-16,-5-10 4 15,-8-2 4-15,-9 4 0 16,-7 3-2-16,-14 9 4 16,-4 5 2-16,-17 12 5 15,-6 7 1-15,-6 21 3 16,-5 10-3-16,9 27-9 16,7 9-10-16,14 6 1 15</inkml:trace>
  <inkml:trace contextRef="#ctx0" brushRef="#br1" timeOffset="35828.01">6397 5945 816 0,'-10'-10'101'0,"2"0"132"0,3 1-202 0,2 0-2 0,4 1 6 0,-1-2 0 16,7 1-6-16,6-3-8 16,3 0-5-16,4-2-3 15,-1-2-3-15,-2 0-2 16,-4-5-5-16,-3-1-1 16,-8-4 2-16,-4-1 0 15,-7 0 10-15,-3 1 5 16,-4 4 12-16,-1 5 2 0,-1 7-8 15,2 6-5-15,-3 8-15 16,1 8 1-16,4 8-4 16,1 5 3-16,12 7 1 15,4 0-6-15,8 0 0 16,4-1-11-16,5-10 3 16,0-7-1-16,-1-14-3 15,1-6-2-15,-4-10 7 16,0-5 3-16,-4-4 4 15,-5 0 8-15,-6 1 3 16,-1 1 1-16,-4 5 3 16,-4 2-2-16,-3 7 5 15,-1 4-6-15,-1 12-15 16,3 9-6-16,-2 17-70 0,8 8 56 16</inkml:trace>
  <inkml:trace contextRef="#ctx0" brushRef="#br1" timeOffset="36377.86">6005 6242 1377 0,'-7'7'48'0,"-1"3"0"0,8 11-34 0,3 2-4 0,9 2-6 15,7 0-1-15,6-7 3 0,4-4 0 16,4-13-4-16,-2-5-2 15,-3-13-2-15,-4-5 2 16,-8-5 0-16,-6 0 0 16,-11 2 4-16,-8 3-4 0,-12 5 2 15,-6 3-2-15,-9 8 0 16,-3 5 0-16,-7 10 4 16,-1 7-4-16,1 12 0 15,2 6 0-15,12 15-4 16,9 5-19-16,18 3 19 15</inkml:trace>
  <inkml:trace contextRef="#ctx0" brushRef="#br2" timeOffset="41427.56">3480 4921 1243 0,'-12'-4'46'0,"-1"3"3"0,2 1-16 0,4 2-6 0,-1 2-6 15,8 5-7-15,0 1-1 16,10 6-5-16,1 0 0 15,8-2-4-15,5-2 1 0,1-12-5 16,1-7 2-16,-1-15 2 16,-1-6 0-1,-5-8 4-15,-2-3 2 16,-7 1 3-16,-4 1 3 0,-6 4-3 16,-6 3 14-16,-5 7 6 15,-3 7-3-15,-5 10 9 16,-3 6-10-16,-2 13-14 15,-4 8-6-15,3 16-15 16,1 7-15-16,5 10-92 16,6 2-121-16,12-4 163 15</inkml:trace>
  <inkml:trace contextRef="#ctx0" brushRef="#br2" timeOffset="41848.5">3609 5308 1285 0,'-9'13'53'0,"2"2"9"0,7 3-25 0,7 3-20 0,6-1 0 0,6-4-7 16,1-4-2-16,3-10-2 15,-1-5-2-15,-1-12 1 16,-1-6 1-16,-6-8 4 15,-5-3 0-15,-8 1-5 16,-5 3 1-16,-11 6-2 16,-2 6-2-16,-8 10 7 15,-2 4-6-15,-1 11 6 16,1 7 3-16,7 10-6 16,3 3 6-16,16 6-15 0,4 0-15 15,14-6 12-15</inkml:trace>
  <inkml:trace contextRef="#ctx0" brushRef="#br2" timeOffset="42227.28">3820 4897 1289 0,'-19'27'64'0,"6"3"20"16,4 4-40-16,15 0-26 15,7-2-5-15,6-8-7 16,1-6-2-16,-1-11-4 16,-2-6 0-16,0-11 0 15,-1-7 4-15,-3-8 3 16,-1-4 1-16,-5-8 7 15,-2 1 0-15,-5 2 3 16,-3 2 12-16,-8 11 15 16,0 4 5-16,-8 9 16 15,-1 4-9-15,-1 11-21 0,0 7-15 16,6 13-24-16,2 4-24 16,14 4-389-16,3-8 350 15</inkml:trace>
  <inkml:trace contextRef="#ctx0" brushRef="#br2" timeOffset="42594.55">4276 4750 1216 0,'-11'9'73'16,"3"1"44"-16,3 5-59 15,4 3-12-15,3 2-15 16,5 0 11-16,3-6-18 16,1-5 0-16,2-9-6 15,-1-7 6-15,1-11-4 16,1-5-2-16,-4-10-3 0,0-1-6 15,-6 0 0-15,-2 2-3 16,-5 7 6-16,-3 4-6 16,-6 6 9-16,-3 7 0 15,-6 8 9-15,-2 7 3 16,-4 13-6-16,2 8 6 16,8 5-24-16,5 1-18 15,16-11 9-15</inkml:trace>
  <inkml:trace contextRef="#ctx0" brushRef="#br2" timeOffset="42978.01">4001 4430 1502 0,'-6'13'81'0,"1"2"89"0,8 5-113 0,6-1-18 0,7-5-15 0,5-2-3 15,6-10-12-15,0-5 3 16,1-10-6-16,-3-6-6 15,-11-6-3-15,-5 1-18 16,-15-2 6-16,-7 3 0 16,-13 6 6-16,-6 5 0 15,-5 9 0-15,-3 5 3 0,2 13 3 16,0 5 0-16,6 17 3 16,3 7-3-16,10 11-126 15,10 5 94-15</inkml:trace>
  <inkml:trace contextRef="#ctx0" brushRef="#br2" timeOffset="43361.8">4262 4909 1316 0,'-12'-1'78'16,"-1"1"48"-16,5 3-69 15,4 4 3-15,4 5-36 0,3 4-7 16,6 1-14-16,-1 0-3 16,6-5-3-16,2-6-2 15,1-7 2-15,0-6 3 16,0-8 8-16,-2-1-2 15,-5-4 9-15,-2 0-9 16,-6 3 9-16,-1 1-9 16,-3 4 3-16,-3 3 3 0,-1 4-9 15,0 3 9-15,-1 7-9 16,1 3-3-16,0 11-9 16,1 8-12-16,1 5-95 15,4 2-233-15,2-5 246 16</inkml:trace>
  <inkml:trace contextRef="#ctx0" brushRef="#br2" timeOffset="43844.79">4209 5187 1065 0,'-13'10'69'0,"5"3"36"0,3 0-28 0,3 6-22 0,1 1-11 0,1 2-7 16,1-1-10-16,6-5-11 15,2-4-3-15,1-9-3 16,2-5-2-16,2-14-4 16,-2-4 1-16,-1-8-1 15,-3-1 2-15,-7 4 5 16,-1 1 7-16,-9 6 12 15,-3 3 3-15,-9 7 8 16,-2 3-2-16,-7 11-15 16,0 7-3-16,-8 12-15 15,2 6 0-15,4 10 3 16,2 2 0-16,12-3-3 16,7-2-12-16,11-11-152 0,8-5 107 15</inkml:trace>
  <inkml:trace contextRef="#ctx0" brushRef="#br2" timeOffset="48578.51">4500 4996 1059 0,'-19'1'56'0,"-1"2"47"0,6 2-84 0,0 2-2 0,5-1 7 15,4 0-3-15,3 1-2 16,2 1-7-16,5 3-8 16,3 2 2-16,5-1-4 15,-1-1 0-15,2-3 3 16,-4-4-5-16,-1-6-3 16,-1-5-1-16,-3-7 0 15,1-6 0-15,-6-9 6 16,0-3 4-16,-3 0 3 15,-6 1 3-15,-1 7-4 16,-2 6-4-16,-8 10-6 16,-3 6-2-16,0 11 0 15,-1 6 4-15,7 8-8 16,3 0-33-16,9-5 28 16</inkml:trace>
  <inkml:trace contextRef="#ctx0" brushRef="#br2" timeOffset="49295.84">3920 4640 1369 0,'0'0'40'0,"0"0"-12"0,0 0-28 0,0 0-20 0,1 0 3 0,0 0 7 16,0 0 2-16,-1 0 10 16,0 0 8-16,0 0 4 15,-9 8-1-15,5 1-1 16,2 0-3-16,3-1 1 15,5-1-4-15,5-1 2 16,1-2-1-16,3-5 1 16,-1-2 4-16,-4-4-3 15,-2 1 7-15,-1-2-1 16,-2-3 11-16,-1-2 19 16,-3-1-15-16,-2 1-9 15,-5 0-9-15,-6 2-1 16,-1 4 1-16,-6 6 12 15,0 2-3-15,1 8-3 0,1 4-3 16,0 7-48-16,-1 5-89 16,5 2 71-1</inkml:trace>
  <inkml:trace contextRef="#ctx0" brushRef="#br2" timeOffset="49715.26">3640 4356 1305 0,'-6'-4'23'0,"6"4"-29"0,0 0-25 0,-9 7 2 0,8 7 10 16,-3 4 13-16,-1 7 14 15,0 2 1-15,1-1 9 16,0-1 3-16,4-7-1 16,0-5 1-16,3-9 4 15,1-2 4-15,1-5 0 16,1-3-4-16,0-7-11 0,1-4-6 15,-2-5-2-15,-5 1-5 16,-4-1-2 0,-5 3-11-16,-6 4-7 0,-2 6-5 15,-5 7 13-15,0 3 5 16,2 9 8-16,2 6 0 16,5 7-130-16,3 2 95 0</inkml:trace>
  <inkml:trace contextRef="#ctx0" brushRef="#br2" timeOffset="51429.63">9624 8749 1144 0,'-1'-11'79'0,"-2"1"51"0,-2 2-79 0,1 3-18 0,-2 5-18 15,0 5-3-15,-6 15-5 16,-3 9 3-16,-7 22-2 15,-3 9 2-15,2 7-3 16,1-3-1-16,5-13-6 16,0-9-17-16,3-20 11 15</inkml:trace>
  <inkml:trace contextRef="#ctx0" brushRef="#br2" timeOffset="51611.58">9367 8767 1524 0,'14'33'83'0,"4"6"36"16,10 12-104-16,6 1-15 0,1-6-63 15,-2-5-89-15,2-15 121 16</inkml:trace>
  <inkml:trace contextRef="#ctx0" brushRef="#br2" timeOffset="51827.22">9823 9020 1380 0,'-1'33'64'15,"2"4"51"-15,4 14-82 16,-1 4-42-16,1 6 6 16</inkml:trace>
  <inkml:trace contextRef="#ctx0" brushRef="#br2" timeOffset="52967.4">1354 4264 1179 0,'-9'57'0'0,"-6"2"-10"0,-11 2-23 0,-6-4-11 0,-7-12-8 0,0-6-3 0,3-18 28 0,1-7 11 0,8-9 16 16</inkml:trace>
  <inkml:trace contextRef="#ctx0" brushRef="#br2" timeOffset="53132.53">1037 4425 1320 0,'38'12'35'0,"2"8"-17"15,4 4-11-15,-5 5-34 16,-1 0-37-16,-8 2 35 15</inkml:trace>
  <inkml:trace contextRef="#ctx0" brushRef="#br2" timeOffset="53525.61">1483 4456 1388 0,'11'-2'-58'15,"1"-1"-43"-15,3-3-23 16,1-2-12-16,1 1 72 15,-1 1 78-15,-5 5 88 16,-4 4 4-16,-6 9 6 16,-3 5-15-16,-8 12-41 15,-4 4-21-15,-6 5-27 16,-3 2-6-16,2-7-6 16,3-4 2-16,8-13 0 15,2-6 2-15,11-10 2 16,9-6-4-16,15-14-4 0,13-2-9 15,16-12-42-15,4-3-55 16,6-1 64-16</inkml:trace>
  <inkml:trace contextRef="#ctx0" brushRef="#br3" timeOffset="78394.58">6499 4813 399 0,'-18'3'45'0,"-2"2"118"0,-1 2-138 0,-1 2-2 0,-4 1 6 16,0 1 3-16,-13 2 21 16,-4 1 6-16,-3 4 11 15,-5 1-6-15,6 5-16 16,1 2-12-16,-3 3-19 15,-2 3-8-15,-6 5-5 16,-1 4-4-16,-1 6-6 16,1 4 3-16,5 7-1 15,3 6 2-15,-1 5 4 0,2 5 0 16,3 9 7-16,0 4-3 16,9 8 0-16,2 2 2 15,6 2-8-15,3-1 2 16,5-4 11-16,5-2 10 15,7-5 28-15,5-1 5 16,10-4 2-16,7-2-9 16,10 1-22-16,6 0-10 15,9 0-7-15,7 0-2 0,7-1-5 16,1 0 3-16,6-6-2 16,0-3-4-16,13-10 4 15,7-4 0-15,10-3 4 16,6-3-3-16,13-5 3 15,-3-1-2-15,3-9-2 16,5-6 0-16,-3-12-4 16,5-5 2-16,0-11 0 15,-3-4 3-15,4-7 3 16,4-5 0-16,4-5-2 16,-3-2-4-16,-4-7 2 15,-4-4-3-15,-3-6-1 16,-2-7 6-16,-5-6-4 15,-4-5 6-15,-6-9 0 16,-3-6-1-16,-12-11 10 0,-4 0 16 16,-17-5 9-16,-8 0 0 15,-17-6 5-15,-11-1 7 16,-13-5 21-16,-8 0-9 16,-14-2 2-16,-6-3-5 15,-11-3-12-15,-5-1-9 16,-11-4-15-16,-5-1-6 15,-13 0-27-15,-5 5-9 16,-7 4 0-16,-9 2-9 0,-11 10 3 16,-4 5 6-16,-11 15 3 15,-2 7-6-15,-6 8-18 16,-2 3-12-16,-9 8-35 16,-1 5-10-16,-1 10-56 15,-1 6 15-15,-5 9 35 16,-7 7-13-16,9 11-86 15,-6 6 112-15</inkml:trace>
  <inkml:trace contextRef="#ctx0" brushRef="#br3" timeOffset="80275.67">4008 6458 894 0,'-28'-19'107'0,"-3"0"84"0,-5 2-129 0,-2 1-5 0,-9 4-5 16,-4 1-9-16,-7 6-16 0,-4 2-6 15,-4 10-9 1,-2 9-5-16,-10 9-7 16,-4 7 0-16,-3 12-5 0,-1 4 1 15,4 11 6-15,4 6-2 16,7 10 7-16,1 4-3 15,13 9-4-15,5 10-2 16,8 11 2-16,5 9-2 16,8 13 2-16,8 0 4 0,14 8-2 15,9 0 0-15,15-9 4 16,10-4-4-16,11-15 4 16,3-11 3-16,13-15 15 15,5-10 25-15,20-14 44 16,10-8-7-16,12-15-32 15,7-7-18-15,9-18-15 16,5-6-15-16,12-13 0 16,2-9 6-16,4-16-9 15,4-10-6-15,-4-13 3 16,2-6-12-16,-4-14-6 16,-8-9 3-16,-7-13 3 15,-6-4 3-15,-16-6 6 16,-6-1 3-16,-17-1 0 15,-9-1-3-15,-16 1-3 16,-9 4 6-16,-22 2 0 16,-10 1-9-16,-22 5 0 0,-12 3-3 15,-16 5 15-15,-10 2 12 16,-14 4 15-16,-2 1 3 16,-15 6 3-16,-4 4 5 15,-3 12-8-15,-2 8-3 16,-3 17-27-16,-3 12-57 15,-7 22-50-15,-6 10-49 0,-7 21-155 16,2 9 236-16</inkml:trace>
  <inkml:trace contextRef="#ctx0" brushRef="#br3" timeOffset="81260.53">3204 4079 1183 0,'-49'25'42'0,"-2"9"9"0,3 9-24 0,0 17-14 0,2 7-1 15,8 13 6-15,5 7 3 16,11 14 6-16,5 4 0 16,14 12-6-16,6 1-3 0,12 0-10 15,7 5-3-15,12-6-5 16,9-2 0-16,15-9 0 16,7-8 0-16,14-14-3 15,7-8-5-15,14-14 6 16,6-8-4-16,13-14 10 15,4-8 0-15,1-18-4 16,8-12-2-16,-4-21 0 16,-2-14 2-16,1-20 4 15,-9-8 5-15,-6-15 17 16,-2-6 5-16,-13-9 54 16,-6-5 34-16,-12-7-5 15,-9-2-13-15,-17-6-32 16,-6-2-12-16,-22 2-27 15,-10-1-3-15,-24 9-12 16,-12 6-3-16,-24 8 3 0,-11 4-6 16,-21 2-6-16,-10 5 5 15,-16 5-28-15,-6 7 2 16,-14 11 0-16,-3 7 0 16,-8 17 24-16,-4 7 0 15,-2 18-27-15,-6 11-27 16,-4 17-75-16,-6 10-80 15,-3 18-303-15,1 8 373 0</inkml:trace>
  <inkml:trace contextRef="#ctx0" brushRef="#br3" timeOffset="84059.63">9466 5420 785 0,'10'2'45'0,"2"1"44"0,3-1-87 0,4-1-2 16,-1 0 7-16,-1 0 2 15,4 0 14-15,0-1 9 16,7-2 7-16,4-1-7 15,4-2-15-15,2 0-7 16,-3 0-14-16,0-1-17 16,-7 2-95-16,-1-2-149 0,-10 6 151 15</inkml:trace>
  <inkml:trace contextRef="#ctx0" brushRef="#br3" timeOffset="84793.15">10288 5018 1152 0,'1'26'54'15,"4"7"31"-15,4 8-60 16,-3 10-15-16,-3 7-6 0,-4 8-2 15,-5 1-8-15,-2-4-4 16,0-7-1 0,-4-15 5-16,2-7 8 0,-1-14 17 15,2-7 10-15,4-10 14 16,0-5 9-16,6-12-5 16,3-8-10-16,5-16-3 15,3-6 2-15,6-14-18 16,2-7-3-16,0-9-6 15,2-2-3-15,0-1 0 16,2 3 0-16,7 5 6 16,3 4 11-16,5 13 10 15,5 10 3-15,1 18-3 16,0 11-15-16,-7 18-15 16,-6 11-6-16,-15 22-39 15,-10 11-6-15,-17 11-8 0,-8 1 5 16,-12-8 39-16,-2-10 12 15,-3-11 42-15,3-5 11 16,3-7 1-16,0-1 3 16,4-6-33-16,-1-3-12 15,4-8-3-15,1-2-6 16,5-5-3-16,2-1 3 0,7 1-3 16,6 1 6-16,7 2 6 15,6 1 3-15,9 4 6 16,1 3-15-16,8 6-6 15,1 2-18-15,1 4-57 16,0 0-63-16,-2-3-195 16,1 0 246-16</inkml:trace>
  <inkml:trace contextRef="#ctx0" brushRef="#br3" timeOffset="85642.64">10894 5184 1501 0,'0'0'34'0,"0"1"65"0,0 0-180 0,0 0 34 0,-1 0 11 0,0 1 6 15,0-1 11-15,0-1 9 16,0 1 14-16,0 0 4 16,-1 0 2-16,-25 5-4 15,27-6-1-15,-1 0-1 0,0-1-2 16,0 0 0-16,-30-6 0 16,30 7 0-16,0 0-2 15,-1 0 2-15,-28 12-2 16,21-7 0-16,0 4 0 15,0 2 0-15,0 3 4 16,3 5-2-16,5 2 7 16,1 3 1-16,10-2 4 15,3 0 1-15,7-6-7 16,3-4 0-16,3-6-3 16,3-5-1-16,-2-7 2 15,3-4 4-15,0-8 8 16,0-3 3-16,-2-5 9 15,-3-1 3-15,-7-1 8 16,-4 5-2-16,-5 3-6 0,-3 2-6 16,-5 3-12-16,-2 3-3 15,-4 3 0-15,-3 3-6 16,-4 6 0-16,-2 0-3 16,-3 6-3-16,0 1 3 15,-1 5-3-15,1 1-3 16,-2 3 3-16,1 0 0 0,0 0-3 15,-1 0 3-15,4-4 0 16,1 1 0-16,3-2 6 16,4-1-6-16,2 1-3 15,4-1 3-15,1 0-3 16,4-2 3-16,2-1 0 16,3-2 0-16,3-1 0 15,1-2 0-15,0 2 3 16,1-4 0-16,0 0 3 15,1-1 0-15,-1-3-3 16,-1 1 3-16,-4-1-3 16,-4-2-3-16,-1 3-6 15,-4 3 0-15,0 0-6 16,0 0 3-16,-1 0-6 16,0 0 3-16,-1 0-3 15,-26-3 3-15,27 3-15 0,0 0-24 16,0 0-113-16,-26 7 32 15,27-7-189-15,-1 0 155 16</inkml:trace>
  <inkml:trace contextRef="#ctx0" brushRef="#br3" timeOffset="85992.5">11122 5120 1282 0,'9'3'-20'0,"-2"1"-65"0,-1 3-27 0,-6 7-34 0,-1 3 39 0,-6 7 80 16,1 2 58-16,1 4 102 15,0-1 0-15,5 0-42 16,4-3-19-16,1-7-39 16,1-4-10-16,3-7-9 15,-2-2-5-15,3-5-5 0,-1-2-8 16,-1-2-23-16,-2-2-8 16,1-1-4-16,0-2 5 15,1-3-13-15,1-3-30 16,3-7 38-16</inkml:trace>
  <inkml:trace contextRef="#ctx0" brushRef="#br3" timeOffset="86925.94">11436 4772 1583 0,'2'19'95'0,"1"19"-26"16,-2 14-63-16,-1 21 0 16,0 4 0-16,-3 2 3 15,2-3-3-15,2-10 3 16,4-6 0-16,0-18 3 16,-1-8 3-16,-1-15 15 15,-3-6 0-15,0-13 0 16,0 0-4-16,0 0-26 15,1-5-3-15,-3-11-23 16,-2-5-1-16,-2-7 6 0,-5-1 3 16,-1 4 15-16,-1 2 3 15,-4 7 6-15,0 7 9 16,-3 9 6-16,-1 6-3 16,1 13-6-16,3 5-3 15,5 10 2-15,2 2-2 16,9-2 0-16,5-2-3 15,9-11-3-15,7-5 0 16,9-10 6-16,0-4 3 0,3-6 6 16,-1-5 0-16,-2-4-6 15,0-5-3-15,-1-2-3 16,-5 1 0-16,-2 2-6 16,-5 2 0-16,-4 7 6 15,-3 2 0-15,-3 6-3 16,-1 4-3-16,-4 5 0 15,-1 2-3-15,-2 2-6 16,-3-3 3-16,-1-5-9 16,-3-2 3-16,1-7 9 15,2-5-3-15,1-7-21 16,1-5-9-16,2-5 1 16,-2-2-4-16,4 0 27 15,0-1 12-15,1 3-9 0,2 0 9 16,-1 0-12-16,1 0 0 15,0 5 0-15,0 4 3 16,1 5 9-16,2 6 3 16,2 3 9-16,3 1-6 15,3 4 6-15,2 0-9 16,0 4 0-16,-1 4-3 0,-1 4 0 16,0 2 0-16,-3 3 3 15,1 2 6-15,-2 2-3 16,-1 2-6-16,-3 1 18 15,0 1-9-15,-1-1 0 16,-1-3 3-16,2-8-9 16,1-4-3-16,1-5 0 15,0-4 0-15,3-4 6 16,-3-4 11-16,3-5 10 16,2-4 3-16,-1-6 3 15,1-3-12-15,-4-5-15 16,-2 1-6-16,-7 1 0 15,-1 1 0-15,-3 2-12 16,-1 3-6-16,2 1-48 16,3 1-53-16,8 1-333 15,1 0 359-15</inkml:trace>
  <inkml:trace contextRef="#ctx0" brushRef="#br3" timeOffset="87225.79">12084 5018 453 0,'26'1'47'0,"1"-1"37"0,-4 0-31 0,-8-2-24 0,-14 2 33 0,0 0 106 0,0 0 24 0,-2 3-16 15,-9 5-21-15,-9 4-81 16,0 3-22-16,1 2-2 16,1 2-14-16,5 1-12 15,3 0-12-15,7 0-1 16,2-1-2-16,8-3 3 15,3 1-3-15,5-2 9 16,4-1 0-16,-2 0-6 16,-2-1 3-16,-5 0-9 15,-8 2 3-15,-9 2 3 16,-8 1 3-16,-14 4-6 16,-8-3 0-16,-7-2-21 15,-1-6-45-15,3-5 36 16</inkml:trace>
  <inkml:trace contextRef="#ctx0" brushRef="#br3" timeOffset="87558.45">10753 5629 1497 0,'1'8'9'0,"11"-1"-113"16,10 2-65-16,21-5-15 16,6-1-12-16,21-3 164 15,9-3 75-15,16-2 73 16,9-2 3-16,4-3-20 15,0-2-27-15,2-2-26 16,-1-2-5-16,2-1-10 16,0-1-4-16,-6 2-38 15,-10 1-73-15,-13 5 53 16</inkml:trace>
  <inkml:trace contextRef="#ctx0" brushRef="#br3" timeOffset="96158.09">9475 6224 1169 0,'1'5'29'0,"1"1"-5"0,4-1-24 0,0 0-4 0,1-2 4 0,4 0 7 15,1-3 3-15,5 0 9 16,4 0 1-16,8-4-1 15,2-1-3-15,8-2-12 16,2-2-16-16,-3 0 6 16</inkml:trace>
  <inkml:trace contextRef="#ctx0" brushRef="#br3" timeOffset="97026.89">10042 6044 1080 0,'9'8'33'0,"5"-3"0"0,5-2-18 0,7-4-9 0,0-2 2 0,3-6 2 15,2-1 1-15,2-4 20 0,-3-2 12 16,2-2 13-16,-3-2 2 16,-3-1-17-16,-3 2-10 15,-6 2-16-15,-5 2-5 16,-5 5-4-16,-3 3 0 15,-4 7 5-15,0 0 5 16,-17 13-1-16,6 4 15 16,-4 12 3-16,0 8-6 15,-2 8-3-15,1 3-3 16,-4 4-10-16,1-1 4 0,1-4-3 16,2-3 6-16,7-11 0 15,2-5 0-15,9-10-9 16,4-5-9-16,12-9-96 15,3-6-146-15,11-15 178 16</inkml:trace>
  <inkml:trace contextRef="#ctx0" brushRef="#br3" timeOffset="97311.64">10512 6109 887 0,'0'21'103'0,"0"5"74"16,0 5-115-16,0 5-42 0,-4-1-7 16,-2-4-3-16,0-5 0 15,1-10 9-15,0-7 14 16,2-9 29-16,0-6 4 16,-1-9-8-16,2-2 8 15,1-8-39-15,2 0-9 16,2 1-18-16,1 0 0 15,5 0-24-15,1 0-15 0,8 1-11 16,5 0-12-16,5 4-48 16,0 3-14-16,1 7-6 15,-2 5-32-15,0 6 99 16</inkml:trace>
  <inkml:trace contextRef="#ctx0" brushRef="#br3" timeOffset="98291.83">10931 6130 1136 0,'-15'-5'62'16,"1"1"80"-16,0 1-140 15,0 1-2-15,-3 1 4 0,-1 1-1 16,1 4 1-16,-1 2-4 15,2 5 2-15,1 3 8 16,3 4 2-16,6 0 1 16,6-1-9-16,8-1 2 15,9-5-2-15,2-3 1 16,7-5 7-16,1-3 0 16,2-8 1-16,0-2-3 15,1-6 2-15,-4-3-3 16,2-2-3-16,0-1 0 0,-7 0-2 15,0 3 0-15,-9 6 1 16,-6 2-3-16,-2 6 10 16,-4 5 2-16,0 0 1 15,-1 7 29-15,-3 8-8 16,1 2-6-16,1 1-12 16,-1 0-4-16,4-4-2 15,0-3-6-15,5-3 0 16,4-4 0-16,3-4-6 15,2-5 0-15,4-5-27 16,2-4-41-16,3-4-46 16,1-1 31-16,-2 1-2 15,-1 0 17-15,-3 5 47 16,-4 3 21-16,-4 6 31 16,-2 1 11-16,-5 7 9 0,-3 2-1 15,-4 6-11-15,-2 3-10 16,-4 2-16-16,0 0-1 15,0-2-4-15,0-3-1 16,-1-4-1-16,-2-2-4 16,-4-6-13-16,-4-4-9 15,-1-8-57-15,-1-4-22 0,2-6 14 16,4 0 19-16,6 0 66 16,7 0 27-16,4 2-12 15,3-2-15-15,5 4-15 16,0 0 1-16,5 5 14 15,1 2 8-15,5 6 11 16,3 3 7-16,4 6 16 16,2 3 9-16,0 8 3 15,-1 5-2-15,-5 6-17 16,-2 4-12-16,-6-3-7 16,-2 0-5-16,-5-8-7 15,-5-4 4-15,-1-8-3 16,-2-7 4-16,0 0-6 15,0 0-6-15,0 0-34 16,0-17 8-16,2 4 0 16,3-1 5-16,1 1 28 0,-1-1 0 15,6 0 0-15,-2-1 0 16,6 0-4-16,2 1 2 16,0 4-2-16,0 5-2 15,-3 8 4-15,-2 5 4 16,-5 15 1-16,0 5 3 15,-2 8-4-15,1 1-2 16,4-6-25-16,1-6-63 0,4-14 49 16</inkml:trace>
  <inkml:trace contextRef="#ctx0" brushRef="#br3" timeOffset="98474.99">11734 6125 980 0,'-5'17'81'0,"2"-1"33"0,-2-2-69 0,1-4-47 0,0-5-27 0,-2-5-234 15,0-2 169-15</inkml:trace>
  <inkml:trace contextRef="#ctx0" brushRef="#br3" timeOffset="98843.07">11692 6081 338 0,'8'-23'79'0,"4"-2"95"16,4-3-67-16,5-1-32 15,2 0-48-15,1 1-15 16,0 6-10-16,0 2 3 16,-1 10 68-16,-1 4 45 15,-4 10 26-15,-2 6-5 16,-5 13-48-16,-2 4-31 0,-4 9-38 15,-1 2-9-15,0-4-7 16,0-5 0-16,-1-10-2 16,0-4 2-16,-1-8-1 15,-2-7-1-15,0 0 4 16,0 0 0-16,0 0 3 16,9-13 11-16,-4-1 2 15,2-1 6-15,-1-2-9 16,3 2-9-16,0 1-3 15,2 1-6-15,0 5 14 16,0 3 1-16,-1 5 12 16,-2 6 0-16,0 10-6 15,-1 2-6-15,3 6-21 16,-3-3-24-16,8-5-95 0,2-5-40 16,5-10-169-1,1-5 193-15</inkml:trace>
  <inkml:trace contextRef="#ctx0" brushRef="#br3" timeOffset="99242.04">12345 5940 435 0,'-6'-7'110'0,"-5"0"139"0,-3 3-94 0,-7 6-47 0,-3 4-7 0,-2 8 21 15,2 2 0-15,2 6-35 16,3-2-31-16,5 0 3 15,4-2-23-15,10-7-21 16,4-2-3-16,6-5-1 16,4-4-5-16,8-10 6 15,0-3-3-15,6-6-6 16,2-1 9-16,-4 0-9 16,0 1 0-16,-6 3 0 15,-3 4 3-15,-2 7 0 16,-3 4-3-16,-3 11-3 15,-2 9 0-15,-7 17 6 16,-1 8-3-16,-7 14 9 16,-3 6-3-16,-7 7-6 0,-4 3 3 15,-12 0-3-15,-6-3 3 16,-9-9 3-16,2-9 36 16,-1-17 44-16,0-9 7 15,0-21-42-15,-6-13-81 16,4-24-9-16</inkml:trace>
  <inkml:trace contextRef="#ctx0" brushRef="#br3" timeOffset="100861.83">12904 5487 1520 0,'2'39'48'0,"2"7"-15"0,0 8-48 0,-3 12-21 0,-1 1 21 0,-6 3 10 0,3-6 3 0,1-13 4 15,2-10 1-15,2-18 7 16,0-10 15-16,2-10 23 16,-1-5 6-16,1-11-22 15,-2-4-5-15,0-8-51 16,-2-2-32-16,-6 2-69 15,-4 3 43-15,-9 6 3 16,0 6 13-16,-7 11 64 16,-2 6 29-16,1 11 31 15,0 5 2-15,7 5-15 16,2 0-14-16,10 0-14 16,3-4-9-16,10-5-10 0,3-3-2 15,14-6 2-15,5-4 1 16,11-6 4-16,4-2 3 15,7-5-6-15,-2-4-2 16,1-2-7-16,-1-3-3 16,-7-2 4-16,-5 0 2 15,-8 1 6-15,-5 1 4 0,-11 4 0 16,-5 2 0-16,-8 0 10 16,-4 3-3-16,-4 1 7 15,-3 2 6-15,-3 6-3 16,-3 4 6-16,0 5 23 15,2 3 1-15,3 2-9 16,2 1 0-16,7-2-24 16,2-3-3-16,6-5-9 15,4-3-6-15,5-5-6 16,3-3 3-16,6-7 6 16,1-1 3-16,5-5 0 15,-3 0-3-15,-2 1-3 16,-2 2 3-16,-8 5 3 15,-4 4 3-15,-8 5 0 16,0 0-6-16,0 0 0 16,-5 8 3-16,2 6 9 0,3 1-1 15,0 2-5-15,0-1-3 16,6-1-3-16,-3-3 3 16,8-5 0-16,5-2 0 15,1-7-3-15,4-6 3 16,2-10-3-16,0-5 0 15,1-9-6-15,-3-2 3 0,-3-2-3 16,-3 1-6 0,-4 1 9-16,-2 2 0 0,-4 4 9 15,-4 3 3-15,-1 7-6 16,0 5 3-16,0 13-9 16,0 0 3-16,-6 16-3 15,3 6 0-15,-1 14 6 16,0 3 3-16,3 1-9 15,1-2-9-15,2-7-51 16,1-6-95-16,-3-11-166 16,0-6 147-16,-2-8 21 15,-2-1 49-15,-3-6 113 16,0 1-9-16,0-1-79 16,1 1-21-16,1-1 27 15,0 2 57-15,4 1 175 16,1 4 20-16,0-1-15 0,0 0-16 15,0 0-75-15,12-17-9 16,2 13-22-16,4-1-27 16,6 0-6-16,3 0-3 15,2 0-6-15,0-1-3 16,1-1-6-16,-3 0 6 16,0-1 0-16,-1-1-3 15,-4 0-3-15,-3 0-9 0,-9 5-6 16,-10 5-2-16,0 0-32 15,1-1 0-15,-13 8 2 16,-4 5 5-16,-5 1 57 16,1 3 10-16,-2 0 17 15,3 2 3-15,3-3 5 16,2 0 0-16,6-6-8 16,5 0 4-16,6-5 23 15,7-4-12-15,6-3-13 16,5-5-2-16,4-6-18 15,2-2 3-15,3-2-9 16,-1-1 3-16,-2 2-9 16,-2 3-3-16,-6 3 9 15,-4 5-6-15,-5 7 12 16,-2 6 3-16,-3 12 3 16,-2 7 3-16,0 8-3 0,-1 2-9 15,4-1-30-15,3-5-111 16,5-10 75-16</inkml:trace>
  <inkml:trace contextRef="#ctx0" brushRef="#br3" timeOffset="101223.49">12196 6377 949 0,'71'-11'133'0,"10"-3"189"0,19-1-566 0,3-1 172 0</inkml:trace>
  <inkml:trace contextRef="#ctx0" brushRef="#br0" timeOffset="109325.41">5175 8034 1212 0,'-15'3'54'0,"1"1"10"0,5 8-35 0,2 3-10 0,7 3-7 0,3 2-2 0,5 0-1 15,2-2-1-15,0-4 2 16,0-5-2-16,-1-9 1 16,-1-4 3-16,1-12 5 15,0-6 5-15,0-7-1 16,-1-3-7-16,-2 1-5 15,-4 1-3-15,-4 7 5 16,-4 4 4-16,-10 10 0 16,-3 5-3-16,-3 11 0 0,2 5 0 15,9 11-3-15,9 5-9 16,22 0-353-16,9-8 271 16</inkml:trace>
  <inkml:trace contextRef="#ctx0" brushRef="#br0" timeOffset="111524.65">9579 6809 593 0,'-3'-3'41'0,"3"3"12"0,0 0-24 0,0 0-13 0,0-1-2 0,0 0 11 16,-1 0 11-16,0 1 26 16,0 0 6-16,1 0 3 15,0 0-18-15,23-8-20 16,3 6-6-16,13-3-2 16,6-2-4-16,6 0-5 15,0-1-3-15,0 2-7 16,1 2-2-16,-6 2-12 15,-2 1-23-15,-4 1-151 16,-6-2 107-16</inkml:trace>
  <inkml:trace contextRef="#ctx0" brushRef="#br0" timeOffset="112244.22">10473 6647 933 0,'-7'9'54'0,"-1"4"22"0,-2 9-57 0,0 2-3 0,1 7-5 0,0 2-3 15,3 0 9-15,4 0 10 0,5-4 16 16,2-4 7-16,9-4 1 16,0-6-3-16,7-9-1 15,3-5-3-15,4-11-7 16,4-7-6-16,2-9-11 15,0-4-9-15,-5-3-4 16,-7-1 5-16,-12 2-3 16,-8 0 0-16,-12 2 6 15,-5 5 3-15,-11 2 6 16,-3 4-6-16,-7 7-3 16,-2 4-4-16,0 11 4 15,1 5 3-15,3 16-21 16,2 5-53-16,9 11 32 15</inkml:trace>
  <inkml:trace contextRef="#ctx0" brushRef="#br0" timeOffset="112893.48">10860 6689 1481 0,'-4'22'54'0,"-1"8"45"16,1 4-90-16,1 7-105 16,1-2 36-16,2-6-18 15,2-3 5-15,5-8 26 16,1-6 22-16,3-7 33 15,1-4 15-15,-1-6 31 16,2-3 5-16,2-10-9 16,1-3-11-16,4-8-53 15,2-4-52-15,-3 0-205 16,-5-1-113-16,-8 7 32 16,-7 5 172-16,-5 8 277 15,-4 6 87-15,-2 8 117 16,-1 4-45-16,0 8-147 0,1 3-26 15,3 5-36-15,3 0-12 16,6-2-20-16,2-1-7 16,6-7-6-16,2-4-4 15,3-10-4-15,2-3-2 16,4-11-5-16,-1-4-16 16,3-11-57-16,-1-3-32 0,3-6-59 15,-2-3-5-15,3-1 61 16,-3 0 46-16,-3 4 61 15,0 2 21-15,-6 7 71 16,-1 6 49-16,-4 9 74 16,-3 6-14-16,-1 9-45 15,-1 7-32-15,-2 13-54 16,-2 9-15-16,-1 14-22 16,-3 4-5-16,2 3-6 15,1-5-2-15,1-7-8 16,-1-7-8-16,1-10-25 15,-2-6-44-15,0-11 46 16</inkml:trace>
  <inkml:trace contextRef="#ctx0" brushRef="#br0" timeOffset="113496.18">11175 6826 1456 0,'25'-13'48'0,"4"1"28"0,14 1-58 0,2 4-12 0,3 7-27 0,-5 4-21 0,-9 4-22 15,-5 2-13-15,-9-2 7 16,-3 1 12-16,-6-1 42 16,-2-1 16-16,-3 0 18 15,1 0 1-15,-1 0-1 16,0-1-9-16,-2 2-42 15,-2-1-44-15,-4-2-22 16,-2 0 0-16,-3-5 72 16,-2-2 73-16,2-5 59 15,2-4 8-15,3-7-26 16,3-5-19-16,4-5-41 16,2-1-18-16,1-3-7 15,1 1 0-15,-2 2-2 16,3 5 4-16,0 5 6 15,2 3 2-15,2 3-1 16,3 1 3-16,2 3-7 0,0 3-1 16,-4 6 0-16,-2 0-2 15,-8 4 6-15,-4 2 1 16,-5 3 21-16,-6 2 13 16,-3 1 3-16,0 1 2 15,1-1-11-15,2 1 6 16,6-1-6-16,2 1-9 15,5 3-3-15,3 0-9 0,7 1-12 16,2-1 0-16,2-2-3 16,2 0 2-16,-6-4-5 15,-1 2 3-15,-7-1 3 16,-5 2-3-16,-10 2 12 16,-3 3-9-16,-9 0 0 15,-1-1-3-15,1-5-6 16,1-4-38-16,6-7 23 15</inkml:trace>
  <inkml:trace contextRef="#ctx0" brushRef="#br0" timeOffset="114431.83">11841 6782 1121 0,'10'14'71'0,"-2"3"44"0,-7 3-71 0,-6 1-13 0,-2-5-7 0,2-4-1 15,5-12 19-15,-1 0 5 16,-10-5 21-16,9-8 27 16,2-12-68-16,0-5-27 0,4-5-15 15,-2-1-3-15,4 0 16 16,0 1 7-16,7-3 1 15,3-1 3-15,12-5-3 16,6-3-6-16,10 2-9 16,4 2-3-16,0 13-2 15,-4 9 5-15,-6 18 15 16,-3 7 14-16,-5 20 22 16,-1 7 9-16,-6 13 9 15,-1 3-18-15,-3 4-9 16,-1-5-21-16,-1-7-9 15,1-7 5-15,-6-14-8 16,-4-6 0-16,-8-12 15 16,0 0 0-16,0 0 6 15,-19-2-6-15,1-9-21 16,-4-4-12-16,-3 0-21 16,-1 0-2-16,1 6 17 0,4 1 9 15,2 4 15-15,1 3 6 16,1 5 0-16,3 5-3 15,1 10-3-15,0 3 9 16,8 6-6-16,4 1-3 16,12-5 6-16,5-4-3 15,14-10 0-15,4-6 3 0,8-9 3 16,5-5-9-16,1-8 0 16,4-2 9-16,-5-4-9 15,-3 3 3-15,-9 1 6 16,-5 4-9-16,-8 4 2 15,-4 5-2-15,-7 4 0 16,-10 3 0-16,0 0 3 16,0 0-6-16,-1 0 3 15,1 0 6-15,0 0-3 16,-1 0 3-16,1 1 6 16,0 0-6-16,24 11 9 15,-14-11 0-15,6-4 3 16,2-2 3-16,1-4-15 15,1-3 3-15,-1-3-6 16,-1-2 0-16,-4-2 3 0,-3 2-6 16,-11-1 9-16,-3 3-6 15,-10 3-3-15,-5 2 0 16,-5 8-6-16,-2 3 6 16,0 12 15-16,-2 6-12 15,6 14 12-15,4 5-6 16,8 6 6-16,5 1-6 15,14-7-6-15,7-4-6 0,15-13-39 16,10-8-21-16,9-14-116 16,3-6-129-16,-1-9-97 15,-3-2 229-15</inkml:trace>
  <inkml:trace contextRef="#ctx0" brushRef="#br0" timeOffset="114743.56">11121 7152 1491 0,'87'-13'65'0,"19"-3"102"0,9-4-113 16,24-4-90-16,3-2-119 0,-6 0-231 0,0 2 262 0</inkml:trace>
  <inkml:trace contextRef="#ctx0" brushRef="#br0" timeOffset="117907.63">13131 6560 744 0,'9'1'25'0,"5"1"22"0,8-1 15 0,6-1 50 0,8 0 1 16,9-3-6-16,-1-2-20 15,7-1-40-15,-3-1-14 16,-5-1-78-16,-6 0 37 16</inkml:trace>
  <inkml:trace contextRef="#ctx0" brushRef="#br0" timeOffset="118525">12985 6558 1165 0,'9'7'58'0,"0"2"39"0,4 9-81 0,1 4-5 0,1 5-1 15,1 3-2-15,-2 1 0 16,-2-1-4-16,-6-6 1 16,-5-5 1-16,-7-9 6 15,-4-3 11-15,-6-6 14 16,-2-2 4-16,0-9 3 16,-1-3 57-16,3-7-9 15,4-1-5-15,8-8-24 16,7-1-10-16,13-11-41 15,11-4-18-15,18-12-110 0,6-3-213 16,18-3 266-16</inkml:trace>
  <inkml:trace contextRef="#ctx0" brushRef="#br0" timeOffset="120341.17">13747 6392 782 0,'1'6'39'0,"-1"5"-5"0,0 3-18 0,-2 9 0 0,-3 4 14 16,-4 7 29-16,-1 5 11 16,-3 1 3-16,2 0 0 15,6-5-16-15,2-4-11 16,6-10-23-16,2-6-7 16,2-13-8-16,1-7 1 0,-2-13-1 15,0-5-6-15,-2-8-19 16,-3-1-5-16,0-1 1 15,-1-1 4-15,0 1 20 16,1 1 7-16,3 0 2 16,1 2-5-16,5 5 1 15,2 5-4-15,4 10 0 16,2 8 2-16,-1 14 2 16,0 9 7-16,-1 14 4 15,-4 3 1-15,5 3-1 16,-2-2-9-16,5-10-6 15,2-5-4-15,1-12 0 16,1-7-4-16,-4-12-2 16,1-4 4-16,-4-7-2 0,2-2 4 15,-5-1 0-15,0-1 0 16,-4 2 0-16,-3 0 0 16,-1 6 0-16,-5 2 2 15,0 6 0-15,-1 6-2 16,0 0 2-16,0 0 0 15,4 8 4-15,-4 6 2 16,0 8 1-16,-3-1 1 16,3-1-2-16,0-1-3 15,3-7 3-15,2-3 2 0,3-6 2 16,2-3 3-16,5-7-5 16,2-2 1-16,2-6-7 15,2 1-2-15,-5-3 0 16,-5 0-2-16,-9 1 8 15,-4 0 1-15,-10-1-6 16,-2 1 9-16,-6-1-6 16,-2-1-3-16,0 6 6 15,0 1-9-15,2 9 0 16,0 5-9-16,4 12-55 16,0 4-207-16,8 7 183 15</inkml:trace>
  <inkml:trace contextRef="#ctx0" brushRef="#br0" timeOffset="120630.02">14454 6156 1080 0,'-3'0'143'0,"0"12"274"0,2 9-331 0,4 20-71 0,0 8-6 16,-2 17-6-16,-2 0 6 0,-5-3-12 16,3-7-6-16,-1-16-30 15,3-7-14-15,-2-13-89 16,-1-6-73-16,-5-14 136 15</inkml:trace>
  <inkml:trace contextRef="#ctx0" brushRef="#br0" timeOffset="120808.36">14290 6555 1324 0,'36'-7'51'0,"4"-3"20"15,16 1-53-15,6-1-5 16,9 1-11-16,4 0-15 16,-16 0-111-16,-8-1-183 15,-15-2 148-15</inkml:trace>
  <inkml:trace contextRef="#ctx0" brushRef="#br0" timeOffset="122351.31">14973 6427 1652 0,'-21'2'116'16,"2"2"-2"-16,0 6-102 15,0 3 0-15,-1 6-15 16,0 2 3-16,2 4 3 15,0-1 0-15,9-1 3 16,2-4-3-16,6-5-3 16,3-4 0-16,3-6 6 15,4-3 2-15,6-6 13 16,4-4 3-16,4-8-6 0,3-2 0 16,-3-2-12-1,1 2-3-15,-1-2 0 0,-5 3 6 16,-3 1-6-16,-3 3 6 15,-7 6-6-15,-5 8-3 16,1 0 0-16,12 2 0 16,-7 13 3-16,-4 2 6 15,-4 7-3-15,3-2 0 0,2-3 6 16,12-3-12-16,2-8 0 16,-3-3 0-16,8-8 3 15,-8-5 6-15,9-7-6 16,1-3-3-16,-4-3-9 15,5 0-6-15,-7 1 0 16,-3 3 0-16,-5 4 6 16,-5 3 9-16,-1 4 0 15,1 5 0-15,3 6 0 16,-2 2 3-16,3 7 6 16,-2 3-6-16,0-1-3 15,-3 0-3-15,1-5 0 16,-4-3 3-16,-1-8 0 15,0 0 3-15,0 0 0 16,1 0 0-16,11-17 3 0,-6 3 3 16,1-4-9-16,-2-3 0 15,3 0 0-15,1 1-3 16,-4 4 6-16,3 4 0 16,-2 5-3-16,-2 3 0 15,1 8 0-15,1 4 0 16,-5 8 6-16,2 4-3 15,-3 4-3-15,-2 1 3 0,4-3 0 16,-1-3-3-16,4-8 0 16,0-4 0-16,1-5-3 15,0-5 6-15,8-6 3 16,4-4-3-16,2-6-3 16,4-2 3-16,-5-1-3 15,-1 1 3-15,-2 5 0 16,-2 3-9-16,-4 8 0 15,-1 3 3-15,-3 6 0 16,-2 4 3-16,0 7 3 16,-2 1-6-16,1 1 6 15,1-1-3-15,4-4-6 16,2-1 6-16,4-5-3 16,3-3-3-16,2-5 6 15,1-4 0-15,-1-3 0 0,1-1 3 16,-5 0-3-16,-1 1 0 15,-2 3-3-15,-2 1 3 16,0 3-3-16,-1 2 6 16,-2 0-3-16,1-1 0 15,2 0 0-15,0-2 0 16,0-2 0-16,3-2 0 0,-1-4 9 16,-1-2-9-16,0-4 3 15,-4 1-3-15,-1 0-3 16,-4-1 6-16,-6 2-3 15,-1 1 9-15,-5 3-3 16,-3 2-6-16,-3 7-12 16,0 3 6-16,0 8-6 15,4 1 0-15,4 6 12 16,3 3 0-16,5 1-3 16,-2-1 0-16,7 0-6 15,2-6 6-15,2-1 0 16,6-5 3-16,3-3 3 15,3-2-3-15,7-8 0 16,2-5 0-16,4-7-12 16,3-4-9-16,-2-3-24 15,-3 1-2-15,-8 3 8 16,-6 4 18-16,-11 6 21 0,-4 4 18 16,-3 7 21-16,0 0 5 15,0 0-5-15,-5 7 0 16,3 6-18-16,0 3-6 15,3 2-3-15,1 1-3 16,4-3-9-16,3-3 3 16,0-4 0-16,2-3 3 0,1-6 3 15,-1-3-6-15,3-7 3 16,-1-3 0 0,2-4-3-16,2 2-3 0,-3 1 6 15,-2 3-6-15,-5 6 0 16,-7 5 9-16,1 0-6 15,5 8 3-15,-8 7 3 16,-3 3-3-16,-1 2 3 16,0-1-4-16,4-6 4 15,1-5-3-15,3-4-9 16,1-3-9-16,5-6-20 16,0-7-31-16,2-8-230 15,-1-5-55-15,-3-4 257 16</inkml:trace>
  <inkml:trace contextRef="#ctx0" brushRef="#br0" timeOffset="124074.5">12461 5146 1373 0,'25'7'42'0,"5"-1"-13"0,4-3-9 0,4-5-9 0,4-2 1 0,3-6 0 0,5-1-7 0,1-4 1 16,2 1 0-16,-3-1 0 15,-6 0-2-15,-8 2-6 0,-7 1-18 16,-8 0 17-16</inkml:trace>
  <inkml:trace contextRef="#ctx0" brushRef="#br0" timeOffset="124341.33">13309 4457 1947 0,'15'10'96'0,"3"12"-84"16,3 11-12-16,-4 22-3 15,-3 11 6-15,-6 16 3 16,-2 8 0-16,-3 1 9 16,-1-4-6-16,0-9-3 15,2-7 6-15,0-16-27 16,2-6-9-16,0-16-63 16,0-9-149-16,0-17 150 15</inkml:trace>
  <inkml:trace contextRef="#ctx0" brushRef="#br0" timeOffset="124541.97">13620 4533 1711 0,'1'23'123'0,"1"8"8"16,-1 25-110-16,1 10-3 15,-2 6-12-15,1-1-9 0,2-8-24 16,2-11-53 0,-4-14-465-16,0-8 441 15</inkml:trace>
  <inkml:trace contextRef="#ctx0" brushRef="#br0" timeOffset="125376">13324 4912 1571 0,'12'0'158'0,"14"0"31"16,8-1-118-16,15-3-47 16,8 0-6-16,1-3 0 15,0 1-3-15,0-1-6 16,-2 0 3-16,-1-2-3 15,-1-1-9-15,-6-1-12 0,-6-2-9 16,-11 1-3-16,-7 0 9 16,-11 3 9-16,-6 2 6 15,-4 2 3-15,-3 5 6 16,0 0-3-16,0 0-3 16,-15 0 9-16,2 5-12 0,-6 8 12 15,-1 3 3 1,-3 7-6-16,1 2 9 0,6 1-9 15,5-2 0-15,7-3 0 16,4-1 0-16,5-8 6 16,2-2-6-16,3-7 9 15,4-3-1-15,4-4-8 16,3-5 6-16,2-9-6 16,-3-1-3-16,2-3 0 15,-6 1-6-15,-2 5 0 16,-2 3 3-16,-9 7 6 15,-3 6 3-15,0 0 18 16,0 0-5-16,-6 4-1 16,-1 6-1-16,1 8-9 15,2 3-5-15,3 0-3 16,0-1-3-16,4-6 0 0,0-3 2 16,5-4-5-16,3-3 5 15,1-4-3-15,2-3 4 16,0-8-5-16,1-2 4 15,-2-6-2-15,0 0-2 16,-3-1 5-16,1 1-3 16,-4 1-3-16,2 3 1 15,0 3-1-15,-2 4 1 16,0 6-1-16,1 6-2 0,0 10-2 16,-2 7 0-16,0 6 7 15,1 0 2-15,1-3-4 16,3-6-1-16,0-9-4 15,4-6 3-15,-3-9 0 16,0-6 1-16,2-10 0 16,-3-1 0-16,0-5 2 15,-2 1 2-15,-1 2-3 16,0-2-1-16,4-1-6 16,-1-1 0-16,3-1-18 15,-2 3-19-15,-3 6-140 16,1 5-212-16,-1 7 225 15</inkml:trace>
  <inkml:trace contextRef="#ctx0" brushRef="#br0" timeOffset="126807.36">14844 4099 1326 0,'-6'50'43'0,"-2"15"1"0,-2 12-22 0,-3 11-13 0,-3 0-5 0,-1-9 0 15,1-5-2-15,0-16 2 0,2-11 2 16,5-20 1-16,3-9 5 16,5-12 0-16,1-6-1 15,0 0-5-15,0 0-2 16,0 0 0-16,0-1-2 15,0-21 4-15,-8 14-4 0,-6 1 1 16,-2 1-1-16,-13 4 0 16,-2-1 2-16,-2 7 8 15,-4 4 30-15,2 12 27 16,1 6 14-16,4 15-2 16,6 4-15-16,8 3-28 15,9-5-14-15,17-12-3 16,10-8 3-16,21-16 6 15,14-6-6-15,15-13-9 16,0-4-9-16,-7-8-6 16,-9-1-9-16,-11-3-75 15,-1 2-131-15,-4 2 120 16</inkml:trace>
  <inkml:trace contextRef="#ctx0" brushRef="#br0" timeOffset="127328.18">15495 4198 1681 0,'-32'25'147'0,"-3"7"11"0,5 17-128 0,4 9-9 0,-2 8-9 0,2 1 0 0,-1-1-9 16,-1-5 9-16,10-10-6 15,6-5-3-15,12-12-3 16,8-6-30-16,10-13-21 16,1-5-12-16,3-12 7 15,0-5 8-15,1-8-54 0,-2-1-59 16,1-2-5-16,3-1-1 16,2 1 24-16,1 1 14 15,-7 3 97-15,-5 3 25 16,-7 4 7-16,-4 3 5 15,-5 4 13-15,0 0 9 16,0 0 42-16,0-1-9 16,-1 1-9-16,0 0-11 0,0-1-57 15,0 0-103-15,0 0 62 16</inkml:trace>
  <inkml:trace contextRef="#ctx0" brushRef="#br0" timeOffset="127774.8">15643 4466 1431 0,'-6'15'39'0,"1"2"-10"16,1 4-12-16,-1 5-7 15,0 1-1-15,0 6 3 0,0 1 18 16,2-2 6-16,2-4 3 16,2-8-13-16,2-7-2 15,2-7-3-15,1-5 12 16,4-7 9-16,1-4 6 16,4-11-9-16,2-2-12 15,-1-1-15-15,-2-1-4 16,-4 7 4-16,0 0-6 15,-7 6 0-15,0 6-3 0,-3 6 3 16,0 0 6-16,0 0-3 16,0 0 0-16,3 11-9 15,-8-1 9-15,5 4 0 16,-1 3-6-16,4-4 6 16,2-2-9-16,6-3 0 15,4-7-3-15,4-5 0 16,5-5 6-16,6-11 0 15,3-5-15-15,-1-11-613 16,2-5 534-16</inkml:trace>
  <inkml:trace contextRef="#ctx0" brushRef="#br0" timeOffset="127957.88">16046 4194 933 0,'3'-19'137'15,"1"3"150"-15,3 15-246 16,-1 6-8-16,1 17 2 0,-3 11 1 15,-2 16-3-15,-2 7 15 16,-3 7-12-16,0-5-6 16,-2-10-24-16,-1-7 3 15,1-18-15-15,2-8-18 16,3-15-212-16,-9-2-127 0,2-14 151 16</inkml:trace>
  <inkml:trace contextRef="#ctx0" brushRef="#br0" timeOffset="128143.16">15915 4499 1330 0,'8'4'79'0,"6"0"51"15,7 0 21-15,9-4-85 16,7-4-21-16,6-8-27 16,0-2-6-16,1-8-21 15,-1 0-27-15,-6 1-24 16,-2 3-2-16,-2 6-59 15,-3 4 9-15,0 2-235 16,-4 1 186-16</inkml:trace>
  <inkml:trace contextRef="#ctx0" brushRef="#br0" timeOffset="128511.07">16399 4486 1369 0,'-18'6'104'0,"1"3"338"16,5 2-374-16,3-1-29 16,5 0-27-16,3-2-12 0,3-2-6 15,4-1-3-15,6-6-6 16,3-4 6-16,8-7 3 16,3-1 0-16,2-2 12 15,-5-1-6-15,-4 2 9 16,-4 0-3-16,-7 1 3 15,-2 1-3-15,-5 3-6 16,-2 3-9-16,-6 3-12 16,-3 3 3-16,-7 1 6 15,-1 4 12-15,-4 4 0 16,1 1 3-16,-1-1-15 16,2 0 0-16,5-5-17 15,3 0-13-15,6-3-21 16,6-1-89-16,0 0-184 15,15-8 245-15</inkml:trace>
  <inkml:trace contextRef="#ctx0" brushRef="#br0" timeOffset="129680.63">16701 4337 1305 0,'5'2'75'0,"-2"0"61"16,-3 13-117-16,-3 2-1 0,-6 15 0 15,-2 5-3-15,-5 9 6 16,-3 3 0-16,-1 3-3 16,2 0-3-16,1-1 2 15,2-4-8-15,3-9 3 16,0-7-6-16,0-13-3 16,3-5 6-16,-1-13-6 15,2-3 6-15,1-11 3 16,0-3-6-16,-2-6-6 15,1 0 0-15,3 3 3 16,0 4 30-16,6-1 21 16,1 1 3-16,5-4-4 15,4-1-20-15,4-3-24 16,4-1 3-16,8-2-3 16,3-3-6-16,6 3 3 15,2 1 3-15,1 2 0 16,0 2 12-16,-2 4-3 0,-4 2-9 15,-6 4 0-15,-3 0-9 16,-5 1-6-16,-2-1 3 16,-2-1-9-16,-3 0 0 15,-4 1 12-15,0-1-6 16,-4 4 12-16,1-1 0 16,-5 2-3-16,-2 3 0 0,-2 0-3 15,-3 2 3-15,0 3-3 16,-3-1 3-16,0 3-3 15,2 2 3-15,3 2-6 16,2-2 3-16,3 4 0 16,0 0 0-16,0-1 3 15,0 5-3-15,2-1 3 16,-2 1-3-16,0 1 0 16,2 0 6-16,-3-3 0 15,1-3-3-15,-2-3-6 16,2-4 3-16,0 0 0 15,1 0-9-15,0 0 3 16,0 0-15-16,0 0-3 16,0-1 0-16,-1 0 9 15,1-1 6-15,-1 0 9 16,-2-27 0-16,2 29-3 0,-1-1 3 16,-18-18-21-16,13 12-32 15,1 0-88-15,0 0-47 16,1 5 86-16,-2 1 32 15,-3 8 41-15,1 2 22 16,0 9 12-16,-1 2 1 16,7 5-2-16,4 4-2 0,7 3 0 15,4 2 2-15,1 5 2 16,-1 6 1-16,-6 10 5 16,-5 4 2-16,-5 6-7 15,-4-1 1-15,-8-7-4 16,-1-6 2-16,-6-16 15 15,-2-10 6-15,3-16 37 16,1-8 64-16,3-12 7 16,2-4-25-16,4-13-50 15,0-2-30-15,4-2-30 16,2 2 0-16,3 5 18 16,4 3 3-16,9-1 0 15,5 2-6-15,15-8-6 16,7-3-3-16,12-5-6 15,0-3-6-15,3 3-6 16,-4 4 9-16,-8 6 0 0,-3 6 3 16,-12 6 0-16,-3 4 0 15,-11 4-12-15,-3 2-9 16,-12 1-60-16,-4-1-8 16,-8 2 14-16,-6-2 9 15,-2 1 66-15,0 1 21 16,3-2 36-16,5-1 3 15,4-2 2-15,3 0-11 0,5-3-45 16,2-1-9-16,7-2-21 16,5 1-24-16,11 0-271 15,5-3 234-15</inkml:trace>
  <inkml:trace contextRef="#ctx0" brushRef="#br0" timeOffset="131335.49">17471 4360 1357 0,'-17'22'62'0,"-1"4"21"0,-2 5-65 0,2 0-8 0,6-4-7 0,5-4-3 15,8-10 0-15,6-6-1 16,6-5 1-16,4-5 1 16,2-3 9-16,1-3 6 15,5-5 14-15,-2-1-12 16,0-4-18-16,-3-1-12 16,-7 1 0-16,-3 0 0 0,-9 6 18 15,-1 2 0-15,-1 3 18 16,2 2-3-16,-1 6 0 15,0 0-3-15,-10 1-10 16,-2 4-2-16,3 0 6 16,5-2-6-16,-1 0-3 15,5-3 3-15,0 0-3 16,0 0 6-16,0 0 3 16,7-14-3-16,2 4 0 15,1 2-6-15,-1-3 3 16,0 5 0-16,-6 3 0 15,-3 3 0-15,0 0 0 16,0 0 6-16,-8 18-9 16,4 1 6-16,-4 18-3 15,-2 11 0-15,-6 18-6 16,-4 9 3-16,-2 9-3 0,1 2 0 16,1-1 6-16,0-7-3 15,4-14 3-15,2-13 0 16,4-19-6-16,2-9 3 15,3-14 6-15,0-9 6 16,2-13 39-16,2-8-10 16,3-18 1-16,3-9-3 15,3-10-30-15,2-3 6 0,3-8 6 16,5-4-3-16,3-3-15 16,5-2-3-16,8 1-6 15,2 5 0-15,8 10 6 16,-1 9 0-16,-2 14 9 15,0 9-3-15,-9 16-3 16,-4 5-6-16,-12 15-21 16,-5 5-18-16,-9 9 3 15,-5 7 0-15,-10 7 18 16,-6 6 18-16,-7 2 0 16,-3-2 0-16,1-10 3 15,2-7-3-15,6-14 6 16,2-6-3-16,6-4-6 15,1-6-9-15,8-4-128 16,2-4-75-16,9-6 36 0,6-1 69 16,9-2 50-16,5 2 33 15,0 2 19-15,3 0 2 16,-1-1-19-16,2 1-2 16,-1 5 2-16,-2 3 9 15,-5 7 30-15,-2 5 13 16,-8 8 17-16,0 3 5 0,-7 9 1 15,-1 4-1-15,-4 2-11 16,-2 2-7-16,4-4-11 16,1-3-7-16,6-10-5 15,-3-3 7-15,7-11 17 16,0-6 34-16,1-4 8 16,3-3-8-16,-6-5-33 15,0-2-27-15,-6-1-60 16,-2 3-24-16,-5 2-41 15,-6 0 66-15,-7 7 30 16,-6 0 13-16,-5 8 26 16,2 1 3-16,-1 5 3 15,5 1-2-15,1 4 4 16,3 0-15-16,6-2-15 16,8-5-28-16,0 0-8 15,8-4-3-15,7-1 12 0,-1-1 14 16,6 2 38-16,1 4 6 15,4 4 0-15,3 1-1 16,0 8-13-16,1-2-9 16,-6 4-31-16,-2 1-19 15,-6-6-12-15,-3 1 3 16,-9-6 40-16,-1-1 29 16,-9-2 24-16,-3 1 3 0,-7 1-12 15,-3-2-11-15,-1-2-10 16,0-4-4-16,4-7 0 15,2-7-2-15,3-4 9 16,-2-3 9-16,5-1 34 16,4 2 55-16,6 2 36 15,7 0-17-15,8-1-82 16,7 0-23-16,6-1-21 16,4 3-3-16,1 6-3 15,-1 5 3-15,-2 10 15 16,-2 9 3-16,-9 13 12 15,-4 5-9-15,-10 12 0 16,-6 3-18-16,-5 3 0 16,-1-2-9-16,0-9 0 15,1-7 9-15,1-13 0 0,0-6 9 16,4-8 3-16,0 0 12 16,-9-10 12-16,7-2-3 15,2-8 12-15,2-2-13 16,5-7-11-16,5-1 0 15,3 0-12-15,1 1-6 16,4 9 3-16,-2 4 0 16,1 13 3-16,-3 6 6 0,-5 15-6 15,-5 10-5-15,-4 13-17 16,-2 4-59-16,2-4-619 16,1-9 604-16</inkml:trace>
  <inkml:trace contextRef="#ctx0" brushRef="#br0" timeOffset="131695.79">18612 3974 1643 0,'12'21'89'0,"-1"9"-32"0,-2 8-27 0,-3 10-21 0,-2 3 0 0,-7-1-51 16,-3-2-21-16,-6-10-11 0,-2-6 2 16,-4-13 39-16,-2-10 23 15,2-10 6-15,0-7-17 16,2-7-153-16,1 0-80 16,3-3-104-16,1 0 67 15,3 5 320-15,2 1 213 16,3 4 132-16,4 2-91 15,7-2-105-15,6-1 88 0,16-2-179 16,9-1-40-16,12-2-56 16,3 1-32-16,2 1-109 15,-3 1-166-15,-6 1 238 16</inkml:trace>
  <inkml:trace contextRef="#ctx0" brushRef="#br0" timeOffset="153173.99">8251 7039 408 0,'0'0'74'0,"0"0"106"0,-1-1-26 0,0 0-53 0,-13-25-26 0,6 9-25 16,-5-4-12-16,2-9 1 15,-2-4 7-15,1-5-1 16,3-3-2-16,-5-2-18 16,1 0-8-16,-4 2-3 15,0-1-7-15,-3 5 5 16,-1 4 4-16,0 8 18 15,0 3 9-15,4 8 9 16,0 3-1-16,4 1-7 0,1 2 16 16,4 2-36-16,0 0-9 15,2 2-7-15,2 1-5 16,4 4 6-16,0 0 0 16,-1 0 0-16,0 0 9 15,1 0-15-15,-1 0 3 16,0 1-3-16,0 0-3 15,0 1 3-15,-16 29-3 0,17-31 0 16,0 1 6-16,0-1 0 16,0 2 0-16,5 34 3 15,-4-23-3-15,1 4-6 16,-1 4 3-16,2-1-3 16,-1-1 0-16,-2-6 0 15,2-2 0-15,-2-6 0 16,0-5 6-16,0 0 3 15,0 0-3-15,-13-11 0 16,6 0-3-16,2-3-3 16,-2-4 3-16,4-3-3 15,1-3 0-15,1-2 0 16,3 1-3-16,-4-2 0 16,0 1 0-16,-4 2 6 15,0 2 0-15,3 9-3 16,3 12 0-16,0 0-3 0,0 1 3 15,17 14 3-15,0 10-3 16,11 15 3-16,10 5 0 16,12-1-18-16,9-8-143 15,11-22 116-15</inkml:trace>
  <inkml:trace contextRef="#ctx0" brushRef="#br0" timeOffset="154072.9">7902 6377 139 0,'0'0'15'0,"0"0"21"0,0 0 13 0,0 0 28 0,0-1 26 16,0 0 28-16,0 0 17 15,0 0-23-15,13-23 1 16,-1 19-7-16,5-2-45 15,6 1-16-15,3-1-29 16,3 1-11-16,4-1-9 16,4-1-3-16,0 0-2 15,-2-2 0-15,-1 2-52 16,-5 0 30-16</inkml:trace>
  <inkml:trace contextRef="#ctx0" brushRef="#br0" timeOffset="155124.54">7925 5816 1210 0,'0'-6'48'0,"6"-2"-13"0,5 2-31 0,5-3-14 0,2 0-1 15,1-1 9-15,0 1 2 16,-5 1 6-16,-2 2-1 0,-3 1 5 15,-3 1 0 1,-6 4-2-16,1 0 3 0,0 0-1 16,0 0 0-16,0 0-3 15,6 10-5-15,-8 3 2 16,-3 5 0-16,-1 1 4 16,1-1-2-16,1-3 1 15,2-5-1-15,6-4 0 16,4-2 2-16,5-3-1 15,1-1 3-15,0-1-4 16,1 0 4-16,0 1 1 16,-1 1-3-16,-1 6 2 15,-4 2-1-15,-6 6-1 16,0 0 0-16,-9 4 0 16,-4 1-1-16,-7 0 1 15,-7-1 0-15,-5-1 0 16,-4-1-6-16,-4-3-214 0,1-4 154 15</inkml:trace>
  <inkml:trace contextRef="#ctx0" brushRef="#br0" timeOffset="155955.76">4503 6625 1258 0,'0'0'58'0,"8"8"10"0,1 4-27 0,5 15-27 0,-2 6-1 0,6 19 1 16,3 6-1-16,4 9 1 15,2-2-5-15,2-6-9 16,1-9-13-16,-7-35 9 16</inkml:trace>
  <inkml:trace contextRef="#ctx0" brushRef="#br0" timeOffset="156839.65">4705 4774 775 0,'13'-13'46'0,"2"-2"4"0,7 0-16 0,2 1 3 0,-2 1 20 16,3 2 11-16,-5 5 1 0,-3 2 3 15,-3 4-8-15,-8 1-14 16,-3 6-13-16,-1 1-4 16,-7 11-12-16,-3 5-1 15,-9 9-3-15,-3 6-3 16,-3 2-1-16,4-1-3 15,7-9 2-15,6-7-1 16,14-13 3-16,7-8 3 16,22-13 7-16,9-8 0 0,11-13-6 15,4-4-9 1,-4-2-15-16,-4 0-27 0,-16 8 15 16</inkml:trace>
  <inkml:trace contextRef="#ctx0" brushRef="#br0" timeOffset="158322.78">7613 5871 1235 0,'20'-19'45'0,"8"-5"-9"0,7-5-14 0,11-10-11 0,2-3-1 0,0-8-2 16,0-3-2-16,-3-2-2 15,0-1-1-15,-2-3-129 16,-2 0 88-16</inkml:trace>
  <inkml:trace contextRef="#ctx0" brushRef="#br0" timeOffset="158772.01">8303 4826 857 0,'3'2'44'0,"2"-2"-1"15,3 0-4-15,5-7 4 16,1-2 3-16,3-5 1 15,1-2-5-15,1-4-5 16,0-1-8-16,4-2-9 16,-1 0-7-16,-2 3-7 15,-3 4 2-15,-10 7-4 16,-8 6 0-16,-4 10-1 16,-6 8-1-16,1 17 8 15,-2 10 2-15,-2 21 1 16,0 10 1-16,2 6-10 15,4-5-10-15,4-24-60 16,3-18-60-16,1-32 70 0</inkml:trace>
  <inkml:trace contextRef="#ctx0" brushRef="#br0" timeOffset="159139.9">8644 4675 1098 0,'0'0'98'0,"1"7"104"16,3 8-154-16,0 6-38 16,2 5 0-16,-2-1-3 15,-1-6-3-15,1-6 0 16,0-5 2-16,5-9-4 15,2-5 4-15,5-8 0 16,5-5-5-16,3-6 5 16,2-3-4-16,-1 1-2 15,-6 3 6-15,-7 7-4 16,-8 5 4-16,-11 10-2 16,-5 3-2-16,-10 12-2 15,-4 6 0-15,0 9-2 16,0 2-2-16,10-3-16 15,7-6-90-15,12-12 75 0</inkml:trace>
  <inkml:trace contextRef="#ctx0" brushRef="#br0" timeOffset="159378.35">9171 4343 1280 0,'-21'18'58'0,"-1"7"13"15,2 7-41-15,4 6-17 16,1 1-3-16,6-2-4 16,0-3-3-16,3-4-4 15,-1-5-5-15,-1-9-10 16,-1-5-69-16,-2-16 60 15</inkml:trace>
  <inkml:trace contextRef="#ctx0" brushRef="#br0" timeOffset="159722.54">8772 4419 1113 0,'2'8'47'0,"3"2"30"16,3 0-69-16,3-2-6 0,-3-6-2 15,1-4-2-15,1-8 2 16,1-2 4-16,0-4-4 16,-1-1 4-16,-3 1-1 15,-4 1 1-15,-3 5 0 16,-2 1 0-16,-2 6 0 15,-2 3-2-15,-1 8 0 16,-4 4 0-16,-1 8 0 16,0 3 0-16,0 2 0 15,4-1 1-15,4-2-1 16,3-2-2-16,5-11-38 16,2-6-42-16,4-14-138 15,4-5 97-15</inkml:trace>
  <inkml:trace contextRef="#ctx0" brushRef="#br0" timeOffset="160041.39">9100 4639 1318 0,'-1'11'51'0,"1"1"28"0,0 4-63 15,0-2-7 1,0-5-5-16,0-9-2 16,0 0 0-16,11-4-2 0,3-14 6 15,4-5-6-15,5-6 2 16,2-2-2-16,-1 1 0 16,-7 5 4-16,-6 10-4 15,-6 4 2-15,-5 11 0 16,0 0 0-16,-10 20 0 15,1 2-2-15,-4 10 0 16,-4 3-8-16,3 1-99 16,-2-1 74-16</inkml:trace>
  <inkml:trace contextRef="#ctx0" brushRef="#br0" timeOffset="160472.31">8575 5187 457 0,'14'-7'136'0,"1"-2"110"0,5-5-50 0,3-4-66 0,3-4-56 15,3-3-20-15,-6-2-29 16,-2 1-5-16,-9 5-7 15,-4 2-7-15,-8 2 2 16,-3 4-4-16,-6 5-16 16,-4 3-19-16,-5 8-17 15,-4 4 3-15,-1 6 16 16,0 4 17-16,3 4 12 16,3 0-7-16,8-2-193 0,5-4 127 15</inkml:trace>
  <inkml:trace contextRef="#ctx0" brushRef="#br0" timeOffset="160905.63">8524 5206 1481 0,'62'-33'41'0,"18"-8"-22"0,17-7-10 0,11-14-16 0,2-6-6 15,2-3-11-15,-8-1-9 0,-6 2-222 16,-5 1 177-16</inkml:trace>
  <inkml:trace contextRef="#ctx0" brushRef="#br0" timeOffset="175006.15">2272 9423 1349 0,'-15'47'16'0,"-3"16"-6"0,-1 9 3 0,0 17-1 0,1 5 1 16,4 11 5-16,1 5-3 15,6 15 1-15,-1 9-5 16,5 14-5-16,2 6 2 15,-1 9-4-15,1 6 0 16,-2 9 2-16,-1 3-5 16,-5 15 1-16,1 2 0 15,-7 8 0-15,-2 2 2 0,-4-5 0 16,-5-10 2-16,-1-14 2 16,-3-8-1-16,-1-17 3 15,1-5 8-15,-1-18-6 16,5-7-9-16,4-17-46 15,1-7 34-15</inkml:trace>
  <inkml:trace contextRef="#ctx0" brushRef="#br0" timeOffset="175671.84">1418 12990 1419 0,'61'-11'10'0,"18"-12"-2"0,7-8-5 0,17-11 1 0,6-3 0 0,13-4-2 0,8 2 2 0,9 0 2 16,2 1 5-16,11 3 26 16,3 0 29-16,17 1 86 15,2 0-5-15,9-1-37 16,8 1-26-16,7-1-27 16,10-1-12-16,7-1-22 15,10 1-2-15,1 3-9 0,5 0-3 16,3 4-3-1,-5 2 0-15,5 3 0 0,0 1 3 16,10 1 0-16,1 0-3 16,9-2-3-16,-1-2 0 15,-8 1-3-15,5 1 6 16,-8 2 3-16,3 2-6 16,-4 3 0-16,-5 3 0 0,-6 4-3 15,-1 2 3-15,-14 3 1 16,4 3-1-16,-19 2-2 15,-8 1 0-15,-8 1-2 16,-11 1-7-16,-11 1-55 16,-10 1-86-16,-15-1 92 15</inkml:trace>
  <inkml:trace contextRef="#ctx0" brushRef="#br0" timeOffset="177938.11">2956 11946 1431 0,'0'39'37'16,"5"-10"-10"-16,1-5-6 0,7-14-7 0,3-6 1 0,6-12 17 16,3-8 1-16,1-13 6 0,-3-8-10 15,-7-7-5-15,-5 0 0 16,-8 5-12-16,-1 5 0 15,-5 12 0-15,-10 5 0 16,-10 11-6-16,-4 6-12 16,-5 11 0-16,4 6-9 15,6 4-9-15,6-3 0 0,12-9 21 16</inkml:trace>
  <inkml:trace contextRef="#ctx0" brushRef="#br0" timeOffset="178339.39">3121 11665 1759 0,'-19'27'129'15,"6"0"20"-15,6-3-116 0,9-3-18 16,11-3-3 0,2-4-12-16,6-7-27 0,-1-3-12 15,3-13-24-15,0-6 4 16,0-10 20-16,-2-7 18 16,-5 0 27-16,-4 0 12 15,-7 4 3-15,-3 3-6 16,-6 3-6-16,-2 2 5 15,-7 4-5-15,0 2 3 16,-3 5 0-16,-2 2 0 0,5 5 12 16,3 2 3-16,3 6-9 15,4 3-3-15,1 7-24 16,3 1-48-16,6-2-416 16,3-4 403-16</inkml:trace>
  <inkml:trace contextRef="#ctx0" brushRef="#br0" timeOffset="178673.9">3474 11384 1024 0,'-20'22'126'0,"0"4"77"16,-2 3-48-16,4 7-8 0,0 2 5 15,10-1-59-15,4-3-19 16,10-10-32-16,6-5-9 16,5-11-15-16,4-5 0 15,4-12-18-15,-2-7 0 16,-1-10 0-16,-6-4-9 16,-4-3 9-16,-2 2 3 15,-8 5 3-15,1 1-3 0,-5 8 9 16,-4 1-3-16,-2 6-9 15,-1 2 0-15,-4 6-24 16,3 2-27-16,1 7-89 16,3 3-141-16,6 3 196 15</inkml:trace>
  <inkml:trace contextRef="#ctx0" brushRef="#br0" timeOffset="179056.46">3848 11203 1717 0,'-11'28'117'0,"2"0"2"15,9-1-101-15,2-3-3 16,8-9-18-16,3-4-3 16,5-10-62-16,1-5-16 15,0-10-9-15,-2-5 10 16,-5-7 62-16,1-1 21 0,-2-7 30 16,-2-3 8-16,0-3-5 15,-1 0-6-15,-6 5-9 16,1 8-6-16,-6 12 3 15,-4 9 12-15,-4 20-6 16,-3 12 6-16,-6 22-12 16,1 8-12-16,3-2-36 15,5-7-99-15,7-24 96 16</inkml:trace>
  <inkml:trace contextRef="#ctx0" brushRef="#br0" timeOffset="179521.86">3988 10633 1667 0,'-33'7'104'0,"2"3"-77"0,1-1-12 16,-1 5-15-16,1-1 12 0,-5 6 6 0,2 3 3 0,1 1-9 16,3 3-3-16,10-1 0 15,4-1-9-15,8-5 0 16,5-7-21-16,11-10-12 15,5-3-3-15,8-11 12 16,1-3 18-16,1-9 24 16,-5-5 6-16,1-5-3 15,-5-3 3-15,-5-4-12 16,-2 0 6-16,-6 0-15 16,-5 3-6-16,-9 10-24 15,-1 6-30-15,-13 19-36 16,0 7 7-16,-2 22 14 0,-2 9 49 15,5 17 16-15,1 6-46 16,9 4 42-16</inkml:trace>
  <inkml:trace contextRef="#ctx0" brushRef="#br0" timeOffset="179922.07">3210 10848 1607 0,'-6'10'149'0,"3"6"1"0,2 5-88 0,2 11-41 0,2 6-3 0,1 1-9 16,3-2 3-16,1-14-18 15,4-10-3-15,1-16-15 16,0-8 0-16,0-14 12 16,0-4 12-16,-4-7 24 0,-3 2 3 15,-6 4 3-15,-3 3-6 16,-9 7-15-16,-2 3 3 15,-8 7-15-15,-1 5-6 16,-5 6-6-16,0 6 0 16,4 8-21-16,2 5-62 15,10 9 71-15</inkml:trace>
  <inkml:trace contextRef="#ctx0" brushRef="#br0" timeOffset="180388.18">4245 10799 1479 0,'13'-1'47'0,"1"5"-8"0,-2 5 3 16,-1 13-9-16,-3 8-3 15,-8 11-7-15,0 6 1 16,-2-1-15-16,-3-6 6 16,2-13 3-16,0-10 3 15,4-11 27-15,3-6 6 16,1-6 5-16,2-7 7 15,2-7-15-15,1-5 0 0,1-4-21 16,1-3-3-16,0-3-12 16,0 0-10-16,-5 1 4 15,-1 4-9-15,-6 11 3 16,-1 6-6-16,-9 14-8 16,-5 10-1-16,-3 20-6 15,0 11 0-15,6 11 12 16,5 4 0-16,10-12-36 15,4-7-385-15,8-27 309 16</inkml:trace>
  <inkml:trace contextRef="#ctx0" brushRef="#br0" timeOffset="180821.57">4239 10198 1440 0,'-20'41'90'0,"4"9"181"0,1 5-107 0,11-2-116 0,1-8-15 0,10-17-12 15,3-8-9-15,6-17-12 16,1-8 0-16,5-16 0 16,1-7 0-16,-3-13 0 15,0-3 0-15,-6-2 0 16,-3 5 0-16,-9 5 0 15,-4 6-6-15,-9 10-6 16,-2 6-12-16,-8 14-3 16,1 6 6-16,-2 17 6 15,1 8 9-15,4 11 0 16,4 0-113-16,4-5 86 0</inkml:trace>
  <inkml:trace contextRef="#ctx0" brushRef="#br0" timeOffset="181291.7">3514 10256 1610 0,'-10'20'185'0,"1"7"33"16,4 3-107-16,6-3-93 0,3-2-3 0,5-10-15 0,0-6-12 15,4-11-39-15,0-7-3 16,-1-11 9-16,2-6 9 16,-5-6 42-16,-2-1 0 15,-6 4 6-15,-2 3-6 16,-7 9 0-16,-1 6 3 15,-5 11-15-15,-1 9 0 0,-3 19-9 16,3 13 0-16,2 18-280 16,6 9 205-16</inkml:trace>
  <inkml:trace contextRef="#ctx0" brushRef="#br0" timeOffset="181755.66">3504 11167 1470 0,'-4'5'44'0,"4"3"46"15,5 1-81-15,3-2-3 16,1-2-3-16,-1-3 3 16,7-2 3-16,-2-2 9 15,3-2 5-15,-1-2 1 0,-4-1-9 16,1-1-3-16,-5-10 0 15,1-2 0-15,-1-9-3 16,-3-4 3-16,-3-2-3 16,-2 1-3-16,-7 5 3 15,-2 6-9-15,-3 8 0 16,-1 6 6-16,-3 10 12 16,1 8 12-16,-4 19 6 15,1 10 6-15,4 16-13 16,5 2-8-16,9-9-63 15,9-9 22-15</inkml:trace>
  <inkml:trace contextRef="#ctx0" brushRef="#br0" timeOffset="182190.98">2791 11332 1667 0,'6'42'149'0,"5"-1"-6"0,4 1-71 0,7-10-39 0,3-9-12 0,5-18-3 0,1-7-3 0,0-15 6 16,2-4-3-16,-11-8 0 16,-2 0-7-16,-9 1 1 15,-9 0 0-15,-8 4-3 16,-6 2 0-16,-8 4-3 15,-3 5 3-15,-5 11-9 16,-3 6-18-16,3 16 3 16,-2 7-3-16,5 12-2 0,5 0-22 15,13-1 33-15</inkml:trace>
  <inkml:trace contextRef="#ctx0" brushRef="#br0" timeOffset="182622.08">3064 10519 1938 0,'-14'6'132'0,"8"5"-33"15,1 3-58-15,7 9-26 16,2 3-9-16,1 0-3 16,1-5 3-16,4-9-9 15,2-6-6-15,1-11-6 0,3-6 12 16,-2-9 21-16,0-6 6 15,1-8 12-15,-2-4-11 16,2-3-17-16,-4 1-5 16,-5 7-14-1,-1 8-26-15,-9 11-29 0,-5 8-35 16,-4 18 11-16,0 10 15 16,-2 19 61-16,2 5 46 0,7 3 10 15,2-3 9-15,21-12-63 16,9-15 6-16</inkml:trace>
  <inkml:trace contextRef="#ctx0" brushRef="#br4" timeOffset="186021.65">4706 10257 823 0,'-9'-5'148'0,"-2"2"112"0,-2 4-190 0,-1 5-27 0,-4 9-26 16,-1 9-5-16,0 12-7 16,0 4 1-16,11 4 2 15,3-6 0-15,11-11 0 16,7-5 1-16,6-13 1 15,5-5 2-15,2-11 1 16,0-7-1-16,1-16 1 16,4-8 1-16,1-15-3 15,1-3 5-15,-3-1 1 16,-7 3 13-16,-5 12 18 0,-7 6 3 16,-11 12-25-16,-4 10-29 15,-13 13-44-15,-4 9-25 16,-8 20 24-16,0 8 21 15,4 8-153-15,3-5 131 16</inkml:trace>
  <inkml:trace contextRef="#ctx0" brushRef="#br4" timeOffset="186438.5">4188 9667 1462 0,'-34'34'64'0,"8"3"97"0,9 1-119 0,10-1-15 0,7-8-12 0,1-6-12 16,10-15-9-16,-3-8-48 15,11-18-8-15,0-8-7 16,0-12 23-16,3-5 42 16,-7 0 14-16,-2 0 30 15,-5 7 8-15,-8 6-6 16,-2 12-37-16,-7 7-22 15,-8 18 2-15,-3 10 0 16,-15 18 18-16,-4 8 24 0,-2 8-10 16,0 3 10-16,14 0-21 15,5 0-56-15,13-7 26 16</inkml:trace>
  <inkml:trace contextRef="#ctx0" brushRef="#br4" timeOffset="187057.24">4888 10998 946 0,'-6'2'100'0,"3"1"29"0,3 2-36 0,8 2-52 0,2 1-16 0,5-2-31 16,1-6-31-16,8-13 2 15,2-9 4-15,4-13 29 16,1-4 28-16,-3-5-3 16,-3 2 0-16,-10 4-5 0,-2 3-3 15,-12 11-1-15,-3 6-5 16,-10 9 7-16,-4 7 5 15,-6 11 24-15,-3 3 5 16,1 7 8-16,3 3 47 16,6-2-49-16,4-1-23 0,10-10-459 15,9-7 346-15</inkml:trace>
  <inkml:trace contextRef="#ctx0" brushRef="#br4" timeOffset="187537.99">4598 9869 1598 0,'10'2'128'0,"4"-2"16"0,2-3-99 0,5-7-66 0,-1-5-18 16,1-10-42-16,2-3-9 0,-4-9 13 15,-1-1 13-15,-7-1 54 16,-2 3 10-16,-10 7 10 16,-5 7 18-16,-9 9 8 15,-3 4-6-15,-4 9 11 16,-4 4-8-16,0 12-3 15,-3 5 0-15,3 13-21 16,1 3 0-16,8 0-278 16,6-2 240-16</inkml:trace>
  <inkml:trace contextRef="#ctx0" brushRef="#br4" timeOffset="188339.6">3811 10135 1512 0,'-6'4'110'0,"5"0"105"0,-1 1-120 0,7 1-68 0,8-2-9 0,0-4-39 16,1-1-17-16,1-10-19 16,-5-5-3-16,5-11 30 15,2-7 12-15,-2-10 15 16,4-4 12-16,-5 4 18 15,-1 3 3-15,-1 14 0 16,-4 7-6-16,-3 11-24 16,-5 9-45-16,-2 6-18 15,-5 11-3-15,-6 14 19 16,-3 5 41-16,-2 7 33 16,2 2 17-16,2-7 40 15,4-5 9-15,7-12-7 16,2-7-11-16,5-12-45 15,5-2-12-15,3-11-9 16,2-7-6-16,4-12 6 16,-1-7-6-16,0-2-27 0,-4 1-21 15,-7 7-75-15,-4 8-95 16,-8 14-111-16,-5 8 49 16,-4 9 102-16</inkml:trace>
  <inkml:trace contextRef="#ctx0" brushRef="#br4" timeOffset="189071.8">4398 9905 1185 0,'-5'-3'157'0,"5"3"553"0,0 0-626 0,-1 19-48 0,5 3-27 16,2 4-6-16,1 2-6 16,1 0-9-16,-2-7 3 15,0-7 6-15,-2-8 3 16,0-4 0-16,-2-8 15 16,2-5 5-16,0-8 10 15,1-5 3-15,0-2-12 0,-1-1 0 16,-3 1-6-16,-1 2-9 15,-8 5 0-15,-2 3-9 16,-4 7-18-16,-2 5 0 16,2 7 9-16,1 4 6 15,6 5 6-15,6 1-57 16,6-6 31-16</inkml:trace>
  <inkml:trace contextRef="#ctx0" brushRef="#br4" timeOffset="190339.55">5347 10364 1287 0,'-16'-9'70'0,"3"3"33"0,3 6-51 0,2 10-32 0,4 5-7 0,0 12 4 16,1 4 16-16,3 2-12 16,-1-2-6-16,5-10 6 15,-1-6 5-15,5-9 37 16,2-6 0-16,3-13 12 16,5-6-4-16,1-15-29 15,0-7-6-15,-1-7-12 16,-4 0-15-16,-6 5 3 15,-3 6-6-15,-7 13-3 16,-6 5 0-16,-7 14-18 16,-4 6 0-16,-5 14-9 0,0 6-3 15,0 9 21-15,4-1-9 16,9-8-316-16,11-20 244 16</inkml:trace>
  <inkml:trace contextRef="#ctx0" brushRef="#br4" timeOffset="190721.97">5537 9431 1301 0,'-34'-5'105'0,"2"5"144"16,3 6-55-16,5 13-131 16,1 4-31-16,4 12-11 15,0 3-3-15,8 0-9 16,4-5 0-16,6-15-6 16,3-6-9-16,4-10 9 15,0-4 9-15,2-7 12 16,1-2 18-16,-1-9-15 0,0-4 0 15,-3-4-12-15,-1 0-6 16,-5 0 0-16,-3 4-3 16,-8 5-21-16,-2 4-12 15,-8 11-24-15,-1 4-15 16,-8 11 18-16,-2 5 18 16,2 8-11-16,2 1-130 15,6-8 103-15</inkml:trace>
  <inkml:trace contextRef="#ctx0" brushRef="#br4" timeOffset="191176.1">5075 10064 2058 0,'0'0'131'0,"0"0"-20"0,0 0-84 0,6 3-36 0,4-9-9 0,1-9-6 0,2-8-3 16,-1-9 12-16,0-2 3 15,-5 1 9-15,-7 2 9 16,-6 10-3-16,-3 4 9 16,-4 10-6-16,-2 4-6 15,1 9 9-15,-1 7 0 0,0 13 6 16,2 7 3 0,4 8-15-16,3 1-9 0,5-10-33 15,2-8-15-15,10-17-59 16,2-10-4-16,3-13 19 15,1-6 23-15,-3-10 60 16,-2-1 15-16,-4-8 6 16,-2-2-24-16,-3-7 6 15</inkml:trace>
  <inkml:trace contextRef="#ctx0" brushRef="#br4" timeOffset="191571.52">4709 9073 1140 0,'-9'19'113'0,"1"5"150"16,8 17-220-16,1 5 2 15,4 3-21-15,0-4-3 16,4-14-9-16,2-9-6 16,-1-13-18-16,0-7-12 0,0-10 0 15,-1-6 24-15,-1-11 48 16,0-4 8-16,0-7 22 16,-1-1-18-16,-4 1-24 15,-2 2-9-15,-7 8-45 16,-4 4-57-16,-5 13-240 15,-5 6 139-15,-3 11 19 16,-1 9 30-16,0 8 150 16,-1 3 33-16,6 6-2 15,3 2-9-15,5 2-241 16,10 2 139-16</inkml:trace>
  <inkml:trace contextRef="#ctx0" brushRef="#br4" timeOffset="192021.04">6052 9429 2064 0,'-9'19'102'0,"-7"6"-55"0,-2 7-20 0,-5 15-15 0,-8 3-6 0,4 5 3 16,3-2-3-16,8-12-3 15,7-6 9-15,8-16-12 16,3-5-3-16,8-10-9 15,3-4-9-15,9-5 12 16,4-5 3-16,2-9 15 16,0-3 6-16,-2-4 0 15,-5 1-6-15,-6 3-3 16,-5 3-6-16,-9 7-21 0,-6 5-21 16,-8 8-29-1,-4 6 5-15,-7 11 24 0,2 4 15 16,-4 6 39-16,5 1-6 15,6-3-96-15,3-4-480 16,8-8 458-16</inkml:trace>
  <inkml:trace contextRef="#ctx0" brushRef="#br4" timeOffset="192438.03">5508 9167 1284 0,'-22'42'100'0,"3"1"102"0,11-5-68 0,4-6-50 0,6-13-33 0,2-8-15 15,2-10-27-15,3-4 3 16,1-10 17-16,1-9 1 16,2-14 30-16,0-5-9 15,-7-7-24-15,-3 2 9 16,-10 5-21-16,-5 5-3 15,-10 10-27-15,-4 4-24 16,-6 9-15-16,-3 5-3 16,-5 9 21-16,1 6 18 0,1 8-26 15,0 5-163-15,2 5 124 16</inkml:trace>
  <inkml:trace contextRef="#ctx0" brushRef="#br4" timeOffset="192887.97">5189 8861 1413 0,'-26'8'58'0,"2"3"12"16,5 9-43-16,1 5 6 15,4 8-6-15,1 1 6 16,3 4 14-16,2 0 4 16,4-8 6-16,4-4-3 15,1-13-6-15,2-6-4 16,3-8-11-16,4-5 0 0,1-9 0 15,3-3 0-15,1-8 3 16,-1-3-3-16,-2-3-15 16,-1-1 5-16,-5 0-20 15,-2 1 0-15,-5 8-3 16,-3 3-9-16,-5 11-26 16,-3 7-4-16,-3 11 0 15,-1 7 12-15,0 18 27 16,-2 10 0-16,5 19-230 15,5 4 173-15</inkml:trace>
  <inkml:trace contextRef="#ctx0" brushRef="#br4" timeOffset="193570.84">5770 10535 1365 0,'0'15'87'0,"2"-3"136"0,3-5-16 0,3-7-100 0,2-8-26 0,1-13-30 16,0-8 0-16,-4-12-19 15,-2-6-8-15,-6 2 0 16,-4 3-12-16,-10 10 3 15,-4 7-3-15,-9 10-6 16,-3 6-6-16,-4 8 0 16,0 6 0-16,2 11 0 15,3 6 0-15,4 8-111 16,6 2-388-16,7-6 342 16</inkml:trace>
  <inkml:trace contextRef="#ctx0" brushRef="#br4" timeOffset="201854.25">3121 9900 331 0,'18'-10'58'0,"2"0"89"0,0-1-5 0,4 1-33 0,2-1-14 0,6 1-13 15,5 1-11-15,9 6-28 16,6 1-18-16,2 6-9 15,3 3-6-15,1 4-5 16,-2 4 3-16,13 10-4 16,1 3 2-16,0 11-2 15,-1 3 1-15,-4 5 11 16,3 1 3-16,5 0 10 16,0 0-1-16,-1 3-7 15,-4 3-2-15,-6 3-9 16,-4 2 0-16,-3 1 3 15,-5 3 1-15,-9 0 11 16,-3 1 2-16,-10-2 6 16,-3-2 4-16,-6 0-4 15,-2 2 0-15,-9 8-2 0,-3 1 17 16,-7 1-9-16,-3-1-1 16,-8-4-5-16,-4-2-3 15,-4-3-3-15,-4-2-3 16,-10 0 9-16,-1 0 0 15,-10-2 9-15,-5-1 2 16,1-3 1-16,-4-2 3 16,1-1-6-16,2-2-3 15,-6-1-15-15,1 1-3 0,-5-1-9 16,-5-1-4-16,3 1 1 16,0-2 0-16,-5-4 0 15,1-1-3-15,-4-7 0 16,-1-1-3-16,3-4 3 15,0 0-3-15,-4-3 0 16,0-4 0-16,-3-3 0 16,2-3-3-16,-2-3 3 15,1 0-3-15,0 0 6 16,0-4-6-16,6-1 0 16,2-2 0-16,2-9 0 15,2-2 0-15,0-12 9 16,1-6 0-16,7-9 0 15,2-6 3-15,1-10-3 16,5-2-2-16,3-7-44 16,3-6 16-16,12-11 21 0,3-7 0 15,9-15 54-15,4-8-28 16,5-14-14-16,5-3 2 16,-1-1-2-16,0 4-9 15,3 9-3-15,0-2-3 16,7 4-1-16,7 3 1 15,16 2 3-15,9-3 3 0,18-4-3 16,11-3 0-16,10-1-5 16,4 4-3-16,12 12 4 15,3 5-5-15,10 8 4 16,5 3 3-16,12 7 1 16,2 1 1-16,13 7-29 15,2 1-58-15,-8 5 43 16</inkml:trace>
  <inkml:trace contextRef="#ctx0" brushRef="#br4" timeOffset="202970.8">4251 10272 1440 0,'0'0'62'0,"0"0"55"0,0 0-10 0,-1 0-86 0,-16 5-122 0,14 1 62 15</inkml:trace>
  <inkml:trace contextRef="#ctx0" brushRef="#br4" timeOffset="203487.84">4272 10368 1365 0,'-16'11'74'0,"-1"6"17"0,1 4 34 0,1 11-63 15,3 3-23-15,-4 6-12 0,2-2-9 16,-2-2-3-16,1-3-3 16,4-7-18-16,-2-5-27 15,5-11-254-15,-3-7 241 16</inkml:trace>
  <inkml:trace contextRef="#ctx0" brushRef="#br4" timeOffset="203803.76">4111 10247 1400 0,'-14'34'71'0,"1"4"65"16,2 6-29-16,4 4-77 15,-1 2 0-15,1 0-15 16,-1-4 0-16,0-3 3 16,1-5-15-16,-1-7 9 15,-1-5-3-15,3-11-6 16,2-2 6-16,5-9 3 0,7-3-9 15,13-5 9-15,8-4-6 16,15-12-3-16,7-3-9 16,7-10-165-16,2-3-278 15,-4 1 323-15</inkml:trace>
  <inkml:trace contextRef="#ctx0" brushRef="#br4" timeOffset="205771.6">5337 8468 960 0,'-50'-4'99'0,"-7"4"42"0,-1 5-32 0,-7 11-45 0,0 5-10 0,-8 10-27 0,-3 3-6 16,-2 5-7-16,-3 4-6 15,-3 8-1-15,-2 7-3 16,-1 16-2-16,2 5 0 16,8 8-2-16,0 3 6 15,4 4-4-15,4 4 2 0,13 12-2 16,7 8 0-16,20 12 3 16,6 8-5-16,15 12 4 15,8 1-2-15,12 10 0 16,8-6 0-16,14-10-2 15,11-12-2-15,18-23 0 16,9-7-2-16,14-10 4 16,5-1 0-16,17-14 0 15,7-8 0-15,25-25-2 16,2-13 1-16,17-23 1 16,4-12 0-16,6-29-8 15,3-14 2-15,-5-34-8 16,0-12-3-16,-17-22 11 15,2-5 22-15,-24-13 30 16,-5-7 98-16,-6-14 24 16,-7-1-46-16,-5-5-62 0,-10 1-21 15,-22-5-24-15,-18-1 0 16,-23 6-6-16,-16 3-9 16,-25 14 9-16,-17 4-3 15,-23 17-6-15,-15 12 3 16,-37 20-36-16,-15 14-54 15,-22 19-92-15,-13 9-127 16,-14 22 240-16</inkml:trace>
  <inkml:trace contextRef="#ctx0" brushRef="#br4" timeOffset="207088.34">4309 10368 1026 0,'0'0'114'0,"0"-1"88"0,-1-22-135 0,1 11-30 0,0-2-27 15,1 0-10-15,-1 4-17 16,0 2-5-16,-4 4-1 0,-2 4 6 15,-3 5 5-15,2 2-2 16,-3 6 7-16,4 3 5 16,1 1 2-16,0 2 5 15,5-2-5-15,0-3-13 16,4-3-61-16,4-2-88 16,2-5 79-16</inkml:trace>
  <inkml:trace contextRef="#ctx0" brushRef="#br4" timeOffset="208004.63">4979 11315 652 0,'30'-42'130'0,"5"-6"139"0,7-7-124 16,6-10-59-16,2-2-21 0,1 3-32 15,-6 4-11-15,-4 11-13 16,-7 4-3-16,-8 10-15 0,-3 5-42 15,-10 7 30 1</inkml:trace>
  <inkml:trace contextRef="#ctx0" brushRef="#br4" timeOffset="-183406.95">13864 7355 2031 0,'3'6'102'0,"6"12"-57"16,5 10-31-16,2 17-5 0,5 9 0 0,-7 26 6 0,-4 18 3 0,-3 38 9 0,-3 24-3 15,-3 34-5-15,-3 8-6 16,-5 23-6-16,-4-1 3 16,-2 1-5-16,3 0 0 15,2-7-1-15,5 0-4 0,5 1 4 16,3 0 1-16,3 1-2 15,-2-6 4-15,1 11-1 16,-1-4-6-16,-3-16 1 16,0-3-2-16,-4-34-1 15,4-14 0-15,-1-26-7 16,3-15-7-16,-1-34-91 16,-4-17-347-16,1-30 281 15</inkml:trace>
  <inkml:trace contextRef="#ctx0" brushRef="#br4" timeOffset="-182705.89">12103 11972 1813 0,'67'-14'99'0,"33"-11"-19"0,14-4-8 0,23-8-27 0,19-3-18 0,18-3-12 0,11 1-6 16,28 3 0-16,2 4-3 16,24 7 0-16,11 4-6 15,16 8 3-15,1 3 2 16,14 8 1-16,-8 4-3 15,10 5 3-15,12 2-3 0,-3 0 9 16,14-1 0 0,-3-3 9-16,3-2 3 0,8-6 3 15,-1 0-4-15,3-2-7 16,-1 0-6-16,-9 1-5 16,0 0-4-16,-18 4 3 15,-8 1 0-15,-20 2-1 16,-15 3-3-16,-16 2 0 15,-12-2 0-15,-21-2-17 16,-7-3-6-16,-29-5-66 16,-15-6-90-16,-26-4 107 15</inkml:trace>
  <inkml:trace contextRef="#ctx0" brushRef="#br4" timeOffset="-172478.8">6126 9540 937 0,'-9'12'82'0,"-2"2"33"0,2 0-33 0,-3 1-20 0,6-1-10 0,2-3-17 16,-1-4-10-16,1-1-9 16,-2-2-3-16,-1 1 1 15,1-3 3-15,1 1 14 16,5-3 10-16,0 0 50 0,8-4 43 15,12-8-11 1,6-2-10-16,14-8-35 16,6-3-15-16,10-1-33 0,2 0-9 15,-5-1-12-15,-9 0 2 16,-13 0-5-16,-7-2 0 16,-2 1 0-16,0 2 3 15,1 2-3-15,-1 2-6 16,-5 3-9-16,-1 1-21 15,-6 0-164-15,-2 3-401 0,-9-2 475 16</inkml:trace>
  <inkml:trace contextRef="#ctx0" brushRef="#br4" timeOffset="-172109.96">6068 9383 1334 0,'21'-10'72'0,"7"-1"30"15,5 0-36-15,16-1-21 0,9-1-9 16,4-2 2-16,-2 0 10 15,-8-2-6-15,-2 0-6 16,2 1-9 0,1-1-9-16,-2 6-3 0,-9 2 6 15,-10 4 0-15,-9 5-1 16,-16 5 1-16,-4 9-3 0,-13 11-3 16,-11 9 3-16,-15 17-6 15,-9 6 3-15,-10 15-3 16,2 5-12-16,7 5-9 15,6-2-48-15,11-9 36 16</inkml:trace>
  <inkml:trace contextRef="#ctx0" brushRef="#br0" timeOffset="-144294.87">14704 8059 1965 0,'-10'6'141'0,"5"8"-13"0,2 8-62 0,7 15-66 0,5 7 3 0,3 6 6 16,2 1-3-16,2-1 0 15,3-3-1-15,-2-6 2 16,0-5-3-16,0-13-2 16,-4-9 2-16,2-15-2 15,-1-9 7-15,-1-17 9 16,-1-6 3-16,-6-9-8 16,-2-4 1-16,-8 0-9 15,-6 0-1-15,-8 2 6 16,-3 4-3-16,-3 6 7 15,3 5 5-15,-1 9 2 16,5 6-11-16,1 11 6 16,3 6-2-16,6 21-7 15,0 13-4-15,8 20-75 16,6 8-160-16,4 3 89 16</inkml:trace>
  <inkml:trace contextRef="#ctx0" brushRef="#br0" timeOffset="-143557.31">15153 8233 1388 0,'-16'0'49'0,"3"4"1"0,-1 6-100 0,3 4-5 0,5 7 17 16,-6 1 28-16,12 4 60 15,3 0 14-15,8 2 10 16,12-2 59-16,2-1-23 16,1-4-29-16,3-10-36 15,-1-6-15-15,-2-13-16 16,-1-7-2-16,-9-10 3 16,-2-4-12-16,-6-4-3 15,-6 0-6-15,-7 2-12 16,-4 2 9-16,-8 4 12 0,-6 6 15 15,-5 8 42-15,-4 5 3 16,-2 14 6-16,0 8-13 16,2 19-32-16,1 10-21 15,9 14-107-15,16 3-562 16,23-5 554-16</inkml:trace>
  <inkml:trace contextRef="#ctx0" brushRef="#br0" timeOffset="-143025.11">14978 7944 1392 0,'-13'-14'78'0,"4"2"92"0,2 3-12 0,7 9-113 0,0 0 6 0,-3 8-4 0,3 9-8 16,5 8 0-16,2 2-18 15,3 1-6-15,5-5-9 0,6-7-3 16,4-4-3-16,0-10 0 16,-1-4 9-16,-6-7 3 15,-2-5 9-15,-9-4 6 16,-4-2 9-16,-7-3 2 15,-8-1 4-15,-5 0-6 16,-1 0-8-16,-7 3-6 16,1 3-9-16,-3 5-4 15,-2 6 3-15,3 9-12 16,0 7-3-16,6 16-17 16,6 8-29-16,10 11-426 15,7 3 331-15</inkml:trace>
  <inkml:trace contextRef="#ctx0" brushRef="#br0" timeOffset="-142507.89">15510 8699 1266 0,'-18'-9'111'0,"2"-1"217"0,3 2-80 0,2 5-101 0,5 1-7 0,1 4-45 16,-2 4-42-16,6 9-23 16,-1 4-10-16,8 11-11 15,7 3-7-15,2-3-2 16,3-3-2-16,3-9-8 16,-1-6-4-16,-1-7 2 15,-1-5 2-15,-4-10 7 16,-1-3 7-16,-4-7 5 0,-1-4 3 15,-5-2-2-15,-3-1 3 16,-4 0-5-16,-3 3 0 16,-4 4 7-16,-2 4 0 15,-1 5 14-15,0 5-5 16,0 7 7-16,1 9-1 16,6 14-17-16,6 11-16 0,8 10-96 15,7 4-462-15,7-8 304 16</inkml:trace>
  <inkml:trace contextRef="#ctx0" brushRef="#br0" timeOffset="-141996.04">15117 8739 1947 0,'0'0'135'0,"0"0"-10"0,7-3-71 0,9 16-24 0,5 6-9 15,7 16-7-15,3 6-4 0,0 4-30 16,-2 0-50-16,-6-11-121 16,-1-9-69-16,-6-16 0 15,-5-10 162-15,-3-17 59 16,-5-5 43-16,-3-12 46 15,-5-2 14-15,-5-1 45 16,-4 1 19-16,-6 5-38 16,-3 1-18-16,-9 6-22 15,0 4 7-15,0 6 24 16,1 3 5-16,8 7-5 16,3 6-18-16,5 12-38 15,6 13-14-15,12 18-58 16,4 8-363-16,20 14 248 15</inkml:trace>
  <inkml:trace contextRef="#ctx0" brushRef="#br0" timeOffset="-141462.36">15655 8979 1918 0,'-6'25'14'0,"5"8"-229"0,3 4 8 0,8 2 106 0,0-3 26 0,1-8 65 16,2-5 10-16,-3-14 8 0,1-4 15 15,2-12 28-15,-3-8 13 16,1-12 9-16,-3-4 71 16,-5-4-57-16,-2-1-30 15,-4 4-33-15,-5 3-3 16,-4 6 15-16,-2 4 14 16,-4 12 16-16,0 7 24 15,-3 17-7-15,2 5-14 16,0 13-27-16,6 1-30 0,4 0-20 15,5-3-44-15,7-10-312 16,4-5 250-16</inkml:trace>
  <inkml:trace contextRef="#ctx0" brushRef="#br0" timeOffset="-141009.27">15750 8487 1681 0,'-9'27'105'16,"4"1"-27"-16,4 1-45 0,10-4-6 0,4-2-13 0,5-7-11 0,4-3 3 0,-3-9-6 15,-2-4 9-15,-1-12 12 16,-4-3 0-16,2-8 15 15,1-6-9-15,-6-5-18 16,-2-3-18-16,-7 1-63 16,-6 0-20-16,-9 6 2 15,-2 4 27-15,-5 11 93 16,-3 5 42-16,6 14 35 16,0 5-5-16,2 14-51 15,1 5-42-15,1 7-589 16,5-2 515-16</inkml:trace>
  <inkml:trace contextRef="#ctx0" brushRef="#br0" timeOffset="-140528.72">15461 8068 1649 0,'-7'0'137'0,"2"2"21"0,0 2-83 0,5 7-42 0,0 4-6 0,7 8 0 16,5 2-6-16,4-1 0 16,1-3-3-16,3-8-15 15,-1-7-3-15,-1-10-24 16,-4-7-9-16,-5-11 12 0,-5-3 0 15,-7-3 33-15,-4-1 12 16,-11 2 15-16,-5 2 14 16,-4 5-5-16,1 4 3 15,2 7-21-15,5 5-10 16,7 7-9-16,3 7-11 16,6 12-32-16,-1 9-84 15,5 13 54-15</inkml:trace>
  <inkml:trace contextRef="#ctx0" brushRef="#br0" timeOffset="-140046.17">15892 8946 1516 0,'0'28'136'0,"0"2"118"0,6-2-192 0,2-2-17 0,4-6-24 0,1-5-15 16,-1-8-21-16,0-5-18 0,-2-6-6 16,-1-5 4-16,-2-6 26 15,-1-4 9-15,-6-6 26 16,-1 0-2-16,-7 0 9 15,-2 3 9-15,-5 4 30 16,-1 3 14-16,0 6 13 16,-2 4-32-16,1 9-37 15,0 9-22-15,5 12-51 16,1 4-73-16,10 3 48 16</inkml:trace>
  <inkml:trace contextRef="#ctx0" brushRef="#br0" timeOffset="-138896.03">16086 8761 1891 0,'-6'15'101'0,"3"4"-32"0,2 4-39 0,7 6-12 0,2 3 0 0,6 0 3 16,2-3 3-16,-2-9 8 16,1-3-2-16,-2-10 6 15,0-5-3-15,0-8-7 16,-3-5-4-16,-1-8-4 15,-2-3 0-15,-6-7-8 16,-5 0 2-16,-7 1-5 16,-4 1 2-16,-6 7-2 15,-1 5-3-15,-2 9-8 0,-4 6-1 16,3 9-2-16,2 8 0 16,3 9-35-16,4 7-166 15,8 8 109-15</inkml:trace>
  <inkml:trace contextRef="#ctx0" brushRef="#br1" timeOffset="-134763.05">17131 9409 1406 0,'18'9'69'0,"2"7"24"0,-2 6 41 0,2 8-80 0,0 3-15 0,2-1-15 15,2-4-3-15,0-9-9 16,1-6 6-16,0-12 0 16,-2-3 12-16,-3-11 23 15,-2-6 1-15,-6-10 3 16,-1-3-18-16,-7-5-18 15,-3 0-6-15,-7-1-15 16,-6 3 0-16,-8 8 0 16,-5 1-9-16,-7 9 9 0,-2 6 3 15,-4 11 3-15,0 7 3 16,1 18 6 0,6 4-10-16,10 10 4 0,8 3-23 15,13-2-657-15,9-4 590 16</inkml:trace>
  <inkml:trace contextRef="#ctx0" brushRef="#br1" timeOffset="-134208.71">16845 9398 2288 0,'-2'2'79'0,"9"11"-50"0,5 3-24 0,14 12-5 15,3 2-4-15,5-2 0 0,0-1 3 0,-4-8 0 16,-1-4 2-16,-7-10-1 15,-2-4-1-15,-7-8 1 16,-4-6-3-16,-6-9-7 16,-3-5-2-16,-7-6-1 15,-2 0 3-15,-7 0 9 16,-2 3 1-16,-2 4 0 16,-1 3-2-16,-2 5 4 15,1 3 2-15,1 8-7 16,-1 5 3-16,3 13-1 15,3 9-1-15,7 13 5 16,9 7-3-16,8 4-3 16,9 1-106-16,13-7 67 15</inkml:trace>
  <inkml:trace contextRef="#ctx0" brushRef="#br1" timeOffset="-133660.02">17339 9796 1840 0,'2'28'134'0,"2"6"13"0,11 9-249 0,4 0-143 0,3-7-139 16,1-7 103-16,-2-12 4 0,-1-6 82 15,-5-9 290-15,-4-4 103 16,-4-9 32-16,-3-6-41 16,-4-7-67-16,-3-5-40 15,-8-3-25-15,-2-1-27 16,-7 4-27-16,-2 4-3 15,0 11 0-15,2 7-9 16,2 12 83-16,5 8 16 0,2 13 3 16,5 4 14-16,7 8-68 15,4 0-15-15,8-6-284 16,1-5-265-16,4-17 381 16</inkml:trace>
  <inkml:trace contextRef="#ctx0" brushRef="#br1" timeOffset="-133213.23">17596 9657 1711 0,'4'20'195'0,"3"4"38"0,2 3-87 0,6 0-107 0,4-3-17 0,6-7-12 0,2-5-2 16,-2-12-3-16,-1-2-5 0,-7-8 0 16,-3-5 2-16,-3-6 3 15,-3-4-1-15,-4-4-2 16,-3-2-6-16,-6 2-18 16,-3 3-16-16,-5 6-37 15,-4 6 7-15,-2 11 17 16,-2 6 30-16,0 16 30 15,-1 9 0-15,4 13 0 16,1 3-42-16,5-6-684 16,8-6 607-16</inkml:trace>
  <inkml:trace contextRef="#ctx0" brushRef="#br1" timeOffset="-132762.27">17051 9022 1167 0,'-1'17'132'0,"2"2"149"0,5 1 9 0,6-3-171 15,1-4-41-15,4-8-39 0,1-5-12 0,0-9-12 16,-2-6 6-16,-3-6 5 15,-1-1 7-15,-10-3-3 16,-1 0-3-16,-6 1-12 16,-5 3-6-16,0 2-5 0,-3 5-4 15,-2 6 0-15,1 7 3 16,1 12-2-16,3 9 8 16,7 18-6-16,3 10-3 15,9 15-35-15,3 1-658 16,5-5 573-16</inkml:trace>
  <inkml:trace contextRef="#ctx0" brushRef="#br1" timeOffset="-132243.99">17584 9388 2076 0,'2'6'179'0,"2"6"17"0,7 4-184 0,4 4-24 0,5-2-19 0,1-3-9 0,-6-6-2 0,-3-3 7 0,-2-6-1 16,-3-3 18-16,-2-6 30 15,-1-3 15-15,-6-7 12 16,-3-3-10-16,-4-4-9 16,-1-1-5-16,-6 5-9 15,-4 3-5-15,-1 8-7 16,-1 7 7-16,-1 8 4 16,6 9 8-16,1 11 1 15,4 6-23-15,7 3-80 16,2-1-799-16,3-12 744 15</inkml:trace>
  <inkml:trace contextRef="#ctx0" brushRef="#br1" timeOffset="-131695.98">16822 9059 1831 0,'-5'3'140'0,"0"1"16"0,6 7-123 0,1 6-12 0,7 8-16 15,1 1-7-15,2-1-1 16,1-5 0-16,3-10 3 16,1-6 11-16,2-7 28 15,0-5 15-15,-5-8 10 0,-1-1-17 16,-5-8-8 0,-2-2-11-16,-6-1-20 0,-1 0-4 15,-6 5-18-15,-4 2-7 16,-2 8-7-16,-3 3-3 15,0 12 14-15,-3 7 3 16,0 14 13-16,4 6 1 16,4 8-30-16,4 2-135 0,17-5 99 15</inkml:trace>
  <inkml:trace contextRef="#ctx0" brushRef="#br1" timeOffset="-131042.71">16939 9786 1502 0,'5'19'105'0,"3"3"110"0,4 1-93 0,4 2-77 0,2-2-3 0,2-7-21 16,2-5-12-16,0-10 9 16,0-4 3-16,-2-9 30 15,1-3 8-15,-5-5 4 16,-2-2-15-16,-6-4-33 16,-6 1-5-16,-4-1-5 0,-3 6 0 15,-7 4 1-15,0 2 5 16,-4 7 14-16,-4 5 4 15,1 7 2-15,-2 8-3 16,4 11-14-16,3 5-2 16,9 4-12-16,5 0-11 15,11-4-62-15,5-5-103 16,10-11 75-16</inkml:trace>
  <inkml:trace contextRef="#ctx0" brushRef="#br1" timeOffset="-130329.47">17640 10333 1479 0,'13'37'58'0,"1"-3"78"0,3 3-95 0,3-5-106 0,0-4-31 0,1-4 38 15,-2-5 15-15,-4-7 37 16,-2-5 28-16,-4-7 51 15,-1-2 124-15,-4-6-3 0,-2-1-26 16,-3-4-64-16,-5 0-26 16,-1-6-29-16,-4-1-22 15,-1-2-12-15,-2 0-3 16,-1 4-6-16,-3 2 1 16,-1 4-1-16,3 5-4 15,0 4-1-15,3 4-2 0,6 12 1 16,1 10 0-16,13 25 1 15,5 10-6-15,7 7-46 16,2-3-131-16,3-17 98 16</inkml:trace>
  <inkml:trace contextRef="#ctx0" brushRef="#br1" timeOffset="-129445.92">16530 9295 1583 0,'-7'3'149'0,"1"-1"28"0,0 3-88 0,6 6-44 0,0 1-6 0,12 8-6 16,1 2 0-16,6-3 5 15,4-1 4-15,-1-10-3 16,3-5-6-16,-5-6-12 16,-1-4-7-16,-5-5 3 15,-2-3-2-15,-5-2 5 16,-2-3-1-16,-4 0-7 16,-2 0-2-16,-5 1-2 15,-1 1-2-15,-5 5 6 16,-1 2 5-16,0 5 8 15,0 3-3-15,0 8-4 0,3 4-4 16,3 12-12-16,4 6-4 16,8 8-26-16,4 2-40 15,14-3 39-15</inkml:trace>
  <inkml:trace contextRef="#ctx0" brushRef="#br1" timeOffset="-128878.11">16670 9591 1444 0,'-7'-3'97'0,"0"1"414"0,7 2-454 0,0 0-24 0,0 0-12 0,-5 11-3 16,12 5-1-16,3 5 10 0,5 6-3 16,4-1-3-1,0-6 3-15,-1-3-9 0,-1-12-6 16,-1-3 2-16,-8-9 18 15,2-3 4-15,-8-6 8 16,-1-5-1-16,-1-4-23 16,-3-2-6-16,-5 2-11 15,-1 4-8-15,-1 5 2 16,-2 5-4-16,-1 11 1 16,-1 8 4-16,1 18 1 15,2 8 4-15,5 10-47 16,5 1-97-16,9-8 61 15</inkml:trace>
  <inkml:trace contextRef="#ctx0" brushRef="#br1" timeOffset="-128029.41">17723 10100 2225 0,'0'20'126'0,"1"2"-49"0,4 3-47 0,5-2-30 0,2-1-11 0,2-5 2 16,2-2-1-16,-2-9 7 15,-1-1 3-15,-1-5 3 16,-2-4 6-16,-2-2 7 16,-1-2 4-16,-1-4 1 15,-4-2 1-15,-1-4-7 0,-2-1-5 16,-5 0-4-16,-2 1-3 15,-4 5-1-15,-1 3-4 16,-3 4 0-16,-1 4 2 16,1 6-1-16,1 4 1 15,2 9-11-15,4 2-8 16,7 3-27-16,2-1-42 16,8-5-833-16,5-5 783 0</inkml:trace>
  <inkml:trace contextRef="#ctx0" brushRef="#br1" timeOffset="-127563.37">18124 10067 1260 0,'0'13'132'0,"2"3"322"0,5 9-281 0,5 3-77 0,5 6-60 0,3-1-15 15,2-6-7-15,-2-7 4 16,2-12 24-16,-2-5 9 16,-2-11-1-16,-3-4-5 0,-5-9-15 15,-4-2-9-15,-6-4-10 16,-3 1-5-16,-7 3 1 16,-1 1 2-16,-6 3 4 15,-4 0 10-15,-4 0 1 16,-1 1 6-16,-1 0 2 15,-2 1 2-15,5 5-12 16,2 1-10-16,5 9-23 16,3 5-19-16,8 13-52 15,4 8-64-15,11 14 91 16</inkml:trace>
  <inkml:trace contextRef="#ctx0" brushRef="#br5" timeOffset="-122769.58">18250 9151 828 0,'-17'-10'54'0,"0"-3"19"0,3-1-16 0,1 0 52 0,2 1 19 0,1 4 44 0,1 3 59 16,4 3 61-16,2 4-70 16,4 10-100-16,3 8-57 15,10 13-40-15,5 6-5 16,8 3-2-16,5-5-6 16,1-14-3-16,-2-7-4 15,-3-14-4-15,-5-7-1 0,-3-7 3 16,-2-6 0-16,-7-5-1 15,-6-3 0-15,-5-3-2 16,0 2-2-16,-8 5-2 16,0 3 6-16,-7 8 5 15,-1 4 5-15,-4 8 3 16,2 7 2-16,-2 12-14 16,0 5-6-16,3 0-41 15,6 0-83-15,9-7 65 16</inkml:trace>
  <inkml:trace contextRef="#ctx0" brushRef="#br5" timeOffset="-122310.33">17892 8797 1537 0,'-26'-10'79'0,"2"2"-40"15,7 3 14-15,6 6 67 0,3 4 29 0,8 10 16 0,1 6-28 0,8 8-70 16,2 2-33-16,3-4-18 16,3-4-8-16,-3-14-10 15,1-4 2-15,-4-14-1 16,0-5 1-16,-4-8 10 16,2-5-3-16,-4 0-5 15,-5 0 0-15,-1 4-2 16,-6 3 0-16,-2 7 3 15,1 4 5-15,-4 9-8 16,0 5 3-16,1 15-7 0,3 10-10 16,13 21-48-16,9 3-284 15,14 7 218-15</inkml:trace>
  <inkml:trace contextRef="#ctx0" brushRef="#br5" timeOffset="-121811.81">18289 9360 2385 0,'-2'32'83'0,"5"3"-10"0,11 9-76 0,6 2-17 0,6-9-25 0,0-7 0 16,0-14 10-16,-4-7 9 15,-1-9 25-15,-1-6 8 16,-6-9 11-16,0-4 4 16,-6-5 2-16,-3-1-3 15,-5 1-3-15,-1 2-5 0,-5 6 5 16,-2 4-3-16,-3 9 1 15,-1 3 7-15,-1 8-8 16,2 4-1-16,5 7-21 16,4 1-19-16,12 0-58 15,4-4-149-15,7-12 120 16</inkml:trace>
  <inkml:trace contextRef="#ctx0" brushRef="#br5" timeOffset="-121344.12">18252 8719 1316 0,'-26'7'51'0,"3"0"17"15,-1-1-6-15,6 1 66 16,3 1 114-16,5 0 15 16,4 1-45-16,5 1-111 15,2-1-26-15,8 0-46 16,3-3-18-16,6-5-20 15,2-3-7-15,1-12 6 16,-2-3 4-16,-3-8 6 16,-4-4 0-16,-4 0 0 15,-3-2-3-15,-4 2 0 16,-2 1-1-16,-10 2-10 16,0 1 0-16,-6 9-5 15,1 3 6-15,-2 12 5 16,1 8 8-16,4 15 8 15,3 11-3-15,10 19-63 16,6 11-317-16,4 6 232 16</inkml:trace>
  <inkml:trace contextRef="#ctx0" brushRef="#br5" timeOffset="-120826.85">17676 8491 2486 0,'-15'3'101'0,"5"3"-52"0,6 1-49 0,8 4-33 0,7 3-3 0,9 5 9 0,3 2 10 15,1-2 6-15,-2-2 0 16,-4-9-1-16,-4-3-4 16,-3-5 11-16,-4-4 5 15,-3-5 30-15,-2-6 6 16,-3-7-3-16,-1-2-4 16,-3-6-18-16,-1 0 0 15,-2 3-10-15,-1 3-1 0,2 7-3 16,0 4-1-16,7 13-12 15,-5 2 3-15,11 23-3 16,4 11-8-16,10 20-76 16,5 7-542-16,4-4 400 15</inkml:trace>
  <inkml:trace contextRef="#ctx0" brushRef="#br5" timeOffset="-120295.24">18684 9152 2402 0,'-8'2'99'0,"2"1"-57"0,2 2-54 0,12 7-63 0,3 3-20 0,7 5-14 16,2 1-16-16,-2-4 56 15,-3-2 39-15,-3-6 63 16,-2-2 18-16,-4-7 44 16,-1-3 10-16,-3-7-41 15,2-5-8-15,0-9-32 16,-1-5-3-16,-3-4-21 15,-4-1-1-15,-4 9-10 0,0 6-8 16,-3 13 5-16,-3 7 2 16,-1 14 10-16,0 7 6 15,3 8-17 1,6 0-27-16,0-6-674 0,5-7 552 16</inkml:trace>
  <inkml:trace contextRef="#ctx0" brushRef="#br5" timeOffset="-119893.21">18426 8823 2097 0,'-3'15'128'15,"1"3"-6"-15,5 3-102 16,4 0-5-16,4-1-9 16,4 0-2-16,-4-10-13 15,-1-3 2-15,-2-6 11 16,-3-2 12-16,0-4 19 0,-1-3 2 15,0-8-4-15,0-4-8 16,-1-5-20-16,-1-1-15 16,-3 1-25-16,-4 2-9 15,-4 9-25-15,-1 5 2 16,-2 10 4-16,-1 7 27 16,0 8 54-16,3 3 6 0,3-2-179 15,2-6 110-15</inkml:trace>
  <inkml:trace contextRef="#ctx0" brushRef="#br5" timeOffset="-119429.99">17929 8307 2476 0,'-27'6'67'0,"5"2"-69"16,4 2-13-16,8 4-6 0,3 3 3 15,5 6 14-15,1 1 12 16,5-1 8-16,2-1 9 15,5-8-1-15,-1-5-17 16,0-9 2-16,-1-4 0 16,1-8 6-16,-2-4 1 15,-4-6-7-15,-2 3 2 0,-8-3-1 16,-4 3-5 0,-2 3 3-16,-3 1-4 0,-3 2-4 15,1 2-2-15,1 5 2 16,1 4 2-16,5 9 3 15,1 7 0-15,3 15-1 16,6 9 0-16,6 7-7 16,8-1-15-16,11-8-102 15,7-8-678-15,5-18 553 16</inkml:trace>
  <inkml:trace contextRef="#ctx0" brushRef="#br5" timeOffset="-118728.14">18657 9756 2579 0,'-6'13'66'0,"6"2"-50"0,6 3-40 0,-1 2-25 0,13 0-3 0,-3-1 8 15,4-1 14-15,-3-5 5 16,-1-4 19-16,-2-4 6 16,-1-6 6-16,1-5 3 0,-5-7 8 15,0-3-4 1,-4-7-3-16,-3-2 0 0,-5-1-6 15,-5 4 1-15,-3 6-3 16,0 5-1-16,0 7 7 16,1 2 3-16,4 9 7 15,-2 4-2-15,4 9-16 16,3 5-14-16,2-1-47 16,5-1-24-16,4-8-204 15,3-7-177-15,1-8 142 16,2-3 74-16,-1-11 40 15,-1-2-97-15,-4-9 254 16</inkml:trace>
  <inkml:trace contextRef="#ctx0" brushRef="#br5" timeOffset="-118347.05">18869 9467 1846 0,'-7'26'227'16,"0"2"91"-16,4 1-255 0,6 0-52 16,4-1-5-16,5-7-9 15,0-4-7-15,2-7-10 16,1-5 4-16,-2-7-4 15,1-1 6-15,-2-7 18 16,-4-4 1-16,0-1 14 16,-3-3 3-16,-3-1-7 15,-4 0-1-15,-6 0-10 16,-1 0-3-16,-7 3 0 16,2 2 4-16,-2 5-5 15,-3 4 5-15,4 6-5 16,0 5-2-16,1 8-7 15,2 3-12-15,3 8-34 16,3-3-47-16,3-2 42 16</inkml:trace>
  <inkml:trace contextRef="#ctx0" brushRef="#br5" timeOffset="-117597.23">17387 8421 1947 0,'0'3'177'0,"4"3"5"0,3 2-108 0,5 4-31 0,3 4-8 0,3 0-17 16,-1 2 4-16,-2-6-13 15,-1-1 1-15,0-6-6 16,-2-6-4-16,-1-4 1 16,-1-5 3-16,-7-9 4 15,-1-1-4-15,-3-4 3 16,-1-2-7-16,-9 6 2 16,0 1 1-16,-7 5-3 0,-2 6 2 15,2 5 2-15,1 4-3 16,3 9 0-16,2 4-1 15,4 2-41-15,2 2-70 16,6-5 71-16</inkml:trace>
  <inkml:trace contextRef="#ctx0" brushRef="#br6" timeOffset="-107409.89">16984 8536 1024 0,'-62'0'81'0,"1"2"111"0,-2 3-173 0,6 3-15 0,4 3-54 16,4 0-28-16,9 2-9 15,-1-3 1-15,5-4 50 16,0-3 29-16,0-6 2 16,3-4-236-16,5-10 175 15</inkml:trace>
  <inkml:trace contextRef="#ctx0" brushRef="#br6" timeOffset="-106663.81">16338 8447 1342 0,'0'0'66'0,"0"1"13"0,-4 17-48 0,8-2-39 0,3 2-3 0,2 2-3 16,1-2 8-16,3-3 6 16,2-1 6-16,1-9 11 15,1-3 9-15,2-9-4 16,-1-4 59-16,0-10 23 16,3-2-2-16,-5-4 14 15,-4-1-32-15,-5 5-60 16,-7 3-24-16,-7 8 12 15,-4 4 0-15,-11 7 12 16,-4 5 9-16,-4 6-18 16,0 5 3-16,5 6-12 15,4 0-3-15,8 2 2 16,5-2-5-16,8-4-59 16,8-1-112-16,7-11 109 15</inkml:trace>
  <inkml:trace contextRef="#ctx0" brushRef="#br6" timeOffset="-106029.91">16504 8286 470 0,'1'21'37'0,"5"3"6"16,4 3-20-16,3 4-12 15,1 1-4-15,3 1-2 16,2 1-17-16,4-4-36 16,4-4-9-16,-2-9 19 15,-1-5 36-15,-2-9 163 16,-3-3 76-16,-2-5 31 15,-1-2-62-15,-5-5-100 16,1 3-40-16,-5-7-37 16,-4 1-13-16,-5-4-34 15,-6 0-28-15,-7 1-41 16,-2 4 48-16,-6 6 52 0,-1 3 36 16,-2 5 55-16,1 1-16 15,3 8 7-15,0 1-26 16,5 8-39-16,3 1-15 15,7 5-18-15,2 1-6 16,9-3-24-16,4 2-15 16,8-10-44-16,5-2-6 0,4-7-123 15,0-7 4-15,1-6-47 16,-2-3-2-16,-3-6 202 16,-5-2 20-16,-5 0 41 15,-4-3 28-15,-8 3 118 16,-3 3 5-16,-8 3 68 15,-3 2-29-15,-3 4-58 16,-2 1 1-16,2 2-58 16,-1 2-20-16,3 2-10 15,0 0-21-15,3 9-86 16,4 4 1-16,3 7-114 16,4 2-68-16,6-3 98 15</inkml:trace>
  <inkml:trace contextRef="#ctx0" brushRef="#br6" timeOffset="-105514.14">16762 8799 1514 0,'-1'20'132'0,"3"4"68"0,2 3-90 0,8 5-74 0,1-4-6 0,6-10-27 16,3-6-78-16,3-12 60 15,4-6 15-15,-7-8 21 16,-4-2 84-16,-6-4-57 16,-6-1-12-16,-6 2 11 15,-2-1 13-15,-10 1-21 0,-3 2-13 16,-6 3-10-16,-6 3-3 15,-5 7 5-15,-1 1 1 16,-3 8-10-16,6 1-3 16,4 8 0-16,5 3-3 15,8 1-1-15,3 1 2 16,6-1-11-16,2-2-11 16,5-3-46-16,2-4-187 15,3-11 155-15</inkml:trace>
  <inkml:trace contextRef="#ctx0" brushRef="#br6" timeOffset="-105079.68">16452 8806 1471 0,'5'15'59'0,"-3"2"125"0,1 4-127 0,1 2-21 0,2-5-15 0,5-2-3 15,-1-9-90-15,-1-6 21 16,0-8 87-16,-1-5 30 15,-6-7 107-15,4-1-14 16,-7-4-88-16,-4 0-17 16,1 2-42-16,-7 1-30 15,-2 7-18-15,-5 2 0 16,-5 7 18-16,-1 3 24 0,0 2 24 16,6 2 0-16,3 1 0 15,5-1-6-15,6 3-12 16,3 3-4-16,3 4-7 15,4 4-1-15,1 0-21 16,5-2-33-16,3-7-328 16,2-4-168-16,4-14 401 15</inkml:trace>
  <inkml:trace contextRef="#ctx0" brushRef="#br6" timeOffset="-104660.6">16005 8397 1361 0,'-8'20'91'0,"3"2"186"0,6 6-163 0,4 0-48 0,9-4-34 0,5-8-17 0,5-10-101 16,4-9 80-16,-3-9 72 15,-6-3 23-15,-8-9 135 16,-9 1-106-16,-4-7-61 16,1 0-12-16,-5-4-26 15,-3 3-10-15,-4 1-22 16,-3 3-11-16,-2 7 2 15,-3 0 8-15,1 7 14 16,0 2 7-16,0 5-4 16,0 6-3-16,1 7-8 15,1 5-5-15,5 11-3 16,3 3-11-16,8 5-73 16,5-2-169-16,7-7 165 15</inkml:trace>
  <inkml:trace contextRef="#ctx0" brushRef="#br6" timeOffset="-104197.09">15888 7875 1533 0,'-10'-1'145'15,"-1"-1"101"-15,9 7-181 16,1 3-32-16,2 8-21 16,5 4-6-16,2 3-6 15,4 1 0-15,6-3 0 16,4-2 3-16,5-5 9 15,1-2-6-15,3-5 3 16,1-3 0-16,0-7-60 16,-4-5-42-16,0-6 82 15,-2-4 11-15,-8-2 77 16,-1-2 40-16,-11 0-108 0,-6 0-36 16,-9 3-21-16,-7 0 9 15,-5 5 39-15,-3 3 30 16,-6 6 27-16,4 5-12 15,1 6-18-15,4 5-13 16,8 8-16-16,3 4-34 16,9 4-502-16,3 3 432 15</inkml:trace>
  <inkml:trace contextRef="#ctx0" brushRef="#br6" timeOffset="-103730.79">16228 8184 2016 0,'6'6'132'0,"3"6"-76"16,3 2-68-16,1 3-71 0,-1 0-34 0,-3-6 4 0,0-5 11 0,-3-6 90 15,0-5 63-15,-1-5 54 16,-1-2 17-16,-2-4-14 16,-2 1-40-16,-7-2-44 15,-2 0-15-15,-7 2-21 16,-3 0-9-16,-2 8 9 16,1 4 9-16,1 9 9 15,1 5 12-15,12 12-3 16,5 4-9-16,13 3-30 15,8 1-71-15,7-9 65 16</inkml:trace>
  <inkml:trace contextRef="#ctx0" brushRef="#br6" timeOffset="-103231.02">16701 8270 1918 0,'-2'1'170'0,"0"6"-12"0,2 4-83 0,4 6-84 0,4 4-42 0,4-2-143 15,3-4-150-15,2-7 13 16,2-5 131-16,-3-9 102 16,-2-5 107-16,-4-4 168 15,-4-3-3-15,-5-1 68 16,-2-2 33-16,-6 0-152 0,-3 1-60 16,-5 4-99-16,-2 5 24 15,-4 8 9-15,-1 3 12 16,-2 14 57-16,0 4-72 15,4 6-624-15,1 3 551 16</inkml:trace>
  <inkml:trace contextRef="#ctx0" brushRef="#br7" timeOffset="-61916.22">14941 7646 1196 0,'-4'-8'45'0,"-2"1"13"0,-2-2-44 0,-1-1-14 0,-2 2 9 0,-1 0 22 15,-1 3 6-15,-4 0 10 16,-1 0-3-16,-1 3-5 16,0-3 0-16,0 4 9 15,-2 1-18-15,-4 1-33 16,1 4-12-16,-8 2-6 15,-3 0 3-15,-6 3 12 16,-3 1 6-16,8 2 24 16,2 0 9-16,7 4 3 15,1 1 5-15,2 3-17 16,5 3-6-16,-1 1-18 0,6 1 3 16,0 2-3-16,1 1 3 15,0 2 6-15,5 1 0 16,1 2 12-16,-1 0-9 15,13 5 6-15,0 1-3 16,9 6-15-16,6 4-3 16,4 3-27-16,1 3-18 15,9 1-30-15,2 2-20 0,12 6-15 16,6-1-52-16,5 4 91 16</inkml:trace>
  <inkml:trace contextRef="#ctx0" brushRef="#br7" timeOffset="-61222.3">15329 9275 221 0,'44'23'20'0,"10"-1"53"16,0-3 26-16,2-5 77 16,4-5 17-16,-4-5-67 15,0-4-38-15,-2-4-53 16,-3-5-17-16,-3-2-21 15,-2-1-6-15,-4-4-2 0,1-1 2 16,-1-5 9-16,-3-2 2 16,-1 0-2-16,-5-1-18 15,-7-1-119-15,-4-1-56 16,-6-3-67-16,-2-1 68 16,-7-1 150-16,-1 0 68 15,-4-3 115-15,-1-3 65 16,-4-4-1-16,-1 0-25 0,-5 0-47 15,-2 0-38-15,-6 3 6 16,-2 1 2-16,-4 2-6 16,-7-1-5-16,-5-7 45 15,-2-3-20 1,-8-9-42-16,0-3-16 0,-2 1-26 16,-4 1-9-16,-4 1-9 15,-3-1 0-15,-2 0 3 16,-4-1-6-16,-7 4 3 15,4 1 18-15,-1 2 15 16,5-1 14-16,-3-1-5 16,-6 1-9-16,-9 1-25 15,0 2-8-15,9 4 1 16,7 1-3-16,11 3-6 16,6 3 2-16,3 2-5 15,-1 2 1-15,-6 5-3 0,-3 3 3 16,-4 7 0-16,2 4-1 15,13 7-3-15,3 5-3 16,7 8-2-16,1 3-3 16,2 10 0-16,-1 3-2 15,5 11-10-15,6 5-2 16,6 13-1-16,6 3 2 16,6 10 11-16,3 4 5 15,11 6 7-15,5 0 2 0,18 3 4 16,1 1 0-16,14 3-9 15,8 4-18-15,18 9-677 16,17 6 572-16</inkml:trace>
  <inkml:trace contextRef="#ctx0" brushRef="#br7" timeOffset="-59846.35">15816 7631 1080 0,'-37'5'132'0,"2"0"218"0,4 2-281 0,1 1-69 0,3 3-94 0,0 4 34 16,3 5-13-16,2 5 11 15,5 8 50-15,3 3 31 16,10 9 26-16,6 1 5 16,11 6 1-16,9 4-11 0,9 8 14 15,7 5 6 1,7 5-42-16,-2 0-7 0,4 1 1 15,-2-4 3-15,-1-1 24 16,5-2 15-16,0-8 18 16,7-1-7-16,5-3-20 15,-1-2-15-15,5 5-9 16,-1 0-6-16,8-4-9 16,1-2 3-16,0-13-9 15,-2-5 0-15,-5-12 0 16,1-4 6-16,0-6 0 15,1-3 9-15,-4-2-3 16,-2-2-3-16,-5-3 6 16,-1-1-6-16,-4-5-3 15,-3-4 0-15,-5-9-6 0,-5-5 0 16,-6-9-3-16,0-5-6 16,-12-8 0-16,-4-4-6 15,-14-4 15-15,-5-2 9 16,-11-2 12-16,-6 2 9 15,-9-3-7-15,-2 1-5 16,-11-6-3-16,-7-5-12 16,-10-5-6-16,-8-1-3 15,-9 2-6-15,-7 2 3 0,-5 3 0 16,-5 3 1-16,-3 7 8 16,2 7 3-16,-4 7 11 15,0 2-2-15,-2 1-3 16,3-3-3-16,9-1-42 15,4 0-47-15,10 6-312 16,5 5-108-16,4 14 330 16</inkml:trace>
  <inkml:trace contextRef="#ctx0" brushRef="#br7" timeOffset="-58598.44">17462 9177 2121 0,'-25'-19'113'0,"-3"-5"-34"0,-2-2-54 0,-7-1-15 0,-2 0 0 0,-10 3-6 16,-2 3 1-16,-8 2 3 16,-2 1-3-16,-4 3-2 15,0 1-1-15,-3 0-2 16,0 2-3-16,-1-1-15 16,2 4-17-16,5 4-36 15,2 4-3-15,-1 9 20 16,-1 4 6-16,6 12 48 15,1 3 0-15,13 7 24 16,4 3 9-16,10 6-15 16,6 1-18-16,10 2-27 15,1 0-12-15,10 3 6 16,5 1 21-16,12 8 48 0,6 7 15 16,16 13 20-16,7 6-2 15,18 6-26-15,10 0-17 16,6-5-12-16,4-1-4 15,10-3-3-15,0 0-4 16,10 1 3-16,4 1-5 16,0 5-1-16,1 1 0 15,-2 0 0-15,4-3 0 0,-5-7 4 16,0-1 0-16,-7 0-4 16,-4 1 0-16,-3-1-3 15,-3-6 2-15,-3-20 5 16,-7-15 6-16,-7-25 9 15,-4-11 4-15,-5-19 10 16,-4-11-4-16,-8-12-2 16,-4-6-3-16,-11-11-8 15,-6-1-3-15,-10-4-8 16,-6 2 1-16,-9-6-4 16,-5-6 2-16,-10-17-3 15,-5-10-2-15,-13-12-9 16,-2-1-11-16,-9 6-14 15,-5 6 0-15,-6 16-1 16,-3 7 12-16,-12 11 16 0,-2 5 2 16,-10 6 7-16,-6 2-1 15,0 1 3-15,-2 1-1 16,-5-2 2-16,2 0 0 16,-9 2-2-16,-1 1 1 15,0 8-2-15,3 4-1 16,4 5 0-16,4 4-1 15,4 2-9-15,1 2-28 16,2 2-777-16,4 4 694 0</inkml:trace>
  <inkml:trace contextRef="#ctx0" brushRef="#br7" timeOffset="-57576.15">17556 8201 1559 0,'-59'-4'-74'0,"5"3"-34"0,6 4-78 0,4 5 37 0,5 6 175 0,-1 1 91 16,14 9 18-16,2 5-22 15,13 11-45-15,9 8-22 16,10 14-56-16,10 5-23 15,16 6-40-15,8 2-84 16,14 5-45-16,9 6-49 16,14 12 57-16,3 5 119 15,5 1 91-15,2-2 9 16,2-1 5-16,4-2 20 0,8 5 98 16,2 1 46-16,6-1 11 15,2-2-6-15,3-11-11 16,1-4 114-16,0-12-114 15,1-7-57-15,-5-11-80 16,-7-8-17-16,-8-15-26 16,-3-6-2-16,-9-19-2 15,-3-9 0-15,-9-18 4 16,-9-8-3-16,-11-10 11 16,-8-7 0-16,-14-11 0 15,-10-5 6-15,-14-12-7 16,-8-5 6-16,-18-13-3 15,-6-5-7-15,-18-11-3 16,-7-4-3-16,-15 2 0 16,-8 1-1-16,-17 0 2 0,-8-3-1 15,-10-9 2-15,-8-2 4 16,-6 13 5-16,2 8-3 16,-11 14-2-16,-2 8 0 15,-1 6-3-15,-7 3-5 16,1 13-12-16,3 5-11 15,0 11-20-15,3 5-6 16,3 10-34-16,7 6-27 0,8 16-350 16,7 9-145-16,14 25 426 15</inkml:trace>
  <inkml:trace contextRef="#ctx0" brushRef="#br7" timeOffset="-53015.66">19271 1589 1935 0,'11'6'78'0,"-2"9"-15"0,-2 15-6 0,-3 9 2 0,-2 18-23 0,-1 7-3 16,-1 12-3-16,0 4-9 16,0 3-12-16,1-1-1 15,0-8-4-15,0-4-2 16,0-17-6-16,1-7-6 0,2-20-35 16,2-8-36-16,4-21-621 15,2-11 597-15</inkml:trace>
  <inkml:trace contextRef="#ctx0" brushRef="#br7" timeOffset="-52449">19434 2125 2204 0,'-18'44'27'0,"3"-9"-18"16,4-6-3-16,0-10 0 16,-2-7-3-16,6-8 0 15,-4-3 3-15,4-8 3 0,5-3-6 16,3-8 9-16,4-2-3 16,6-5-9-16,5 2 0 15,4 4-75-15,5 4 1 16,2 7 32-16,-2 5 0 15,2 6 72-15,-3 4 9 16,-5 9-18-16,0 3 0 16,-4 3 5-16,2 0-5 0,4-5-12 15,4-2 3-15,6-8-9 16,2-5-6-16,-2-9-107 16,-1-6-37-16,-10-8 61 15,-4-4 8-15,-7-8 69 16,-8-4 21-16,-3-5-57 15,-7-3-6-15,-3 0 45 16,3-1 12-16,-2 0 15 16,5 1 0-16,2 3-3 15,-1 6-3-15,3 15 9 16,2 20 27-16,-4 2 29 16,4 22 7-16,-5 25 18 15,-2 14-31-15,3 16-20 16,-3 4-12-16,7-7-28 15,4-8-3-15,6-18-6 16,2-12 1-16,2-16-5 0,-3-9-11 16,4-13-710-16,0-8 583 15</inkml:trace>
  <inkml:trace contextRef="#ctx0" brushRef="#br7" timeOffset="-51964.73">20039 2207 2213 0,'27'0'-191'0,"-2"-1"-24"0,-3-5 86 16,-5-2 58-16,-5-2 160 0,0-3 61 0,-5 0 5 15,-2 0-5-15,-5 1-28 16,-2 1-43-16,-5 2-58 16,-3-2-2-16,-5 7-19 15,-3 0-9-15,-6 8 11 0,-2 4-4 16,-2 6 2-16,0 3 4 15,5 4 6-15,1 4-5 16,8 2-1-16,3 1 1 16,10-4-3-16,5-1 1 15,12-7 3-15,7-3-1 16,9-8-14-16,5-4-31 0,7-6-17 16,0-4-51-1,0-3 1-15,-4 1 41 0,-8-1 27 16,-4 1 27-16,-7 1 12 15,-2 2-24-15,-3 0-483 16,2-1 429-16</inkml:trace>
  <inkml:trace contextRef="#ctx0" brushRef="#br7" timeOffset="-51532.86">20347 2175 2329 0,'-6'7'-2'0,"1"3"2"15,0-1 2-15,-1 2 4 0,4 0-3 16,1-1 1-16,3 1 0 16,6-5 2-16,3-2 0 15,2-5 2-15,0-2-1 16,0-6-5-16,0-1 1 15,0-1-5-15,-2-1-45 16,-4 1 15-16,4 2-7 16,-6 2 15-16,2 1 69 15,-7 6-24-15,1 0-9 0,0 0-2 16,-1 0 10-16,0 0-1 16,1 13 7-16,2-4-11 15,2 1-6-15,5-3 2 16,4-1-6-16,-1-3-1 15,0-3-4-15,2-2-4 16,1-3-3-16,1-3 1 16,-1 0-2-16,-1-4-2 15,-1 1-8-15,-5-2-8 16,1 0-26-16,0-2-641 16,0-2 569-16</inkml:trace>
  <inkml:trace contextRef="#ctx0" brushRef="#br7" timeOffset="-51316.04">20841 1756 1127 0,'11'15'133'0,"-6"19"-18"0,-5 12-20 0,-3 17-30 0,-1 6 16 0,4-3-42 0,5-4-16 0,9-17-31 16,2-9-31-16,3-17-33 16,-2-7 31-16,-2-12-207 15,-1-3 170-15</inkml:trace>
  <inkml:trace contextRef="#ctx0" brushRef="#br7" timeOffset="-50215.46">20976 2084 2273 0,'-9'11'-98'15,"2"-2"5"-15,7-9 36 0,0 0 21 16,0 0 51-16,0 0 24 16,0 0 6-16,11 1-6 15,6-2-12-15,3 0-9 16,6-1-12-16,1 0-6 16,0-1-12-16,-2-2-3 0,-2-1 6 15,-5 0 6-15,1 0 12 16,-9 1-6-16,-1 1 3 15,-1 0-3-15,-2 4 3 16,2-2 6-16,-2 3-1 16,0 1 1-16,-1 3-9 15,-3 1 0-15,1 3 3 16,-3 2 6-16,-1 1 6 16,-2 0-6-16,-2-1 0 15,3-1 0-15,-2-3 6 16,2-1-9-16,2-1 2 15,0-2-2-15,5 0-2 16,-1-2 3-16,0-1 0 16,0-1-2-16,-2-3-2 15,4-2-4-15,2-3 11 16,0-3-3-16,5-7 2 16,3 0 4-16,2-1-9 0,2 2 2 15,-1 6-4-15,-2 5-3 16,-2 7-2-16,-1 1-2 15,-4 7 3-15,-1 3 3 16,-1 7 4-16,-2 1 1 16,-1 2-7-16,-1 0 4 15,1-1-4-15,-2-3-2 16,5-2 9-16,3-4-5 0,3-5-4 16,5-4-13-16,0-6-2 15,4-4-1-15,-5-8-6 16,1 1-2-16,-3-4-25 15,-4 0-22-15,1 3 2 16,-4-1 16-16,1 5 32 16,0 0 9-16,-6 5-3 15,-4 7-12-15,0 0-63 16,0 0 25-16,0 14 23 16,-6-1 21-16,5 2 66 15,1-1-7-15,4-3-11 16,3-1-9-16,2-4 18 15,2-1 15-15,1-4 45 16,3-1 11-16,-1-2-25 0,6-2-29 16,3-2-25-16,-2 0-8 15,3-3-14-15,0-1-1 16,-6 1-2-16,-1-2-8 16,-6 0-6-16,-8 1 4 15,-4-3-5-15,-3 2 3 16,-7 1 9-16,-1 1 1 0,-6 3 7 15,-1 3-2 1,-5 6-2-16,-1 3-4 0,2 7-4 16,-1 6 6-16,4 3-4 15,3 4 4-15,6 3 3 16,2 1-1-16,12-3 1 16,6-1-1-16,17-8-3 15,8-4-16-15,19-8-34 16,7-6-8-16,14-9-98 15,-1-5-116-15,-4-3-256 16,-8 0 102-16,-18-2 159 16</inkml:trace>
  <inkml:trace contextRef="#ctx0" brushRef="#br7" timeOffset="-49830.71">22319 2009 2369 0,'-24'7'-31'0,"-2"4"11"0,1 1 5 0,-5 1 15 0,5 0 14 0,5-1 0 0,5-2 2 0,14-2-5 15,6-1-2-15,10-3-3 16,6 1-3-16,5 0-27 16,-3-2 1-16,1 3 11 15,-4 0-5-15,-3 2 38 16,-3-1-9-16,-5 2-16 16,-3 0 6-16,-9 2 3 15,-3 1 1-15,-9-1 5 16,-5 0-3-16,-4-3-3 15,-1-3-4-15,-2-5-12 16,0-3-21-16,5-7-398 16,4-2-208-16,10-2 462 15</inkml:trace>
  <inkml:trace contextRef="#ctx0" brushRef="#br7" timeOffset="-49432.01">22633 2071 2324 0,'-41'19'9'15,"1"0"0"-15,3-2-4 16,4-1 4-16,7-7 1 15,7-1 2-15,18-4 8 16,8-3-21-16,21-1 11 16,11-2 1-16,18-4-7 15,5 0 16-15,-3 4-15 16,-6 0-5-16,-13 4-1 16,-7 1 1-16,-16 2-19 15,-7 2-11-15,-16 2 6 16,-13 1-2-16,-13 2 12 15,-6 1 16-15,-8-4-10 16,-2-4-2-16,2-5-37 16,6-3-42-16,9-5-142 0,7 0-189 15,11-1 346-15</inkml:trace>
  <inkml:trace contextRef="#ctx0" brushRef="#br7" timeOffset="-49012.64">23088 2162 2451 0,'26'3'-26'0,"0"-3"12"15,1-4 14-15,-1-6 21 16,-1 0 9-16,6-5-1 16,1-1 3-16,6-2-3 15,2-2-9-15,-8 1-5 16,-1 0-10-16,-13 2-5 16,-7 0-5-16,-7 2-11 15,-4 1-5-15,-12 4 7 0,-3 2 5 16,-9 6 9-16,-2 3 13 15,-7 7-3-15,-1 5-2 16,-1 7 0-16,2 3-2 16,2 5-4-16,5 2 2 15,6-1-4-15,5-2 0 16,12-4 0-16,7-2-2 16,18-4-21-16,10-2-14 0,27-9-82 15,9-6-719-15,10-5 712 16</inkml:trace>
  <inkml:trace contextRef="#ctx0" brushRef="#br7" timeOffset="-48665.67">23546 1997 2550 0,'-11'19'-14'0,"3"-2"0"0,8-6 4 0,5-1 1 0,7-6 6 0,7-2-37 15,9-3 27-15,7-3-1 16,7 2 8-16,0 0 33 15,-3 4-23-15,-7 3-6 16,-13 4-40-16,-7 2 4 16,-23 1 2-16,-7 3 5 15,-17 2 31-15,-7-1 0 16,-4 1-51-16,-2-5-170 0,6-4 146 16</inkml:trace>
  <inkml:trace contextRef="#ctx0" brushRef="#br7" timeOffset="-48060.61">20333 2687 1959 0,'77'2'126'0,"10"1"-48"0,15 2-43 0,17 0-29 0,5 0-6 0,12-1-6 16,3-3-6-16,8-1 10 15,0 0-1-15,-5-2 8 0,0-2 10 16,2-1-9-16,-3-1 12 16,-11-1-12-16,-13 0-9 15,-33-2-816-15,-13-3 703 16</inkml:trace>
  <inkml:trace contextRef="#ctx0" brushRef="#br7" timeOffset="-47399.53">19634 3304 1927 0,'0'0'110'0,"0"0"-62"0,0 0-36 0,0 0 0 0,1 0 15 0,-1 0 44 16,2 0 22-16,27 8-8 15,-22-1-5-15,2 9-18 16,-2 6-4-16,-2 10-25 16,1 3-7-16,-2-3-20 0,0-3-11 15,5-7-38-15,-5-7-19 16,6-12-27-16,-1-6-4 16,-3-18-518-16,4-6 405 15</inkml:trace>
  <inkml:trace contextRef="#ctx0" brushRef="#br7" timeOffset="-47115.73">19703 3165 958 0,'-17'-15'192'0,"4"1"135"16,6 3 164-16,6 3-141 16,5 2-187-16,10 2-92 15,8 0-27-15,15 6-15 16,2 4-6-16,12 8-7 15,1 4 1-15,-3 8-1 16,1 2-5-16,-8 5-9 16,-5 2-2-16,-11 3-10 15,-5 3 0-15,-13 5 9 16,-8 6 2-16,-16 2 8 16,-10 0 1-16,-21 4-3 15,-8 2-4-15,-10 2 3 16,-3 0-4-16,3-8-21 0,7-10-20 15,9-15 23-15</inkml:trace>
  <inkml:trace contextRef="#ctx0" brushRef="#br7" timeOffset="-7848.54">20398 3172 1652 0,'-2'26'122'0,"1"5"-23"0,1 13-72 0,2 3-15 0,0 8-48 16,-3-2-9-16,-2-1 0 15,-4-5 9-15,0-16 36 16,2-3 6-16,-1-14 15 16,5-5 9-16,1-9 6 15,0 0-6-15,10-9 0 16,-1-8-15-16,4-6-9 0,-3-3 0 15,-1-4-12 1,-1-2 6-16,-4-3 6 0,1 1-1 16,1 1 7-16,-1 0 3 15,4-1 3-15,-1 2 9 16,2 3 0-16,1 6 0 16,2 8 0-16,-1 5 6 15,2 16 3-15,1 9 11 16,-1 16-5-16,5 7-6 0,0 4-9 15,1-2-15-15,3-6-11 16,2-6-1 0,2-13 0-16,1-7 2 0,-2-10 9 15,0-5 1-15,-2-8 8 16,-1-6 0-16,-3-7-6 16,-2-2-2-16,-5-1-12 15,-3 0 1-15,-10 0-1 16,-3 1 0-16,-7-1 4 15,5 2-4-15,3-3-21 16,2 1-50-16,14-1 33 16</inkml:trace>
  <inkml:trace contextRef="#ctx0" brushRef="#br7" timeOffset="-7300.27">20995 3283 1475 0,'-12'-3'47'0,"4"4"5"0,2 4-4 0,2 4-27 0,2 4-9 0,-2 2-3 15,0 0 0-15,2 1-4 16,2-1-5-16,3-3-3 16,2-1-17-16,3-4 5 15,2-2 6-15,5-3 21 0,1-2 12 16,4-5 11-16,3-3-2 16,2-5-3-1,-1-2-9-15,-1 0-3 16,-4-1-3-16,-6 1-3 0,-7 2 3 15,-9 0 3-15,-8 1 12 16,-9 2 6-16,-2 0 2 16,-3 6-8-16,1 4-6 0,4 7-33 15,3 3-140-15,10 2 101 16</inkml:trace>
  <inkml:trace contextRef="#ctx0" brushRef="#br7" timeOffset="-6164.93">21625 3123 580 0,'0'42'57'0,"1"3"20"0,0 2-27 0,-1 3-29 0,2 3-8 0,-6-4 3 16,0 0 11-16,-2-3 55 0,-5-6 30 15,8-6-5 1,-2-7-8-16,2-13-31 0,3-14-14 16,0 0 12-16,-4-1 0 15,5-18 7-15,-1-5 58 16,7-6-80-16,1-1-27 15,-3-4-3-15,5-1-12 16,-9-3 12-16,1-1 9 16,6 1 36-16,-5-2 20 15,11 4 4-15,4 1-6 0,4 7-31 16,11 6-14-16,-1 10-12 16,3 6-10-16,-3 10-7 15,-1 5-1-15,-12 8-10 16,-8 3-1-16,-11 6-4 15,-10 1 1-15,-10-1 10 16,-1 1-1-16,-7-8 1 16,2-4-1-16,5-6 3 15,4-3-8-15,8-6-272 16,5-4-480-16,8-2 587 16</inkml:trace>
  <inkml:trace contextRef="#ctx0" brushRef="#br7" timeOffset="-5848.55">21858 3225 1103 0,'33'-5'43'0,"1"0"0"0,-3 1-26 16,-1 3-17-16,-2 2-6 15,-9 6 26-15,-6 3 28 16,-10 7 45-16,-3 3 17 16,-10 5 26-16,-3 3 61 15,-3-2-83-15,-2-2-22 16,5-9-26-16,2-3-9 0,7-9-4 15,4-2-2-15,5-6 12 16,-1-6-17-16,7-9-17 16,-2-1-6-1,3-5-14-15,4 0 0 0,-1-1-2 16,-1 0-2-16,5-1-5 16,3 0-3-16,5 6-16 15,4 1-7-15,0 8-25 16,-5 4-41-16,-5 8-144 15,-7 3-140-15,-2 7-45 16,-3 3 254-16</inkml:trace>
  <inkml:trace contextRef="#ctx0" brushRef="#br7" timeOffset="-5323.88">22332 3223 1297 0,'-8'-3'93'16,"1"1"47"-16,1 2 44 16,-4 3-85-16,1 2-42 15,-3 5-27-15,4 1-3 16,1 3-16-16,1 2 4 16,1-1-12-16,-2-1 3 0,4-1-6 15,4-4 3-15,2-5 6 16,8-2 6-16,1-5 3 15,3-3-6-15,4-7 3 16,0 0-18-16,7 1-3 16,-4 0-12-16,0 5 6 15,-3 2 12-15,-8 3 3 16,-4 2 6-16,-7 0 0 16,0 0 0-16,0 0 3 15,0 0-6-15,0 0-3 16,0 0-12-16,0 0-24 15,0-1-15-15,0 0-14 16,0-1 14-16,3-26 24 16,-3 28 18-16,0 0 12 15,0-1-3-15,0-1 9 16,-12-29-9-16,12 31 3 0,-13-14-3 16,5 5 0-16,1-1-3 15,-2 1 6-15,1 0 0 16,-2 2 18-16,-1 3 6 15,2 4 2-15,-1 3-5 16,0 7-24-16,2 1-12 16,0 3-98-16,3-1-150 15,4-5 178-15</inkml:trace>
  <inkml:trace contextRef="#ctx0" brushRef="#br7" timeOffset="-4845.84">22786 2769 2357 0,'-2'24'59'0,"2"11"-68"0,1 8-10 0,-1 12-7 0,-1 3 4 0,-10 1 17 0,-4-2 1 0,-4-6 4 0,-3-5 2 16,1-8 1-16,5-7-3 16,5-16 7-16,5-4-2 15,9-11 11-15,4-5 8 16,8-8-1-16,3-2-1 0,2-5-12 15,2 0-10 1,1 5 0-16,0-1 0 0,5 6 0 16,-1 3 4-16,2 3 2 15,-1 4 1-15,-9 5 0 16,-5 2-2-16,-14 5 6 16,-7 3-2-16,-18 3 4 15,-8 2-2-15,-7-2-9 16,-4 0 2-16,3-6-3 15,5-3 2-15,9-6-26 16,4-4-76-16,19-5 62 16</inkml:trace>
  <inkml:trace contextRef="#ctx0" brushRef="#br7" timeOffset="-3182.92">23146 3121 2016 0,'-16'12'-3'0,"-2"2"3"0,-1 3 0 0,4-2 33 0,5 1 15 0,7-2 0 0,4-3-6 16,11-2-13-16,4-4-5 15,10-3-3-15,2-2 3 16,1-5-9-16,0-1-3 16,-4-3-5-16,1-2-2 0,-5 0 0 15,-2-1 2-15,-7 0-5 16,-3 1 1 0,-6 1 15-16,0 1 4 0,-3 3 14 15,0 6 4-15,0 0-13 16,0 0-8-16,0 0-14 15,-7 14-2-15,5 3-3 16,-1 2-1-16,4-2-5 16,3-1-4-16,12-12-35 15,4-5-75-15,12-12 58 16</inkml:trace>
  <inkml:trace contextRef="#ctx0" brushRef="#br7" timeOffset="-2739.78">23608 2846 2046 0,'-13'60'63'0,"-4"8"-9"15,-3 2-22-15,2-4-5 16,5-16-12-16,5-11-6 0,8-20-15 15,5-8-15-15,3-12-29 16,3-8-7-16,1-6 0 16,1-4 12-16,1-1 15 15,0 3 15-15,4 2-6 16,5 2-11-16,3 4-73 16,2 0-47-16,3 8 13 15,-2 2 69-15,-10 11 28 16,-2 5 9-16,-13 7 37 15,-8 1 15-15,-7 2 35 16,-7-2 24-16,-5-3 71 16,-2-2 10-16,0-6-49 15,1-2-20-15,5-9-45 16,4-3-15-16,8-6-141 16,3-4-65-16,4-3-113 15,5 0 142-15,1 0 33 16,4 1 19-16,5-2-136 0,5 2 149 15</inkml:trace>
  <inkml:trace contextRef="#ctx0" brushRef="#br7" timeOffset="-2263.1">23937 2873 2216 0</inkml:trace>
  <inkml:trace contextRef="#ctx0" brushRef="#br7" timeOffset="-1987.96">24087 2686 2327 0,'-6'25'13'0,"1"14"-24"0,2 8-18 15,-2 8-49-15,0 3-5 16,-5 0 14-16,-4-1 9 16,0-11 36-16,4-5 3 15,5-16 18-15,1-5 3 16,6-12-248-16,0-5-233 0,5-8 338 15</inkml:trace>
  <inkml:trace contextRef="#ctx0" brushRef="#br7" timeOffset="-1647.26">24196 3058 1726 0,'-14'3'150'0,"-8"6"-61"15,-2 3-35-15,-6 4-15 16,-4 1-12-16,5 0 6 16,2-1 6-16,6-5 8 15,6-1-5-15,8-3-6 16,5-2-6-16,4-1-20 16,5 2 4-16,7-1-7 15,3 2 3-15,8 0-2 0,3 2-5 16,-5 2 4-16,-3 2-5 15,-5 2 1-15,-9 0-1 16,-6 2 0-16,-6-1 3 16,-12 0-2-16,-4 0 2 15,-9-8-2-15,0-3-2 16,2-12-32-16,7-6-107 16,13-14-708-16,8-3 697 15</inkml:trace>
  <inkml:trace contextRef="#ctx0" brushRef="#br7" timeOffset="-1061.51">24243 2853 1377 0,'36'-13'156'0,"-8"18"142"16,-2 9-53-16,-10 13-137 16,-4 8-52-16,-9 8-35 15,-4 4 0-15,-7 0-3 16,-3-3 6-16,-2-9-15 15,0-6-9-15,3-12-6 16,1-6 0-16,0-11-3 16,0-3-6-16,-3-8-21 15,-1-1-24-15,-2 1-128 0,-2 2-63 16,5 5 19 0,0 2 135-16,7 3 95 0,3 2 48 15,4-2 60-15,5 3 109 16,12-5-83-16,6-3-40 15,13-6-35-15,7-5-3 16,5-4-6-16,-5 1 2 16,-4 1-2-16,-7 2-5 0,-11 7-13 15,-3 5-4-15,-7 6-6 16,-2 7-7-16,-4 5-2 16,-2 1-6-16,-4 3-4 15,-1-3-2-15,0-5-25 16,0-2-2-16,0-5-2 15,0-4 11-15,0 0 24 16,0 0 12-16,0 0 3 16,0 0 2-16,9-9-1 15,-2-1-7-15,3-10-14 16,-1-3-9-16,-2-9-25 16,-2-3-3-16,-2-5 3 15,0 0 1-15,-2 3 36 16,3 3 18-16,4 8 5 15,3 4-1-15,4 9-9 16,2 6-3-16,3 5-20 16,1 2-26-16,5 1-575 0,2 0 421 15</inkml:trace>
  <inkml:trace contextRef="#ctx0" brushRef="#br7" timeOffset="-852.2">24897 2885 1897 0,'-20'17'95'0,"-2"1"-59"0,2 3-3 0,-10 3 12 0,2 3 21 0,-3 1 29 0,3 2-15 0,15-5-26 0,8-1-18 0,11-4-17 16,7-4 2-16,13-7-7 15,4-6 3-15,12-8-3 16,6-5-4-16,1-7-24 15,3-3-146-15,-7-4 108 16</inkml:trace>
  <inkml:trace contextRef="#ctx0" brushRef="#br7" timeOffset="34.56">20437 3932 1846 0,'7'-13'167'0,"3"0"48"0,1 3-149 0,0 1-27 0,4 10-19 0,-2 5 0 0,-1 5-10 0,-5 6 0 15,-4 2-2-15,-6-1-5 16,3 0 2-16,2-4 0 16,-3-6-1-16,3-3 5 15,2-5-4-15,3-3 4 16,8-9-1-16,0-4-1 0,7-6-3 16,2-3-4-1,4-3 0-15,1-2 0 0,-2 4 0 16,0 3 0-16,0 8 2 15,2 3-2-15,-5 8 5 16,1 2 1-16,-10 10-1 16,-8 7-1-16,-3 11-3 15,-10 4 5-15,1 2 3 16,-1-3-2-16,0-9-1 16,4-3-6-16,3-12 0 15,6-3 0-15,4-8 2 16,2-6 3-16,0-2-5 15,2-2 4-15,-3-2-4 16,0 1 4-16,-1 2-3 16,-1-2-1-16,1 5 0 15,0 1-4-15,0 6 8 0,0 5 0 16,-1 8-1-16,-1 5-3 16,-2 5 0-16,-2-1-2 15,-1 0 2-15,2-4-1 16,2-7-4-16,4-6-9 15,7-7-51-15,2-5-193 16,9-5 133-16</inkml:trace>
  <inkml:trace contextRef="#ctx0" brushRef="#br7" timeOffset="419.36">21256 3881 1625 0,'1'6'137'0,"6"2"1"0,-1-4-61 0,7-2-23 0,5-3-18 0,0-3 3 0,-2-4 12 0,-3-3 29 15,0 2 7-15,-4-7-24 16,0 0-8-16,-3-3-26 16,2-3-13-16,-4 1-7 15,-1-2-2-15,-5 3-2 16,-3 1 0-16,-4 6-5 0,-4 7-2 15,-4 7-2-15,0 10 4 16,-3 13 4-16,1 8 2 16,4 11-5-1,3-2-1-15,12-5 4 0,6-4-5 16,14-15-2-16,8-7 2 16,12-11-22-16,5-8-17 15,9-8-56-15,-3-3-58 0,-11-3 2 16,-3 1 24-16,-14 2 95 15,0 0 27-15,5 3-63 16,-2 3-125-16,3-2-148 16,1-2 223-16</inkml:trace>
  <inkml:trace contextRef="#ctx0" brushRef="#br7" timeOffset="764.82">21796 3684 1750 0,'-23'5'188'0,"-5"3"37"16,2 7-66-16,-3 2-103 15,7 2-9-15,3 5-21 16,-1-5-5-16,7 7-11 16,2 0-3-16,3-7-2 15,6 0-1-15,8-8-2 16,-2-8-1-16,14-6 3 16,5-8-1-16,5-7 5 0,9-2-6 15,-1 0 1-15,-2 1-2 16,-11 1 0-16,-7 3 2 15,-5 5-2-15,-5 2-1 16,-4 2 2-16,-2 6 0 16,0 0-2-16,0 0 1 15,0 0-1-15,-4 4-1 16,0 9 2-16,0 2-1 0,4 4 2 16,5 1 2-16,4-5-10 15,8-2-8-15,6-13-90 16,5-6-192-16,11-10-506 15,-2-7 613-15</inkml:trace>
  <inkml:trace contextRef="#ctx0" brushRef="#br7" timeOffset="1148.09">22291 3645 1592 0,'-6'0'209'0,"-2"1"99"15,-3 4-150-15,-5 2-92 16,-4 2-32-16,-3 1-5 16,-1 0-5-16,3-1 5 0,3-1 3 15,8-3-10-15,4 5-3 16,7-1-12-16,5-1-4 16,4 3 1-16,4-5-2 15,2 4-2-15,1 0 0 16,-4 4-6-16,-3 2 3 15,-9 4-4-15,-2 0 7 16,-11 2 0-16,-3 0 0 0,-5-9 5 16,-4 0-1-1,2-6-3-15,-1-3 1 0,2-5-45 16,3-5-41-16,3-3-139 16,0 0-73-16,8 2 60 15,1-2 102-15,7-5 124 16,7-1 12-16,9-7-21 15,8 1-128-15,14-4 96 16</inkml:trace>
  <inkml:trace contextRef="#ctx0" brushRef="#br7" timeOffset="1586.15">22367 3676 1537 0,'5'22'198'15,"-2"3"77"-15,-2 5-128 16,-1 2-46-16,-1-2-53 15,-3-3-27-15,2-7-8 0,-1-4-2 16,3-6-6-16,6-4 3 16,4-6 3-16,4-6 5 15,5-9 7-15,3-3-1 16,-1-4-9-16,-2 0 0 16,-5 2-19-16,-4 1-4 15,-5-1 0-15,-2 1-6 16,-3 4 10-16,0 4 3 0,0 11 1 15,0 0 4-15,15-11-2 16,-2 9 0-16,9-1 2 16,-1 3-2-16,0 2-2 15,-4 2 2-15,-8 11-4 16,-5 1 4-16,-10 3 4 16,0-1 1-16,-6-5 2 15,4-4-3-15,2-4-3 16,6-5 7-16,0 0-2 15,11-1-1-15,5-5 4 16,7-3-7-16,7-11-4 16,-1-4 0-16,3-3-15 15,-4 0-18-15,-3 8-115 16,-2 2-217-16,-4 4-190 16,-1 3 66-16,-5 4 202 15</inkml:trace>
  <inkml:trace contextRef="#ctx0" brushRef="#br7" timeOffset="1903.05">23029 3705 2494 0,'18'-7'-8'0,"0"-2"-6"0,-1-1-4 0,-5-2 7 0,-4-2 10 0,-2-1 2 0,-5-1 5 15,-3 1-2-15,-7 1-3 16,-3 2-1-16,-6 5 0 16,-1-1 0-16,-3 14 2 15,2 6-2-15,1 11 2 16,4 9-2-16,7 12-2 15,4-2-13-15,16-2-171 16,8-7-373-16,17-17 367 16</inkml:trace>
  <inkml:trace contextRef="#ctx0" brushRef="#br7" timeOffset="2568.52">23730 3628 2489 0,'-4'17'-51'0,"3"-4"-21"15,3-3 3-15,5-7-12 16,-1 0 46-16,11-6 58 16,2-1 19-16,10-4 33 15,0 0-21-15,-1-2-11 16,-3 0-5-16,-4 3-13 16,-3-1-14-16,-5 5-5 15,-4 3-3-15,-4 0-4 16,-4 4 1-16,-2 3 0 15,-1 0 0-15,-3 10 3 16,-1 3-1-16,0 14 1 16,-1 6 2-16,1 11-2 0,-1 3-3 15,-2-2-5-15,-2 0-8 16,-7-7-29-16,-7-1-18 16,-13-5-5-16,-7-4-17 15,-13-4 43-15,0-4 48 0,-1-10 72 16,4-7-10-16,6-9 12 15,7-7-1-15,11-7-16 16,9-2-17-16,18-13-26 16,7-4-8-16,22-10-14 15,7-6-2-15,14-5-2 16,2-2 1-16,6 0 3 16,4 6 2-16,5 2 3 15,2 5 0-15,4 8 1 16,-1 1-4-16,-2 8 1 15,0 1-1-15,-11 5-8 16,-7 1-9-16,-14 2-23 16,-9 3-28-16,-14-3-26 15,-8-3-12-15,-13 3-606 16,-6 0 526-16</inkml:trace>
  <inkml:trace contextRef="#ctx0" brushRef="#br7" timeOffset="3831.92">20953 4342 1989 0,'11'-15'120'0,"0"-1"-43"0,-6 1-47 0,-3 0-15 0,-5 5-3 0,-5 0-3 0,-7 7 9 16,-2 3 6-16,-8 4-6 15,-3 7-4-15,-10 12-5 16,-5 6 3-16,4 17 12 15,5 1 7-15,17-1 3 16,10-6-8-16,20-14-12 16,11-5-8-16,21-13-7 15,5-4-13-15,9-9-21 16,3-3-6-16,2-6-10 16,1 0 11-16,0-3 4 15,-6-1 15-15,-11-6 15 16,-7-2 3-16,-9-5 3 15,1-2 9-15,-3 1 0 16,-4-2-9-16,-8 1 6 0,-6 1-6 16,-10 5 9-16,-3 4 12 15,-5 5 22-15,-3 4 6 16,-6 8 4-16,-2 5 0 16,-2 11-18-16,-1 8-15 15,3 9-11-15,0 7-3 16,2 8-4-16,4 1 2 0,4-1 0 15,4-2-1-15,5-13-3 16,2-5-2-16,5-12-7 16,-2-9-8-16,7-10-12 15,1-7-11-15,4-6-9 16,2-2-3-16,0 5 7 16,0 1-2-16,-4 6 26 15,-3 3 15-15,-3 3 6 16,-1 2 12-16,0 5 3 15,4 2 9-15,-4 5 0 16,-7 3 0-16,3-1-6 16,-9 2-5-16,4-2-4 15,6-2-4-15,-2-1 1 16,5-2 6-16,-6-4 2 16,7-2 4-16,-6-3 4 15,4-3-4-15,4-5-4 16,-6-1-3-16,8-3-9 0,-8 1 1 15,4 0-7-15,3 0-7 16,2 0-4-16,3 3-8 16,-5 0 7-16,0 4 6 15,-7 4 4-15,-7 4 6 16,0 0 2-16,0 0 1 0,0 0-1 16,0 0 2-1,0 0-4-15,12 5-4 0,6-8-9 16,2-3-15-16,4-2-18 15,2-4-8-15,0 0-21 16,-1 0 19-16,-3 1 32 16,-5 0 15-16,-6 2 9 15,-9-1 0-15,2 0-171 16,5-1 121-16</inkml:trace>
  <inkml:trace contextRef="#ctx0" brushRef="#br7" timeOffset="4148.47">22178 4112 2037 0,'-21'18'123'0,"-6"2"-34"0,-2 4-38 0,1 0-24 0,3 0-6 0,7-3-3 0,5-6-8 16,10-7-3-16,2-4-3 16,4-2-4-16,1-1 1 0,1 5-1 15,0 4 10-15,1 2-2 16,-4 3-1-16,0 4 0 16,-3 3-9-16,-10 3-23 15,-3-1-26-15,-12 0-48 16,-7-5-8-16,2-11-1 15,0-3-170-15,6-20 195 16</inkml:trace>
  <inkml:trace contextRef="#ctx0" brushRef="#br7" timeOffset="4368.27">22101 4050 1212 0,'27'-12'91'0,"-3"7"62"15,-3 7 64-15,-8 16 37 0,-4 7-51 16,-8 12-117-16,-1 3-29 16,-5 5-33-16,-1-3-15 15,0-7-2-15,2-3 1 16,0-10-7-16,-1-3 1 16,2-9-2-16,-2-4 3 15,0-6-54-15,-1-2-197 16,0-6 161-16</inkml:trace>
  <inkml:trace contextRef="#ctx0" brushRef="#br7" timeOffset="4987.1">22090 4316 1187 0,'5'1'133'16,"6"-1"348"-16,9-3-364 16,6-3-40-16,10-5-38 15,-1 2-3-15,-2 1 33 16,-4 3 11-16,-9 1 13 15,-6 3-38-15,0-3-26 16,-4 2-12-16,0 0-12 16,-1 0 2-16,-2 1-4 15,-1 0 2-15,2-1-2 16,3-4-2-16,5-1-1 16,2 0-5-16,0-3-4 15,1 2 2-15,-8 1-2 0,-3-1 9 16,-8 4 4-1,-2 0-4-15,-6 1 9 0,-1 1-2 16,-3 0 2-16,-2-1-3 16,1 2 3-16,-2 2-4 15,2 3 1-15,-2 3 0 16,2 5-6-16,2 3 3 0,0 11-1 16,4 0 1-1,3 2 3-15,1 0 3 0,11-9-8 16,3-3 1-16,12-9-2 15,4-7 4-15,6-8-1 16,3-4 3-16,-4-6-1 16,-1 1-1-16,-7 2-2 15,-5 2 2-15,-7 0 1 16,-3 2-1-16,-7 6 3 16,-2 5 2-16,0 0-8 15,0 0 1-15,0 1 1 16,-1 15-3-16,-2-3 4 15,0 1 1-15,1 1-1 16,2-3-1-16,1-9-1 16,2-1-2-16,11-8 1 15,8-4 5-15,9-8 1 0,7-2 4 16,3-6-11-16,-2-3-18 16,1 1-163-16,-4-2-779 15,-4 3 783-15</inkml:trace>
  <inkml:trace contextRef="#ctx0" brushRef="#br7" timeOffset="6131.86">23442 4018 1924 0,'-10'20'-6'0,"-5"15"35"0,-4 6 16 0,-7 5 36 0,2 4 15 0,-5 1 23 16,5-3-34-16,5-4-22 15,3-8-16-15,9-16-23 16,1-6-14-16,8-13-9 16,1-6 2-16,7-15 2 15,3-7 1-15,0-8 5 16,0-1-4-16,-6-1 10 15,-3 3 9-15,-2-5 11 16,3-1-8-16,3-5-9 16,3-1-3-16,7 6-8 15,2 3-2-15,1 16-4 16,1 9-1-16,-3 18 1 16,-2 13 4-16,-4 21 4 15,3 8-2-15,-2 10 2 16,0-2-8-16,6-3-15 0,1-6-11 15,2-13-26-15,0-6-25 16,-2-17-57-16,-4-6-17 16,-6-14-115-16,-3-8-36 15,-11-6 24-15,-7-2 81 16,-6 1-105-16,-5 3-99 16,-5 4 122-16,-3 6 102 15,-4 6 262-15,-2 3 146 0,-2 9 251 16,3-1-65-16,5 4-61 15,8-3-6-15,21-7-207 16,-3 4-50-16,23-6-57 16,2 0-13-16,13-4-12 15,5-5-6-15,6-1-4 16,2 0-2-16,3-1 6 16,1 2-4-16,4 0-3 15,1-1 3-15,-1 4-4 16,-3 0 0-16,-8 0 0 15,-7 3-5-15,-12 1-4 16,-7 1 2-16,-13 1 4 16,-6 2 1-16,-11 1 14 0,-3 4 8 15,-11 3 9-15,-5 2 2 16,-4 3 0-16,-4 1-7 16,0 4-1-16,0-2-2 15,7 3-5-15,6-2-1 16,12-4-11-16,9-1 1 15,9-3-3-15,6 1-1 16,13-5 3-16,2-1 1 16,6 0-2-16,-1 2-1 15,-9 2 0-15,-5 2-1 0,-11 1-1 16,-5 2-1-16,-11 0-3 16,-7 3-3-16,-5-3 2 15,1 0-2-15,3-8-46 16,5-6-72-16,11-12 72 15</inkml:trace>
  <inkml:trace contextRef="#ctx0" brushRef="#br7" timeOffset="6482.68">24187 4069 2511 0,'-37'22'11'0,"10"-5"-10"0,5-1 3 0,14-7-2 0,0-3-2 0,9-2 0 0,4-2 0 16,14 1 0-16,5-2 2 15,7 4 1-15,1 1-5 0,-9 2-9 16,-7 4-5-16,-17 1-2 16,-8 1 4-16,-16 4 12 15,-6-1-1-15,-5 5 0 16,-2-3 6-16,0-2-4 16,1-4-1-16,4-12-536 15,6-3 367-15</inkml:trace>
  <inkml:trace contextRef="#ctx0" brushRef="#br7" timeOffset="7916.93">19619 5384 1520 0,'1'-8'227'0,"0"-3"302"0,2-3-427 0,3-1-29 0,5-1-21 16,6-1-14-16,9 0-16 16,8 1-6-16,6 4-8 15,3 1-3-15,-1 6 0 16,-3 5-1-16,-7 6 1 16,-5 3-5-16,-12 6 0 15,-6 2-4-15,-9 5 4 16,-9 0 0-16,-7 2 5 0,-5 1 0 15,-8 1-1-15,-3-1 1 16,-3 2 2-16,3-2 8 16,6-4-2-16,7-4-2 15,16-6-3-15,3-3-4 16,13-5-2-16,4 1 0 16,5 0 4-16,1 0-2 0,0 3 0 15,0 2-1-15,-3 3-3 16,-1 2 1-16,-3 3-1 15,-3 1 0-15,-8 3 0 16,-5-1 1-16,-11 2 0 16,-7 1 0-16,-13 1 2 15,-7 1-1-15,-6-5 1 16,-1-5 1-16,0-10-11 16,6-9-16-16,5-13-66 15,6-6-116-15,11-11-553 16,3-4 361-16,8-6 63 15,3-3 33-15,6-6 285 16,4-4 48-16,8-10-2 16,3-7-44-16,8-4 7 15</inkml:trace>
  <inkml:trace contextRef="#ctx0" brushRef="#br7" timeOffset="8184.02">19854 4951 1622 0,'12'3'290'0,"1"0"218"0,7 1-402 0,6 2-31 0,8 1-33 0,8 3-22 16,9 5-10-16,1 3-3 0,2 7-3 15,-4 4-1-15,-10 10-5 16,-8 7-2-16,-18 14-2 16,-11 5 0-16,-24 11 3 15,-14 1 1-15,-19 5 1 16,-12 1-1-16,-14 7 2 15,-3-1 1-15,-4-6-1 16,4-5-18-16,9-20-144 16,7-14-852-16,18-14 831 15</inkml:trace>
  <inkml:trace contextRef="#ctx0" brushRef="#br7" timeOffset="9034.38">19374 5620 1825 0,'11'-20'203'0,"5"-3"126"0,4-1-301 0,6-3-16 0,3 1-5 0,2 0 0 15,1 3 2-15,0 3 29 16,2 3 20-16,4 4 22 15,4 5-12-15,1 7-30 16,-1 4-12-16,-7 9-14 16,-6 6-3-16,-11 8-4 15,-7 4-3-15,-14 6 3 16,-8 3-3-16,-13 2-2 16,-6 0 0-16,-9-4-1 15,-3-1 2-15,-7-3 0 16,-1-3 1-16,3-5 4 15,0-3-1-15,11-11 7 16,5-4 1-16,14-6-1 16,17-1 1-16,0-6 0 15,16-3-2-15,17-2 3 0,7-3-1 16,15 0 0-16,9 0 0 16,14 0-5-16,6-2-1 15,12-1-10-15,2-1-19 16,2-2-42-16,-1 0-14 15,-4-1-84-15,4 0-732 16,-11-2 660-16</inkml:trace>
  <inkml:trace contextRef="#ctx0" brushRef="#br7" timeOffset="9531.55">21055 4894 2228 0,'-2'5'115'0,"1"9"-62"0,0 9-24 0,-2 21-18 0,0 10-9 0,-7 17 7 15,0 6-3-15,-2 7-3 16,0-3 1-16,2-9-27 15,2-8-18-15,2-17-228 16,2-7-421-16,3-15 550 16</inkml:trace>
  <inkml:trace contextRef="#ctx0" brushRef="#br7" timeOffset="10080.96">20969 4961 2148 0,'7'-3'110'0,"3"6"-65"0,4 9-26 0,4 19-10 0,-1 9-5 0,1 20-1 16,-3 6 5-16,1 2-2 15,5-5 8-15,11-14 16 16,4-9 11-16,2-18 33 0,0-8 5 16,-5-14-12-16,-1-6-25 15,-2-10-18-15,-4-6-4 16,-5-9-7-16,-1-3-7 15,-9-7-2-15,-3-1-2 16,-7-4-2-16,-2-2-1 16,-2 0-8-16,0 0-5 15,2 8-16-15,1 4-10 16,1 16-62-16,0 7-73 0,2 13 100 16</inkml:trace>
  <inkml:trace contextRef="#ctx0" brushRef="#br7" timeOffset="10620.16">21618 5325 2064 0,'-9'37'164'15,"-1"-2"-35"-15,7-6-84 16,0-6-9-16,9-9-20 15,5-5 2-15,1-8-1 16,4-3 2-16,2-7 0 16,1-2-3-16,-1-6-7 0,0 1-5 15,-6-2 7-15,-4 0 9 16,-8-1 25-16,-7-1-9 16,-9-2 4-16,-7 1-2 15,-6 7-9-15,5 5-4 16,-2 10-14-16,2 6-6 15,-1 8-7-15,-1 3-8 16,5-2-31-16,9-1-21 16,15-10-156-16,12-8-318 0,16-11-54 15,3-8 241-15,4-9 55 16,0-4 135-16,5-3 165 16,7 2 13-16,15 0-24 15,4 0-29-15,1 2-19 16,-1 2 24-16,-16 4 220 15,-4 2 110-15,-13 10 41 16,-4 4 76-16,-10 12-2 16,-7 8-181-16,-3 15-169 15,-7 9-21-15,-3 12-11 16,-1 7 4-16,-6 4-2 16,-4-1-9-16,-5-3-12 15,-2-7-10-15,-5-10-46 16,-1-3-103-16,-2-9 92 15</inkml:trace>
  <inkml:trace contextRef="#ctx0" brushRef="#br7" timeOffset="10831.42">21787 5383 2642 0,'0'0'71'0,"22"5"-9"0,20-12-41 0,15-4-11 0,20-8-18 0,8-4-6 0,-7-4-13 16,-10 0-6-16,-14 0-7 16,-8 0 0-16,-4-2-16 15,3 1-5-15,4-1-160 16,2 2 113-16</inkml:trace>
  <inkml:trace contextRef="#ctx0" brushRef="#br7" timeOffset="11031.64">22842 4881 2931 0,'-15'85'-37'0,"-2"-1"-21"16,-1-12-26-16,1-5-12 15,3-8-202-15,0-8-643 16,5-11 763-16</inkml:trace>
  <inkml:trace contextRef="#ctx0" brushRef="#br7" timeOffset="11254.77">22510 5300 1986 0,'4'-7'195'15,"3"-1"11"-15,13-3-142 16,11-1-24-16,17-1-20 16,7-1-9-16,6-2-2 15,-2 0 1-15,-8 1-3 16,-4 1-2-16,-6-1 3 16,-6 1-7-16,-7-1-22 15,1-1-38-15,-2 0-511 16,4 1 354-16</inkml:trace>
  <inkml:trace contextRef="#ctx0" brushRef="#br7" timeOffset="11531.78">23079 4755 2343 0,'8'4'-3'16,"-5"15"-1"-16,-2 8 4 0,-6 20 4 16,-3 10 9-16,-4 14 1 15,0 3-5-15,3-5-2 16,3-6 3-16,3-14-6 15,4-9 0-15,0-16-70 16,3-7-840-16,6-17 764 16</inkml:trace>
  <inkml:trace contextRef="#ctx0" brushRef="#br7" timeOffset="11884">23205 5269 2645 0,'30'-8'-3'16,"-2"-5"-6"-16,-2 0 1 16,-7-5 4-16,-3 0 6 15,-5-3 0-15,1 0-2 16,-2 0 3-16,-1 3-3 0,-7 4 2 15,-2 4 0-15,-8 4-7 16,-2 2-14-16,-7 8-4 16,-4 5-5-16,-4 9 12 15,-1 6 13-15,5 5 3 16,5 1 7-16,10-1 0 16,6-3-3-16,18-8-3 15,8-5-2-15,18-9-61 16,5-6-52-16,6-9-734 15,-3-3 710-15</inkml:trace>
  <inkml:trace contextRef="#ctx0" brushRef="#br7" timeOffset="12081.3">23632 5215 2404 0,'-14'21'-6'15,"1"-8"-17"-15,0-6-19 0,0-11-633 16,0-7 527-16</inkml:trace>
  <inkml:trace contextRef="#ctx0" brushRef="#br7" timeOffset="12499.99">23628 4929 2465 0,'24'-19'16'0,"-4"7"-8"16,-4 4 1-16,-7 2 0 15,0 3 0-15,-5 1-8 16,-4 2 0-16,0 0 2 16,1 0-2-16,0 1-1 0,14 16-4 15,-12-11-3-15,-3-6-8 16,0 1-8-16,0 0 1 16,0 0-1-16,1 0 6 15,0 0 15-15,-1 0 2 16,0-1 11-16,0 1 1 15,3 27-3-15,-7-20-1 16,2 5-6-16,0 2 1 16,-4 4-1-16,1 5 5 0,-5 0 7 15,-1 0-2-15,1-2 0 16,0-2-6-16,1-5-1 16,4-3 0-16,0-4 1 15,-1-4 0-15,2-3-18 16,-1-2-68-16,0-5 50 15</inkml:trace>
  <inkml:trace contextRef="#ctx0" brushRef="#br7" timeOffset="12866.75">23498 5050 2376 0,'15'-2'0'0,"4"-2"-3"0,2-3-8 0,0 1 1 0,-5-4 5 0,-1 3 6 0,-3 2 2 16,-1 3 2-16,1 7 5 15,1 2-3-15,0 9 5 16,5 2-1-16,4 2-9 16,7 2 1-16,7-3-3 15,1-4-3-15,-1-5-20 16,-4-1-58-16,-7-6-215 16,-3-2-128-16,-5-5 2 15,-3-4 234-15</inkml:trace>
  <inkml:trace contextRef="#ctx0" brushRef="#br7" timeOffset="13082.09">23975 4958 2267 0,'-3'30'84'16,"3"4"-59"-16,-2-4-9 15,2-6-11-15,1-3-4 16,-1-9 2-16,0-2-6 16,0-10 3-16,0 0 0 15,0 0-72-15,-10-9-405 0,9-2 303 16</inkml:trace>
  <inkml:trace contextRef="#ctx0" brushRef="#br7" timeOffset="13498.19">23914 4770 2661 0,'27'-37'2'0,"9"6"-5"16,-1 2 0-16,-5 14 2 15,-4 5 3-15,-10 15 0 16,-2 7-1-16,-4 15 0 15,3 7-1-15,-5 8 2 16,-1 1 1-16,-2 0-3 16,-3 0-1-16,-2-9-5 15,-1-2-1-15,-4-8 1 0,-3-3 0 16,0-4 7-16,-1-1 4 16,2-5 8-16,4-2 6 15,2-6-3-15,6-1-1 16,6-8-2-16,4-4-7 15,16-3 2-15,3-4-7 16,3 6 0-16,-4 2-1 0,-9 8 1 16,-6 2 0-16,-7 8-3 15,-3 4 0-15,-6 7 2 16,-1 2 0-16,-3 4 1 16,-5 0 1-16,2-3-5 15,-2-3-12-15,2-10-51 16,5-10-320-16,-5-1 162 15</inkml:trace>
  <inkml:trace contextRef="#ctx0" brushRef="#br7" timeOffset="13766.24">24510 4814 2387 0,'0'57'90'0,"0"7"-51"0,4-3-15 0,4-10-64 0,1-7-63 0,5-15-636 0,-4-3 285 16,-3-13 85-16,-2-3 86 0,-4-11 488 15,-1-4 103-15,5-7-111 16,1-2-110-1,4-2-90-15</inkml:trace>
  <inkml:trace contextRef="#ctx0" brushRef="#br7" timeOffset="14067.63">24658 5079 2603 0,'30'-7'20'0,"9"-3"-27"16,5-2-8-16,-12-1-5 16,-3 0 6-16,-14 0 5 15,-12 0 7-15,0-2-2 16,-6-1-1-16,-11 3 6 16,0 0 3-16,-9 7 0 0,0 6-3 15,2 9 0-15,4 3-1 16,6 8 0-16,6 1 4 15,15-1-3-15,1 0-1 16,20-6-10 0,4-1-20-16,8-6-84 0,8-5-85 15,-4-6-452-15,4-3 242 16,-2-5 210-16</inkml:trace>
  <inkml:trace contextRef="#ctx0" brushRef="#br7" timeOffset="14964.21">20645 6024 2121 0,'0'0'131'0,"0"0"-43"0,1 0-53 0,17 9-23 0,-6-5-2 0,5-1 2 0,5-2 11 16,13-1 17-16,1-1 5 15,10-7 0-15,1-3-9 16,-1-5-7-16,0-4-10 0,-2-3-7 15,-2-2-2-15,-4-4-4 16,-6-2-2-16,-7-3-2 16,-4-3-1-16,-7-2 1 15,-3-1 1-15,-11-3 0 16,0 4 1-16,-18 6-3 16,-1 7-3-16,-2 15-1 15,-5 9 1-15,2 18 1 16,-3 10 2-16,0 25 4 15,0 10 1-15,6 19-3 16,1 3-2-16,6-7-1 16,5-8-3-16,9-20-2 15,7-7-3-15,9-15-36 16,2-7-95-16,4-12-772 16,2-7 732-16</inkml:trace>
  <inkml:trace contextRef="#ctx0" brushRef="#br7" timeOffset="15281.27">21342 6030 2550 0,'-6'6'101'0,"1"4"-47"15,-2 2-26 1,3 4-23-16,0 1-3 0,5-3-14 15,6-2-12-15,3-6-2 16,3-4-5-16,0-4 9 16,0-3 15-16,1-3 17 15,-3 1 8-15,-3-3 0 16,-1 2-1-16,-6-1-4 16,-2-1-5-16,-5 2-4 15,-5-1 2-15,-6 5-3 16,0 1-3-16,-4 6-12 15,1 2-12-15,3 2-123 16,3 1-778-16,14-8 737 16</inkml:trace>
  <inkml:trace contextRef="#ctx0" brushRef="#br7" timeOffset="16598.19">22071 5746 1747 0,'-9'23'200'0,"3"12"81"0,-3 8-162 0,1 8-84 0,1 2-13 0,2-9-19 15,2-8 4-15,3-14-7 16,0-9 2-16,0-13 2 16,0 0 12-16,0 0 35 15,0-12 3-15,7-4 3 16,3-5-17-16,4-2-34 16,-1-1-3-16,3 2-3 15,2 1 0-15,0 2 0 0,1 3 0 16,2 3-1-16,-5 4 1 15,-2 7 0-15,-1 4 1 16,-5 8 1-16,1 2 2 16,-2 5-3-16,0 2 1 15,-1 0-1-15,1-2 0 16,-2-6-1-16,0-3-1 0,-1-6 1 16,-2-3 0-16,3-5-1 15,1-2 1-15,-1-5 0 16,1 0 0-16,-2 0 3 15,0-2-1-15,3 0 3 16,0 1-1-16,5 0 0 16,2 1-2-16,3 6-2 15,2 3-2-15,-1 10 1 16,-2 4 1-16,-4 6 1 16,-1 5 1-16,-2 2-1 15,0 1 1-15,-1-3 0 16,1-4 0-16,4-7 0 15,3-3-1-15,5-7-1 16,5-2 0-16,3-7-2 16,0-1 1-16,0-1-1 0,-6-1 2 15,-7 2 1-15,-1 1 0 16,-8 2 2-16,-2 0 0 16,-2 4 1-16,-3 3 1 15,0 0-5-15,0 0 0 16,5 3-2-16,3 7 1 15,5 3 0-15,2-1 1 16,6-3 2-16,3-1-1 16,5-5 3-16,1-2 2 0,3-5 0 15,0-2-4-15,-5-4 3 16,-2-1-4-16,-8 0-1 16,-5 0 2-16,-7 0 0 15,-4 1 1-15,-8-2-2 16,-4 0 2-16,-10-1-2 15,-4 1 2-15,-11 5 2 16,-4 3-2-16,-2 8 0 16,0 5 1-16,-1 8-8 15,0 1-3-15,6 0-12 16,7-2-8-16,17-7-26 16,11-4-105-16,22-6 97 15</inkml:trace>
  <inkml:trace contextRef="#ctx0" brushRef="#br7" timeOffset="17564.3">23376 5588 2650 0,'6'46'-74'0,"-5"10"29"0,-5 0 21 0,-2-6 25 0,-3-4 7 0,0-12 16 16,0-5-1-16,6-9 7 15,3-6-5-15,0-5-13 16,3-4-4-16,-3-5-8 16,0 0-24-16,0 0-34 15,-13-13-21-15,-3 2 0 16,-3 0 27-16,-4-2 41 16,0 1 19-16,-1 3 31 15,1 1 6-15,3 6 1 16,1 3 2-16,4 6-17 0,1 4-11 15,6 2-5-15,4 2-4 16,7 1-2-16,5-2 5 16,10-2 6-16,7-4-11 15,6-4 1-15,8-3-6 16,7-6-2-16,-1-1 1 16,2-2-1-16,-5-1 1 0,-4 2 0 15,-3 1-2-15,-8 1 1 16,-4 1 0-16,-8 1-1 15,-6 1 0-15,-9 2-1 16,0 0 1-16,0 0-1 16,0 0 0-16,0 0 2 15,0 0-2-15,1-1 0 16,0 0 1-16,20-13 0 16,-11 8 2-16,3-3-1 15,2-1-2-15,2-2 0 16,1-3 1-16,3 0-1 15,2-1-1-15,-2-3 1 16,0-1 0-16,-7-1 1 16,-6 1 2-16,-7 5-3 15,-4 5-2-15,-8 8 7 0,-3 5 2 16,-3 10 5-16,-1 4 0 16,2 8-7-16,3 2-5 15,9-2-2-15,4-1-6 16,14-10-18-16,7-3-8 15,9-11-22-15,6-3-24 16,3-9 16-16,-3-4 11 16,-1-4 22-16,-2-1 12 0,-7-3 13 15,-2-1 6-15,-5-2-1 16,-2-2 1-16,-5 3 5 16,-3 0-1-16,-2 1 15 15,-1 3 7-15,-3 4 25 16,1 5 10-16,-4 13 3 15,0 0-6-15,6 19-34 16,-6 13-7-16,-3 21-5 16,-2 9-5-16,3 5-16 15,-1-4-38-15,9-16 23 16</inkml:trace>
  <inkml:trace contextRef="#ctx0" brushRef="#br7" timeOffset="19181.34">20501 6621 2067 0,'-3'9'125'0,"3"6"-44"0,0 1-54 0,3 8-27 0,-2 3-6 15,0 1 6-15,2 0 0 16,-1-3 3-16,-4-6 0 16,-1-6 14-16,-2-4 9 15,5-9 28-15,0 0 7 0,0 0 10 16,-3-8-12-16,6-8-24 16,2-3-12-16,6-6-22 15,4-1-1-15,6-2-14 16,3 1-13-16,3 3-5 15,1 3 1-15,-1 7 9 16,-2 3 12-16,-5 11 7 16,-5 2 3-16,-4 12 4 15,-3 5-3-15,1 8 3 16,0 1 1-16,9-3-6 16,-1-3-3-16,11-9-46 15,1-5-35-15,0-7-51 16,-2-4-37-16,-7-5 65 0,0 0 61 15,-4-1 91 1,-2 1 22-16,-3 2 30 0,-3 1-4 16,-3 2-26-16,-5 3-24 15,0 0-23-15,0 0 2 16,0 0-5-16,0 0 1 16,7 14 2-16,-6-3-2 15,4 1 3-15,1 3-5 16,2-3-2-16,4 0-3 15,7-5 4-15,2-4 2 0,15-5 6 16,0-4 2 0,12-2 6-16,2-6-2 0,-2-2-12 15,4-1-8-15,-11-2-11 16,-3 2-2-16,-14 4-6 16,-10 0 0-16,-13 4 11 15,-2-1 2-15,-10 1 7 16,-4-1-2-16,1 2-1 15,-2 0-3-15,5-2 2 16,5-1 1-16,5-3-1 16,3-1 1-16,10-1-3 15,4 2 0-15,10 5-3 16,9 5-3-16,-1 9 3 16,1 6 3-16,-5 12-1 15,-7 2 1-15,-2 1-1 0,-4 0 0 16,-3-4-1-16,0-3 0 15,-2-6-1-15,-3-4 1 16,-1-6-1-16,2-2 1 16,3-5 0-16,5-4-1 15,7-7 4-15,3-2-1 16,5-5-1-16,3-2-1 16,3 0-3-16,0 0-1 0,-3 5 2 15,-8 3 1-15,-7 11 2 16,-4 4 2-16,1 11 1 15,3 7 1-15,6 5-2 16,3 0-5-16,7-5-27 16,6-5-54-16,4-12 33 15</inkml:trace>
  <inkml:trace contextRef="#ctx0" brushRef="#br7" timeOffset="26698.91">22413 6570 2264 0,'-9'0'109'0,"2"0"-20"16,7 0-28-16,0 0-26 0,0 0-5 0,13 11-15 0,7-5-4 16,12-3-6-16,4-1-3 0,13-6-75 15,3-4-229-15,7-4 129 16</inkml:trace>
  <inkml:trace contextRef="#ctx0" brushRef="#br7" timeOffset="27181.39">22992 6481 2526 0,'-3'18'-9'0,"5"-3"-27"16,8 1-4-16,2-1 1 15,1-1 8-15,7 3 31 16,0-1 0-16,3 2 7 16,-4 0-2-16,-8-1-1 15,-4 2-4-15,-16 2-7 16,-7 2-2-16,-13 5-6 15,-5-3 5-15,-8 1-1 16,-1-5 5-16,1-9 4 16,1-3-28-16,9-11-678 15,8-5 604-15</inkml:trace>
  <inkml:trace contextRef="#ctx0" brushRef="#br7" timeOffset="27681.3">23136 6758 2376 0,'-7'60'67'15,"0"2"-16"-15,3-1-11 0,4-2-16 16,0-3-3-16,0-4-12 15,1-2-5-15,-2-9 0 16,-2-6-3-16,-5-12-1 16,-1-6 4-16,2-9-8 15,0-5 4-15,4-11 10 16,2-9-1-16,5-14 12 16,1-9-14-16,5-13-4 15,1-2-1-15,-1-5-1 16,-1 1 4-16,0 0-2 15,-1 1 1-15,2 0 3 16,2-2 0-16,6 1 0 16,5 3-2-16,11 8 0 15,5 8 0-15,4 14-2 16,-3 6 0-16,-6 13-3 0,-7 7-2 16,-12 14-11-16,-4 7-5 15,-15 13-2-15,-6 5-8 16,-16 1 6-16,-4-2 9 15,-7-10 13-15,0-6 0 16,6-11-21-16,5-6-46 16,11-11-632-16,4-7 445 0</inkml:trace>
  <inkml:trace contextRef="#ctx0" brushRef="#br7" timeOffset="28750.1">23527 6301 2335 0,'-2'40'98'0,"0"9"-23"0,2 2-14 0,-2 4-18 0,1 1-13 0,0-6-27 15,1-5-11-15,0-11-46 16,1-9-16-16,1-12-15 0,-2-13 4 16,0 0 46-16,6-4 14 15,0-12 30-15,2-1 13 16,5-5-13-16,2-2-2 16,3 2-9-16,-1 0-13 15,-2 4-102-15,-3 2-20 16,-3 7 11-16,-3 1 19 15,-2 5 131-15,1 1 42 16,0 2 62-16,1 2 27 0,3 3-11 16,0 2-52-16,2 2-27 15,-1 0-20-15,2-1-26 16,-2-3-4-16,4-3-9 16,-1-2 3-16,-1-2-5 15,-1-2 2-15,0-2 0 16,0 0-3-16,1 0 4 15,1 1-2-15,0-2 0 16,-1 0 3-16,2-2-4 16,-1-2 0-16,-1-2-1 15,-1-3-2-15,-6 0 0 16,-3 2-1-16,-5 0 1 16,-5 3 0-16,-7 5 0 15,-6 4 2-15,-7 7 5 16,-3 8 2-16,2 7 3 0,6 5 0 15,5 5-4-15,5 0-3 16,13 1-3-16,0-4-3 16,11-6-2-16,3-4-2 15,7-11-1-15,2-1 3 16,4-9 4-16,1-2 2 16,-1-6 3-16,-1-2 0 15,0-2-2-15,0-1-3 0,-3 2 1 16,-2 3-1-16,-6 6 0 15,-5 3-1-15,-6 6-6 16,-3 5-3-16,-5 6 2 16,-2 5 6-16,-2 0 5 15,-3-1 3-15,4-6 2 16,3-4 3-16,4-8 10 16,0 0 1-16,0 0 0 15,0 0-4-15,0 0-2 16,8-7-2-16,5-6-4 15,2-2-4-15,3-2-8 16,2 0 0-16,-3 5-2 16,-2 3 2-16,-2 4-3 15,-4 4 2-15,0 4-4 16,-2 3-2-16,0 4-2 16,-2 3 4-16,-5-1 3 0,1-1 2 15,-3-3 4-15,2-8-7 16,0 0-31-16,0 0-6 15,-2-9-6-15,2-4 1 16,3-6 29-16,0-3 2 16,0 0 10-16,0-1 4 15,-3-1-1-15,-1 1 3 16,0-1 2-16,1 0-3 0,4 0 2 16,4 0-1-16,6 2-2 15,7 3-6-15,8 5-197 16,3 1 142-16</inkml:trace>
  <inkml:trace contextRef="#ctx0" brushRef="#br7" timeOffset="29581.37">24444 6482 2169 0,'-15'10'47'0,"-4"0"50"0,-4 1-22 0,-2 2 10 0,1-2-2 0,9-3-33 0,0 1-13 16,10-2-27-16,3-1-9 16,6 0-11-16,6-1-18 15,6-3-10-15,4-2 0 16,9-4 3-16,-2-2 6 15,1-2 0-15,1 0 4 16,-7 0 7-16,0 0 5 0,-3 2 7 16,-4-1 3-16,2-2 3 15,-3 1 0-15,-2 0 0 16,-1-1 3-16,-5 0 0 16,0 0-3-16,-4 2 0 15,-2 1-1-15,-4 4 1 16,-1 0 0-16,-4 5-4 15,-1 1 4-15,-6 7 2 16,0 1 5-16,2 1 15 16,3 1 0-16,7-2 5 15,4-2 2-15,5 0-9 16,2-3-6-16,11-3-9 16,2-3 0-16,3-5-5 15,5-3 5-15,-4-2 1 0,2-2-3 16,-2 0 3-16,-1 0-4 15,-2-1 2-15,-2 1-4 16,-4 3 4-16,-4 2-3 16,-4 2 1-16,-7 4-5 15,0 0-11-15,-1 0 2 16,-17 9 3-16,9 1 9 16,-1 2 16-16,2 0-2 0,4-3 1 15,6-1-4-15,1-5-10 16,2-3-1-16,4-2 0 15,3-3 4-15,2-5 1 16,0-3-5-16,3-6-10 16,-1-2-11-16,-1-5-29 15,-1-3-13-15,-4 0-38 16,-1-3-56-16,-1 2 5 16,2-1 27-16,-4-1 110 15,-3 0 59-15,-1-2 76 16,-1 3 20-16,0 8-14 15,-1 6-48-15,4 16-22 16,-6 9-2-16,2 21-4 16,2 14-9-16,-2 28-7 15,1 11-21-15,-1 9-94 16,0-3-511-16,6-20 320 0</inkml:trace>
  <inkml:trace contextRef="#ctx0" brushRef="#br7" timeOffset="31151.62">21272 7175 2312 0,'-21'-3'39'0,"-6"3"-66"0,-4 3-36 0,-8 7-62 0,-1 4 35 0,0 7 72 0,5 4 33 15,4 8 99-15,5 4 14 16,7 4-51-16,1-2-23 16,13-6-19-16,5-4-9 15,13-12-7-15,9-5-7 16,8-10-3-16,6-6 3 16,6-11-1-16,4-4 1 15,-2-4-2-15,-5 1-6 16,-5 0-3-16,-10 2 3 0,-2 7-3 15,-4 2 3-15,-8 7 3 16,-1 4 0-16,-3 5 10 16,2 5 8-16,-3 3-4 15,0 1-7-15,-2 0-1 16,-1-1-8-16,-1-3-2 16,-1-4-1-16,0-6 2 15,0 0-2-15,0 0 1 16,0 0 0-16,0 0-1 15,0 0 2-15,7-19-3 16,-3 6 3-16,1-3-5 16,0-1-2-16,0-3 2 15,-1-1-3-15,-2-1 4 16,-1-1 0-16,-1 2 0 16,0 1 0-16,0 4 2 0,2 5 1 15,2 6 2-15,3 3-1 16,5 4-1-16,2 4-2 15,10 4-1-15,2 1-1 16,-4 3-1-16,1-1 2 16,-10-1-1-16,-3-1 2 15,-8-1-7-15,-4-2 0 16,-8-1 4-16,3-2 2 0,2 0 10 16,-4-2 1-16,7-3-3 15,-5-2 0-15,7-4-1 16,4-2 0-16,-1-6 0 15,11 0-5-15,-4-4 1 16,4 3 0-16,0 1-1 16,-2 2-2-16,3 6 0 15,-5 3-2-15,8 8 0 16,-5 5 2-16,4 4-1 16,4 1 2-16,-1-1 1 15,7-3-2-15,-3-6 1 16,3-4-4-16,-4-4 2 15,-5-4 0-15,-5-5 0 16,-4-3 0-16,-2-1-2 16,-3-2 3-16,-5 0-2 15,-1 0 4-15,-2 1-2 0,0-2-2 16,6 1-4-16,1-4-10 16,4-2-28-16,3 0-12 15,0 1-61-15,4 1 5 16,-4 3 43-16,3 0 5 15,-2 6 46-15,-2 3 12 0,-3 8 15 16,-1 3 15 0,-2 12 18-16,-3 6-5 0,5 14 1 15,-1 7 1-15,-3 7-15 16,2 4-7-16,-5 0-1 16,-5-6-3-16,-1-7-6 15,0-4 9-15,7-9-2 16,1-5-4-16,10-8-18 15,6-4-26-15,-3-8-726 16,10-3 534-16</inkml:trace>
  <inkml:trace contextRef="#ctx0" brushRef="#br7" timeOffset="31731.05">22228 7249 2318 0,'-21'0'104'0,"-2"2"0"0,0 2-38 0,0 4-30 0,3 2-15 0,3 3-16 0,3 0-4 15,6 0-1-15,4 1-4 0,8-4-1 16,4-2 1-16,11-5-1 15,3-3 5-15,4-7 5 16,3-2 0-16,-3-4 1 16,-2 0-4-16,-5 1 0 15,-3 1-1-15,-5 6 0 16,0 2 1-16,-5 4-2 16,-2 4 1-16,1 3-1 15,0 3 0-15,2-1 0 16,2-1 0-16,3-3 2 15,0-6 0-15,6-6-2 16,-1-5 0-16,0-7-1 16,1-4 1-16,0-5 0 15,-2-3 1-15,-1-3-1 16,-1 1 0-16,-4 0 0 16,-2 0 0-16,-5 7 1 0,-2 0-1 15,-3 8 2-15,1 4 0 16,1 13 10-16,0 0 1 15,-1 6 4-15,4 15-1 16,2 20-5-16,2 8-3 16,-1 6-1-16,1-3-6 15,5-10-6-15,2-7-6 16,4-13-11-16,4-3-4 0,1-13-13 16,4-7-53-16,9-12-545 15,-2-4 394-15</inkml:trace>
  <inkml:trace contextRef="#ctx0" brushRef="#br7" timeOffset="32283.02">22803 7288 2697 0,'-14'18'17'0,"5"3"-9"0,1 1-5 0,5-2-3 0,3-5-10 16,2-5-2-16,11-6-2 16,1-5 2-16,9-7 12 0,1-5 4 15,3-6 4-15,0-1-1 16,-5-3-4-16,0 3-3 16,-10 6 1-16,-4 1 0 15,-3 8 1-15,-2 3 0 16,-1 4 0-16,1 3 1 15,-3 7 5-15,-4 1-2 16,3 0 2-16,-1 0-3 0,3-6-6 16,3-1-7-16,1-6 1 15,4 0-2-15,-2-6 3 16,3-1 6-16,0-2 0 16,-3-1 1-16,5-3-1 15,2 0 0-15,2 1-4 16,1 2-5-16,-1 3-6 15,-2 3 1-15,-3 5 3 16,-5 2 2-16,-5 7 10 16,-1 1 4-16,0 4 8 15,0 0 3-15,1 0 0 16,4-3-5-16,2-4-3 16,2-4-5-16,1-4-1 15,2-4-1-15,0-6 2 16,1-1 0-16,-1-6-1 15,-1-1 3-15,2-6-30 0,1-4-15 16,8-4-544-16,6-1 318 16</inkml:trace>
  <inkml:trace contextRef="#ctx0" brushRef="#br7" timeOffset="32664.34">23658 7132 2699 0,'-36'15'3'0,"1"1"-1"0,5 4-2 0,1 0 0 0,6-1 2 0,4-2 0 0,8-4 2 16,6-2-2-16,12-1-1 16,5-1 4-16,11 1-2 15,4-1 2-15,1 1 3 16,-2 0-3-16,-9 0-4 16,-3 0 1-16,-11 0-7 0,-4 1-9 15,-12 0 6-15,-6-1 1 16,-6-1 7-16,-2-4 7 15,4-6-15-15,4-6-19 16,10-12-79-16,5-5-310 16,8-8 191-16</inkml:trace>
  <inkml:trace contextRef="#ctx0" brushRef="#br7" timeOffset="33751.09">23612 7024 2142 0,'22'-27'98'0,"3"11"-22"16,-1 8-26-16,-1 11 4 15,-1 7-3-15,-2 15-14 16,-4 7-5-16,-3 13-15 16,-2 1-7-16,-5 2-3 15,1-4 2-15,0-11 0 16,1-6 6-16,2-10 5 16,1-4-2-16,-1-8-7 15,-1-2 0-15,0-6-7 16,2-5-2-16,-3-3-17 15,2-1-27-15,-3 3-24 16,-1 2 7-16,-6 7 28 16,1 0 25-16,-1 0 30 0,1 0 1 15,0 1 3-15,0 0 2 16,1 0-17-16,26 19-4 16,-16-20-9-16,3-2-9 15,5-4-8-15,2 0 1 16,0-2 2-16,1 1 5 15,-4 0 12-15,-4 1-6 16,-1-1 6-16,-2 0-3 0,-3 0-3 16,3-2 6-16,-4 0-6 15,-4 1 1 1,-1-4-11-16,-4 0-3 0,-2 3 5 16,1 0 6-16,-6 3 10 15,0 4 13-15,-3 1 6 16,-2 2 1-16,-3 7-6 15,-1 2-10-15,0 4-9 16,1 2 0-16,7 0 3 16,3-2 1-16,7-2-3 15,9 0-2-15,4-6-3 16,4-2 1-16,5-3 1 16,0-5 5-16,6-3 3 15,-1-2-1-15,0-3-3 16,-1 1 0-16,-6 3-1 15,-4 0-1-15,-6 5 0 0,-1 3 2 16,-4 0 1 0,-2 2 1-16,-2 4-4 0,-1 1 0 15,-1 1 1-15,0 0 2 16,0-3-1-16,1-1 1 16,-1-4-2-16,0 0-1 15,1 0 0-15,0 0 4 16,0 0-3-16,1 0 3 0,31 1-1 15,-24-5 1-15,1-1-4 16,-1 1 0-16,-1 1 4 16,-3 2-4-16,0 5 5 15,-1 6 5-15,-1 12-3 16,1 9 6-16,-6 15 0 16,0 9-3-16,0 10-3 15,1 4-4-15,2 2-3 16,2 1-1-16,-4-4 1 15,-1-5-4-15,-3-11 4 16,-3-9 2-16,3-17 10 16,2-9 12-16,3-17 8 15,0 0 1-15,-4-17-10 16,4-11-9-16,5-20-11 16,-1-6-2-16,0-10-1 0,3-4 2 15,0-4 1-15,-2-2 1 16,11 3-2-16,-1 2 4 15,5 11-3-15,3 10-2 16,-4 18 2-16,-3 10-3 16,-3 14 1-16,-6 6-4 15,-2 10-10-15,-5 8-5 16,-8 5-3-16,-6 1 5 0,-6-3 2 16,-2-4 2-16,1-8-10 15,5-5-12-15,5-7-30 16,10-3-100-16,8-8 90 15</inkml:trace>
  <inkml:trace contextRef="#ctx0" brushRef="#br7" timeOffset="34314.17">24699 7266 1768 0,'19'6'200'0,"4"-3"-50"0,-5-1-31 0,1-2-34 0,-1-3-24 0,-5-2 9 0,0-2-1 15,-7-4-15-15,1-4-9 16,-6-3-24-16,3-1-13 16,-2-1-4-16,-3 1-4 15,-5 0-3-15,-3 4 0 16,-12 6 0-16,-5 5 3 15,-4 11 3-15,-5 6 4 16,6 10 1-16,3 2-2 0,10 0 0 16,7-1-8-16,9-5-15 15,7-4-7 1,8-6-27-16,4-4 2 0,11-8 11 16,4-5 2-16,11-8-6 15,4-5-12-15,-3-1-14 16,-5-2-22-16,-8 2 34 15,-4 1 26-15,-10 6 54 16,-4 5 29-16,-15 10 55 16,0 0-13-16,0 0 24 15,-9 3-11-15,-10 9-47 16,-6 3-11-16,-1 6-8 16,0 2 3-16,9-2-2 15,6 1-11-15,7-7-23 16,14-1-6-16,6-4-8 15,6-2 0-15,7-3 0 16,-8-4-4-16,1 0-17 0,-3-1-14 16,-9 0-38-16,-9 0-56 15,2 9 42-15</inkml:trace>
  <inkml:trace contextRef="#ctx0" brushRef="#br7" timeOffset="34714.94">21679 7854 2710 0,'59'1'43'0,"26"-1"-37"0,18-1 3 0,25-5-9 0,8 0 1 0,11-1-2 0,16 2 1 16,8 4 0-16,3 2 0 16,-1 2 3-16,-5 1-1 15,-10 4-2-15,-3 0-17 16,-6 4-696-16,-16 0 420 16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6:51:28.679"/>
    </inkml:context>
    <inkml:brush xml:id="br0">
      <inkml:brushProperty name="width" value="0.05292" units="cm"/>
      <inkml:brushProperty name="height" value="0.05292" units="cm"/>
      <inkml:brushProperty name="color" value="#92D050"/>
    </inkml:brush>
    <inkml:brush xml:id="br1">
      <inkml:brushProperty name="width" value="0.05292" units="cm"/>
      <inkml:brushProperty name="height" value="0.05292" units="cm"/>
      <inkml:brushProperty name="color" value="#FF0000"/>
    </inkml:brush>
    <inkml:brush xml:id="br2">
      <inkml:brushProperty name="width" value="0.05292" units="cm"/>
      <inkml:brushProperty name="height" value="0.05292" units="cm"/>
      <inkml:brushProperty name="color" value="#002060"/>
    </inkml:brush>
    <inkml:brush xml:id="br3">
      <inkml:brushProperty name="width" value="0.05292" units="cm"/>
      <inkml:brushProperty name="height" value="0.05292" units="cm"/>
    </inkml:brush>
    <inkml:brush xml:id="br4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2330 2979 2160 0,'-7'28'15'0,"-2"20"2"0,-1 11 10 0,1 22 33 0,-2 13-4 0,-2 19-9 0,0 0-7 15,3-3-24-15,1-8-8 0,2-18-97 16,2-6-407-16,3-22 310 15</inkml:trace>
  <inkml:trace contextRef="#ctx0" brushRef="#br0" timeOffset="550.16">2688 3208 1664 0,'-9'-3'230'0,"-3"3"256"16,-5 12-475-16,-4 7-5 16,-11 20-11-16,-1 11-7 0,-11 17-15 15,-2 5-5-15,-4-3-13 16,2-6 12-16,9-19 21 15,1-10 21-15,10-15 6 16,0-6 3-16,6-10 3 16,4-4-3-16,6-6-3 15,3-4 1-15,6-3-6 16,3-1-2-16,7-2-12 16,3 1-2-16,7 6 2 15,3 3 3-15,8 5 3 16,2 5 2-16,6 6 1 15,-4 3 4-15,8 7-4 16,2-1 2-16,6-5-3 16,7-5-4-16,-3-6-6 0,-6-4-13 15,-3-6-522-15,-3-2 368 16</inkml:trace>
  <inkml:trace contextRef="#ctx0" brushRef="#br0" timeOffset="1181.67">3115 3229 2201 0,'3'28'115'0,"0"11"-91"0,0 8-24 0,0 10-9 0,-1 3-13 0,-2 1-11 15,1-4 3-15,5-12 6 16,-1-8 18-16,2-12 12 16,-4-7 3-16,-3-9 36 15,-4-3 10-15,1-9 2 16,-3-5 4-16,1-13-23 15,4-4-20-15,1-16-12 16,2-3-5-16,4-12-2 0,2-5-5 16,2 0-1-16,3-1-4 15,-4 15 7-15,-1 9 4 16,1 17 3-16,-2 11 3 16,5 17 0-16,0 13 1 15,2 19 1-15,0 7-3 0,0 10 3 16,0-1 0-16,0-6-6 15,1-6 3-15,2-18-5 16,0-5-9-16,2-19 4 16,4-6 1-16,-3-14 4 15,0-8 4-15,-3-8 3 16,-5-3-3-16,-1-3-4 16,-1 0-6-16,2-2 5 15,1 0 2-15,0 2 3 16,1-1 5-16,1 9-6 15,-1 9-3-15,-1 17-5 16,-1 12 5-16,-3 29-2 16,-1 14-1-16,-4 23-3 15,-4 9 1-15,1-2-30 16,2-6-100-16,7-18 95 16</inkml:trace>
  <inkml:trace contextRef="#ctx0" brushRef="#br0" timeOffset="2497.83">3874 3479 2477 0,'2'15'94'0,"2"-1"-6"0,3-1-84 0,0-3-5 0,5-10-14 0,1-6-25 0,2-6-6 0,2-5 2 0,-5-5 23 15,-3 3 21-15,-7-2 20 16,-2 2 0-16,-8 1 2 16,-3-1 1-16,-2 3-21 15,-3 1-2-15,0 5-12 16,-1 4-1-16,-2 7 8 15,1 7 4-15,1 15 5 16,1 10-2-16,4 18 3 16,0 6 1-16,7 6-3 15,4-5 6-15,12-7-9 0,8-10-14 16,13-17-10-16,7-6-6 16,6-19-7-16,6-9-19 15,2-14-31-15,1-3-54 16,-1-5 10-16,-2 4 41 15,-7-2 63-15,-3 2 10 16,-7 0-145-16,-4 2-93 16,-7-1 89-16,-4 2 13 0,-9 0 129 15,-4 1 100-15,-6 4 102 16,-6 1 115-16,-4 6 102 16,-3 3-119-16,-3 9-154 15,-4 6-33-15,-3 15-53 16,-2 6-19-16,-1 10-8 15,0 7-5-15,3-1-2 16,5-3 1-16,9-11-4 16,4-9 0-16,8-9-3 15,6-3 1-15,5-7 3 16,6-3 2-16,6-11 5 16,0-4-4-16,3-3-2 15,-3 1 3-15,-4 2-3 16,-2 1 0-16,-5 3-1 15,0 1 0-15,-2 3-1 0,0 4 1 16,-2 4 2-16,1 2-1 16,1 3 0-16,-4 5 1 15,0 3 0-15,1 3-2 16,-2 0 2-16,1-5 1 16,2-2-3-16,-4-2 1 15,3-5-3-15,2-4-3 16,6-12 1-16,2-2-4 0,3-8-2 15,-3 1-2 1,-1 3 1-16,-3-2 1 0,-4 10 9 16,-1 1 1-16,-5 7 0 15,-1 6 0-15,-3 6 3 16,0 6-3-16,0 7 2 16,1 0 4-16,3-2-3 15,2-3 0-15,4-10-2 16,3 0-1-16,4-11 1 15,2-5-1-15,-1-2 1 16,-1-5 1-16,-2 1 0 16,-2 0 1-16,3 2-2 15,-2 1-1-15,2 3-1 16,0 2 0-16,-1 2-2 16,0 3 3-16,-2 5 0 15,-2 2-4-15,-6 8 3 16,-3 2-1-16,-4 6 0 0,0 1 4 15,-2 1-2-15,-1-3 3 16,1-6-1-16,2-10 0 16,0-1 2-16,0 1-3 15,8-2 3-15,1-10 0 16,0-5-1-16,0-2 1 16,-3-1-1-16,1 0-3 0,1 2 0 15,1 2-2-15,6 3-1 16,3 5 0-16,3 8 1 15,1 7 1-15,-1 8 2 16,-5 5 2-16,-2 1 1 16,-3-1 0-16,-4-7-4 15,1-2-4-15,0-9-10 16,0-4-19-16,9-12-24 16,2-3-1-16,4-8 6 15,3 2 5-15,-1 1-22 16,1 1-82-16,2 1-588 15,3-2 613-15</inkml:trace>
  <inkml:trace contextRef="#ctx0" brushRef="#br0" timeOffset="2798.44">5763 3066 2831 0,'-20'15'41'0,"-1"0"-20"0,-1 4-61 0,-2 3-10 0,-5 1 10 0,0 1 12 16,4 1 16-16,5-3 9 0,8-3 11 15,8-1 3-15,5-5-2 16,6-1-3-16,9-2-6 16,7 0-3-16,8-1 3 15,4 1 2-15,-2 3 2 16,-4 2-1-16,-14 4-6 15,-6 4 1-15,-19 9-5 16,-8 0 3-16,-10 1 3 16,-3-4-6-16,-9-15-58 15,-1-3-336-15,-5-17 171 16</inkml:trace>
  <inkml:trace contextRef="#ctx0" brushRef="#br0" timeOffset="3167.79">3280 4019 2662 0,'-34'19'2'0,"13"-3"-144"16,12-4 0-16,23-5 17 15,16-7 18 1,30-7 71-16,16-7 42 0,27-8 54 16,12-2 17-16,18-2 8 15,7 1-27-15,12 2-9 16,2 4-13-16,4 2-8 15,-4 0-12-15,-6 5-3 16,-5 0-6-16,-20 8-6 16,-7 2 4-16,-21-2-5 15,-10 2-6-15,-20-6 7 16</inkml:trace>
  <inkml:trace contextRef="#ctx0" brushRef="#br0" timeOffset="4193.35">1845 4249 2665 0,'-14'55'4'0,"2"35"-2"0,0 17 0 0,2 30-1 0,2 22 0 0,3 27 0 16,1 16-1-16,1 31 3 16,-1 11-1-16,-4 30 1 15,-2 9 0-15,0 18-1 16,0 9 3-16,6 8-2 16,2 6 2-16,5 3-1 15,3 3-2-15,2-8 2 16,0-7-2-16,3-11 1 0,1-10-1 15,0-16-1-15,2-11 1 16,-4-22-3-16,-2-9 1 16,-5-36 1-16,-2-16-1 15,0-43 3-15,2-24-5 16,3-33-31-16,2-19-67 16,-3-33 42-16</inkml:trace>
  <inkml:trace contextRef="#ctx0" brushRef="#br0" timeOffset="4650.27">970 10785 2583 0,'129'29'5'0,"23"1"0"0,18-2-5 0,18 1 0 0,12-1 5 0,16 4 4 0,13 2 3 16,24 0 6-16,11 4-8 16,28-1-2-16,9 3-3 15,28 1-2-15,6 1-1 16,23-1 1-16,4-1-2 0,10-2 3 16,6-2-2-16,-7-2 0 15,11-1 3-15,-13-1-1 16,-3-1 3-16,1-2-10 15,-16-3-12-15,-10-3-131 16,-14-4-824-16,-34-4 799 16</inkml:trace>
  <inkml:trace contextRef="#ctx0" brushRef="#br0" timeOffset="5516.93">2443 9968 2597 0,'1'0'0'16,"-1"0"-9"-16,1 0-1 0,0 0-5 0,0 0 8 0,2 7 7 0,-15-2 0 0,4 6 5 16,-5 4-3-16,1 6 1 15,2 3 0-15,6 3-1 16,2-2-2-16,9-3-4 15,9-5 4-15,2-10 0 16,2-4 0-16,5-9 2 16,-2-5-10-16,-4-6-12 15,-1-3 8-15,-6-1 6 16,-3-1 10-16,-6 2 19 0,-3 0-6 16,-3 4-5-16,-5 1-3 15,-1 4 1-15,-2 6-2 16,2 3 2-1,0 3-8-15,2 8-28 0,2 2-37 16,5 5 34-16</inkml:trace>
  <inkml:trace contextRef="#ctx0" brushRef="#br0" timeOffset="5984.65">2878 9794 2097 0,'-15'12'146'0,"-2"5"-36"0,3 7-71 0,2 6-29 0,1 3-3 0,11 0 0 0,3-1 4 15,10-7 0-15,5-5 4 16,4-8 9-16,2-6 6 15,2-8 11-15,-1-6-2 16,-1-8-5-16,1-4-7 0,-2-6-14 16,-4-3 2-16,-9-1-10 15,-4 3-2-15,-14 5-14 16,-6 5 0-16,-9 8 4 16,-6 6-1-16,2 8 11 15,2 2-3-15,9 5-14 16,8 0-50-16,9-7 39 15</inkml:trace>
  <inkml:trace contextRef="#ctx0" brushRef="#br0" timeOffset="6331.73">3431 9400 2680 0,'-39'19'55'0,"6"1"-28"0,6 5-16 15,9 0-13-15,7-2-9 16,9-3-17-16,6-5-8 16,10-9-12-16,0-5-19 15,3-8 7-15,3-4 12 16,-1-9 52-16,0-2 10 0,0-8 27 15,-7 2-1-15,-3-1-22 16,-4 2-6-16,-5 6-16 16,-6 5-2-16,-12 7 6 15,-4 7 0-15,-10 12 6 16,-4 8-7-16,-1 14-78 16,1 3-728-16,8 2 585 15</inkml:trace>
  <inkml:trace contextRef="#ctx0" brushRef="#br0" timeOffset="6798.11">3621 9771 2507 0,'-12'0'59'0,"3"5"-62"16,0 3-8-16,5 8 4 0,-1 2 5 0,5 2 4 0,2 0 0 0,5-5-2 16,3-3 6-16,4-7-2 15,1-3 5-15,-1-8 1 16,1-7 1-16,0-7-2 16,1-6 1-16,-1-5-5 15,-2 0-2-15,-10 5-5 16,-3 2-17-16,-13 12-11 15,-6 6 3-15,-7 15 4 16,-5 6 10-16,-1 17-41 16,1 5-427-16,5 2 293 0</inkml:trace>
  <inkml:trace contextRef="#ctx0" brushRef="#br0" timeOffset="7188.85">3304 10254 2548 0,'-30'-6'77'0,"2"2"-58"16,2 4-16-16,3 7-5 16,0 3-2-16,8 5-4 15,3 1 5-15,7 5-2 16,5 1-2-16,5-2 7 16,3-1-2-16,6-8 4 15,2-5 3-15,3-7-5 16,1-7 9-16,2-15 3 15,-1-3-1-15,-8-7 0 16,-3 0-2-16,-11 3-16 0,-6 0-6 16,-9 8-36-16,-7 4-16 15,-7 12-9-15,-5 6-93 16,-12 12 95-16</inkml:trace>
  <inkml:trace contextRef="#ctx0" brushRef="#br0" timeOffset="7601.08">2594 10426 2682 0,'8'10'15'16,"3"1"-17"-16,9 2-22 15,0-3-9-15,2-4-100 16,-1-3-63-16,1-8-46 16,1-5 66-16,-10-5 220 0,2-4 148 15,-7-1 28-15,-4 0-76 16,-2-1-48-16,-8 2-30 15,-4 2-54-15,-3 3-3 16,-9 7-5-16,2 5-4 16,-6 12 5-16,1 5 0 15,5 11-4-15,2 3 3 16,11-1-7-16,1-1-10 0,8-11-77 16,4-7-690-16,7-16 493 15</inkml:trace>
  <inkml:trace contextRef="#ctx0" brushRef="#br0" timeOffset="7950.26">2728 9159 2366 0,'-37'15'141'0,"6"6"32"16,6 4-134-16,11 6-32 15,6 2-3-15,6-2-8 0,6-3-7 16,8-10-6-16,3-8 1 16,8-11-10-16,-2-8 11 15,-1-14 17-15,-1-4 5 16,-5-9 26-16,3-1-8 15,-10 0-9-15,-4 2-5 16,-4 9-21-16,-7 5-1 16,-2 15 0-16,-2 8-4 0,-11 18 5 15,-2 10-7-15,1 18-87 16,3 4-580-16,8 1 409 16</inkml:trace>
  <inkml:trace contextRef="#ctx0" brushRef="#br0" timeOffset="8384.11">3124 9473 1295 0,'-19'-16'25'0,"-2"2"14"0,1 3 8 0,0 11 42 0,3 2 94 0,4 10 48 0,4 5-28 0,3 10-63 16,5 2-40-16,4 4-43 15,4-2-8-15,5-10-7 16,-1-7-10-16,0-10 2 16,2-7-4-16,0-11 15 15,-2-7-21-15,2-13-9 16,-7-4 0-16,-6-2-17 16,0 3-4-16,-7 9-6 15,-3 5-8-15,-7 15 8 16,-2 8-4-16,-4 20 5 15,-2 8-9-15,-2 11 11 16</inkml:trace>
  <inkml:trace contextRef="#ctx0" brushRef="#br0" timeOffset="8780.99">2435 9495 2744 0,'-16'27'1'0,"6"6"-2"0,10 3-3 16,0-3-1-16,5-12 2 15,2-4-2-15,-4-10 4 16,-3-7 0-16,0 0 3 16,1 0 0-16,14-15 17 15,-11 1 4-15,-7-3 1 16,-6-2 0-16,1 5-33 16,-4 2-1-16,-1 8-9 15,0 7-1-15,-4 13 12 16,2 8-5-16,1 13 5 15,0 3 4-15,4 2-6 16,9-4-16-16,8-11-482 16,12-7 274-16</inkml:trace>
  <inkml:trace contextRef="#ctx0" brushRef="#br0" timeOffset="9217.16">3905 8831 2309 0,'-34'24'109'0,"3"0"5"0,12 1-72 0,2 1-15 0,11-1-16 16,1 2 2-16,5-2-11 16,6-3 1-16,0-8 3 15,-2-4 2-15,3-8 23 16,-1-4 14-16,1-9 19 0,4-7 2 15,-2-9-21 1,-3-7-18-16,-6-4-27 16,-6 0-18-16,-14 6-5 0,-7 6 0 15,-13 13 9-15,-3 8 14 16,-6 16-1-16,-2 10-10 16,5 17-30-16,3 7-18 15,6 8 28-15</inkml:trace>
  <inkml:trace contextRef="#ctx0" brushRef="#br0" timeOffset="9614.62">3380 8833 2482 0,'-39'-11'80'16,"4"4"-36"-16,9 12-43 16,3 11-7-16,8 14-2 15,4 7 3-15,8 6 0 0,5-2 7 16,10-11 1-16,3-8 6 15,8-15 27-15,1-7-3 16,1-15 19-16,-1-5 1 16,-5-11-13-16,-2-2-8 15,-9-6-22-15,-3-1-20 16,-11 3-34-16,-6 3-17 16,-9 11-14-16,-5 10-30 0,-4 20 0 15,-2 19 0-15,3 36-71 16,1 16-195-16,7 24 234 15</inkml:trace>
  <inkml:trace contextRef="#ctx0" brushRef="#br1" timeOffset="12147.1">3415 6644 2378 0,'-13'-7'95'0,"13"7"-21"0,-1 0-74 0,0 0-7 0,0 0-6 16,-3 3 7-16,13 1 6 15,3-1 6-15,2-3 5 16,2-5 3-16,1-6-3 15,-4-3-5-15,-7-4-3 16,-5 1-3-16,-7-1-1 16,-8 3 1-16,-6 4 1 15,-2 4-1-15,-5 6 2 16,2 3 0-16,2 10-2 16,2 4 0-16,6 12 0 15,5 6 0-15,8 10 0 16,4 1-4-16,11-7 3 15,7-6-4-15,14-19 5 16,3-10-4-16,9-17 3 16,-1-11 1-16,-2-13 1 0,-2-3 3 15,-9 1-1 1,-6 3 0-16,-14 10-3 0,-8 5 0 16,-18 14-14-16,-8 5-18 15,-17 14-13-15,-6 9-5 16,-2 14 16-16,2 5 15 0,12 8 16 15,7 0 3 1,19-4-898-16,8-6 790 0</inkml:trace>
  <inkml:trace contextRef="#ctx0" brushRef="#br1" timeOffset="12517.94">4040 6738 2679 0,'-10'11'38'15,"3"2"-40"-15,5 3-6 0,2 3 0 0,4-1 1 0,5-2 5 0,4-5-1 16,9-10 0-16,6-6 3 16,5-13 2-16,-1-7 0 15,-4-7-13-15,-5-3 2 16,-14 0 1-16,-4 2-2 16,-10 5 11-16,-8 5-4 15,-11 8-9-15,-6 5-5 16,-8 13 1-16,2 6 3 0,8 11 6 15,9 5 2-15,14 7-16 16,8 0-148-16,7-12 110 16</inkml:trace>
  <inkml:trace contextRef="#ctx0" brushRef="#br1" timeOffset="12881.04">4728 6107 2614 0,'-29'-2'72'0,"7"9"-12"0,6 10-50 16,11 10-18-16,4 4-1 15,6 3-7-15,3-3 5 16,3-9 0-16,4-8 2 16,2-17 5-16,2-7 3 0,0-16 7 15,1-5-2-15,-4-8-1 16,-3-3 2 0,-9 3-4-16,-4 4 0 0,-11 9 1 15,-5 6-1-15,-7 16-2 16,-2 6-2-16,-3 18-15 15,1 8-22-15,2 11 11 16</inkml:trace>
  <inkml:trace contextRef="#ctx0" brushRef="#br1" timeOffset="13247.82">4070 5694 2716 0,'-26'33'44'16,"10"10"-44"-16,9 4-12 15,15-3-12-15,8-3 0 16,10-20 4-16,4-12 6 0,3-20 9 16,-1-10 3-16,-6-13 6 15,-5-3 2-15,-9-4 6 16,-5 2 0-16,-11 4 2 16,-2 3-3-16,-5 12-6 15,0 4-5-15,-3 17-20 16,-4 10-20-16,-5 23-111 15,-3 12-276-15,-1 17 197 16</inkml:trace>
  <inkml:trace contextRef="#ctx0" brushRef="#br1" timeOffset="13646.67">4670 6499 2637 0,'-1'-5'69'15,"1"5"-12"-15,0 0-45 0,0 4-35 16,0 8-8-16,2 10 0 15,1 1 8-15,6-2 14 16,3-4 5-16,4-9 4 16,0-6 2-16,0-8 4 15,1-5 0-15,-1-8 8 16,2-3-4-16,-2-7-18 16,0-1-6-16,-9-4-31 15,-7 1-39-15,-14 5-14 16,-11 5 7-16,-9 15 15 15,-6 8 19-15,-1 16 45 16,-1 4-307-16,-5 0 214 16</inkml:trace>
  <inkml:trace contextRef="#ctx0" brushRef="#br1" timeOffset="13980.31">3967 6216 2803 0,'-3'18'57'15,"2"4"-33"-15,8 5-56 16,5-1-15-16,4-9-11 15,3-8 7-15,2-14 6 16,2-8-16-16,-2-10 27 16,-5-5 12-16,-9 0 44 15,-6-1 14-15,-9 1 5 16,-2 2-15-16,-5 6-22 16,-5 3-11-16,-1 11-41 15,-5 9-13-15,-4 13-40 16,-3 8-126-16,-4 12 120 15</inkml:trace>
  <inkml:trace contextRef="#ctx0" brushRef="#br1" timeOffset="14353.63">3480 5836 2678 0,'-14'27'48'0,"4"8"-28"16,3 7-12-16,8 4-15 15,5-3-10-15,6-14-11 16,2-10-3-16,2-19 7 15,1-8 2-15,-2-13 20 16,-1-4 4-16,-5-7 10 16,-1 0-3-16,-8 3-4 15,2 3 0-15,-6 7-4 16,-2 5-1-16,-4 10-2 16,-2 5 1-16,-5 15-3 15,-1 9 1-15,-2 15-3 16,0 6-33-16,10 3 20 15</inkml:trace>
  <inkml:trace contextRef="#ctx0" brushRef="#br1" timeOffset="14820.95">4955 6951 1667 0,'-14'-4'236'0,"0"0"236"0,0 0-429 0,1 1-30 0,3 1-8 0,10 2 0 16,-1 0 0-16,1 0-4 15,0 0 6-15,0 0-3 16,1 0 0-16,-1 0 11 16,0 0 9-16,0 0 13 15,0-1-4-15,-2-25-11 0,3 3-19 16,1-10-63-16,2-8-150 15,-4-3-461-15,-5-1 286 16,-10 9 86-16,-7 11 167 16,-12 22 328-16,-9 13 35 15,-2 23 23-15,3 6 114 16,3 11-210-16,5 1-131 16,14-6-36-16</inkml:trace>
  <inkml:trace contextRef="#ctx0" brushRef="#br1" timeOffset="15199.21">4306 6890 2442 0,'16'5'87'0,"6"-5"-24"0,8-6-32 0,12-17-48 16,2-9-22-16,-3-19 22 0,-4-4-2 15,-18-3 28-15,-9 2 13 16,-18 11-26-16,-12 6-2 16,-12 16 1-16,-6 8-2 0,-4 21 7 15,-1 15 0-15,1 27-19 16,3 13-151-16,8 13 98 16</inkml:trace>
  <inkml:trace contextRef="#ctx0" brushRef="#br2" timeOffset="17433.93">6890 8483 2699 0,'-17'44'72'0,"1"9"-19"0,3 6-24 0,10-3-27 0,4-4-2 0,12-22-3 0,3-9-1 15,3-17 4-15,4-6 3 16,-3-13 2-16,1-6 3 16,-5-7 6-16,-3-3 3 15,-10 1-3-15,-3-3-11 16,-10 8-20-16,-4 6-6 15,-4 8-5-15,-4 11 10 16,-4 14 16-16,-1 7 1 16,3 18 4-16,3 5-1 0,11 6-19 15,6 0-25-15,14-10-267 16,11-10 167-16</inkml:trace>
  <inkml:trace contextRef="#ctx0" brushRef="#br2" timeOffset="17882.46">6923 9335 2801 0,'-5'20'56'15,"2"0"-50"-15,3 1-34 16,4-7-33-16,1-4-14 16,5-12-132-16,2-9-9 15,0-9 55-15,-2-6 122 0,-5-2 315 16,-6 0-75-16,-16-1-62 15,-4 0-60-15,-16 1-56 16,-4 5-15-16,-8 8-24 16,-3 7-5-16,-3 12 8 15,4 8-3-15,11 12 8 16,3 4 3-16,16 8-2 16,3-2-3-16,5-2-13 15,7-5-9-15,3-9-43 16,0-5-12-16,4-13-24 15,1-8-81-15,3-17-565 16,2-10 623-16</inkml:trace>
  <inkml:trace contextRef="#ctx0" brushRef="#br2" timeOffset="18200.9">6303 9114 1643 0,'-15'26'334'0,"10"-1"348"15,19-7-658-15,5-5-15 0,5-13-23 16,0-6-23-16,-1-16-37 16,4-7-7-16,-1-8-12 15,-5-3 33-15,-5-2 3 16,-3 2 6-16,-7 0 57 15,-6 2 21-15,-9 9 36 16,-7 5-13-16,0 15 11 16,-2 7-2-16,-1 10-28 15,5 9-5-15,-2 9-17 16,2 6-10-16,12 2-63 16,0-4-457-16,1-10 318 15</inkml:trace>
  <inkml:trace contextRef="#ctx0" brushRef="#br2" timeOffset="18563.31">6351 8521 2703 0,'-23'19'63'0,"3"-2"-27"16,4 3-37-16,12 3-24 16,1-6-7-16,13 0-5 15,-2-11 7-15,11-8 12 16,-4-10-18-16,-2-16 21 16,4-1 10-16,-5-15 5 15,4 2 18-15,-5-3-14 16,-5 0-13-16,-7 6-26 15,1 6-8-15,-8 13-1 16,2 8 10-16,-7 14 20 16,-10 6 14-16,-3 14 0 15,-5 5-3-15,2 4-262 16,5 0 163-16</inkml:trace>
  <inkml:trace contextRef="#ctx0" brushRef="#br2" timeOffset="18980.03">6564 8763 2727 0,'1'6'70'0,"9"4"-23"0,5-1-39 0,5 0-44 0,2-4-14 0,-3-8-21 16,0-5-10-16,-1-6 15 15,-6-2 26-15,-4-3 80 16,-4 0 19-16,-10 2-9 15,-3-2-19-15,-3 1-18 16,-5 1-10-16,1 5-13 16,-2 6-14-16,-6 6-5 15,-3 7-19-15,-6 6 16 16,1 6 19-16,6 7 13 16,5 1 2-16,12 0 5 0,3-3-6 15,10-7-3-15,5-4-51 16,11-13 41-16</inkml:trace>
  <inkml:trace contextRef="#ctx0" brushRef="#br2" timeOffset="19380.88">6535 7901 2777 0,'1'35'49'0,"4"6"-51"16,5 7-28-16,7-1-23 15,1-4-2-15,3-20 11 16,0-10-15-16,1-18 38 15,0-10 28-15,-1-8 57 16,2-6-10-16,-8-5 4 0,1-3-5 16,-7-2-28-16,-6 1-9 15,-5 3-16-15,-4 3 0 16,-6 8 2-16,-3 7-2 16,-5 8 0-16,-7 5 0 15,-1 12-1-15,0 4 2 16,6 5-1-16,6-2-25 15,7-5-37-15,5-2-36 0,4-8 27 16</inkml:trace>
  <inkml:trace contextRef="#ctx0" brushRef="#br2" timeOffset="19780.32">6018 7709 2523 0,'-9'28'110'0,"8"15"-47"0,6 11-45 0,14 6-20 0,3-2-6 0,6-19-11 0,0-11-2 16,-2-22 1-16,-3-10-5 16,-5-17 7-16,-1-10 23 15,-6-14 21-15,-2-7-4 16,-4-10 5-16,-5 1-12 16,-6 7-13-16,-7 8-3 15,-5 15-15-15,-2 12-9 0,-9 17-19 16,-4 10-6-16,-7 23 15 15,-2 9 16-15,-1 15 14 16,6 5 3-16,8-3-229 16,7 1 139-16</inkml:trace>
  <inkml:trace contextRef="#ctx0" brushRef="#br2" timeOffset="20199.73">5770 9283 2912 0,'0'0'57'16,"0"0"-56"-16,0 0-41 16,10 12-39-16,2 0-13 15,2-2 20-15,2-3 17 0,1-7 15 16,-1-3 17-16,0-5 32 16,-2-2 14-16,-7-3 17 15,-1 0-13-15,-7 0 2 16,-5 0-9-16,-5 3-9 15,-4-1-5-15,-5 6-21 16,-2 3-1-16,-1 9-2 16,-1 4 4-16,2 8 13 15,4 3 1-15,8 0 1 16,4-1-1-16,7-5-12 16,4-5-45-16,5-6 34 15</inkml:trace>
  <inkml:trace contextRef="#ctx0" brushRef="#br2" timeOffset="20614.04">5546 8549 2556 0,'-9'45'85'0,"7"5"-62"0,3 4-14 0,14 0-24 0,7-6-31 0,7-23-66 15,4-12-10-15,3-26 14 16,-4-8 10-16,-5-9 193 15,-4-4 9-15,-10 3 12 16,-2 1 4-16,-6 0-76 16,-2 2-25-16,-6 5-32 15,-3 1-7-15,-6 15-34 16,-6 8 7-16,-2 12 29 16,-4 7 8-16,1 11 18 15,5 0-3-15,7 0-10 0,8-3-30 16,8-9-385-16,6-5 250 15</inkml:trace>
  <inkml:trace contextRef="#ctx0" brushRef="#br2" timeOffset="20996.32">5804 8093 2766 0,'-20'0'57'0,"3"11"-52"15,4 10-26-15,6 15-20 16,-1 8 4-16,2 3 23 15,2-5 6-15,4-15 3 16,3-8 2-16,2-16 7 16,0-3 9-16,2-7 10 15,1-5 2-15,2-7-5 16,1-4-5-16,2-4-34 16,-3-1-10-16,-4 6-17 15,-3 4-9-15,-8 11-23 0,-3 7-16 16,-4 19-11-16,-1 9-55 15,0 17 86-15</inkml:trace>
  <inkml:trace contextRef="#ctx0" brushRef="#br2" timeOffset="21463.88">5999 8816 2465 0,'4'-16'111'0,"5"3"-64"0,3 5-92 0,4 8-97 0,-3 4-42 0,3 10-10 0,-7 0 60 15,-2 0 98-15,0-1 57 16,-1-2 86-16,3-3 31 16,0-5 24-16,4-2-65 15,2-9-39-15,2-7-18 16,0-8-48-16,-2-5-59 15,-8-1-278-15,-4 1-94 16,-11 8 241-16,-6 1 126 16,-7 12 185-16,-2 4 160 0,0 5 53 15,0 6-69-15,1 5-159 16,3 5-25-16,4 4-57 16,7 2-82-16,13-6 45 15</inkml:trace>
  <inkml:trace contextRef="#ctx0" brushRef="#br2" timeOffset="25088.24">13520 4060 2273 0,'7'9'115'0,"3"7"13"16,4 6-108-16,4 5-107 0,2-3-687 15,2-9 576-15</inkml:trace>
  <inkml:trace contextRef="#ctx0" brushRef="#br2" timeOffset="25882.5">13585 3182 2696 0,'8'37'30'0,"1"22"-48"0,2 19-11 0,6 30 9 15,2 15 15-15,1 28 4 16,-2 7 1-16,-6 29 2 0,-5 11-2 16,-7 21 3-16,-3 16-3 15,0 21 1-15,2 8 1 16,6 16-1-16,6 6 1 16,9 11-2-16,5 5-3 15,11 7-28-15,3-1-37 0,5 0-23 16,-1 3-2-16,-3-3 39 15,-3 0 30-15,-9 3 70 16,-2-6 24-16,-4-7 54 16,-2-3 6-16,0-23-20 15,2-5 0-15,1-25-21 16,-1-20-11-16,4-29-26 16,-4-13-17-16,-3-27-17 15,-1-6-6-15,-2-29-18 16,0-18-21-16,1-36-61 15,-3-14-37-15,1-22-554 16,4-15 186-16</inkml:trace>
  <inkml:trace contextRef="#ctx0" brushRef="#br2" timeOffset="26466.48">11642 10884 2503 0,'82'20'113'0,"22"-3"-49"0,26-4-32 0,43-3-25 0,18-4 1 0,36 0 7 15,10 0 6-15,27-1 17 16,14 1 9-16,28-4 11 16,21-1-6-16,25-3-9 15,21-3-8-15,27-3-15 0,9 0-5 16,25 1-6-16,-4-4-1 16,5-2-4-16,3-1 1 15,-1-7-5-15,-3 1 2 16,3-4-6-16,0-3-7 15,-5 2-17-15,-4 1-9 16,-14 3-12-16,-18 5 2 16,-29 5 17-16,-31 2 3 15,-31 6 18-15,-23 2-1 0,-58 2-17 16,-11 2-12-16,-59 0-53 16,-19 2-345-16,-40-6 198 15</inkml:trace>
  <inkml:trace contextRef="#ctx0" brushRef="#br2" timeOffset="28116.75">16091 2095 1413 0,'-23'-6'58'0,"-4"1"403"0,-2 4-75 0,-2-1-228 0,5 3-82 15,0 2-25-15,7 0-31 16,1 1-5-16,1-3-11 15,2 3-1-15,1-4 3 16,-3 0 2-16,5 2 0 16,-2-3 2-16,7 1 1 15,1-1-1-15,6 1 1 0,0 0 2 16,0 0-5-16,0 0 0 16,17-1 0-16,-6 3-3 15,-1 0-1-15,-2 0 0 16,-5-1-4-16,-3-1 2 15,0 0 0-15,0 0-2 0,0 0 3 16,0 0-2-16,0 0-1 16,0 0 1-16,0 0-1 15,0 0 0-15,-1 0 1 16,-16-7 1-16,6 5 2 16,1 0 0-16,-3-3 3 15,1 2 2-15,4-2-2 16,8 5 1-16,-1 0-3 15,-21-11-5-15,9 8-1 16,-3 0-5-16,-1 7 1 16,-1 3 5-16,-4 3-2 15,1 3 2-15,-2 4 0 16,-3 7-1-16,-12 8-1 16,-4 9 0-16,1 15 1 15,1 7 0-15,12 10-1 16,15 0 1-16,15-6-5 15,15-6 0-15,33-20 4 16,9-9 0-16,18-17 1 0,6-11 3 16,-3-15-1-16,-1-7 0 15,-2-9 1-15,-3-2-2 16,-6-1-12-16,-8 1-3 16,-16 1-6-16,-11 4-3 15,-20 4 10-15,-8 2-1 16,-13 4-6-16,-6 3-19 0,-17 4-52 15,-4 6-11-15,-10 6 6 16,-1 2-19-16,5 6 57 16,2-2 26-16,9 0 24 15,5-1 6-15,7-2 18 16,6-2 15-16,5-3 38 16,7-3 4-16,0 0-23 15,16 3-11-15,3-6-19 16,4-3-5-16,4-5 6 15,2-3-2-15,1-5 9 16,0 0 2-16,-3 1 2 16,0 2 2-16,-9 8-5 15,-3 3-2-15,-9 14-11 16,-8 9-6-16,-6 23-5 16,-6 10 1-16,-6 17-2 15,0 9-1-15,-1-1-17 16,1-3-53-16,5-20-146 0,5-15-391 15,4-24 360-15</inkml:trace>
  <inkml:trace contextRef="#ctx0" brushRef="#br2" timeOffset="28747.08">16342 2474 2656 0,'-9'45'-48'0,"-2"-7"25"0,1-3 10 0,2-13 17 0,4-7-4 0,4-9 3 15,3-5 1-15,4-7 10 16,2-6 3-16,3-11 1 16,2-7-5-16,5-10-11 15,0-3-2-15,4-7-2 0,1 1-6 16,0-1-4 0,2 1-5-16,-1 11 10 0,-1 6-2 15,-4 18 4-15,-1 8 1 16,-8 21-5-16,-3 12 4 15,-3 19 5-15,-6 7 3 16,-1 5 4-16,1-1 2 16,1-13-7-16,5-7-2 0,4-18 0 15,2-7-7-15,1-12 3 16,1-7 1-16,0-8 5 16,0-5 5-16,2-8-2 15,2-3 2-15,2-8-1 16,0-1-3-16,7-1 2 15,-1 1-4-15,7 7-1 16,0 4 0-16,-6 15-1 16,-3 8 1-16,-8 22 3 15,-3 14 6-15,-8 23 6 16,5 12-5-16,-7 2 0 16,2-4-5-16,9-18-3 15,2-13-3-15,10-19-35 16,2-12-60-16,2-18-932 15,0-10 873-15</inkml:trace>
  <inkml:trace contextRef="#ctx0" brushRef="#br2" timeOffset="29263.75">17244 2543 2518 0,'-2'39'56'0,"5"-18"-33"0,1-6-12 0,2-11 8 0,-3-4 2 0,4-9 1 16,0-6 2-16,5-9-4 16,-1-4-7-16,0-8-7 15,2-3-2-15,3-6 0 16,2-3-4-16,5-2 1 15,5 0-2-15,2 10-1 16,0 7 2-16,-3 17 0 16,-4 10 0-16,-10 19 8 15,-5 11 4-15,-9 15 2 16,-1 8 0-16,-1 4-6 16,1-3-4-16,9-12-2 15,5-9-2-15,0-15-2 16,3-8-1-16,0-7 0 0,-1-7 3 15,4-11 6-15,0-5 0 16,3-11-1-16,1-1-1 16,-1 0-5-16,0 4-2 15,0 9-1-15,-3 6-2 16,-1 14-5-16,-1 9-4 0,-5 21 1 16,-3 8 1-1,-4 11 7-15,0 1 0 0,4-6-26 16,4-7-16-16,11-13-231 15,6-8-424-15,13-14 182 16,4-10 233-16</inkml:trace>
  <inkml:trace contextRef="#ctx0" brushRef="#br2" timeOffset="29471.32">18519 2137 2040 0</inkml:trace>
  <inkml:trace contextRef="#ctx0" brushRef="#br1" timeOffset="40163.1">15195 4278 2234 0,'-29'-3'109'16,"-2"7"-56"-16,-4 10-27 16,-6 12-7-16,-2 10-7 15,-3 9 6-15,4 4-2 16,9-1-2-16,8-6 2 15,17-17-4-15,8-8-1 0,16-17-3 16,6-6 5-16,8-15-8 16,5-5 0-16,1-8 2 15,0-4-6-15,-5 3 5 16,-10 1-3-16,-13 9-4 16,-8 4 1-16,-11 8-2 15,-2 4-2-15,-6 7-3 16,-6 5-1-16,-5 10-6 15,0 9 0-15,-1 15-1 16,1 8-5-16,10 7-25 16,5-1-49-16,14-11 56 15</inkml:trace>
  <inkml:trace contextRef="#ctx0" brushRef="#br1" timeOffset="40581.22">15331 4381 2487 0,'-36'-1'89'0,"-3"14"-38"0,3 12-29 0,9 16-21 0,1 0-1 16,18-8-4-16,7-8-9 0,12-15-1 15,9-5 3-15,9-13 9 16,4-6-1-16,1-13 3 16,-3-8 0-16,-3-2 0 15,-4 1-1-15,-9 4 1 16,-4 3-1-16,-12 9-2 16,-4 5 6-16,0 10-3 15,-3 6 0-15,-6 17 0 16,-4 11 0-16,-12 17-4 15,-5 7 3-15,9 0-2 16,4-7 3-16,20-19-3 16,13-12 1-16,11-15-8 15,2-11-6-15,5-10-1 16,-1-4-10-16,2-7-14 0,1-2-13 16,3-7-595-16,8 0 431 15</inkml:trace>
  <inkml:trace contextRef="#ctx0" brushRef="#br1" timeOffset="40929.11">15576 4237 2465 0,'-11'29'69'0,"5"7"-50"16,2 1-16-16,11-4-16 15,5-7-7-15,6-21-22 16,6-10-1-16,2-20 14 16,1-7 8-16,7-12 25 15,-2-1 2-15,-1 1-2 16,-3 4 0-16,-11 7-1 16,-5 4-1-16,-14 10-2 15,-3 5 0-15,-9 8 0 16,-6 5 0-16,-6 8 0 15,-3 5 0-15,-2 11 0 16,5 5 3-16,8 1-10 16,6-1-7-16,11-12-13 0,3-9-12 15,5-11-63-15,2-7-89 16,0-9 110-16</inkml:trace>
  <inkml:trace contextRef="#ctx0" brushRef="#br1" timeOffset="41262.91">15447 3883 2192 0,'-28'17'132'16,"0"5"-58"-16,6 11-49 15,3 3-7-15,4 0-6 16,8-6-3-16,6-11-11 16,8-8-9-16,5-17 4 15,9-9-2-15,11-17 9 16,0-7 4-16,4-10-3 16,-8 0 3-16,-13 10 0 15,-5 9 1-15,-11 17 2 0,-9 11-2 16,-10 19-3-16,-7 11-2 15,-9 22-19-15,3 3-30 16,8-7 28-16</inkml:trace>
  <inkml:trace contextRef="#ctx0" brushRef="#br1" timeOffset="41662.62">15825 4551 2602 0,'0'0'74'0,"9"7"-44"16,9 4-26-16,8-2-30 15,4-3-28-15,-1-10-50 16,-5-7 5-16,-7-8 28 16,-5-3 33-16,-8-4 46 15,-2-2 2-15,-2-2 6 16,1 1 1-16,-2 3-4 16,-2 7 1-16,-4 14 4 0,-5 7-1 15,-6 23-2-15,-3 10-3 16,-3 15-7-1,2 5 0-15,8-7-6 0,7-5-1 16,13-21-25-16,10-10-29 16,8-24-567-16,3-9 411 15</inkml:trace>
  <inkml:trace contextRef="#ctx0" brushRef="#br1" timeOffset="42146.31">15287 5003 1941 0,'10'-18'260'0,"7"2"115"15,6 0-417-15,15 0-67 16,0 2-19-16,-3 3-9 16,-7 4 26-16,-12 5 93 15,-7 2 39-15,-5 0 60 16,1-1 20-16,-1-2-13 0,1-3-34 16,4-4-32-16,3-4-7 15,2-4-10-15,1-1-5 16,-6 1-2-16,-3 1-13 15,-6 2-6-15,-5 2-2 16,-4 2 2-16,-5 4 6 0,-3 8-6 16,-6 6-3-16,-3 13 6 15,-2 6 9-15,-3 11 12 16,9 1 6-16,9-4-15 16,13-7-21-16,17-19-110 15,14-9-174-15,13-20-92 16,0-5 120-16,2-8-24 15,-8 1 86-15,-3 3 182 16,-4 1 35-16,5 4 6 16</inkml:trace>
  <inkml:trace contextRef="#ctx0" brushRef="#br1" timeOffset="42512.91">16298 4577 2523 0,'-7'8'104'0,"2"15"-52"0,1 7-32 0,5 13-19 0,4 0-1 0,7-7-5 0,5-8-3 16,7-20-1-16,3-7 0 15,1-13 6-15,5-8 2 16,-2-8 1-16,-10 0 1 0,-1-2 0 15,-8 1 1-15,-9 4-1 16,-1 3-1-16,-7 9-4 16,-4 7-6-16,-5 10 0 15,-3 10 0-15,-4 13 4 16,-1 6 6-16,6 6-7 16,3-3-9-16,8-12-70 15,4-8-37-15,1-16-47 16,0 0-42-16,12-13 117 15,-2-4 47-15,4-11-340 16,8-1 336-16</inkml:trace>
  <inkml:trace contextRef="#ctx0" brushRef="#br1" timeOffset="42929.25">16547 4080 2285 0,'-39'11'81'0,"-3"7"-51"16,2 8-13-16,2 9-5 0,6 2 1 0,14-5-8 0,10-7-1 0,14-14-2 16,5-8 2-16,9-10 6 15,3-6 4-15,7-12 0 16,0-7 2-16,-3-3-6 16,-4-1-1-16,-8 3-6 15,-5 4-5-15,-7 6-8 16,-7 5-9-16,-9 5-17 15,-3 3-4-15,-12 10 3 16,1 5 4-16,-6 12-7 16,-3 6-50-16,5 7-113 15,2-1-93-15,8-7-81 0,4-4 7 16,6-13 154-16</inkml:trace>
  <inkml:trace contextRef="#ctx0" brushRef="#br1" timeOffset="43284.18">16220 3657 2431 0,'-25'7'85'0,"-3"8"-38"16,4 12-25-16,1 10-20 15,4 5-2-15,9-5-6 16,3-6 1-16,6-16-2 16,3-5-1-16,5-9 0 15,4-9 5-15,8-9 3 16,2-7 6-16,3-8 1 16,0-2-4-16,-7 3 0 15,-7 0 0-15,-5 11-3 16,-8 2-1-16,-10 12-7 0,-3 5 2 15,-11 9-4-15,-7 10 4 16,-5 17 1-16,2 7-10 16,8 10-851-16,8 2 692 15</inkml:trace>
  <inkml:trace contextRef="#ctx0" brushRef="#br1" timeOffset="43730.56">16120 5108 2097 0,'-35'18'203'0,"9"3"4"0,9 3-164 0,18-4-48 0,12-7-32 0,16-14-80 0,3-11-82 0,2-14-7 16,-5-5 75-16,-13 0 229 16,-5 3 94-16,-8 5 10 0,-3 2-82 15,-4 5-64-15,-2 4-16 16,-5 6-32-16,0 5-10 15,-1 10-20-15,-1 2-4 16,3 6-1-16,1-1 6 16,8-7 4-16,2-2 4 15,4-7 7-15,4-1-6 16,-1-7 12-16,0-1 0 16,-2-4-2-16,-3-2-1 15,-3 3-46-15,-1 1-416 0,-9 1 300 16</inkml:trace>
  <inkml:trace contextRef="#ctx0" brushRef="#br1" timeOffset="44149.13">15708 5077 2338 0,'-11'27'76'0,"3"2"-30"0,14-3-41 0,10-3-8 0,10-15 1 0,0-8-5 0,3-11 7 16,-7-3 0-1,-5-5 1-15,1-1 7 0,-5 0-5 16,-2 0 0-16,-3 3-3 16,-3 1 0-16,-6 7 0 15,-5 3 0-15,-7 7 4 16,-6 7-3-16,-1 9 2 15,0 4-3-15,4 9 0 16,4 0-11-16,13-5-680 16,12-8 482-16</inkml:trace>
  <inkml:trace contextRef="#ctx0" brushRef="#br1" timeOffset="44562.62">17159 4526 2231 0,'0'0'176'0,"4"8"76"15,-2 14-267-15,-1 12-42 16,-2 2 2-16,-4-2 34 16,-2-7 8-16,3-11 16 15,4-15 4-15,0 0 1 16,11 5-1-16,7-18 2 16,3-6-3-16,5-9 1 15,1-5-2-15,-4-1-3 16,-3 2 2-16,-13 5-4 15,-7 4-3-15,-13 10-7 16,-8 4 1-16,-6 13-2 16,-6 11 5-16,-6 15 5 15,1 11-4-15,3 8-982 16,5-1 863-16</inkml:trace>
  <inkml:trace contextRef="#ctx0" brushRef="#br1" timeOffset="46078.85">16694 3639 1347 0,'-79'-23'39'0,"-9"0"-4"0,-5 2-2 0,-9 9 4 0,-13 1-6 0,-13 9-14 15,-12 9 3-15,-23 17 1 16,-5 10 3-16,-7 24 27 16,-5 12 20-16,11 26 58 15,16 8 23-15,22 15-2 16,19 3-19-16,40 0-68 16,12 10-29-16,37 10-15 15,23 10-7-15,40 15-5 16,16 1-5-16,28 1-7 15,18-9-2-15,44-19-4 16,18-14 0-16,46-37 3 16,17-18 8-16,9-40-1 15,8-20 6-15,-1-39 0 16,-2-21-1-16,-14-41 7 0,-4-14 9 16,-23-26 16-16,-13-10 9 15,-28-6-1-15,-20-11-4 16,-39-4-9-16,-24-3-1 15,-48-4 7-15,-25 5 5 16,-49 14 6-16,-30 5-3 16,-58 16-16-16,-28 11-9 0,-58 29-16 15,-30 21-8-15,-38 47-32 16,-16 27-22-16,-11 39-364 16,8 18 179-16</inkml:trace>
  <inkml:trace contextRef="#ctx0" brushRef="#br1" timeOffset="47997.97">14685 3696 652 0,'-28'20'28'0,"1"3"1"0,0 3-90 0,5 3-44 0,3 3-39 16,1 2 25-16,1 0 35 16,-1-1 42-16,1-5 109 15,-2-2 23-15,1-3 16 16,4-1 0-16,1 2-56 15,-3 1-30-15,7 3-40 16,-9 1-12-16,7 3-9 16,1 1 5-16,-4 5 25 15,4 1 8-15,-6 2 5 16,-1 0 3-16,-3 0 1 16,5-4 1-16,0-4 0 0,4-3-2 15,8-3-5-15,-3-2-3 16,6-1-1-16,6 0-1 15,-2 4 3-15,1 4 2 16,-2 5 5-16,-7 5-1 16,-5 0 1-16,-2 0-5 15,0 3-19-15,3-2-2 16,2-1-6-16,2-2-10 16,4-5-3-16,1-2 0 0,2-1-6 15,0 0 6-15,-1 0 14 16,-1 3 6-16,-2 1 28 15,1 5 32-15,0 3 68 16,1-1 23-16,9 1 57 16,4-3-29-16,11-2-90 15,4-2-35-15,7-3-25 16,-4-2-4-16,1-1-5 16,-3-2 0-16,-5-1 6 15,1 1 6-15,-2 1 6 16,1 2-2-16,10 0-7 15,5 0-11-15,12-1 4 16</inkml:trace>
  <inkml:trace contextRef="#ctx0" brushRef="#br1" timeOffset="49365.38">15222 6192 1057 0,'49'17'116'0,"5"-1"194"0,3-6-277 0,5-2-14 0,8-5-13 0,-4 1-6 16,-4 1-2-16,-4 0-2 0,-3 0 4 16,1 0 0-16,2-5 2 15,1 0 2-15,7-5-2 16,3-3 0-16,5-4-12 16,-1-3-38-16,-4-1-107 15,1 2-33-15,-1 4-21 16,-3 2 18-16,-5 4 152 15,-3 0 73-15,1-1 78 16,6-2 13-16,8-3-19 16,4-3-44-16,3-5-60 15,-2 0-12-15,0-5-5 16,0-1 1-16,-4-2 36 16,-1-2 16-16,-3-2 36 15,-1 1 5-15,6-2-13 16,-2 0-15-16,-3 3-32 0,-2-2-4 15,-6 0 7 1,-2-1 7-16,-3-3 104 0,-5 0 76 16,-3-4 36-16,-5-4-21 15,-2-6-119-15,1-5-27 16,0-9-47-16,-1-7-16 16,1-7-16-16,-5-1-10 15,-4 6-3-15,-4 6-1 0,-10 8 7 16,-2 5 8-16,-13 5 4 15,-3 3 1-15,-1 5 2 16,-2 1-9-16,0-2-14 16,0 0-19-16,-4-5-28 15,1-1-2-15,-5-3 2 16,-1 1 0-16,-6-4 54 16,-2 1 27-16,-3-1 51 15,-3 2-7-15,1 12-4 16,0 1-7-16,-5 9-26 15,-1 3-5-15,-2 3-10 16,-1 1-9-16,3-2-12 16,0-3-14-16,6-5-6 15,1-1-1-15,0-3 15 16,1-1 7-16,-3 0 6 16,1-1 4-16,-3 5 4 15,-1 4-4-15,-3 5 0 0,-1 4 3 16,-2 2-5-16,1-1 2 15,4 2 0-15,2-3-4 16,6-2 3-16,4 2-3 16,0-1 2-16,1 4-1 15,-3 2 7-15,-4 0 5 16,0 3 12-16,0 1-1 16,-2-1-6-16,2-1-5 15,-2-2-7-15,3-2-4 0,3-6-3 16,2 2 1-16,2-6-1 15,-3 0 5-15,2 3 2 16,-3-1-2-16,-2 6 1 16,-2 1-1-16,-6 3 0 15,-4 2-1-15,-2 2-5 16,-2 0-3-16,-3-1 2 16,-1 0-6-16,-4-1-12 15,-1 0-1-15,3 0 5 16,-1 0-1-16,0-1 16 15,-1 2 4-15,-4 2-2 16,1-1 4-16,0 1 0 16,-1-1-3-16,4 2 3 15,0-1 0-15,0 2 3 0,-2 2 1 16,-5 0-3-16,0 1-1 16,-2-1 0-16,1 1 0 15,1 3-1-15,-1 0 1 16,-3 1 0-16,2 2-4 15,-2-1 4-15,2 2 0 16,1 0 0-16,1 1 1 16,-6 1-1-16,2 2 0 0,-4 1-1 15,-1 2-2 1,1 1-3-16,-5 2 9 0,1 1-3 16,6-1 3-16,1 4-3 15,6-2 0-15,-1 3 4 16,-7 2-1-16,-3 3 5 15,-5 2-3-15,5 3-1 16,2 2-2-16,6-4-4 16,6 3 0-16,5-3 4 15,-1-3 1-15,-2 3 1 16,-2 1-1-16,-11 3 1 16,3 7-3-16,5 12-1 15,2 7 0-15,11 17-15 16,2 5-72-16,-8 9 60 0</inkml:trace>
  <inkml:trace contextRef="#ctx0" brushRef="#br1" timeOffset="52315.39">17012 2952 1070 0,'-22'-2'35'0,"-2"2"-6"0,-3 3-13 0,-1-1-10 0,-1 1-2 0,2-2-1 15,-2-1 1-15,1-4-2 16,-2-1 2-16,-2-2 2 16,3 1 6-16,-3-1 20 15,-2 2 5-15,-3 3 2 16,-2-1-4-16,-12 5-20 16,-4 2-9-16,-6-1-35 0,0-1-41 15,4-4-59-15,0-3-18 16,0-2 18-16,0-2 47 15,-1 0 77-15,0 0 5 16,2 2 34-16,-3 2 19 16,-5 5 22-16,-4 1 2 15,-4 8-21-15,-5 2-27 16,-1 3-16-16,3 0-3 0,10 0-4 16,5-2-2-16,6 0 2 15,-3 0-1-15,-7 1 5 16,2 2 2-16,2 0 3 15,6 3-3-15,6 0-2 16,1 1-3-16,6 3-5 16,1 2 2-16,1 3-4 15,-3 1 0-15,-6 2-2 16,-1-1-9-16,4 0-22 16,3 2-16-16,9 1-11 15,0 4-9-15,-1 6 28 16,-4 6 16-16,-6 6 23 15,-4-1 7-15,-3-2 6 16,3-4 0-16,4 1-4 16,5 3-2-16,7 9-7 0,-2 3-3 15,-1-2-2-15,1-2-2 16,-10-4 0-16,3 1 4 16,-5 6 10-16,-1 4 18 15,5 4 31-15,0 4 13 16,5 5-1-16,0 3-4 0,8 7-22 15,5 2-11 1,11 7-19-16,9 2-10 16,4-1-12-16,2 0-3 0,0 2-3 15,-2-3 5-15,-2 0 11 16,-2-2 12-16,-1-6 15 16,5-1 10-16,5-3 11 15,10 0-1-15,10-3-10 16,3 0-12-16,10-3-15 15,1-2-8-15,4-2 5 16,4-1 7-16,2-2 7 16,5 0 9-16,-1-6-7 15,0-4 0-15,-2-6 13 16,0-4 2-16,12-2-12 16,5-1-3-16,2-1-4 15,3 0-11-15,-2-2-3 16,4-2-3-16,7-3 0 0,-4-3 0 15,-4-3-3-15,-4-2-3 16,3-10-14-16,11-2-19 16,13-10-44-16,0-4 45 15,1-8 5-15,2-3 8 16,-1-4 27-16,11-2-1 16,6-1 11-16,-1 1 6 15,8 2 3-15,-3 3 0 0,-1 3-5 16,5 0-7-16,-7-4-3 15,-2-4-4-15,2-7-4 16,-4-4 0-16,-1-4-4 16,3 0 4-16,-7-2 8 15,-2-1 32-15,6-2 55 16,0-4 8-16,6-4-8 16,0-3-27-16,1-5-46 15,-3-2-5-15,-8-4-9 16,-3 0 12-16,-9-3 42 15,-5 0 21-15,-4-4 32 16,-1-6-16-16,-2-6-39 16,-4-4-9-16,-5-5-20 15,-3-2-13-15,-5-4-8 16,0 1-5-16,-1-5 1 16,-4 1 2-16,-9 5-2 0,-8 5 1 15,-15 11 5-15,-6 5 1 16,-10 1 8-16,-1 0 4 15,-2-8-6-15,0-6-1 16,3-1-16-16,-4-5-4 16,2 2-13-16,-3 1 5 15,-9 3 1-15,-3 5 6 16,-10 3 12-16,-3 1 0 0,-6-1-2 16,-1 2-3-16,-5-4-7 15,0 0-9-15,1-5-10 16,-3-1-5-16,0 6 0 15,-2 1 5-15,-9 10 19 16,-3-1 5-16,-7 3 8 16,-5-1 2-16,-4 0-5 15,0 2-2-15,-10 5-12 16,-2 5-19-16,-3 5-41 16,-9 0-23-16,-4-1-39 15,-2 1 35-15,-7-4 60 16,-2 2 30-16,-1 1 9 15,0 2 3-15,-2 6-3 16,-3 3 0-16,-10 11 0 0,-6 2 6 16,-8 13-6-16,-4 4 6 15,-7 7-75-15,-2 6-340 16,-2 0 328-16</inkml:trace>
  <inkml:trace contextRef="#ctx0" brushRef="#br3" timeOffset="58056.07">16269 9228 2258 0,'-11'-9'103'0,"2"1"-33"0,2 1-48 0,1 4-15 0,6 3 1 0,0 0-3 0,-11 6 3 15,8 6-2-15,3 3-2 16,1 2 3-16,6-1 2 16,6-2-4-16,0-4-5 15,5-9 1-15,3-3-1 16,3-11 0-16,2-6 5 16,3-10 3-16,-1-3-5 15,-10-1-3-15,-6 4-7 0,-15 8-2 16,-8 6 1-16,-10 10 10 15,-5 5 3-15,-3 14 5 16,-2 5-1-16,3 10-2 16,4 3-5-16,12-4-65 15,6-3-496-15,14-10 334 16</inkml:trace>
  <inkml:trace contextRef="#ctx0" brushRef="#br3" timeOffset="58602.97">15592 9675 2222 0,'-2'3'134'0,"2"-3"-25"0,0 0-114 0,16 2-6 0,1-10-6 0,3-3-1 0,-2-7 11 16,-3-2 2-16,-4 2 0 15,-5 2 5-15,-8 6 10 16,-5 4 6-16,-7 1-2 15,-2 4-2-15,-5 7-10 16,1 4-2-16,-1 11 2 16,1 2-2-16,3 9 3 15,5 3-3-15,7 4 2 16,3-1 0-16,10-9 1 16,3-5 6-16,6-14-8 15,7-9 3-15,0-15 0 16,1-9-2-16,0-13 4 15,-5-6 5-15,-7-2-4 16,-2 2-2-16,-11 6-1 16,-2 6-2-16,-7 11 6 15,-2 8-3-15,-4 12 7 0,-1 8-2 16,1 17-16-16,1 8-15 16,8 8-122-16,7-4 95 15</inkml:trace>
  <inkml:trace contextRef="#ctx0" brushRef="#br3" timeOffset="58962.58">15696 9192 2733 0,'-35'4'69'0,"5"2"-7"16,13 7-68-16,4 6-14 0,9 7-14 0,3 1-1 0,5-2 0 16,2-5-1-16,4-12 11 15,2-6 7-15,-1-12 13 0,3-4 9 16,-2-8 5-16,-2-3 3 15,-3-2-5-15,-3 0-5 16,-8 3-1-16,-2 3 0 16,-6 7 0-16,-4 4-4 15,-1 8-6-15,-2 5-1 16,-2 14-10-16,2 9-18 16,5 15-56-16,2 2-203 15,14 5 130-15</inkml:trace>
  <inkml:trace contextRef="#ctx0" brushRef="#br3" timeOffset="59345.89">15944 9682 2886 0,'-8'4'31'0,"5"5"-59"15,3 1-30-15,7 4-21 16,4-1 8-16,5-7 18 0,1-5-17 16,-1-8 44-1,0-6 16-15,-3-11 31 0,1-2 5 16,-2-5 1-16,-4-1-7 15,-2 2-13-15,-6 3-3 16,-6 9-4-16,-2 5 0 16,-6 10-15-16,-2 5 4 15,-4 12-2-15,-3 6 1 16,2 10 14-16,3 1-2 0,6-3 0 16,6-3-15-16,6-15-144 15,6-8-471-15,9-20 380 16</inkml:trace>
  <inkml:trace contextRef="#ctx0" brushRef="#br3" timeOffset="59679.13">15963 9226 2778 0,'-21'9'89'15,"0"3"12"-15,7 10-96 16,4 1-14-16,8 2-37 16,5-2-17-16,6-8-7 0,3-6-3 15,1-11 21-15,1-7 4 16,-1-10 19-16,-2-4 18 16,-4-3 13-16,-4 0 5 15,-5 5 0-15,-2 3-3 16,-3 7 12-16,-2 5 3 15,-2 6 3-15,-2 6-4 16,-2 10-7-16,0 7-1 16,4 11-10-16,4 1-7 15,7-4-37-15,6-8-142 0,10-16 104 16</inkml:trace>
  <inkml:trace contextRef="#ctx0" brushRef="#br3" timeOffset="60051.49">16041 8745 2913 0,'-36'7'51'0,"5"4"-22"0,9 7-49 16,12 9-34-16,4 3-14 16,11 5-9-16,2-2 15 15,5-11 27-15,2-9 8 16,-1-13 21-16,2-6 7 16,-2-11 18-16,0-5 3 0,2-10-1 15,-2 0-4-15,-2-1-12 16,-2 2-2-16,-5 8-7 15,-5 3-3-15,-6 11-10 16,-6 3-5-16,-7 13-10 16,-2 7-28-16,-4 19-43 15,2 8-129-15,6 9 98 16</inkml:trace>
  <inkml:trace contextRef="#ctx0" brushRef="#br3" timeOffset="60499.83">16294 9477 2663 0,'-9'12'47'0,"-1"6"-34"0,1 6-23 0,5 7-15 0,1 2 5 0,3-4 14 0,1-8 6 0,0-10 5 16,-1-11 4-16,0 0 12 15,9-3 2-15,-2-16-2 16,3-5-5-16,2-11-8 16,0 0-6-16,-4 4-2 15,-2 5-1-15,-6 12-2 16,-2 5-3-16,-7 9-5 16,-1 6 4-16,-3 11 1 15,1 4 2-15,2 12-2 16,4 3-10-16,9-1-47 15,5-5-254-15,16-13 132 16</inkml:trace>
  <inkml:trace contextRef="#ctx0" brushRef="#br3" timeOffset="61878.12">12360 6231 2327 0,'40'-16'91'0,"8"-1"-18"0,4-2-37 0,11-5-15 0,5-4 2 0,12-7-1 15,8-4-9-15,3-6-7 16,-1 0-4-16,-15-3-55 15,-5 2-99-15,-15 6 90 16</inkml:trace>
  <inkml:trace contextRef="#ctx0" brushRef="#br3" timeOffset="62802.7">11470 5926 1520 0,'-38'19'63'0,"-9"6"15"0,-4 7 50 0,-3 13 54 0,1 7-5 0,6 16-22 16,-1 9-54-16,9 22-24 15,2 10-10-15,15 10-23 16,8-2-13-16,17-21-13 0,10-15-14 16,9-35-7-16,1-17-6 15,7-27 8-15,-3-9 1 16,5-23 9-16,5-9-2 16,-2-13-1-16,2-5-3 15,-10 3-6-15,-6 4-6 16,-16 16-8-16,-8 8 5 15,-17 17 17-15,-4 9 10 16,-9 22 0-16,-1 12-3 0,0 19-8 16,2 6-4-16,14 0-49 15,9-9-400-15,22-20 242 16</inkml:trace>
  <inkml:trace contextRef="#ctx0" brushRef="#br3" timeOffset="63145.61">11545 6285 2396 0,'-16'50'100'0,"8"7"-15"15,4 0-45-15,12-6-29 0,4-7-7 16,5-19-8-16,2-7 0 16,-1-14-5-16,-1-5 4 15,-6-12 5-15,-2-6-2 16,-5-7 8-16,-2-3 3 16,-6-4-4-16,-4-1 0 15,-8 2-1-15,-2 4-1 16,-4 9-3-16,-1 7 1 0,2 12 0 15,1 6-5-15,5 19-48 16,2 7-124-16,9 6 108 16</inkml:trace>
  <inkml:trace contextRef="#ctx0" brushRef="#br3" timeOffset="63368">11949 5976 2587 0,'-16'50'83'0,"4"1"-35"0,5 2-29 15,7-9-26-15,3-6-20 16,2-16-70-16,-2-8-257 15,-3-14 142-15</inkml:trace>
  <inkml:trace contextRef="#ctx0" brushRef="#br3" timeOffset="63712.25">11694 5826 2409 0,'-12'8'113'0,"4"4"1"16,4 4-80-16,6 5-30 15,5 2-2-15,3-6-5 16,2-4-4-16,3-10-2 16,1-5-4-16,-1-11-3 15,-2-5-1-15,-1-6 4 16,-2-1 2-16,-7 1-14 15,0 1-5-15,-6 7 6 16,-6 3 5-16,-3 7 30 0,0 4 11 16,-5 7 13-16,4 8 4 15,1 10-19-15,2 5 0 16,11 5-23-16,7-2-23 16,14-7-448-16,4-9 288 15</inkml:trace>
  <inkml:trace contextRef="#ctx0" brushRef="#br3" timeOffset="64045.98">12102 6179 2845 0,'-2'5'16'0,"9"3"-67"16,2 1-23-16,4 0-6 15,5-4-31-15,-5-7 8 16,-4-5 12-16,1-6 53 16,-1-3 37-16,-2-4 47 15,2 0 16-15,-4 3-6 16,-4 1-6-16,-2 6-20 15,-5 2-10-15,-5 10-3 0,0 6-7 16,-3 10-6-16,4 6-9 16,3 3-61-16,3-1-221 15,12-9 138-15</inkml:trace>
  <inkml:trace contextRef="#ctx0" brushRef="#br3" timeOffset="65228.81">13082 5865 2046 0,'0'4'111'0,"0"3"-46"0,2 1-62 0,2 1-24 0,1-2 9 15,8-1 18-15,1-5 0 16,10-5 18-16,6-6 18 16,10-9 4-16,5-6-14 15,10-8-4-15,5-4 0 16,9-4-7-16,6-3-3 16,10-3-1-16,3-1-6 15,11 3-4-15,2 0 4 0,2 2-6 16,0 1-3-1,0-3 0-15,-2 2 0 0,-6 0-2 16,-4 2 7-16,-6 5-7 16,-5 4 0-16,-15 3 1 15,-7 2-1-15,-15 3-1 16,-4 1-6-16,0 1-17 16,-3 0-21-16,-10 6-253 15,-3 0-377-15,-3 3 535 16</inkml:trace>
  <inkml:trace contextRef="#ctx0" brushRef="#br3" timeOffset="65661.55">14745 4957 2204 0,'15'-2'123'0,"6"1"-65"0,3 1-32 0,13 0-17 0,2 0-6 0,6-1 1 0,3-2 2 0,1-3 3 16,1-1 7-16,-5-1 17 15,-8-1 5-15,-12 1 2 16,-5 1-3-16,-12 4-18 16,-8 3-8-16,0 0-2 15,-6 16-4-15,-17 7 1 16,-7 9 0-16,-20 11-2 15,-2 6-1-15,-7 15 1 16,-3 10-1-16,4 15-12 16,-1 1-44-16,-3-7 29 15</inkml:trace>
  <inkml:trace contextRef="#ctx0" brushRef="#br3" timeOffset="68629.89">10941 7609 2388 0,'-12'6'74'0,"4"-1"-40"0,8-5-18 0,0 0-7 0,0 0-4 16,12 2 7-16,3-9 0 0,9-6 5 15,5-3 3-15,9-5-4 16,1 1 2-16,2 1-11 15,0 4 2-15,-4 7-5 16,-3 5-2-16,-11 7 0 16,-3 6-2-16,-13 10-3 15,-6 7 2-15,-10 10-2 16,-5 4 6-16,-4 2 0 16,0-2-1-16,3-10-1 15,3-2 0-15,4-9 1 16,2-3-1-16,5 0 2 15,1-2-1-15,4 0 0 16,0 0-1-16,2 0 1 16,-2 0 1-16,1 0-1 15,0 2 0-15,-1-1-2 0,-1 2 1 16,-6 2 0-16,-4 3-1 16,-11 2 0-16,-5-1 0 15,-8-3 0-15,-3-2 0 16,-5-17-37-16,1-7-768 15,6-19 510-15</inkml:trace>
  <inkml:trace contextRef="#ctx0" brushRef="#br3" timeOffset="68947.78">11426 7491 1274 0,'-2'19'163'0,"1"12"736"0,-3 4-838 0,-2 12-38 0,1-1 0 0,1-6 17 15,4-5-1-15,9-13-5 16,5-6-5-16,4-12-17 16,0-6-2-16,0-11 2 15,-3-6-8-15,-2-6 1 16,1-1-1-16,-8-4-4 15,-2 1 6-15,-4 1-2 16,-5 2-3-16,-3 6 2 16,-4 4-2-16,-4 10-1 0,0 7 0 15,-6 16-1-15,-2 10-4 16,-4 10-44-16,5 2-197 16,6-9 125-16</inkml:trace>
  <inkml:trace contextRef="#ctx0" brushRef="#br3" timeOffset="69163.07">12064 7226 2715 0,'-20'46'78'0,"2"17"5"16,3 12-45-16,-1 10-62 16,2-7-42-16,0-20-554 15,-2-13 271-15</inkml:trace>
  <inkml:trace contextRef="#ctx0" brushRef="#br3" timeOffset="69511.66">11646 7342 2644 0,'10'14'51'0,"5"-2"-18"16,6-3-34-16,2-8-30 15,1-5-22-15,-5-11-77 16,-2-2 2-16,-3-5 22 16,-4 0 31-16,-6-1 90 15,-2 0 24-15,-3 4 20 16,-5 1-18-16,0 6-6 16,-3 7-8-16,-1 8-20 15,1 11-3-15,0 14-4 16,-1 11-3-16,6 14 3 15,2 2-8-15,8 1-217 16,11-10 151-16</inkml:trace>
  <inkml:trace contextRef="#ctx0" brushRef="#br3" timeOffset="69814.16">12159 7645 2526 0,'-6'6'81'15,"3"1"-33"1,3 0-39-16,2-1-5 0,2-2-1 0,6-4 0 16,0-4-3-16,6-8 1 15,-1-4-1-15,-2-8 1 16,-1-2-1-16,-7 0 0 15,-2-1 0-15,-7 4-2 16,-3 4 1-16,-7 11-2 16,-1 6 1-16,1 13-1 15,-2 5 0-15,6 7-10 16,1 0-53-16,12-4 35 16</inkml:trace>
  <inkml:trace contextRef="#ctx0" brushRef="#br3" timeOffset="70461.67">12755 6813 2601 0,'-3'38'59'0,"3"8"-38"15,1 8-21-15,0 13-4 16,-1 3 0-16,-2-1-1 16,-2-7 2-16,1-21 2 15,0-15 1-15,3-18 3 16,-1-8 1-16,-4-13 7 15,1-8 2-15,-1-13 5 16,-2-7-1-16,-1-4-2 16,-1 2-4-16,2 6-8 15,-1 5 0-15,4 2-1 16,4 2 0-16,6-3 0 16,9-1-3-16,10 1-3 15,8 4 4-15,3 6 0 16,-1 8 0-16,-5 12 2 0,-7 7-2 15,-9 13 3-15,-5 5-3 16,-13 4 3-16,-6 3-5 16,-14 0 1-16,-3 1 1 15,-6 1 1-15,1-2 7 16,8-5 0-16,7-6 2 16,14-9-3-16,9-4-5 15,15-9-1-15,11-2-1 16,10-8-1-16,3 0 1 15,-2 4 2-15,-8 3-1 0,-9 10 2 16,-9 5-2-16,-15 8-5 16,-8 7 2-16,-18 9-2 15,-9 4 0-15,-17-1 4 16,-3-4-4-16,0-13-1 16,5-8-10-16,15-15-392 15,10-9 230-15</inkml:trace>
  <inkml:trace contextRef="#ctx0" brushRef="#br3" timeOffset="70732.99">13124 6560 2500 0,'11'51'98'0,"1"7"-26"0,4 5-44 0,3 1-17 0,1-4-6 0,1-13-13 0,-2-6-5 0,-4-16-4 16,1-8-1 0,-6-11 8-16,-4-4 6 0,-4-6 1 15,-3-6-5-15,2-7-660 16,7-5 453-16</inkml:trace>
  <inkml:trace contextRef="#ctx0" brushRef="#br3" timeOffset="70946.25">13386 6843 2414 0,'-5'18'104'0,"4"2"11"15,1 1-85-15,7-1-27 16,4-3 1-16,0-6-1 15,2-5-3-15,-3-8 1 16,0-5 1-16,-1-8-1 16,-1-4-1-16,0-6 2 0,-1-1-1 15,0-2-3-15,-2-1-6 16,-2 1-151-16,0-2-736 16,-2-4 696-16</inkml:trace>
  <inkml:trace contextRef="#ctx0" brushRef="#br3" timeOffset="71328.09">13557 6507 1485 0,'-3'-7'202'16,"1"-1"469"-16,3 3-633 15,1 3-28-15,3 2-14 16,1 3-13-16,-4 3 3 16,-1 0-1-16,-3 0 11 15,1-2 13-15,-3 2 21 16,4 0-1-16,2 2 11 15,0 2-14-15,7 6-12 0,-1 3-6 16,4 8-9-16,0 5 1 16,-1 8-9-16,-2-2 5 15,-1-1 1-15,-1-5 3 16,0-13 0-16,-1-3 0 16,0-12-4-16</inkml:trace>
  <inkml:trace contextRef="#ctx0" brushRef="#br3" timeOffset="71894.46">13747 6693 1583 0,'0'0'290'0,"0"1"278"0,1 0-508 0,0 0-20 0,26 8-14 0,-11-15-6 15,7-10-9-15,1-3-6 0,0-11 11 16,-3-2-3-16,-11 0-1 16,-6 0-3-16,-9 2-5 15,-4 3 0-15,-9 8-1 16,-1 4 1-16,-7 12-4 15,-2 9 1-15,3 18-1 16,-1 8 0-16,5 20 2 16,3 7 1-16,8 8-1 15,4-5 0-15,16-12-2 16,7-12 0-16,16-20 1 16,9-6 1-16,13-21-1 15,4-9-1-15,6-18-8 16,-2-6-16-16,-7-3-274 15,-2-2 177-15</inkml:trace>
  <inkml:trace contextRef="#ctx0" brushRef="#br3" timeOffset="72596.56">11608 8221 1577 0,'48'-15'233'0,"15"-9"221"0,9-4-371 0,16-10-74 0,6-3-3 0,7-3-1 16,4-2-1-16,14-6 3 15,0-1-2-15,-5-4 0 16,-4 3 4-16,-8 5-5 16,-7 4-1-16,-11 5-51 0,-9 2-635 15,-19 2 512-15</inkml:trace>
  <inkml:trace contextRef="#ctx0" brushRef="#br3" timeOffset="73977.83">11782 6995 1392 0,'29'-14'45'0,"-7"2"-3"0,-5 3-22 0,-17 9-17 0,-7-5-1 16,-15 9 4-16,-10 1 6 16,-13 4 43-16,-3 2 58 15,-5 1 43-15,-2 2-1 16,-2 3-38-16,-4 2-22 0,-13 7-41 16,-3 3-21-16,-5 8-20 15,-2 2-5-15,4 1 0 16,2 1 3-16,6 0 1 15,5-4 0-15,12 0-1 16,4-3-4-16,7-2 2 16,5-2 1-16,5-2-2 15,3-3 1-15,9-1-4 16,2-1 0-16,8 0 4 16,4 1 0-16,6 5 8 15,5 5 6-15,9 15 7 16,6 10-1-16,14 15-7 15,5 5-2-15,7 14-14 16,-1 1-1-16,-3 0-2 16,-6-6-3-16,-5-15 0 15,-4-7-5-15,-4-16 1 0,-1-9 2 16,0-10 2-16,5-7 3 16,8-16-4-16,7-8-10 15,11-27-1023-15,1-16 904 16</inkml:trace>
  <inkml:trace contextRef="#ctx0" brushRef="#br3" timeOffset="74678.42">12118 5405 2234 0,'-98'28'95'0,"-11"6"-68"0,-10 5-36 0,-9 7-25 0,-9 5-21 0,-8 8 16 16,-3 1 27-16,-3 3 39 15,5-1 21-15,13-2 12 16,7 3-11-16,23-4-4 16,9 2-10-16,20-5-19 15,10-2-3-15,16-3-6 16,8 0-3-16,15 4-3 16,8 1 3-16,13 6 1 0,5 6 1 15,12 16-1 1,5 6 1-16,12 20 8 0,7 10 0 15,1 2-2-15,2-5-3 16,2-17-4-16,-4-15-1 16,2-29-2-16,3-15-3 15,6-38-493-15,5-24 332 16</inkml:trace>
  <inkml:trace contextRef="#ctx0" brushRef="#br3" timeOffset="80378.06">11427 8660 2456 0,'0'0'70'0,"-1"12"-46"0,5 1-12 0,-1 16-3 0,1 7-2 15,-2 19 2-15,-2 6-4 16,2 7-4-16,2-1 4 15,8-14-138-15,9-11 105 16</inkml:trace>
  <inkml:trace contextRef="#ctx0" brushRef="#br3" timeOffset="80731.73">11794 8856 2645 0,'3'43'49'0,"9"-6"-25"15,7-8-22-15,6-14-3 16,-1-9-2-16,-4-11-1 0,-3-5 0 15,-5-14 4-15,-1-5-1 16,-6-11 0-16,-4 0 1 16,-7-4-2-16,-5 4-2 15,-8 3 3-15,-3 6-1 16,-9 9 1-16,-1 5-1 16,-4 12 0-16,1 8-2 15,5 15 1-15,5 9-4 0,12 10-88 16,5-4 65-16</inkml:trace>
  <inkml:trace contextRef="#ctx0" brushRef="#br3" timeOffset="81711.97">12231 8417 2393 0,'-8'46'90'0,"1"10"-6"0,2-1-53 0,5 3-27 0,1-7-4 16,1-16-28-16,-2-3-19 16,-1-17-952-16,-1-12 863 15</inkml:trace>
  <inkml:trace contextRef="#ctx0" brushRef="#br3" timeOffset="82045.03">11845 8314 2742 0,'-1'52'47'0,"10"-7"-31"16,9-7-23-16,10-23-16 15,5-14-3-15,1-23-1 16,0-8 3-16,-4-14 10 16,-3-2 3-16,-8-1 7 15,-3 2 4-15,-8 3 1 0,-4 5 5 16,-1 6 0-16,-3 6-3 15,-1 13 0-15,1 11-1 16,0 1-7-16,-7 2-9 16,1 20-39-16,-1 7-94 15,6 4 77-15</inkml:trace>
  <inkml:trace contextRef="#ctx0" brushRef="#br3" timeOffset="82396.99">12454 8653 2692 0,'-16'29'61'0,"6"-2"-7"16,4-5-36-16,7-4-18 16,4-6-4-16,2-7-10 0,2-3 1 15,-1-6 0-15,0-3 7 16,-3-9 7-16,-3-3 1 16,-3-2 4-16,-4 0-3 15,-6 8 5-15,-4 0-2 16,-5 9-6-16,-2 4 2 15,3 3-4-15,2 9-7 16,6 0-47-16,3 2-337 16,8-1 156-16</inkml:trace>
  <inkml:trace contextRef="#ctx0" brushRef="#br3" timeOffset="82829.83">11945 8201 1870 0,'-17'-8'302'0,"1"5"185"0,1 6-453 0,0 7-31 16,2 6-1-16,-2 17-12 0,1 3-11 0,3 10-188 16,4-3 136-16</inkml:trace>
  <inkml:trace contextRef="#ctx0" brushRef="#br3" timeOffset="83981.92">12949 8049 2306 0,'-2'3'114'0,"1"2"-5"0,2 8-85 0,4 6-8 0,3 11-11 0,2 3-1 0,0 6-3 16,0-3 1-16,-3-8 0 15,-4-2 0-15,-2-16 3 0,-1-2-5 16,0-8 2-16,0 0 3 16,-5-11 4-16,1-5 1 15,2-6 12-15,-2-9-7 16,4-1-4-16,1-1 0 16,3-2-8-16,2 6-1 15,3-1 1-15,3 3-3 16,3 5 2-16,3 1 0 0,2 7-2 15,1 3 3-15,-5 10-3 16,0 5 2-16,-9 12-1 16,-3 6-1-16,-6 8-1 15,-5 6 1-15,-7 2 0 16,-1-3 0-16,-3-3 0 16,-1-3 3-16,3-9 1 15,4-2 0-15,7-7-2 16,3-7-3-16,7 0-2 15,4-2-1-15,6 3 4 16,3 4 1-16,3 1 0 16,3-2 0-16,-3 1 0 15,-7-4 0-15,-7 3-1 16,-7 3 1-16,-12 4 0 16,-4 2-1-16,-9 3 0 0,-3 1-6 15,-5-2-211-15,-2-2 152 16</inkml:trace>
  <inkml:trace contextRef="#ctx0" brushRef="#br3" timeOffset="84199.28">13189 7599 2376 0,'13'18'137'0,"7"14"24"0,-1 14-107 0,6 21-40 0,-3 10-4 0,-4 9-6 15,-1 0-5-15,-9-1-13 16,-1-8-12-16,-3-10-120 16,-1-7-888-16,0-21 858 15</inkml:trace>
  <inkml:trace contextRef="#ctx0" brushRef="#br3" timeOffset="84628.58">13517 7938 2760 0,'-17'6'73'0,"1"0"-2"15,2 8-76-15,0 4-13 16,4 5-24-16,1 2-3 16,4-1-4-16,4-2 5 0,4-8 21 15,4-5 8-15,1-4 11 16,1-3 4-16,3-3 2 16,-2-4 2-16,5-6 1 15,2-4 1-15,-1-3-3 16,1-1-1-16,-5 1 0 15,-3 0-2-15,-3 4 2 16,-4 1-1-16,-2 5 0 16,0 2 0-16,0 6-1 15,0 0 1-15,0 0-1 16,1 0 1-16,13 13-1 16,-9-5 0-16,2 2-2 15,-2-1-4-15,2-3-18 16,2-4-78-16,4-7-516 15,2-3-38-15,3-9 429 0</inkml:trace>
  <inkml:trace contextRef="#ctx0" brushRef="#br3" timeOffset="85015.72">13820 7786 1446 0,'-13'5'173'0,"-3"5"520"0,-5 7-613 16,-1 6-26-16,1 3-22 15,0 3-2-15,5 0 0 16,3 1-2-16,9-3-6 16,5-4-3-16,9-7-3 15,4-3-7-15,5-11 2 16,2-5-8-16,3-13-2 16,2-8 3-16,1-12-4 15,-1-2 0-15,-3-3-1 16,-6-2-2-16,-7 6 1 15,-6 1 1-15,-7 1 1 16,-3 3 3-16,-2-1 3 16,-2 0 0-16,-1 0 5 15,3 2 5-15,3 7 6 16,1 7 0-16,7 13 1 16,3 10-9-16,7 29-3 0,3 18-1 15,-3 34-4-15,-2 10 2 16,-2 0-8-16,2-7-16 15,4-27-55-15,4-14-188 16,4-31 125-16</inkml:trace>
  <inkml:trace contextRef="#ctx0" brushRef="#br3" timeOffset="85261.22">14156 7580 2513 0,'-16'17'88'0,"-4"9"-32"16,-6 7-38-16,-1 12-12 0,0 3-2 0,6-4-1 0,6-5 2 0,10-17 0 16,5-7 2-16,7-11 3 15,6-3-4-15,6-11-1 16,4-5-1-16,11-12-5 15,2-4-9-15,9-4-63 16,2 0-360-16,-6 9 185 16</inkml:trace>
  <inkml:trace contextRef="#ctx0" brushRef="#br3" timeOffset="86365.27">11583 8248 1371 0,'8'-11'62'0,"-3"1"27"0,-6 2-28 0,-5 8 29 0,-10 0 8 0,-4 7 4 15,-8 8-10-15,-4 1 19 16,-16 6 29-16,-6-1-9 0,-13 5-53 16,-3 1-16-16,2 1-17 15,1 1-1 1,6-3 8-16,4-1-15 0,12 0-5 15,6-5-7-15,14-1-12 16,6 2-5-16,7-3-7 16,6 2-1-16,6 4-1 15,2 0-1-15,11 11-1 16,6 10-1-16,6 24 2 16,5 11-1-16,3 21-2 15,0 6-2-15,-1 1-8 16,-5-4 1-16,-3-15 1 15,-5-12 4-15,-3-24 8 16,-2-12 1-16,-5-17 4 16,-1-8 2-16,1-7 0 0,-1-4-2 15,3-5-2-15,4-3 0 16,8-7-2-16,8-5 0 16,22-9 1-16,11-3-1 15,14-6 0-15,7-2-4 16,13-6-421-16,7-4 252 15</inkml:trace>
  <inkml:trace contextRef="#ctx0" brushRef="#br3" timeOffset="88130.07">12308 5370 798 0,'-9'-10'103'0,"2"-3"59"0,1-1-79 0,4-4-21 0,0-2 2 0,-1 0 23 16,1 1 20-16,0 7 82 16,-1 4 88-16,1 17-88 15,2 15-58-15,5 31-65 16,2 16-27-16,8 44 1 15,2 17-5-15,4 41-496 16,-3 5 321-16</inkml:trace>
  <inkml:trace contextRef="#ctx0" brushRef="#br4" timeOffset="97013.42">19968 7682 1798 0,'-23'51'126'0,"2"-2"-10"0,13-9-53 0,8-7 0 0,12-14 5 15,7-7 11-15,8-13-26 16,4-8 1-16,4-19-6 0,1-8-8 16,0-11-16-16,-4-2-3 15,-11 3-12-15,-8 4-5 16,-14 10 1-16,-9 7-4 16,-16 15-2-16,-8 8-3 15,-12 20-2-15,-4 10 2 16,-1 21 4-16,7 5-1 15,12 3-101-15,12-6 71 0</inkml:trace>
  <inkml:trace contextRef="#ctx0" brushRef="#br4" timeOffset="97527.94">20262 7341 2642 0,'-21'2'56'15,"3"5"-33"-15,3 3-11 16,6 5-17-16,2 3-3 16,5-1-4-16,0-3 3 15,2-6 5-15,0-8 5 16,9-3 4-16,4-10 2 16,12-15 3-16,2-5-5 0,1-9 1 15,-3 1-5-15,-11 1-2 16,-6 4 0-1,-13 4-9-15,-5 1-1 0,-8 9 0 16,-6 3-1-16,-3 9 10 16,-3 7 2-16,1 9 7 15,0 10 0-15,-3 16-2 16,0 10-2-16,0 5-6 16,6-1 2-16,14-14-6 15,9-9-4-15,19-19-6 16,8-7-2-16,9-16-19 15,1-6-9-15,-2-8-14 16,-2-2-28-16,-8 0-237 16,-5 4-379-16,-5 2 554 15</inkml:trace>
  <inkml:trace contextRef="#ctx0" brushRef="#br4" timeOffset="98078.99">19590 7574 2409 0,'-16'18'94'0,"0"3"-12"0,4 10-56 0,4 4-12 0,8-3-7 0,3-2-1 16,7-11-1-16,4-8 1 16,9-12 5-16,4-10 0 15,8-15 1-15,2-6-2 16,1-11-7-16,-5 0-1 15,-8-1-2-15,-8 3 0 16,-14 7-2-16,-5 4-1 0,-13 10-1 16,-4 3 1-16,-9 14 3 15,0 7 0-15,-6 17-1 16,-2 8-3-16,7 13-23 16,0 3-105-16,15-8 86 15</inkml:trace>
  <inkml:trace contextRef="#ctx0" brushRef="#br4" timeOffset="98476.43">19408 7128 2643 0,'-21'52'46'0,"4"-2"-20"16,16-1-34-16,10-9-16 16,9-19-38-16,6-11-37 0,-1-18 18 15,-4-8 23-15,-1-11 71 16,-3-5 18-16,-1-8 13 15,-1-1 2-15,-4-3-16 16,-3 3-6-16,-6 5-5 16,-4 4-6-16,-5 10-5 15,-2 8 4-15,-5 14 3 16,0 8-5-16,-6 23-1 16,1 11-7-16,3 13-36 15,3 1-93-15,15-12 82 16</inkml:trace>
  <inkml:trace contextRef="#ctx0" brushRef="#br4" timeOffset="99043.89">19307 8256 2669 0,'-1'8'80'0,"4"4"-9"16,3-2-79-16,14-3-50 15,4-3-10-15,4-6 1 16,1-1-5-16,-9-2 43 15,-6-2 19-15,-7 4 34 16,-7 3 13-16,0 0 19 16,0 0-14-16,0 0-16 15,0 0-9-15,1 0-10 16,9 10-7-16,-4-1-2 16,1-1-1-16,2-4 0 15,1-5 0-15,1-4 1 16,-1-1 3-16,1-4-1 15,-5-3 1-15,-6-2-1 16,-3 1 1-16,-10-3 5 16,-2 6-2-16,-6 4 12 0,-3 5 9 15,-2 8 6-15,1 8 3 16,-4 9-9-16,2 2-13 16,5 8-11-16,1-5-4 15,13-5-12-15,6-6-9 16,14-14-11-16,8-4-6 15,6-17-10-15,6-2 4 0,-3-11-29 16,-5-2 1-16,-3 3 6 16,-6-1-30-16,-4 3 55 15</inkml:trace>
  <inkml:trace contextRef="#ctx0" brushRef="#br4" timeOffset="99494.15">19305 7777 2678 0,'-27'23'45'0,"6"7"-58"0,1 4-12 0,8 0-19 0,2-7-28 0,7-14 25 0,3-12 16 0,0-1 40 15,1-7 3-15,7-11 7 16,4-6 0-16,0-9-11 16,0 1 3-16,-6 2-4 15,-5 3 4-15,-6 11-5 16,-5 6-3-16,-7 11 2 16,-5 9 0-16,-2 18 1 15,-1 7 3-15,8 10-9 16,4-3-10-16,15-9-214 15,9-12 153-15</inkml:trace>
  <inkml:trace contextRef="#ctx0" brushRef="#br4" timeOffset="99911.2">19835 8199 3027 0,'-26'13'62'0,"3"4"-91"16,1 6-58-16,8 7-54 15,5-4-14-15,9 2 36 16,3-9 39-16,6-9 60 16,2-4 22-16,1-13 32 15,1-5 17-15,1-9 18 16,-1-3-17-16,-2-4-23 16,-1 0-9-16,-8 1-10 15,-4 1-5-15,-9 7-6 16,-3 4-5-16,-6 11-1 15,-3 5 0-15,0 12 8 0,0 8 3 16,1 9-4 0,5-3-22-16,10-3 15 0</inkml:trace>
  <inkml:trace contextRef="#ctx0" brushRef="#br4" timeOffset="100446.88">19933 7018 2819 0,'-11'-2'71'16,"3"-1"-23"-16,1 3-30 0,3 3-40 0,2 5-28 0,0 6-33 0,2 4-5 15,3-1 22-15,1-5 0 16,4-10 42-16,0-7 8 16,0-8 23-16,-1-3 21 15,-4-2 21-15,-2 0-7 16,-5 2-10-16,-3 4-8 0,-4 3-12 15,-2 3-7-15,-5 6-2 16,-1 3-2-16,0 6-4 16,-1 4-5-16,3 9-11 15,1 2-7-15,1 6-25 16,0 0-94-16,6-6 91 16</inkml:trace>
  <inkml:trace contextRef="#ctx0" brushRef="#br4" timeOffset="100913.94">18995 7320 2566 0,'-16'19'98'0,"0"12"-52"0,2 10-16 0,2 12-25 0,4 0-4 0,8-10-4 16,3-13-1-16,13-21-3 16,9-10 1-16,8-23 4 15,3-9 2-15,3-16 2 16,-8-4-4-16,-6 2-2 16,-5 5-4-16,-15 12-6 15,-5 6 5-15,-14 12 3 16,-4 4 3-16,-7 11 3 15,-8 5 3-15,-3 16 2 16,-4 8 1-16,-1 13-1 0,5 6-2 16,9 5-9-1,5-4-24-15,15-9 23 0</inkml:trace>
  <inkml:trace contextRef="#ctx0" brushRef="#br4" timeOffset="101411.01">18952 6769 2467 0,'-30'26'107'0,"2"5"-38"0,5 0-38 0,12-2-24 0,6-6-3 0,12-13 0 0,6-7-3 16,7-10 5-16,6-6 1 15,4-12 5-15,1-3-2 16,-2-5-2-16,-6-2-2 16,-9 4-4-16,-5 3 2 15,-10 5-1-15,-4 4-2 0,-8 9 3 16,-3 5-2-1,-7 13 1-15,-4 8 1 0,1 15-8 16,4 5-10-16,13 2-377 16,9-2 201-16</inkml:trace>
  <inkml:trace contextRef="#ctx0" brushRef="#br4" timeOffset="102060.81">18791 8195 2646 0,'0'0'56'0,"0"0"-31"0,0 0-26 0,-1 5-17 0,3 6 2 0,1 6 5 15,-2-1 4-15,-1 1 6 16,0-1 1-16,0-4 1 0,0-12-1 16,0 0 3-16,8 2-1 15,5-16 3-15,6-5-1 16,7-15-2-16,2-10 0 16,-5-3-8-16,-5-2-2 15,-15 10 0-15,-5 8 0 16,-14 12 9-16,-5 6 11 15,-5 15 15-15,-4 9 4 0,1 13-7 16,2 4-6-16,5 6-27 16,5 1-15-16,13-9-53 15,7-7-208-15,14-21 142 16</inkml:trace>
  <inkml:trace contextRef="#ctx0" brushRef="#br4" timeOffset="102527.95">18334 7593 2336 0,'-14'31'115'0,"4"3"-13"0,6 2-39 0,11-7-38 0,5-5-16 0,11-12-2 16,5-10 0-16,1-14 2 16,1-7-4-16,-4-10 2 15,-3-4 0-15,-7-2-3 16,-3 0 2-16,-8 2-4 16,-4 2 1-16,-6 6 5 15,-4 5 1-15,-2 10 15 16,-2 8 0-16,-1 11-4 15,-1 10-2-15,3 14-18 16,2 3-11-16,13-4-68 16,9-10-389-16,15-24 193 15</inkml:trace>
  <inkml:trace contextRef="#ctx0" brushRef="#br4" timeOffset="102959.84">18420 7122 2348 0,'-22'3'105'15,"2"0"29"-15,12 7-109 16,5 6-12-16,2 10-8 16,0 4-3-16,0 6-2 15,-1-3-2-15,-1-12 2 16,3-5 0-16,1-14 2 16,5-4 12-16,7-13 10 15,3-5 6-15,6-10 2 16,0-6-7-16,-3-2-15 15,-3-1-1-15,-8 9-6 16,-5 8-1-16,-7 7-4 16,-5 6-1-16,-7 9-5 0,-6 5 3 15,-3 12 3 1,-2 6 0-16,1 10-3 0,4 7-10 16,10 1-582-16,-2-1 325 15</inkml:trace>
  <inkml:trace contextRef="#ctx0" brushRef="#br4" timeOffset="106110">18044 7004 887 0,'-29'26'105'0,"-3"4"74"0,6 2-132 0,0 1-24 0,-1 4-21 16,5-2-6-16,-5 2-6 15,0-2-1-15,1 2 3 16,1 1 8-16,3 3 8 16,1 0 5-16,5 0 12 15,2-3 1-15,4-2-5 16,5-2-11-16,2 2-20 0,-1 2-6 16,2 5-7-16,-5 2 6 15,1 6 9-15,-1 3 2 16,0-1 6-16,3-2 0 15,1-3 0-15,1-4 0 16,2 1-4-16,-1 2-3 16,3 3-3-16,-1 1 4 0,2 4 0 15,0 2 2-15,0 4 4 16,2 2 0-16,0-6 10 16,2-3 13-16,1-9 22 15,3-5 11-15,4 1 4 16,3-3-6-16,4 5-25 15,2 4-9-15,-1 6-30 16,0 3-11-16,-1 3-16 16,0 0 2-16,3-5 12 15,1-2 7-15,3-4 24 16,3-6 10-16,5-5 13 16,2 0 0-16,8-4-6 15,0-2-35-15,6-4-147 16,2-3-54-16,-6-7-45 15,0-1 78-15,-5-4 265 0,-3-1 109 16,5-5 27-16,4-2-55 16,7-4-54-16,1-3-28 15,6-4-14-15,-2-2 3 16,3-2-40-16,0 1-8 16,5 0-18-16,-1 2-9 15,-3 3 0-15,1 2-3 16,-1 0 6-16,-1 1 0 0,5-1 0 15,-2-1-3-15,-5-5 0 16,2 0 0-16,-3-3 0 16,2-2-9-16,3-3-18 15,-1-1-38-15,1-1-116 16,0 1 24-16,-1 0-8 16,1-1 6-16,-4-1 98 15,-3-1 52-15,-4-2 31 16,1 0-1-16,1-7 2 15,2-2-7-15,0-4-14 16,-4-3-2-16,-4-2-9 16,-2-4-3-16,2-2 10 15,0-2 25-15,-2 0 43 16,-4 0-3-16,-6 3 1 16,-2 1-19-16,-1 0-31 0,2-3-13 15,-1-3-1-15,-4 0-3 16,-4-2 1-16,-4 6 2 15,-7 4 15-15,-3 1 30 16,-5 4 40-16,0 0 6 16,3-8 22-16,-6-3 15 15,2-6-95-15,-4-8-15 16,-4-4-12-16,0-4 0 16,-1-1 3-16,-5 2-6 0,-3 9 12 15,-8 5-9-15,-5 7 15 16,0 4 0-16,-6 5 27 15,4 2 14-15,-3 1 10 16,-3-2 3-16,2-7-33 16,-1-7-13-16,0-9-26 15,-2-3-9-15,1 0-11 16,0 4 2-16,-2 13 6 16,-6 7 9-16,-5 8 47 15,-1 5 19-15,-5 5-1 16,2 3-9-16,-5 3-20 15,-2 1-16-15,-7-1-7 16,-4 0-13-16,-5-2-9 16,1 1-2-16,-2 0 2 15,-1 1 3-15,-1 4 13 16,1 3 7-16,-4 5 9 0,-3 5-6 16,-5 7-8-16,-3 6-4 15,-5 4-10-15,1 0 0 16,-7-3 2-16,1-4-2 15,3-6 5-15,0-2 0 16,5-2-2-16,-2-3 2 0,0 1-11 16,-3 1 0-16,1 4-1 15,1 2 2-15,1 5 1 16,4 2 5-16,-1 2-6 16,4 2-2-16,4 3 0 15,3 4-10-15,9 3-10 16,5 2-125-16,9 1 100 15</inkml:trace>
  <inkml:trace contextRef="#ctx0" brushRef="#br4" timeOffset="108314.54">20120 5856 855 0,'-7'-8'21'0,"-5"1"-30"0,-3 1 4 0,-8 1 44 0,-1 3 50 0,-2 0 50 0,-2 1 0 16,-1 2-17-16,1 1-31 0,-4 2-52 15,-6 2-22-15,-4 3-24 16,-6-1-13-16,-10 1-9 16,-1 1 2-16,-9 1 13 15,-2-1 7-15,-8 2 7 16,-3 2 0-16,4 3 0 16,0 2 0-16,7 5-2 15,-3 1-4-15,-4 3-19 16,-3 1-10-16,-3 0 0 15,-1-1 6-15,-5 0 19 16,0-2 12-16,-2 0 8 16,0 1 3-16,2 2 7 15,1 1 3-15,1 6 8 16,2 5 6-16,0 5 6 16,3 3-3-16,0 5-5 0,1 2 42 15,-5 11 3-15,-3 6 7 16,0 7 39-16,-1 3-4 15,13 2-8-15,5 2-13 16,11-1-44-16,6 0-26 16,12-3-18-16,4-1 1 15,2 3-8-15,1 4-4 16,-3 10 3-16,3 6-5 16,6 6 3-16,5 2-1 0,10 2 0 15,6-7 2-15,13-2 1 16,8 0-3-16,14-3 4 15,5 4-3-15,5 10-3 16,2 6 0-16,3 8 0 16,0 0-1-16,5-9-17 15,4-10-12-15,11-13-82 16,5-4-85-16,9-8-102 16,5 0 44-16,14 0 86 15,4 0-23-15,7-1-110 16,3-3 6-16,-1-9 190 15,3-6 118-15,6-13 239 16,1-4 43-16,-1-7-83 16,8-2-60-16,8-8-21 15,6-2 72-15,11-9 64 0,-2-7-35 16,5-10-103-16,-2-7-72 16,-9-14-22-16,1-8-2 15,-9-18-13-15,-1-7-1 16,2-10-7-16,0-5-5 15,8-8-1-15,1-3 2 16,8-7-3-16,2-3-2 16,-7-5-1-16,8-4-1 0,-14-3 4 15,1-5-4-15,-13 2 0 16,-18 2 0-16,-7-6 3 16,-5-4 0-16,-1-11 2 15,-1-8-4-15,-13 8 0 16,-11 6 3-16,-21 4 26 15,-5 2 15-15,-17-6 7 16,-5-6-15-16,-11-7-14 16,-7-2-5-16,-9-13-11 15,-5-5 0-15,-15-7-3 16,-6-1-4-16,-20 5 0 16,-13 5-4-16,-31 19 0 15,-13 14 3-15,-12 20 1 16,-5 9-1-16,-8 10-5 15,6 5 0-15,-19 3 0 16,-5-1-1-16,-3 3-6 16,-6 1-14-16,-1 3-35 0,-4 4-38 15,-6 6-92-15,-5 5-206 16,-4 16-169-16,-1 10 407 16</inkml:trace>
  <inkml:trace contextRef="#ctx0" brushRef="#br4" timeOffset="109626.94">19577 5652 1154 0,'-129'10'40'0,"-2"3"11"0,0 5-36 0,-5 4-7 0,3 3-12 16,-5 0-6-16,-9 5-7 16,-2-1 3-16,-9 7 5 15,0 2 13-15,-1 11 52 0,3 6 23 16,3 7 39-16,6 4 54 16,16 4 13-16,9 4-57 15,17 7-86-15,10 1-9 16,11 7-21-16,5 3-3 15,5 8 3-15,4 9 15 16,7 21 18-16,4 7 11 16,16 17 4-16,7 8-9 0,15 5-25 15,11 2-12-15,19-5-1 16,10-8-3-16,24-12-1 16,10-6-2-16,25-9-6 15,7-1-1-15,11 9 2 16,2 3 0-16,4 3-6 15,0 0-8-15,6-17-47 16,6-7-258-16,0-17-185 16,6-7 260-16,10-13 22 15,0-4 74-15,17-6 189 16,3 0 41-16,8 0 27 16,5-3-5-16,2-2-15 15,0-5-5-15,-5-4 9 16,5-4 94-16,-10-4 95 15,1-4-24-15,3-13-119 0,-6-11-62 16,3-23-46-16,0-12-9 16,3-23-17-16,0-9 2 15,4-9-4-15,-4-7-1 16,0-6-4-16,-6-7 0 16,-12-8 2-16,2-7 8 15,-19-10 18-15,2-6-1 16,8-11 11-16,-5-5-22 15,1 1-8-15,-10-7-3 0,-33-8-4 16,-9-6 1-16,-22-4-1 16,-9 0 1-16,-17-11 0 15,-11 0 0-15,-19-17 0 16,-11-1 2-16,-15 1 2 16,-7-1 1-16,-7-3 1 15,-5-1 0-15,-9-1-14 16,-9 3-7-16,-21 9-18 15,-15 3-9-15,-24 8 0 16,-3 3-13-16,-15 20 12 16,-7 12-7-16,-19 28-17 15,-13 12 20-15,-25 19 6 16,-8 7 6-16,-11 9 27 16,-4 4 3-16,11 10-30 0,6 7-47 15,9 14-79-15,4 12-80 16,4 25-75-16,-6 15 14 15,-7 27 151-15</inkml:trace>
  <inkml:trace contextRef="#ctx0" brushRef="#br4" timeOffset="118493.52">20919 4277 2276 0,'0'25'86'0,"0"12"-47"16,0 14-24-16,0 14 1 0,4 1-5 0,0 6-1 0,-1-4 2 0,2-4-4 0,-2-4-3 0,0-16-2 15,1-8-3-15,-3-18 2 16,-1-17 18-16,0-1 25 16,3-13 4-16,1-17-5 15,0-7-25-15,0-14-12 16,1-3-5-16,0-1-1 16,3 1-1-16,1-4-2 15,3-5 1-15,5-6-2 16,5-2 2-16,5 10-1 15,4 7 1-15,4 20 0 16,-6 11 2-16,-3 14-1 16,-12 10-2-16,-15 20 2 15,-7 12 0-15,-20 23 2 0,-5 12 1 16,-9 12-3-16,-1-1-1 16,5-11-1-16,0-11 1 15,12-22-2-15,7-10-5 16,0-18-187-16,2-7 143 15</inkml:trace>
  <inkml:trace contextRef="#ctx0" brushRef="#br4" timeOffset="119239.34">21229 4695 1894 0,'6'-3'77'0,"3"0"-71"0,-4 3-18 0,-5 6-35 0,2 0-7 0,-4 4 72 0,0 1 38 0,1 0 64 0,-1 1 29 16,-7-2-47-16,5-3-59 16,-4-4-19-16,8-3-7 0,0 0-3 15,-11-10 2-15,14-4-11 16,1-2-1-16,1-2-3 15,6 2 3-15,4-2 1 16,2 1 2-16,8 5-3 16,1 0-1-16,-2 9 1 15,0 2 3-15,-6 7 2 16,-4 2-2-16,-6 6 6 16,-3 2 3-16,-5 2 4 15,2 1 0-15,2-4 4 16,3-2-7-16,11-7-3 15,1-4 0-15,11-6-5 16,-4-5-6-16,-4-4 2 16,2-1-2-16,-10 0-3 15,1 1 0-15,-6 2-3 16,-4 3 3-16,-5 1 3 16,3 2-2-16,0-1 1 0,6 1-2 15,3-2 0-15,-1-1 0 16,-2 2-3-16,-9 2-5 15,-8 4-6-15,-4 1-7 16,-1 1 2-16,3-1 2 16,-3 0 11-16,-1 2 6 15,1-1 5-15,-1 0-3 16,-4-1 1-16,4-1-3 0,-6 0-3 16,0 2-2-16,9-2-8 15,0 1-19-15,8-4-123 16,3-2-483-16,9-6 422 15</inkml:trace>
  <inkml:trace contextRef="#ctx0" brushRef="#br4" timeOffset="121056.98">21779 4297 2662 0,'6'-10'52'0,"3"3"-25"0,9 11-39 0,-3 9-5 0,5 14-10 0,-8 7 0 0,-7 6-1 0,-5 3-1 16,-13 1 21-16,-2-3 12 15,1-11 5-15,4-2-4 16,10-15 2-16,1-3 2 0,7-10 1 16,6-6-2-16,1-5-3 15,5-5 0-15,11 0-4 16,-4 3 0-16,5 1 2 16,1 5-4-16,-6 4 1 15,-2 3-1-15,-3 4 1 16,-7 7 0-16,-6 5 0 15,-6 5 2-15,-8 3 2 16,-4 1 2-16,-9-1 2 16,0-2-2-16,-9-5-2 15,-1-4 0-15,-2-8-10 16,-7-7-16-16,5-9-126 16,6-3-170-16,9-6-270 15,15 0 308-15,21-1 82 16,9 0 35-16,18 1 56 15,2 3 18-15,5 2 50 0,2 0 24 16,-6 4 24-16,1 2 23 16,-10 3 52-16,-7 2 36 15,-12 5 35-15,-3-1-18 16,-11 3-18-16,-1 1-1 16,-9 2 97-16,-5 2 66 15,-7 3-3-15,-1 3-108 16,-6 0-64-16,2 3-11 0,0-2-55 15,3-3-9-15,10-1-17 16,7-11-11-16,0 0-4 16,6 5-1-16,7-9 2 15,2-1 3-15,3-3 0 16,1 1 0-16,-3 1-2 16,1 2 0-16,-7 2 1 15,-3 2-1-15,-1 6 2 16,-3 2 0-16,1 1 0 15,-1-2 2-15,3-6-7 16,2-5-1-16,7-8-39 16,4-7-50-16,3-7-363 15,0 0-217-15,-7-1 441 16,-4 1 102-16,-6 1 227 16,-4 5 81-16,-2-2-38 0,-1 6 57 15,0 2-129-15,1-2-27 16,1-2-15-16,3-1 3 15,1-4 14-15,1-1 16 16,1 15 36-16,-1 2 5 16,1 12 13-16,-2 11-22 15,-1 9 5-15,0 8 2 16,1 11-34-16,2-4-27 16,5-3-24-16,3-6-9 15,4-14-26-15,1-2-9 0,0-15-37 16,3-2-42-16,-1-8-71 15,-2-5-226-15,-1 1-22 16,-1-5 228-16,1 4 80 16,1 4 77-16,1 4 80 15,-2 12 6-15,0 3-10 16,-4 3-8-16,-3 3 10 16,-4-1 19-16,-6 2 64 15,0 0 115-15,-2-1 120 16,0 0-48-16,0-2-185 15,-1-4-35-15,1-1-45 16,1-7-21-16,0 0-11 16,0 0-1-16,-2-9-2 15,1-5 1-15,0-5-5 0,1-3-1 16,0-6-3-16,3 1 0 16,2-4 3-16,0-2 0 15,3-1 0-15,-1 0 0 16,4-4 0-16,-1 3 0 15,5 0 0-15,1 0 3 16,6 8-2-16,4 3 0 0,1 13-1 16,1 8 4-1,-5 16 0-15,-4 9 2 0,-7 13 2 16,-5 8 0-16,-8 12 0 16,-3 2-4-16,-3 1-7 15,0-7-10-15,1-22-10 16,-2-7-17-16,3-15-32 15,-1-7-13-15,1-6-19 16,3-1-23-16,-5-5 26 16,0-4 32-16,-4 0 66 15,0 2 12-15,2 3 27 16,-1 7 21-16,10 4 50 16,0 0-22-16,0 0-19 15,10-4-19-15,4 4-26 16,2 0 0-16,2-2-2 0,2-1 7 15,-2 2 7-15,1-2 3 16,-4 1-3-16,-3 2-7 16,-3 3-3-16,-3 2 0 15,-3 4 3-15,-2 4-4 16,1 2-4-16,-2 0-5 16,1-2-10-16,4-6-1 15,2-6-2-15,4-1-3 16,4-4 3-16,4-1 1 0,3-7 4 15,2 0-2-15,1-1 0 16,0 1 0-16,-3 6-2 16,0 0 2-16,-9 6-3 15,0 3 1-15,-6 13-5 16,-2 5 1-16,-2 9 1 16,-2 2-1-16,2 0 2 15,-3 0-1-15,0 1-9 16,-6 2-3-16,-9 2 0 15,-3-1-2-15,-14-2 8 16,-6-2 4-16,-13-6 6 16,-6-4 2-16,-7-8-4 15,-3-4-11-15,-8-10-32 16,-6-3-43-16,-18-7 20 16</inkml:trace>
  <inkml:trace contextRef="#ctx0" brushRef="#br4" timeOffset="121227.92">21408 4884 1123 0,'-75'16'44'0,"1"-1"222"0</inkml:trace>
  <inkml:trace contextRef="#ctx0" brushRef="#br4" timeOffset="121343.56">21102 4950 1726 0,'24'-2'224'0,"20"-6"150"0,13-5-233 0,35-6-61 0,14-3-7 0,28-1-38 15,24-1-13-15,21 1-10 16,4 0-2-16,7-1-4 16,0-2-3-16,-9 2-1 15,-3 2-1-15,-12-1 2 16,-12 3-2-16,-18 3-2 16,-10 2-5-16,-23 3-15 15,-16 2-191-15,-23 0 127 16</inkml:trace>
  <inkml:trace contextRef="#ctx0" brushRef="#br4" timeOffset="122413">21748 4293 2473 0,'6'-21'84'0,"-8"-5"-25"0,-8-6-34 0,-10-12-18 0,-9-5 1 0,1-14-4 0,-6-8 1 0,-17-14 4 15,-4-4-1-15,-27 0 8 16,-8 4-5-16,-18 3-1 16,-11 3-3-16,-20-1-3 15,-12-1 1-15,-9 6-4 16,-4 4 1-16,11 3 1 16,7 3 5-16,14 0 0 15,6-2-1-15,9-2-8 16,2-1-5-16,1 5-3 15,5 5 4-15,2 15 7 16,8 5 2-16,18 11 0 16,13 8-16-16,23 7-157 15,13 5 104-15</inkml:trace>
  <inkml:trace contextRef="#ctx0" brushRef="#br4" timeOffset="122827.11">18887 2516 2511 0,'-11'6'36'0,"11"-6"-12"0,0 0-16 0,0 0 0 0,5 0-5 15,8 0-3-15,12 2 7 16,8 4-3-16,9 8 6 0,2 6-3 16,11 14 0-16,4 9 1 15,15 15-8-15,6 5-3 16,9 2-40-16,0 1-90 16,-5-8 76-16</inkml:trace>
  <inkml:trace contextRef="#ctx0" brushRef="#br4" timeOffset="123643.31">19192 2334 2597 0,'-93'21'-36'0,"2"-3"31"0,5-4 5 0,10-2-56 0,11 0-798 16,9-5 672-16</inkml:trace>
  <inkml:trace contextRef="#ctx0" brushRef="#br4" timeOffset="176357.06">12870 11485 2127 0,'-10'19'225'0,"0"6"79"0,5 17-279 0,3 9-14 0,3 14-6 0,2 4-1 0,3-3-2 0,2-4 0 0,-3-16-2 16,4-11 0-16,-1-12 0 15,0-8 0-15,5-9 5 16,2-5 1-16,4-11-2 15,2-4-2-15,2-9-2 16,-3-3 0-16,-4-3-1 16,-4-3-3-16,-5-3-4 15,-2 2-2-15,-5-4-1 16,0 4 0-16,-1 1-8 16,-2 1-9-16,0 5-39 15,1 1-24-15,2 8-326 16,1 4 232-16</inkml:trace>
  <inkml:trace contextRef="#ctx0" brushRef="#br4" timeOffset="176797.82">13202 11870 2663 0,'0'0'-45'15,"0"0"-23"-15,-3 15 0 16,4 0 11-16,-1 1 33 15,-4 0 16-15,3-5 8 16,0-5 13-16,1-6 19 16,0 0 8-16,0 0 5 15,6-19-5-15,2-5-20 16,-1-1-11-16,5-1-8 16,1 3-2-16,-1 4-10 15,1 3-1-15,-5 9 0 16,3 3 0-16,-7 11 8 0,0 4 3 15,0 12 4-15,-3 4 6 16,5-2 1-16,-2-2 2 16,9-7-7-16,3-4-8 15,7-12-257-15,4-6 148 16</inkml:trace>
  <inkml:trace contextRef="#ctx0" brushRef="#br4" timeOffset="177760.34">13699 11357 2703 0,'-7'12'74'16,"-3"6"9"-16,1 25-67 15,1 12-10-15,4 20-10 16,4 3-12-16,2-5-23 15,4-7-10-15,6-14 0 16,-1-7 11-16,1-14 25 16,-4-9 6-16,-6-14 8 15,-2-8 2-15,0 0-5 16,0 0-6-16,-16-13-26 16,0-4-36-16,-3-6-29 0,-2 0-1 15,3 3 6-15,0 2 8 16,0 5 56-16,2 2 24 15,-3 5 33-15,3 5 20 16,1 7 50-16,1 8-28 16,6 8 5-16,-1 2-4 15,9 3-24-15,3-2-2 0,11-4-18 16,5-4-13-16,9-6-5 16,2-4-1-16,6-7 0 15,-2-2-3-15,-1-7 0 16,2-2-2-16,-4-1-2 15,0-2 2-15,-7 0-3 16,-1 2 1-16,-9 2 0 16,-4 2-1-16,-7 2-1 15,-3 6-1-15,0 0 4 16,0 0 3-16,0 0 4 16,0 0-2-16,0 0-3 15,0 0-2-15,0 1 0 16,-2 14-1-16,10-6 0 15,0-3-2-15,4-5 2 16,1-1 0-16,2-6 1 16,1-5 0-16,-1-4 0 0,0-2 0 15,-6-2-1-15,-2 0 1 16,-6 4-3-16,-1 2-1 16,-7 5-3-16,-3 3-2 15,-8 5 1-15,-1 6 1 16,-5 8 8-16,-1 5 2 15,5 7 6-15,1 2-1 0,11 0 2 16,4-2-4-16,10-8 1 16,6-3-1-16,11-9-7 15,5-6 0-15,8-9-3 16,0-6-4-16,4-6 4 16,-2-1-3-16,-5-1 2 15,-3 3 2-15,-8 4 1 16,-6 2 1-16,-5 9 0 15,-4 1-1-15,-3 6-3 16,0 3 3-16,0 3 0 16,0 4-1-16,-1 1 3 15,1 1 0-15,-2-2 1 16,-1 0 1-16,2-5 6 16,-2-3 2-16,3-2 9 15,4-4 2-15,7-5 0 16,4-8-5-16,4-12-3 0,4-9-20 15,1-13-69-15,2-4-641 16,7 6 337-16</inkml:trace>
  <inkml:trace contextRef="#ctx0" brushRef="#br4" timeOffset="178124.33">14997 11210 2567 0,'0'0'93'0,"0"0"-39"0,-2 13-39 0,3 24-12 0,-1 14-3 0,0 27 1 16,-2 12-2-16,-1 5-7 0,1-1-8 15,2-14-31 1,0-6-58-16,1-21-270 0,2-9-424 15,-6-18 625-15</inkml:trace>
  <inkml:trace contextRef="#ctx0" brushRef="#br4" timeOffset="178872.74">14824 11716 2821 0,'31'-24'9'0,"13"-6"-11"16,7-2 1-16,12-3-3 16,4-2 1-16,2-4-2 15,-4 0 1-15,-19-2-2 16,-7 2-1-16,-13-4-2 16,-9 1-1-16,-7-1-1 15,-5 1 7-15,-11 8 1 16,0 4 3-16,-5 7 21 15,-6 8 3-15,4 10 7 16,-2 7 1-16,-7 22-18 16,1 12-3-16,2 27-5 0,2 8 0 15,8 10-2-15,3 0-3 16,6-8-8-16,6-4-12 16,8-15-7-16,4-7 2 15,-1-16 6-15,1-8 6 16,-4-10 3-16,0-5-10 15,-2-8-10-15,1-3-2 0,0-7-6 16,-1-1 5-16,2-3-15 16,-1 1-1-16,-9 3 13 15,-1 4 11-15,-3 8 22 16,0-1 8-16,0 1 18 16,0 0 6-16,0 0 3 15,7 0-7-15,0 7-10 16,7 2-5-16,-3-1-6 15,3 1-5-15,9-3 0 16,-3-3 0-16,10-3 0 16,-3 0 0-16,1-5 0 15,3-2 0-15,0-1 2 16,-4-2-1-16,-3 1 0 16,-4 2 0-16,-7 1 2 15,-6 0 4-15,-5 0 10 16,-3 1 3-16,-6-2 0 0,0 0-3 15,-6-1-16-15,-3-2-1 16,-3 3-5-16,-4 2 0 16,-2 1 5-16,0 4 0 15,0 5 0-15,-2 6-1 16,7 14 5-16,7 6 6 16,13 9 2-16,12 3 2 15,16-4-20-15,9-3-21 0,18-13-51 16,5-8-416-16,14-18 243 15</inkml:trace>
  <inkml:trace contextRef="#ctx0" brushRef="#br4" timeOffset="180025.87">16709 11101 2660 0,'-1'14'67'0,"0"10"3"0,3 27-55 0,0 12-11 0,0 13-2 0,-2-1-5 0,-1-4-21 0,1-5-5 0,3-9-4 16,3-11 9-16,2-18 15 15,0-9 3-15,-3-11 8 16,1-7 0-16,2-6 3 16,2-5 0-16,4-12-8 15,-1-5-5-15,3-5-15 16,-1-1-2-16,-3 8-9 15,2 5 8-15,-8 9 17 16,2 5 12-16,-8 6 16 16,0 0 6-16,13 19 0 15,-9 0-10-15,4 11-4 0,1 0-7 16,-1-3 0-16,2-6-2 16,4-9-1-16,1-7 0 15,4-8-4-15,2-4 0 16,3-9-9-16,-1 0-7 15,-3-3-9-15,-2 4-5 16,-8 5 11-16,-2 4 14 0,-8 6 12 16,0 0 6-16,-2 8 14 15,-2 4-2-15,0 6 7 16,0 2-10-16,4-2-2 16,3-1-5-16,6-3-3 15,4-4-1-15,5-4-3 16,1-2 0-16,3-5 1 15,-1-4-1-15,1-4 0 16,-5-3-2-16,-3-4-8 16,-6 0-7-16,-7-2-8 15,-4 0-1-15,-9 2 7 16,-1 2 9-16,-5 2 16 16,1 2 11-16,1 3 14 15,0 1-1-15,4 3-7 16,1-1-6-16,5 0-20 0,6 4-8 15,0 0 0-15,9-7 1 16,8 6 2-16,5 1 8 16,1 6 1-16,3 4 2 15,-3 8 0-15,-4 4 1 16,-3 1-5-16,-2 2-2 16,-2-1-2-16,-1-3 0 15,2-4 0-15,0-4 0 16,0-4 3-16,1-3-4 0,1-3 1 15,0-2 0 1,0-3 0-16,-2-3 0 0,-2-2 0 16,-2-3 2-16,-5-3 2 15,0-1-2-15,-7-3-2 16,-3 0-2-16,-5 1-1 16,-6 2 3-16,-5 6 0 15,-5 1-2-15,0 3 4 16,1 3 1-16,9 1-1 15,2 0-9-15,9 0-41 16,4-4-29-16,9-4 37 16</inkml:trace>
  <inkml:trace contextRef="#ctx0" brushRef="#br4" timeOffset="180457.9">17904 11152 2872 0,'0'0'100'0,"0"0"58"0,2 8-144 0,3 7-16 0,4 21-13 0,2 12-5 0,-1 10-18 15,-3 3-8-15,6-7-9 16,-2-6 6-16,0-9 9 15,2-6 9-15,-6-11 18 16,1-4 3-16,-4-12 10 16,-4-6 1-16,0 0-6 15,0 0-12-15,-17-14-16 16,1 0-10-16,-13-4-3 16,-5 1 8-16,-7 8 2 15,-1 5 24-15,0 11 49 16,-2 5 5-16,8 8 37 15,4 1 12-15,15-2-5 16,8 0-17-16,21-2-36 16,14-2-17-16,23-5-33 15,13-3-20-15,16-9-52 16,3-4-23-16,5-4-103 0,-3 2-781 16,-1 0 809-16</inkml:trace>
  <inkml:trace contextRef="#ctx0" brushRef="#br4" timeOffset="180923.98">15851 11953 2830 0,'178'-17'4'0,"19"-2"-4"0,1 2 0 0,10 3-1 0,-1 3-1 0,-12 3 2 16,-5 5 0-16,-18 3 0 16,-11 0 3-16,-23 2-13 15,-12-1-38-15,-22-3 33 16</inkml:trace>
  <inkml:trace contextRef="#ctx0" brushRef="#br4" timeOffset="181609.83">18864 11477 2746 0,'0'0'85'0,"11"6"7"0,5-1-46 0,12-4-27 0,10 2-6 0,9-5-33 0,-2-2-37 0,4-2-76 15,-4-2-600-15,-10-7 309 16</inkml:trace>
  <inkml:trace contextRef="#ctx0" brushRef="#br4" timeOffset="182224.2">19981 11165 2977 0,'-26'-6'79'16,"-2"3"-5"-16,-5 3-66 15,-6 11-58-15,-3 5-27 16,-6 21-10-16,-1 8 3 16,0 13 40-16,5 6 28 15,9 4 23-15,5 3 5 0,23-5-1 16,7-4-4-16,20-16 7 15,7-11 2-15,9-17 9 16,3-8 2-16,5-17-4 16,1-7-5-16,5-15-15 15,1-4-14-15,-5-6-21 16,-5-1-12-16,-16 5 0 16,-9 2 12-16,-15 9 16 15,-2 6 12-15,-15 7 20 16,-3 6 10-16,-9 5 18 15,-4 6 8-15,-4 9-5 16,2 4-4-16,8 0-14 16,5-1-13-16,16-5-28 15,8-3-10-15,15-6-8 16,7-3 4-16,9-5 11 16,2-6 4-16,-1-3 8 0,0-3-4 15,-5 0 5-15,-3 0-1 16,-8 1 0-16,-5 5 2 15,-7 4 0-15,-1 3 2 16,-4 5-1-16,-1 3 4 16,-3 13 1-16,-6 6-1 15,-1 12-8-15,-1 2-11 16,1-6-30-16,5-5-9 0,4-14-7 16,0-7-6-16,11-13-126 15,-1-10-502-15,11-14 438 16</inkml:trace>
  <inkml:trace contextRef="#ctx0" brushRef="#br4" timeOffset="182744.56">20258 11309 2650 0,'-10'21'105'0,"-3"5"17"0,-2 7-48 0,0 6-63 0,2 3-17 0,0-4-38 15,3-5-26-15,3-10-13 16,3-8 8-16,4-15 38 16,0 0 18-16,0-8 28 0,1-10 1 15,6-7 1-15,-1-7 0 16,5 0 4-16,0-1 1 16,-2-1-2-16,4 2-3 15,-2-3-1-15,2 3 4 16,1 6 13-16,2 7 1 15,-1 12 3-15,-2 5 4 16,-4 18-9-16,-1 9-7 16,-3 17-4-16,-2 5-8 0,-2-4-3 15,0-5-1-15,5-13-5 16,1-9-3-16,9-15-25 16,2-9-12-16,8-20-13 15,2-8-2-15,-1-19 25 16,-1-4 12-16,-5 1 17 15,-3 1 3-15,-2 11 1 16,-2 8 2-16,-3 15 5 16,-3 8 17-16,-3 15 39 15,-2 4 6-15,-2 24-2 16,0 11-10-16,2 24-33 16,-1 4-5-16,7-9-15 15,2-6-10-15,5-20-34 16,0-9-33-16,-1-14-90 15,1-9 83-15</inkml:trace>
  <inkml:trace contextRef="#ctx0" brushRef="#br4" timeOffset="183273.87">21091 11047 2699 0,'-1'19'60'0,"1"3"-11"0,5 7-40 0,2 0-3 0,-2 3-6 0,1 0 0 0,-5 5-5 16,-1 1 0-16,-2-6 4 15,-3-3 0-15,2-14 1 16,0-5 0-16,2-5 0 15,1-5 4-15,0 0 9 16,2-8 21-16,5-12 8 16,2-15-4-16,8-18-6 15,4-7-19-15,7-9-9 16,0 6-7-16,4 13-3 16,-4 11-2-16,-5 19-9 0,-3 11 11 15,-14 15 16-15,-2 10 7 16,-2 16 18-16,-1 10-4 15,5 7-11-15,2 0-4 16,12-4-12-16,4-7-4 16,11-8 0-16,0-8-1 15,-1-20 2-15,1-6 0 16,-10-18 9-16,-9-5 1 16,-1-5-1-16,-8-5 1 15,1-5-6-15,2-3-3 0,-1 12-4 16,-3 4 0-16,-5 17-28 15,4 13-14-15,-5 19-42 16,0 13-26-16,3 16 62 16</inkml:trace>
  <inkml:trace contextRef="#ctx0" brushRef="#br4" timeOffset="183728.78">22241 11138 1849 0,'-20'5'400'15,"-3"3"117"-15,-3-2-444 0,6 5-57 0,0-1-11 0,8 0-8 0,8 2-7 0,8 0 0 16,6 0 4-16,6 1 2 15,1-2 4-15,3 7 4 16,0 0 0-16,-3-1 3 16,-3 1 1-16,-9-4-4 15,-5 2-4-15,-12-1-7 16,-10 0-2-16,-13-5-13 16,-8-5-9-16,-3-11-38 15,1-8-147-15,1-26 108 16</inkml:trace>
  <inkml:trace contextRef="#ctx0" brushRef="#br4" timeOffset="183873.98">21822 10749 2456 0,'9'5'197'0,"3"5"0"15,-6 20-125-15,2 20-24 16,-8 29-45-16,-3 13-42 15,5 7-373-15,-7-5 212 16</inkml:trace>
  <inkml:trace contextRef="#ctx0" brushRef="#br4" timeOffset="184456.4">22577 11198 2653 0,'-3'5'56'0,"0"6"-17"0,1 4-28 0,1 10-24 0,1 3-7 0,8-2-9 16,1-4-1-16,6-12 13 16,3-3 10-16,3-5 25 15,4-2 9-15,3-7 18 16,0-2 3-16,-4-12-8 15,-3-1-5-15,-3-5-21 16,-2-2-23-16,-4 3-38 16,-1-1-28-16,-7-1-79 15,-1 4-69-15,-4 7-12 16,-1 5 26-16,2 8 149 0,1-1-69 16,7-3 93-16</inkml:trace>
  <inkml:trace contextRef="#ctx0" brushRef="#br4" timeOffset="184723.49">23002 11158 3004 0,'-8'16'-18'16,"2"-3"-20"-16,6-4-14 15,4-3-6-15,1-2 28 16,2 1 18-16,1 1 13 16,2 0 2-16,-2 4-1 15,1-3-1-15,-4 12-1 16,-3 1-3-16,-4-1-31 16,-6 2-16-16,-10-10-149 15,-4 0-568-15,-9-5 510 16</inkml:trace>
  <inkml:trace contextRef="#ctx0" brushRef="#br4" timeOffset="185056.65">23395 11144 2782 0,'16'-25'36'0,"-3"-7"-21"16,0 0-15-16,-6 0-14 16,-3 3-11-16,-10 7-6 15,-8-4 3-15,-14 20 12 16,-8 6 10-16,-11 21 22 15,-5 19 14-15,-2 18 10 16,4 5 8-16,19 12 3 16,15-2-12-16,35-16-10 15,16-6-18-15,30-28-84 16,10-9-122-16,8-23 93 16</inkml:trace>
  <inkml:trace contextRef="#ctx0" brushRef="#br4" timeOffset="206708.18">15593 6297 2642 0,'0'-13'59'0,"5"-7"-8"0,5-5-34 0,5-12-7 0,4-8 2 0,6-9 12 15,0-7 12-15,5-8 8 16,0-2-7-16,0-7-8 16,-1 0-8-16,-5-1-16 15,-2 1 1-15,-6 10-1 16,-2 4-3-16,-4 6 0 15,-1 3 1-15,-5 10-3 16,0 5-3-16,-2 13-16 16,-2 5-7-16,-1 11 1 15,1 11 2-15,-1-1 10 16,-15-4 8-16,7 11-3 16,-2 2 3-16,3 5 5 15,-3 0 2-15,5 2 2 16,-2 3 1-16,3 1-2 15,-1 2 0-15,-1 2-3 16,-2 0 0-16,-6 3-2 0,-2 0 1 16,-6 0 1-16,-2 0 0 15,-2-4 1-15,1-3-1 16,8-5 1-16,4-3 0 16,6-5-1-16,8-6 0 15,-1 0-1-15,0 0-2 16,0 0-2-16,0-1 1 15,-1 0-1-15,0 0 1 16,0-1 0-16,-10-28 4 0,23 21-4 16,3-1 4-16,7-4-3 15,2 0-4-15,3-5-5 16,1 0-3-16,1-7 1 16,1-3-1-16,2-4 9 15,2-3 1-15,-1 2 5 16,0 3 4-16,-9 9-4 15,-4 5-4-15,-10 10-2 16,-9 7-1-16,0 0 5 16,5 11 3-16,-5 6 2 15,1 1 2-15,8 3-3 16,2 0-1-16,5-2-20 16,2 0-32-16,-4 1 25 15</inkml:trace>
  <inkml:trace contextRef="#ctx0" brushRef="#br4" timeOffset="209642.09">16557 5193 1384 0,'-5'9'86'0,"3"3"236"0,-5 7-292 0,-1 3-30 0,2 3-27 0,0-3-15 15,6-2-9-15,0-4-8 16,1-4 11-16,-1 0-2 15,-2-3-10-15,-2 2-56 0,-1-2-173 16,0 0 137-16</inkml:trace>
  <inkml:trace contextRef="#ctx0" brushRef="#br4" timeOffset="210240.94">16564 5196 1508 0,'0'0'90'16,"-1"0"71"-16,-14 8-68 15,7 4-42-15,-7 5-13 16,3 7-14-16,-3 3-9 16,2 1-6-16,6-1 6 0,-1-6-6 15,1-5 3-15,3-7-6 16,1-3 0-16,4-3 21 15,4-3 12-15,6-2 3 16,0-4 8-16,9-2-26 16,2-1-6-16,-3-3-9 15,5 3-9-15,-3-2 0 16,-2-1 0-16,4-3-15 16,-2-4-15-16,-1-5-32 15,1-1-16-15,-3 0-9 16,-3 0 16-16,-4 3 35 15,-2 1 9-15,-4 3 24 16,-1 4 3-16,-4 4 0 16,-3 4 0-16,-4 7 9 15,-4 4 0-15,-3 10 30 16,1 7 5-16,1 11 7 0,2 6 3 16,6 7-18-16,2 4-6 15,6-3-27-15,5-5-9 16,2-9-81-16,1-6-167 15,-1-8 153-15</inkml:trace>
  <inkml:trace contextRef="#ctx0" brushRef="#br4" timeOffset="210539.08">16874 5191 2492 0,'0'0'79'0,"5"11"-43"0,4-1-29 0,12 1-14 0,2 1-8 0,3-7-20 16,-1-5-9-16,-8-8 3 15,-3-5 10-15,-6-3 21 16,-3-2 12-16,-7 2 3 15,-5-1-10-15,-8 4-27 16,-5 4-18-16,-6 6-19 16,-3 5-9-16,4 11 37 15,3 4-61-15,10 6 72 0</inkml:trace>
  <inkml:trace contextRef="#ctx0" brushRef="#br4" timeOffset="-206507.29">12590 12742 2859 0,'17'9'8'0,"11"1"-8"0,7 0-1 0,8-2-12 0,5-1-19 0,5-6-47 16,1-1-70-16,-3-2 39 15</inkml:trace>
  <inkml:trace contextRef="#ctx0" brushRef="#br4" timeOffset="-206140.43">12903 12558 2784 0,'38'16'4'0,"-1"2"-1"15,-5-1-2-15,-7 7-2 16,-6 0-1-16,-12 7 2 16,-6 4 0-1,-13 10 5-15,-9 6-3 0,-11 6-1 16,-6 0 4-16,-7 0-3 16,4-6-2-16,-1-6-23 15,6-2-28-15,8-13-618 16,6-6 358-16</inkml:trace>
  <inkml:trace contextRef="#ctx0" brushRef="#br4" timeOffset="-205774.83">13376 12573 3101 0,'-5'34'-31'0,"2"6"-14"0,3 10-13 15,4 8 0-15,2 3 5 16,1 0 13-16,1-4 17 15,-1-7 8-15,1-14 12 16,3-8 3-16,5-13 5 16,6-5 4-16,9-13 3 15,7-5-2-15,4-10-10 16,0-7-13-16,-3-4-29 16,-7 0-24-16,-9-5-162 15,-5 2-669-15,-8 0 726 16</inkml:trace>
  <inkml:trace contextRef="#ctx0" brushRef="#br4" timeOffset="-205573.97">13486 12774 2842 0,'43'-26'-41'0,"-2"-5"-22"16,0 0-79-16,-5 1-276 0,-9 7 172 15</inkml:trace>
  <inkml:trace contextRef="#ctx0" brushRef="#br4" timeOffset="-205402.81">13435 12561 3157 0,'63'-11'-44'16,"7"-5"-45"-16,5-9-372 15,-2-9 198-15</inkml:trace>
  <inkml:trace contextRef="#ctx0" brushRef="#br4" timeOffset="-204923.71">14121 12681 2941 0,'40'-4'-34'0,"13"-8"-57"0,5-1-42 0,-1-8 52 0</inkml:trace>
  <inkml:trace contextRef="#ctx0" brushRef="#br4" timeOffset="-204570.05">14795 12464 2858 0,'-38'35'-7'0,"8"-3"2"16,4-2 1-16,8-9 4 15,8-3 3-15,14-6 2 0,2-3-5 16,7 1-2-16,7 2 0 16,-2-2 1-16,4 3 1 15,1 3 3-15,-3 0-3 16,-6 2 4-16,-4 3-5 15,-13 0-3-15,-6 2 1 16,-10 8-2-16,-7-4 3 0,-8-2-5 16,-8-9-3-1,-6-17-49-15,1-9-58 16,7-21 29-16</inkml:trace>
  <inkml:trace contextRef="#ctx0" brushRef="#br4" timeOffset="-204374.63">14960 12441 2784 0,'27'50'35'0,"-3"4"-8"0,-1 2-16 0,-6 1-5 0,-2-6-15 16,-2-6-18-16,-8-8-43 15,3-12-73-15,-8-16 41 16</inkml:trace>
  <inkml:trace contextRef="#ctx0" brushRef="#br4" timeOffset="-203507.75">14961 12662 2937 0,'33'-10'-7'0,"16"-4"-7"16,3 0-4-16,2-2-3 15,-1 0-3-15,-12 5 5 16,-6-1-1-16,-4 4 3 16,-10 2 5-16,-3 1 6 15,-1 1 3-15,-2 1 3 16,-2 2 0-16,-2 1 0 15,0-3 1-15,-8 2-1 16,5-4 2-16,-5-2 3 16,-1-1-3-16,-2-1-2 15,-7 0-5-15,0-2-9 16,-2-2 2-16,6-3-6 16,-4 1 6-16,2 2-10 15,-6 5-4-15,-4 8-2 0,2 5-9 16,-7 14 22-16,4 6 8 15,1 7 24-15,4 0 9 16,8 1 6-16,3 1 2 16,3-1 1-16,6-1-1 15,6-7-3-15,2-3-6 16,7-10-7-16,-1-5-4 16,9-14-6-16,-5-6 4 0,11-10-7 15,1-2 4-15,-5 2-4 16,2-2-3-16,-12 5 0 15,-6 0-1-15,-7 4-1 16,-2 5 2-16,-6 4-1 16,-1 7-2-16,0 5-5 15,3 1 2-15,0 15 1 16,4 3 1-16,0 22 4 16,1 10-2-16,-4 18-4 15,1 1-2-15,-5 0-8 16,-3-7-4-16,1-20 3 15,-2-8 0-15,2-20 11 16,1-9 8-16,-1-11 9 16,0 0 9-16,-1-14-1 15,-3-4-3-15,1-12-3 0,-4-1-4 16,1-5 12-16,1-3 7 16,2-3 19-16,4-7 1 15,3-12-10-15,5 0-13 16,8 0-17-16,6 4-3 15,3 19-6-15,2 7-1 16,-4 16-4-16,-5 6-5 0,-3 6-31 16,-6 8-9-1,-9 8-6-15,-6 10 2 0,-17 15 32 16,-4 3 4-16,-10 5 14 16,-2-5 5-16,5-13 8 15,1-7 0-15,9-17-52 16,3-10-61-16,9-17 51 15</inkml:trace>
  <inkml:trace contextRef="#ctx0" brushRef="#br4" timeOffset="-198724.76">12448 13534 1795 0,'0'0'221'0,"0"0"-128"0,-2 19-24 0,13-9 5 0,5 0 0 0,12-2 1 16,3-2 6-16,10-5 4 15,3-3-8-15,5-6-47 16,7-3-11-16,-5 1-24 15,-3 0-17-15,-6 0-91 16,-9 2-111-16,-9-2 73 16</inkml:trace>
  <inkml:trace contextRef="#ctx0" brushRef="#br4" timeOffset="-198374.23">12690 13285 2857 0,'48'15'2'0,"10"-3"0"15,1 1-3-15,-6 0-8 16,-6 2-7-16,-13 6-3 16,-8 3 1-16,-18 10 4 15,-8 5 7-15,-20 11 3 16,-6 5 2-16,-13-2 4 16,-5-1-2-16,2-13 2 15,3-6 2-15,12-15-4 16,11-7-10-16,13-12-176 15,8-7-852-15,7-4 837 16</inkml:trace>
  <inkml:trace contextRef="#ctx0" brushRef="#br4" timeOffset="-197725.16">13320 13312 2837 0,'-2'24'11'16,"0"7"-3"-16,2 14-6 15,1 9-1-15,0 8-5 16,1 6-6-16,0-5-18 15,-1-5-9-15,0-14 0 16,-1-12 4-16,0-17 25 16,0-15 21-16,-6-6 26 15,3-14 8-15,0-17 8 16,1-7-11-16,3-2-21 16,2-5-9-16,5 0-9 15,1-1-1-15,2-1-2 16,3 2-1-16,3 9-2 0,-1 3-1 15,2 16-2-15,0 10-8 16,-4 16 1-16,1 9 1 16,1 20 1-16,1 4 9 15,0 8 4-15,3 2-4 16,-4-11 5-16,1-7 5 16,-2-11 6-16,-3-7 4 15,6-8-6-15,0-4-10 0,5-12 2 16,3-7-2-16,-2-8 2 15,-2-5 6-15,-5-1-6 16,-1 1-2-16,-5 6-3 16,0 3-1-16,0 9-3 15,1 7-1-15,0 11-14 16,0 10-1-16,3 16 0 16,0 8 4-16,2 13 10 15,1-1-6-15,-2-5-20 16,0-11-10-16,4-15-10 15,-1-9-16-15,7-18-50 16,1-5-505-16,4-12 314 16</inkml:trace>
  <inkml:trace contextRef="#ctx0" brushRef="#br4" timeOffset="-197501.48">14310 13432 2942 0,'41'-8'-71'0,"2"-14"-111"16,-2-3-974-16,-2-1 953 0</inkml:trace>
  <inkml:trace contextRef="#ctx0" brushRef="#br4" timeOffset="-196122.47">15131 13139 2513 0,'-22'-7'27'0,"-14"7"-4"0,-1 5-7 15,-3 12 2-15,-1 5 1 16,6 6 9-16,1 2-4 16,7 2 10-16,5-2 3 15,9 0-2-15,6-1-2 16,8-5-7-16,3 0-6 15,9-3-7-15,4-2-2 16,8-3-5-16,5-1 0 16,3-4-3-16,1-1-1 0,-4 0-3 15,-5-2-3-15,-13 2-7 16,-9 3-3-16,-18 2-15 16,-7 0-12-16,-8 2-8 15,-5-8 1-15,4-6 13 16,-1-8-6-16,9-19-355 15,7-5 241-15</inkml:trace>
  <inkml:trace contextRef="#ctx0" brushRef="#br4" timeOffset="-195941.65">15275 13295 2788 0,'2'60'0'0,"-2"-6"-17"0,0-5-17 0,0-12-34 0,1-9-78 0,-1-17 70 0</inkml:trace>
  <inkml:trace contextRef="#ctx0" brushRef="#br4" timeOffset="-195041.23">15243 13358 2776 0,'39'-5'-35'15,"0"-1"0"-15,-6-5 4 16,0 3 2-16,1 1 2 16,-2-1 14-16,-1 5 13 15,-3 0 0-15,-12 2 2 16,-2 1-2-16,-5 0 10 16,-3 0 8-16,0-2 1 0,1-1 0 15,1-2-3-15,-1-4-3 16,3-2-7-16,-1-3-1 15,-1-2-4-15,0 2-1 16,-5 1-13-16,-2 2-2 16,-4 4-5-16,-4-1-1 15,-6 5 2-15,-4 4-1 16,-6 9 11-16,-2 3 4 16,-2 9 10-16,0 1 9 0,7 5 23 15,1 1-6-15,7 3 4 16,7-1-4-16,5-6-11 15,5-4-4-15,13-8-7 16,4-5-2-16,10-8 0 16,3-5-1-16,0-10-1 15,-1-3-4-15,-3-4 1 16,-4-3-3-16,-5 3-3 16,-3 1 2-16,-5 4-2 15,2 6 2-15,-7 2 2 16,-1 5 0-16,-8 4-3 15,0 0-8-15,1 0 5 16,8 10 3-16,-7 7 4 16,-2 4 7-16,2 10-6 15,0 6 1-15,3 9-2 16,-1 6 0-16,-2 8 0 0,1 2-1 16,-5-4-1-16,3-4 0 15,-1-10-1-15,-2-10-5 16,3-14 2-16,-1-19 2 15,0 0 3-15,-1-1 5 16,-11-17 4-16,7-9 3 16,-3-15 5-16,2-8-3 0,-2-5 2 15,11-1-5-15,-1-4-3 16,6 1 2-16,8-2-3 16,-6-2-3-16,14 9-4 15,2 4-3-15,4 14-3 16,1 7 3-16,-7 12 0 15,-8 8-10-15,-8 14-23 16,-6 10-2-16,-10 15 2 16,-7 7 9-16,-10 5 27 15,-3-4 0-15,-2-7 1 16,3-9-5-16,8-14-685 16,1-7 435-16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9376" units="cm"/>
          <inkml:channel name="Y" type="integer" max="16524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20428" units="1/cm"/>
          <inkml:channelProperty channel="Y" name="resolution" value="1000.2421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9-18T17:02:40.475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1798 13468 1440 0,'7'-5'-209'0</inkml:trace>
  <inkml:trace contextRef="#ctx0" brushRef="#br0" timeOffset="3689.74">3274 6952 428 0,'1'9'79'0,"0"1"114"15,0 0-26-15,-1 1-26 16,1 0-32-16,1 0-30 16,-1 0-11-16,4 6-14 15,0 0-1-15,-1 4-16 16,1 3-6-16,-2 4-8 15,0 1-12-15,-2 2-3 16,0-1 0-16,1 1-4 0,0-1 0 16,0 3 0-16,1 1-3 15,1 4 5-15,0 2-6 16,-1 3 0-16,1-2 0 16,0 3 0-16,0 0 2 15,0 3 0-15,0 2-2 16,-1 4 0-16,0 3 4 0,2 1-4 15,-1 0 2-15,3 2 0 16,-2 2 0-16,-3 6 2 16,2 3-2-16,-2 2 0 15,2-2 1-15,0-3-1 16,0 0 4-16,5-1-2 16,-4-3 4-16,5-4 4 15,-1-1-3-15,3-3 0 16,1 2-6-16,-7 3 3 15,5 2-6-15,-5-2 3 16,-1-4 0-16,6-3 0 16,-1-2 3-16,5-1-6 15,2-2 0-15,0-2 0 16,0-1 0-16,2 0 0 16,0-3 3-16,0 1 0 15,1 1 3-15,-1 1 0 16,0-1-9-16,1-1 9 0,1-2-3 15,2-2 0-15,4-1 6 16,-1-4-9-16,0 0 3 16,1 0-3-16,-3 1 0 15,3 0 6-15,-1-1-6 16,-1 1 3-16,0 0 0 16,-2 3 0-16,2 0-3 15,-1 5 0-15,3 0 0 0,2 1 0 16,-1-1 6-16,4 0 5 15,-2-1 1-15,1-3 12 16,2 1 3-16,-4-3 6 16,-1 1 0-16,-5-2 15 15,0 1 6-15,-2 0 8 16,0-3 4-16,1-1-18 16,0-3-6-16,2-5-21 15,-1 0 0-15,1-3-12 16,-1 0 5-16,3-1-5 15,-2 1-6-15,-1 0 6 16,0 0-3-16,-2 0 0 16,-1 0-6-16,3 2 0 15,-1-2 3-15,2 0-3 16,4-2 0-16,2-2 3 16,3-1-3-16,-1-1 0 0,2 0 3 15,-1 2-3-15,-2-2 6 16,1 0-6-16,-3 1-6 15,0-2 6-15,0 0-6 16,1-1 6-16,3 0 0 16,3-1 3-16,1 0 3 15,0 2-6-15,0-2-3 0,-1 1 0 16,-4 0-3-16,0-1 9 16,0 0-3-16,-1 2 0 15,2-2-3-15,4 2 0 16,4-2 0-16,3-3 3 15,-2 0 0-15,1-3 6 16,-4 1-3-16,2 1-3 16,0 0 3-16,0 2-6 15,-1 0 3-15,2-2 0 16,-1 2 0-16,0-2 3 16,-1 0 0-16,-3 0 0 15,-1 0 0-15,-1 1-3 16,3 0 0-16,0 0 0 15,2 0 0-15,-3-1 0 16,-4 1 0-16,-6 0 3 16,-3-1 0-16,0 1 0 0,0 0-3 15,2-1-3-15,4-1 0 16,1 0 3-16,2 0-6 16,5 0 6-16,-3-1-6 15,4 1-3-15,0 0-6 16,-4 0-20-16,-1 0-7 0,-4 1-3 15,-3 0-3-15,2 0 24 16,-1 0 6-16,2-1 12 16,0 1 6-16,-1-1 0 15,-1-2 0-15,3-1-3 16,2-1 3-16,6-1 3 16,5 0-3-16,-1 0-12 15,0 0-15-15,-5 1-5 16,0-1-1-16,1 2 9 15,-5 0 12-15,5 1 9 16,0-1 0-16,1-1 3 16,4 0-3-16,-2-1 0 15,1-1 3-15,3 1 0 16,1-2 0-16,1 2 9 16,-1 0-9-16,-2 0 15 15,0 3 3-15,-3 1 3 16,2 1 0-16,1-1-4 15,-1-1-5-15,1-2-9 0,0 0 0 16,-1 0-15-16,-1 0-2 16,2 0-4-16,1-1 6 15,2 1 6-15,1 0 3 16,-2-1 6-16,1 1 9 16,-3-1 0-16,2 1-3 15,-1-1-18-15,2 0-9 0,3-1 12 16,-4 1 6-16,1 0 15 15,-3-2 0-15,-4 1-7 16,2-1 1-16,1 1 21 16,2-1 12-16,4 1 6 15,-3 0 0-15,2 0-15 16,-2 0-12-16,-4 2-9 16,1-1-6-16,-3 2-3 15,1 0 2-15,2-1 4 16,1 0-6-16,2-1 0 15,1-1 3-15,2 0 9 16,-2-1-6-16,1 0 3 16,-1-1-6-16,-2 1 3 15,0 0 0-15,1 1-3 16,1 1 6-16,-1-1 3 0,2 2 0 16,-2 0 5-16,2 1 4 15,-1 2 2-15,-2-1 6 16,1 1-5-16,-4-2-2 15,0 1-6-15,1-3-5 16,0 0-3-16,2-2 0 16,0 0-6-16,0 0 3 15,-1 1-5-15,-4 0 1 16,2 2-3-16,-2-1-1 0,1 3 9 16,1 0-8-16,-1-1 4 15,-2 0 4-15,1 0-9 16,-2 0 0-16,0 2 2 15,1-2-4-15,0 1 2 16,0-1 2-16,5-2-7 16,1 1 3-16,0-2-3 15,-2 0 5-15,0 0 4 16,-2 0-7-16,2 0 7 16,4 0-4-16,4 0-1 15,4-2 2-15,2 1-2 16,2-1 1-16,1-1 5 15,-2 1-7-15,3 0 4 16,-2 0-2-16,2 1-2 16,-3 0 4-16,-2 1 1 15,-2 1 1-15,-6 1 6 0,1 1-1 16,-2 0 1-16,-1 0 2 16,-1 1-3-16,-2-2-4 15,3-2 0-15,2-1 0 16,2-1-4-16,3 0 2 15,-4 0-1-15,-2 1-2 0,-7-1 2 16,-4 0-2-16,0 1-1 16,-1 1 5-16,-1 0-1 15,0-2 0-15,-3 0 1 16,-4 0-4-16,-2-3-6 16,-3 0-9-16,-3-3-43 15,0-1-19-15,-3 1-89 16,-2-2-551-16,-3-1 563 15</inkml:trace>
  <inkml:trace contextRef="#ctx0" brushRef="#br0" timeOffset="5941.19">2601 6762 1080 0,'4'35'50'0,"-1"0"30"0,-3 7-51 0,-2 2-6 0,-6 4-1 15,0 4-3-15,-3 5-7 16,1 0-3-16,0 3-1 15,-1-1-4-15,3 0-2 16,1 4 0-16,4 6 0 16,0 2 0-16,3 2-2 15,0 2 0-15,1 0-2 0,2 1 0 16,-1 0 0-16,2 2 4 16,1 4 0-16,1 4 2 15,3 3-1-15,0 2-1 16,5-1 0-16,2 2 4 15,3-3 2-15,3 0 7 16,0 0 16-16,-3 1 2 0,0 1 10 16,-8 1-2-16,1 2 6 15,-1-1 13-15,-3 1-30 16,2-1-4-16,1-1-11 16,-2-1-3-16,2-2 0 15,-1-1-6-15,-3-4 0 16,1-1 0-16,-5 0-6 15,2 0 6-15,-5 1 0 16,-2 4 6-16,-3 2 0 16,-4-1 0-16,0-1 12 15,0-4 3-15,-1-8 9 16,6-1-3-16,1-2 2 16,-2 2 1-16,5 5-9 15,0 3-6-15,3-1 0 16,0-3-9-16,3-4-3 15,0 0 3-15,-1 2 0 0,-1 0-6 16,2 2 15-16,-1 0 3 16,0-2-3-16,4-1 8 15,-4-4-11-15,-3-1 0 16,1-4-3-16,-6 0-3 16,0-3-3-16,-2-3 0 15,-2-3-6-15,-3-5-6 16,-1-6-66-16,2-4-110 0,1-11 107 15</inkml:trace>
  <inkml:trace contextRef="#ctx0" brushRef="#br0" timeOffset="6641.18">2296 12422 1918 0,'71'-8'71'0,"7"-2"-26"0,11-1-36 0,5 1 9 0,11-1 6 15,8 1 9-15,13 1 21 16,2 1 2-16,16 3 4 16,7 0-19-16,15 3-13 15,7 0-9-15,14 1-7 16,7 1 2-16,12 1-2 16,6 1 2-16,7 2 1 15,9 1 5-15,6 0-1 16,6 3-1-16,10 2-6 15,4 0-6-15,12 3-1 16,5-1-1-16,8 1 1 16,0-1 3-16,17-1-1 15,1 0 3-15,14-4-5 0,7 0-1 16,1 2-3-16,5 1 1 16,0 0 0-16,-2 1 1 15,6-1 1-15,-4-1-4 16,7-1 3-16,0 0 4 15,-2-4-2-15,6-2 4 16,-9-1-5-16,3-3-4 0,-7-4-13 16,-9 0-11-16,1-6-34 15,-10 0-21-15,-10-2-328 16,-1-3 234-16</inkml:trace>
  <inkml:trace contextRef="#ctx0" brushRef="#br0" timeOffset="8106.47">6832 10615 1631 0,'5'-7'110'0,"2"1"-32"0,2 2-48 0,4 1-12 0,1 3-12 0,2 6 6 16,3 4 3-16,5 10 3 16,2 8 2-16,4 11-2 15,5 7-6-15,10 9 3 16,6 4-9-16,8 7 3 15,2 1-18-15,-5 0-65 16,-5-7-100-16,-12-14-216 16,-5-11 286-16</inkml:trace>
  <inkml:trace contextRef="#ctx0" brushRef="#br0" timeOffset="8507.09">7006 11189 1367 0,'28'11'97'0,"11"3"213"15,12 5-178-15,14 6-103 16,3 3-8-16,-1 3-6 16,-3-2-3-16,-7-2 0 15,-2-3-3-15,-4-7 15 16,-1-4 12-16,-6-8 30 16,-1-5 2-16,-11-6-8 15,-4-6-1-15,-7-6-9 16,-5-4 26-16,-9-8 8 15,-5-3 0-15,-12-11-36 16,-6-6-29-16,-4-12-16 16,0-6-8-16,5-2-38 0,4 2-58 15,11 10-764-15,5 11 660 16</inkml:trace>
  <inkml:trace contextRef="#ctx0" brushRef="#br0" timeOffset="9275.94">8185 10114 1729 0,'-1'-8'156'0,"-1"0"47"0,-1-1-167 0,-5-1-9 0,-3 3-21 0,-3 1 15 0,-12 6 5 16,-4 5 4-16,-12 8 21 15,-4 3-9-15,-2 8-11 16,1 6 3-16,7 8-12 16,8 2 0-16,13 5-11 15,9-1-2-15,16 0-2 16,9-1-3-16,16-3 0 16,10-1-2-16,10-3 7 15,2-2-2-15,5-2 4 0,-6 0-4 16,-8-3-3-1,-10-1 3-15,-16-5-3 0,-6-1 3 16,-18-4 2-16,-6-1 1 16,-18-3 3-16,-11-4-5 15,-11-9-14-15,-1-5-19 0,-2-15-359 16,8-11 225-16</inkml:trace>
  <inkml:trace contextRef="#ctx0" brushRef="#br0" timeOffset="9458.18">8277 9848 2367 0,'16'48'98'0,"0"13"-20"15,7 14-36-15,-2 17-29 16,3 7-13-16,-4 5-97 15,-2-2-292-15,-11-13 195 16</inkml:trace>
  <inkml:trace contextRef="#ctx0" brushRef="#br0" timeOffset="10508.08">8352 10328 2243 0,'8'2'145'0,"6"2"-12"15,8 2-69-15,11 3-56 16,8 1-20-16,8-6-77 16,3-5-76-16,2-6-648 15,-1-3 375-15,-6-3-83 16,-3 1 227-16,-11 1 364 15,-5 2 144-15,-12 3 169 16,-6 2-95-16,-10 4-114 16,0 0-34-16,0 0 95 15,0 0-11-15,-14-8-74 16,1 8-22-16,-7 0-77 16,-2 3-17-16,3 4-13 15,-1 2-6-15,6 5-2 16,2 3-5-16,4 4 1 0,1 2-7 15,4 1 0-15,2-1-1 16,4-4-2-16,4 0 2 16,6-6 9-16,3-1 0 15,11-7 9-15,5-4-8 16,5-8 2-16,0-4-3 16,-6-7-3-16,-8 0 1 15,-9 0-6-15,-4 2 3 0,-8 4-1 16,-2 1 0-1,-3 4 1-15,-2 2-2 0,0 2-1 16,5 3 2-16,0 0-3 16,0 0 5-16,-2 16-5 15,8-6 3-15,1 2 1 16,-2 0-5-16,3-3 1 16,0-2-1-16,5-4 3 15,2-1-1-15,2-4 4 16,1-2-3-16,1-4-1 15,0-2-2-15,-7 0 2 16,0 0 0-16,-6 3-1 16,-6 7 1-16,0 0-2 15,0 0 0-15,0 0 4 16,0 0-1-16,0 0 1 16,1 0-4-16,0 1-2 0,16 10 0 15,-5-8-5 1,1-2 0-16,1-2 0 0,0-2 3 15,-1-1 3-15,-1 0 1 16,-1-2 1-16,-1 1 3 16,2-1 0-16,1-1 1 15,0 1-3-15,2 2-2 16,-2 2 3-16,2 2-5 16,-3 5-3-16,-3 2 2 0,-1-1-5 15,-5-1 3-15,-3-5 4 16,0 0 1-16,0 0 1 15,-1-11 4-15,1-9 1 16,2-7-4-16,5-14 3 16,5-5-5-16,1-5 0 15,1-1-2-15,1 1-24 16,-2 2 4-16,0 5 7 16,1 5 5-16,0 15 30 15,1 7 6-15,1 18-2 16,2 12-5-16,1 23 2 15,-1 10-11-15,2 19 1 16,-5 7-5-16,-2 3-12 16,0 0-23-16,-6-12-56 0,1-9-17 15,-8-22-113 1,-3-9-155-16,-10-19 226 0</inkml:trace>
  <inkml:trace contextRef="#ctx0" brushRef="#br0" timeOffset="10658.37">9415 10288 1801 0,'10'-6'212'0,"4"-1"72"16,3-1-167-16,10-3-73 0,6-2-40 0,11-5-704 0,8-2 481 0</inkml:trace>
  <inkml:trace contextRef="#ctx0" brushRef="#br0" timeOffset="11496.04">9937 10265 1873 0,'0'0'197'0,"0"0"60"15,0 0-183-15,0 0-55 0,-1 0-19 16,0 0-35-16,0 0-17 16,0 0-29-16,0 0 4 15,1 0 44-15,0 0 30 16,0 0 15-16,-1 0 6 16,1 0 17-16,0 0 1 15,0 0 15-15,1 0-11 16,0 0-10-16,1-1-4 0,27-13 0 15,-20 5-3-15,-3-5-6 16,-1-2 1-16,-2-4-12 16,-2-1 3-16,-3 3-6 15,-6 1 2-15,-2 7-23 16,-4 4-2-16,-5 9 6 16,1 7 3-16,-3 12 23 15,-2 9-1-15,6 9 2 16,2 3-7-16,8 1 4 15,5-3 7-15,10-10-5 16,6-5-1-16,11-14 2 16,5-7-1-16,8-13-3 15,3-9 0-15,10-15-3 16,1-5 0-16,2-6-5 16,-1-2 1-16,-8 2-5 15,-5 1-8-15,-7 0 6 16,-5 2 4-16,-8-1 2 0,-4-1 0 15,-5 5 3-15,-4 4-2 16,-2 13 3-16,-5 5 14 16,0 15 0-16,3 2 5 15,-3 17-16-15,2 8-3 0,-2 15 2 16,0 2-5 0,0-2 4-16,2-3-2 0,2-8-2 15,-1-5 4-15,6-8-1 16,-1-5 0-16,0-7-1 15,-2-4-1-15,-3-4-6 16,-2-3-2-16,-4-5-6 16,-4-2-9-16,-4-3-13 15,-5 2-7-15,-4 4 4 16,-3 2 12-16,-3 7 19 16,3 2 5-16,-1 9 11 15,3 0 9-15,7 2-4 16,5 0 4-16,11-2-2 15,8 0-3-15,16-4-1 16,9-2-8-16,14-10-35 16,3-4-33-16,7-6-404 15,-2-1-295-15,0 1 560 16</inkml:trace>
  <inkml:trace contextRef="#ctx0" brushRef="#br0" timeOffset="13539.63">11319 9745 2534 0,'-12'-13'87'0,"-3"1"-52"0,0 4-33 0,-7 10-13 0,-6 8 1 0,-5 14-2 15,-4 12 5-15,-1 15 8 16,0 8 3-16,9 7 6 16,6-4 2-16,14-10-8 15,12-8 2-15,13-12 2 16,6-6-1-16,10-11 7 15,4-6-3-15,11-10-5 0,6-10-2 16,8-9-11-16,2-3-7 16,-11-4-9-16,-6 1-1 15,-20 1 5-15,-6 3 12 16,-8 3 10-16,-4 3 6 16,-3 5 10-16,-4 2-4 15,-1 9-2-15,0 0-3 16,0 0-8-16,-8 6-4 0,2 11 2 15,1 1 2-15,3 0 0 16,2-2 1-16,5-3-1 16,3-5 1-16,3-4 1 15,2-3 0-15,3-3 0 16,0-5 0-16,-2-3 1 16,0-2-3-16,-7 0-5 15,-3-1-5-15,-5-2-3 16,-6 2-3-16,-8-2 3 15,-3 0 2-15,-2 3 4 16,2 1 2-16,7 2 7 16,1 1-1-16,7 3 2 15,1 0-1-15,6 2 2 16,5-1-3-16,4 3-1 16,2 1 2-16,3 5-4 0,3 1 3 15,0 1-2-15,3 4 0 16,0 0 1-16,-3 0-2 15,0 1 0-15,-3-1 1 16,-1-3-1-16,-4-2 3 16,-3-1-3-16,0-3 1 15,-10-2 0-15,0 0 0 16,0 0 2-16,0 0-3 16,1-1 1-16,5-24-1 0,-4 11 1 15,-1-2-1-15,3 1 2 16,2 0 0-16,5 2-2 15,1 3 3-15,1 2-3 16,2 3 0-16,-3 5 0 16,1 3-1-16,-1 7 1 15,-4 1 1-15,2 3 0 16,0 1 0-16,-1-1-1 16,1-1 3-16,2-5-3 15,0-3 0-15,2-7 1 16,1-4-1-16,1-6 0 15,-1-3 0-15,-2-3 3 16,-3-1-2-16,-2 1 4 16,-2 2 2-16,-1 3 1 15,2 1 0-15,0 6-11 0,3 2-8 16,0 4 1-16,0 4 3 16,2 4 7-16,-2 1 7 15,4 0-4-15,1 1-2 16,0-3 2-16,4-1 0 15,-1-5-1-15,2-2 1 16,3-5-1-16,-2-3 2 0,2-2-4 16,-2 0 0-1,-7-1-2-15,-2-1-2 0,-6 1 2 16,-4-1-1-16,-3 0-4 16,0 0-1-16,-5 0-3 15,0 2 2-15,-3 1-2 16,-1 1 2-16,-3 5-1 15,-1 2-1-15,-4 7-2 16,-1 6-7-16,-2 9 5 16,1 5 4-16,4 7 15 15,9 0-2-15,7 0 11 16,4-5 3-16,9-7-4 16,1-3-2-16,6-9-2 15,5-3-1-15,4-8 0 16,2-6 1-16,5-9-2 15,4-4-4-15,-3-4-8 16,-1 0-1-16,-11 2-5 16,-4 2 8-16,-12 6 4 0,-5 2 0 15,-6 6 0-15,-4 3-1 16,-4 6 0-16,-2 5 0 16,-2 7 4-16,1 4-2 15,5 1 1-15,5 1-1 16,6-3 1-16,2-2 3 0,5-4 4 15,-1-3 3-15,3-4 2 16,-1-3 0-16,2-6 0 16,-1-3-2-16,3-11-7 15,0-4-5-15,7-8-18 16,2-1-4-16,-1 1-3 16,2 2 2-16,-2 8 5 15,0 3-11-15,-1 7-18 16,-2 5-14-16,-3 6-9 15,-3 3 5-15,0 4 24 16,-2 1 19-16,0 0 22 16,1 0-1-16,2 0 1 15,2-2 4-15,-1-2 1 16,-1-1 9-16,-5-2 12 16,-3-2 9-16,-3-2 15 0,-2-1 2 15,-4-1-10-15,2-1-6 16,-5-3-10-1,1 1-7-15,-2 0-8 0,-5 1-6 16,4 5-6-16,-4 1-8 16,-2 7-2-16,-1 6 2 15,-5 7 0-15,0 2-2 16,4 2 3-16,4 0-4 16,8-4 7-16,7-2 5 0,9-2 4 15,5-3 4-15,9-5 1 16,4-3-2-16,2-5-4 15,-2-3 5-15,0-4-6 16,-6 0 2-16,-5-1 1 16,-2 2-1-16,-9 2-1 15,-1 2 3-15,-5 4-1 16,-1 6-7-16,1 12 2 16,-2 9-5-16,-1 16 0 15,-3 7 1-15,0 9-9 16,-2 2-14-16,-2-1-42 15,-6 1-11-15,-8-10-7 16,-7-6-11-16,-7-12 131 16,-4-8 41-16,-6-13 46 15,0-5 19-15,0-15-62 0,1-8-36 16,7-18-35-16,4-9-24 16,15-20-45-16,8-11-92 15,20-15 86-15</inkml:trace>
  <inkml:trace contextRef="#ctx0" brushRef="#br0" timeOffset="14362.35">12984 9534 1747 0,'44'-4'171'0,"3"5"17"0,1 5-81 0,-4 11-50 0,-6 7-30 0,-12 8-21 0,-9 2-6 0,-12 3-6 15,-5-2 0-15,-8-8-48 16,-4-6 12-16,0-13 13 15,5-4-4-15,-3-11 69 16,1-6-4-16,-2-11-44 16,0-5-8-16,0-6-31 15,2-2-6-15,1-2 9 16,2 1-27-16,5 0-113 16,3 3-36-16,9 7 92 15,3 6 18-15,10 9 85 16,1 4 69-16,5 11 90 15,2 6 23-15,0 9 107 16,-3 6-87-16,-5 8-113 0,-4 1-9 16,-8-1-6-16,-1 0-4 15,-4-8 4-15,0-3-6 16,-1-9-3-16,-1-5-12 16,1-4-5-16,-1-4 1 15,1-5-9-15,1-3-3 16,0-6-17-16,-1-3 0 15,1-2 8-15,0 0 1 0,3 2 15 16,2 3-3-16,6 5-6 16,0 3-4-16,0 7-2 15,-3 4 0-15,-3 10 5 16,-5 5 5-16,1 6-1 16,2 1 1-16,4-3-4 15,6-3-6-15,9-8 0 16,5-6-2-16,4-10-11 15,-1-7-18-15,-6-5-16 16,-2-1 7-16,-10-2 29 16,-5 0 35-16,-8 1 22 15,-3-1-2-15,-6 2-18 16,-4 1-8-16,-3 2-12 16,-1 2-5-16,0 5 3 15,-1 5-5-15,2 5-8 0,-3 5-1 16,0 7 5-16,0 3 3 15,3 3 13-15,4-1 4 16,6-2 11-16,5-2-4 16,11-7 1-16,8-3-1 15,12-7-8-15,5-6-9 16,4-8-6-16,-2-2-8 0,-5 0-1 16,-7 2 1-16,-9 4 9 15,-5 5 3-15,-6 7 4 16,-3 7 1-16,-5 19-5 15,-3 12-6-15,-5 28-15 16,-4 13-29-16,-3 19 30 16</inkml:trace>
  <inkml:trace contextRef="#ctx0" brushRef="#br0" timeOffset="14464.06">13389 10590 2587 0,'-107'-33'75'16,"-3"-11"-29"-16,-9-34-61 0</inkml:trace>
  <inkml:trace contextRef="#ctx0" brushRef="#br0" timeOffset="14861.54">9736 10592 2666 0,'134'-18'72'0,"21"-4"-4"16,13-3-38-16,22-3-33 15,7-4-17-15,3-1-37 0,0-4-24 16,-2-1-238-16,-10-2 132 16</inkml:trace>
  <inkml:trace contextRef="#ctx0" brushRef="#br0" timeOffset="16061.64">9442 11368 2646 0,'4'-13'86'0,"13"-6"-11"0,11-6-57 0,22-7-80 0,11-1-21 0,12 4-76 0,0 8-86 16,-7 17-155-16,-11 9 61 16,-20 22 250-16,-11 7 54 15,-20 11 82-15,-8 3 15 16,-14 4 77-16,-6-1 40 15,-8-3 24-15,0-3 18 16,-2-9-53-16,-2-5-10 16,5-11-63-16,-2-6-34 15,9-11-18-15,3-5-11 0,8-10-30 16,5-6-3 0,8-9-19-16,11-4-2 15,11-1 14-15,6 4-2 0,8 10 7 16,-3 7-2-16,2 12 5 15,0 6 3-15,0 8 1 16,1 1 6-16,-1 1-10 16,-3-1-9-16,3-8-24 15,-4-4-15-15,5-7-64 16,-1-3-34-16,-3-4 29 16,-2 0-20-16,-11 1 137 15,-4 3 62-15,-11 1 73 16,-3-1-5-16,-6 1 20 15,-1 0-60-15,-4 0-24 16,0 2-13-16,1-3-26 0,2 3-14 16,7 3-13-16,0 0-3 15,0 0-5-15,14-5 6 16,0 3 2-16,1-1 0 16,1-1 2-16,-1-2 1 15,-2-3 2-15,3-3 2 16,-3-3-1-16,-2-3 1 15,-5-6-1-15,-2 0-2 0,-9-2-3 16,-5 1-1-16,-7 1-4 16,-3 1-3-16,-4 8-9 15,0 4-2-15,-3 13-6 16,-5 8-9-16,2 9-2 16,2 4-6-16,10-1-14 15,6-4-7-15,17-8-134 16,7-6-157-16,14-11 171 15</inkml:trace>
  <inkml:trace contextRef="#ctx0" brushRef="#br0" timeOffset="16257.83">10440 10952 1947 0,'9'-16'299'0,"1"3"48"0,0 4-197 0,0 9-80 0,0 7-23 0,3 18-37 0,0 13-10 15,1 20-8-15,0 5 0 16,-1-1-15-16,-2-6-12 16,-2-13-31-16,-5-5-18 15,-8-15-349-15,-8-8 200 16</inkml:trace>
  <inkml:trace contextRef="#ctx0" brushRef="#br0" timeOffset="16697.77">10314 11247 1580 0,'2'-4'239'0,"7"-3"131"16,6-2-184-16,12-9-115 15,5-4-12-15,17-11-30 16,2-4-5-16,15-6-11 16,2 1-8-16,-5 5-2 15,-5 4 3-15,-14 8-6 16,-9 5 0-16,-11 5 0 15,-8 4 3-15,-11 3 7 16,-3 2 8-16,-7 0 14 16,-4-1-5-16,-3 2 1 15,-4 0 1-15,-1 2-10 16,0 3-5-16,2 2-10 0,2 5 1 16,3 12-6-16,3 9 1 15,2 18 3-15,4 6 2 16,4 10 3-16,1-2 1 15,9-8 5-15,1-7-7 16,3-13 0-16,4-7-1 16,-2-12-2-16,1-6 1 15,-1-8-1-15,0-5 2 0,-7-3 0 16,0-1 1-16,-6 1 14 16,-1 0-2-16,-2-1-10 15,2 2-13-15,3-4-55 16,1 0-33-16,6-3 48 15</inkml:trace>
  <inkml:trace contextRef="#ctx0" brushRef="#br0" timeOffset="17107.7">11617 10748 1989 0,'-10'22'195'0,"-2"10"32"0,2 26-156 0,-1 13-21 0,6 15-13 0,2 0-13 0,5-11-11 16,2-10-1-16,3-23-11 16,-2-10 8-16,-2-18-1 15,-3-13 0-15,0 0 3 16,0-1-3-16,5-7-6 15,-5-9-7-15,-4-12-25 16,0-4-34-16,-1-8-127 16,1-5 107-16</inkml:trace>
  <inkml:trace contextRef="#ctx0" brushRef="#br0" timeOffset="17324.65">11351 10765 2951 0,'23'-9'68'16,"12"1"-19"-16,7-4-55 0,13-4-71 15,5-3-32-15,7-6-59 16,1-2-179-16,1-2 161 15</inkml:trace>
  <inkml:trace contextRef="#ctx0" brushRef="#br0" timeOffset="17779.31">11273 11451 2946 0,'20'3'63'15,"23"-2"-36"-15,13-5-89 16,27-13-59-16,8-11-35 15,11-15-121-15,3-5-49 16,-9-4 102-16,-9-6 107 16,-23-5 240-16,-6-7 32 15,-12-11-17-15,-3 0-34 0,2-1-65 16,-1 0-27 0,0-2-14-16,-2 1-8 0,-12 3 1 15,-4 8 3-15,-12 23 3 16,-5 13 15-16,-9 23 28 15,-3 11 7-15,-5 19 31 16,-2 12 4-16,-2 25 1 16,1 11-32-16,-1 14-16 15,0 2-9-15,1-3-28 16,-1-2-23-16,2-10-40 16,-3-1-110-16,0-9 91 15</inkml:trace>
  <inkml:trace contextRef="#ctx0" brushRef="#br0" timeOffset="19771.33">12025 10903 2369 0,'-4'-9'189'16,"4"-3"-5"-16,5-2-92 15,13-4-67-15,8-1-24 16,14-2-24-16,6 1-10 15,9 5-9-15,-2 1-3 0,-3 7 13 16,-5 1 3-16,-11 2 11 16,-5 3 8-16,-13 1 12 15,-3 1 9-15,-9 3-4 16,-4 0 2-16,-1 5 0 16,1 2 2-16,0 3-2 15,1 1 0-15,2-4-4 16,-1 1 0-16,4-6 3 15,0-4-1-15,4-2 13 16,1-1 3-16,2-4 13 16,3-3 8-16,2-7-9 15,-1-1-14-15,2-2-30 16,-3 0-24-16,-7 3-16 16,-4 1 5-16,-6 2 10 15,-4 6 13-15,-7 6 15 16,-1 1 4-16,-9 13 8 0,-1 3 3 15,-5 11-2-15,-2 5 2 16,2 3-5-16,6 0-2 16,9-9-1-16,7-4-1 15,8-10 5-15,5-3-1 16,9-6 7-16,6-4-1 0,6-10-4 16,4-5-3-16,3-8-14 15,-3-2 1-15,0 3 1 16,-5 2 2-16,-9 8 8 15,-4 4 0-15,-9 5 7 16,-5 3 4-16,0 0 0 16,1 0 0-16,0 1-4 15,0 0-4-15,0 0 2 16,0 0-1-16,-1-1-1 16,1 1 2-16,0 0-2 15,0-1-10-15,15-6-9 16,-6-7-10-16,2 0-14 15,0 3 3-15,-1 2-1 16,-2 4-8-16,-1 4-13 16,-1 0 11-16,2 3 7 15,-1 1 15-15,-1-1 17 0,-1 1 3 16,-3-1 5-16,3-1 5 16,-3-1 15-16,1 2 8 15,-2 0 19-15,1-1 3 16,-3-2-5-16,0 0-19 15,0 0-15-15,0 0-3 16,0 0-4-16,0-1 1 16,-5-18-4-16,0 7 0 15,-1-2-1-15,0-1 1 0,1 0 5 16,1 0 0-16,1-3-5 16,0 2-3-16,3-2-7 15,-1 0-4-15,3 5 4 16,3 1 4-16,3 6 5 15,1 3 0-15,4 3 3 16,2 2-1-16,-2 4-1 16,-1 0 2-16,-1-1-2 15,-2 1-1-15,-3-3 0 16,-6-3 0-16,0 0 1 16,1 0 2-16,-1 0-3 15,0 0-6-15,0 0-1 16,-1 0 3-16,1 1 4 15,-30 12 9-15,16-2 0 16,1 2-4-16,-6 6-2 0,2 3 2 16,3 1-4-16,3-1 0 15,8-4-2-15,4-1 1 16,9-5 4-16,0-3 5 16,7-4 4-16,4-5 0 15,0-4 3-15,2-3 3 16,-2-4 5-16,-4-2-4 15,0 0-8-15,-5-2-4 0,-2 3-9 16,-2 1-2-16,-5 3-2 16,-3 8-1-16,0 0 1 15,0 0-1-15,-6 9 10 16,-2 4-2-16,4 2 4 16,1 1-3-16,5-4-3 15,4-3 1-15,6-6-1 16,4-3-1-16,6-9-21 15,3-3-3-15,3-11 0 16,1-4 4-16,-6-7 21 16,-3 0 5-16,-7-4 14 15,-5-1 5-15,-2-3 3 16,-2-3-4-16,1-3-14 16,1 1-2-16,1 8-11 15,0 7 3-15,0 21-1 16,0 14-5-16,-3 32 5 0,-4 18-5 15,-6 31 3-15,-5 9-1 16,-4-5-25-16,2-7-7 16,4-28-5-16,4-15 2 15,5-21 26-15,0-16 9 16,0-1-34-16,-2-5-21 16,1-18-32-16,0-3-2 0,-4-5 34 15,-1 3 15-15,-5 5 90 16,-1 1 14-16,1 9 47 15,2 5 17-15,3 4-14 16,2 2-25-16,4 2-21 16,0 0-12-16,0 0-39 15,6 2-11-15,14-2-13 16,9 0-5-16,12-6 6 16,0-1 2-16,3 1 4 15,-2-1 1-15,-10 5 5 16,-6 2 3-16,-13 5-2 15,-6 3-1-15,-7 6-2 16,-1 0-7-16,-6 5 4 16,0-2 4-16,2-5-2 15,0-3 1-15,4-4-7 16,1-5-6-16,0 0 5 0,0 0 5 16,0 0 1-16,1-12 4 15,3-2-1-15,0-3 1 16,6-3 3-16,3-3-3 15,6 0-11-15,3 3-7 16,0 6-3-16,-2 6-3 16,-2 8 9-16,-4 6 3 0,-4 8 4 15,-1 2 7-15,-4 0 6 16,1-1 3-16,-3-5 2 16,2-1-3-16,2-5 0 15,1-3 0-15,4-4-4 16,0-4 2-16,5-5 1 15,-3 0-1-15,1 2 2 16,-2 0 1-16,-2 4 2 16,0 2-1-16,2 2-5 15,3 3-5-15,6 2-37 16,-1 0-29-16,4-2 39 16</inkml:trace>
  <inkml:trace contextRef="#ctx0" brushRef="#br0" timeOffset="20045.54">11935 11445 2512 0,'-11'3'200'0,"12"-1"25"0,17-3-138 0,40-10-142 0,26-9-23 0,48-17-36 0,18-7 2 0,19-6 18 16,4 3 4-16,-13 8 37 15,-11 2-6-15,-11 5 43 16</inkml:trace>
  <inkml:trace contextRef="#ctx0" brushRef="#br0" timeOffset="23189.45">10809 12109 2476 0,'192'-13'-567'0,"11"-2"319"0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728BFE8-6EC4-975A-05E6-3C6BC2E04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CAC0655-2E54-A4F6-BD0E-7B9FCF8E7A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61383B6-504C-6CD1-E090-210A6396F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55549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A809B1F-000D-67EF-7B47-44AB35914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6A7FFA4-863B-392E-596D-7518594709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3B95958-5616-81AC-39A1-017E58C372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564113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1BA9C33A-21FC-C888-85F6-29236CF8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78664869-2AD0-667D-9582-0E862BCA94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465AA74-FB29-90B6-5E8A-BBDE839B1B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504393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E44D2BB-0376-FF92-6B54-863B36EFE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8CC5616-FF84-D896-BC19-05FE924CD2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31580E4-32FA-001F-3511-C34B07E26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7747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D55D2F5B-9502-823D-0D40-7ECCFDE44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0399863-C644-DBEB-F832-E88D0B0F86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8DB1B05-FFD8-0E5B-B55B-25B2054064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34242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F512C1E-1EE0-B727-B19A-FA3B1A7D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5400B9B-6DF8-06B0-E18E-2355A23183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056BD51-0687-1089-C956-9D8A191FA2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165546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762C919-262D-6DBC-4FDE-EF1864E39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5A2B637-0839-8E8F-8F87-B822AF06AA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53F1687-501A-CA6F-F47C-5221DBD8A7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16560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CD3126D3-BC35-988C-C333-C9A3F8EEE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88F1C0FB-1E6D-32EE-9076-236859FFF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F401B845-0F43-A899-6C4A-60D9E932E2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64930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C37B9EF-E319-8BA2-8670-E754C6E6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5170045-4728-AFAE-8882-EE0C105EB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5061D80-568D-9BFA-AEE9-78FAE04786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029644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C78FA1F-21A5-D5C1-2308-9BA626919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EEBDD38-2AB8-95C6-05C3-8E2AE74CD0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CAC6A20-A636-B94B-DA26-1C1084FDA3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091164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427A8A99-3747-7304-657C-F5998BA04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966504D-E94E-17A4-566F-8A0FE5F09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87C7CF8-0A12-7E7D-BAE6-6FAA13F027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806754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DF9E618-8E1B-BA00-EB33-77C978C21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E98B6D3-6BE7-AECD-40A5-1D70447AD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3F951D6-826C-31AC-7AA4-A571641C57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240520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565ABF9-787D-E962-9716-937AD0703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E45128B-F18F-FA07-5DE8-8B3C088EF4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408152A-88AD-7F86-C2A8-4F8D74FF90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611094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E7D6627-04A6-03C4-7779-E2DDF468E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96B2ED0-7DD9-23E3-75C6-07D6C43D59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7A23C79-A9E5-606B-A478-60B52BF66E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465961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D282985D-A136-08C0-11F4-B1663995F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B8605DCC-1C2B-C53C-C444-2ABCAA5E4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C332D36E-DB12-4DCF-6B1A-2DF9FFF1A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992601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8BCFF7C-B956-A147-0311-677B8F8A0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8791E8C-93C0-CDF0-E99B-7C9BCE0CD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9B9B3DD-D7FF-36E3-403C-D2523EEF968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0942634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035020C-CB6C-35FF-AB7E-AB5473FD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9A44CA7-C61D-472C-9612-39EA159AD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E1238AF-F427-5B58-DBA5-7F34CA58B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2920165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035020C-CB6C-35FF-AB7E-AB5473FD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9A44CA7-C61D-472C-9612-39EA159AD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E1238AF-F427-5B58-DBA5-7F34CA58B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973905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035020C-CB6C-35FF-AB7E-AB5473FD5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9A44CA7-C61D-472C-9612-39EA159AD4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E1238AF-F427-5B58-DBA5-7F34CA58B7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72728410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98EB39C-A84C-72F7-DF33-39E38A1C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B497C21-221E-099B-AB79-1FE1DB8EA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787D38C-E037-FD2D-4705-6657FC86F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133549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98EB39C-A84C-72F7-DF33-39E38A1C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B497C21-221E-099B-AB79-1FE1DB8EA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787D38C-E037-FD2D-4705-6657FC86F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8935469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98EB39C-A84C-72F7-DF33-39E38A1C6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B497C21-221E-099B-AB79-1FE1DB8EAE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787D38C-E037-FD2D-4705-6657FC86F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5493608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D58D1B4-7499-A52E-F105-1E74782A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E5B5BA4D-8818-197C-9542-42C51C92E63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25B809E-49DA-6DF4-E171-9E05D378FF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72512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6FE376A-F114-A5B1-084C-95500900A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32AA4A4-EA10-6321-4D5F-8CCE0F493A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91D1D37-3284-584B-D82A-C2AC6F36A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21372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CCE413A0-0BAF-0D2E-A7F7-D989B148C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C6671D8-DA26-F825-3D38-F44A52C59D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1D036ED-2EEA-13AC-F071-175AAD1171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691252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464E8AA-F764-4158-5E15-663E43D8E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71141B9-2AA1-DE5B-1ACE-334FE711EA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F780DE94-AA5E-ABA5-9FEA-924C46A7AE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9231677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3C38A5F-FB4B-4C15-CCB6-953C77333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8E3034E-F632-6665-C058-4D2E9824B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E411450-535F-1642-580F-031400313E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1700813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8B783301-49B6-90F6-818D-E3ACB9490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5FACC512-65AA-51A0-2282-1656BC64FFA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324E3C51-B39F-26EA-5892-C89638075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193805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8D28DD5-E291-13B7-1692-58AF9A374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7C81C91-55E2-3B9D-0373-50B51FD65C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59F88BF0-6587-3FD9-6EC7-8B4097F6E7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5147635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2BC318A-294E-EE3C-EE51-B60927DF7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90D7980B-51C2-6C2A-EDFC-C277F10B6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F9F607E-E3EE-7B2F-8F81-0FDDDAAB17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8804073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FF6FE1A-543F-67B7-AB2B-AF38D07D3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44779B93-12D7-E82E-4495-1F54B863F7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1B2AC1EC-F030-096E-22CC-C448DCB69A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0745621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3B74F97-B12B-0036-7E89-9C9F484A3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D18D0078-A812-EC59-CA69-63781C0FF2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C95A94E-9C6A-5C58-C1A2-3D053D6471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9021071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4460AB9-611A-330B-8229-EFFFD5B4D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79AE340-25E3-871E-BCB7-86DB379703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DF241BE-1E06-D5EA-2381-DB6381D952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6707449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D9D3AD1-CB66-1645-448E-77C0F49A5A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3C984AC-DD33-67D3-55BE-CA20BB56BD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F80DF70-3382-B20E-949C-EBD5B22955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3859675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6D29CF4-FB40-5669-925E-A297ED4AA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6C918A02-AE53-FAA3-F04E-967FFC1F73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681F2EA-47EC-3F40-9C83-FD476363D8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6744790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FB8AE3F-1095-5326-141F-B8AC1BF49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5E19BDA1-D77F-551B-66BD-11DB8C0FC1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64F37D2-9779-6A39-E1B2-77A1C53F28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97750908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E8CF1E74-55A6-05BF-C14A-A28F18832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1A48A21-B9A0-770B-CA80-20D8AA73C8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EC318A74-8996-F1D5-3FBA-6190F2103F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0343306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E1CB7B0-C75E-9EB5-A97C-BEB73233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2BA876C-F7FE-A156-C93E-7BB7E79A10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C845924-2D6C-CA8A-13EC-A151B354B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4481825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8DC9D191-6DAC-BC6A-2695-1D5643048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D03F783-67A8-7B64-4472-3315FADFC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B36ADB68-75F0-679B-D02A-0AE0381BB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54198786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6655598-6661-E090-83C6-007EA3197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E5E8811-3C0D-3294-28E0-A0BD2EB84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C0950068-2C17-8058-4CF3-545834E5AF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24958885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BD49A38-737F-3C9B-C053-6F4BFF07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ABC16EF8-0E00-89AE-17B3-D292779549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6971DCA4-800B-6526-CB27-F6712DC425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88991345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8DB9714-D965-6EAF-3B9E-206BE3CBD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393E701-CDA0-430D-D61B-0B132125DA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80552DB-7B41-41EA-A1A8-96F021DA1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74516795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CC1493C-5D99-3A64-F9F4-67F9B1B08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E9298B3-B2C8-D8C5-0983-6A08B79D3B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097F324-9AC8-F21E-4939-70F99AC33E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40404544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7B454AC4-69BD-881C-9DE4-7E783E426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20F24518-2A81-697C-2A81-68682B284C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2DBBA357-0058-F02A-3E74-1B24D1A017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1225326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64A53C3-A1FD-F26C-8485-6D49B929F3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75A4C5E-AF68-5E46-B8FD-A65257F384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CA7F9A2-8EDC-4838-88A8-4C6F55CFEA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37987763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00A4930-A0C3-9936-C9B3-AFC2537DE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7E72DA1-900E-01CD-2416-1E69159452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0C623BCD-7F47-1590-CC7F-9C37ECF52E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6344147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5F2422B-267B-CDDB-967B-2D62C0535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694D7C9-6625-394C-64B0-6CAAF1C9B9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1DA1855-56E3-032C-159A-50423ECF0F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77662879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0AFEA7D6-9095-25C7-5016-344575B49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3449C509-5882-585D-C56A-D506E066ED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8694F79-7B5E-6D25-1273-38ABEADEF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17484651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5593E0EA-DF92-0985-5410-3B847CF04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26BC6804-34C4-065C-C1E4-F0BECA4524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AF53AB92-4909-378F-846D-AE50B03DFE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87491943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B059B65-3C89-BFE2-2F1B-F74823A8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CA19B5A4-58F1-D1B7-7C9D-9505FB7056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2B838C8-FDAC-1DDB-C018-5C961113B6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821709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70E0FA9-4AC1-3649-5776-4B31CFB6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E2FE216-1823-47C6-0F51-ADF9FAF729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C254AE6-7D7A-2177-EB5C-1426630F28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112299388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D5F2182-F975-4E6D-86C9-529061574A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A22FF83-98ED-8835-6180-FD46192F4C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761F2E2B-7603-AA34-8EFF-D8022FD319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777076224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972B815D-B6AF-017B-7BD8-EB51C3B722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87FF26EF-E00C-D0B4-58D2-B3546235BD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9C4F875-61D3-099E-E34E-4D07189D3B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825748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737255C6-D40A-332B-9DCF-E27D633F9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C27800D-6B5C-6B93-54B7-8781309A24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A897F67-EFE6-6B0C-2181-B0FDE99D29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0452794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312101D2-41BF-2DEC-649F-966F9E989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BEC3AB96-7708-18FD-4871-29DAD023B0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494CE14C-391F-DC95-0D5B-7C2E5ACB5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86455490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B5125637-A8E8-6F0A-8A55-98FD7CB51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51F80FF-4C8C-3049-691B-4EF0527BC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835DF3BA-D573-D420-F21D-FD601BB5FE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50211275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62F17F8B-D79D-87EF-A3D2-4AD10CB13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FB4F3703-E21E-6CDF-8484-4EE08E0365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3A4FA230-8C95-2235-0673-08E3CD432F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14168235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2210BD6-9B43-7A23-C91C-27A4679E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F6C10B0-1F1D-0E27-99E7-592376B6F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1FE0FFD-58DC-E1EB-B904-F99D649A76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2789432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28B7712B-5205-051F-078E-898B81F39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7FAD62C3-A028-A281-DDD2-01413720F4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DBFC79F2-9973-201A-F218-5B7D67B297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83285969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>
          <a:extLst>
            <a:ext uri="{FF2B5EF4-FFF2-40B4-BE49-F238E27FC236}">
              <a16:creationId xmlns:a16="http://schemas.microsoft.com/office/drawing/2014/main" id="{EC2DEE09-987D-1F03-087D-A11C61D2F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1e61d1804a_0_5:notes">
            <a:extLst>
              <a:ext uri="{FF2B5EF4-FFF2-40B4-BE49-F238E27FC236}">
                <a16:creationId xmlns:a16="http://schemas.microsoft.com/office/drawing/2014/main" id="{58FAB87D-3688-A55B-462D-824434442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1e61d1804a_0_5:notes">
            <a:extLst>
              <a:ext uri="{FF2B5EF4-FFF2-40B4-BE49-F238E27FC236}">
                <a16:creationId xmlns:a16="http://schemas.microsoft.com/office/drawing/2014/main" id="{1EA4AF38-A07F-A5C0-F42A-7B9D6F4E0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198526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F2210BD6-9B43-7A23-C91C-27A4679E9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aec89f2a4e_0_15:notes">
            <a:extLst>
              <a:ext uri="{FF2B5EF4-FFF2-40B4-BE49-F238E27FC236}">
                <a16:creationId xmlns:a16="http://schemas.microsoft.com/office/drawing/2014/main" id="{1F6C10B0-1F1D-0E27-99E7-592376B6F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aec89f2a4e_0_15:notes">
            <a:extLst>
              <a:ext uri="{FF2B5EF4-FFF2-40B4-BE49-F238E27FC236}">
                <a16:creationId xmlns:a16="http://schemas.microsoft.com/office/drawing/2014/main" id="{21FE0FFD-58DC-E1EB-B904-F99D649A76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50" dirty="0">
              <a:solidFill>
                <a:srgbClr val="222222"/>
              </a:solidFill>
              <a:highlight>
                <a:srgbClr val="FFFFFF"/>
              </a:highlight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86721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221450" y="24390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 dirty="0"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21450" y="2006304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 dirty="0"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478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34325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36564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7472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788760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7877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FF0000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47513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453940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0116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 userDrawn="1">
  <p:cSld name="Big 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985498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66240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0328587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4.png"/><Relationship Id="rId42" Type="http://schemas.openxmlformats.org/officeDocument/2006/relationships/image" Target="../media/image72.png"/><Relationship Id="rId47" Type="http://schemas.openxmlformats.org/officeDocument/2006/relationships/customXml" Target="../ink/ink16.xml"/><Relationship Id="rId63" Type="http://schemas.openxmlformats.org/officeDocument/2006/relationships/customXml" Target="../ink/ink24.xml"/><Relationship Id="rId68" Type="http://schemas.openxmlformats.org/officeDocument/2006/relationships/image" Target="../media/image85.png"/><Relationship Id="rId89" Type="http://schemas.openxmlformats.org/officeDocument/2006/relationships/customXml" Target="../ink/ink34.xml"/><Relationship Id="rId2" Type="http://schemas.openxmlformats.org/officeDocument/2006/relationships/notesSlide" Target="../notesSlides/notesSlide20.xml"/><Relationship Id="rId29" Type="http://schemas.openxmlformats.org/officeDocument/2006/relationships/customXml" Target="../ink/ink7.xml"/><Relationship Id="rId24" Type="http://schemas.openxmlformats.org/officeDocument/2006/relationships/image" Target="../media/image63.png"/><Relationship Id="rId32" Type="http://schemas.openxmlformats.org/officeDocument/2006/relationships/image" Target="../media/image67.png"/><Relationship Id="rId37" Type="http://schemas.openxmlformats.org/officeDocument/2006/relationships/customXml" Target="../ink/ink11.xml"/><Relationship Id="rId40" Type="http://schemas.openxmlformats.org/officeDocument/2006/relationships/image" Target="../media/image71.png"/><Relationship Id="rId45" Type="http://schemas.openxmlformats.org/officeDocument/2006/relationships/customXml" Target="../ink/ink15.xml"/><Relationship Id="rId53" Type="http://schemas.openxmlformats.org/officeDocument/2006/relationships/customXml" Target="../ink/ink19.xml"/><Relationship Id="rId58" Type="http://schemas.openxmlformats.org/officeDocument/2006/relationships/image" Target="../media/image80.png"/><Relationship Id="rId66" Type="http://schemas.openxmlformats.org/officeDocument/2006/relationships/image" Target="../media/image84.png"/><Relationship Id="rId74" Type="http://schemas.openxmlformats.org/officeDocument/2006/relationships/image" Target="../media/image46.png"/><Relationship Id="rId79" Type="http://schemas.openxmlformats.org/officeDocument/2006/relationships/customXml" Target="../ink/ink32.xml"/><Relationship Id="rId87" Type="http://schemas.openxmlformats.org/officeDocument/2006/relationships/customXml" Target="../ink/ink33.xml"/><Relationship Id="rId115" Type="http://schemas.openxmlformats.org/officeDocument/2006/relationships/image" Target="../media/image14.png"/><Relationship Id="rId61" Type="http://schemas.openxmlformats.org/officeDocument/2006/relationships/customXml" Target="../ink/ink23.xml"/><Relationship Id="rId90" Type="http://schemas.openxmlformats.org/officeDocument/2006/relationships/image" Target="../media/image96.png"/><Relationship Id="rId95" Type="http://schemas.openxmlformats.org/officeDocument/2006/relationships/customXml" Target="../ink/ink37.xml"/><Relationship Id="rId27" Type="http://schemas.openxmlformats.org/officeDocument/2006/relationships/customXml" Target="../ink/ink6.xml"/><Relationship Id="rId30" Type="http://schemas.openxmlformats.org/officeDocument/2006/relationships/image" Target="../media/image66.png"/><Relationship Id="rId35" Type="http://schemas.openxmlformats.org/officeDocument/2006/relationships/customXml" Target="../ink/ink10.xml"/><Relationship Id="rId43" Type="http://schemas.openxmlformats.org/officeDocument/2006/relationships/customXml" Target="../ink/ink14.xml"/><Relationship Id="rId48" Type="http://schemas.openxmlformats.org/officeDocument/2006/relationships/image" Target="../media/image75.png"/><Relationship Id="rId56" Type="http://schemas.openxmlformats.org/officeDocument/2006/relationships/image" Target="../media/image79.png"/><Relationship Id="rId64" Type="http://schemas.openxmlformats.org/officeDocument/2006/relationships/image" Target="../media/image83.png"/><Relationship Id="rId69" Type="http://schemas.openxmlformats.org/officeDocument/2006/relationships/customXml" Target="../ink/ink27.xml"/><Relationship Id="rId77" Type="http://schemas.openxmlformats.org/officeDocument/2006/relationships/customXml" Target="../ink/ink31.xml"/><Relationship Id="rId51" Type="http://schemas.openxmlformats.org/officeDocument/2006/relationships/customXml" Target="../ink/ink18.xml"/><Relationship Id="rId72" Type="http://schemas.openxmlformats.org/officeDocument/2006/relationships/image" Target="../media/image310.png"/><Relationship Id="rId93" Type="http://schemas.openxmlformats.org/officeDocument/2006/relationships/customXml" Target="../ink/ink36.xml"/><Relationship Id="rId98" Type="http://schemas.openxmlformats.org/officeDocument/2006/relationships/image" Target="../media/image100.png"/><Relationship Id="rId3" Type="http://schemas.openxmlformats.org/officeDocument/2006/relationships/customXml" Target="../ink/ink4.xml"/><Relationship Id="rId25" Type="http://schemas.openxmlformats.org/officeDocument/2006/relationships/customXml" Target="../ink/ink5.xml"/><Relationship Id="rId33" Type="http://schemas.openxmlformats.org/officeDocument/2006/relationships/customXml" Target="../ink/ink9.xml"/><Relationship Id="rId38" Type="http://schemas.openxmlformats.org/officeDocument/2006/relationships/image" Target="../media/image70.png"/><Relationship Id="rId46" Type="http://schemas.openxmlformats.org/officeDocument/2006/relationships/image" Target="../media/image74.png"/><Relationship Id="rId59" Type="http://schemas.openxmlformats.org/officeDocument/2006/relationships/customXml" Target="../ink/ink22.xml"/><Relationship Id="rId67" Type="http://schemas.openxmlformats.org/officeDocument/2006/relationships/customXml" Target="../ink/ink26.xml"/><Relationship Id="rId41" Type="http://schemas.openxmlformats.org/officeDocument/2006/relationships/customXml" Target="../ink/ink13.xml"/><Relationship Id="rId54" Type="http://schemas.openxmlformats.org/officeDocument/2006/relationships/image" Target="../media/image78.png"/><Relationship Id="rId62" Type="http://schemas.openxmlformats.org/officeDocument/2006/relationships/image" Target="../media/image82.png"/><Relationship Id="rId70" Type="http://schemas.openxmlformats.org/officeDocument/2006/relationships/image" Target="../media/image86.png"/><Relationship Id="rId75" Type="http://schemas.openxmlformats.org/officeDocument/2006/relationships/customXml" Target="../ink/ink30.xml"/><Relationship Id="rId88" Type="http://schemas.openxmlformats.org/officeDocument/2006/relationships/image" Target="../media/image95.png"/><Relationship Id="rId91" Type="http://schemas.openxmlformats.org/officeDocument/2006/relationships/customXml" Target="../ink/ink35.xml"/><Relationship Id="rId96" Type="http://schemas.openxmlformats.org/officeDocument/2006/relationships/image" Target="../media/image99.png"/><Relationship Id="rId1" Type="http://schemas.openxmlformats.org/officeDocument/2006/relationships/slideLayout" Target="../slideLayouts/slideLayout3.xml"/><Relationship Id="rId28" Type="http://schemas.openxmlformats.org/officeDocument/2006/relationships/image" Target="../media/image65.png"/><Relationship Id="rId36" Type="http://schemas.openxmlformats.org/officeDocument/2006/relationships/image" Target="../media/image69.png"/><Relationship Id="rId49" Type="http://schemas.openxmlformats.org/officeDocument/2006/relationships/customXml" Target="../ink/ink17.xml"/><Relationship Id="rId57" Type="http://schemas.openxmlformats.org/officeDocument/2006/relationships/customXml" Target="../ink/ink21.xml"/><Relationship Id="rId114" Type="http://schemas.openxmlformats.org/officeDocument/2006/relationships/image" Target="../media/image710.png"/><Relationship Id="rId31" Type="http://schemas.openxmlformats.org/officeDocument/2006/relationships/customXml" Target="../ink/ink8.xml"/><Relationship Id="rId44" Type="http://schemas.openxmlformats.org/officeDocument/2006/relationships/image" Target="../media/image73.png"/><Relationship Id="rId52" Type="http://schemas.openxmlformats.org/officeDocument/2006/relationships/image" Target="../media/image77.png"/><Relationship Id="rId60" Type="http://schemas.openxmlformats.org/officeDocument/2006/relationships/image" Target="../media/image81.png"/><Relationship Id="rId65" Type="http://schemas.openxmlformats.org/officeDocument/2006/relationships/customXml" Target="../ink/ink25.xml"/><Relationship Id="rId73" Type="http://schemas.openxmlformats.org/officeDocument/2006/relationships/customXml" Target="../ink/ink29.xml"/><Relationship Id="rId78" Type="http://schemas.openxmlformats.org/officeDocument/2006/relationships/image" Target="../media/image610.png"/><Relationship Id="rId86" Type="http://schemas.openxmlformats.org/officeDocument/2006/relationships/image" Target="../media/image94.png"/><Relationship Id="rId94" Type="http://schemas.openxmlformats.org/officeDocument/2006/relationships/image" Target="../media/image98.png"/><Relationship Id="rId99" Type="http://schemas.openxmlformats.org/officeDocument/2006/relationships/customXml" Target="../ink/ink39.xml"/><Relationship Id="rId39" Type="http://schemas.openxmlformats.org/officeDocument/2006/relationships/customXml" Target="../ink/ink12.xml"/><Relationship Id="rId34" Type="http://schemas.openxmlformats.org/officeDocument/2006/relationships/image" Target="../media/image68.png"/><Relationship Id="rId50" Type="http://schemas.openxmlformats.org/officeDocument/2006/relationships/image" Target="../media/image76.png"/><Relationship Id="rId55" Type="http://schemas.openxmlformats.org/officeDocument/2006/relationships/customXml" Target="../ink/ink20.xml"/><Relationship Id="rId76" Type="http://schemas.openxmlformats.org/officeDocument/2006/relationships/image" Target="../media/image50.png"/><Relationship Id="rId97" Type="http://schemas.openxmlformats.org/officeDocument/2006/relationships/customXml" Target="../ink/ink38.xml"/><Relationship Id="rId71" Type="http://schemas.openxmlformats.org/officeDocument/2006/relationships/customXml" Target="../ink/ink28.xml"/><Relationship Id="rId92" Type="http://schemas.openxmlformats.org/officeDocument/2006/relationships/image" Target="../media/image97.png"/></Relationships>
</file>

<file path=ppt/slides/_rels/slide2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4.png"/><Relationship Id="rId42" Type="http://schemas.openxmlformats.org/officeDocument/2006/relationships/image" Target="../media/image72.png"/><Relationship Id="rId47" Type="http://schemas.openxmlformats.org/officeDocument/2006/relationships/customXml" Target="../ink/ink52.xml"/><Relationship Id="rId63" Type="http://schemas.openxmlformats.org/officeDocument/2006/relationships/customXml" Target="../ink/ink60.xml"/><Relationship Id="rId68" Type="http://schemas.openxmlformats.org/officeDocument/2006/relationships/image" Target="../media/image85.png"/><Relationship Id="rId84" Type="http://schemas.openxmlformats.org/officeDocument/2006/relationships/image" Target="../media/image93.png"/><Relationship Id="rId89" Type="http://schemas.openxmlformats.org/officeDocument/2006/relationships/customXml" Target="../ink/ink73.xml"/><Relationship Id="rId24" Type="http://schemas.openxmlformats.org/officeDocument/2006/relationships/image" Target="../media/image63.png"/><Relationship Id="rId32" Type="http://schemas.openxmlformats.org/officeDocument/2006/relationships/image" Target="../media/image67.png"/><Relationship Id="rId37" Type="http://schemas.openxmlformats.org/officeDocument/2006/relationships/customXml" Target="../ink/ink47.xml"/><Relationship Id="rId40" Type="http://schemas.openxmlformats.org/officeDocument/2006/relationships/image" Target="../media/image71.png"/><Relationship Id="rId45" Type="http://schemas.openxmlformats.org/officeDocument/2006/relationships/customXml" Target="../ink/ink51.xml"/><Relationship Id="rId53" Type="http://schemas.openxmlformats.org/officeDocument/2006/relationships/customXml" Target="../ink/ink55.xml"/><Relationship Id="rId58" Type="http://schemas.openxmlformats.org/officeDocument/2006/relationships/image" Target="../media/image80.png"/><Relationship Id="rId66" Type="http://schemas.openxmlformats.org/officeDocument/2006/relationships/image" Target="../media/image84.png"/><Relationship Id="rId74" Type="http://schemas.openxmlformats.org/officeDocument/2006/relationships/image" Target="../media/image88.png"/><Relationship Id="rId79" Type="http://schemas.openxmlformats.org/officeDocument/2006/relationships/customXml" Target="../ink/ink68.xml"/><Relationship Id="rId87" Type="http://schemas.openxmlformats.org/officeDocument/2006/relationships/customXml" Target="../ink/ink72.xml"/><Relationship Id="rId61" Type="http://schemas.openxmlformats.org/officeDocument/2006/relationships/customXml" Target="../ink/ink59.xml"/><Relationship Id="rId82" Type="http://schemas.openxmlformats.org/officeDocument/2006/relationships/image" Target="../media/image92.png"/><Relationship Id="rId90" Type="http://schemas.openxmlformats.org/officeDocument/2006/relationships/image" Target="../media/image96.png"/><Relationship Id="rId95" Type="http://schemas.openxmlformats.org/officeDocument/2006/relationships/customXml" Target="../ink/ink76.xml"/><Relationship Id="rId27" Type="http://schemas.openxmlformats.org/officeDocument/2006/relationships/customXml" Target="../ink/ink42.xml"/><Relationship Id="rId30" Type="http://schemas.openxmlformats.org/officeDocument/2006/relationships/image" Target="../media/image66.png"/><Relationship Id="rId35" Type="http://schemas.openxmlformats.org/officeDocument/2006/relationships/customXml" Target="../ink/ink46.xml"/><Relationship Id="rId43" Type="http://schemas.openxmlformats.org/officeDocument/2006/relationships/customXml" Target="../ink/ink50.xml"/><Relationship Id="rId48" Type="http://schemas.openxmlformats.org/officeDocument/2006/relationships/image" Target="../media/image75.png"/><Relationship Id="rId56" Type="http://schemas.openxmlformats.org/officeDocument/2006/relationships/image" Target="../media/image79.png"/><Relationship Id="rId64" Type="http://schemas.openxmlformats.org/officeDocument/2006/relationships/image" Target="../media/image83.png"/><Relationship Id="rId69" Type="http://schemas.openxmlformats.org/officeDocument/2006/relationships/customXml" Target="../ink/ink63.xml"/><Relationship Id="rId77" Type="http://schemas.openxmlformats.org/officeDocument/2006/relationships/customXml" Target="../ink/ink67.xml"/><Relationship Id="rId51" Type="http://schemas.openxmlformats.org/officeDocument/2006/relationships/customXml" Target="../ink/ink54.xml"/><Relationship Id="rId72" Type="http://schemas.openxmlformats.org/officeDocument/2006/relationships/image" Target="../media/image87.png"/><Relationship Id="rId80" Type="http://schemas.openxmlformats.org/officeDocument/2006/relationships/image" Target="../media/image91.png"/><Relationship Id="rId85" Type="http://schemas.openxmlformats.org/officeDocument/2006/relationships/customXml" Target="../ink/ink71.xml"/><Relationship Id="rId93" Type="http://schemas.openxmlformats.org/officeDocument/2006/relationships/customXml" Target="../ink/ink75.xml"/><Relationship Id="rId98" Type="http://schemas.openxmlformats.org/officeDocument/2006/relationships/image" Target="../media/image100.png"/><Relationship Id="rId3" Type="http://schemas.openxmlformats.org/officeDocument/2006/relationships/customXml" Target="../ink/ink40.xml"/><Relationship Id="rId25" Type="http://schemas.openxmlformats.org/officeDocument/2006/relationships/customXml" Target="../ink/ink41.xml"/><Relationship Id="rId33" Type="http://schemas.openxmlformats.org/officeDocument/2006/relationships/customXml" Target="../ink/ink45.xml"/><Relationship Id="rId38" Type="http://schemas.openxmlformats.org/officeDocument/2006/relationships/image" Target="../media/image70.png"/><Relationship Id="rId46" Type="http://schemas.openxmlformats.org/officeDocument/2006/relationships/image" Target="../media/image74.png"/><Relationship Id="rId59" Type="http://schemas.openxmlformats.org/officeDocument/2006/relationships/customXml" Target="../ink/ink58.xml"/><Relationship Id="rId67" Type="http://schemas.openxmlformats.org/officeDocument/2006/relationships/customXml" Target="../ink/ink62.xml"/><Relationship Id="rId41" Type="http://schemas.openxmlformats.org/officeDocument/2006/relationships/customXml" Target="../ink/ink49.xml"/><Relationship Id="rId54" Type="http://schemas.openxmlformats.org/officeDocument/2006/relationships/image" Target="../media/image78.png"/><Relationship Id="rId62" Type="http://schemas.openxmlformats.org/officeDocument/2006/relationships/image" Target="../media/image82.png"/><Relationship Id="rId70" Type="http://schemas.openxmlformats.org/officeDocument/2006/relationships/image" Target="../media/image86.png"/><Relationship Id="rId75" Type="http://schemas.openxmlformats.org/officeDocument/2006/relationships/customXml" Target="../ink/ink66.xml"/><Relationship Id="rId83" Type="http://schemas.openxmlformats.org/officeDocument/2006/relationships/customXml" Target="../ink/ink70.xml"/><Relationship Id="rId88" Type="http://schemas.openxmlformats.org/officeDocument/2006/relationships/image" Target="../media/image95.png"/><Relationship Id="rId91" Type="http://schemas.openxmlformats.org/officeDocument/2006/relationships/customXml" Target="../ink/ink74.xml"/><Relationship Id="rId96" Type="http://schemas.openxmlformats.org/officeDocument/2006/relationships/image" Target="../media/image99.png"/><Relationship Id="rId1" Type="http://schemas.openxmlformats.org/officeDocument/2006/relationships/slideLayout" Target="../slideLayouts/slideLayout3.xml"/><Relationship Id="rId28" Type="http://schemas.openxmlformats.org/officeDocument/2006/relationships/image" Target="../media/image65.png"/><Relationship Id="rId36" Type="http://schemas.openxmlformats.org/officeDocument/2006/relationships/image" Target="../media/image69.png"/><Relationship Id="rId49" Type="http://schemas.openxmlformats.org/officeDocument/2006/relationships/customXml" Target="../ink/ink53.xml"/><Relationship Id="rId57" Type="http://schemas.openxmlformats.org/officeDocument/2006/relationships/customXml" Target="../ink/ink57.xml"/><Relationship Id="rId31" Type="http://schemas.openxmlformats.org/officeDocument/2006/relationships/customXml" Target="../ink/ink44.xml"/><Relationship Id="rId44" Type="http://schemas.openxmlformats.org/officeDocument/2006/relationships/image" Target="../media/image73.png"/><Relationship Id="rId52" Type="http://schemas.openxmlformats.org/officeDocument/2006/relationships/image" Target="../media/image77.png"/><Relationship Id="rId60" Type="http://schemas.openxmlformats.org/officeDocument/2006/relationships/image" Target="../media/image81.png"/><Relationship Id="rId65" Type="http://schemas.openxmlformats.org/officeDocument/2006/relationships/customXml" Target="../ink/ink61.xml"/><Relationship Id="rId73" Type="http://schemas.openxmlformats.org/officeDocument/2006/relationships/customXml" Target="../ink/ink65.xml"/><Relationship Id="rId78" Type="http://schemas.openxmlformats.org/officeDocument/2006/relationships/image" Target="../media/image90.png"/><Relationship Id="rId81" Type="http://schemas.openxmlformats.org/officeDocument/2006/relationships/customXml" Target="../ink/ink69.xml"/><Relationship Id="rId86" Type="http://schemas.openxmlformats.org/officeDocument/2006/relationships/image" Target="../media/image94.png"/><Relationship Id="rId94" Type="http://schemas.openxmlformats.org/officeDocument/2006/relationships/image" Target="../media/image98.png"/><Relationship Id="rId39" Type="http://schemas.openxmlformats.org/officeDocument/2006/relationships/customXml" Target="../ink/ink48.xml"/><Relationship Id="rId34" Type="http://schemas.openxmlformats.org/officeDocument/2006/relationships/image" Target="../media/image68.png"/><Relationship Id="rId50" Type="http://schemas.openxmlformats.org/officeDocument/2006/relationships/image" Target="../media/image76.png"/><Relationship Id="rId55" Type="http://schemas.openxmlformats.org/officeDocument/2006/relationships/customXml" Target="../ink/ink56.xml"/><Relationship Id="rId76" Type="http://schemas.openxmlformats.org/officeDocument/2006/relationships/image" Target="../media/image89.png"/><Relationship Id="rId97" Type="http://schemas.openxmlformats.org/officeDocument/2006/relationships/customXml" Target="../ink/ink77.xml"/><Relationship Id="rId71" Type="http://schemas.openxmlformats.org/officeDocument/2006/relationships/customXml" Target="../ink/ink64.xml"/><Relationship Id="rId92" Type="http://schemas.openxmlformats.org/officeDocument/2006/relationships/image" Target="../media/image97.png"/><Relationship Id="rId2" Type="http://schemas.openxmlformats.org/officeDocument/2006/relationships/notesSlide" Target="../notesSlides/notesSlide21.xml"/><Relationship Id="rId29" Type="http://schemas.openxmlformats.org/officeDocument/2006/relationships/customXml" Target="../ink/ink43.xml"/></Relationships>
</file>

<file path=ppt/slides/_rels/slide2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0.png"/><Relationship Id="rId21" Type="http://schemas.openxmlformats.org/officeDocument/2006/relationships/customXml" Target="../ink/ink87.xml"/><Relationship Id="rId42" Type="http://schemas.openxmlformats.org/officeDocument/2006/relationships/image" Target="../media/image27.png"/><Relationship Id="rId47" Type="http://schemas.openxmlformats.org/officeDocument/2006/relationships/customXml" Target="../ink/ink100.xml"/><Relationship Id="rId63" Type="http://schemas.openxmlformats.org/officeDocument/2006/relationships/customXml" Target="../ink/ink108.xml"/><Relationship Id="rId68" Type="http://schemas.openxmlformats.org/officeDocument/2006/relationships/image" Target="../media/image36.png"/><Relationship Id="rId16" Type="http://schemas.openxmlformats.org/officeDocument/2006/relationships/image" Target="../media/image140.png"/><Relationship Id="rId11" Type="http://schemas.openxmlformats.org/officeDocument/2006/relationships/customXml" Target="../ink/ink82.xml"/><Relationship Id="rId24" Type="http://schemas.openxmlformats.org/officeDocument/2006/relationships/image" Target="../media/image180.png"/><Relationship Id="rId32" Type="http://schemas.openxmlformats.org/officeDocument/2006/relationships/image" Target="../media/image22.png"/><Relationship Id="rId37" Type="http://schemas.openxmlformats.org/officeDocument/2006/relationships/customXml" Target="../ink/ink95.xml"/><Relationship Id="rId40" Type="http://schemas.openxmlformats.org/officeDocument/2006/relationships/image" Target="../media/image26.png"/><Relationship Id="rId45" Type="http://schemas.openxmlformats.org/officeDocument/2006/relationships/customXml" Target="../ink/ink99.xml"/><Relationship Id="rId53" Type="http://schemas.openxmlformats.org/officeDocument/2006/relationships/customXml" Target="../ink/ink103.xml"/><Relationship Id="rId58" Type="http://schemas.openxmlformats.org/officeDocument/2006/relationships/image" Target="../media/image33.png"/><Relationship Id="rId66" Type="http://schemas.openxmlformats.org/officeDocument/2006/relationships/image" Target="../media/image35.png"/><Relationship Id="rId74" Type="http://schemas.openxmlformats.org/officeDocument/2006/relationships/image" Target="../media/image39.png"/><Relationship Id="rId79" Type="http://schemas.openxmlformats.org/officeDocument/2006/relationships/customXml" Target="../ink/ink116.xml"/><Relationship Id="rId5" Type="http://schemas.openxmlformats.org/officeDocument/2006/relationships/customXml" Target="../ink/ink79.xml"/><Relationship Id="rId61" Type="http://schemas.openxmlformats.org/officeDocument/2006/relationships/customXml" Target="../ink/ink107.xml"/><Relationship Id="rId19" Type="http://schemas.openxmlformats.org/officeDocument/2006/relationships/customXml" Target="../ink/ink86.xml"/><Relationship Id="rId14" Type="http://schemas.openxmlformats.org/officeDocument/2006/relationships/image" Target="../media/image130.png"/><Relationship Id="rId22" Type="http://schemas.openxmlformats.org/officeDocument/2006/relationships/image" Target="../media/image170.png"/><Relationship Id="rId27" Type="http://schemas.openxmlformats.org/officeDocument/2006/relationships/customXml" Target="../ink/ink90.xml"/><Relationship Id="rId30" Type="http://schemas.openxmlformats.org/officeDocument/2006/relationships/image" Target="../media/image21.png"/><Relationship Id="rId35" Type="http://schemas.openxmlformats.org/officeDocument/2006/relationships/customXml" Target="../ink/ink94.xml"/><Relationship Id="rId43" Type="http://schemas.openxmlformats.org/officeDocument/2006/relationships/customXml" Target="../ink/ink98.xml"/><Relationship Id="rId48" Type="http://schemas.openxmlformats.org/officeDocument/2006/relationships/image" Target="../media/image30.png"/><Relationship Id="rId56" Type="http://schemas.openxmlformats.org/officeDocument/2006/relationships/image" Target="../media/image46.png"/><Relationship Id="rId64" Type="http://schemas.openxmlformats.org/officeDocument/2006/relationships/image" Target="../media/image610.png"/><Relationship Id="rId69" Type="http://schemas.openxmlformats.org/officeDocument/2006/relationships/customXml" Target="../ink/ink111.xml"/><Relationship Id="rId77" Type="http://schemas.openxmlformats.org/officeDocument/2006/relationships/customXml" Target="../ink/ink115.xml"/><Relationship Id="rId8" Type="http://schemas.openxmlformats.org/officeDocument/2006/relationships/image" Target="../media/image105.png"/><Relationship Id="rId51" Type="http://schemas.openxmlformats.org/officeDocument/2006/relationships/customXml" Target="../ink/ink102.xml"/><Relationship Id="rId72" Type="http://schemas.openxmlformats.org/officeDocument/2006/relationships/image" Target="../media/image38.png"/><Relationship Id="rId80" Type="http://schemas.openxmlformats.org/officeDocument/2006/relationships/image" Target="../media/image43.png"/><Relationship Id="rId3" Type="http://schemas.openxmlformats.org/officeDocument/2006/relationships/customXml" Target="../ink/ink78.xml"/><Relationship Id="rId12" Type="http://schemas.openxmlformats.org/officeDocument/2006/relationships/image" Target="../media/image120.png"/><Relationship Id="rId17" Type="http://schemas.openxmlformats.org/officeDocument/2006/relationships/customXml" Target="../ink/ink85.xml"/><Relationship Id="rId25" Type="http://schemas.openxmlformats.org/officeDocument/2006/relationships/customXml" Target="../ink/ink89.xml"/><Relationship Id="rId33" Type="http://schemas.openxmlformats.org/officeDocument/2006/relationships/customXml" Target="../ink/ink93.xml"/><Relationship Id="rId38" Type="http://schemas.openxmlformats.org/officeDocument/2006/relationships/image" Target="../media/image25.png"/><Relationship Id="rId46" Type="http://schemas.openxmlformats.org/officeDocument/2006/relationships/image" Target="../media/image29.png"/><Relationship Id="rId59" Type="http://schemas.openxmlformats.org/officeDocument/2006/relationships/customXml" Target="../ink/ink106.xml"/><Relationship Id="rId67" Type="http://schemas.openxmlformats.org/officeDocument/2006/relationships/customXml" Target="../ink/ink110.xml"/><Relationship Id="rId20" Type="http://schemas.openxmlformats.org/officeDocument/2006/relationships/image" Target="../media/image160.png"/><Relationship Id="rId41" Type="http://schemas.openxmlformats.org/officeDocument/2006/relationships/customXml" Target="../ink/ink97.xml"/><Relationship Id="rId54" Type="http://schemas.openxmlformats.org/officeDocument/2006/relationships/image" Target="../media/image310.png"/><Relationship Id="rId62" Type="http://schemas.openxmlformats.org/officeDocument/2006/relationships/image" Target="../media/image50.png"/><Relationship Id="rId70" Type="http://schemas.openxmlformats.org/officeDocument/2006/relationships/image" Target="../media/image37.png"/><Relationship Id="rId75" Type="http://schemas.openxmlformats.org/officeDocument/2006/relationships/customXml" Target="../ink/ink1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0.png"/><Relationship Id="rId15" Type="http://schemas.openxmlformats.org/officeDocument/2006/relationships/customXml" Target="../ink/ink84.xml"/><Relationship Id="rId23" Type="http://schemas.openxmlformats.org/officeDocument/2006/relationships/customXml" Target="../ink/ink88.xml"/><Relationship Id="rId28" Type="http://schemas.openxmlformats.org/officeDocument/2006/relationships/image" Target="../media/image20.png"/><Relationship Id="rId36" Type="http://schemas.openxmlformats.org/officeDocument/2006/relationships/image" Target="../media/image24.png"/><Relationship Id="rId49" Type="http://schemas.openxmlformats.org/officeDocument/2006/relationships/customXml" Target="../ink/ink101.xml"/><Relationship Id="rId57" Type="http://schemas.openxmlformats.org/officeDocument/2006/relationships/customXml" Target="../ink/ink105.xml"/><Relationship Id="rId10" Type="http://schemas.openxmlformats.org/officeDocument/2006/relationships/image" Target="../media/image110.png"/><Relationship Id="rId31" Type="http://schemas.openxmlformats.org/officeDocument/2006/relationships/customXml" Target="../ink/ink92.xml"/><Relationship Id="rId44" Type="http://schemas.openxmlformats.org/officeDocument/2006/relationships/image" Target="../media/image28.png"/><Relationship Id="rId52" Type="http://schemas.openxmlformats.org/officeDocument/2006/relationships/image" Target="../media/image32.png"/><Relationship Id="rId60" Type="http://schemas.openxmlformats.org/officeDocument/2006/relationships/image" Target="../media/image34.png"/><Relationship Id="rId65" Type="http://schemas.openxmlformats.org/officeDocument/2006/relationships/customXml" Target="../ink/ink109.xml"/><Relationship Id="rId73" Type="http://schemas.openxmlformats.org/officeDocument/2006/relationships/customXml" Target="../ink/ink113.xml"/><Relationship Id="rId78" Type="http://schemas.openxmlformats.org/officeDocument/2006/relationships/image" Target="../media/image41.png"/><Relationship Id="rId4" Type="http://schemas.openxmlformats.org/officeDocument/2006/relationships/image" Target="../media/image810.png"/><Relationship Id="rId9" Type="http://schemas.openxmlformats.org/officeDocument/2006/relationships/customXml" Target="../ink/ink81.xml"/><Relationship Id="rId13" Type="http://schemas.openxmlformats.org/officeDocument/2006/relationships/customXml" Target="../ink/ink83.xml"/><Relationship Id="rId18" Type="http://schemas.openxmlformats.org/officeDocument/2006/relationships/image" Target="../media/image150.png"/><Relationship Id="rId39" Type="http://schemas.openxmlformats.org/officeDocument/2006/relationships/customXml" Target="../ink/ink96.xml"/><Relationship Id="rId34" Type="http://schemas.openxmlformats.org/officeDocument/2006/relationships/image" Target="../media/image23.png"/><Relationship Id="rId50" Type="http://schemas.openxmlformats.org/officeDocument/2006/relationships/image" Target="../media/image31.png"/><Relationship Id="rId55" Type="http://schemas.openxmlformats.org/officeDocument/2006/relationships/customXml" Target="../ink/ink104.xml"/><Relationship Id="rId76" Type="http://schemas.openxmlformats.org/officeDocument/2006/relationships/image" Target="../media/image40.png"/><Relationship Id="rId7" Type="http://schemas.openxmlformats.org/officeDocument/2006/relationships/customXml" Target="../ink/ink80.xml"/><Relationship Id="rId71" Type="http://schemas.openxmlformats.org/officeDocument/2006/relationships/customXml" Target="../ink/ink112.xml"/><Relationship Id="rId2" Type="http://schemas.openxmlformats.org/officeDocument/2006/relationships/notesSlide" Target="../notesSlides/notesSlide22.xml"/><Relationship Id="rId29" Type="http://schemas.openxmlformats.org/officeDocument/2006/relationships/customXml" Target="../ink/ink91.xml"/></Relationships>
</file>

<file path=ppt/slides/_rels/slide2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90.png"/><Relationship Id="rId21" Type="http://schemas.openxmlformats.org/officeDocument/2006/relationships/customXml" Target="../ink/ink126.xml"/><Relationship Id="rId42" Type="http://schemas.openxmlformats.org/officeDocument/2006/relationships/image" Target="../media/image27.png"/><Relationship Id="rId47" Type="http://schemas.openxmlformats.org/officeDocument/2006/relationships/customXml" Target="../ink/ink139.xml"/><Relationship Id="rId63" Type="http://schemas.openxmlformats.org/officeDocument/2006/relationships/customXml" Target="../ink/ink147.xml"/><Relationship Id="rId68" Type="http://schemas.openxmlformats.org/officeDocument/2006/relationships/image" Target="../media/image36.png"/><Relationship Id="rId16" Type="http://schemas.openxmlformats.org/officeDocument/2006/relationships/image" Target="../media/image140.png"/><Relationship Id="rId11" Type="http://schemas.openxmlformats.org/officeDocument/2006/relationships/customXml" Target="../ink/ink121.xml"/><Relationship Id="rId24" Type="http://schemas.openxmlformats.org/officeDocument/2006/relationships/image" Target="../media/image180.png"/><Relationship Id="rId32" Type="http://schemas.openxmlformats.org/officeDocument/2006/relationships/image" Target="../media/image22.png"/><Relationship Id="rId37" Type="http://schemas.openxmlformats.org/officeDocument/2006/relationships/customXml" Target="../ink/ink134.xml"/><Relationship Id="rId40" Type="http://schemas.openxmlformats.org/officeDocument/2006/relationships/image" Target="../media/image26.png"/><Relationship Id="rId45" Type="http://schemas.openxmlformats.org/officeDocument/2006/relationships/customXml" Target="../ink/ink138.xml"/><Relationship Id="rId53" Type="http://schemas.openxmlformats.org/officeDocument/2006/relationships/customXml" Target="../ink/ink142.xml"/><Relationship Id="rId58" Type="http://schemas.openxmlformats.org/officeDocument/2006/relationships/image" Target="../media/image33.png"/><Relationship Id="rId66" Type="http://schemas.openxmlformats.org/officeDocument/2006/relationships/image" Target="../media/image35.png"/><Relationship Id="rId74" Type="http://schemas.openxmlformats.org/officeDocument/2006/relationships/image" Target="../media/image39.png"/><Relationship Id="rId5" Type="http://schemas.openxmlformats.org/officeDocument/2006/relationships/customXml" Target="../ink/ink118.xml"/><Relationship Id="rId61" Type="http://schemas.openxmlformats.org/officeDocument/2006/relationships/customXml" Target="../ink/ink146.xml"/><Relationship Id="rId19" Type="http://schemas.openxmlformats.org/officeDocument/2006/relationships/customXml" Target="../ink/ink125.xml"/><Relationship Id="rId14" Type="http://schemas.openxmlformats.org/officeDocument/2006/relationships/image" Target="../media/image130.png"/><Relationship Id="rId22" Type="http://schemas.openxmlformats.org/officeDocument/2006/relationships/image" Target="../media/image170.png"/><Relationship Id="rId27" Type="http://schemas.openxmlformats.org/officeDocument/2006/relationships/customXml" Target="../ink/ink129.xml"/><Relationship Id="rId30" Type="http://schemas.openxmlformats.org/officeDocument/2006/relationships/image" Target="../media/image21.png"/><Relationship Id="rId35" Type="http://schemas.openxmlformats.org/officeDocument/2006/relationships/customXml" Target="../ink/ink133.xml"/><Relationship Id="rId43" Type="http://schemas.openxmlformats.org/officeDocument/2006/relationships/customXml" Target="../ink/ink137.xml"/><Relationship Id="rId48" Type="http://schemas.openxmlformats.org/officeDocument/2006/relationships/image" Target="../media/image30.png"/><Relationship Id="rId56" Type="http://schemas.openxmlformats.org/officeDocument/2006/relationships/image" Target="../media/image46.png"/><Relationship Id="rId64" Type="http://schemas.openxmlformats.org/officeDocument/2006/relationships/image" Target="../media/image610.png"/><Relationship Id="rId69" Type="http://schemas.openxmlformats.org/officeDocument/2006/relationships/customXml" Target="../ink/ink150.xml"/><Relationship Id="rId77" Type="http://schemas.openxmlformats.org/officeDocument/2006/relationships/customXml" Target="../ink/ink154.xml"/><Relationship Id="rId8" Type="http://schemas.openxmlformats.org/officeDocument/2006/relationships/image" Target="../media/image105.png"/><Relationship Id="rId51" Type="http://schemas.openxmlformats.org/officeDocument/2006/relationships/customXml" Target="../ink/ink141.xml"/><Relationship Id="rId72" Type="http://schemas.openxmlformats.org/officeDocument/2006/relationships/image" Target="../media/image38.png"/><Relationship Id="rId3" Type="http://schemas.openxmlformats.org/officeDocument/2006/relationships/customXml" Target="../ink/ink117.xml"/><Relationship Id="rId12" Type="http://schemas.openxmlformats.org/officeDocument/2006/relationships/image" Target="../media/image120.png"/><Relationship Id="rId17" Type="http://schemas.openxmlformats.org/officeDocument/2006/relationships/customXml" Target="../ink/ink124.xml"/><Relationship Id="rId25" Type="http://schemas.openxmlformats.org/officeDocument/2006/relationships/customXml" Target="../ink/ink128.xml"/><Relationship Id="rId33" Type="http://schemas.openxmlformats.org/officeDocument/2006/relationships/customXml" Target="../ink/ink132.xml"/><Relationship Id="rId38" Type="http://schemas.openxmlformats.org/officeDocument/2006/relationships/image" Target="../media/image25.png"/><Relationship Id="rId46" Type="http://schemas.openxmlformats.org/officeDocument/2006/relationships/image" Target="../media/image29.png"/><Relationship Id="rId59" Type="http://schemas.openxmlformats.org/officeDocument/2006/relationships/customXml" Target="../ink/ink145.xml"/><Relationship Id="rId67" Type="http://schemas.openxmlformats.org/officeDocument/2006/relationships/customXml" Target="../ink/ink149.xml"/><Relationship Id="rId20" Type="http://schemas.openxmlformats.org/officeDocument/2006/relationships/image" Target="../media/image160.png"/><Relationship Id="rId41" Type="http://schemas.openxmlformats.org/officeDocument/2006/relationships/customXml" Target="../ink/ink136.xml"/><Relationship Id="rId54" Type="http://schemas.openxmlformats.org/officeDocument/2006/relationships/image" Target="../media/image310.png"/><Relationship Id="rId62" Type="http://schemas.openxmlformats.org/officeDocument/2006/relationships/image" Target="../media/image50.png"/><Relationship Id="rId70" Type="http://schemas.openxmlformats.org/officeDocument/2006/relationships/image" Target="../media/image37.png"/><Relationship Id="rId75" Type="http://schemas.openxmlformats.org/officeDocument/2006/relationships/customXml" Target="../ink/ink15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10.png"/><Relationship Id="rId15" Type="http://schemas.openxmlformats.org/officeDocument/2006/relationships/customXml" Target="../ink/ink123.xml"/><Relationship Id="rId23" Type="http://schemas.openxmlformats.org/officeDocument/2006/relationships/customXml" Target="../ink/ink127.xml"/><Relationship Id="rId28" Type="http://schemas.openxmlformats.org/officeDocument/2006/relationships/image" Target="../media/image20.png"/><Relationship Id="rId36" Type="http://schemas.openxmlformats.org/officeDocument/2006/relationships/image" Target="../media/image24.png"/><Relationship Id="rId49" Type="http://schemas.openxmlformats.org/officeDocument/2006/relationships/customXml" Target="../ink/ink140.xml"/><Relationship Id="rId57" Type="http://schemas.openxmlformats.org/officeDocument/2006/relationships/customXml" Target="../ink/ink144.xml"/><Relationship Id="rId10" Type="http://schemas.openxmlformats.org/officeDocument/2006/relationships/image" Target="../media/image110.png"/><Relationship Id="rId31" Type="http://schemas.openxmlformats.org/officeDocument/2006/relationships/customXml" Target="../ink/ink131.xml"/><Relationship Id="rId44" Type="http://schemas.openxmlformats.org/officeDocument/2006/relationships/image" Target="../media/image28.png"/><Relationship Id="rId52" Type="http://schemas.openxmlformats.org/officeDocument/2006/relationships/image" Target="../media/image32.png"/><Relationship Id="rId60" Type="http://schemas.openxmlformats.org/officeDocument/2006/relationships/image" Target="../media/image34.png"/><Relationship Id="rId65" Type="http://schemas.openxmlformats.org/officeDocument/2006/relationships/customXml" Target="../ink/ink148.xml"/><Relationship Id="rId73" Type="http://schemas.openxmlformats.org/officeDocument/2006/relationships/customXml" Target="../ink/ink152.xml"/><Relationship Id="rId78" Type="http://schemas.openxmlformats.org/officeDocument/2006/relationships/image" Target="../media/image41.png"/><Relationship Id="rId4" Type="http://schemas.openxmlformats.org/officeDocument/2006/relationships/image" Target="../media/image810.png"/><Relationship Id="rId9" Type="http://schemas.openxmlformats.org/officeDocument/2006/relationships/customXml" Target="../ink/ink120.xml"/><Relationship Id="rId13" Type="http://schemas.openxmlformats.org/officeDocument/2006/relationships/customXml" Target="../ink/ink122.xml"/><Relationship Id="rId18" Type="http://schemas.openxmlformats.org/officeDocument/2006/relationships/image" Target="../media/image150.png"/><Relationship Id="rId39" Type="http://schemas.openxmlformats.org/officeDocument/2006/relationships/customXml" Target="../ink/ink135.xml"/><Relationship Id="rId34" Type="http://schemas.openxmlformats.org/officeDocument/2006/relationships/image" Target="../media/image23.png"/><Relationship Id="rId50" Type="http://schemas.openxmlformats.org/officeDocument/2006/relationships/image" Target="../media/image31.png"/><Relationship Id="rId55" Type="http://schemas.openxmlformats.org/officeDocument/2006/relationships/customXml" Target="../ink/ink143.xml"/><Relationship Id="rId76" Type="http://schemas.openxmlformats.org/officeDocument/2006/relationships/image" Target="../media/image40.png"/><Relationship Id="rId7" Type="http://schemas.openxmlformats.org/officeDocument/2006/relationships/customXml" Target="../ink/ink119.xml"/><Relationship Id="rId71" Type="http://schemas.openxmlformats.org/officeDocument/2006/relationships/customXml" Target="../ink/ink151.xml"/><Relationship Id="rId2" Type="http://schemas.openxmlformats.org/officeDocument/2006/relationships/notesSlide" Target="../notesSlides/notesSlide23.xml"/><Relationship Id="rId29" Type="http://schemas.openxmlformats.org/officeDocument/2006/relationships/customXml" Target="../ink/ink130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oleObject" Target="../embeddings/oleObject1.bin"/><Relationship Id="rId7" Type="http://schemas.openxmlformats.org/officeDocument/2006/relationships/customXml" Target="../ink/ink15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5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oleObject" Target="../embeddings/oleObject3.bin"/><Relationship Id="rId7" Type="http://schemas.openxmlformats.org/officeDocument/2006/relationships/customXml" Target="../ink/ink156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17.w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7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tab.net/statistics-calculator/cluster/hierarchical-cluster-analysis-calculator?example=hierarchical_cluster_analysis" TargetMode="Externa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4.png"/><Relationship Id="rId5" Type="http://schemas.openxmlformats.org/officeDocument/2006/relationships/oleObject" Target="../embeddings/oleObject6.bin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8" Type="http://schemas.openxmlformats.org/officeDocument/2006/relationships/customXml" Target="../ink/ink160.xml"/><Relationship Id="rId26" Type="http://schemas.openxmlformats.org/officeDocument/2006/relationships/customXml" Target="../ink/ink164.xml"/><Relationship Id="rId3" Type="http://schemas.openxmlformats.org/officeDocument/2006/relationships/image" Target="../media/image47.png"/><Relationship Id="rId21" Type="http://schemas.openxmlformats.org/officeDocument/2006/relationships/image" Target="../media/image248.png"/><Relationship Id="rId17" Type="http://schemas.openxmlformats.org/officeDocument/2006/relationships/image" Target="../media/image246.png"/><Relationship Id="rId25" Type="http://schemas.openxmlformats.org/officeDocument/2006/relationships/image" Target="../media/image250.png"/><Relationship Id="rId2" Type="http://schemas.openxmlformats.org/officeDocument/2006/relationships/notesSlide" Target="../notesSlides/notesSlide33.xml"/><Relationship Id="rId16" Type="http://schemas.openxmlformats.org/officeDocument/2006/relationships/customXml" Target="../ink/ink159.xml"/><Relationship Id="rId20" Type="http://schemas.openxmlformats.org/officeDocument/2006/relationships/customXml" Target="../ink/ink161.xml"/><Relationship Id="rId29" Type="http://schemas.openxmlformats.org/officeDocument/2006/relationships/image" Target="../media/image252.png"/><Relationship Id="rId1" Type="http://schemas.openxmlformats.org/officeDocument/2006/relationships/slideLayout" Target="../slideLayouts/slideLayout3.xml"/><Relationship Id="rId24" Type="http://schemas.openxmlformats.org/officeDocument/2006/relationships/customXml" Target="../ink/ink163.xml"/><Relationship Id="rId15" Type="http://schemas.openxmlformats.org/officeDocument/2006/relationships/image" Target="../media/image245.png"/><Relationship Id="rId23" Type="http://schemas.openxmlformats.org/officeDocument/2006/relationships/image" Target="../media/image249.png"/><Relationship Id="rId28" Type="http://schemas.openxmlformats.org/officeDocument/2006/relationships/customXml" Target="../ink/ink165.xml"/><Relationship Id="rId19" Type="http://schemas.openxmlformats.org/officeDocument/2006/relationships/image" Target="../media/image247.png"/><Relationship Id="rId4" Type="http://schemas.openxmlformats.org/officeDocument/2006/relationships/customXml" Target="../ink/ink158.xml"/><Relationship Id="rId22" Type="http://schemas.openxmlformats.org/officeDocument/2006/relationships/customXml" Target="../ink/ink162.xml"/><Relationship Id="rId27" Type="http://schemas.openxmlformats.org/officeDocument/2006/relationships/image" Target="../media/image25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58.png"/><Relationship Id="rId4" Type="http://schemas.openxmlformats.org/officeDocument/2006/relationships/oleObject" Target="../embeddings/oleObject8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6.xm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1.png"/><Relationship Id="rId4" Type="http://schemas.openxmlformats.org/officeDocument/2006/relationships/image" Target="../media/image221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aftaliharris.com/blog/visualizing-dbscan-clustering/" TargetMode="External"/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1.png"/><Relationship Id="rId4" Type="http://schemas.openxmlformats.org/officeDocument/2006/relationships/customXml" Target="../ink/ink16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3.png"/><Relationship Id="rId4" Type="http://schemas.openxmlformats.org/officeDocument/2006/relationships/customXml" Target="../ink/ink16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9.xml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4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70.xm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6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wm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8.wmf"/><Relationship Id="rId5" Type="http://schemas.openxmlformats.org/officeDocument/2006/relationships/oleObject" Target="../embeddings/oleObject11.bin"/><Relationship Id="rId10" Type="http://schemas.openxmlformats.org/officeDocument/2006/relationships/image" Target="../media/image110.wmf"/><Relationship Id="rId4" Type="http://schemas.openxmlformats.org/officeDocument/2006/relationships/image" Target="../media/image107.wmf"/><Relationship Id="rId9" Type="http://schemas.openxmlformats.org/officeDocument/2006/relationships/oleObject" Target="../embeddings/oleObject13.bin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9.png"/><Relationship Id="rId4" Type="http://schemas.openxmlformats.org/officeDocument/2006/relationships/customXml" Target="../ink/ink17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4;p13">
            <a:extLst>
              <a:ext uri="{FF2B5EF4-FFF2-40B4-BE49-F238E27FC236}">
                <a16:creationId xmlns:a16="http://schemas.microsoft.com/office/drawing/2014/main" id="{583644C7-D4DF-543E-6801-D112434A16B3}"/>
              </a:ext>
            </a:extLst>
          </p:cNvPr>
          <p:cNvSpPr txBox="1">
            <a:spLocks/>
          </p:cNvSpPr>
          <p:nvPr/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Raleway"/>
              <a:buNone/>
              <a:defRPr sz="42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GB" dirty="0">
                <a:solidFill>
                  <a:srgbClr val="FF0000"/>
                </a:solidFill>
              </a:rPr>
              <a:t>Clustering</a:t>
            </a:r>
            <a:br>
              <a:rPr lang="en-GB" dirty="0">
                <a:solidFill>
                  <a:srgbClr val="FF0000"/>
                </a:solidFill>
              </a:rPr>
            </a:br>
            <a:r>
              <a:rPr lang="en-GB" dirty="0">
                <a:solidFill>
                  <a:srgbClr val="FF0000"/>
                </a:solidFill>
              </a:rPr>
              <a:t>Advanced Machine Learning</a:t>
            </a:r>
          </a:p>
        </p:txBody>
      </p:sp>
      <p:sp>
        <p:nvSpPr>
          <p:cNvPr id="3" name="Google Shape;55;p13">
            <a:extLst>
              <a:ext uri="{FF2B5EF4-FFF2-40B4-BE49-F238E27FC236}">
                <a16:creationId xmlns:a16="http://schemas.microsoft.com/office/drawing/2014/main" id="{931FCB0E-A5A6-B716-2963-FEF651776A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 Science at Zindua School | By Chris Aloo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B875EE1-DDC3-C65B-8B44-0BFCFF20A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A6AB09A3-CC8A-4ADF-B201-F2686D1CE3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Brain Teaser</a:t>
            </a:r>
            <a:endParaRPr dirty="0"/>
          </a:p>
        </p:txBody>
      </p:sp>
      <p:pic>
        <p:nvPicPr>
          <p:cNvPr id="6" name="Picture 2" descr="See the source image">
            <a:extLst>
              <a:ext uri="{FF2B5EF4-FFF2-40B4-BE49-F238E27FC236}">
                <a16:creationId xmlns:a16="http://schemas.microsoft.com/office/drawing/2014/main" id="{370268F4-4DB6-FAA8-9CD0-662258C432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" y="1095924"/>
            <a:ext cx="8334076" cy="295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1BFFC794-4C3D-6EAF-B28D-7A366AB5CEB4}"/>
              </a:ext>
            </a:extLst>
          </p:cNvPr>
          <p:cNvSpPr/>
          <p:nvPr/>
        </p:nvSpPr>
        <p:spPr>
          <a:xfrm>
            <a:off x="3863788" y="1237129"/>
            <a:ext cx="4464424" cy="573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Google Shape;28;p4">
            <a:extLst>
              <a:ext uri="{FF2B5EF4-FFF2-40B4-BE49-F238E27FC236}">
                <a16:creationId xmlns:a16="http://schemas.microsoft.com/office/drawing/2014/main" id="{9B511510-3535-AE31-7407-B6C3AACB5E6A}"/>
              </a:ext>
            </a:extLst>
          </p:cNvPr>
          <p:cNvSpPr txBox="1">
            <a:spLocks/>
          </p:cNvSpPr>
          <p:nvPr/>
        </p:nvSpPr>
        <p:spPr>
          <a:xfrm>
            <a:off x="4429166" y="1237129"/>
            <a:ext cx="40801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dirty="0">
                <a:solidFill>
                  <a:srgbClr val="FF0000"/>
                </a:solidFill>
                <a:latin typeface="Rockwell Extra Bold" panose="02060903040505020403" pitchFamily="18" charset="0"/>
              </a:rPr>
              <a:t>?</a:t>
            </a:r>
          </a:p>
        </p:txBody>
      </p:sp>
      <p:sp>
        <p:nvSpPr>
          <p:cNvPr id="10" name="Google Shape;28;p4">
            <a:extLst>
              <a:ext uri="{FF2B5EF4-FFF2-40B4-BE49-F238E27FC236}">
                <a16:creationId xmlns:a16="http://schemas.microsoft.com/office/drawing/2014/main" id="{56F8794C-5FB8-335F-6B8B-5B142C1F2F17}"/>
              </a:ext>
            </a:extLst>
          </p:cNvPr>
          <p:cNvSpPr txBox="1">
            <a:spLocks/>
          </p:cNvSpPr>
          <p:nvPr/>
        </p:nvSpPr>
        <p:spPr>
          <a:xfrm>
            <a:off x="7000106" y="1237129"/>
            <a:ext cx="40801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dirty="0">
                <a:solidFill>
                  <a:srgbClr val="FF0000"/>
                </a:solidFill>
                <a:latin typeface="Rockwell Extra Bold" panose="02060903040505020403" pitchFamily="18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50749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27B9577-7C38-1C8E-892C-664663F99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889C7FD-3FA7-D1FA-4F10-9B23985ABB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Brain Teaser</a:t>
            </a:r>
            <a:endParaRPr dirty="0"/>
          </a:p>
        </p:txBody>
      </p:sp>
      <p:pic>
        <p:nvPicPr>
          <p:cNvPr id="6" name="Picture 2" descr="See the source image">
            <a:extLst>
              <a:ext uri="{FF2B5EF4-FFF2-40B4-BE49-F238E27FC236}">
                <a16:creationId xmlns:a16="http://schemas.microsoft.com/office/drawing/2014/main" id="{70D7F4F6-C3B5-A203-0897-FC4713A3E3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96" y="1095924"/>
            <a:ext cx="8334076" cy="29516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33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D8F52D25-38D8-2A86-85C8-0846A3BDF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BEF3944A-EAD5-EE28-C376-A58B05C4B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Introduction to Clustering</a:t>
            </a:r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47DB140-3CE5-A333-2682-DAE22A2876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434392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4291F75-EB2A-ADCD-BB16-DB1EFCBE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5B17210-8CAA-840C-123E-7F8BD72904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Introduction to Clustering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407D8477-2015-584D-8ECC-3A2AA1874D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458992" cy="38001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1800" b="1" dirty="0"/>
              <a:t>Unsupervised Learning Models </a:t>
            </a:r>
          </a:p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1800" b="1" dirty="0"/>
              <a:t>What is Clustering </a:t>
            </a:r>
          </a:p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1800" b="1" dirty="0"/>
              <a:t>Types of Clustering Models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Partitioning/Centroid Based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Hierarchical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Density Based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Distribution Based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b="1" dirty="0"/>
              <a:t>Applications of Clustering </a:t>
            </a:r>
          </a:p>
          <a:p>
            <a:pPr>
              <a:lnSpc>
                <a:spcPct val="150000"/>
              </a:lnSpc>
              <a:buFont typeface="ArialMT"/>
              <a:buChar char="►"/>
            </a:pPr>
            <a:r>
              <a:rPr lang="en-GB" sz="1800" dirty="0"/>
              <a:t>Notion of Similarity/Distance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Statistical Distance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/>
              <a:t>Semantic Similarity </a:t>
            </a:r>
          </a:p>
          <a:p>
            <a:pPr>
              <a:lnSpc>
                <a:spcPct val="100000"/>
              </a:lnSpc>
              <a:buFont typeface="ArialMT"/>
              <a:buChar char="►"/>
            </a:pPr>
            <a:r>
              <a:rPr lang="en-GB" sz="2000" b="1" dirty="0"/>
              <a:t>Evaluation Metrics</a:t>
            </a:r>
            <a:endParaRPr sz="2000" b="1" dirty="0"/>
          </a:p>
        </p:txBody>
      </p:sp>
    </p:spTree>
    <p:extLst>
      <p:ext uri="{BB962C8B-B14F-4D97-AF65-F5344CB8AC3E}">
        <p14:creationId xmlns:p14="http://schemas.microsoft.com/office/powerpoint/2010/main" val="3855953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D0EBAA6-1C6F-7400-1AFF-83F7B46C6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FF03CFC-7547-CB8F-8172-3B5DC47666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What is Clustering</a:t>
            </a:r>
            <a:endParaRPr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E8A447-B1C3-7595-9E74-E2D5D383B863}"/>
                  </a:ext>
                </a:extLst>
              </p:cNvPr>
              <p:cNvSpPr txBox="1"/>
              <p:nvPr/>
            </p:nvSpPr>
            <p:spPr>
              <a:xfrm>
                <a:off x="228600" y="917453"/>
                <a:ext cx="8401050" cy="29461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L="457200" indent="-311150">
                  <a:lnSpc>
                    <a:spcPct val="150000"/>
                  </a:lnSpc>
                  <a:buClr>
                    <a:schemeClr val="accent1"/>
                  </a:buClr>
                  <a:buSzPts val="1300"/>
                  <a:buFont typeface="ArialMT"/>
                  <a:buChar char="►"/>
                  <a:defRPr sz="18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1pPr>
                <a:lvl2pPr marL="914400" indent="-298450">
                  <a:lnSpc>
                    <a:spcPct val="150000"/>
                  </a:lnSpc>
                  <a:buClr>
                    <a:schemeClr val="accent1"/>
                  </a:buClr>
                  <a:buSzPts val="1100"/>
                  <a:buFont typeface="ArialMT"/>
                  <a:buChar char="►"/>
                  <a:defRPr sz="18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2pPr>
                <a:lvl3pPr marL="13716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■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3pPr>
                <a:lvl4pPr marL="18288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●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4pPr>
                <a:lvl5pPr marL="22860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○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5pPr>
                <a:lvl6pPr marL="27432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■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6pPr>
                <a:lvl7pPr marL="32004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●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7pPr>
                <a:lvl8pPr marL="36576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○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8pPr>
                <a:lvl9pPr marL="4114800" indent="-298450">
                  <a:lnSpc>
                    <a:spcPct val="115000"/>
                  </a:lnSpc>
                  <a:buClr>
                    <a:schemeClr val="accent1"/>
                  </a:buClr>
                  <a:buSzPts val="1100"/>
                  <a:buFont typeface="Lato"/>
                  <a:buChar char="■"/>
                  <a:defRPr sz="1100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dirty="0">
                    <a:latin typeface="+mn-lt"/>
                  </a:rPr>
                  <a:t>Cluster Analysis is an </a:t>
                </a:r>
                <a:r>
                  <a:rPr lang="en-US" b="1" dirty="0">
                    <a:latin typeface="+mn-lt"/>
                  </a:rPr>
                  <a:t>unsupervised learning </a:t>
                </a:r>
                <a:r>
                  <a:rPr lang="en-US" dirty="0">
                    <a:latin typeface="+mn-lt"/>
                  </a:rPr>
                  <a:t>method.  It doesn’t involve prediction or classification.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dirty="0">
                    <a:latin typeface="+mn-lt"/>
                  </a:rPr>
                  <a:t>Clustering is based on assigning vector observations, say,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>
                            <a:latin typeface="Cambria Math" panose="02040503050406030204" pitchFamily="18" charset="0"/>
                          </a:rPr>
                          <m:t>, ⋯,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+mn-lt"/>
                  </a:rPr>
                  <a:t> into distinct groups for the purpose of description and later action. 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GB" b="1" dirty="0">
                    <a:latin typeface="+mn-lt"/>
                  </a:rPr>
                  <a:t>Data Normalization</a:t>
                </a:r>
                <a:r>
                  <a:rPr lang="en-GB" dirty="0">
                    <a:latin typeface="+mn-lt"/>
                  </a:rPr>
                  <a:t> before cluster analysis is recommended.  Cluster Analysis involving variables with very different scales of measurement can lead to clusters that are not robust to adding or deleting variables or observations.</a:t>
                </a:r>
              </a:p>
              <a:p>
                <a:pPr marL="14605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0E8A447-B1C3-7595-9E74-E2D5D383B8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917453"/>
                <a:ext cx="8401050" cy="29461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46491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90AD223-9693-5B9B-6E47-143C6D53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C3A3CBC-D8CB-338F-6C74-50247101BE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Types of Clustering Models 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2DA8B0-BF19-19D5-F172-DCFD907CBFD8}"/>
              </a:ext>
            </a:extLst>
          </p:cNvPr>
          <p:cNvSpPr txBox="1"/>
          <p:nvPr/>
        </p:nvSpPr>
        <p:spPr>
          <a:xfrm>
            <a:off x="322034" y="955923"/>
            <a:ext cx="6356352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bg2">
                    <a:lumMod val="75000"/>
                    <a:lumOff val="25000"/>
                  </a:schemeClr>
                </a:solidFill>
              </a:rPr>
              <a:t>Types of Clustering Models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Partitioning/Centroid Based : </a:t>
            </a:r>
            <a:r>
              <a:rPr lang="en-GB" sz="1800" dirty="0">
                <a:solidFill>
                  <a:schemeClr val="tx1"/>
                </a:solidFill>
              </a:rPr>
              <a:t>K-Means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Hierarchical : </a:t>
            </a:r>
            <a:r>
              <a:rPr lang="en-GB" sz="1800" dirty="0">
                <a:solidFill>
                  <a:schemeClr val="tx1"/>
                </a:solidFill>
              </a:rPr>
              <a:t>Divisive, Agglomerative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Density Based : </a:t>
            </a:r>
            <a:r>
              <a:rPr lang="en-GB" sz="1800" dirty="0">
                <a:solidFill>
                  <a:schemeClr val="tx1"/>
                </a:solidFill>
              </a:rPr>
              <a:t>DBSCAN, DENCLUE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Distribution Based : </a:t>
            </a:r>
            <a:r>
              <a:rPr lang="en-GB" sz="1800" dirty="0">
                <a:solidFill>
                  <a:schemeClr val="tx1"/>
                </a:solidFill>
              </a:rPr>
              <a:t>Gaussian Mixture Models (GMM)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05940E-FFA8-7FBC-2641-E4373F438828}"/>
              </a:ext>
            </a:extLst>
          </p:cNvPr>
          <p:cNvSpPr txBox="1"/>
          <p:nvPr/>
        </p:nvSpPr>
        <p:spPr>
          <a:xfrm>
            <a:off x="322034" y="2571750"/>
            <a:ext cx="6356352" cy="21698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chemeClr val="bg2">
                    <a:lumMod val="75000"/>
                    <a:lumOff val="25000"/>
                  </a:schemeClr>
                </a:solidFill>
              </a:rPr>
              <a:t>Choosing the Right Model : Considerations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Data Shape and Data Distribution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Number of Clusters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Computational Resources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Interpretability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Presence of Outliers </a:t>
            </a:r>
          </a:p>
          <a:p>
            <a:pPr lvl="1">
              <a:lnSpc>
                <a:spcPct val="100000"/>
              </a:lnSpc>
              <a:buFont typeface="ArialMT"/>
              <a:buChar char="►"/>
            </a:pPr>
            <a:r>
              <a:rPr lang="en-GB" sz="1800" dirty="0">
                <a:solidFill>
                  <a:schemeClr val="bg2">
                    <a:lumMod val="75000"/>
                    <a:lumOff val="25000"/>
                  </a:schemeClr>
                </a:solidFill>
              </a:rPr>
              <a:t>Desired Cluster Characteristics </a:t>
            </a:r>
            <a:endParaRPr lang="en-GB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1588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ADF6D39-4E24-F213-A31B-C4823F850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F86D72F-B540-5F94-5E93-6F40FB40BF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Application of Clustering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B139DD7-84B6-3F65-DA5C-E143403E469F}"/>
                  </a:ext>
                </a:extLst>
              </p14:cNvPr>
              <p14:cNvContentPartPr/>
              <p14:nvPr/>
            </p14:nvContentPartPr>
            <p14:xfrm>
              <a:off x="3982320" y="590400"/>
              <a:ext cx="507600" cy="321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B139DD7-84B6-3F65-DA5C-E143403E46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72960" y="581040"/>
                <a:ext cx="526320" cy="34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1390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7D18478F-1416-8CE9-BA35-39FD78145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34BEFDA-A1E4-03EA-A5FE-83A7DD3084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K-Means Clustering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10766574-838B-B901-7C64-8350FD9174A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9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68452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EFFC874-BBED-8CBA-A551-1A0476800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502F6914-8A60-68BB-6E52-04C8D449D0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16D45B-6E76-27BD-9E9C-946E613AB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87" y="1126575"/>
            <a:ext cx="5699386" cy="739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5F3C8A0-CED7-83DF-7459-03CFC89C15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657" y="2020820"/>
            <a:ext cx="5568846" cy="8167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182D349-3BB0-3FB2-8708-E9105F3F1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113" y="2990855"/>
            <a:ext cx="5433934" cy="7969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A6DE391-8D04-D2F2-00F8-6B4227D199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387" y="3938862"/>
            <a:ext cx="5634116" cy="8189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28EEFD3-0E96-8554-1708-CC6571A2CA92}"/>
                  </a:ext>
                </a:extLst>
              </p14:cNvPr>
              <p14:cNvContentPartPr/>
              <p14:nvPr/>
            </p14:nvContentPartPr>
            <p14:xfrm>
              <a:off x="5819400" y="1202040"/>
              <a:ext cx="958320" cy="48420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28EEFD3-0E96-8554-1708-CC6571A2CA9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810040" y="1192680"/>
                <a:ext cx="977040" cy="50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7109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0476153-7F2C-7E3B-9E8A-D05997CCF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9E8C235-01CE-18DE-FE05-546DC10537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CAA052-7E9B-E347-11E6-53F56879A2DC}"/>
              </a:ext>
            </a:extLst>
          </p:cNvPr>
          <p:cNvSpPr txBox="1"/>
          <p:nvPr/>
        </p:nvSpPr>
        <p:spPr>
          <a:xfrm>
            <a:off x="322034" y="955923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How do you calculate distance</a:t>
            </a:r>
            <a:endParaRPr lang="en-GB" sz="1800" dirty="0">
              <a:solidFill>
                <a:srgbClr val="F04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5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089DF37-CDB7-02CC-0BEE-38B1C2787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90E93C1-5B39-66C6-69E2-066900F560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E5CC06-8888-7239-8E4E-92CBC6808B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63" y="1267256"/>
            <a:ext cx="4669436" cy="217183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5BE6D7-2C05-1A69-0C4A-4B4866635A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63" y="3541820"/>
            <a:ext cx="4819338" cy="13979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E4DBD57-159D-1948-64E1-4091DFEE5A8B}"/>
              </a:ext>
            </a:extLst>
          </p:cNvPr>
          <p:cNvSpPr txBox="1"/>
          <p:nvPr/>
        </p:nvSpPr>
        <p:spPr>
          <a:xfrm>
            <a:off x="322034" y="955923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Choosing K</a:t>
            </a:r>
            <a:endParaRPr lang="en-GB" sz="1800" dirty="0">
              <a:solidFill>
                <a:srgbClr val="F04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83907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EB7D563-46DD-2C83-035A-AF55DB25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FEFC5C4A-7DFB-A337-C4B5-7D18A96175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075186-ED8B-8385-89C8-23580F07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34" y="1135933"/>
            <a:ext cx="4414603" cy="13521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556B79-1FC9-42F6-8A66-CAAB350E1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49" y="2989862"/>
            <a:ext cx="4474818" cy="135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2187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B9D5882-4919-D247-E019-A3B935216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E8A7962-CB6E-76B2-6DC0-19F64F3DD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C9E9A2-B637-4F85-30A6-B623B6361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34" y="1431560"/>
            <a:ext cx="4395388" cy="338215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1C2E593-CD14-24D2-CCF1-BB4384FD059E}"/>
              </a:ext>
            </a:extLst>
          </p:cNvPr>
          <p:cNvSpPr txBox="1"/>
          <p:nvPr/>
        </p:nvSpPr>
        <p:spPr>
          <a:xfrm>
            <a:off x="322034" y="955923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Choosing K</a:t>
            </a:r>
            <a:endParaRPr lang="en-GB" sz="1800" dirty="0">
              <a:solidFill>
                <a:srgbClr val="F04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4560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D5106C6-8230-35A2-6264-97CF98ED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28;p4">
            <a:extLst>
              <a:ext uri="{FF2B5EF4-FFF2-40B4-BE49-F238E27FC236}">
                <a16:creationId xmlns:a16="http://schemas.microsoft.com/office/drawing/2014/main" id="{10C641BE-A621-92E3-E2D5-05610632421E}"/>
              </a:ext>
            </a:extLst>
          </p:cNvPr>
          <p:cNvSpPr txBox="1">
            <a:spLocks/>
          </p:cNvSpPr>
          <p:nvPr/>
        </p:nvSpPr>
        <p:spPr>
          <a:xfrm>
            <a:off x="322034" y="490788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GB" dirty="0"/>
              <a:t>Summary of K-Means Algorithm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F912A4-0DFF-5D7F-285A-713C6C107AA5}"/>
              </a:ext>
            </a:extLst>
          </p:cNvPr>
          <p:cNvSpPr txBox="1"/>
          <p:nvPr/>
        </p:nvSpPr>
        <p:spPr>
          <a:xfrm>
            <a:off x="322034" y="1025988"/>
            <a:ext cx="5809345" cy="3365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Easy to use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Need to know K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May need to scale data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Good initial method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Local optima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No guarantee of optimal solution</a:t>
            </a:r>
          </a:p>
          <a:p>
            <a: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US" sz="1800" b="0" dirty="0">
                <a:solidFill>
                  <a:schemeClr val="bg1">
                    <a:lumMod val="50000"/>
                  </a:schemeClr>
                </a:solidFill>
              </a:rPr>
              <a:t>Repeat with different starting values</a:t>
            </a:r>
            <a:br>
              <a:rPr lang="en-US" sz="1800" b="0" dirty="0">
                <a:solidFill>
                  <a:schemeClr val="bg1">
                    <a:lumMod val="50000"/>
                  </a:schemeClr>
                </a:solidFill>
              </a:rPr>
            </a:br>
            <a:endParaRPr lang="en-GB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5408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5D35-4D96-E1B3-5FD9-D8030225A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K-means Lab</a:t>
            </a:r>
          </a:p>
        </p:txBody>
      </p:sp>
    </p:spTree>
    <p:extLst>
      <p:ext uri="{BB962C8B-B14F-4D97-AF65-F5344CB8AC3E}">
        <p14:creationId xmlns:p14="http://schemas.microsoft.com/office/powerpoint/2010/main" val="5939333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2840F16C-959B-0B06-7F67-3898DC5C6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D6A0A2D3-0437-5F74-62DB-38AE07F44B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Hierachical Clustering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8D139807-87C3-5466-0D6C-E89A51CCD91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17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3560039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1B82F7B-85E2-69A8-6F13-AAD75B88F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080C0F3-63D3-E9DB-05E1-251B0658A0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 </a:t>
            </a:r>
            <a:endParaRPr dirty="0"/>
          </a:p>
        </p:txBody>
      </p:sp>
      <p:sp>
        <p:nvSpPr>
          <p:cNvPr id="3" name="Google Shape;29;p4">
            <a:extLst>
              <a:ext uri="{FF2B5EF4-FFF2-40B4-BE49-F238E27FC236}">
                <a16:creationId xmlns:a16="http://schemas.microsoft.com/office/drawing/2014/main" id="{310EAC06-2050-E449-3C05-2F02B0748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22034" y="936456"/>
            <a:ext cx="7688700" cy="12926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Agglomerative vs Divisive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David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 </a:t>
            </a:r>
          </a:p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Dendrogram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David</a:t>
            </a:r>
          </a:p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Distance Similarity Matrix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Tracy</a:t>
            </a:r>
          </a:p>
          <a:p>
            <a:pPr marL="342900" indent="-342900">
              <a:lnSpc>
                <a:spcPct val="100000"/>
              </a:lnSpc>
              <a:buClr>
                <a:schemeClr val="bg1">
                  <a:lumMod val="65000"/>
                </a:schemeClr>
              </a:buClr>
              <a:buFont typeface="+mj-lt"/>
              <a:buAutoNum type="arabicPeriod"/>
            </a:pP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Linkage Criteria  : </a:t>
            </a:r>
            <a:r>
              <a:rPr lang="en-GB" sz="1800" dirty="0">
                <a:solidFill>
                  <a:srgbClr val="F04C3E"/>
                </a:solidFill>
                <a:latin typeface="Arial"/>
                <a:cs typeface="Arial"/>
                <a:sym typeface="Arial"/>
              </a:rPr>
              <a:t>Ivy</a:t>
            </a:r>
            <a:r>
              <a:rPr lang="en-GB" sz="1800" dirty="0">
                <a:solidFill>
                  <a:schemeClr val="bg1">
                    <a:lumMod val="50000"/>
                  </a:schemeClr>
                </a:solidFill>
                <a:latin typeface="Arial"/>
                <a:cs typeface="Arial"/>
                <a:sym typeface="Arial"/>
              </a:rPr>
              <a:t> </a:t>
            </a:r>
            <a:endParaRPr sz="1800" dirty="0">
              <a:solidFill>
                <a:schemeClr val="bg1">
                  <a:lumMod val="50000"/>
                </a:schemeClr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034DF-F433-8129-CD06-B57C78C57DDB}"/>
              </a:ext>
            </a:extLst>
          </p:cNvPr>
          <p:cNvSpPr txBox="1"/>
          <p:nvPr/>
        </p:nvSpPr>
        <p:spPr>
          <a:xfrm>
            <a:off x="322033" y="2119021"/>
            <a:ext cx="8703433" cy="2954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dirty="0"/>
              <a:t>In Hierarchical Clustering, final clusters are built following a distinct set of sequential steps. </a:t>
            </a:r>
            <a:r>
              <a:rPr lang="en-US" dirty="0">
                <a:solidFill>
                  <a:srgbClr val="FF0000"/>
                </a:solidFill>
              </a:rPr>
              <a:t>Let’s explore this further (Next Slide)</a:t>
            </a:r>
          </a:p>
          <a:p>
            <a:pPr marL="0" indent="0">
              <a:lnSpc>
                <a:spcPct val="100000"/>
              </a:lnSpc>
              <a:buNone/>
            </a:pPr>
            <a:endParaRPr lang="en-US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a partition P1 into 1 clusters (the entire collection)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a partition P2  into 2 clusters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…</a:t>
            </a:r>
          </a:p>
          <a:p>
            <a:pPr>
              <a:lnSpc>
                <a:spcPct val="100000"/>
              </a:lnSpc>
            </a:pPr>
            <a:r>
              <a:rPr lang="en-GB" dirty="0">
                <a:solidFill>
                  <a:schemeClr val="tx1"/>
                </a:solidFill>
              </a:rPr>
              <a:t>a partition </a:t>
            </a:r>
            <a:r>
              <a:rPr lang="en-GB" dirty="0" err="1">
                <a:solidFill>
                  <a:schemeClr val="tx1"/>
                </a:solidFill>
              </a:rPr>
              <a:t>Pn</a:t>
            </a:r>
            <a:r>
              <a:rPr lang="en-GB" dirty="0">
                <a:solidFill>
                  <a:schemeClr val="tx1"/>
                </a:solidFill>
              </a:rPr>
              <a:t> into n clusters (each object forms its own cluster)</a:t>
            </a:r>
          </a:p>
          <a:p>
            <a:pPr>
              <a:lnSpc>
                <a:spcPct val="100000"/>
              </a:lnSpc>
            </a:pPr>
            <a:endParaRPr lang="en-GB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The user decides which of the partitions reflects actual sub-populations in the data.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6695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3DC1E2A-0B3B-1B82-9F67-33C835D0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47C1321-F9AC-9428-4969-6D6D7D7FE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Hierarchical Cluster - Example</a:t>
            </a:r>
            <a:endParaRPr dirty="0"/>
          </a:p>
        </p:txBody>
      </p:sp>
      <p:pic>
        <p:nvPicPr>
          <p:cNvPr id="1026" name="Picture 2" descr="Hierarchical clustering explained | Towards Data Science">
            <a:extLst>
              <a:ext uri="{FF2B5EF4-FFF2-40B4-BE49-F238E27FC236}">
                <a16:creationId xmlns:a16="http://schemas.microsoft.com/office/drawing/2014/main" id="{2BAC729E-6C74-55D1-A6B2-5B90CE2BBF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034" y="1169598"/>
            <a:ext cx="5672138" cy="310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E13BDA-621A-6A99-74C7-EC8EC42F1591}"/>
              </a:ext>
            </a:extLst>
          </p:cNvPr>
          <p:cNvSpPr txBox="1"/>
          <p:nvPr/>
        </p:nvSpPr>
        <p:spPr>
          <a:xfrm>
            <a:off x="322034" y="869526"/>
            <a:ext cx="6356352" cy="456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800" b="1" dirty="0">
                <a:solidFill>
                  <a:srgbClr val="F04C3E"/>
                </a:solidFill>
              </a:rPr>
              <a:t>We decide the number of clusters we want</a:t>
            </a:r>
            <a:endParaRPr lang="en-GB" sz="1800" dirty="0">
              <a:solidFill>
                <a:srgbClr val="F04C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37645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3DC1E2A-0B3B-1B82-9F67-33C835D0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47C1321-F9AC-9428-4969-6D6D7D7FE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Agglomerative vs Divisive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031591-1631-04DB-1EE9-597A07E88A25}"/>
              </a:ext>
            </a:extLst>
          </p:cNvPr>
          <p:cNvSpPr txBox="1"/>
          <p:nvPr/>
        </p:nvSpPr>
        <p:spPr>
          <a:xfrm>
            <a:off x="322034" y="899821"/>
            <a:ext cx="8703433" cy="35086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dirty="0"/>
              <a:t>Hierarchical methods again come in two varieties, </a:t>
            </a:r>
            <a:r>
              <a:rPr lang="en-GB" dirty="0">
                <a:solidFill>
                  <a:schemeClr val="tx1"/>
                </a:solidFill>
              </a:rPr>
              <a:t>agglomerative</a:t>
            </a:r>
            <a:r>
              <a:rPr lang="en-GB" dirty="0"/>
              <a:t> and </a:t>
            </a:r>
            <a:r>
              <a:rPr lang="en-GB" dirty="0">
                <a:solidFill>
                  <a:schemeClr val="tx1"/>
                </a:solidFill>
              </a:rPr>
              <a:t>divisive</a:t>
            </a:r>
            <a:r>
              <a:rPr lang="en-GB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Agglomerative methods: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Start with partition </a:t>
            </a:r>
            <a:r>
              <a:rPr lang="en-GB" dirty="0" err="1"/>
              <a:t>Pn</a:t>
            </a:r>
            <a:r>
              <a:rPr lang="en-GB" dirty="0"/>
              <a:t>, where each object forms its own cluster.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Merge the two closest clusters, obtaining Pn-1.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Repeat merge until only one cluster is left.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b="1" dirty="0"/>
              <a:t>Divisive methods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Start with P1.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Split the collection into two clusters that are as homogenous (and as different from each other) as possible. </a:t>
            </a:r>
          </a:p>
          <a:p>
            <a:pPr marL="285750" indent="-28575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GB" dirty="0"/>
              <a:t>Apply splitting procedure recursively to the clusters.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69F2C6F-8C72-6771-A233-8F365D1E6A45}"/>
                  </a:ext>
                </a:extLst>
              </p14:cNvPr>
              <p14:cNvContentPartPr/>
              <p14:nvPr/>
            </p14:nvContentPartPr>
            <p14:xfrm>
              <a:off x="865440" y="1222200"/>
              <a:ext cx="7278480" cy="3220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69F2C6F-8C72-6771-A233-8F365D1E6A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6080" y="1212840"/>
                <a:ext cx="7297200" cy="3239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107666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3DC1E2A-0B3B-1B82-9F67-33C835D0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47C1321-F9AC-9428-4969-6D6D7D7FE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Dendrogram</a:t>
            </a:r>
            <a:endParaRPr dirty="0"/>
          </a:p>
        </p:txBody>
      </p:sp>
      <p:graphicFrame>
        <p:nvGraphicFramePr>
          <p:cNvPr id="4" name="Google Shape;102;p19">
            <a:extLst>
              <a:ext uri="{FF2B5EF4-FFF2-40B4-BE49-F238E27FC236}">
                <a16:creationId xmlns:a16="http://schemas.microsoft.com/office/drawing/2014/main" id="{BC7CF1F9-31ED-04F6-0079-274305CF2B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7260549"/>
              </p:ext>
            </p:extLst>
          </p:nvPr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44" name="Group 43">
            <a:extLst>
              <a:ext uri="{FF2B5EF4-FFF2-40B4-BE49-F238E27FC236}">
                <a16:creationId xmlns:a16="http://schemas.microsoft.com/office/drawing/2014/main" id="{9C2FA3AE-E560-16D1-AF1B-8811C5A548B2}"/>
              </a:ext>
            </a:extLst>
          </p:cNvPr>
          <p:cNvGrpSpPr/>
          <p:nvPr/>
        </p:nvGrpSpPr>
        <p:grpSpPr>
          <a:xfrm>
            <a:off x="434230" y="2482142"/>
            <a:ext cx="4052520" cy="2539080"/>
            <a:chOff x="434230" y="2482142"/>
            <a:chExt cx="4052520" cy="253908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AA64F1C4-F23B-D6EF-8EBF-309239B107E9}"/>
                </a:ext>
              </a:extLst>
            </p:cNvPr>
            <p:cNvGrpSpPr/>
            <p:nvPr/>
          </p:nvGrpSpPr>
          <p:grpSpPr>
            <a:xfrm>
              <a:off x="845701" y="2512578"/>
              <a:ext cx="3598334" cy="2209800"/>
              <a:chOff x="4969933" y="948267"/>
              <a:chExt cx="3598334" cy="2209800"/>
            </a:xfrm>
          </p:grpSpPr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330385C2-2428-546E-A0AB-5220D42803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69933" y="948267"/>
                <a:ext cx="0" cy="220980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EA7EF356-6D48-EC77-5A03-E662510C15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9933" y="3158067"/>
                <a:ext cx="3598334" cy="0"/>
              </a:xfrm>
              <a:prstGeom prst="line">
                <a:avLst/>
              </a:prstGeom>
              <a:ln w="127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0E34BE7-524A-BB6C-D53B-991DFC9FFC2C}"/>
                </a:ext>
              </a:extLst>
            </p:cNvPr>
            <p:cNvGrpSpPr/>
            <p:nvPr/>
          </p:nvGrpSpPr>
          <p:grpSpPr>
            <a:xfrm>
              <a:off x="4188670" y="4787942"/>
              <a:ext cx="298080" cy="233280"/>
              <a:chOff x="3777199" y="4865569"/>
              <a:chExt cx="298080" cy="23328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4741A72D-6DD1-16D3-62D9-7C7EEFAE5A7B}"/>
                      </a:ext>
                    </a:extLst>
                  </p14:cNvPr>
                  <p14:cNvContentPartPr/>
                  <p14:nvPr/>
                </p14:nvContentPartPr>
                <p14:xfrm>
                  <a:off x="3777199" y="4865569"/>
                  <a:ext cx="201240" cy="197280"/>
                </p14:xfrm>
              </p:contentPart>
            </mc:Choice>
            <mc:Fallback xmlns="">
              <p:pic>
                <p:nvPicPr>
                  <p:cNvPr id="28" name="Ink 27">
                    <a:extLst>
                      <a:ext uri="{FF2B5EF4-FFF2-40B4-BE49-F238E27FC236}">
                        <a16:creationId xmlns:a16="http://schemas.microsoft.com/office/drawing/2014/main" id="{4741A72D-6DD1-16D3-62D9-7C7EEFAE5A7B}"/>
                      </a:ext>
                    </a:extLst>
                  </p:cNvPr>
                  <p:cNvPicPr/>
                  <p:nvPr/>
                </p:nvPicPr>
                <p:blipFill>
                  <a:blip r:embed="rId24"/>
                  <a:stretch>
                    <a:fillRect/>
                  </a:stretch>
                </p:blipFill>
                <p:spPr>
                  <a:xfrm>
                    <a:off x="3771079" y="4859449"/>
                    <a:ext cx="213480" cy="209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5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7293824B-E374-A5DD-904B-47D1A80B51A0}"/>
                      </a:ext>
                    </a:extLst>
                  </p14:cNvPr>
                  <p14:cNvContentPartPr/>
                  <p14:nvPr/>
                </p14:nvContentPartPr>
                <p14:xfrm>
                  <a:off x="3798439" y="4895089"/>
                  <a:ext cx="176760" cy="123480"/>
                </p14:xfrm>
              </p:contentPart>
            </mc:Choice>
            <mc:Fallback xmlns="">
              <p:pic>
                <p:nvPicPr>
                  <p:cNvPr id="29" name="Ink 28">
                    <a:extLst>
                      <a:ext uri="{FF2B5EF4-FFF2-40B4-BE49-F238E27FC236}">
                        <a16:creationId xmlns:a16="http://schemas.microsoft.com/office/drawing/2014/main" id="{7293824B-E374-A5DD-904B-47D1A80B51A0}"/>
                      </a:ext>
                    </a:extLst>
                  </p:cNvPr>
                  <p:cNvPicPr/>
                  <p:nvPr/>
                </p:nvPicPr>
                <p:blipFill>
                  <a:blip r:embed="rId26"/>
                  <a:stretch>
                    <a:fillRect/>
                  </a:stretch>
                </p:blipFill>
                <p:spPr>
                  <a:xfrm>
                    <a:off x="3792319" y="4888969"/>
                    <a:ext cx="189000" cy="1357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27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DC3967E7-B3D3-8ACB-D48F-F6EE513EE153}"/>
                      </a:ext>
                    </a:extLst>
                  </p14:cNvPr>
                  <p14:cNvContentPartPr/>
                  <p14:nvPr/>
                </p14:nvContentPartPr>
                <p14:xfrm>
                  <a:off x="4048279" y="4959889"/>
                  <a:ext cx="27000" cy="138960"/>
                </p14:xfrm>
              </p:contentPart>
            </mc:Choice>
            <mc:Fallback xmlns="">
              <p:pic>
                <p:nvPicPr>
                  <p:cNvPr id="30" name="Ink 29">
                    <a:extLst>
                      <a:ext uri="{FF2B5EF4-FFF2-40B4-BE49-F238E27FC236}">
                        <a16:creationId xmlns:a16="http://schemas.microsoft.com/office/drawing/2014/main" id="{DC3967E7-B3D3-8ACB-D48F-F6EE513EE153}"/>
                      </a:ext>
                    </a:extLst>
                  </p:cNvPr>
                  <p:cNvPicPr/>
                  <p:nvPr/>
                </p:nvPicPr>
                <p:blipFill>
                  <a:blip r:embed="rId28"/>
                  <a:stretch>
                    <a:fillRect/>
                  </a:stretch>
                </p:blipFill>
                <p:spPr>
                  <a:xfrm>
                    <a:off x="4042159" y="4953769"/>
                    <a:ext cx="39240" cy="1512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2376148-21EB-6B79-ABD1-53980258923C}"/>
                </a:ext>
              </a:extLst>
            </p:cNvPr>
            <p:cNvGrpSpPr/>
            <p:nvPr/>
          </p:nvGrpSpPr>
          <p:grpSpPr>
            <a:xfrm>
              <a:off x="434230" y="2482142"/>
              <a:ext cx="342360" cy="293040"/>
              <a:chOff x="22759" y="2559769"/>
              <a:chExt cx="342360" cy="29304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29">
                <p14:nvContentPartPr>
                  <p14:cNvPr id="32" name="Ink 31">
                    <a:extLst>
                      <a:ext uri="{FF2B5EF4-FFF2-40B4-BE49-F238E27FC236}">
                        <a16:creationId xmlns:a16="http://schemas.microsoft.com/office/drawing/2014/main" id="{9C4A6CF8-3CDD-2C73-0241-413D049518BC}"/>
                      </a:ext>
                    </a:extLst>
                  </p14:cNvPr>
                  <p14:cNvContentPartPr/>
                  <p14:nvPr/>
                </p14:nvContentPartPr>
                <p14:xfrm>
                  <a:off x="22759" y="2559769"/>
                  <a:ext cx="167400" cy="253440"/>
                </p14:xfrm>
              </p:contentPart>
            </mc:Choice>
            <mc:Fallback xmlns="">
              <p:pic>
                <p:nvPicPr>
                  <p:cNvPr id="32" name="Ink 31">
                    <a:extLst>
                      <a:ext uri="{FF2B5EF4-FFF2-40B4-BE49-F238E27FC236}">
                        <a16:creationId xmlns:a16="http://schemas.microsoft.com/office/drawing/2014/main" id="{9C4A6CF8-3CDD-2C73-0241-413D049518BC}"/>
                      </a:ext>
                    </a:extLst>
                  </p:cNvPr>
                  <p:cNvPicPr/>
                  <p:nvPr/>
                </p:nvPicPr>
                <p:blipFill>
                  <a:blip r:embed="rId30"/>
                  <a:stretch>
                    <a:fillRect/>
                  </a:stretch>
                </p:blipFill>
                <p:spPr>
                  <a:xfrm>
                    <a:off x="16639" y="2553649"/>
                    <a:ext cx="179640" cy="2656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1">
                <p14:nvContentPartPr>
                  <p14:cNvPr id="33" name="Ink 32">
                    <a:extLst>
                      <a:ext uri="{FF2B5EF4-FFF2-40B4-BE49-F238E27FC236}">
                        <a16:creationId xmlns:a16="http://schemas.microsoft.com/office/drawing/2014/main" id="{33114441-98C3-E809-254F-8BECB05FA198}"/>
                      </a:ext>
                    </a:extLst>
                  </p14:cNvPr>
                  <p14:cNvContentPartPr/>
                  <p14:nvPr/>
                </p14:nvContentPartPr>
                <p14:xfrm>
                  <a:off x="57679" y="2591089"/>
                  <a:ext cx="170280" cy="218520"/>
                </p14:xfrm>
              </p:contentPart>
            </mc:Choice>
            <mc:Fallback xmlns="">
              <p:pic>
                <p:nvPicPr>
                  <p:cNvPr id="33" name="Ink 32">
                    <a:extLst>
                      <a:ext uri="{FF2B5EF4-FFF2-40B4-BE49-F238E27FC236}">
                        <a16:creationId xmlns:a16="http://schemas.microsoft.com/office/drawing/2014/main" id="{33114441-98C3-E809-254F-8BECB05FA198}"/>
                      </a:ext>
                    </a:extLst>
                  </p:cNvPr>
                  <p:cNvPicPr/>
                  <p:nvPr/>
                </p:nvPicPr>
                <p:blipFill>
                  <a:blip r:embed="rId32"/>
                  <a:stretch>
                    <a:fillRect/>
                  </a:stretch>
                </p:blipFill>
                <p:spPr>
                  <a:xfrm>
                    <a:off x="51559" y="2584969"/>
                    <a:ext cx="182520" cy="230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3">
                <p14:nvContentPartPr>
                  <p14:cNvPr id="34" name="Ink 33">
                    <a:extLst>
                      <a:ext uri="{FF2B5EF4-FFF2-40B4-BE49-F238E27FC236}">
                        <a16:creationId xmlns:a16="http://schemas.microsoft.com/office/drawing/2014/main" id="{1AD3EBDC-9FEA-884B-ED01-63EA59C726E9}"/>
                      </a:ext>
                    </a:extLst>
                  </p14:cNvPr>
                  <p14:cNvContentPartPr/>
                  <p14:nvPr/>
                </p14:nvContentPartPr>
                <p14:xfrm>
                  <a:off x="227959" y="2701249"/>
                  <a:ext cx="137160" cy="151560"/>
                </p14:xfrm>
              </p:contentPart>
            </mc:Choice>
            <mc:Fallback xmlns="">
              <p:pic>
                <p:nvPicPr>
                  <p:cNvPr id="34" name="Ink 33">
                    <a:extLst>
                      <a:ext uri="{FF2B5EF4-FFF2-40B4-BE49-F238E27FC236}">
                        <a16:creationId xmlns:a16="http://schemas.microsoft.com/office/drawing/2014/main" id="{1AD3EBDC-9FEA-884B-ED01-63EA59C726E9}"/>
                      </a:ext>
                    </a:extLst>
                  </p:cNvPr>
                  <p:cNvPicPr/>
                  <p:nvPr/>
                </p:nvPicPr>
                <p:blipFill>
                  <a:blip r:embed="rId34"/>
                  <a:stretch>
                    <a:fillRect/>
                  </a:stretch>
                </p:blipFill>
                <p:spPr>
                  <a:xfrm>
                    <a:off x="221839" y="2695129"/>
                    <a:ext cx="149400" cy="16380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8F82E40C-6D44-72F3-6E7E-8D2F9D7980E0}"/>
                </a:ext>
              </a:extLst>
            </p:cNvPr>
            <p:cNvGrpSpPr/>
            <p:nvPr/>
          </p:nvGrpSpPr>
          <p:grpSpPr>
            <a:xfrm>
              <a:off x="2132890" y="2699582"/>
              <a:ext cx="1775520" cy="1189800"/>
              <a:chOff x="1721419" y="2777209"/>
              <a:chExt cx="1775520" cy="118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35">
                <p14:nvContentPartPr>
                  <p14:cNvPr id="79" name="Ink 78">
                    <a:extLst>
                      <a:ext uri="{FF2B5EF4-FFF2-40B4-BE49-F238E27FC236}">
                        <a16:creationId xmlns:a16="http://schemas.microsoft.com/office/drawing/2014/main" id="{CB6A5D04-A956-0058-CFC9-9969B317166A}"/>
                      </a:ext>
                    </a:extLst>
                  </p14:cNvPr>
                  <p14:cNvContentPartPr/>
                  <p14:nvPr/>
                </p14:nvContentPartPr>
                <p14:xfrm>
                  <a:off x="3168979" y="2782609"/>
                  <a:ext cx="99360" cy="104400"/>
                </p14:xfrm>
              </p:contentPart>
            </mc:Choice>
            <mc:Fallback xmlns="">
              <p:pic>
                <p:nvPicPr>
                  <p:cNvPr id="79" name="Ink 78">
                    <a:extLst>
                      <a:ext uri="{FF2B5EF4-FFF2-40B4-BE49-F238E27FC236}">
                        <a16:creationId xmlns:a16="http://schemas.microsoft.com/office/drawing/2014/main" id="{CB6A5D04-A956-0058-CFC9-9969B317166A}"/>
                      </a:ext>
                    </a:extLst>
                  </p:cNvPr>
                  <p:cNvPicPr/>
                  <p:nvPr/>
                </p:nvPicPr>
                <p:blipFill>
                  <a:blip r:embed="rId36"/>
                  <a:stretch>
                    <a:fillRect/>
                  </a:stretch>
                </p:blipFill>
                <p:spPr>
                  <a:xfrm>
                    <a:off x="3162859" y="2776489"/>
                    <a:ext cx="111600" cy="116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7">
                <p14:nvContentPartPr>
                  <p14:cNvPr id="80" name="Ink 79">
                    <a:extLst>
                      <a:ext uri="{FF2B5EF4-FFF2-40B4-BE49-F238E27FC236}">
                        <a16:creationId xmlns:a16="http://schemas.microsoft.com/office/drawing/2014/main" id="{2DE79872-FCB4-473A-26BE-238A08E80A95}"/>
                      </a:ext>
                    </a:extLst>
                  </p14:cNvPr>
                  <p14:cNvContentPartPr/>
                  <p14:nvPr/>
                </p14:nvContentPartPr>
                <p14:xfrm>
                  <a:off x="3177979" y="2782609"/>
                  <a:ext cx="84240" cy="95400"/>
                </p14:xfrm>
              </p:contentPart>
            </mc:Choice>
            <mc:Fallback xmlns="">
              <p:pic>
                <p:nvPicPr>
                  <p:cNvPr id="80" name="Ink 79">
                    <a:extLst>
                      <a:ext uri="{FF2B5EF4-FFF2-40B4-BE49-F238E27FC236}">
                        <a16:creationId xmlns:a16="http://schemas.microsoft.com/office/drawing/2014/main" id="{2DE79872-FCB4-473A-26BE-238A08E80A95}"/>
                      </a:ext>
                    </a:extLst>
                  </p:cNvPr>
                  <p:cNvPicPr/>
                  <p:nvPr/>
                </p:nvPicPr>
                <p:blipFill>
                  <a:blip r:embed="rId38"/>
                  <a:stretch>
                    <a:fillRect/>
                  </a:stretch>
                </p:blipFill>
                <p:spPr>
                  <a:xfrm>
                    <a:off x="3171859" y="2776489"/>
                    <a:ext cx="96480" cy="107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39">
                <p14:nvContentPartPr>
                  <p14:cNvPr id="81" name="Ink 80">
                    <a:extLst>
                      <a:ext uri="{FF2B5EF4-FFF2-40B4-BE49-F238E27FC236}">
                        <a16:creationId xmlns:a16="http://schemas.microsoft.com/office/drawing/2014/main" id="{B51EDB3A-EAB6-4337-4417-A5BB8F1021B3}"/>
                      </a:ext>
                    </a:extLst>
                  </p14:cNvPr>
                  <p14:cNvContentPartPr/>
                  <p14:nvPr/>
                </p14:nvContentPartPr>
                <p14:xfrm>
                  <a:off x="3147739" y="2792689"/>
                  <a:ext cx="170640" cy="101880"/>
                </p14:xfrm>
              </p:contentPart>
            </mc:Choice>
            <mc:Fallback xmlns="">
              <p:pic>
                <p:nvPicPr>
                  <p:cNvPr id="81" name="Ink 80">
                    <a:extLst>
                      <a:ext uri="{FF2B5EF4-FFF2-40B4-BE49-F238E27FC236}">
                        <a16:creationId xmlns:a16="http://schemas.microsoft.com/office/drawing/2014/main" id="{B51EDB3A-EAB6-4337-4417-A5BB8F1021B3}"/>
                      </a:ext>
                    </a:extLst>
                  </p:cNvPr>
                  <p:cNvPicPr/>
                  <p:nvPr/>
                </p:nvPicPr>
                <p:blipFill>
                  <a:blip r:embed="rId40"/>
                  <a:stretch>
                    <a:fillRect/>
                  </a:stretch>
                </p:blipFill>
                <p:spPr>
                  <a:xfrm>
                    <a:off x="3141619" y="2786569"/>
                    <a:ext cx="182880" cy="114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1">
                <p14:nvContentPartPr>
                  <p14:cNvPr id="82" name="Ink 81">
                    <a:extLst>
                      <a:ext uri="{FF2B5EF4-FFF2-40B4-BE49-F238E27FC236}">
                        <a16:creationId xmlns:a16="http://schemas.microsoft.com/office/drawing/2014/main" id="{9E57756E-ABED-FD89-D8E5-C9553AD95C3D}"/>
                      </a:ext>
                    </a:extLst>
                  </p14:cNvPr>
                  <p14:cNvContentPartPr/>
                  <p14:nvPr/>
                </p14:nvContentPartPr>
                <p14:xfrm>
                  <a:off x="3165739" y="2807809"/>
                  <a:ext cx="143640" cy="66240"/>
                </p14:xfrm>
              </p:contentPart>
            </mc:Choice>
            <mc:Fallback xmlns="">
              <p:pic>
                <p:nvPicPr>
                  <p:cNvPr id="82" name="Ink 81">
                    <a:extLst>
                      <a:ext uri="{FF2B5EF4-FFF2-40B4-BE49-F238E27FC236}">
                        <a16:creationId xmlns:a16="http://schemas.microsoft.com/office/drawing/2014/main" id="{9E57756E-ABED-FD89-D8E5-C9553AD95C3D}"/>
                      </a:ext>
                    </a:extLst>
                  </p:cNvPr>
                  <p:cNvPicPr/>
                  <p:nvPr/>
                </p:nvPicPr>
                <p:blipFill>
                  <a:blip r:embed="rId42"/>
                  <a:stretch>
                    <a:fillRect/>
                  </a:stretch>
                </p:blipFill>
                <p:spPr>
                  <a:xfrm>
                    <a:off x="3159619" y="2801689"/>
                    <a:ext cx="155880" cy="784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3">
                <p14:nvContentPartPr>
                  <p14:cNvPr id="83" name="Ink 82">
                    <a:extLst>
                      <a:ext uri="{FF2B5EF4-FFF2-40B4-BE49-F238E27FC236}">
                        <a16:creationId xmlns:a16="http://schemas.microsoft.com/office/drawing/2014/main" id="{69A07759-E405-0FCF-021E-8AF865A067DD}"/>
                      </a:ext>
                    </a:extLst>
                  </p14:cNvPr>
                  <p14:cNvContentPartPr/>
                  <p14:nvPr/>
                </p14:nvContentPartPr>
                <p14:xfrm>
                  <a:off x="3162139" y="2795929"/>
                  <a:ext cx="123120" cy="56520"/>
                </p14:xfrm>
              </p:contentPart>
            </mc:Choice>
            <mc:Fallback xmlns="">
              <p:pic>
                <p:nvPicPr>
                  <p:cNvPr id="83" name="Ink 82">
                    <a:extLst>
                      <a:ext uri="{FF2B5EF4-FFF2-40B4-BE49-F238E27FC236}">
                        <a16:creationId xmlns:a16="http://schemas.microsoft.com/office/drawing/2014/main" id="{69A07759-E405-0FCF-021E-8AF865A067DD}"/>
                      </a:ext>
                    </a:extLst>
                  </p:cNvPr>
                  <p:cNvPicPr/>
                  <p:nvPr/>
                </p:nvPicPr>
                <p:blipFill>
                  <a:blip r:embed="rId44"/>
                  <a:stretch>
                    <a:fillRect/>
                  </a:stretch>
                </p:blipFill>
                <p:spPr>
                  <a:xfrm>
                    <a:off x="3156019" y="2789809"/>
                    <a:ext cx="135360" cy="68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84" name="Ink 83">
                    <a:extLst>
                      <a:ext uri="{FF2B5EF4-FFF2-40B4-BE49-F238E27FC236}">
                        <a16:creationId xmlns:a16="http://schemas.microsoft.com/office/drawing/2014/main" id="{5FF50B74-55F6-EDA5-BBA9-4F01E8054F6D}"/>
                      </a:ext>
                    </a:extLst>
                  </p14:cNvPr>
                  <p14:cNvContentPartPr/>
                  <p14:nvPr/>
                </p14:nvContentPartPr>
                <p14:xfrm>
                  <a:off x="3129019" y="2783329"/>
                  <a:ext cx="176760" cy="59040"/>
                </p14:xfrm>
              </p:contentPart>
            </mc:Choice>
            <mc:Fallback xmlns="">
              <p:pic>
                <p:nvPicPr>
                  <p:cNvPr id="84" name="Ink 83">
                    <a:extLst>
                      <a:ext uri="{FF2B5EF4-FFF2-40B4-BE49-F238E27FC236}">
                        <a16:creationId xmlns:a16="http://schemas.microsoft.com/office/drawing/2014/main" id="{5FF50B74-55F6-EDA5-BBA9-4F01E8054F6D}"/>
                      </a:ext>
                    </a:extLst>
                  </p:cNvPr>
                  <p:cNvPicPr/>
                  <p:nvPr/>
                </p:nvPicPr>
                <p:blipFill>
                  <a:blip r:embed="rId46"/>
                  <a:stretch>
                    <a:fillRect/>
                  </a:stretch>
                </p:blipFill>
                <p:spPr>
                  <a:xfrm>
                    <a:off x="3122899" y="2777209"/>
                    <a:ext cx="189000" cy="71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7">
                <p14:nvContentPartPr>
                  <p14:cNvPr id="85" name="Ink 84">
                    <a:extLst>
                      <a:ext uri="{FF2B5EF4-FFF2-40B4-BE49-F238E27FC236}">
                        <a16:creationId xmlns:a16="http://schemas.microsoft.com/office/drawing/2014/main" id="{6A378B9E-922B-7467-C559-95ECEDBC8016}"/>
                      </a:ext>
                    </a:extLst>
                  </p14:cNvPr>
                  <p14:cNvContentPartPr/>
                  <p14:nvPr/>
                </p14:nvContentPartPr>
                <p14:xfrm>
                  <a:off x="3179419" y="2777209"/>
                  <a:ext cx="78480" cy="71280"/>
                </p14:xfrm>
              </p:contentPart>
            </mc:Choice>
            <mc:Fallback xmlns="">
              <p:pic>
                <p:nvPicPr>
                  <p:cNvPr id="85" name="Ink 84">
                    <a:extLst>
                      <a:ext uri="{FF2B5EF4-FFF2-40B4-BE49-F238E27FC236}">
                        <a16:creationId xmlns:a16="http://schemas.microsoft.com/office/drawing/2014/main" id="{6A378B9E-922B-7467-C559-95ECEDBC8016}"/>
                      </a:ext>
                    </a:extLst>
                  </p:cNvPr>
                  <p:cNvPicPr/>
                  <p:nvPr/>
                </p:nvPicPr>
                <p:blipFill>
                  <a:blip r:embed="rId48"/>
                  <a:stretch>
                    <a:fillRect/>
                  </a:stretch>
                </p:blipFill>
                <p:spPr>
                  <a:xfrm>
                    <a:off x="3173299" y="2771089"/>
                    <a:ext cx="90720" cy="83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9">
                <p14:nvContentPartPr>
                  <p14:cNvPr id="86" name="Ink 85">
                    <a:extLst>
                      <a:ext uri="{FF2B5EF4-FFF2-40B4-BE49-F238E27FC236}">
                        <a16:creationId xmlns:a16="http://schemas.microsoft.com/office/drawing/2014/main" id="{B2D1ECC0-0072-D0B9-9AD2-38499FC52889}"/>
                      </a:ext>
                    </a:extLst>
                  </p14:cNvPr>
                  <p14:cNvContentPartPr/>
                  <p14:nvPr/>
                </p14:nvContentPartPr>
                <p14:xfrm>
                  <a:off x="3332059" y="2890249"/>
                  <a:ext cx="164880" cy="171360"/>
                </p14:xfrm>
              </p:contentPart>
            </mc:Choice>
            <mc:Fallback xmlns="">
              <p:pic>
                <p:nvPicPr>
                  <p:cNvPr id="86" name="Ink 85">
                    <a:extLst>
                      <a:ext uri="{FF2B5EF4-FFF2-40B4-BE49-F238E27FC236}">
                        <a16:creationId xmlns:a16="http://schemas.microsoft.com/office/drawing/2014/main" id="{B2D1ECC0-0072-D0B9-9AD2-38499FC52889}"/>
                      </a:ext>
                    </a:extLst>
                  </p:cNvPr>
                  <p:cNvPicPr/>
                  <p:nvPr/>
                </p:nvPicPr>
                <p:blipFill>
                  <a:blip r:embed="rId50"/>
                  <a:stretch>
                    <a:fillRect/>
                  </a:stretch>
                </p:blipFill>
                <p:spPr>
                  <a:xfrm>
                    <a:off x="3325939" y="2884129"/>
                    <a:ext cx="177120" cy="183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1">
                <p14:nvContentPartPr>
                  <p14:cNvPr id="36" name="Ink 35">
                    <a:extLst>
                      <a:ext uri="{FF2B5EF4-FFF2-40B4-BE49-F238E27FC236}">
                        <a16:creationId xmlns:a16="http://schemas.microsoft.com/office/drawing/2014/main" id="{AFE73546-FE61-544A-5CA1-11B4AEA41F2A}"/>
                      </a:ext>
                    </a:extLst>
                  </p14:cNvPr>
                  <p14:cNvContentPartPr/>
                  <p14:nvPr/>
                </p14:nvContentPartPr>
                <p14:xfrm>
                  <a:off x="2431339" y="3453289"/>
                  <a:ext cx="121680" cy="140040"/>
                </p14:xfrm>
              </p:contentPart>
            </mc:Choice>
            <mc:Fallback xmlns="">
              <p:pic>
                <p:nvPicPr>
                  <p:cNvPr id="36" name="Ink 35">
                    <a:extLst>
                      <a:ext uri="{FF2B5EF4-FFF2-40B4-BE49-F238E27FC236}">
                        <a16:creationId xmlns:a16="http://schemas.microsoft.com/office/drawing/2014/main" id="{AFE73546-FE61-544A-5CA1-11B4AEA41F2A}"/>
                      </a:ext>
                    </a:extLst>
                  </p:cNvPr>
                  <p:cNvPicPr/>
                  <p:nvPr/>
                </p:nvPicPr>
                <p:blipFill>
                  <a:blip r:embed="rId52"/>
                  <a:stretch>
                    <a:fillRect/>
                  </a:stretch>
                </p:blipFill>
                <p:spPr>
                  <a:xfrm>
                    <a:off x="2425219" y="3447169"/>
                    <a:ext cx="133920" cy="152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3">
                <p14:nvContentPartPr>
                  <p14:cNvPr id="37" name="Ink 36">
                    <a:extLst>
                      <a:ext uri="{FF2B5EF4-FFF2-40B4-BE49-F238E27FC236}">
                        <a16:creationId xmlns:a16="http://schemas.microsoft.com/office/drawing/2014/main" id="{4B1CF808-7BE2-1B82-F14A-8987929BE198}"/>
                      </a:ext>
                    </a:extLst>
                  </p14:cNvPr>
                  <p14:cNvContentPartPr/>
                  <p14:nvPr/>
                </p14:nvContentPartPr>
                <p14:xfrm>
                  <a:off x="2485699" y="3486769"/>
                  <a:ext cx="58320" cy="93960"/>
                </p14:xfrm>
              </p:contentPart>
            </mc:Choice>
            <mc:Fallback xmlns="">
              <p:pic>
                <p:nvPicPr>
                  <p:cNvPr id="37" name="Ink 36">
                    <a:extLst>
                      <a:ext uri="{FF2B5EF4-FFF2-40B4-BE49-F238E27FC236}">
                        <a16:creationId xmlns:a16="http://schemas.microsoft.com/office/drawing/2014/main" id="{4B1CF808-7BE2-1B82-F14A-8987929BE198}"/>
                      </a:ext>
                    </a:extLst>
                  </p:cNvPr>
                  <p:cNvPicPr/>
                  <p:nvPr/>
                </p:nvPicPr>
                <p:blipFill>
                  <a:blip r:embed="rId54"/>
                  <a:stretch>
                    <a:fillRect/>
                  </a:stretch>
                </p:blipFill>
                <p:spPr>
                  <a:xfrm>
                    <a:off x="2479579" y="3480649"/>
                    <a:ext cx="70560" cy="106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5">
                <p14:nvContentPartPr>
                  <p14:cNvPr id="38" name="Ink 37">
                    <a:extLst>
                      <a:ext uri="{FF2B5EF4-FFF2-40B4-BE49-F238E27FC236}">
                        <a16:creationId xmlns:a16="http://schemas.microsoft.com/office/drawing/2014/main" id="{9B9AA90E-63CB-7E1E-E872-DD9449247C7C}"/>
                      </a:ext>
                    </a:extLst>
                  </p14:cNvPr>
                  <p14:cNvContentPartPr/>
                  <p14:nvPr/>
                </p14:nvContentPartPr>
                <p14:xfrm>
                  <a:off x="2496859" y="3463009"/>
                  <a:ext cx="47520" cy="88200"/>
                </p14:xfrm>
              </p:contentPart>
            </mc:Choice>
            <mc:Fallback xmlns="">
              <p:pic>
                <p:nvPicPr>
                  <p:cNvPr id="38" name="Ink 37">
                    <a:extLst>
                      <a:ext uri="{FF2B5EF4-FFF2-40B4-BE49-F238E27FC236}">
                        <a16:creationId xmlns:a16="http://schemas.microsoft.com/office/drawing/2014/main" id="{9B9AA90E-63CB-7E1E-E872-DD9449247C7C}"/>
                      </a:ext>
                    </a:extLst>
                  </p:cNvPr>
                  <p:cNvPicPr/>
                  <p:nvPr/>
                </p:nvPicPr>
                <p:blipFill>
                  <a:blip r:embed="rId56"/>
                  <a:stretch>
                    <a:fillRect/>
                  </a:stretch>
                </p:blipFill>
                <p:spPr>
                  <a:xfrm>
                    <a:off x="2490739" y="3456889"/>
                    <a:ext cx="59760" cy="100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7">
                <p14:nvContentPartPr>
                  <p14:cNvPr id="39" name="Ink 38">
                    <a:extLst>
                      <a:ext uri="{FF2B5EF4-FFF2-40B4-BE49-F238E27FC236}">
                        <a16:creationId xmlns:a16="http://schemas.microsoft.com/office/drawing/2014/main" id="{8601BFB1-CF6B-B282-6848-B94C9658748C}"/>
                      </a:ext>
                    </a:extLst>
                  </p14:cNvPr>
                  <p14:cNvContentPartPr/>
                  <p14:nvPr/>
                </p14:nvContentPartPr>
                <p14:xfrm>
                  <a:off x="2437099" y="3515209"/>
                  <a:ext cx="117720" cy="16560"/>
                </p14:xfrm>
              </p:contentPart>
            </mc:Choice>
            <mc:Fallback xmlns="">
              <p:pic>
                <p:nvPicPr>
                  <p:cNvPr id="39" name="Ink 38">
                    <a:extLst>
                      <a:ext uri="{FF2B5EF4-FFF2-40B4-BE49-F238E27FC236}">
                        <a16:creationId xmlns:a16="http://schemas.microsoft.com/office/drawing/2014/main" id="{8601BFB1-CF6B-B282-6848-B94C9658748C}"/>
                      </a:ext>
                    </a:extLst>
                  </p:cNvPr>
                  <p:cNvPicPr/>
                  <p:nvPr/>
                </p:nvPicPr>
                <p:blipFill>
                  <a:blip r:embed="rId58"/>
                  <a:stretch>
                    <a:fillRect/>
                  </a:stretch>
                </p:blipFill>
                <p:spPr>
                  <a:xfrm>
                    <a:off x="2430979" y="3509089"/>
                    <a:ext cx="129960" cy="288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59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3E97922A-35C0-D5C6-7F84-14349334F991}"/>
                      </a:ext>
                    </a:extLst>
                  </p14:cNvPr>
                  <p14:cNvContentPartPr/>
                  <p14:nvPr/>
                </p14:nvContentPartPr>
                <p14:xfrm>
                  <a:off x="2473819" y="3489289"/>
                  <a:ext cx="93960" cy="32400"/>
                </p14:xfrm>
              </p:contentPart>
            </mc:Choice>
            <mc:Fallback xmlns="">
              <p:pic>
                <p:nvPicPr>
                  <p:cNvPr id="40" name="Ink 39">
                    <a:extLst>
                      <a:ext uri="{FF2B5EF4-FFF2-40B4-BE49-F238E27FC236}">
                        <a16:creationId xmlns:a16="http://schemas.microsoft.com/office/drawing/2014/main" id="{3E97922A-35C0-D5C6-7F84-14349334F991}"/>
                      </a:ext>
                    </a:extLst>
                  </p:cNvPr>
                  <p:cNvPicPr/>
                  <p:nvPr/>
                </p:nvPicPr>
                <p:blipFill>
                  <a:blip r:embed="rId60"/>
                  <a:stretch>
                    <a:fillRect/>
                  </a:stretch>
                </p:blipFill>
                <p:spPr>
                  <a:xfrm>
                    <a:off x="2467699" y="3483169"/>
                    <a:ext cx="106200" cy="44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1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D30192D0-F451-DCFA-16F5-1F49BB36BEE1}"/>
                      </a:ext>
                    </a:extLst>
                  </p14:cNvPr>
                  <p14:cNvContentPartPr/>
                  <p14:nvPr/>
                </p14:nvContentPartPr>
                <p14:xfrm>
                  <a:off x="2457619" y="3456889"/>
                  <a:ext cx="96840" cy="103680"/>
                </p14:xfrm>
              </p:contentPart>
            </mc:Choice>
            <mc:Fallback xmlns="">
              <p:pic>
                <p:nvPicPr>
                  <p:cNvPr id="41" name="Ink 40">
                    <a:extLst>
                      <a:ext uri="{FF2B5EF4-FFF2-40B4-BE49-F238E27FC236}">
                        <a16:creationId xmlns:a16="http://schemas.microsoft.com/office/drawing/2014/main" id="{D30192D0-F451-DCFA-16F5-1F49BB36BEE1}"/>
                      </a:ext>
                    </a:extLst>
                  </p:cNvPr>
                  <p:cNvPicPr/>
                  <p:nvPr/>
                </p:nvPicPr>
                <p:blipFill>
                  <a:blip r:embed="rId62"/>
                  <a:stretch>
                    <a:fillRect/>
                  </a:stretch>
                </p:blipFill>
                <p:spPr>
                  <a:xfrm>
                    <a:off x="2451499" y="3450769"/>
                    <a:ext cx="109080" cy="115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3">
                <p14:nvContentPartPr>
                  <p14:cNvPr id="42" name="Ink 41">
                    <a:extLst>
                      <a:ext uri="{FF2B5EF4-FFF2-40B4-BE49-F238E27FC236}">
                        <a16:creationId xmlns:a16="http://schemas.microsoft.com/office/drawing/2014/main" id="{62B5ADDF-DD3A-BD3A-C0EB-CAB3CBD84F13}"/>
                      </a:ext>
                    </a:extLst>
                  </p14:cNvPr>
                  <p14:cNvContentPartPr/>
                  <p14:nvPr/>
                </p14:nvContentPartPr>
                <p14:xfrm>
                  <a:off x="2465179" y="3474169"/>
                  <a:ext cx="91080" cy="87120"/>
                </p14:xfrm>
              </p:contentPart>
            </mc:Choice>
            <mc:Fallback xmlns="">
              <p:pic>
                <p:nvPicPr>
                  <p:cNvPr id="42" name="Ink 41">
                    <a:extLst>
                      <a:ext uri="{FF2B5EF4-FFF2-40B4-BE49-F238E27FC236}">
                        <a16:creationId xmlns:a16="http://schemas.microsoft.com/office/drawing/2014/main" id="{62B5ADDF-DD3A-BD3A-C0EB-CAB3CBD84F13}"/>
                      </a:ext>
                    </a:extLst>
                  </p:cNvPr>
                  <p:cNvPicPr/>
                  <p:nvPr/>
                </p:nvPicPr>
                <p:blipFill>
                  <a:blip r:embed="rId64"/>
                  <a:stretch>
                    <a:fillRect/>
                  </a:stretch>
                </p:blipFill>
                <p:spPr>
                  <a:xfrm>
                    <a:off x="2459059" y="3468049"/>
                    <a:ext cx="103320" cy="99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5">
                <p14:nvContentPartPr>
                  <p14:cNvPr id="43" name="Ink 42">
                    <a:extLst>
                      <a:ext uri="{FF2B5EF4-FFF2-40B4-BE49-F238E27FC236}">
                        <a16:creationId xmlns:a16="http://schemas.microsoft.com/office/drawing/2014/main" id="{CDD45E6F-3C2C-2913-9012-C87C9F147A29}"/>
                      </a:ext>
                    </a:extLst>
                  </p14:cNvPr>
                  <p14:cNvContentPartPr/>
                  <p14:nvPr/>
                </p14:nvContentPartPr>
                <p14:xfrm>
                  <a:off x="2445739" y="3497569"/>
                  <a:ext cx="133920" cy="44280"/>
                </p14:xfrm>
              </p:contentPart>
            </mc:Choice>
            <mc:Fallback xmlns="">
              <p:pic>
                <p:nvPicPr>
                  <p:cNvPr id="43" name="Ink 42">
                    <a:extLst>
                      <a:ext uri="{FF2B5EF4-FFF2-40B4-BE49-F238E27FC236}">
                        <a16:creationId xmlns:a16="http://schemas.microsoft.com/office/drawing/2014/main" id="{CDD45E6F-3C2C-2913-9012-C87C9F147A29}"/>
                      </a:ext>
                    </a:extLst>
                  </p:cNvPr>
                  <p:cNvPicPr/>
                  <p:nvPr/>
                </p:nvPicPr>
                <p:blipFill>
                  <a:blip r:embed="rId66"/>
                  <a:stretch>
                    <a:fillRect/>
                  </a:stretch>
                </p:blipFill>
                <p:spPr>
                  <a:xfrm>
                    <a:off x="2439619" y="3491449"/>
                    <a:ext cx="146160" cy="56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7">
                <p14:nvContentPartPr>
                  <p14:cNvPr id="45" name="Ink 44">
                    <a:extLst>
                      <a:ext uri="{FF2B5EF4-FFF2-40B4-BE49-F238E27FC236}">
                        <a16:creationId xmlns:a16="http://schemas.microsoft.com/office/drawing/2014/main" id="{CBE28FC1-FF60-E731-AC16-FED87650386D}"/>
                      </a:ext>
                    </a:extLst>
                  </p14:cNvPr>
                  <p14:cNvContentPartPr/>
                  <p14:nvPr/>
                </p14:nvContentPartPr>
                <p14:xfrm>
                  <a:off x="2640139" y="3438169"/>
                  <a:ext cx="59040" cy="172800"/>
                </p14:xfrm>
              </p:contentPart>
            </mc:Choice>
            <mc:Fallback xmlns="">
              <p:pic>
                <p:nvPicPr>
                  <p:cNvPr id="45" name="Ink 44">
                    <a:extLst>
                      <a:ext uri="{FF2B5EF4-FFF2-40B4-BE49-F238E27FC236}">
                        <a16:creationId xmlns:a16="http://schemas.microsoft.com/office/drawing/2014/main" id="{CBE28FC1-FF60-E731-AC16-FED87650386D}"/>
                      </a:ext>
                    </a:extLst>
                  </p:cNvPr>
                  <p:cNvPicPr/>
                  <p:nvPr/>
                </p:nvPicPr>
                <p:blipFill>
                  <a:blip r:embed="rId68"/>
                  <a:stretch>
                    <a:fillRect/>
                  </a:stretch>
                </p:blipFill>
                <p:spPr>
                  <a:xfrm>
                    <a:off x="2634019" y="3432049"/>
                    <a:ext cx="71280" cy="185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9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3506C89A-A84E-D49A-43B9-F15C88D3BC29}"/>
                      </a:ext>
                    </a:extLst>
                  </p14:cNvPr>
                  <p14:cNvContentPartPr/>
                  <p14:nvPr/>
                </p14:nvContentPartPr>
                <p14:xfrm>
                  <a:off x="2603419" y="3391729"/>
                  <a:ext cx="148320" cy="292680"/>
                </p14:xfrm>
              </p:contentPart>
            </mc:Choice>
            <mc:Fallback xmlns="">
              <p:pic>
                <p:nvPicPr>
                  <p:cNvPr id="46" name="Ink 45">
                    <a:extLst>
                      <a:ext uri="{FF2B5EF4-FFF2-40B4-BE49-F238E27FC236}">
                        <a16:creationId xmlns:a16="http://schemas.microsoft.com/office/drawing/2014/main" id="{3506C89A-A84E-D49A-43B9-F15C88D3BC29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2597299" y="3385609"/>
                    <a:ext cx="160560" cy="304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62" name="Ink 61">
                    <a:extLst>
                      <a:ext uri="{FF2B5EF4-FFF2-40B4-BE49-F238E27FC236}">
                        <a16:creationId xmlns:a16="http://schemas.microsoft.com/office/drawing/2014/main" id="{CC4F2709-A0E3-E7D0-8073-9114F8A2F06A}"/>
                      </a:ext>
                    </a:extLst>
                  </p14:cNvPr>
                  <p14:cNvContentPartPr/>
                  <p14:nvPr/>
                </p14:nvContentPartPr>
                <p14:xfrm>
                  <a:off x="1796299" y="3698089"/>
                  <a:ext cx="105480" cy="20016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CC4F2709-A0E3-E7D0-8073-9114F8A2F06A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1790179" y="3691980"/>
                    <a:ext cx="117720" cy="21237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63" name="Ink 62">
                    <a:extLst>
                      <a:ext uri="{FF2B5EF4-FFF2-40B4-BE49-F238E27FC236}">
                        <a16:creationId xmlns:a16="http://schemas.microsoft.com/office/drawing/2014/main" id="{4954C0B8-F522-E300-6263-9C93D16E012A}"/>
                      </a:ext>
                    </a:extLst>
                  </p14:cNvPr>
                  <p14:cNvContentPartPr/>
                  <p14:nvPr/>
                </p14:nvContentPartPr>
                <p14:xfrm>
                  <a:off x="1721419" y="3748489"/>
                  <a:ext cx="222480" cy="111600"/>
                </p14:xfrm>
              </p:contentPart>
            </mc:Choice>
            <mc:Fallback xmlns="">
              <p:pic>
                <p:nvPicPr>
                  <p:cNvPr id="63" name="Ink 62">
                    <a:extLst>
                      <a:ext uri="{FF2B5EF4-FFF2-40B4-BE49-F238E27FC236}">
                        <a16:creationId xmlns:a16="http://schemas.microsoft.com/office/drawing/2014/main" id="{4954C0B8-F522-E300-6263-9C93D16E012A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1715299" y="3742369"/>
                    <a:ext cx="234720" cy="123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66" name="Ink 65">
                    <a:extLst>
                      <a:ext uri="{FF2B5EF4-FFF2-40B4-BE49-F238E27FC236}">
                        <a16:creationId xmlns:a16="http://schemas.microsoft.com/office/drawing/2014/main" id="{31FC933B-FE43-3426-5B1C-5BC3900B5622}"/>
                      </a:ext>
                    </a:extLst>
                  </p14:cNvPr>
                  <p14:cNvContentPartPr/>
                  <p14:nvPr/>
                </p14:nvContentPartPr>
                <p14:xfrm>
                  <a:off x="1778299" y="3758569"/>
                  <a:ext cx="150120" cy="37080"/>
                </p14:xfrm>
              </p:contentPart>
            </mc:Choice>
            <mc:Fallback xmlns="">
              <p:pic>
                <p:nvPicPr>
                  <p:cNvPr id="66" name="Ink 65">
                    <a:extLst>
                      <a:ext uri="{FF2B5EF4-FFF2-40B4-BE49-F238E27FC236}">
                        <a16:creationId xmlns:a16="http://schemas.microsoft.com/office/drawing/2014/main" id="{31FC933B-FE43-3426-5B1C-5BC3900B5622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1772179" y="3752449"/>
                    <a:ext cx="162360" cy="49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">
                <p14:nvContentPartPr>
                  <p14:cNvPr id="68" name="Ink 67">
                    <a:extLst>
                      <a:ext uri="{FF2B5EF4-FFF2-40B4-BE49-F238E27FC236}">
                        <a16:creationId xmlns:a16="http://schemas.microsoft.com/office/drawing/2014/main" id="{20D1CDC1-1DD0-0AC7-23FC-133672936B55}"/>
                      </a:ext>
                    </a:extLst>
                  </p14:cNvPr>
                  <p14:cNvContentPartPr/>
                  <p14:nvPr/>
                </p14:nvContentPartPr>
                <p14:xfrm>
                  <a:off x="1949659" y="3711409"/>
                  <a:ext cx="169560" cy="255600"/>
                </p14:xfrm>
              </p:contentPart>
            </mc:Choice>
            <mc:Fallback xmlns="">
              <p:pic>
                <p:nvPicPr>
                  <p:cNvPr id="68" name="Ink 67">
                    <a:extLst>
                      <a:ext uri="{FF2B5EF4-FFF2-40B4-BE49-F238E27FC236}">
                        <a16:creationId xmlns:a16="http://schemas.microsoft.com/office/drawing/2014/main" id="{20D1CDC1-1DD0-0AC7-23FC-133672936B55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1943539" y="3705289"/>
                    <a:ext cx="181800" cy="2678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">
                <p14:nvContentPartPr>
                  <p14:cNvPr id="70" name="Ink 69">
                    <a:extLst>
                      <a:ext uri="{FF2B5EF4-FFF2-40B4-BE49-F238E27FC236}">
                        <a16:creationId xmlns:a16="http://schemas.microsoft.com/office/drawing/2014/main" id="{3C691267-600A-0DF1-D559-3F13CAA42278}"/>
                      </a:ext>
                    </a:extLst>
                  </p14:cNvPr>
                  <p14:cNvContentPartPr/>
                  <p14:nvPr/>
                </p14:nvContentPartPr>
                <p14:xfrm>
                  <a:off x="2127139" y="2995729"/>
                  <a:ext cx="128880" cy="153720"/>
                </p14:xfrm>
              </p:contentPart>
            </mc:Choice>
            <mc:Fallback xmlns="">
              <p:pic>
                <p:nvPicPr>
                  <p:cNvPr id="70" name="Ink 69">
                    <a:extLst>
                      <a:ext uri="{FF2B5EF4-FFF2-40B4-BE49-F238E27FC236}">
                        <a16:creationId xmlns:a16="http://schemas.microsoft.com/office/drawing/2014/main" id="{3C691267-600A-0DF1-D559-3F13CAA42278}"/>
                      </a:ext>
                    </a:extLst>
                  </p:cNvPr>
                  <p:cNvPicPr/>
                  <p:nvPr/>
                </p:nvPicPr>
                <p:blipFill>
                  <a:blip r:embed="rId86"/>
                  <a:stretch>
                    <a:fillRect/>
                  </a:stretch>
                </p:blipFill>
                <p:spPr>
                  <a:xfrm>
                    <a:off x="2121019" y="2989609"/>
                    <a:ext cx="141120" cy="165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">
                <p14:nvContentPartPr>
                  <p14:cNvPr id="71" name="Ink 70">
                    <a:extLst>
                      <a:ext uri="{FF2B5EF4-FFF2-40B4-BE49-F238E27FC236}">
                        <a16:creationId xmlns:a16="http://schemas.microsoft.com/office/drawing/2014/main" id="{15479C16-77A8-C7B1-7BE4-79D50717E0DB}"/>
                      </a:ext>
                    </a:extLst>
                  </p14:cNvPr>
                  <p14:cNvContentPartPr/>
                  <p14:nvPr/>
                </p14:nvContentPartPr>
                <p14:xfrm>
                  <a:off x="2148019" y="3009769"/>
                  <a:ext cx="82440" cy="153360"/>
                </p14:xfrm>
              </p:contentPart>
            </mc:Choice>
            <mc:Fallback xmlns="">
              <p:pic>
                <p:nvPicPr>
                  <p:cNvPr id="71" name="Ink 70">
                    <a:extLst>
                      <a:ext uri="{FF2B5EF4-FFF2-40B4-BE49-F238E27FC236}">
                        <a16:creationId xmlns:a16="http://schemas.microsoft.com/office/drawing/2014/main" id="{15479C16-77A8-C7B1-7BE4-79D50717E0DB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2141899" y="3003649"/>
                    <a:ext cx="94680" cy="1656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">
                <p14:nvContentPartPr>
                  <p14:cNvPr id="72" name="Ink 71">
                    <a:extLst>
                      <a:ext uri="{FF2B5EF4-FFF2-40B4-BE49-F238E27FC236}">
                        <a16:creationId xmlns:a16="http://schemas.microsoft.com/office/drawing/2014/main" id="{010DBB6E-A221-3714-C11B-843F01F4DB5A}"/>
                      </a:ext>
                    </a:extLst>
                  </p14:cNvPr>
                  <p14:cNvContentPartPr/>
                  <p14:nvPr/>
                </p14:nvContentPartPr>
                <p14:xfrm>
                  <a:off x="2100499" y="3032089"/>
                  <a:ext cx="156240" cy="122400"/>
                </p14:xfrm>
              </p:contentPart>
            </mc:Choice>
            <mc:Fallback xmlns="">
              <p:pic>
                <p:nvPicPr>
                  <p:cNvPr id="72" name="Ink 71">
                    <a:extLst>
                      <a:ext uri="{FF2B5EF4-FFF2-40B4-BE49-F238E27FC236}">
                        <a16:creationId xmlns:a16="http://schemas.microsoft.com/office/drawing/2014/main" id="{010DBB6E-A221-3714-C11B-843F01F4DB5A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2094379" y="3025969"/>
                    <a:ext cx="168480" cy="134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">
                <p14:nvContentPartPr>
                  <p14:cNvPr id="73" name="Ink 72">
                    <a:extLst>
                      <a:ext uri="{FF2B5EF4-FFF2-40B4-BE49-F238E27FC236}">
                        <a16:creationId xmlns:a16="http://schemas.microsoft.com/office/drawing/2014/main" id="{E556EB8C-CE03-FA1D-57EA-86862AC9185C}"/>
                      </a:ext>
                    </a:extLst>
                  </p14:cNvPr>
                  <p14:cNvContentPartPr/>
                  <p14:nvPr/>
                </p14:nvContentPartPr>
                <p14:xfrm>
                  <a:off x="2120659" y="3038569"/>
                  <a:ext cx="88920" cy="67680"/>
                </p14:xfrm>
              </p:contentPart>
            </mc:Choice>
            <mc:Fallback xmlns="">
              <p:pic>
                <p:nvPicPr>
                  <p:cNvPr id="73" name="Ink 72">
                    <a:extLst>
                      <a:ext uri="{FF2B5EF4-FFF2-40B4-BE49-F238E27FC236}">
                        <a16:creationId xmlns:a16="http://schemas.microsoft.com/office/drawing/2014/main" id="{E556EB8C-CE03-FA1D-57EA-86862AC9185C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2114539" y="3032449"/>
                    <a:ext cx="101160" cy="79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3">
                <p14:nvContentPartPr>
                  <p14:cNvPr id="74" name="Ink 73">
                    <a:extLst>
                      <a:ext uri="{FF2B5EF4-FFF2-40B4-BE49-F238E27FC236}">
                        <a16:creationId xmlns:a16="http://schemas.microsoft.com/office/drawing/2014/main" id="{79C60821-9E6B-A2B1-5EF9-8EBBAAE4199E}"/>
                      </a:ext>
                    </a:extLst>
                  </p14:cNvPr>
                  <p14:cNvContentPartPr/>
                  <p14:nvPr/>
                </p14:nvContentPartPr>
                <p14:xfrm>
                  <a:off x="2119219" y="3063409"/>
                  <a:ext cx="132480" cy="47160"/>
                </p14:xfrm>
              </p:contentPart>
            </mc:Choice>
            <mc:Fallback xmlns="">
              <p:pic>
                <p:nvPicPr>
                  <p:cNvPr id="74" name="Ink 73">
                    <a:extLst>
                      <a:ext uri="{FF2B5EF4-FFF2-40B4-BE49-F238E27FC236}">
                        <a16:creationId xmlns:a16="http://schemas.microsoft.com/office/drawing/2014/main" id="{79C60821-9E6B-A2B1-5EF9-8EBBAAE4199E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2113099" y="3057289"/>
                    <a:ext cx="144720" cy="59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">
                <p14:nvContentPartPr>
                  <p14:cNvPr id="75" name="Ink 74">
                    <a:extLst>
                      <a:ext uri="{FF2B5EF4-FFF2-40B4-BE49-F238E27FC236}">
                        <a16:creationId xmlns:a16="http://schemas.microsoft.com/office/drawing/2014/main" id="{FACAB20B-CB5B-2D7A-A0DC-E0ECBC1F143B}"/>
                      </a:ext>
                    </a:extLst>
                  </p14:cNvPr>
                  <p14:cNvContentPartPr/>
                  <p14:nvPr/>
                </p14:nvContentPartPr>
                <p14:xfrm>
                  <a:off x="2096179" y="3047929"/>
                  <a:ext cx="177480" cy="80280"/>
                </p14:xfrm>
              </p:contentPart>
            </mc:Choice>
            <mc:Fallback xmlns="">
              <p:pic>
                <p:nvPicPr>
                  <p:cNvPr id="75" name="Ink 74">
                    <a:extLst>
                      <a:ext uri="{FF2B5EF4-FFF2-40B4-BE49-F238E27FC236}">
                        <a16:creationId xmlns:a16="http://schemas.microsoft.com/office/drawing/2014/main" id="{FACAB20B-CB5B-2D7A-A0DC-E0ECBC1F143B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2090059" y="3041809"/>
                    <a:ext cx="189720" cy="925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7">
                <p14:nvContentPartPr>
                  <p14:cNvPr id="77" name="Ink 76">
                    <a:extLst>
                      <a:ext uri="{FF2B5EF4-FFF2-40B4-BE49-F238E27FC236}">
                        <a16:creationId xmlns:a16="http://schemas.microsoft.com/office/drawing/2014/main" id="{CFD4CB07-914E-8C1B-E187-257CAA40798D}"/>
                      </a:ext>
                    </a:extLst>
                  </p14:cNvPr>
                  <p14:cNvContentPartPr/>
                  <p14:nvPr/>
                </p14:nvContentPartPr>
                <p14:xfrm>
                  <a:off x="2338099" y="2957209"/>
                  <a:ext cx="151560" cy="208440"/>
                </p14:xfrm>
              </p:contentPart>
            </mc:Choice>
            <mc:Fallback xmlns="">
              <p:pic>
                <p:nvPicPr>
                  <p:cNvPr id="77" name="Ink 76">
                    <a:extLst>
                      <a:ext uri="{FF2B5EF4-FFF2-40B4-BE49-F238E27FC236}">
                        <a16:creationId xmlns:a16="http://schemas.microsoft.com/office/drawing/2014/main" id="{CFD4CB07-914E-8C1B-E187-257CAA40798D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2331979" y="2951089"/>
                    <a:ext cx="163800" cy="2206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mc:AlternateContent xmlns:mc="http://schemas.openxmlformats.org/markup-compatibility/2006" xmlns:p14="http://schemas.microsoft.com/office/powerpoint/2010/main">
        <mc:Choice Requires="p14">
          <p:contentPart p14:bwMode="auto" r:id="rId99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B58DBB02-67C4-9362-D806-6F1DA00CF7E0}"/>
                  </a:ext>
                </a:extLst>
              </p14:cNvPr>
              <p14:cNvContentPartPr/>
              <p14:nvPr/>
            </p14:nvContentPartPr>
            <p14:xfrm>
              <a:off x="5563104" y="2239415"/>
              <a:ext cx="34920" cy="6840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B58DBB02-67C4-9362-D806-6F1DA00CF7E0}"/>
                  </a:ext>
                </a:extLst>
              </p:cNvPr>
              <p:cNvPicPr/>
              <p:nvPr/>
            </p:nvPicPr>
            <p:blipFill>
              <a:blip r:embed="rId114"/>
              <a:stretch>
                <a:fillRect/>
              </a:stretch>
            </p:blipFill>
            <p:spPr>
              <a:xfrm>
                <a:off x="5556984" y="2233295"/>
                <a:ext cx="47160" cy="8064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>
            <a:extLst>
              <a:ext uri="{FF2B5EF4-FFF2-40B4-BE49-F238E27FC236}">
                <a16:creationId xmlns:a16="http://schemas.microsoft.com/office/drawing/2014/main" id="{211079CA-8DD0-2F13-4560-9CD4E10779CD}"/>
              </a:ext>
            </a:extLst>
          </p:cNvPr>
          <p:cNvPicPr>
            <a:picLocks noChangeAspect="1"/>
          </p:cNvPicPr>
          <p:nvPr/>
        </p:nvPicPr>
        <p:blipFill>
          <a:blip r:embed="rId115"/>
          <a:stretch>
            <a:fillRect/>
          </a:stretch>
        </p:blipFill>
        <p:spPr>
          <a:xfrm>
            <a:off x="4778270" y="1913999"/>
            <a:ext cx="4007633" cy="324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876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E2A6D0A-0682-0490-1917-A6665711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FC78E6F-EA0C-8FA9-66D3-A16BBBBF1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Distance Similarity Matrix</a:t>
            </a:r>
            <a:endParaRPr dirty="0"/>
          </a:p>
        </p:txBody>
      </p:sp>
      <p:graphicFrame>
        <p:nvGraphicFramePr>
          <p:cNvPr id="5" name="Google Shape;102;p19">
            <a:extLst>
              <a:ext uri="{FF2B5EF4-FFF2-40B4-BE49-F238E27FC236}">
                <a16:creationId xmlns:a16="http://schemas.microsoft.com/office/drawing/2014/main" id="{37AD64C7-6D3B-18DB-B132-5BC490B62F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6746976"/>
              </p:ext>
            </p:extLst>
          </p:nvPr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2722415-5825-0524-257B-205F3C5184D3}"/>
              </a:ext>
            </a:extLst>
          </p:cNvPr>
          <p:cNvGrpSpPr/>
          <p:nvPr/>
        </p:nvGrpSpPr>
        <p:grpSpPr>
          <a:xfrm>
            <a:off x="3777199" y="4865569"/>
            <a:ext cx="298080" cy="233280"/>
            <a:chOff x="3777199" y="4865569"/>
            <a:chExt cx="2980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14:cNvPr>
                <p14:cNvContentPartPr/>
                <p14:nvPr/>
              </p14:nvContentPartPr>
              <p14:xfrm>
                <a:off x="3777199" y="4865569"/>
                <a:ext cx="201240" cy="1972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41A72D-6DD1-16D3-62D9-7C7EEFAE5A7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771079" y="4859449"/>
                  <a:ext cx="213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14:cNvPr>
                <p14:cNvContentPartPr/>
                <p14:nvPr/>
              </p14:nvContentPartPr>
              <p14:xfrm>
                <a:off x="3798439" y="4895089"/>
                <a:ext cx="176760" cy="1234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293824B-E374-A5DD-904B-47D1A80B51A0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792319" y="4888969"/>
                  <a:ext cx="18900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14:cNvPr>
                <p14:cNvContentPartPr/>
                <p14:nvPr/>
              </p14:nvContentPartPr>
              <p14:xfrm>
                <a:off x="4048279" y="4959889"/>
                <a:ext cx="27000" cy="1389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C3967E7-B3D3-8ACB-D48F-F6EE513EE15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042159" y="4953769"/>
                  <a:ext cx="392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94273E-E237-EA69-60B8-AE193B7C81FA}"/>
              </a:ext>
            </a:extLst>
          </p:cNvPr>
          <p:cNvGrpSpPr/>
          <p:nvPr/>
        </p:nvGrpSpPr>
        <p:grpSpPr>
          <a:xfrm>
            <a:off x="22759" y="2559769"/>
            <a:ext cx="342360" cy="293040"/>
            <a:chOff x="22759" y="2559769"/>
            <a:chExt cx="3423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14:cNvPr>
                <p14:cNvContentPartPr/>
                <p14:nvPr/>
              </p14:nvContentPartPr>
              <p14:xfrm>
                <a:off x="22759" y="2559769"/>
                <a:ext cx="167400" cy="253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C4A6CF8-3CDD-2C73-0241-413D049518B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6639" y="2553649"/>
                  <a:ext cx="179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14:cNvPr>
                <p14:cNvContentPartPr/>
                <p14:nvPr/>
              </p14:nvContentPartPr>
              <p14:xfrm>
                <a:off x="57679" y="2591089"/>
                <a:ext cx="170280" cy="2185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3114441-98C3-E809-254F-8BECB05FA19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51559" y="2584969"/>
                  <a:ext cx="182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14:cNvPr>
                <p14:cNvContentPartPr/>
                <p14:nvPr/>
              </p14:nvContentPartPr>
              <p14:xfrm>
                <a:off x="227959" y="2701249"/>
                <a:ext cx="137160" cy="1515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D3EBDC-9FEA-884B-ED01-63EA59C726E9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21839" y="2695129"/>
                  <a:ext cx="1494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9A4D0D-FC70-D3B0-6388-A92CA71F5FA9}"/>
              </a:ext>
            </a:extLst>
          </p:cNvPr>
          <p:cNvGrpSpPr/>
          <p:nvPr/>
        </p:nvGrpSpPr>
        <p:grpSpPr>
          <a:xfrm>
            <a:off x="1527019" y="2777209"/>
            <a:ext cx="1969920" cy="1347480"/>
            <a:chOff x="1527019" y="2777209"/>
            <a:chExt cx="1969920" cy="13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14:cNvPr>
                <p14:cNvContentPartPr/>
                <p14:nvPr/>
              </p14:nvContentPartPr>
              <p14:xfrm>
                <a:off x="3168979" y="2782609"/>
                <a:ext cx="99360" cy="1044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B6A5D04-A956-0058-CFC9-9969B317166A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162859" y="2776489"/>
                  <a:ext cx="111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14:cNvPr>
                <p14:cNvContentPartPr/>
                <p14:nvPr/>
              </p14:nvContentPartPr>
              <p14:xfrm>
                <a:off x="3177979" y="2782609"/>
                <a:ext cx="84240" cy="95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DE79872-FCB4-473A-26BE-238A08E80A95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3171859" y="2776489"/>
                  <a:ext cx="96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14:cNvPr>
                <p14:cNvContentPartPr/>
                <p14:nvPr/>
              </p14:nvContentPartPr>
              <p14:xfrm>
                <a:off x="3147739" y="2792689"/>
                <a:ext cx="170640" cy="101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1EDB3A-EAB6-4337-4417-A5BB8F1021B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3141619" y="2786569"/>
                  <a:ext cx="18288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14:cNvPr>
                <p14:cNvContentPartPr/>
                <p14:nvPr/>
              </p14:nvContentPartPr>
              <p14:xfrm>
                <a:off x="3165739" y="2807809"/>
                <a:ext cx="143640" cy="66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E57756E-ABED-FD89-D8E5-C9553AD95C3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159619" y="2801689"/>
                  <a:ext cx="155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14:cNvPr>
                <p14:cNvContentPartPr/>
                <p14:nvPr/>
              </p14:nvContentPartPr>
              <p14:xfrm>
                <a:off x="3162139" y="2795929"/>
                <a:ext cx="123120" cy="565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69A07759-E405-0FCF-021E-8AF865A067DD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3156019" y="2789809"/>
                  <a:ext cx="13536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14:cNvPr>
                <p14:cNvContentPartPr/>
                <p14:nvPr/>
              </p14:nvContentPartPr>
              <p14:xfrm>
                <a:off x="3129019" y="2783329"/>
                <a:ext cx="176760" cy="59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FF50B74-55F6-EDA5-BBA9-4F01E8054F6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22899" y="2777209"/>
                  <a:ext cx="1890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14:cNvPr>
                <p14:cNvContentPartPr/>
                <p14:nvPr/>
              </p14:nvContentPartPr>
              <p14:xfrm>
                <a:off x="3179419" y="2777209"/>
                <a:ext cx="78480" cy="712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A378B9E-922B-7467-C559-95ECEDBC8016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173299" y="2771089"/>
                  <a:ext cx="90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14:cNvPr>
                <p14:cNvContentPartPr/>
                <p14:nvPr/>
              </p14:nvContentPartPr>
              <p14:xfrm>
                <a:off x="3332059" y="2890249"/>
                <a:ext cx="164880" cy="1713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B2D1ECC0-0072-D0B9-9AD2-38499FC52889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3325939" y="2884129"/>
                  <a:ext cx="17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14:cNvPr>
                <p14:cNvContentPartPr/>
                <p14:nvPr/>
              </p14:nvContentPartPr>
              <p14:xfrm>
                <a:off x="2431339" y="3453289"/>
                <a:ext cx="121680" cy="1400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FE73546-FE61-544A-5CA1-11B4AEA41F2A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25219" y="3447169"/>
                  <a:ext cx="13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14:cNvPr>
                <p14:cNvContentPartPr/>
                <p14:nvPr/>
              </p14:nvContentPartPr>
              <p14:xfrm>
                <a:off x="2485699" y="3486769"/>
                <a:ext cx="58320" cy="93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B1CF808-7BE2-1B82-F14A-8987929BE198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479579" y="3480649"/>
                  <a:ext cx="70560" cy="10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14:cNvPr>
                <p14:cNvContentPartPr/>
                <p14:nvPr/>
              </p14:nvContentPartPr>
              <p14:xfrm>
                <a:off x="2496859" y="3463009"/>
                <a:ext cx="47520" cy="88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B9AA90E-63CB-7E1E-E872-DD9449247C7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2490739" y="3456889"/>
                  <a:ext cx="59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14:cNvPr>
                <p14:cNvContentPartPr/>
                <p14:nvPr/>
              </p14:nvContentPartPr>
              <p14:xfrm>
                <a:off x="2437099" y="3515209"/>
                <a:ext cx="117720" cy="16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8601BFB1-CF6B-B282-6848-B94C9658748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2430979" y="3509089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14:cNvPr>
                <p14:cNvContentPartPr/>
                <p14:nvPr/>
              </p14:nvContentPartPr>
              <p14:xfrm>
                <a:off x="2473819" y="3489289"/>
                <a:ext cx="93960" cy="324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E97922A-35C0-D5C6-7F84-14349334F99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2467699" y="3483169"/>
                  <a:ext cx="10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14:cNvPr>
                <p14:cNvContentPartPr/>
                <p14:nvPr/>
              </p14:nvContentPartPr>
              <p14:xfrm>
                <a:off x="2457619" y="3456889"/>
                <a:ext cx="96840" cy="1036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30192D0-F451-DCFA-16F5-1F49BB36BEE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2451499" y="3450769"/>
                  <a:ext cx="109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14:cNvPr>
                <p14:cNvContentPartPr/>
                <p14:nvPr/>
              </p14:nvContentPartPr>
              <p14:xfrm>
                <a:off x="2465179" y="3474169"/>
                <a:ext cx="91080" cy="87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2B5ADDF-DD3A-BD3A-C0EB-CAB3CBD84F13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2459059" y="3468049"/>
                  <a:ext cx="103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14:cNvPr>
                <p14:cNvContentPartPr/>
                <p14:nvPr/>
              </p14:nvContentPartPr>
              <p14:xfrm>
                <a:off x="2445739" y="3497569"/>
                <a:ext cx="133920" cy="44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DD45E6F-3C2C-2913-9012-C87C9F147A2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439619" y="3491449"/>
                  <a:ext cx="146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14:cNvPr>
                <p14:cNvContentPartPr/>
                <p14:nvPr/>
              </p14:nvContentPartPr>
              <p14:xfrm>
                <a:off x="2640139" y="3438169"/>
                <a:ext cx="59040" cy="172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BE28FC1-FF60-E731-AC16-FED87650386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634019" y="3432049"/>
                  <a:ext cx="71280" cy="18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14:cNvPr>
                <p14:cNvContentPartPr/>
                <p14:nvPr/>
              </p14:nvContentPartPr>
              <p14:xfrm>
                <a:off x="2603419" y="3391729"/>
                <a:ext cx="148320" cy="2926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506C89A-A84E-D49A-43B9-F15C88D3BC29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597299" y="3385609"/>
                  <a:ext cx="1605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14:cNvPr>
                <p14:cNvContentPartPr/>
                <p14:nvPr/>
              </p14:nvContentPartPr>
              <p14:xfrm>
                <a:off x="1570939" y="3876289"/>
                <a:ext cx="117720" cy="140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374B40B-EE6D-1447-F2C9-F5294D760D7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564819" y="3870169"/>
                  <a:ext cx="129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14:cNvPr>
                <p14:cNvContentPartPr/>
                <p14:nvPr/>
              </p14:nvContentPartPr>
              <p14:xfrm>
                <a:off x="1601899" y="3855769"/>
                <a:ext cx="105480" cy="200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C4F2709-A0E3-E7D0-8073-9114F8A2F06A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1595779" y="3849649"/>
                  <a:ext cx="11772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14:cNvPr>
                <p14:cNvContentPartPr/>
                <p14:nvPr/>
              </p14:nvContentPartPr>
              <p14:xfrm>
                <a:off x="1527019" y="3906169"/>
                <a:ext cx="222480" cy="1116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954C0B8-F522-E300-6263-9C93D16E012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1520899" y="3900049"/>
                  <a:ext cx="23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14:cNvPr>
                <p14:cNvContentPartPr/>
                <p14:nvPr/>
              </p14:nvContentPartPr>
              <p14:xfrm>
                <a:off x="1591819" y="3905089"/>
                <a:ext cx="99720" cy="619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CD10336-5B40-EE80-5C52-6119091C80F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1585699" y="3898969"/>
                  <a:ext cx="111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14:cNvPr>
                <p14:cNvContentPartPr/>
                <p14:nvPr/>
              </p14:nvContentPartPr>
              <p14:xfrm>
                <a:off x="1556179" y="3892129"/>
                <a:ext cx="160560" cy="795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DB014493-BECB-38AA-846B-0DC08F434CAA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1550059" y="3886009"/>
                  <a:ext cx="17280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14:cNvPr>
                <p14:cNvContentPartPr/>
                <p14:nvPr/>
              </p14:nvContentPartPr>
              <p14:xfrm>
                <a:off x="1583899" y="3916249"/>
                <a:ext cx="150120" cy="370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1FC933B-FE43-3426-5B1C-5BC3900B562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1577779" y="3910129"/>
                  <a:ext cx="162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14:cNvPr>
                <p14:cNvContentPartPr/>
                <p14:nvPr/>
              </p14:nvContentPartPr>
              <p14:xfrm>
                <a:off x="1755259" y="3869089"/>
                <a:ext cx="169560" cy="255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0D1CDC1-1DD0-0AC7-23FC-133672936B55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1749139" y="3862969"/>
                  <a:ext cx="181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14:cNvPr>
                <p14:cNvContentPartPr/>
                <p14:nvPr/>
              </p14:nvContentPartPr>
              <p14:xfrm>
                <a:off x="2127139" y="2995729"/>
                <a:ext cx="128880" cy="153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C691267-600A-0DF1-D559-3F13CAA4227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2121019" y="2989609"/>
                  <a:ext cx="1411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14:cNvPr>
                <p14:cNvContentPartPr/>
                <p14:nvPr/>
              </p14:nvContentPartPr>
              <p14:xfrm>
                <a:off x="2148019" y="3009769"/>
                <a:ext cx="82440" cy="1533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5479C16-77A8-C7B1-7BE4-79D50717E0DB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141899" y="3003649"/>
                  <a:ext cx="946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14:cNvPr>
                <p14:cNvContentPartPr/>
                <p14:nvPr/>
              </p14:nvContentPartPr>
              <p14:xfrm>
                <a:off x="2100499" y="3032089"/>
                <a:ext cx="156240" cy="1224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10DBB6E-A221-3714-C11B-843F01F4DB5A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094379" y="3025969"/>
                  <a:ext cx="168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14:cNvPr>
                <p14:cNvContentPartPr/>
                <p14:nvPr/>
              </p14:nvContentPartPr>
              <p14:xfrm>
                <a:off x="2120659" y="3038569"/>
                <a:ext cx="88920" cy="67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E556EB8C-CE03-FA1D-57EA-86862AC9185C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114539" y="3032449"/>
                  <a:ext cx="10116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14:cNvPr>
                <p14:cNvContentPartPr/>
                <p14:nvPr/>
              </p14:nvContentPartPr>
              <p14:xfrm>
                <a:off x="2119219" y="3063409"/>
                <a:ext cx="132480" cy="471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9C60821-9E6B-A2B1-5EF9-8EBBAAE4199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113099" y="3057289"/>
                  <a:ext cx="144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14:cNvPr>
                <p14:cNvContentPartPr/>
                <p14:nvPr/>
              </p14:nvContentPartPr>
              <p14:xfrm>
                <a:off x="2096179" y="3047929"/>
                <a:ext cx="177480" cy="80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ACAB20B-CB5B-2D7A-A0DC-E0ECBC1F143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2090059" y="3041809"/>
                  <a:ext cx="18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14:cNvPr>
                <p14:cNvContentPartPr/>
                <p14:nvPr/>
              </p14:nvContentPartPr>
              <p14:xfrm>
                <a:off x="2338099" y="2957209"/>
                <a:ext cx="151560" cy="20844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FD4CB07-914E-8C1B-E187-257CAA40798D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2331979" y="2951089"/>
                  <a:ext cx="16380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4D4152D-AAAA-642C-C817-E58DF62560D1}"/>
              </a:ext>
            </a:extLst>
          </p:cNvPr>
          <p:cNvGrpSpPr/>
          <p:nvPr/>
        </p:nvGrpSpPr>
        <p:grpSpPr>
          <a:xfrm>
            <a:off x="434230" y="2590205"/>
            <a:ext cx="3598334" cy="2209800"/>
            <a:chOff x="4969933" y="948267"/>
            <a:chExt cx="3598334" cy="2209800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D91A2D3-824D-1B57-A7F8-C39492DF29DD}"/>
                </a:ext>
              </a:extLst>
            </p:cNvPr>
            <p:cNvCxnSpPr>
              <a:cxnSpLocks/>
            </p:cNvCxnSpPr>
            <p:nvPr/>
          </p:nvCxnSpPr>
          <p:spPr>
            <a:xfrm>
              <a:off x="4969933" y="948267"/>
              <a:ext cx="0" cy="2209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74A9B13-0857-6F21-646C-F16F3703C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9933" y="3158067"/>
              <a:ext cx="3598334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6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8424498"/>
              </p:ext>
            </p:extLst>
          </p:nvPr>
        </p:nvGraphicFramePr>
        <p:xfrm>
          <a:off x="4581089" y="2573688"/>
          <a:ext cx="4137770" cy="16189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627072239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423561470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" name="TextBox 136">
            <a:extLst>
              <a:ext uri="{FF2B5EF4-FFF2-40B4-BE49-F238E27FC236}">
                <a16:creationId xmlns:a16="http://schemas.microsoft.com/office/drawing/2014/main" id="{541F62D6-2D74-96DA-0492-063C40FE107B}"/>
              </a:ext>
            </a:extLst>
          </p:cNvPr>
          <p:cNvSpPr txBox="1"/>
          <p:nvPr/>
        </p:nvSpPr>
        <p:spPr>
          <a:xfrm>
            <a:off x="4550127" y="817438"/>
            <a:ext cx="8703433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u="sng" dirty="0"/>
              <a:t>Using Euclidean Distance 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d(1,2)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(5-10)</a:t>
            </a:r>
            <a:r>
              <a:rPr lang="en-GB" baseline="30000" dirty="0"/>
              <a:t> 2 </a:t>
            </a:r>
            <a:r>
              <a:rPr lang="en-GB" dirty="0"/>
              <a:t>+(6-9)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d(1,3)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(5-3)</a:t>
            </a:r>
            <a:r>
              <a:rPr lang="en-GB" baseline="30000" dirty="0"/>
              <a:t> 2 </a:t>
            </a:r>
            <a:r>
              <a:rPr lang="en-GB" dirty="0"/>
              <a:t>+(6-4)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d(1,4)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(5-4)</a:t>
            </a:r>
            <a:r>
              <a:rPr lang="en-GB" baseline="30000" dirty="0"/>
              <a:t> 2 </a:t>
            </a:r>
            <a:r>
              <a:rPr lang="en-GB" dirty="0"/>
              <a:t>+(6-8)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5141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E2A6D0A-0682-0490-1917-A6665711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FC78E6F-EA0C-8FA9-66D3-A16BBBBF1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Distance Similarity Matrix</a:t>
            </a:r>
            <a:endParaRPr dirty="0"/>
          </a:p>
        </p:txBody>
      </p:sp>
      <p:graphicFrame>
        <p:nvGraphicFramePr>
          <p:cNvPr id="5" name="Google Shape;102;p19">
            <a:extLst>
              <a:ext uri="{FF2B5EF4-FFF2-40B4-BE49-F238E27FC236}">
                <a16:creationId xmlns:a16="http://schemas.microsoft.com/office/drawing/2014/main" id="{37AD64C7-6D3B-18DB-B132-5BC490B62F48}"/>
              </a:ext>
            </a:extLst>
          </p:cNvPr>
          <p:cNvGraphicFramePr/>
          <p:nvPr/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2722415-5825-0524-257B-205F3C5184D3}"/>
              </a:ext>
            </a:extLst>
          </p:cNvPr>
          <p:cNvGrpSpPr/>
          <p:nvPr/>
        </p:nvGrpSpPr>
        <p:grpSpPr>
          <a:xfrm>
            <a:off x="3777199" y="4865569"/>
            <a:ext cx="298080" cy="233280"/>
            <a:chOff x="3777199" y="4865569"/>
            <a:chExt cx="2980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14:cNvPr>
                <p14:cNvContentPartPr/>
                <p14:nvPr/>
              </p14:nvContentPartPr>
              <p14:xfrm>
                <a:off x="3777199" y="4865569"/>
                <a:ext cx="201240" cy="197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71079" y="4859449"/>
                  <a:ext cx="213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14:cNvPr>
                <p14:cNvContentPartPr/>
                <p14:nvPr/>
              </p14:nvContentPartPr>
              <p14:xfrm>
                <a:off x="3798439" y="4895089"/>
                <a:ext cx="176760" cy="123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92331" y="4888969"/>
                  <a:ext cx="188975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14:cNvPr>
                <p14:cNvContentPartPr/>
                <p14:nvPr/>
              </p14:nvContentPartPr>
              <p14:xfrm>
                <a:off x="4048279" y="4959889"/>
                <a:ext cx="27000" cy="138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42159" y="4953769"/>
                  <a:ext cx="392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94273E-E237-EA69-60B8-AE193B7C81FA}"/>
              </a:ext>
            </a:extLst>
          </p:cNvPr>
          <p:cNvGrpSpPr/>
          <p:nvPr/>
        </p:nvGrpSpPr>
        <p:grpSpPr>
          <a:xfrm>
            <a:off x="22759" y="2559769"/>
            <a:ext cx="342360" cy="293040"/>
            <a:chOff x="22759" y="2559769"/>
            <a:chExt cx="3423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14:cNvPr>
                <p14:cNvContentPartPr/>
                <p14:nvPr/>
              </p14:nvContentPartPr>
              <p14:xfrm>
                <a:off x="22759" y="2559769"/>
                <a:ext cx="167400" cy="253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639" y="2553649"/>
                  <a:ext cx="179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14:cNvPr>
                <p14:cNvContentPartPr/>
                <p14:nvPr/>
              </p14:nvContentPartPr>
              <p14:xfrm>
                <a:off x="57679" y="2591089"/>
                <a:ext cx="170280" cy="218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559" y="2584969"/>
                  <a:ext cx="182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14:cNvPr>
                <p14:cNvContentPartPr/>
                <p14:nvPr/>
              </p14:nvContentPartPr>
              <p14:xfrm>
                <a:off x="227959" y="2701249"/>
                <a:ext cx="137160" cy="151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1839" y="2695129"/>
                  <a:ext cx="1494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9A4D0D-FC70-D3B0-6388-A92CA71F5FA9}"/>
              </a:ext>
            </a:extLst>
          </p:cNvPr>
          <p:cNvGrpSpPr/>
          <p:nvPr/>
        </p:nvGrpSpPr>
        <p:grpSpPr>
          <a:xfrm>
            <a:off x="1527019" y="2777209"/>
            <a:ext cx="1969920" cy="1347480"/>
            <a:chOff x="1527019" y="2777209"/>
            <a:chExt cx="1969920" cy="13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14:cNvPr>
                <p14:cNvContentPartPr/>
                <p14:nvPr/>
              </p14:nvContentPartPr>
              <p14:xfrm>
                <a:off x="3168979" y="2782609"/>
                <a:ext cx="99360" cy="10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62859" y="2776489"/>
                  <a:ext cx="111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14:cNvPr>
                <p14:cNvContentPartPr/>
                <p14:nvPr/>
              </p14:nvContentPartPr>
              <p14:xfrm>
                <a:off x="3177979" y="2782609"/>
                <a:ext cx="84240" cy="95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71859" y="2776489"/>
                  <a:ext cx="96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14:cNvPr>
                <p14:cNvContentPartPr/>
                <p14:nvPr/>
              </p14:nvContentPartPr>
              <p14:xfrm>
                <a:off x="3147739" y="2792689"/>
                <a:ext cx="170640" cy="101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41632" y="2786569"/>
                  <a:ext cx="182854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14:cNvPr>
                <p14:cNvContentPartPr/>
                <p14:nvPr/>
              </p14:nvContentPartPr>
              <p14:xfrm>
                <a:off x="3165739" y="2807809"/>
                <a:ext cx="143640" cy="66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59619" y="2801656"/>
                  <a:ext cx="155880" cy="78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14:cNvPr>
                <p14:cNvContentPartPr/>
                <p14:nvPr/>
              </p14:nvContentPartPr>
              <p14:xfrm>
                <a:off x="3162139" y="2795929"/>
                <a:ext cx="123120" cy="56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56037" y="2789809"/>
                  <a:ext cx="135324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14:cNvPr>
                <p14:cNvContentPartPr/>
                <p14:nvPr/>
              </p14:nvContentPartPr>
              <p14:xfrm>
                <a:off x="3129019" y="2783329"/>
                <a:ext cx="176760" cy="59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22911" y="2777246"/>
                  <a:ext cx="188975" cy="712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14:cNvPr>
                <p14:cNvContentPartPr/>
                <p14:nvPr/>
              </p14:nvContentPartPr>
              <p14:xfrm>
                <a:off x="3179419" y="2777209"/>
                <a:ext cx="78480" cy="7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73299" y="2771089"/>
                  <a:ext cx="90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14:cNvPr>
                <p14:cNvContentPartPr/>
                <p14:nvPr/>
              </p14:nvContentPartPr>
              <p14:xfrm>
                <a:off x="3332059" y="2890249"/>
                <a:ext cx="164880" cy="171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25939" y="2884129"/>
                  <a:ext cx="17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14:cNvPr>
                <p14:cNvContentPartPr/>
                <p14:nvPr/>
              </p14:nvContentPartPr>
              <p14:xfrm>
                <a:off x="2431339" y="3453289"/>
                <a:ext cx="121680" cy="140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25219" y="3447169"/>
                  <a:ext cx="13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14:cNvPr>
                <p14:cNvContentPartPr/>
                <p14:nvPr/>
              </p14:nvContentPartPr>
              <p14:xfrm>
                <a:off x="2485699" y="3486769"/>
                <a:ext cx="58320" cy="93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9579" y="3480625"/>
                  <a:ext cx="70560" cy="1062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14:cNvPr>
                <p14:cNvContentPartPr/>
                <p14:nvPr/>
              </p14:nvContentPartPr>
              <p14:xfrm>
                <a:off x="2496859" y="3463009"/>
                <a:ext cx="47520" cy="88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90692" y="3456889"/>
                  <a:ext cx="59853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14:cNvPr>
                <p14:cNvContentPartPr/>
                <p14:nvPr/>
              </p14:nvContentPartPr>
              <p14:xfrm>
                <a:off x="2437099" y="3515209"/>
                <a:ext cx="117720" cy="16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30979" y="3509089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14:cNvPr>
                <p14:cNvContentPartPr/>
                <p14:nvPr/>
              </p14:nvContentPartPr>
              <p14:xfrm>
                <a:off x="2473819" y="3489289"/>
                <a:ext cx="93960" cy="32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67699" y="3483169"/>
                  <a:ext cx="10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14:cNvPr>
                <p14:cNvContentPartPr/>
                <p14:nvPr/>
              </p14:nvContentPartPr>
              <p14:xfrm>
                <a:off x="2457619" y="3456889"/>
                <a:ext cx="96840" cy="103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51522" y="3450748"/>
                  <a:ext cx="109035" cy="1159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14:cNvPr>
                <p14:cNvContentPartPr/>
                <p14:nvPr/>
              </p14:nvContentPartPr>
              <p14:xfrm>
                <a:off x="2465179" y="3474169"/>
                <a:ext cx="91080" cy="87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59059" y="3468049"/>
                  <a:ext cx="103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14:cNvPr>
                <p14:cNvContentPartPr/>
                <p14:nvPr/>
              </p14:nvContentPartPr>
              <p14:xfrm>
                <a:off x="2445739" y="3497569"/>
                <a:ext cx="133920" cy="44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39619" y="3491449"/>
                  <a:ext cx="146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14:cNvPr>
                <p14:cNvContentPartPr/>
                <p14:nvPr/>
              </p14:nvContentPartPr>
              <p14:xfrm>
                <a:off x="2640139" y="3438169"/>
                <a:ext cx="59040" cy="172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34056" y="3432036"/>
                  <a:ext cx="71206" cy="185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14:cNvPr>
                <p14:cNvContentPartPr/>
                <p14:nvPr/>
              </p14:nvContentPartPr>
              <p14:xfrm>
                <a:off x="2603419" y="3391729"/>
                <a:ext cx="148320" cy="292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97314" y="3385609"/>
                  <a:ext cx="16053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14:cNvPr>
                <p14:cNvContentPartPr/>
                <p14:nvPr/>
              </p14:nvContentPartPr>
              <p14:xfrm>
                <a:off x="1570939" y="3876289"/>
                <a:ext cx="117720" cy="140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64819" y="3870169"/>
                  <a:ext cx="129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14:cNvPr>
                <p14:cNvContentPartPr/>
                <p14:nvPr/>
              </p14:nvContentPartPr>
              <p14:xfrm>
                <a:off x="1601899" y="3855769"/>
                <a:ext cx="105480" cy="200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595779" y="3849660"/>
                  <a:ext cx="117720" cy="212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14:cNvPr>
                <p14:cNvContentPartPr/>
                <p14:nvPr/>
              </p14:nvContentPartPr>
              <p14:xfrm>
                <a:off x="1527019" y="3906169"/>
                <a:ext cx="222480" cy="111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20899" y="3900049"/>
                  <a:ext cx="23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14:cNvPr>
                <p14:cNvContentPartPr/>
                <p14:nvPr/>
              </p14:nvContentPartPr>
              <p14:xfrm>
                <a:off x="1591819" y="3905089"/>
                <a:ext cx="99720" cy="6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85699" y="3898969"/>
                  <a:ext cx="111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14:cNvPr>
                <p14:cNvContentPartPr/>
                <p14:nvPr/>
              </p14:nvContentPartPr>
              <p14:xfrm>
                <a:off x="1556179" y="3892129"/>
                <a:ext cx="160560" cy="79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50059" y="3886037"/>
                  <a:ext cx="172800" cy="917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14:cNvPr>
                <p14:cNvContentPartPr/>
                <p14:nvPr/>
              </p14:nvContentPartPr>
              <p14:xfrm>
                <a:off x="1583899" y="3916249"/>
                <a:ext cx="150120" cy="37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77779" y="3910129"/>
                  <a:ext cx="162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14:cNvPr>
                <p14:cNvContentPartPr/>
                <p14:nvPr/>
              </p14:nvContentPartPr>
              <p14:xfrm>
                <a:off x="1755259" y="3869089"/>
                <a:ext cx="169560" cy="255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749139" y="3862969"/>
                  <a:ext cx="181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14:cNvPr>
                <p14:cNvContentPartPr/>
                <p14:nvPr/>
              </p14:nvContentPartPr>
              <p14:xfrm>
                <a:off x="2127139" y="2995729"/>
                <a:ext cx="128880" cy="153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21019" y="2989623"/>
                  <a:ext cx="141120" cy="165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14:cNvPr>
                <p14:cNvContentPartPr/>
                <p14:nvPr/>
              </p14:nvContentPartPr>
              <p14:xfrm>
                <a:off x="2148019" y="3009769"/>
                <a:ext cx="82440" cy="153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141899" y="3003663"/>
                  <a:ext cx="94680" cy="165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14:cNvPr>
                <p14:cNvContentPartPr/>
                <p14:nvPr/>
              </p14:nvContentPartPr>
              <p14:xfrm>
                <a:off x="2100499" y="3032089"/>
                <a:ext cx="156240" cy="122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94379" y="3025969"/>
                  <a:ext cx="168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14:cNvPr>
                <p14:cNvContentPartPr/>
                <p14:nvPr/>
              </p14:nvContentPartPr>
              <p14:xfrm>
                <a:off x="2120659" y="3038569"/>
                <a:ext cx="88920" cy="67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14539" y="3032416"/>
                  <a:ext cx="101160" cy="79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14:cNvPr>
                <p14:cNvContentPartPr/>
                <p14:nvPr/>
              </p14:nvContentPartPr>
              <p14:xfrm>
                <a:off x="2119219" y="3063409"/>
                <a:ext cx="132480" cy="47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113099" y="3057289"/>
                  <a:ext cx="144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14:cNvPr>
                <p14:cNvContentPartPr/>
                <p14:nvPr/>
              </p14:nvContentPartPr>
              <p14:xfrm>
                <a:off x="2096179" y="3047929"/>
                <a:ext cx="177480" cy="80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90059" y="3041809"/>
                  <a:ext cx="18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14:cNvPr>
                <p14:cNvContentPartPr/>
                <p14:nvPr/>
              </p14:nvContentPartPr>
              <p14:xfrm>
                <a:off x="2338099" y="2957209"/>
                <a:ext cx="151560" cy="208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31979" y="2951089"/>
                  <a:ext cx="16380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4D4152D-AAAA-642C-C817-E58DF62560D1}"/>
              </a:ext>
            </a:extLst>
          </p:cNvPr>
          <p:cNvGrpSpPr/>
          <p:nvPr/>
        </p:nvGrpSpPr>
        <p:grpSpPr>
          <a:xfrm>
            <a:off x="434230" y="2590205"/>
            <a:ext cx="3598334" cy="2209800"/>
            <a:chOff x="4969933" y="948267"/>
            <a:chExt cx="3598334" cy="2209800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D91A2D3-824D-1B57-A7F8-C39492DF29DD}"/>
                </a:ext>
              </a:extLst>
            </p:cNvPr>
            <p:cNvCxnSpPr>
              <a:cxnSpLocks/>
            </p:cNvCxnSpPr>
            <p:nvPr/>
          </p:nvCxnSpPr>
          <p:spPr>
            <a:xfrm>
              <a:off x="4969933" y="948267"/>
              <a:ext cx="0" cy="2209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74A9B13-0857-6F21-646C-F16F3703C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9933" y="3158067"/>
              <a:ext cx="3598334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6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/>
        </p:nvGraphicFramePr>
        <p:xfrm>
          <a:off x="4581089" y="2573688"/>
          <a:ext cx="4137770" cy="161898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627072239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423561470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5.83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2.8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8.6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2.2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6.1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4.1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7" name="TextBox 136">
            <a:extLst>
              <a:ext uri="{FF2B5EF4-FFF2-40B4-BE49-F238E27FC236}">
                <a16:creationId xmlns:a16="http://schemas.microsoft.com/office/drawing/2014/main" id="{541F62D6-2D74-96DA-0492-063C40FE107B}"/>
              </a:ext>
            </a:extLst>
          </p:cNvPr>
          <p:cNvSpPr txBox="1"/>
          <p:nvPr/>
        </p:nvSpPr>
        <p:spPr>
          <a:xfrm>
            <a:off x="4550127" y="817438"/>
            <a:ext cx="8703433" cy="1569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u="sng" dirty="0"/>
              <a:t>Using Euclidean Distance 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d(1,2)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(5-10)</a:t>
            </a:r>
            <a:r>
              <a:rPr lang="en-GB" baseline="30000" dirty="0"/>
              <a:t> 2 </a:t>
            </a:r>
            <a:r>
              <a:rPr lang="en-GB" dirty="0"/>
              <a:t>+(6-9)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d(1,3)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(5-3)</a:t>
            </a:r>
            <a:r>
              <a:rPr lang="en-GB" baseline="30000" dirty="0"/>
              <a:t> 2 </a:t>
            </a:r>
            <a:r>
              <a:rPr lang="en-GB" dirty="0"/>
              <a:t>+(6-4)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d(1,4)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(5-4)</a:t>
            </a:r>
            <a:r>
              <a:rPr lang="en-GB" baseline="30000" dirty="0"/>
              <a:t> 2 </a:t>
            </a:r>
            <a:r>
              <a:rPr lang="en-GB" dirty="0"/>
              <a:t>+(6-8)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  <a:endParaRPr lang="en-GB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9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C928008-E610-3B96-51B0-5F7A5130FD7B}"/>
                  </a:ext>
                </a:extLst>
              </p14:cNvPr>
              <p14:cNvContentPartPr/>
              <p14:nvPr/>
            </p14:nvContentPartPr>
            <p14:xfrm>
              <a:off x="5585760" y="3871080"/>
              <a:ext cx="586080" cy="378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C928008-E610-3B96-51B0-5F7A5130FD7B}"/>
                  </a:ext>
                </a:extLst>
              </p:cNvPr>
              <p:cNvPicPr/>
              <p:nvPr/>
            </p:nvPicPr>
            <p:blipFill>
              <a:blip r:embed="rId80"/>
              <a:stretch>
                <a:fillRect/>
              </a:stretch>
            </p:blipFill>
            <p:spPr>
              <a:xfrm>
                <a:off x="5576400" y="3861720"/>
                <a:ext cx="604800" cy="397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86087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E2A6D0A-0682-0490-1917-A66657115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FC78E6F-EA0C-8FA9-66D3-A16BBBBF12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Distance Similarity Matrix</a:t>
            </a:r>
            <a:endParaRPr dirty="0"/>
          </a:p>
        </p:txBody>
      </p:sp>
      <p:graphicFrame>
        <p:nvGraphicFramePr>
          <p:cNvPr id="5" name="Google Shape;102;p19">
            <a:extLst>
              <a:ext uri="{FF2B5EF4-FFF2-40B4-BE49-F238E27FC236}">
                <a16:creationId xmlns:a16="http://schemas.microsoft.com/office/drawing/2014/main" id="{37AD64C7-6D3B-18DB-B132-5BC490B62F48}"/>
              </a:ext>
            </a:extLst>
          </p:cNvPr>
          <p:cNvGraphicFramePr/>
          <p:nvPr/>
        </p:nvGraphicFramePr>
        <p:xfrm>
          <a:off x="434230" y="1025988"/>
          <a:ext cx="4137769" cy="12954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496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744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X1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X2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10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002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4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D2722415-5825-0524-257B-205F3C5184D3}"/>
              </a:ext>
            </a:extLst>
          </p:cNvPr>
          <p:cNvGrpSpPr/>
          <p:nvPr/>
        </p:nvGrpSpPr>
        <p:grpSpPr>
          <a:xfrm>
            <a:off x="3777199" y="4865569"/>
            <a:ext cx="298080" cy="233280"/>
            <a:chOff x="3777199" y="4865569"/>
            <a:chExt cx="298080" cy="233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14:cNvPr>
                <p14:cNvContentPartPr/>
                <p14:nvPr/>
              </p14:nvContentPartPr>
              <p14:xfrm>
                <a:off x="3777199" y="4865569"/>
                <a:ext cx="201240" cy="197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028558-AC49-4E29-A5BB-022A55DC1E55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771079" y="4859449"/>
                  <a:ext cx="21348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14:cNvPr>
                <p14:cNvContentPartPr/>
                <p14:nvPr/>
              </p14:nvContentPartPr>
              <p14:xfrm>
                <a:off x="3798439" y="4895089"/>
                <a:ext cx="176760" cy="1234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0784DC9B-EAC0-4010-E2B7-99E9E6A5951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792331" y="4888969"/>
                  <a:ext cx="188975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14:cNvPr>
                <p14:cNvContentPartPr/>
                <p14:nvPr/>
              </p14:nvContentPartPr>
              <p14:xfrm>
                <a:off x="4048279" y="4959889"/>
                <a:ext cx="27000" cy="138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DE575FD-5D19-9B57-735F-0B8B11EF683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042159" y="4953769"/>
                  <a:ext cx="39240" cy="15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894273E-E237-EA69-60B8-AE193B7C81FA}"/>
              </a:ext>
            </a:extLst>
          </p:cNvPr>
          <p:cNvGrpSpPr/>
          <p:nvPr/>
        </p:nvGrpSpPr>
        <p:grpSpPr>
          <a:xfrm>
            <a:off x="22759" y="2559769"/>
            <a:ext cx="342360" cy="293040"/>
            <a:chOff x="22759" y="2559769"/>
            <a:chExt cx="34236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14:cNvPr>
                <p14:cNvContentPartPr/>
                <p14:nvPr/>
              </p14:nvContentPartPr>
              <p14:xfrm>
                <a:off x="22759" y="2559769"/>
                <a:ext cx="167400" cy="253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F253BF0-8529-198B-70C6-AA3EFE65875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6639" y="2553649"/>
                  <a:ext cx="17964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14:cNvPr>
                <p14:cNvContentPartPr/>
                <p14:nvPr/>
              </p14:nvContentPartPr>
              <p14:xfrm>
                <a:off x="57679" y="2591089"/>
                <a:ext cx="170280" cy="2185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801E04C-B8E5-F9E9-F42D-23B87C93FDB0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51559" y="2584969"/>
                  <a:ext cx="18252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14:cNvPr>
                <p14:cNvContentPartPr/>
                <p14:nvPr/>
              </p14:nvContentPartPr>
              <p14:xfrm>
                <a:off x="227959" y="2701249"/>
                <a:ext cx="137160" cy="151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10357F1-D0F2-25CE-1470-9D7C179532B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221839" y="2695129"/>
                  <a:ext cx="14940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39A4D0D-FC70-D3B0-6388-A92CA71F5FA9}"/>
              </a:ext>
            </a:extLst>
          </p:cNvPr>
          <p:cNvGrpSpPr/>
          <p:nvPr/>
        </p:nvGrpSpPr>
        <p:grpSpPr>
          <a:xfrm>
            <a:off x="1527019" y="2777209"/>
            <a:ext cx="1969920" cy="1347480"/>
            <a:chOff x="1527019" y="2777209"/>
            <a:chExt cx="1969920" cy="134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14:cNvPr>
                <p14:cNvContentPartPr/>
                <p14:nvPr/>
              </p14:nvContentPartPr>
              <p14:xfrm>
                <a:off x="3168979" y="2782609"/>
                <a:ext cx="99360" cy="1044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4ADE225-88FF-3E5D-FB88-B7779097187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162859" y="2776489"/>
                  <a:ext cx="1116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14:cNvPr>
                <p14:cNvContentPartPr/>
                <p14:nvPr/>
              </p14:nvContentPartPr>
              <p14:xfrm>
                <a:off x="3177979" y="2782609"/>
                <a:ext cx="84240" cy="954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F922363-599E-D395-2CD8-1118D80920C6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71859" y="2776489"/>
                  <a:ext cx="964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14:cNvPr>
                <p14:cNvContentPartPr/>
                <p14:nvPr/>
              </p14:nvContentPartPr>
              <p14:xfrm>
                <a:off x="3147739" y="2792689"/>
                <a:ext cx="170640" cy="101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9F5A197-CAE2-71B5-E15B-CCF78FA8682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141632" y="2786569"/>
                  <a:ext cx="182854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14:cNvPr>
                <p14:cNvContentPartPr/>
                <p14:nvPr/>
              </p14:nvContentPartPr>
              <p14:xfrm>
                <a:off x="3165739" y="2807809"/>
                <a:ext cx="143640" cy="6624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05D9807-7E59-AC2E-37EF-8311AE23431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159619" y="2801656"/>
                  <a:ext cx="155880" cy="785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14:cNvPr>
                <p14:cNvContentPartPr/>
                <p14:nvPr/>
              </p14:nvContentPartPr>
              <p14:xfrm>
                <a:off x="3162139" y="2795929"/>
                <a:ext cx="123120" cy="56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09EE985-29DC-FE8B-11BF-E05237ABFB8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56037" y="2789809"/>
                  <a:ext cx="135324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14:cNvPr>
                <p14:cNvContentPartPr/>
                <p14:nvPr/>
              </p14:nvContentPartPr>
              <p14:xfrm>
                <a:off x="3129019" y="2783329"/>
                <a:ext cx="176760" cy="590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D7A694B-F691-C5CE-9D48-354CB4CDCEB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122911" y="2777246"/>
                  <a:ext cx="188975" cy="7120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14:cNvPr>
                <p14:cNvContentPartPr/>
                <p14:nvPr/>
              </p14:nvContentPartPr>
              <p14:xfrm>
                <a:off x="3179419" y="2777209"/>
                <a:ext cx="78480" cy="712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0F5FA2C-82F9-F45A-074D-21D54BA390C5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173299" y="2771089"/>
                  <a:ext cx="9072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14:cNvPr>
                <p14:cNvContentPartPr/>
                <p14:nvPr/>
              </p14:nvContentPartPr>
              <p14:xfrm>
                <a:off x="3332059" y="2890249"/>
                <a:ext cx="164880" cy="171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6BA97E3-E403-3ADE-2986-1F585F0160F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3325939" y="2884129"/>
                  <a:ext cx="177120" cy="18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14:cNvPr>
                <p14:cNvContentPartPr/>
                <p14:nvPr/>
              </p14:nvContentPartPr>
              <p14:xfrm>
                <a:off x="2431339" y="3453289"/>
                <a:ext cx="121680" cy="1400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80318D2-48CB-010A-426F-A5F8A4704088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425219" y="3447169"/>
                  <a:ext cx="1339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14:cNvPr>
                <p14:cNvContentPartPr/>
                <p14:nvPr/>
              </p14:nvContentPartPr>
              <p14:xfrm>
                <a:off x="2485699" y="3486769"/>
                <a:ext cx="58320" cy="93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4A8A47A-E9C7-3AE1-5E92-D58FABE5890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479579" y="3480625"/>
                  <a:ext cx="70560" cy="10624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14:cNvPr>
                <p14:cNvContentPartPr/>
                <p14:nvPr/>
              </p14:nvContentPartPr>
              <p14:xfrm>
                <a:off x="2496859" y="3463009"/>
                <a:ext cx="47520" cy="88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D5BDDDE-ADBD-34D6-093C-E26D755917B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2490692" y="3456889"/>
                  <a:ext cx="59853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14:cNvPr>
                <p14:cNvContentPartPr/>
                <p14:nvPr/>
              </p14:nvContentPartPr>
              <p14:xfrm>
                <a:off x="2437099" y="3515209"/>
                <a:ext cx="117720" cy="165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11944B8C-16B8-45F8-50C2-44315C403A7C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430979" y="3509089"/>
                  <a:ext cx="1299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14:cNvPr>
                <p14:cNvContentPartPr/>
                <p14:nvPr/>
              </p14:nvContentPartPr>
              <p14:xfrm>
                <a:off x="2473819" y="3489289"/>
                <a:ext cx="93960" cy="324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88F60ADB-7F4F-9CC4-456F-D1719978FC7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467699" y="3483169"/>
                  <a:ext cx="1062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14:cNvPr>
                <p14:cNvContentPartPr/>
                <p14:nvPr/>
              </p14:nvContentPartPr>
              <p14:xfrm>
                <a:off x="2457619" y="3456889"/>
                <a:ext cx="96840" cy="10368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CC0FC550-B456-6ECC-A53E-02E646AB2A07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2451522" y="3450748"/>
                  <a:ext cx="109035" cy="11596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14:cNvPr>
                <p14:cNvContentPartPr/>
                <p14:nvPr/>
              </p14:nvContentPartPr>
              <p14:xfrm>
                <a:off x="2465179" y="3474169"/>
                <a:ext cx="91080" cy="871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7F727DF-D83A-CC9E-63F2-20E7B0ACF7E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2459059" y="3468049"/>
                  <a:ext cx="10332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14:cNvPr>
                <p14:cNvContentPartPr/>
                <p14:nvPr/>
              </p14:nvContentPartPr>
              <p14:xfrm>
                <a:off x="2445739" y="3497569"/>
                <a:ext cx="133920" cy="4428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16CB742-06CF-BA4B-1CEF-0AFF09CB5B7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2439619" y="3491449"/>
                  <a:ext cx="14616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14:cNvPr>
                <p14:cNvContentPartPr/>
                <p14:nvPr/>
              </p14:nvContentPartPr>
              <p14:xfrm>
                <a:off x="2640139" y="3438169"/>
                <a:ext cx="59040" cy="1728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36A8B47-9EAF-B596-50A2-5517A256013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2634056" y="3432036"/>
                  <a:ext cx="71206" cy="18506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14:cNvPr>
                <p14:cNvContentPartPr/>
                <p14:nvPr/>
              </p14:nvContentPartPr>
              <p14:xfrm>
                <a:off x="2603419" y="3391729"/>
                <a:ext cx="148320" cy="29268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5C8BDFF-1908-9C75-6A13-660C9E70C8D3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97314" y="3385609"/>
                  <a:ext cx="16053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14:cNvPr>
                <p14:cNvContentPartPr/>
                <p14:nvPr/>
              </p14:nvContentPartPr>
              <p14:xfrm>
                <a:off x="1570939" y="3876289"/>
                <a:ext cx="117720" cy="140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ACC5BCEA-6DA5-7BFD-FE56-2B473F3FC38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1564819" y="3870169"/>
                  <a:ext cx="12996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14:cNvPr>
                <p14:cNvContentPartPr/>
                <p14:nvPr/>
              </p14:nvContentPartPr>
              <p14:xfrm>
                <a:off x="1601899" y="3855769"/>
                <a:ext cx="105480" cy="2001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9A52679-1BE2-510E-3383-547141E0493D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595779" y="3849660"/>
                  <a:ext cx="117720" cy="21237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14:cNvPr>
                <p14:cNvContentPartPr/>
                <p14:nvPr/>
              </p14:nvContentPartPr>
              <p14:xfrm>
                <a:off x="1527019" y="3906169"/>
                <a:ext cx="222480" cy="1116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1DD758DC-68F9-8156-EFE0-C7C0A3D25558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520899" y="3900049"/>
                  <a:ext cx="23472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14:cNvPr>
                <p14:cNvContentPartPr/>
                <p14:nvPr/>
              </p14:nvContentPartPr>
              <p14:xfrm>
                <a:off x="1591819" y="3905089"/>
                <a:ext cx="99720" cy="619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ABA19DD-E585-CA65-B834-945A9ACE64B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85699" y="3898969"/>
                  <a:ext cx="11196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14:cNvPr>
                <p14:cNvContentPartPr/>
                <p14:nvPr/>
              </p14:nvContentPartPr>
              <p14:xfrm>
                <a:off x="1556179" y="3892129"/>
                <a:ext cx="160560" cy="795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B091C6F-9F03-D52E-7BBE-5381B3461BE8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1550059" y="3886037"/>
                  <a:ext cx="172800" cy="9174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14:cNvPr>
                <p14:cNvContentPartPr/>
                <p14:nvPr/>
              </p14:nvContentPartPr>
              <p14:xfrm>
                <a:off x="1583899" y="3916249"/>
                <a:ext cx="150120" cy="370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39F875-17B3-4D40-7704-5CEA34D625A1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577779" y="3910129"/>
                  <a:ext cx="162360" cy="4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14:cNvPr>
                <p14:cNvContentPartPr/>
                <p14:nvPr/>
              </p14:nvContentPartPr>
              <p14:xfrm>
                <a:off x="1755259" y="3869089"/>
                <a:ext cx="169560" cy="25560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B1CA1770-00E9-C032-5A2F-EFA79456342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749139" y="3862969"/>
                  <a:ext cx="18180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14:cNvPr>
                <p14:cNvContentPartPr/>
                <p14:nvPr/>
              </p14:nvContentPartPr>
              <p14:xfrm>
                <a:off x="2127139" y="2995729"/>
                <a:ext cx="128880" cy="1537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9BE48AF-7D8A-93FB-D571-E1A51977A2C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2121019" y="2989623"/>
                  <a:ext cx="141120" cy="16593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14:cNvPr>
                <p14:cNvContentPartPr/>
                <p14:nvPr/>
              </p14:nvContentPartPr>
              <p14:xfrm>
                <a:off x="2148019" y="3009769"/>
                <a:ext cx="82440" cy="15336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805B925-9C48-36F0-96AB-46A36BA285A6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2141899" y="3003663"/>
                  <a:ext cx="94680" cy="1655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14:cNvPr>
                <p14:cNvContentPartPr/>
                <p14:nvPr/>
              </p14:nvContentPartPr>
              <p14:xfrm>
                <a:off x="2100499" y="3032089"/>
                <a:ext cx="156240" cy="12240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108A817-C572-395E-F005-13914E23F221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2094379" y="3025969"/>
                  <a:ext cx="168480" cy="1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14:cNvPr>
                <p14:cNvContentPartPr/>
                <p14:nvPr/>
              </p14:nvContentPartPr>
              <p14:xfrm>
                <a:off x="2120659" y="3038569"/>
                <a:ext cx="88920" cy="676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BFCE546-176C-16F6-5C66-A6BD0457D32B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2114539" y="3032416"/>
                  <a:ext cx="101160" cy="7998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14:cNvPr>
                <p14:cNvContentPartPr/>
                <p14:nvPr/>
              </p14:nvContentPartPr>
              <p14:xfrm>
                <a:off x="2119219" y="3063409"/>
                <a:ext cx="132480" cy="47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84D24A8-0528-E2C7-E9A1-49FC4AA66EEB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2113099" y="3057289"/>
                  <a:ext cx="14472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14:cNvPr>
                <p14:cNvContentPartPr/>
                <p14:nvPr/>
              </p14:nvContentPartPr>
              <p14:xfrm>
                <a:off x="2096179" y="3047929"/>
                <a:ext cx="177480" cy="802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62B17D1E-B5B9-51D2-25FF-87A40ACC84A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2090059" y="3041809"/>
                  <a:ext cx="18972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14:cNvPr>
                <p14:cNvContentPartPr/>
                <p14:nvPr/>
              </p14:nvContentPartPr>
              <p14:xfrm>
                <a:off x="2338099" y="2957209"/>
                <a:ext cx="151560" cy="208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068A3FD-0EC8-A2B5-D9AF-78007E100854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2331979" y="2951089"/>
                  <a:ext cx="163800" cy="22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C4D4152D-AAAA-642C-C817-E58DF62560D1}"/>
              </a:ext>
            </a:extLst>
          </p:cNvPr>
          <p:cNvGrpSpPr/>
          <p:nvPr/>
        </p:nvGrpSpPr>
        <p:grpSpPr>
          <a:xfrm>
            <a:off x="434230" y="2590205"/>
            <a:ext cx="3598334" cy="2209800"/>
            <a:chOff x="4969933" y="948267"/>
            <a:chExt cx="3598334" cy="2209800"/>
          </a:xfrm>
        </p:grpSpPr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BD91A2D3-824D-1B57-A7F8-C39492DF29DD}"/>
                </a:ext>
              </a:extLst>
            </p:cNvPr>
            <p:cNvCxnSpPr>
              <a:cxnSpLocks/>
            </p:cNvCxnSpPr>
            <p:nvPr/>
          </p:nvCxnSpPr>
          <p:spPr>
            <a:xfrm>
              <a:off x="4969933" y="948267"/>
              <a:ext cx="0" cy="220980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74A9B13-0857-6F21-646C-F16F3703CC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9933" y="3158067"/>
              <a:ext cx="3598334" cy="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36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3640266"/>
              </p:ext>
            </p:extLst>
          </p:nvPr>
        </p:nvGraphicFramePr>
        <p:xfrm>
          <a:off x="4581089" y="2406903"/>
          <a:ext cx="3331644" cy="129518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627072239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5.9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3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3.35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8.6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7" name="TextBox 136">
            <a:extLst>
              <a:ext uri="{FF2B5EF4-FFF2-40B4-BE49-F238E27FC236}">
                <a16:creationId xmlns:a16="http://schemas.microsoft.com/office/drawing/2014/main" id="{541F62D6-2D74-96DA-0492-063C40FE107B}"/>
              </a:ext>
            </a:extLst>
          </p:cNvPr>
          <p:cNvSpPr txBox="1"/>
          <p:nvPr/>
        </p:nvSpPr>
        <p:spPr>
          <a:xfrm>
            <a:off x="4550127" y="817438"/>
            <a:ext cx="8703433" cy="1292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42900" indent="-342900">
              <a:lnSpc>
                <a:spcPct val="150000"/>
              </a:lnSpc>
              <a:buClr>
                <a:schemeClr val="bg1">
                  <a:lumMod val="65000"/>
                </a:schemeClr>
              </a:buClr>
              <a:buSzPts val="1300"/>
              <a:buFont typeface="+mj-lt"/>
              <a:buAutoNum type="arabicPeriod"/>
              <a:defRPr sz="1800">
                <a:solidFill>
                  <a:schemeClr val="bg1">
                    <a:lumMod val="50000"/>
                  </a:schemeClr>
                </a:solidFill>
                <a:ea typeface="Lato"/>
                <a:sym typeface="Lato"/>
              </a:defRPr>
            </a:lvl1pPr>
            <a:lvl2pPr marL="914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indent="-298450">
              <a:lnSpc>
                <a:spcPct val="115000"/>
              </a:lnSpc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GB" u="sng" dirty="0"/>
              <a:t>Using Centroid Linkage</a:t>
            </a:r>
          </a:p>
          <a:p>
            <a:pPr marL="0" indent="0">
              <a:lnSpc>
                <a:spcPct val="100000"/>
              </a:lnSpc>
              <a:buNone/>
            </a:pPr>
            <a:endParaRPr lang="en-GB" dirty="0"/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Centre (4,1) = [(5+4)/2, (6+8)/2)] = (4.5,7)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GB" dirty="0"/>
              <a:t>d</a:t>
            </a:r>
            <a:r>
              <a:rPr lang="en-GB" b="1" dirty="0"/>
              <a:t>(</a:t>
            </a:r>
            <a:r>
              <a:rPr lang="en-GB" dirty="0"/>
              <a:t>(4,1),2</a:t>
            </a:r>
            <a:r>
              <a:rPr lang="en-GB" b="1" dirty="0"/>
              <a:t>)</a:t>
            </a:r>
            <a:r>
              <a:rPr lang="en-GB" dirty="0"/>
              <a:t> = </a:t>
            </a:r>
            <a:r>
              <a:rPr lang="en-GB" b="1" dirty="0">
                <a:solidFill>
                  <a:schemeClr val="tx1"/>
                </a:solidFill>
              </a:rPr>
              <a:t>[</a:t>
            </a:r>
            <a:r>
              <a:rPr lang="en-GB" dirty="0"/>
              <a:t>(5-10)</a:t>
            </a:r>
            <a:r>
              <a:rPr lang="en-GB" baseline="30000" dirty="0"/>
              <a:t> 2 </a:t>
            </a:r>
            <a:r>
              <a:rPr lang="en-GB" dirty="0"/>
              <a:t>+(6-9)</a:t>
            </a:r>
            <a:r>
              <a:rPr lang="en-GB" baseline="30000" dirty="0"/>
              <a:t>2</a:t>
            </a:r>
            <a:r>
              <a:rPr lang="en-GB" b="1" dirty="0">
                <a:solidFill>
                  <a:schemeClr val="tx1"/>
                </a:solidFill>
              </a:rPr>
              <a:t>]</a:t>
            </a:r>
            <a:r>
              <a:rPr lang="en-GB" baseline="30000" dirty="0"/>
              <a:t>1/2 </a:t>
            </a:r>
          </a:p>
        </p:txBody>
      </p:sp>
      <p:graphicFrame>
        <p:nvGraphicFramePr>
          <p:cNvPr id="3" name="Google Shape;102;p19">
            <a:extLst>
              <a:ext uri="{FF2B5EF4-FFF2-40B4-BE49-F238E27FC236}">
                <a16:creationId xmlns:a16="http://schemas.microsoft.com/office/drawing/2014/main" id="{8215BEA7-E6C6-B4F3-F45C-BF2AF5AB52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8958242"/>
              </p:ext>
            </p:extLst>
          </p:nvPr>
        </p:nvGraphicFramePr>
        <p:xfrm>
          <a:off x="4581089" y="4017049"/>
          <a:ext cx="2525518" cy="97139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9132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6126">
                  <a:extLst>
                    <a:ext uri="{9D8B030D-6E8A-4147-A177-3AD203B41FA5}">
                      <a16:colId xmlns:a16="http://schemas.microsoft.com/office/drawing/2014/main" val="117677814"/>
                    </a:ext>
                  </a:extLst>
                </a:gridCol>
              </a:tblGrid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ID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4,1,3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b="1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 dirty="0">
                          <a:solidFill>
                            <a:schemeClr val="bg2"/>
                          </a:solidFill>
                        </a:rPr>
                        <a:t>4,1,3</a:t>
                      </a: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797"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chemeClr val="bg2"/>
                          </a:solidFill>
                        </a:rPr>
                        <a:t>2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7.5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1pPr>
                      <a:lvl2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2pPr>
                      <a:lvl3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3pPr>
                      <a:lvl4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4pPr>
                      <a:lvl5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5pPr>
                      <a:lvl6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6pPr>
                      <a:lvl7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7pPr>
                      <a:lvl8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8pPr>
                      <a:lvl9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defRPr sz="1400" b="0" i="0" u="none" strike="noStrike" cap="none">
                          <a:solidFill>
                            <a:schemeClr val="tx1"/>
                          </a:solidFill>
                          <a:latin typeface="Arial"/>
                          <a:sym typeface="Arial"/>
                        </a:defRPr>
                      </a:lvl9pPr>
                    </a:lstStyle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bg2"/>
                          </a:solidFill>
                        </a:rPr>
                        <a:t>0</a:t>
                      </a:r>
                      <a:endParaRPr sz="1100" dirty="0">
                        <a:solidFill>
                          <a:schemeClr val="bg2"/>
                        </a:solidFill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7454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333978E-9030-3AE4-A7E5-E0D0DB402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2B9FF9DC-BBD4-CAA7-3485-2BA7DC11E4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Linkage Criteria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0E7E92F-0E7C-AF82-701B-91F2826C1B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69894"/>
            <a:ext cx="7431316" cy="356669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1600" dirty="0"/>
              <a:t>Many variants to defining closest pair of clusters</a:t>
            </a:r>
          </a:p>
          <a:p>
            <a:pPr eaLnBrk="1" hangingPunct="1"/>
            <a:r>
              <a:rPr lang="en-US" altLang="en-US" sz="1600" b="1" dirty="0">
                <a:sym typeface="Symbol" panose="05050102010706020507" pitchFamily="18" charset="2"/>
              </a:rPr>
              <a:t>Single-link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Similarity of the </a:t>
            </a:r>
            <a:r>
              <a:rPr lang="en-US" altLang="en-US" sz="1400" i="1" dirty="0">
                <a:sym typeface="Symbol" panose="05050102010706020507" pitchFamily="18" charset="2"/>
              </a:rPr>
              <a:t>most</a:t>
            </a:r>
            <a:r>
              <a:rPr lang="en-US" altLang="en-US" sz="1400" dirty="0">
                <a:sym typeface="Symbol" panose="05050102010706020507" pitchFamily="18" charset="2"/>
              </a:rPr>
              <a:t> cosine-similar (single-link)</a:t>
            </a:r>
          </a:p>
          <a:p>
            <a:pPr eaLnBrk="1" hangingPunct="1"/>
            <a:r>
              <a:rPr lang="en-US" altLang="en-US" sz="1600" b="1" dirty="0">
                <a:sym typeface="Symbol" panose="05050102010706020507" pitchFamily="18" charset="2"/>
              </a:rPr>
              <a:t>Complete-link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Similarity of the “furthest” points, the </a:t>
            </a:r>
            <a:r>
              <a:rPr lang="en-US" altLang="en-US" sz="1400" i="1" dirty="0">
                <a:sym typeface="Symbol" panose="05050102010706020507" pitchFamily="18" charset="2"/>
              </a:rPr>
              <a:t>least</a:t>
            </a:r>
            <a:r>
              <a:rPr lang="en-US" altLang="en-US" sz="1400" dirty="0">
                <a:sym typeface="Symbol" panose="05050102010706020507" pitchFamily="18" charset="2"/>
              </a:rPr>
              <a:t> cosine-similar</a:t>
            </a:r>
            <a:endParaRPr lang="en-US" altLang="en-US" sz="1400" dirty="0"/>
          </a:p>
          <a:p>
            <a:pPr eaLnBrk="1" hangingPunct="1"/>
            <a:r>
              <a:rPr lang="en-US" altLang="en-US" sz="1600" b="1" dirty="0"/>
              <a:t>Centroid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Clusters whose centroids (centers of gravity) are the most cosine-similar</a:t>
            </a:r>
          </a:p>
          <a:p>
            <a:pPr eaLnBrk="1" hangingPunct="1"/>
            <a:r>
              <a:rPr lang="en-US" altLang="en-US" sz="1600" b="1" dirty="0">
                <a:sym typeface="Symbol" panose="05050102010706020507" pitchFamily="18" charset="2"/>
              </a:rPr>
              <a:t>Average-link</a:t>
            </a:r>
          </a:p>
          <a:p>
            <a:pPr lvl="1" eaLnBrk="1" hangingPunct="1"/>
            <a:r>
              <a:rPr lang="en-US" altLang="en-US" sz="1400" dirty="0">
                <a:sym typeface="Symbol" panose="05050102010706020507" pitchFamily="18" charset="2"/>
              </a:rPr>
              <a:t>Average cosine between pairs of elements</a:t>
            </a:r>
          </a:p>
        </p:txBody>
      </p:sp>
    </p:spTree>
    <p:extLst>
      <p:ext uri="{BB962C8B-B14F-4D97-AF65-F5344CB8AC3E}">
        <p14:creationId xmlns:p14="http://schemas.microsoft.com/office/powerpoint/2010/main" val="4272252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856780D-ADEE-057D-6138-CE5925635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FF58521-893A-95F2-73EC-9C86833C07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Single Linkage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C80FDF93-F8B6-B606-803B-DC32107C3D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31570"/>
            <a:ext cx="4017717" cy="2880360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Use maximum similarity of pairs:</a:t>
            </a:r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Can result in “straggly” (long and thin) clusters due to chaining effect.</a:t>
            </a:r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After merging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i</a:t>
            </a:r>
            <a:r>
              <a:rPr lang="en-US" altLang="en-US" sz="1600" dirty="0"/>
              <a:t> and </a:t>
            </a:r>
            <a:r>
              <a:rPr lang="en-US" altLang="en-US" sz="1600" i="1" dirty="0" err="1"/>
              <a:t>c</a:t>
            </a:r>
            <a:r>
              <a:rPr lang="en-US" altLang="en-US" sz="1600" i="1" baseline="-25000" dirty="0" err="1"/>
              <a:t>j</a:t>
            </a:r>
            <a:r>
              <a:rPr lang="en-US" altLang="en-US" sz="1600" dirty="0"/>
              <a:t>, the similarity of the resulting cluster to another cluster,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k</a:t>
            </a:r>
            <a:r>
              <a:rPr lang="en-US" altLang="en-US" sz="1600" dirty="0"/>
              <a:t>, is:</a:t>
            </a:r>
          </a:p>
          <a:p>
            <a:pPr lvl="1" eaLnBrk="1" hangingPunct="1">
              <a:spcBef>
                <a:spcPts val="600"/>
              </a:spcBef>
            </a:pPr>
            <a:endParaRPr lang="en-US" altLang="en-US" sz="1400" dirty="0"/>
          </a:p>
        </p:txBody>
      </p:sp>
      <p:graphicFrame>
        <p:nvGraphicFramePr>
          <p:cNvPr id="4" name="Object 2">
            <a:extLst>
              <a:ext uri="{FF2B5EF4-FFF2-40B4-BE49-F238E27FC236}">
                <a16:creationId xmlns:a16="http://schemas.microsoft.com/office/drawing/2014/main" id="{01B8C561-C012-3B54-37E4-5DFB92500F6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4399392"/>
              </p:ext>
            </p:extLst>
          </p:nvPr>
        </p:nvGraphicFramePr>
        <p:xfrm>
          <a:off x="823957" y="1700016"/>
          <a:ext cx="3310127" cy="5995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52480" imgH="317160" progId="Equation.3">
                  <p:embed/>
                </p:oleObj>
              </mc:Choice>
              <mc:Fallback>
                <p:oleObj name="Equation" r:id="rId3" imgW="1752480" imgH="317160" progId="Equation.3">
                  <p:embed/>
                  <p:pic>
                    <p:nvPicPr>
                      <p:cNvPr id="4" name="Object 2">
                        <a:extLst>
                          <a:ext uri="{FF2B5EF4-FFF2-40B4-BE49-F238E27FC236}">
                            <a16:creationId xmlns:a16="http://schemas.microsoft.com/office/drawing/2014/main" id="{01B8C561-C012-3B54-37E4-5DFB92500F6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3957" y="1700016"/>
                        <a:ext cx="3310127" cy="5995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>
            <a:extLst>
              <a:ext uri="{FF2B5EF4-FFF2-40B4-BE49-F238E27FC236}">
                <a16:creationId xmlns:a16="http://schemas.microsoft.com/office/drawing/2014/main" id="{80778B93-87F5-D02B-B907-F9065DE2F9D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9807119"/>
              </p:ext>
            </p:extLst>
          </p:nvPr>
        </p:nvGraphicFramePr>
        <p:xfrm>
          <a:off x="661416" y="4117512"/>
          <a:ext cx="3554964" cy="298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82880" imgH="241200" progId="Equation.3">
                  <p:embed/>
                </p:oleObj>
              </mc:Choice>
              <mc:Fallback>
                <p:oleObj name="Equation" r:id="rId5" imgW="2882880" imgH="241200" progId="Equation.3">
                  <p:embed/>
                  <p:pic>
                    <p:nvPicPr>
                      <p:cNvPr id="5" name="Object 3">
                        <a:extLst>
                          <a:ext uri="{FF2B5EF4-FFF2-40B4-BE49-F238E27FC236}">
                            <a16:creationId xmlns:a16="http://schemas.microsoft.com/office/drawing/2014/main" id="{80778B93-87F5-D02B-B907-F9065DE2F9D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416" y="4117512"/>
                        <a:ext cx="3554964" cy="298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">
            <a:extLst>
              <a:ext uri="{FF2B5EF4-FFF2-40B4-BE49-F238E27FC236}">
                <a16:creationId xmlns:a16="http://schemas.microsoft.com/office/drawing/2014/main" id="{A283BCFC-3C6D-0E4B-F1EA-0DAF4CD8FAE7}"/>
              </a:ext>
            </a:extLst>
          </p:cNvPr>
          <p:cNvGrpSpPr>
            <a:grpSpLocks/>
          </p:cNvGrpSpPr>
          <p:nvPr/>
        </p:nvGrpSpPr>
        <p:grpSpPr bwMode="auto">
          <a:xfrm>
            <a:off x="4559744" y="1134755"/>
            <a:ext cx="3922840" cy="3485612"/>
            <a:chOff x="623" y="1104"/>
            <a:chExt cx="4632" cy="2549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C7C62DB-2E7A-6606-3336-387056E9655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104"/>
              <a:ext cx="0" cy="2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28201CD5-59D3-3470-B33D-0B2264835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3653"/>
              <a:ext cx="4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sp>
        <p:nvSpPr>
          <p:cNvPr id="9" name="Oval 6">
            <a:extLst>
              <a:ext uri="{FF2B5EF4-FFF2-40B4-BE49-F238E27FC236}">
                <a16:creationId xmlns:a16="http://schemas.microsoft.com/office/drawing/2014/main" id="{5E10028F-09E5-9453-EFED-97DF249DD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6990" y="19639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0F28F0E4-219F-4CBE-EB57-DDCF1D35E9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190" y="19639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92969F94-2429-9D70-99BC-B7FCE2478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6990" y="34117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8F8C3BC5-DA50-7730-810A-455FD5A623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5190" y="341174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1051AD36-AAC5-0010-8E02-EED5499E7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9385" y="195041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B817292B-923C-B2F3-37CB-A18DF4EAF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7585" y="1950412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A37FD189-2442-AC90-E050-F529A16FA0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738" y="3377279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E0607348-E5BC-7B28-8A37-C706C2ECF3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7938" y="3377279"/>
            <a:ext cx="60332" cy="6892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63C74C26-EF26-9E46-F8CA-8C37157BB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910" y="1673224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3E370600-6BAE-D68F-472C-CF32622462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4680" y="3086561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2CC2D486-B536-6B9B-F047-26BF619992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5305" y="1659694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022E2F1B-0029-CCD0-5B83-AAC1E62D20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32910" y="3121024"/>
            <a:ext cx="1232326" cy="63354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D2E453AE-22A1-AC99-D9A3-B79C02A480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0725" y="1527845"/>
            <a:ext cx="3327282" cy="915116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482EBBB8-E19F-4267-45F2-33D836A03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4525" y="2975645"/>
            <a:ext cx="3327282" cy="915116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23" name="Oval 20">
            <a:extLst>
              <a:ext uri="{FF2B5EF4-FFF2-40B4-BE49-F238E27FC236}">
                <a16:creationId xmlns:a16="http://schemas.microsoft.com/office/drawing/2014/main" id="{F6722510-8230-6858-AA28-6F575B895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962" y="1032825"/>
            <a:ext cx="4008460" cy="3327634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61CC4A5-E531-C044-9316-F9E9D1D7DD01}"/>
                  </a:ext>
                </a:extLst>
              </p14:cNvPr>
              <p14:cNvContentPartPr/>
              <p14:nvPr/>
            </p14:nvContentPartPr>
            <p14:xfrm>
              <a:off x="5343120" y="1963080"/>
              <a:ext cx="2684880" cy="738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61CC4A5-E531-C044-9316-F9E9D1D7DD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33760" y="1953720"/>
                <a:ext cx="2703600" cy="92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8813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AB6A5C6-BCFF-508C-D2BB-3E4732E55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72A61D6-84D3-C8BA-B831-91E0C4A632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Complete Linkage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D4C4080-797B-F7C9-2BA4-60FC69A108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31570"/>
            <a:ext cx="4135266" cy="2880360"/>
          </a:xfrm>
        </p:spPr>
        <p:txBody>
          <a:bodyPr>
            <a:normAutofit/>
          </a:bodyPr>
          <a:lstStyle/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Use minimum similarity of pairs:</a:t>
            </a:r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r>
              <a:rPr lang="en-GB" altLang="en-US" sz="1600" dirty="0"/>
              <a:t>Makes “tighter,” spherical clusters that are typically preferable.</a:t>
            </a:r>
            <a:endParaRPr lang="en-US" altLang="en-US" sz="1600" dirty="0"/>
          </a:p>
          <a:p>
            <a:pPr eaLnBrk="1" hangingPunct="1">
              <a:spcBef>
                <a:spcPts val="600"/>
              </a:spcBef>
            </a:pPr>
            <a:r>
              <a:rPr lang="en-US" altLang="en-US" sz="1600" dirty="0"/>
              <a:t>After merging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i</a:t>
            </a:r>
            <a:r>
              <a:rPr lang="en-US" altLang="en-US" sz="1600" dirty="0"/>
              <a:t> and </a:t>
            </a:r>
            <a:r>
              <a:rPr lang="en-US" altLang="en-US" sz="1600" i="1" dirty="0" err="1"/>
              <a:t>c</a:t>
            </a:r>
            <a:r>
              <a:rPr lang="en-US" altLang="en-US" sz="1600" i="1" baseline="-25000" dirty="0" err="1"/>
              <a:t>j</a:t>
            </a:r>
            <a:r>
              <a:rPr lang="en-US" altLang="en-US" sz="1600" dirty="0"/>
              <a:t>, the similarity of the resulting cluster to another cluster, </a:t>
            </a:r>
            <a:r>
              <a:rPr lang="en-US" altLang="en-US" sz="1600" i="1" dirty="0"/>
              <a:t>c</a:t>
            </a:r>
            <a:r>
              <a:rPr lang="en-US" altLang="en-US" sz="1600" i="1" baseline="-25000" dirty="0"/>
              <a:t>k</a:t>
            </a:r>
            <a:r>
              <a:rPr lang="en-US" altLang="en-US" sz="1600" dirty="0"/>
              <a:t>, is:</a:t>
            </a:r>
          </a:p>
          <a:p>
            <a:pPr lvl="1" eaLnBrk="1" hangingPunct="1">
              <a:spcBef>
                <a:spcPts val="600"/>
              </a:spcBef>
            </a:pPr>
            <a:endParaRPr lang="en-US" altLang="en-US" sz="1400" dirty="0"/>
          </a:p>
        </p:txBody>
      </p:sp>
      <p:grpSp>
        <p:nvGrpSpPr>
          <p:cNvPr id="6" name="Group 3">
            <a:extLst>
              <a:ext uri="{FF2B5EF4-FFF2-40B4-BE49-F238E27FC236}">
                <a16:creationId xmlns:a16="http://schemas.microsoft.com/office/drawing/2014/main" id="{2390A87D-974D-6E93-FB0D-A6DC0B5348E7}"/>
              </a:ext>
            </a:extLst>
          </p:cNvPr>
          <p:cNvGrpSpPr>
            <a:grpSpLocks/>
          </p:cNvGrpSpPr>
          <p:nvPr/>
        </p:nvGrpSpPr>
        <p:grpSpPr bwMode="auto">
          <a:xfrm>
            <a:off x="4686702" y="1095403"/>
            <a:ext cx="4281567" cy="3659477"/>
            <a:chOff x="623" y="1104"/>
            <a:chExt cx="4632" cy="2549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A2A258F5-9055-9094-95E0-8513EFCCAEA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" y="1104"/>
              <a:ext cx="0" cy="25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2B26C848-ECD8-FA63-A19A-5E0F02B924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" y="3653"/>
              <a:ext cx="463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endParaRPr lang="en-GB"/>
            </a:p>
          </p:txBody>
        </p:sp>
      </p:grpSp>
      <p:graphicFrame>
        <p:nvGraphicFramePr>
          <p:cNvPr id="24" name="Object 3">
            <a:extLst>
              <a:ext uri="{FF2B5EF4-FFF2-40B4-BE49-F238E27FC236}">
                <a16:creationId xmlns:a16="http://schemas.microsoft.com/office/drawing/2014/main" id="{97506092-A2D0-D761-4AC2-50328B11FB2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369713"/>
              </p:ext>
            </p:extLst>
          </p:nvPr>
        </p:nvGraphicFramePr>
        <p:xfrm>
          <a:off x="666766" y="3953834"/>
          <a:ext cx="3946956" cy="333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857320" imgH="241200" progId="Equation.3">
                  <p:embed/>
                </p:oleObj>
              </mc:Choice>
              <mc:Fallback>
                <p:oleObj name="Equation" r:id="rId3" imgW="2857320" imgH="241200" progId="Equation.3">
                  <p:embed/>
                  <p:pic>
                    <p:nvPicPr>
                      <p:cNvPr id="24" name="Object 3">
                        <a:extLst>
                          <a:ext uri="{FF2B5EF4-FFF2-40B4-BE49-F238E27FC236}">
                            <a16:creationId xmlns:a16="http://schemas.microsoft.com/office/drawing/2014/main" id="{97506092-A2D0-D761-4AC2-50328B11FB2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66" y="3953834"/>
                        <a:ext cx="3946956" cy="33392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2">
            <a:extLst>
              <a:ext uri="{FF2B5EF4-FFF2-40B4-BE49-F238E27FC236}">
                <a16:creationId xmlns:a16="http://schemas.microsoft.com/office/drawing/2014/main" id="{733DE1EC-D180-8BF8-BF3C-66B07EB45A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1965048"/>
              </p:ext>
            </p:extLst>
          </p:nvPr>
        </p:nvGraphicFramePr>
        <p:xfrm>
          <a:off x="776288" y="1651989"/>
          <a:ext cx="3511296" cy="6107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52480" imgH="304560" progId="Equation.3">
                  <p:embed/>
                </p:oleObj>
              </mc:Choice>
              <mc:Fallback>
                <p:oleObj name="Equation" r:id="rId5" imgW="1752480" imgH="304560" progId="Equation.3">
                  <p:embed/>
                  <p:pic>
                    <p:nvPicPr>
                      <p:cNvPr id="25" name="Object 2">
                        <a:extLst>
                          <a:ext uri="{FF2B5EF4-FFF2-40B4-BE49-F238E27FC236}">
                            <a16:creationId xmlns:a16="http://schemas.microsoft.com/office/drawing/2014/main" id="{733DE1EC-D180-8BF8-BF3C-66B07EB45AA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288" y="1651989"/>
                        <a:ext cx="3511296" cy="6107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Oval 6">
            <a:extLst>
              <a:ext uri="{FF2B5EF4-FFF2-40B4-BE49-F238E27FC236}">
                <a16:creationId xmlns:a16="http://schemas.microsoft.com/office/drawing/2014/main" id="{508F2179-8786-D3E4-CD39-66ADCC8B32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66" y="4470048"/>
            <a:ext cx="505968" cy="371855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1400" i="1">
                <a:solidFill>
                  <a:schemeClr val="bg2"/>
                </a:solidFill>
              </a:rPr>
              <a:t>C</a:t>
            </a:r>
            <a:r>
              <a:rPr lang="en-US" altLang="en-US" sz="1400" i="1" baseline="-25000">
                <a:solidFill>
                  <a:schemeClr val="bg2"/>
                </a:solidFill>
              </a:rPr>
              <a:t>i</a:t>
            </a:r>
          </a:p>
        </p:txBody>
      </p:sp>
      <p:sp>
        <p:nvSpPr>
          <p:cNvPr id="32" name="Oval 7">
            <a:extLst>
              <a:ext uri="{FF2B5EF4-FFF2-40B4-BE49-F238E27FC236}">
                <a16:creationId xmlns:a16="http://schemas.microsoft.com/office/drawing/2014/main" id="{45DBEC5A-4F01-A5C1-CFFA-6D4821112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8598" y="4466784"/>
            <a:ext cx="505968" cy="371855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1400" i="1" dirty="0" err="1">
                <a:solidFill>
                  <a:schemeClr val="bg2"/>
                </a:solidFill>
              </a:rPr>
              <a:t>C</a:t>
            </a:r>
            <a:r>
              <a:rPr lang="en-US" altLang="en-US" sz="1400" i="1" baseline="-25000" dirty="0" err="1">
                <a:solidFill>
                  <a:schemeClr val="bg2"/>
                </a:solidFill>
              </a:rPr>
              <a:t>j</a:t>
            </a:r>
            <a:endParaRPr lang="en-US" altLang="en-US" sz="1400" i="1" baseline="-25000" dirty="0">
              <a:solidFill>
                <a:schemeClr val="bg2"/>
              </a:solidFill>
            </a:endParaRPr>
          </a:p>
        </p:txBody>
      </p:sp>
      <p:sp>
        <p:nvSpPr>
          <p:cNvPr id="33" name="Oval 8">
            <a:extLst>
              <a:ext uri="{FF2B5EF4-FFF2-40B4-BE49-F238E27FC236}">
                <a16:creationId xmlns:a16="http://schemas.microsoft.com/office/drawing/2014/main" id="{4179E3DC-A7EA-E770-EFCD-54427C0438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6887" y="4464863"/>
            <a:ext cx="505968" cy="371855"/>
          </a:xfrm>
          <a:prstGeom prst="ellipse">
            <a:avLst/>
          </a:prstGeom>
          <a:solidFill>
            <a:srgbClr val="FF0000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1400" i="1" dirty="0">
                <a:solidFill>
                  <a:schemeClr val="bg2"/>
                </a:solidFill>
              </a:rPr>
              <a:t>C</a:t>
            </a:r>
            <a:r>
              <a:rPr lang="en-US" altLang="en-US" sz="1400" i="1" baseline="-25000" dirty="0">
                <a:solidFill>
                  <a:schemeClr val="bg2"/>
                </a:solidFill>
              </a:rPr>
              <a:t>k</a:t>
            </a:r>
          </a:p>
        </p:txBody>
      </p:sp>
      <p:cxnSp>
        <p:nvCxnSpPr>
          <p:cNvPr id="34" name="AutoShape 9">
            <a:extLst>
              <a:ext uri="{FF2B5EF4-FFF2-40B4-BE49-F238E27FC236}">
                <a16:creationId xmlns:a16="http://schemas.microsoft.com/office/drawing/2014/main" id="{259435E7-2A73-9763-1084-859869E0FA79}"/>
              </a:ext>
            </a:extLst>
          </p:cNvPr>
          <p:cNvCxnSpPr>
            <a:cxnSpLocks noChangeShapeType="1"/>
            <a:stCxn id="31" idx="6"/>
            <a:endCxn id="32" idx="2"/>
          </p:cNvCxnSpPr>
          <p:nvPr/>
        </p:nvCxnSpPr>
        <p:spPr bwMode="auto">
          <a:xfrm flipV="1">
            <a:off x="1172734" y="4652712"/>
            <a:ext cx="705864" cy="3264"/>
          </a:xfrm>
          <a:prstGeom prst="straightConnector1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5" name="AutoShape 10">
            <a:extLst>
              <a:ext uri="{FF2B5EF4-FFF2-40B4-BE49-F238E27FC236}">
                <a16:creationId xmlns:a16="http://schemas.microsoft.com/office/drawing/2014/main" id="{A953662C-A144-F4E3-1CF9-6936D7670AF8}"/>
              </a:ext>
            </a:extLst>
          </p:cNvPr>
          <p:cNvCxnSpPr>
            <a:cxnSpLocks noChangeShapeType="1"/>
            <a:stCxn id="32" idx="6"/>
            <a:endCxn id="33" idx="2"/>
          </p:cNvCxnSpPr>
          <p:nvPr/>
        </p:nvCxnSpPr>
        <p:spPr bwMode="auto">
          <a:xfrm flipV="1">
            <a:off x="2384566" y="4650791"/>
            <a:ext cx="1362321" cy="1921"/>
          </a:xfrm>
          <a:prstGeom prst="straightConnector1">
            <a:avLst/>
          </a:prstGeom>
          <a:noFill/>
          <a:ln w="9525">
            <a:solidFill>
              <a:schemeClr val="tx1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Oval 6">
            <a:extLst>
              <a:ext uri="{FF2B5EF4-FFF2-40B4-BE49-F238E27FC236}">
                <a16:creationId xmlns:a16="http://schemas.microsoft.com/office/drawing/2014/main" id="{EFC7EDBF-315F-E058-BEF7-AF31264DC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4277" y="2037138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0" name="Oval 7">
            <a:extLst>
              <a:ext uri="{FF2B5EF4-FFF2-40B4-BE49-F238E27FC236}">
                <a16:creationId xmlns:a16="http://schemas.microsoft.com/office/drawing/2014/main" id="{F6B1334D-26FD-EFC4-6F38-18F910758D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2477" y="2037138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1" name="Oval 8">
            <a:extLst>
              <a:ext uri="{FF2B5EF4-FFF2-40B4-BE49-F238E27FC236}">
                <a16:creationId xmlns:a16="http://schemas.microsoft.com/office/drawing/2014/main" id="{BF758A6B-4E43-0CBA-A482-40C809F89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0620" y="3172847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2" name="Oval 9">
            <a:extLst>
              <a:ext uri="{FF2B5EF4-FFF2-40B4-BE49-F238E27FC236}">
                <a16:creationId xmlns:a16="http://schemas.microsoft.com/office/drawing/2014/main" id="{E6DF85E6-B5E7-C393-1F72-3658FAE86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820" y="3172847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3" name="Oval 10">
            <a:extLst>
              <a:ext uri="{FF2B5EF4-FFF2-40B4-BE49-F238E27FC236}">
                <a16:creationId xmlns:a16="http://schemas.microsoft.com/office/drawing/2014/main" id="{8BE28E43-F42C-878F-A1AC-F72266EC7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567" y="2098495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4" name="Oval 11">
            <a:extLst>
              <a:ext uri="{FF2B5EF4-FFF2-40B4-BE49-F238E27FC236}">
                <a16:creationId xmlns:a16="http://schemas.microsoft.com/office/drawing/2014/main" id="{E3A694CE-72B9-237D-2B7C-3EBD2D7A8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767" y="2098495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5" name="Oval 12">
            <a:extLst>
              <a:ext uri="{FF2B5EF4-FFF2-40B4-BE49-F238E27FC236}">
                <a16:creationId xmlns:a16="http://schemas.microsoft.com/office/drawing/2014/main" id="{0149F3B9-EC20-C151-5FE2-93C64101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5567" y="3286193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6" name="Oval 13">
            <a:extLst>
              <a:ext uri="{FF2B5EF4-FFF2-40B4-BE49-F238E27FC236}">
                <a16:creationId xmlns:a16="http://schemas.microsoft.com/office/drawing/2014/main" id="{8AB05646-3CAE-6B58-DC0C-AE85FB9641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3767" y="3286193"/>
            <a:ext cx="64596" cy="61357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  <a:round/>
            <a:headEnd/>
            <a:tailEnd/>
          </a:ln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7" name="Oval 14">
            <a:extLst>
              <a:ext uri="{FF2B5EF4-FFF2-40B4-BE49-F238E27FC236}">
                <a16:creationId xmlns:a16="http://schemas.microsoft.com/office/drawing/2014/main" id="{F6105E8E-C413-B702-069E-2A336E502E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0719" y="1774857"/>
            <a:ext cx="1222697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8" name="Oval 15">
            <a:extLst>
              <a:ext uri="{FF2B5EF4-FFF2-40B4-BE49-F238E27FC236}">
                <a16:creationId xmlns:a16="http://schemas.microsoft.com/office/drawing/2014/main" id="{66CC15AE-0C75-DD26-8735-7D9E89E84C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517" y="3027109"/>
            <a:ext cx="1319391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49" name="Oval 16">
            <a:extLst>
              <a:ext uri="{FF2B5EF4-FFF2-40B4-BE49-F238E27FC236}">
                <a16:creationId xmlns:a16="http://schemas.microsoft.com/office/drawing/2014/main" id="{A41CCB16-2CA0-9195-1637-5792F7626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6517" y="1873850"/>
            <a:ext cx="1319391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0" name="Oval 17">
            <a:extLst>
              <a:ext uri="{FF2B5EF4-FFF2-40B4-BE49-F238E27FC236}">
                <a16:creationId xmlns:a16="http://schemas.microsoft.com/office/drawing/2014/main" id="{6E566DFC-1844-9481-3B71-BBF1B83A03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5819" y="2976633"/>
            <a:ext cx="1319391" cy="563957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1" name="Oval 18">
            <a:extLst>
              <a:ext uri="{FF2B5EF4-FFF2-40B4-BE49-F238E27FC236}">
                <a16:creationId xmlns:a16="http://schemas.microsoft.com/office/drawing/2014/main" id="{2455712E-EEF1-4AE6-49BB-7B5855934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6420" y="1603100"/>
            <a:ext cx="1781177" cy="231849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54A7A377-CD7B-0705-94D0-0F7792406B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3631" y="1651989"/>
            <a:ext cx="1681569" cy="2191878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p:sp>
        <p:nvSpPr>
          <p:cNvPr id="53" name="Oval 20">
            <a:extLst>
              <a:ext uri="{FF2B5EF4-FFF2-40B4-BE49-F238E27FC236}">
                <a16:creationId xmlns:a16="http://schemas.microsoft.com/office/drawing/2014/main" id="{6CD53B8A-EDA9-72D8-E72C-ABB7589DC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8454" y="1047762"/>
            <a:ext cx="3766856" cy="32400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Lucida Sans" panose="020B0602030504020204" pitchFamily="34" charset="0"/>
                <a:ea typeface="Arial Unicode MS" pitchFamily="34" charset="-128"/>
              </a:defRPr>
            </a:lvl9pPr>
          </a:lstStyle>
          <a:p>
            <a:pPr eaLnBrk="1" hangingPunct="1"/>
            <a:endParaRPr lang="en-US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31CAC7A-8B2D-422F-70A8-3AF981D6B3AE}"/>
                  </a:ext>
                </a:extLst>
              </p14:cNvPr>
              <p14:cNvContentPartPr/>
              <p14:nvPr/>
            </p14:nvContentPartPr>
            <p14:xfrm>
              <a:off x="6302520" y="1955520"/>
              <a:ext cx="1112400" cy="13708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31CAC7A-8B2D-422F-70A8-3AF981D6B3AE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93160" y="1946160"/>
                <a:ext cx="1131120" cy="1389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71938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AB17FCE-8FE9-21FF-8D7D-80A46C1EC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AF1238A1-B302-E467-E264-4862ED453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Summary of Hierarchical Clustering</a:t>
            </a: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22B4F02-BC9D-0708-A5FD-107CBA5251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3" y="1169894"/>
            <a:ext cx="8356299" cy="3566698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/>
              <a:t>Questions to ask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How do you calculate the distance between clusters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How do you tell which clusters are near each other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Which points do you use 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400" dirty="0">
                <a:sym typeface="Symbol" panose="05050102010706020507" pitchFamily="18" charset="2"/>
              </a:rPr>
              <a:t>Advantages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Easier to Implement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Do not require one to specify the number of clusters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Dendrogram can be used to understand results </a:t>
            </a:r>
          </a:p>
          <a:p>
            <a:pPr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400" dirty="0">
                <a:sym typeface="Symbol" panose="05050102010706020507" pitchFamily="18" charset="2"/>
              </a:rPr>
              <a:t>Disadvantages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Not Efficient for Large Datasets </a:t>
            </a:r>
          </a:p>
          <a:p>
            <a:pPr lvl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200" dirty="0">
                <a:sym typeface="Symbol" panose="05050102010706020507" pitchFamily="18" charset="2"/>
              </a:rPr>
              <a:t>Does not produce the same results each time it is run, due to random initialization of centroids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50FCE36-FD76-945A-8E4D-E70D745BEB45}"/>
                  </a:ext>
                </a:extLst>
              </p14:cNvPr>
              <p14:cNvContentPartPr/>
              <p14:nvPr/>
            </p14:nvContentPartPr>
            <p14:xfrm>
              <a:off x="2697840" y="1586880"/>
              <a:ext cx="2896200" cy="2995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50FCE36-FD76-945A-8E4D-E70D745BEB4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88480" y="1577520"/>
                <a:ext cx="2914920" cy="3014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6774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87FEE2F-8F17-7593-796F-3BEE24A05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65A4C8A7-005C-E854-2D52-23EF02FF3E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Computational Complexity</a:t>
            </a:r>
            <a:endParaRPr dirty="0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B53CA84-10A0-55EC-0421-F663FD9C3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3" y="1169894"/>
            <a:ext cx="8356299" cy="3566698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/>
              <a:t>In the first iteration, all HAC methods need to compute similarity of all pairs of </a:t>
            </a:r>
            <a:r>
              <a:rPr lang="en-US" altLang="en-US" sz="1600" i="1" dirty="0"/>
              <a:t>N </a:t>
            </a:r>
            <a:r>
              <a:rPr lang="en-US" altLang="en-US" sz="1600" dirty="0"/>
              <a:t>initial instances, which is O(</a:t>
            </a:r>
            <a:r>
              <a:rPr lang="en-US" altLang="en-US" sz="1600" i="1" dirty="0"/>
              <a:t>N</a:t>
            </a:r>
            <a:r>
              <a:rPr lang="en-US" altLang="en-US" sz="1600" baseline="30000" dirty="0"/>
              <a:t>2</a:t>
            </a:r>
            <a:r>
              <a:rPr lang="en-US" altLang="en-US" sz="1600" dirty="0"/>
              <a:t>).</a:t>
            </a: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/>
              <a:t>In each of the subsequent </a:t>
            </a:r>
            <a:r>
              <a:rPr lang="en-US" altLang="en-US" sz="1600" i="1" dirty="0"/>
              <a:t>N</a:t>
            </a:r>
            <a:r>
              <a:rPr lang="en-US" altLang="en-US" sz="1600" dirty="0">
                <a:sym typeface="Symbol" panose="05050102010706020507" pitchFamily="18" charset="2"/>
              </a:rPr>
              <a:t>2 merging iterations, compute the distance between the most recently created cluster and all other existing clusters.</a:t>
            </a:r>
          </a:p>
          <a:p>
            <a:pPr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600" dirty="0">
                <a:sym typeface="Symbol" panose="05050102010706020507" pitchFamily="18" charset="2"/>
              </a:rPr>
              <a:t>In order to maintain an overall </a:t>
            </a:r>
            <a:r>
              <a:rPr lang="en-US" altLang="en-US" sz="1600" dirty="0"/>
              <a:t>O(</a:t>
            </a:r>
            <a:r>
              <a:rPr lang="en-US" altLang="en-US" sz="1600" i="1" dirty="0"/>
              <a:t>N</a:t>
            </a:r>
            <a:r>
              <a:rPr lang="en-US" altLang="en-US" sz="1600" baseline="30000" dirty="0"/>
              <a:t>2</a:t>
            </a:r>
            <a:r>
              <a:rPr lang="en-US" altLang="en-US" sz="1600" dirty="0"/>
              <a:t>) performance, computing similarity to each other cluster must be done in constant time.</a:t>
            </a:r>
          </a:p>
          <a:p>
            <a:pPr lvl="1" eaLnBrk="1" hangingPunct="1">
              <a:lnSpc>
                <a:spcPct val="100000"/>
              </a:lnSpc>
              <a:spcBef>
                <a:spcPts val="1200"/>
              </a:spcBef>
              <a:buFont typeface="ArialMT"/>
              <a:buChar char="►"/>
            </a:pPr>
            <a:r>
              <a:rPr lang="en-US" altLang="en-US" sz="1400" dirty="0">
                <a:sym typeface="Symbol" panose="05050102010706020507" pitchFamily="18" charset="2"/>
              </a:rPr>
              <a:t>Often </a:t>
            </a:r>
            <a:r>
              <a:rPr lang="en-US" altLang="en-US" sz="1400" dirty="0"/>
              <a:t>O(</a:t>
            </a:r>
            <a:r>
              <a:rPr lang="en-US" altLang="en-US" sz="1400" i="1" dirty="0"/>
              <a:t>N</a:t>
            </a:r>
            <a:r>
              <a:rPr lang="en-US" altLang="en-US" sz="1400" baseline="30000" dirty="0"/>
              <a:t>3</a:t>
            </a:r>
            <a:r>
              <a:rPr lang="en-US" altLang="en-US" sz="1400" dirty="0"/>
              <a:t>) if done naively or O(</a:t>
            </a:r>
            <a:r>
              <a:rPr lang="en-US" altLang="en-US" sz="1400" i="1" dirty="0"/>
              <a:t>N</a:t>
            </a:r>
            <a:r>
              <a:rPr lang="en-US" altLang="en-US" sz="1400" baseline="30000" dirty="0"/>
              <a:t>2</a:t>
            </a:r>
            <a:r>
              <a:rPr lang="en-US" altLang="en-US" sz="1400" i="1" dirty="0"/>
              <a:t> </a:t>
            </a:r>
            <a:r>
              <a:rPr lang="en-US" altLang="en-US" sz="1400" dirty="0"/>
              <a:t>log </a:t>
            </a:r>
            <a:r>
              <a:rPr lang="en-US" altLang="en-US" sz="1400" i="1" dirty="0"/>
              <a:t>N</a:t>
            </a:r>
            <a:r>
              <a:rPr lang="en-US" altLang="en-US" sz="1400" dirty="0"/>
              <a:t>) if done more cleverly </a:t>
            </a:r>
            <a:endParaRPr lang="en-US" altLang="en-US" sz="1400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797731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289E-4EF8-CE06-BEBC-E584E7557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F3D1-BD85-DCBB-803A-2D38A11F8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Hierarchical Clustering Lab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F7EAC60-957B-71E4-173C-D9414DD34654}"/>
              </a:ext>
            </a:extLst>
          </p:cNvPr>
          <p:cNvSpPr txBox="1">
            <a:spLocks noChangeArrowheads="1"/>
          </p:cNvSpPr>
          <p:nvPr/>
        </p:nvSpPr>
        <p:spPr>
          <a:xfrm>
            <a:off x="793672" y="2326908"/>
            <a:ext cx="8244450" cy="3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chemeClr val="tx2"/>
                </a:solidFill>
              </a:rPr>
              <a:t>Check Out </a:t>
            </a:r>
            <a:r>
              <a:rPr lang="en-US" sz="1800" dirty="0">
                <a:solidFill>
                  <a:srgbClr val="00B0F0"/>
                </a:solidFill>
                <a:hlinkClick r:id="rId2"/>
              </a:rPr>
              <a:t>this Site</a:t>
            </a:r>
            <a:r>
              <a:rPr lang="en-US" sz="1800" dirty="0">
                <a:solidFill>
                  <a:schemeClr val="tx2"/>
                </a:solidFill>
                <a:hlinkClick r:id="rId2"/>
              </a:rPr>
              <a:t> </a:t>
            </a:r>
            <a:r>
              <a:rPr lang="en-US" sz="1800" dirty="0">
                <a:solidFill>
                  <a:schemeClr val="tx2"/>
                </a:solidFill>
              </a:rPr>
              <a:t>for illustration of Hierarchical Clustering </a:t>
            </a:r>
          </a:p>
        </p:txBody>
      </p:sp>
    </p:spTree>
    <p:extLst>
      <p:ext uri="{BB962C8B-B14F-4D97-AF65-F5344CB8AC3E}">
        <p14:creationId xmlns:p14="http://schemas.microsoft.com/office/powerpoint/2010/main" val="302303555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9488F315-49E2-2A56-AB86-48EBE1FA1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C1356B37-9518-2C9D-F3C2-F32E2AA26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Denisity Based Scan (DBSCAN)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D32D9C99-FAC9-1354-C221-1B93E51963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31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8619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952A6B53-83D6-3EE2-1B6B-D41834ECC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E7333E11-BC8C-603A-CFAC-3886F9643A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Density-Based Clustering Methods</a:t>
            </a:r>
            <a:endParaRPr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3598E3DB-2FAF-7ED6-6E9F-3C0EC21F14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758388"/>
            <a:ext cx="8549872" cy="4953000"/>
          </a:xfrm>
        </p:spPr>
        <p:txBody>
          <a:bodyPr>
            <a:normAutofit/>
          </a:bodyPr>
          <a:lstStyle/>
          <a:p>
            <a:pPr eaLnBrk="1" hangingPunct="1"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Clustering based on density (local cluster criterion), such as density-connected points or based on an explicitly constructed density function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Major features: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Discover clusters of arbitrary shape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Handle noise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One scan</a:t>
            </a:r>
          </a:p>
          <a:p>
            <a:pPr lvl="1" eaLnBrk="1" hangingPunct="1">
              <a:lnSpc>
                <a:spcPct val="5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Need density parameters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Font typeface="Wingdings" panose="05000000000000000000" pitchFamily="2" charset="2"/>
              <a:buChar char="§"/>
            </a:pP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Several interesting studies: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DBSCAN: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 Ester, et al. (KDD’96)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DENCLUE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: </a:t>
            </a:r>
            <a:r>
              <a:rPr lang="en-US" altLang="zh-CN" sz="1800" dirty="0" err="1">
                <a:latin typeface="EYInterstate Light" panose="02000506000000020004" pitchFamily="2" charset="0"/>
                <a:ea typeface="SimSun" panose="02010600030101010101" pitchFamily="2" charset="-122"/>
              </a:rPr>
              <a:t>Hinneburg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 &amp; D. Keim  (KDD’98/2006)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OPTICS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: </a:t>
            </a:r>
            <a:r>
              <a:rPr lang="en-US" altLang="zh-CN" sz="1800" dirty="0" err="1">
                <a:latin typeface="EYInterstate Light" panose="02000506000000020004" pitchFamily="2" charset="0"/>
                <a:ea typeface="SimSun" panose="02010600030101010101" pitchFamily="2" charset="-122"/>
              </a:rPr>
              <a:t>Ankerst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, et al (SIGMOD’99).</a:t>
            </a:r>
          </a:p>
          <a:p>
            <a:pPr lvl="1" eaLnBrk="1" hangingPunct="1">
              <a:buFont typeface="Wingdings" panose="05000000000000000000" pitchFamily="2" charset="2"/>
              <a:buChar char="§"/>
            </a:pPr>
            <a:r>
              <a:rPr lang="en-US" altLang="zh-CN" sz="1800" u="sng" dirty="0">
                <a:latin typeface="EYInterstate Light" panose="02000506000000020004" pitchFamily="2" charset="0"/>
                <a:ea typeface="SimSun" panose="02010600030101010101" pitchFamily="2" charset="-122"/>
              </a:rPr>
              <a:t>CLIQUE</a:t>
            </a:r>
            <a:r>
              <a:rPr lang="en-US" altLang="zh-CN" sz="1800" dirty="0">
                <a:latin typeface="EYInterstate Light" panose="02000506000000020004" pitchFamily="2" charset="0"/>
                <a:ea typeface="SimSun" panose="02010600030101010101" pitchFamily="2" charset="-122"/>
              </a:rPr>
              <a:t>: Agrawal, et al. (SIGMOD’98)</a:t>
            </a:r>
          </a:p>
        </p:txBody>
      </p:sp>
    </p:spTree>
    <p:extLst>
      <p:ext uri="{BB962C8B-B14F-4D97-AF65-F5344CB8AC3E}">
        <p14:creationId xmlns:p14="http://schemas.microsoft.com/office/powerpoint/2010/main" val="41039398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DF9C254-5337-2FDF-40FB-B982F5121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921C764-FB12-2664-EA2F-116717FA8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Density-based Approaches</a:t>
            </a:r>
            <a:endParaRPr dirty="0"/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1573BCEB-D8DF-2D20-3798-BAFD3AFABD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758388"/>
            <a:ext cx="8549872" cy="4953000"/>
          </a:xfrm>
        </p:spPr>
        <p:txBody>
          <a:bodyPr>
            <a:normAutofit/>
          </a:bodyPr>
          <a:lstStyle/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Why Density-Based Clustering methods?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400" dirty="0">
                <a:latin typeface="EYInterstate Light" panose="02000506000000020004" pitchFamily="2" charset="0"/>
                <a:ea typeface="SimSun" panose="02010600030101010101" pitchFamily="2" charset="-122"/>
              </a:rPr>
              <a:t> Discover clusters of arbitrary shape. 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400" dirty="0">
                <a:latin typeface="EYInterstate Light" panose="02000506000000020004" pitchFamily="2" charset="0"/>
                <a:ea typeface="SimSun" panose="02010600030101010101" pitchFamily="2" charset="-122"/>
              </a:rPr>
              <a:t> Clusters – Dense regions of objects separated by regions of low density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DBSCAN – the first density-based clustering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OPTICS – density-based cluster-ordering </a:t>
            </a:r>
          </a:p>
          <a:p>
            <a:pPr eaLnBrk="1" hangingPunct="1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en-GB" altLang="zh-CN" sz="1600" dirty="0">
                <a:latin typeface="EYInterstate Light" panose="02000506000000020004" pitchFamily="2" charset="0"/>
                <a:ea typeface="SimSun" panose="02010600030101010101" pitchFamily="2" charset="-122"/>
              </a:rPr>
              <a:t> DENCLUE – a general density-based description of  cluster and clustering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9FAE1E-722F-A054-2645-E1C99FEB71A3}"/>
              </a:ext>
            </a:extLst>
          </p:cNvPr>
          <p:cNvSpPr txBox="1"/>
          <p:nvPr/>
        </p:nvSpPr>
        <p:spPr>
          <a:xfrm>
            <a:off x="280623" y="2891130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1600" dirty="0">
                <a:latin typeface="EYInterstate Light" panose="02000506000000020004" pitchFamily="2" charset="0"/>
              </a:rPr>
              <a:t>Why Density-Based Clustering?</a:t>
            </a:r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D30270AA-AB90-6E31-E4CF-C7823CF79447}"/>
              </a:ext>
            </a:extLst>
          </p:cNvPr>
          <p:cNvGrpSpPr>
            <a:grpSpLocks/>
          </p:cNvGrpSpPr>
          <p:nvPr/>
        </p:nvGrpSpPr>
        <p:grpSpPr bwMode="auto">
          <a:xfrm>
            <a:off x="441728" y="3388776"/>
            <a:ext cx="6678044" cy="1427178"/>
            <a:chOff x="607" y="2269"/>
            <a:chExt cx="5105" cy="1091"/>
          </a:xfrm>
        </p:grpSpPr>
        <p:sp>
          <p:nvSpPr>
            <p:cNvPr id="7" name="Text Box 5">
              <a:extLst>
                <a:ext uri="{FF2B5EF4-FFF2-40B4-BE49-F238E27FC236}">
                  <a16:creationId xmlns:a16="http://schemas.microsoft.com/office/drawing/2014/main" id="{74CD0699-08E4-F6DC-91D0-3B66D86F268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320" y="2572"/>
              <a:ext cx="1392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en-US">
                  <a:latin typeface="Times New Roman" panose="02020603050405020304" pitchFamily="18" charset="0"/>
                </a:rPr>
                <a:t>Results of a </a:t>
              </a:r>
              <a:r>
                <a:rPr lang="en-US" altLang="en-US" i="1">
                  <a:latin typeface="Times New Roman" panose="02020603050405020304" pitchFamily="18" charset="0"/>
                </a:rPr>
                <a:t>k</a:t>
              </a:r>
              <a:r>
                <a:rPr lang="en-US" altLang="en-US">
                  <a:latin typeface="Times New Roman" panose="02020603050405020304" pitchFamily="18" charset="0"/>
                </a:rPr>
                <a:t>-medoid </a:t>
              </a:r>
              <a:br>
                <a:rPr lang="en-US" altLang="en-US">
                  <a:latin typeface="Times New Roman" panose="02020603050405020304" pitchFamily="18" charset="0"/>
                </a:rPr>
              </a:br>
              <a:r>
                <a:rPr lang="en-US" altLang="en-US">
                  <a:latin typeface="Times New Roman" panose="02020603050405020304" pitchFamily="18" charset="0"/>
                </a:rPr>
                <a:t>algorithm for </a:t>
              </a:r>
              <a:r>
                <a:rPr lang="en-US" altLang="en-US" i="1">
                  <a:latin typeface="Times New Roman" panose="02020603050405020304" pitchFamily="18" charset="0"/>
                </a:rPr>
                <a:t>k</a:t>
              </a:r>
              <a:r>
                <a:rPr lang="en-US" altLang="en-US">
                  <a:latin typeface="Times New Roman" panose="02020603050405020304" pitchFamily="18" charset="0"/>
                </a:rPr>
                <a:t>=4</a:t>
              </a:r>
              <a:endParaRPr lang="en-CA" altLang="en-US">
                <a:latin typeface="Times New Roman" panose="02020603050405020304" pitchFamily="18" charset="0"/>
              </a:endParaRPr>
            </a:p>
          </p:txBody>
        </p:sp>
        <p:grpSp>
          <p:nvGrpSpPr>
            <p:cNvPr id="8" name="Group 6">
              <a:extLst>
                <a:ext uri="{FF2B5EF4-FFF2-40B4-BE49-F238E27FC236}">
                  <a16:creationId xmlns:a16="http://schemas.microsoft.com/office/drawing/2014/main" id="{D6AF6309-1EC2-1279-DB4D-9FC2FEF431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07" y="2269"/>
              <a:ext cx="3665" cy="1091"/>
              <a:chOff x="720" y="2448"/>
              <a:chExt cx="4623" cy="1364"/>
            </a:xfrm>
          </p:grpSpPr>
          <p:grpSp>
            <p:nvGrpSpPr>
              <p:cNvPr id="9" name="Group 7">
                <a:extLst>
                  <a:ext uri="{FF2B5EF4-FFF2-40B4-BE49-F238E27FC236}">
                    <a16:creationId xmlns:a16="http://schemas.microsoft.com/office/drawing/2014/main" id="{778AA4A4-8928-E7F2-E0B5-C11D6C1DD419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720" y="2448"/>
                <a:ext cx="1370" cy="1364"/>
                <a:chOff x="4931" y="1918"/>
                <a:chExt cx="683" cy="680"/>
              </a:xfrm>
            </p:grpSpPr>
            <p:graphicFrame>
              <p:nvGraphicFramePr>
                <p:cNvPr id="32" name="Object 8">
                  <a:extLst>
                    <a:ext uri="{FF2B5EF4-FFF2-40B4-BE49-F238E27FC236}">
                      <a16:creationId xmlns:a16="http://schemas.microsoft.com/office/drawing/2014/main" id="{0DC1F803-848B-E66C-0D36-B6EB085D02AF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934" y="1918"/>
                <a:ext cx="680" cy="6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3" imgW="1486107" imgH="1428949" progId="Paint.Picture">
                        <p:embed/>
                      </p:oleObj>
                    </mc:Choice>
                    <mc:Fallback>
                      <p:oleObj name="Bitmap Image" r:id="rId3" imgW="1486107" imgH="1428949" progId="Paint.Picture">
                        <p:embed/>
                        <p:pic>
                          <p:nvPicPr>
                            <p:cNvPr id="32" name="Object 8">
                              <a:extLst>
                                <a:ext uri="{FF2B5EF4-FFF2-40B4-BE49-F238E27FC236}">
                                  <a16:creationId xmlns:a16="http://schemas.microsoft.com/office/drawing/2014/main" id="{0DC1F803-848B-E66C-0D36-B6EB085D02AF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934" y="1918"/>
                              <a:ext cx="680" cy="6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pSp>
              <p:nvGrpSpPr>
                <p:cNvPr id="33" name="Group 9">
                  <a:extLst>
                    <a:ext uri="{FF2B5EF4-FFF2-40B4-BE49-F238E27FC236}">
                      <a16:creationId xmlns:a16="http://schemas.microsoft.com/office/drawing/2014/main" id="{884294D8-F216-191C-010C-A3848C4859FC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 bwMode="auto">
                <a:xfrm>
                  <a:off x="4931" y="1918"/>
                  <a:ext cx="680" cy="680"/>
                  <a:chOff x="4766" y="1619"/>
                  <a:chExt cx="680" cy="680"/>
                </a:xfrm>
              </p:grpSpPr>
              <p:sp>
                <p:nvSpPr>
                  <p:cNvPr id="38" name="Line 10">
                    <a:extLst>
                      <a:ext uri="{FF2B5EF4-FFF2-40B4-BE49-F238E27FC236}">
                        <a16:creationId xmlns:a16="http://schemas.microsoft.com/office/drawing/2014/main" id="{694C2A01-C8C0-77B1-FD84-0A3D05BEEBF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H="1">
                    <a:off x="4766" y="1878"/>
                    <a:ext cx="334" cy="27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39" name="Line 11">
                    <a:extLst>
                      <a:ext uri="{FF2B5EF4-FFF2-40B4-BE49-F238E27FC236}">
                        <a16:creationId xmlns:a16="http://schemas.microsoft.com/office/drawing/2014/main" id="{16D6D873-ADFC-606C-C61B-B3C07AB8019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5100" y="1878"/>
                    <a:ext cx="150" cy="12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40" name="Line 12">
                    <a:extLst>
                      <a:ext uri="{FF2B5EF4-FFF2-40B4-BE49-F238E27FC236}">
                        <a16:creationId xmlns:a16="http://schemas.microsoft.com/office/drawing/2014/main" id="{705DA7F1-0966-51C0-3EFB-D53355D6216E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>
                    <a:off x="5250" y="2007"/>
                    <a:ext cx="0" cy="2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41" name="Line 13">
                    <a:extLst>
                      <a:ext uri="{FF2B5EF4-FFF2-40B4-BE49-F238E27FC236}">
                        <a16:creationId xmlns:a16="http://schemas.microsoft.com/office/drawing/2014/main" id="{255770F8-A45C-D3DA-9371-815C4479DF4A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5250" y="1878"/>
                    <a:ext cx="196" cy="12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  <p:sp>
                <p:nvSpPr>
                  <p:cNvPr id="42" name="Line 14">
                    <a:extLst>
                      <a:ext uri="{FF2B5EF4-FFF2-40B4-BE49-F238E27FC236}">
                        <a16:creationId xmlns:a16="http://schemas.microsoft.com/office/drawing/2014/main" id="{96A11A13-5A58-1DD7-1D14-86B6AE7D2B79}"/>
                      </a:ext>
                    </a:extLst>
                  </p:cNvPr>
                  <p:cNvSpPr>
                    <a:spLocks noChangeAspect="1" noChangeShapeType="1"/>
                  </p:cNvSpPr>
                  <p:nvPr/>
                </p:nvSpPr>
                <p:spPr bwMode="auto">
                  <a:xfrm flipV="1">
                    <a:off x="5100" y="1619"/>
                    <a:ext cx="0" cy="25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endParaRPr lang="en-GB"/>
                  </a:p>
                </p:txBody>
              </p:sp>
            </p:grpSp>
            <p:sp>
              <p:nvSpPr>
                <p:cNvPr id="34" name="AutoShape 15">
                  <a:extLst>
                    <a:ext uri="{FF2B5EF4-FFF2-40B4-BE49-F238E27FC236}">
                      <a16:creationId xmlns:a16="http://schemas.microsoft.com/office/drawing/2014/main" id="{5CDD3486-0FFA-51DA-8857-0F5126A72B8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060" y="2091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5" name="AutoShape 16">
                  <a:extLst>
                    <a:ext uri="{FF2B5EF4-FFF2-40B4-BE49-F238E27FC236}">
                      <a16:creationId xmlns:a16="http://schemas.microsoft.com/office/drawing/2014/main" id="{BD7A2CBB-A62D-4C68-50A1-C195E3A5C16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264" y="2325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6" name="AutoShape 17">
                  <a:extLst>
                    <a:ext uri="{FF2B5EF4-FFF2-40B4-BE49-F238E27FC236}">
                      <a16:creationId xmlns:a16="http://schemas.microsoft.com/office/drawing/2014/main" id="{A2CC9D3E-8AE0-E4F3-C02C-6534E46F2B9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528" y="2313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7" name="AutoShape 18">
                  <a:extLst>
                    <a:ext uri="{FF2B5EF4-FFF2-40B4-BE49-F238E27FC236}">
                      <a16:creationId xmlns:a16="http://schemas.microsoft.com/office/drawing/2014/main" id="{AB548CD6-6245-381C-B06B-FA2BE9B6026C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402" y="2103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0" name="Group 19">
                <a:extLst>
                  <a:ext uri="{FF2B5EF4-FFF2-40B4-BE49-F238E27FC236}">
                    <a16:creationId xmlns:a16="http://schemas.microsoft.com/office/drawing/2014/main" id="{F0AB200B-5DF3-0B46-B800-3EB7F0296536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352" y="2448"/>
                <a:ext cx="1370" cy="1364"/>
                <a:chOff x="4712" y="2428"/>
                <a:chExt cx="683" cy="680"/>
              </a:xfrm>
            </p:grpSpPr>
            <p:graphicFrame>
              <p:nvGraphicFramePr>
                <p:cNvPr id="22" name="Object 20">
                  <a:extLst>
                    <a:ext uri="{FF2B5EF4-FFF2-40B4-BE49-F238E27FC236}">
                      <a16:creationId xmlns:a16="http://schemas.microsoft.com/office/drawing/2014/main" id="{DAAFC0DA-AE72-4A2B-8D29-808CC326E68C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715" y="2428"/>
                <a:ext cx="680" cy="6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5" imgW="1371429" imgH="1467055" progId="Paint.Picture">
                        <p:embed/>
                      </p:oleObj>
                    </mc:Choice>
                    <mc:Fallback>
                      <p:oleObj name="Bitmap Image" r:id="rId5" imgW="1371429" imgH="1467055" progId="Paint.Picture">
                        <p:embed/>
                        <p:pic>
                          <p:nvPicPr>
                            <p:cNvPr id="22" name="Object 20">
                              <a:extLst>
                                <a:ext uri="{FF2B5EF4-FFF2-40B4-BE49-F238E27FC236}">
                                  <a16:creationId xmlns:a16="http://schemas.microsoft.com/office/drawing/2014/main" id="{DAAFC0DA-AE72-4A2B-8D29-808CC326E68C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15" y="2428"/>
                              <a:ext cx="680" cy="6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3" name="Line 21">
                  <a:extLst>
                    <a:ext uri="{FF2B5EF4-FFF2-40B4-BE49-F238E27FC236}">
                      <a16:creationId xmlns:a16="http://schemas.microsoft.com/office/drawing/2014/main" id="{88D36800-D8DC-94F1-F179-FA4165DE3E87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995" y="2733"/>
                  <a:ext cx="258" cy="18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4" name="Line 22">
                  <a:extLst>
                    <a:ext uri="{FF2B5EF4-FFF2-40B4-BE49-F238E27FC236}">
                      <a16:creationId xmlns:a16="http://schemas.microsoft.com/office/drawing/2014/main" id="{13D47E4E-15AC-DD25-9563-AF70054EA469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4953" y="2434"/>
                  <a:ext cx="297" cy="29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5" name="Line 23">
                  <a:extLst>
                    <a:ext uri="{FF2B5EF4-FFF2-40B4-BE49-F238E27FC236}">
                      <a16:creationId xmlns:a16="http://schemas.microsoft.com/office/drawing/2014/main" id="{0D3402F8-1ED4-11CA-B674-283F635040C8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4712" y="2775"/>
                  <a:ext cx="286" cy="14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6" name="Line 24">
                  <a:extLst>
                    <a:ext uri="{FF2B5EF4-FFF2-40B4-BE49-F238E27FC236}">
                      <a16:creationId xmlns:a16="http://schemas.microsoft.com/office/drawing/2014/main" id="{32E74274-0B74-BBDA-0AAB-4BA6E3884C0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998" y="2916"/>
                  <a:ext cx="105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7" name="Line 25">
                  <a:extLst>
                    <a:ext uri="{FF2B5EF4-FFF2-40B4-BE49-F238E27FC236}">
                      <a16:creationId xmlns:a16="http://schemas.microsoft.com/office/drawing/2014/main" id="{463B023D-0693-30E5-FE80-C044C2BAC843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5250" y="2733"/>
                  <a:ext cx="145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28" name="AutoShape 26">
                  <a:extLst>
                    <a:ext uri="{FF2B5EF4-FFF2-40B4-BE49-F238E27FC236}">
                      <a16:creationId xmlns:a16="http://schemas.microsoft.com/office/drawing/2014/main" id="{D9E7A574-4935-F541-9A36-6A9BC8D10C75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233" y="2500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9" name="AutoShape 27">
                  <a:extLst>
                    <a:ext uri="{FF2B5EF4-FFF2-40B4-BE49-F238E27FC236}">
                      <a16:creationId xmlns:a16="http://schemas.microsoft.com/office/drawing/2014/main" id="{6D2E2DE3-0FA5-C790-117E-60C8428AC6B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953" y="2705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0" name="AutoShape 28">
                  <a:extLst>
                    <a:ext uri="{FF2B5EF4-FFF2-40B4-BE49-F238E27FC236}">
                      <a16:creationId xmlns:a16="http://schemas.microsoft.com/office/drawing/2014/main" id="{57526495-784B-A9FC-9BA3-628BE9AFEB9A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25" y="2985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31" name="AutoShape 29">
                  <a:extLst>
                    <a:ext uri="{FF2B5EF4-FFF2-40B4-BE49-F238E27FC236}">
                      <a16:creationId xmlns:a16="http://schemas.microsoft.com/office/drawing/2014/main" id="{DAF29BBA-68E1-72E8-2EDD-93A817222AB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166" y="2894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  <p:grpSp>
            <p:nvGrpSpPr>
              <p:cNvPr id="11" name="Group 30">
                <a:extLst>
                  <a:ext uri="{FF2B5EF4-FFF2-40B4-BE49-F238E27FC236}">
                    <a16:creationId xmlns:a16="http://schemas.microsoft.com/office/drawing/2014/main" id="{ED63E6BB-B10A-66F8-DBBA-88A3821B9C4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3984" y="2448"/>
                <a:ext cx="1359" cy="1359"/>
                <a:chOff x="4715" y="3244"/>
                <a:chExt cx="680" cy="680"/>
              </a:xfrm>
            </p:grpSpPr>
            <p:graphicFrame>
              <p:nvGraphicFramePr>
                <p:cNvPr id="12" name="Object 31">
                  <a:extLst>
                    <a:ext uri="{FF2B5EF4-FFF2-40B4-BE49-F238E27FC236}">
                      <a16:creationId xmlns:a16="http://schemas.microsoft.com/office/drawing/2014/main" id="{805ABC23-9999-CBEA-F1F6-C9DCF930A868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715" y="3244"/>
                <a:ext cx="680" cy="6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Bitmap Image" r:id="rId7" imgW="1343212" imgH="1247619" progId="Paint.Picture">
                        <p:embed/>
                      </p:oleObj>
                    </mc:Choice>
                    <mc:Fallback>
                      <p:oleObj name="Bitmap Image" r:id="rId7" imgW="1343212" imgH="1247619" progId="Paint.Picture">
                        <p:embed/>
                        <p:pic>
                          <p:nvPicPr>
                            <p:cNvPr id="12" name="Object 31">
                              <a:extLst>
                                <a:ext uri="{FF2B5EF4-FFF2-40B4-BE49-F238E27FC236}">
                                  <a16:creationId xmlns:a16="http://schemas.microsoft.com/office/drawing/2014/main" id="{805ABC23-9999-CBEA-F1F6-C9DCF930A868}"/>
                                </a:ext>
                              </a:extLst>
                            </p:cNvPr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8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715" y="3244"/>
                              <a:ext cx="680" cy="68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chemeClr val="accent1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chemeClr val="tx1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chemeClr val="bg2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13" name="Line 32">
                  <a:extLst>
                    <a:ext uri="{FF2B5EF4-FFF2-40B4-BE49-F238E27FC236}">
                      <a16:creationId xmlns:a16="http://schemas.microsoft.com/office/drawing/2014/main" id="{2CC40972-6F5B-D7CA-03EE-07CA9EAB543C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4998" y="3558"/>
                  <a:ext cx="144" cy="4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4" name="Line 33">
                  <a:extLst>
                    <a:ext uri="{FF2B5EF4-FFF2-40B4-BE49-F238E27FC236}">
                      <a16:creationId xmlns:a16="http://schemas.microsoft.com/office/drawing/2014/main" id="{BD4FBC0E-9B44-81CF-8E3D-B76DE55062A5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>
                  <a:off x="5154" y="3603"/>
                  <a:ext cx="0" cy="32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5" name="Line 34">
                  <a:extLst>
                    <a:ext uri="{FF2B5EF4-FFF2-40B4-BE49-F238E27FC236}">
                      <a16:creationId xmlns:a16="http://schemas.microsoft.com/office/drawing/2014/main" id="{3598B700-A7FE-FCA0-B669-2F3A2A8A5410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V="1">
                  <a:off x="5154" y="3453"/>
                  <a:ext cx="238" cy="1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6" name="Line 35">
                  <a:extLst>
                    <a:ext uri="{FF2B5EF4-FFF2-40B4-BE49-F238E27FC236}">
                      <a16:creationId xmlns:a16="http://schemas.microsoft.com/office/drawing/2014/main" id="{89BF48C9-DBF7-82C8-744B-DA838972C9D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 flipV="1">
                  <a:off x="4911" y="3244"/>
                  <a:ext cx="84" cy="31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7" name="Line 36">
                  <a:extLst>
                    <a:ext uri="{FF2B5EF4-FFF2-40B4-BE49-F238E27FC236}">
                      <a16:creationId xmlns:a16="http://schemas.microsoft.com/office/drawing/2014/main" id="{7EDC1170-95DF-ED6A-03D5-5AF6B79F4C5B}"/>
                    </a:ext>
                  </a:extLst>
                </p:cNvPr>
                <p:cNvSpPr>
                  <a:spLocks noChangeAspect="1" noChangeShapeType="1"/>
                </p:cNvSpPr>
                <p:nvPr/>
              </p:nvSpPr>
              <p:spPr bwMode="auto">
                <a:xfrm flipH="1">
                  <a:off x="4715" y="3558"/>
                  <a:ext cx="280" cy="36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endParaRPr lang="en-GB"/>
                </a:p>
              </p:txBody>
            </p:sp>
            <p:sp>
              <p:nvSpPr>
                <p:cNvPr id="18" name="AutoShape 37">
                  <a:extLst>
                    <a:ext uri="{FF2B5EF4-FFF2-40B4-BE49-F238E27FC236}">
                      <a16:creationId xmlns:a16="http://schemas.microsoft.com/office/drawing/2014/main" id="{849528A3-6D0D-F007-075E-40D8B340822B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811" y="3453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19" name="AutoShape 38">
                  <a:extLst>
                    <a:ext uri="{FF2B5EF4-FFF2-40B4-BE49-F238E27FC236}">
                      <a16:creationId xmlns:a16="http://schemas.microsoft.com/office/drawing/2014/main" id="{BF271770-B720-CB38-61F7-10AFEA56FE7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090" y="3371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0" name="AutoShape 39">
                  <a:extLst>
                    <a:ext uri="{FF2B5EF4-FFF2-40B4-BE49-F238E27FC236}">
                      <a16:creationId xmlns:a16="http://schemas.microsoft.com/office/drawing/2014/main" id="{D22BAB4D-C28E-DA5A-C89E-2123F188286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5210" y="3709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  <p:sp>
              <p:nvSpPr>
                <p:cNvPr id="21" name="AutoShape 40">
                  <a:extLst>
                    <a:ext uri="{FF2B5EF4-FFF2-40B4-BE49-F238E27FC236}">
                      <a16:creationId xmlns:a16="http://schemas.microsoft.com/office/drawing/2014/main" id="{35F1E55F-97D9-91F5-6088-FC2FF2A839AD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997" y="3721"/>
                  <a:ext cx="64" cy="56"/>
                </a:xfrm>
                <a:prstGeom prst="star4">
                  <a:avLst>
                    <a:gd name="adj" fmla="val 12500"/>
                  </a:avLst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GB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69789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B5BFD41-DEA7-1711-13CE-57DE899F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9EFC420-E23C-749C-363A-468505143B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Density-Based Clustering Methods</a:t>
            </a:r>
            <a:endParaRPr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92F7D36-E3DB-3246-9097-866392D050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9803" y="948266"/>
            <a:ext cx="8412163" cy="408093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altLang="en-US" sz="1800" dirty="0">
                <a:latin typeface="EYInterstate Light" panose="02000506000000020004" pitchFamily="2" charset="0"/>
              </a:rPr>
              <a:t>DBSCAN is a density-based algorithm.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Density = </a:t>
            </a:r>
            <a:r>
              <a:rPr lang="en-US" altLang="en-US" sz="1800" dirty="0">
                <a:solidFill>
                  <a:srgbClr val="7030A0"/>
                </a:solidFill>
                <a:latin typeface="EYInterstate Light" panose="02000506000000020004" pitchFamily="2" charset="0"/>
              </a:rPr>
              <a:t>number of points</a:t>
            </a:r>
            <a:r>
              <a:rPr lang="en-US" altLang="en-US" sz="1800" dirty="0">
                <a:solidFill>
                  <a:srgbClr val="C00000"/>
                </a:solidFill>
                <a:latin typeface="EYInterstate Light" panose="02000506000000020004" pitchFamily="2" charset="0"/>
              </a:rPr>
              <a:t> </a:t>
            </a:r>
            <a:r>
              <a:rPr lang="en-US" altLang="en-US" sz="1800" dirty="0">
                <a:latin typeface="EYInterstate Light" panose="02000506000000020004" pitchFamily="2" charset="0"/>
              </a:rPr>
              <a:t>within a specified </a:t>
            </a:r>
            <a:r>
              <a:rPr lang="en-US" altLang="en-US" sz="1800" dirty="0">
                <a:solidFill>
                  <a:srgbClr val="7030A0"/>
                </a:solidFill>
                <a:latin typeface="EYInterstate Light" panose="02000506000000020004" pitchFamily="2" charset="0"/>
              </a:rPr>
              <a:t>radius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r</a:t>
            </a:r>
            <a:r>
              <a:rPr lang="en-US" altLang="en-US" sz="1800" dirty="0">
                <a:latin typeface="EYInterstate Light" panose="02000506000000020004" pitchFamily="2" charset="0"/>
              </a:rPr>
              <a:t> (Eps)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A point is a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core point</a:t>
            </a:r>
            <a:r>
              <a:rPr lang="en-US" altLang="en-US" sz="1800" dirty="0">
                <a:latin typeface="EYInterstate Light" panose="02000506000000020004" pitchFamily="2" charset="0"/>
              </a:rPr>
              <a:t> if it has more than a specified number of points (</a:t>
            </a:r>
            <a:r>
              <a:rPr lang="en-US" altLang="en-US" sz="1800" dirty="0" err="1">
                <a:latin typeface="EYInterstate Light" panose="02000506000000020004" pitchFamily="2" charset="0"/>
              </a:rPr>
              <a:t>MinPts</a:t>
            </a:r>
            <a:r>
              <a:rPr lang="en-US" altLang="en-US" sz="1800" dirty="0">
                <a:latin typeface="EYInterstate Light" panose="02000506000000020004" pitchFamily="2" charset="0"/>
              </a:rPr>
              <a:t>) within Eps </a:t>
            </a:r>
          </a:p>
          <a:p>
            <a:pPr marL="1447800" lvl="2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These are points that are at the interior of a cluster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A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border point</a:t>
            </a:r>
            <a:r>
              <a:rPr lang="en-US" altLang="en-US" sz="1800" dirty="0">
                <a:latin typeface="EYInterstate Light" panose="02000506000000020004" pitchFamily="2" charset="0"/>
              </a:rPr>
              <a:t> has fewer than </a:t>
            </a:r>
            <a:r>
              <a:rPr lang="en-US" altLang="en-US" sz="1800" dirty="0" err="1">
                <a:latin typeface="EYInterstate Light" panose="02000506000000020004" pitchFamily="2" charset="0"/>
              </a:rPr>
              <a:t>MinPts</a:t>
            </a:r>
            <a:r>
              <a:rPr lang="en-US" altLang="en-US" sz="1800" dirty="0">
                <a:latin typeface="EYInterstate Light" panose="02000506000000020004" pitchFamily="2" charset="0"/>
              </a:rPr>
              <a:t> within Eps, but is in the neighborhood of a core point</a:t>
            </a:r>
          </a:p>
          <a:p>
            <a:pPr marL="990600" lvl="1" indent="-5334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1800" dirty="0">
                <a:latin typeface="EYInterstate Light" panose="02000506000000020004" pitchFamily="2" charset="0"/>
              </a:rPr>
              <a:t>A </a:t>
            </a:r>
            <a:r>
              <a:rPr lang="en-US" altLang="en-US" sz="1800" dirty="0">
                <a:solidFill>
                  <a:srgbClr val="FF0000"/>
                </a:solidFill>
                <a:latin typeface="EYInterstate Light" panose="02000506000000020004" pitchFamily="2" charset="0"/>
              </a:rPr>
              <a:t>noise point</a:t>
            </a:r>
            <a:r>
              <a:rPr lang="en-US" altLang="en-US" sz="1800" dirty="0">
                <a:latin typeface="EYInterstate Light" panose="02000506000000020004" pitchFamily="2" charset="0"/>
              </a:rPr>
              <a:t> is any point that is not a core point or a border point.</a:t>
            </a:r>
          </a:p>
        </p:txBody>
      </p:sp>
    </p:spTree>
    <p:extLst>
      <p:ext uri="{BB962C8B-B14F-4D97-AF65-F5344CB8AC3E}">
        <p14:creationId xmlns:p14="http://schemas.microsoft.com/office/powerpoint/2010/main" val="17960030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F02146D-5990-C514-B587-07456F36F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3DAE368-4BC4-A290-4666-A8B656E8DA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DBSCAN: Core, Border, and Noise Points</a:t>
            </a:r>
            <a:endParaRPr dirty="0"/>
          </a:p>
        </p:txBody>
      </p:sp>
      <p:pic>
        <p:nvPicPr>
          <p:cNvPr id="5" name="Picture 3">
            <a:extLst>
              <a:ext uri="{FF2B5EF4-FFF2-40B4-BE49-F238E27FC236}">
                <a16:creationId xmlns:a16="http://schemas.microsoft.com/office/drawing/2014/main" id="{1FD455FB-916C-87FA-89D4-18F7A63BB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11"/>
          <a:stretch>
            <a:fillRect/>
          </a:stretch>
        </p:blipFill>
        <p:spPr bwMode="auto">
          <a:xfrm>
            <a:off x="135556" y="1391652"/>
            <a:ext cx="4436444" cy="3189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56036C22-822C-9BD1-AACB-158AC89D2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09" y="4073274"/>
            <a:ext cx="28956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lang="en-US" altLang="en-US" sz="3200" dirty="0">
                <a:cs typeface="Arial" panose="020B0604020202020204" pitchFamily="34" charset="0"/>
                <a:sym typeface="Symbol" panose="05050102010706020507" pitchFamily="18" charset="2"/>
              </a:rPr>
              <a:t>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= 1unit, </a:t>
            </a:r>
            <a:r>
              <a:rPr lang="en-US" altLang="zh-CN" sz="2400" dirty="0" err="1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MinPts</a:t>
            </a:r>
            <a:r>
              <a:rPr lang="en-US" altLang="zh-CN" sz="2400" dirty="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 = 5</a:t>
            </a:r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E80144C4-B468-5739-6AD5-9FECBA7A7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272" y="1974599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9" name="Oval 6">
            <a:extLst>
              <a:ext uri="{FF2B5EF4-FFF2-40B4-BE49-F238E27FC236}">
                <a16:creationId xmlns:a16="http://schemas.microsoft.com/office/drawing/2014/main" id="{0883597E-996A-613E-C9D8-DC6C76475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3597" y="2285749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AB07A80D-3CCA-80B2-4853-0A6C83944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97" y="2347662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1" name="Oval 8">
            <a:extLst>
              <a:ext uri="{FF2B5EF4-FFF2-40B4-BE49-F238E27FC236}">
                <a16:creationId xmlns:a16="http://schemas.microsoft.com/office/drawing/2014/main" id="{088CF6A2-CE6F-4306-E676-64DF2A3AB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5559" y="1974599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148DB04E-6A62-4344-D71B-B35C0ECCD7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322" y="2534987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3" name="Oval 10">
            <a:extLst>
              <a:ext uri="{FF2B5EF4-FFF2-40B4-BE49-F238E27FC236}">
                <a16:creationId xmlns:a16="http://schemas.microsoft.com/office/drawing/2014/main" id="{88058CDC-B246-357A-D440-411F4D944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272" y="2598487"/>
            <a:ext cx="196850" cy="185737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1F5B23D9-42E3-8DF2-6CDB-60BD8DAEB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3797" y="2784224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5" name="Oval 12">
            <a:extLst>
              <a:ext uri="{FF2B5EF4-FFF2-40B4-BE49-F238E27FC236}">
                <a16:creationId xmlns:a16="http://schemas.microsoft.com/office/drawing/2014/main" id="{D051F01A-623E-4004-0642-58E3032851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2034" y="3096962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3C195D5B-E0ED-24FB-917C-B3CCA8788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40647" y="3284287"/>
            <a:ext cx="198437" cy="185737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7" name="Oval 14">
            <a:extLst>
              <a:ext uri="{FF2B5EF4-FFF2-40B4-BE49-F238E27FC236}">
                <a16:creationId xmlns:a16="http://schemas.microsoft.com/office/drawing/2014/main" id="{22C1ABFA-A204-4C93-137C-C1EDE98C5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409" y="3533524"/>
            <a:ext cx="198438" cy="185738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F10C310C-B6D4-5767-8814-7E621333AB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07322" y="2971549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9" name="Oval 16">
            <a:extLst>
              <a:ext uri="{FF2B5EF4-FFF2-40B4-BE49-F238E27FC236}">
                <a16:creationId xmlns:a16="http://schemas.microsoft.com/office/drawing/2014/main" id="{BBCD1CEB-625D-5CB7-B827-C33781532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2984" y="1226887"/>
            <a:ext cx="198438" cy="185737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AD32481D-58B1-D7ED-7107-CBA419541A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747" y="1974599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1" name="Oval 18">
            <a:extLst>
              <a:ext uri="{FF2B5EF4-FFF2-40B4-BE49-F238E27FC236}">
                <a16:creationId xmlns:a16="http://schemas.microsoft.com/office/drawing/2014/main" id="{AC95E49C-45B8-6BDE-2FB5-2A4F3C6F0B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7897" y="2223837"/>
            <a:ext cx="196850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599A2EF7-9C82-E1E6-28D6-54D7D8D3C5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8272" y="2347662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3" name="Oval 20">
            <a:extLst>
              <a:ext uri="{FF2B5EF4-FFF2-40B4-BE49-F238E27FC236}">
                <a16:creationId xmlns:a16="http://schemas.microsoft.com/office/drawing/2014/main" id="{9D86661A-5ACF-E817-1E32-DA4D19E7A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0034" y="2036512"/>
            <a:ext cx="198438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3C983838-E232-B46D-3E4A-56D90A96AF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747" y="2473074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5" name="Rectangle 22">
            <a:extLst>
              <a:ext uri="{FF2B5EF4-FFF2-40B4-BE49-F238E27FC236}">
                <a16:creationId xmlns:a16="http://schemas.microsoft.com/office/drawing/2014/main" id="{F52F4047-B6C0-CD20-5B46-E0077B48D2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1459" y="1101474"/>
            <a:ext cx="3359150" cy="2743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6" name="Oval 23">
            <a:extLst>
              <a:ext uri="{FF2B5EF4-FFF2-40B4-BE49-F238E27FC236}">
                <a16:creationId xmlns:a16="http://schemas.microsoft.com/office/drawing/2014/main" id="{F4BD53A6-C3C6-C8BF-031E-2EEAA5A28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4984" y="1725362"/>
            <a:ext cx="790575" cy="809625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7" name="Oval 24">
            <a:extLst>
              <a:ext uri="{FF2B5EF4-FFF2-40B4-BE49-F238E27FC236}">
                <a16:creationId xmlns:a16="http://schemas.microsoft.com/office/drawing/2014/main" id="{20F1ED7A-5F61-562B-6A87-FB627FAC40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272" y="2473074"/>
            <a:ext cx="790575" cy="8112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8" name="Oval 25">
            <a:extLst>
              <a:ext uri="{FF2B5EF4-FFF2-40B4-BE49-F238E27FC236}">
                <a16:creationId xmlns:a16="http://schemas.microsoft.com/office/drawing/2014/main" id="{9FCD2621-56F7-82E7-1B29-BED1CF1CB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984" y="1101474"/>
            <a:ext cx="790575" cy="811213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29" name="AutoShape 26">
            <a:extLst>
              <a:ext uri="{FF2B5EF4-FFF2-40B4-BE49-F238E27FC236}">
                <a16:creationId xmlns:a16="http://schemas.microsoft.com/office/drawing/2014/main" id="{2BB9417A-F2E2-BB53-1BA9-214A1B718068}"/>
              </a:ext>
            </a:extLst>
          </p:cNvPr>
          <p:cNvSpPr>
            <a:spLocks/>
          </p:cNvSpPr>
          <p:nvPr/>
        </p:nvSpPr>
        <p:spPr bwMode="auto">
          <a:xfrm>
            <a:off x="4511884" y="2790574"/>
            <a:ext cx="842963" cy="466725"/>
          </a:xfrm>
          <a:prstGeom prst="borderCallout1">
            <a:avLst>
              <a:gd name="adj1" fmla="val 24491"/>
              <a:gd name="adj2" fmla="val 109042"/>
              <a:gd name="adj3" fmla="val 18708"/>
              <a:gd name="adj4" fmla="val 16440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Core</a:t>
            </a:r>
          </a:p>
        </p:txBody>
      </p:sp>
      <p:sp>
        <p:nvSpPr>
          <p:cNvPr id="30" name="AutoShape 27">
            <a:extLst>
              <a:ext uri="{FF2B5EF4-FFF2-40B4-BE49-F238E27FC236}">
                <a16:creationId xmlns:a16="http://schemas.microsoft.com/office/drawing/2014/main" id="{5F50EE3C-9F11-19BC-F978-6E100055670D}"/>
              </a:ext>
            </a:extLst>
          </p:cNvPr>
          <p:cNvSpPr>
            <a:spLocks/>
          </p:cNvSpPr>
          <p:nvPr/>
        </p:nvSpPr>
        <p:spPr bwMode="auto">
          <a:xfrm>
            <a:off x="3907047" y="2009524"/>
            <a:ext cx="1173162" cy="466725"/>
          </a:xfrm>
          <a:prstGeom prst="borderCallout1">
            <a:avLst>
              <a:gd name="adj1" fmla="val 24491"/>
              <a:gd name="adj2" fmla="val 106495"/>
              <a:gd name="adj3" fmla="val 14625"/>
              <a:gd name="adj4" fmla="val 146412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Border</a:t>
            </a:r>
          </a:p>
        </p:txBody>
      </p:sp>
      <p:sp>
        <p:nvSpPr>
          <p:cNvPr id="31" name="AutoShape 28">
            <a:extLst>
              <a:ext uri="{FF2B5EF4-FFF2-40B4-BE49-F238E27FC236}">
                <a16:creationId xmlns:a16="http://schemas.microsoft.com/office/drawing/2014/main" id="{26175E38-5E0D-A9ED-31E2-BC9D1334AB79}"/>
              </a:ext>
            </a:extLst>
          </p:cNvPr>
          <p:cNvSpPr>
            <a:spLocks/>
          </p:cNvSpPr>
          <p:nvPr/>
        </p:nvSpPr>
        <p:spPr bwMode="auto">
          <a:xfrm>
            <a:off x="8010734" y="1226887"/>
            <a:ext cx="1184275" cy="466725"/>
          </a:xfrm>
          <a:prstGeom prst="borderCallout1">
            <a:avLst>
              <a:gd name="adj1" fmla="val 24491"/>
              <a:gd name="adj2" fmla="val -6435"/>
              <a:gd name="adj3" fmla="val 21431"/>
              <a:gd name="adj4" fmla="val -74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/>
            <a:r>
              <a:rPr lang="en-US" altLang="zh-CN" sz="2400">
                <a:latin typeface="Times New Roman" panose="02020603050405020304" pitchFamily="18" charset="0"/>
                <a:ea typeface="SimSun" panose="02010600030101010101" pitchFamily="2" charset="-122"/>
                <a:cs typeface="Arial" panose="020B0604020202020204" pitchFamily="34" charset="0"/>
              </a:rPr>
              <a:t>Outlier</a:t>
            </a:r>
          </a:p>
        </p:txBody>
      </p:sp>
      <p:sp>
        <p:nvSpPr>
          <p:cNvPr id="32" name="Oval 29">
            <a:extLst>
              <a:ext uri="{FF2B5EF4-FFF2-40B4-BE49-F238E27FC236}">
                <a16:creationId xmlns:a16="http://schemas.microsoft.com/office/drawing/2014/main" id="{DA7DB288-C04A-D7ED-2814-F47E65241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4172" y="3220787"/>
            <a:ext cx="198437" cy="187325"/>
          </a:xfrm>
          <a:prstGeom prst="ellipse">
            <a:avLst/>
          </a:prstGeom>
          <a:solidFill>
            <a:srgbClr val="00CC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3" name="Oval 30">
            <a:extLst>
              <a:ext uri="{FF2B5EF4-FFF2-40B4-BE49-F238E27FC236}">
                <a16:creationId xmlns:a16="http://schemas.microsoft.com/office/drawing/2014/main" id="{2A8AD152-0220-C11D-CA89-740E64231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4872" y="2026987"/>
            <a:ext cx="790575" cy="811212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308B68B-37F2-666B-3225-77A8C96B45F0}"/>
              </a:ext>
            </a:extLst>
          </p:cNvPr>
          <p:cNvGrpSpPr/>
          <p:nvPr/>
        </p:nvGrpSpPr>
        <p:grpSpPr>
          <a:xfrm>
            <a:off x="2973240" y="3031608"/>
            <a:ext cx="47160" cy="252360"/>
            <a:chOff x="2973240" y="3031608"/>
            <a:chExt cx="47160" cy="252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A17EDD9-1D23-6A40-7DEB-178F34BD828C}"/>
                    </a:ext>
                  </a:extLst>
                </p14:cNvPr>
                <p14:cNvContentPartPr/>
                <p14:nvPr/>
              </p14:nvContentPartPr>
              <p14:xfrm>
                <a:off x="2973240" y="3257328"/>
                <a:ext cx="18720" cy="25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A17EDD9-1D23-6A40-7DEB-178F34BD828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67120" y="3251208"/>
                  <a:ext cx="309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7428D2C3-010A-752D-996C-9370846B2D4F}"/>
                    </a:ext>
                  </a:extLst>
                </p14:cNvPr>
                <p14:cNvContentPartPr/>
                <p14:nvPr/>
              </p14:nvContentPartPr>
              <p14:xfrm>
                <a:off x="2979360" y="3031608"/>
                <a:ext cx="41040" cy="252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7428D2C3-010A-752D-996C-9370846B2D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73240" y="3025488"/>
                  <a:ext cx="5328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F041CC4-9C4D-272D-B346-B965F9A885FB}"/>
              </a:ext>
            </a:extLst>
          </p:cNvPr>
          <p:cNvGrpSpPr/>
          <p:nvPr/>
        </p:nvGrpSpPr>
        <p:grpSpPr>
          <a:xfrm>
            <a:off x="2338920" y="3212688"/>
            <a:ext cx="24120" cy="64080"/>
            <a:chOff x="2338920" y="3212688"/>
            <a:chExt cx="24120" cy="6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E890CDB-D869-2BA6-5400-1E9B97E3A10D}"/>
                    </a:ext>
                  </a:extLst>
                </p14:cNvPr>
                <p14:cNvContentPartPr/>
                <p14:nvPr/>
              </p14:nvContentPartPr>
              <p14:xfrm>
                <a:off x="2346840" y="3212688"/>
                <a:ext cx="16200" cy="612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E890CDB-D869-2BA6-5400-1E9B97E3A1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40720" y="3206568"/>
                  <a:ext cx="2844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7B5EDC3-F66E-1801-EB9A-72B6D6B3F60F}"/>
                    </a:ext>
                  </a:extLst>
                </p14:cNvPr>
                <p14:cNvContentPartPr/>
                <p14:nvPr/>
              </p14:nvContentPartPr>
              <p14:xfrm>
                <a:off x="2338920" y="3263448"/>
                <a:ext cx="5040" cy="133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7B5EDC3-F66E-1801-EB9A-72B6D6B3F60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332800" y="3257328"/>
                  <a:ext cx="17280" cy="2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454B2163-33CB-B886-9B43-A40680A07650}"/>
                  </a:ext>
                </a:extLst>
              </p14:cNvPr>
              <p14:cNvContentPartPr/>
              <p14:nvPr/>
            </p14:nvContentPartPr>
            <p14:xfrm>
              <a:off x="1692720" y="3276408"/>
              <a:ext cx="20520" cy="4032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454B2163-33CB-B886-9B43-A40680A0765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686600" y="3270288"/>
                <a:ext cx="32760" cy="5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89725228-9F85-E77B-DF9F-F684AB6CC08D}"/>
              </a:ext>
            </a:extLst>
          </p:cNvPr>
          <p:cNvGrpSpPr/>
          <p:nvPr/>
        </p:nvGrpSpPr>
        <p:grpSpPr>
          <a:xfrm>
            <a:off x="1520640" y="3259488"/>
            <a:ext cx="72360" cy="61200"/>
            <a:chOff x="1520640" y="3259488"/>
            <a:chExt cx="72360" cy="61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DA73D1D-BC38-8FB6-D3A9-7F8693F6A2A0}"/>
                    </a:ext>
                  </a:extLst>
                </p14:cNvPr>
                <p14:cNvContentPartPr/>
                <p14:nvPr/>
              </p14:nvContentPartPr>
              <p14:xfrm>
                <a:off x="1582920" y="3259488"/>
                <a:ext cx="10080" cy="27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DA73D1D-BC38-8FB6-D3A9-7F8693F6A2A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576800" y="3253368"/>
                  <a:ext cx="2232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5EAB0A7-1E75-BB74-F380-BA28097D48D6}"/>
                    </a:ext>
                  </a:extLst>
                </p14:cNvPr>
                <p14:cNvContentPartPr/>
                <p14:nvPr/>
              </p14:nvContentPartPr>
              <p14:xfrm>
                <a:off x="1523160" y="3310608"/>
                <a:ext cx="14400" cy="72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5EAB0A7-1E75-BB74-F380-BA28097D48D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17040" y="3304488"/>
                  <a:ext cx="26640" cy="1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002B8AD-4C0A-22F8-0F57-6147D64B7748}"/>
                    </a:ext>
                  </a:extLst>
                </p14:cNvPr>
                <p14:cNvContentPartPr/>
                <p14:nvPr/>
              </p14:nvContentPartPr>
              <p14:xfrm>
                <a:off x="1520640" y="3300168"/>
                <a:ext cx="11520" cy="20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002B8AD-4C0A-22F8-0F57-6147D64B774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14520" y="3294048"/>
                  <a:ext cx="23760" cy="3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451245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CEA4D97-4E6E-E6C0-3FA3-204F28F91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D3906D17-FB76-67D5-2497-AED47021ACE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 Algorithm (simplified view for teaching)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07F1A736-DD55-8166-FC91-0F1F1D83B1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49179" y="928838"/>
            <a:ext cx="8839200" cy="4953000"/>
          </a:xfrm>
        </p:spPr>
        <p:txBody>
          <a:bodyPr>
            <a:normAutofit/>
          </a:bodyPr>
          <a:lstStyle/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/>
              <a:t>Create a graph whose nodes are the points to be clustered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/>
              <a:t>For each core-point c create an edge from c to every point p in the </a:t>
            </a:r>
            <a:r>
              <a:rPr lang="en-US" altLang="en-US" sz="1800" dirty="0">
                <a:sym typeface="Symbol" panose="05050102010706020507" pitchFamily="18" charset="2"/>
              </a:rPr>
              <a:t>-neighborhood of c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Set N to the nodes of the graph; 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If N does not contain any core points terminate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Pick a core point c in N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Let X be the set of nodes that can be reached from c by going forward; 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create a cluster containing X{c}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N=N/(X{c}) </a:t>
            </a:r>
          </a:p>
          <a:p>
            <a:pPr marL="533400" indent="-533400">
              <a:buFont typeface="Monotype Sorts" pitchFamily="2" charset="2"/>
              <a:buAutoNum type="arabicPeriod"/>
            </a:pPr>
            <a:r>
              <a:rPr lang="en-US" altLang="en-US" sz="1800" dirty="0">
                <a:sym typeface="Symbol" panose="05050102010706020507" pitchFamily="18" charset="2"/>
              </a:rPr>
              <a:t>Continue with step 4</a:t>
            </a:r>
          </a:p>
          <a:p>
            <a:pPr marL="914400" lvl="1" indent="-457200">
              <a:buFont typeface="Monotype Sorts" pitchFamily="2" charset="2"/>
              <a:buAutoNum type="arabicPeriod"/>
            </a:pPr>
            <a:endParaRPr lang="en-US" altLang="en-US" sz="1800" dirty="0">
              <a:sym typeface="Symbol" panose="05050102010706020507" pitchFamily="18" charset="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A34CC3F3-29E5-FB5C-D25C-A08478BB31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179" y="4314574"/>
            <a:ext cx="9144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solidFill>
                  <a:srgbClr val="FF0000"/>
                </a:solidFill>
              </a:rPr>
              <a:t>Remark</a:t>
            </a:r>
            <a:r>
              <a:rPr lang="en-US" altLang="en-US" sz="1600" dirty="0"/>
              <a:t>: points that are not assigned to any cluster are outliers;</a:t>
            </a:r>
          </a:p>
        </p:txBody>
      </p:sp>
    </p:spTree>
    <p:extLst>
      <p:ext uri="{BB962C8B-B14F-4D97-AF65-F5344CB8AC3E}">
        <p14:creationId xmlns:p14="http://schemas.microsoft.com/office/powerpoint/2010/main" val="11764585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0A75BDC-5FDC-D665-0013-0EEE7995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2D34311-737D-8A87-976C-F54B4702A7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AD4E55F1-9C16-2E01-4DA7-F1A984D97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034" y="1109639"/>
            <a:ext cx="5674073" cy="3757635"/>
          </a:xfrm>
          <a:prstGeom prst="rect">
            <a:avLst/>
          </a:prstGeom>
        </p:spPr>
      </p:pic>
      <p:sp>
        <p:nvSpPr>
          <p:cNvPr id="65" name="Oval 64">
            <a:extLst>
              <a:ext uri="{FF2B5EF4-FFF2-40B4-BE49-F238E27FC236}">
                <a16:creationId xmlns:a16="http://schemas.microsoft.com/office/drawing/2014/main" id="{74F30EA2-6B15-9235-1405-9F4908E2929D}"/>
              </a:ext>
            </a:extLst>
          </p:cNvPr>
          <p:cNvSpPr/>
          <p:nvPr/>
        </p:nvSpPr>
        <p:spPr>
          <a:xfrm>
            <a:off x="1114425" y="3048000"/>
            <a:ext cx="657225" cy="65722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89382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7CD7214-BBBF-DA3C-589B-1191B067D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E72F0A7-B526-A7E0-8BCA-78E8C26A51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Steps in the Algorithm</a:t>
            </a:r>
            <a:endParaRPr dirty="0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F62B7824-1919-C8B6-9DF7-AA19F9B4E5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452" y="1128469"/>
            <a:ext cx="5321648" cy="3524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4627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03985BD-1EF9-B05C-2C00-8F462EEED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9C85C64-A2A8-8453-2DD6-6B3C35F460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DBSCAN: Core, Border and Noise Points</a:t>
            </a:r>
            <a:endParaRPr dirty="0"/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0BBECFBA-A1B1-E421-AB2C-7B1FE228F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" y="922087"/>
            <a:ext cx="4005764" cy="3004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6">
            <a:extLst>
              <a:ext uri="{FF2B5EF4-FFF2-40B4-BE49-F238E27FC236}">
                <a16:creationId xmlns:a16="http://schemas.microsoft.com/office/drawing/2014/main" id="{FAB52893-0507-1032-AF12-3B212046C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2" y="998287"/>
            <a:ext cx="4005764" cy="30046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>
            <a:extLst>
              <a:ext uri="{FF2B5EF4-FFF2-40B4-BE49-F238E27FC236}">
                <a16:creationId xmlns:a16="http://schemas.microsoft.com/office/drawing/2014/main" id="{A0C9D21A-AD76-08F7-8EC2-C7BF7D44E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330" y="3738312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Original Points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90A24587-BE35-36F8-90BE-BBB0D8FE61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0530" y="3814512"/>
            <a:ext cx="2514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/>
              <a:t>Point types: </a:t>
            </a:r>
            <a:r>
              <a:rPr lang="en-US" altLang="en-US" sz="1800">
                <a:solidFill>
                  <a:schemeClr val="hlink"/>
                </a:solidFill>
              </a:rPr>
              <a:t>core</a:t>
            </a:r>
            <a:r>
              <a:rPr lang="en-US" altLang="en-US" sz="1800"/>
              <a:t>, </a:t>
            </a:r>
            <a:r>
              <a:rPr lang="en-US" altLang="en-US" sz="1800">
                <a:solidFill>
                  <a:srgbClr val="003399"/>
                </a:solidFill>
              </a:rPr>
              <a:t>border</a:t>
            </a:r>
            <a:r>
              <a:rPr lang="en-US" altLang="en-US" sz="1800"/>
              <a:t> and </a:t>
            </a:r>
            <a:r>
              <a:rPr lang="en-US" altLang="en-US" sz="1800">
                <a:solidFill>
                  <a:srgbClr val="FF0000"/>
                </a:solidFill>
              </a:rPr>
              <a:t>noise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637AD962-21D0-3D78-0EA0-45AE654FD3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662" y="4409871"/>
            <a:ext cx="3276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Eps = 10, </a:t>
            </a:r>
            <a:r>
              <a:rPr lang="en-US" altLang="en-US" sz="1800" dirty="0" err="1"/>
              <a:t>MinPts</a:t>
            </a:r>
            <a:r>
              <a:rPr lang="en-US" altLang="en-US" sz="1800" dirty="0"/>
              <a:t> = 4</a:t>
            </a:r>
          </a:p>
        </p:txBody>
      </p:sp>
    </p:spTree>
    <p:extLst>
      <p:ext uri="{BB962C8B-B14F-4D97-AF65-F5344CB8AC3E}">
        <p14:creationId xmlns:p14="http://schemas.microsoft.com/office/powerpoint/2010/main" val="39813337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0C6CC8A-86A2-41EE-9113-7C209411F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1C0CAB50-67E7-2195-02EA-041FF929C9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DBSCAN Works Well</a:t>
            </a:r>
            <a:endParaRPr dirty="0"/>
          </a:p>
        </p:txBody>
      </p:sp>
      <p:pic>
        <p:nvPicPr>
          <p:cNvPr id="3" name="Picture 2051">
            <a:extLst>
              <a:ext uri="{FF2B5EF4-FFF2-40B4-BE49-F238E27FC236}">
                <a16:creationId xmlns:a16="http://schemas.microsoft.com/office/drawing/2014/main" id="{0A14EF6D-238D-6729-3F15-538734F2F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1088"/>
            <a:ext cx="3957638" cy="296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2053">
            <a:extLst>
              <a:ext uri="{FF2B5EF4-FFF2-40B4-BE49-F238E27FC236}">
                <a16:creationId xmlns:a16="http://schemas.microsoft.com/office/drawing/2014/main" id="{754E5EFA-DC01-F16B-A28A-0D8C060FABA0}"/>
              </a:ext>
            </a:extLst>
          </p:cNvPr>
          <p:cNvGrpSpPr>
            <a:grpSpLocks/>
          </p:cNvGrpSpPr>
          <p:nvPr/>
        </p:nvGrpSpPr>
        <p:grpSpPr bwMode="auto">
          <a:xfrm>
            <a:off x="4271963" y="1004888"/>
            <a:ext cx="3957637" cy="3145219"/>
            <a:chOff x="2691" y="633"/>
            <a:chExt cx="3069" cy="2439"/>
          </a:xfrm>
        </p:grpSpPr>
        <p:pic>
          <p:nvPicPr>
            <p:cNvPr id="5" name="Picture 2054">
              <a:extLst>
                <a:ext uri="{FF2B5EF4-FFF2-40B4-BE49-F238E27FC236}">
                  <a16:creationId xmlns:a16="http://schemas.microsoft.com/office/drawing/2014/main" id="{52E87679-6F76-CDDC-F4E1-F84934F730C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2055">
              <a:extLst>
                <a:ext uri="{FF2B5EF4-FFF2-40B4-BE49-F238E27FC236}">
                  <a16:creationId xmlns:a16="http://schemas.microsoft.com/office/drawing/2014/main" id="{936A15F9-7BCA-BCEE-9D79-884630CB0C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841"/>
              <a:ext cx="15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/>
                <a:t>Clusters</a:t>
              </a:r>
            </a:p>
          </p:txBody>
        </p:sp>
      </p:grpSp>
      <p:sp>
        <p:nvSpPr>
          <p:cNvPr id="12" name="Text Box 2056">
            <a:extLst>
              <a:ext uri="{FF2B5EF4-FFF2-40B4-BE49-F238E27FC236}">
                <a16:creationId xmlns:a16="http://schemas.microsoft.com/office/drawing/2014/main" id="{C597CFCA-3791-DEA9-262D-3B7061A898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71" y="4049639"/>
            <a:ext cx="538517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Resistant to Noise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Can handle clusters of different shapes and sizes</a:t>
            </a:r>
          </a:p>
        </p:txBody>
      </p:sp>
    </p:spTree>
    <p:extLst>
      <p:ext uri="{BB962C8B-B14F-4D97-AF65-F5344CB8AC3E}">
        <p14:creationId xmlns:p14="http://schemas.microsoft.com/office/powerpoint/2010/main" val="401611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90C6929-F827-FF92-3F2A-5E2599C6B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8F4D95B-3A87-75F3-C382-A242071D8B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DBSCAN Works Well</a:t>
            </a:r>
            <a:endParaRPr dirty="0"/>
          </a:p>
        </p:txBody>
      </p:sp>
      <p:pic>
        <p:nvPicPr>
          <p:cNvPr id="3" name="Picture 2051">
            <a:extLst>
              <a:ext uri="{FF2B5EF4-FFF2-40B4-BE49-F238E27FC236}">
                <a16:creationId xmlns:a16="http://schemas.microsoft.com/office/drawing/2014/main" id="{95407118-3DE4-6692-798B-127D17868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81088"/>
            <a:ext cx="3957638" cy="2968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2053">
            <a:extLst>
              <a:ext uri="{FF2B5EF4-FFF2-40B4-BE49-F238E27FC236}">
                <a16:creationId xmlns:a16="http://schemas.microsoft.com/office/drawing/2014/main" id="{7A427CA3-4347-ADAF-24C2-57161DD3B2E5}"/>
              </a:ext>
            </a:extLst>
          </p:cNvPr>
          <p:cNvGrpSpPr>
            <a:grpSpLocks/>
          </p:cNvGrpSpPr>
          <p:nvPr/>
        </p:nvGrpSpPr>
        <p:grpSpPr bwMode="auto">
          <a:xfrm>
            <a:off x="4271963" y="1004888"/>
            <a:ext cx="3957637" cy="3145219"/>
            <a:chOff x="2691" y="633"/>
            <a:chExt cx="3069" cy="2439"/>
          </a:xfrm>
        </p:grpSpPr>
        <p:pic>
          <p:nvPicPr>
            <p:cNvPr id="5" name="Picture 2054">
              <a:extLst>
                <a:ext uri="{FF2B5EF4-FFF2-40B4-BE49-F238E27FC236}">
                  <a16:creationId xmlns:a16="http://schemas.microsoft.com/office/drawing/2014/main" id="{F89B2B11-85BF-913B-385A-39522FB137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1" y="633"/>
              <a:ext cx="3069" cy="23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Text Box 2055">
              <a:extLst>
                <a:ext uri="{FF2B5EF4-FFF2-40B4-BE49-F238E27FC236}">
                  <a16:creationId xmlns:a16="http://schemas.microsoft.com/office/drawing/2014/main" id="{DCE2A5D8-CBF8-A40A-750E-086EBD98CD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2" y="2841"/>
              <a:ext cx="158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en-US" sz="1800" dirty="0"/>
                <a:t>Clusters</a:t>
              </a:r>
            </a:p>
          </p:txBody>
        </p:sp>
      </p:grpSp>
      <p:sp>
        <p:nvSpPr>
          <p:cNvPr id="12" name="Text Box 2056">
            <a:extLst>
              <a:ext uri="{FF2B5EF4-FFF2-40B4-BE49-F238E27FC236}">
                <a16:creationId xmlns:a16="http://schemas.microsoft.com/office/drawing/2014/main" id="{3FE9C92F-2DF5-C12B-BE2A-E264BCD3CE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471" y="4049639"/>
            <a:ext cx="5385172" cy="784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Resistant to Noise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/>
              <a:t> Can handle clusters of different shapes and sizes</a:t>
            </a:r>
          </a:p>
        </p:txBody>
      </p:sp>
    </p:spTree>
    <p:extLst>
      <p:ext uri="{BB962C8B-B14F-4D97-AF65-F5344CB8AC3E}">
        <p14:creationId xmlns:p14="http://schemas.microsoft.com/office/powerpoint/2010/main" val="12259077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C3E6309-64C2-8DA1-82F0-C1A27D0EB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698EFB0-090C-F541-A1D9-B56E7FD869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DBSCAN Does NOT Work Well</a:t>
            </a:r>
            <a:endParaRPr dirty="0"/>
          </a:p>
        </p:txBody>
      </p:sp>
      <p:pic>
        <p:nvPicPr>
          <p:cNvPr id="7" name="Picture 5" descr="fish_clusters">
            <a:extLst>
              <a:ext uri="{FF2B5EF4-FFF2-40B4-BE49-F238E27FC236}">
                <a16:creationId xmlns:a16="http://schemas.microsoft.com/office/drawing/2014/main" id="{1F38AF76-DBA6-4850-4715-45F6E928B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77" y="1483188"/>
            <a:ext cx="3048000" cy="240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8" name="Object 2">
            <a:extLst>
              <a:ext uri="{FF2B5EF4-FFF2-40B4-BE49-F238E27FC236}">
                <a16:creationId xmlns:a16="http://schemas.microsoft.com/office/drawing/2014/main" id="{8ACDEF6D-1A79-5959-AACF-E79AC9FFAB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47374130"/>
              </p:ext>
            </p:extLst>
          </p:nvPr>
        </p:nvGraphicFramePr>
        <p:xfrm>
          <a:off x="3953577" y="1157710"/>
          <a:ext cx="2590800" cy="1761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686706" imgH="3177815" progId="MSPhotoEd.3">
                  <p:embed/>
                </p:oleObj>
              </mc:Choice>
              <mc:Fallback>
                <p:oleObj r:id="rId4" imgW="4686706" imgH="3177815" progId="MSPhotoEd.3">
                  <p:embed/>
                  <p:pic>
                    <p:nvPicPr>
                      <p:cNvPr id="8" name="Object 2">
                        <a:extLst>
                          <a:ext uri="{FF2B5EF4-FFF2-40B4-BE49-F238E27FC236}">
                            <a16:creationId xmlns:a16="http://schemas.microsoft.com/office/drawing/2014/main" id="{8ACDEF6D-1A79-5959-AACF-E79AC9FFABB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3577" y="1157710"/>
                        <a:ext cx="2590800" cy="1761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7A28372D-954C-CECD-BBFF-8179E645AE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1811846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MinPts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=4, Eps=9.75).</a:t>
            </a:r>
            <a:r>
              <a:rPr lang="en-US" altLang="en-US" sz="900" dirty="0">
                <a:latin typeface="Times New Roman" panose="02020603050405020304" pitchFamily="18" charset="0"/>
              </a:rPr>
              <a:t> </a:t>
            </a:r>
            <a:endParaRPr lang="en-US" altLang="en-US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" name="Object 3">
            <a:extLst>
              <a:ext uri="{FF2B5EF4-FFF2-40B4-BE49-F238E27FC236}">
                <a16:creationId xmlns:a16="http://schemas.microsoft.com/office/drawing/2014/main" id="{6D193CCA-D58D-6CCC-D957-BED4B8AEC6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8737323"/>
              </p:ext>
            </p:extLst>
          </p:nvPr>
        </p:nvGraphicFramePr>
        <p:xfrm>
          <a:off x="3953577" y="3098966"/>
          <a:ext cx="2592600" cy="1761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4686706" imgH="3177815" progId="MSPhotoEd.3">
                  <p:embed/>
                </p:oleObj>
              </mc:Choice>
              <mc:Fallback>
                <p:oleObj r:id="rId6" imgW="4686706" imgH="3177815" progId="MSPhotoEd.3">
                  <p:embed/>
                  <p:pic>
                    <p:nvPicPr>
                      <p:cNvPr id="10" name="Object 3">
                        <a:extLst>
                          <a:ext uri="{FF2B5EF4-FFF2-40B4-BE49-F238E27FC236}">
                            <a16:creationId xmlns:a16="http://schemas.microsoft.com/office/drawing/2014/main" id="{6D193CCA-D58D-6CCC-D957-BED4B8AEC6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3577" y="3098966"/>
                        <a:ext cx="2592600" cy="176184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11">
            <a:extLst>
              <a:ext uri="{FF2B5EF4-FFF2-40B4-BE49-F238E27FC236}">
                <a16:creationId xmlns:a16="http://schemas.microsoft.com/office/drawing/2014/main" id="{2444F655-EE2F-FE42-52C9-3E3143FFE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9400" y="3715213"/>
            <a:ext cx="2514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 (MinPts=4, Eps=9.92)</a:t>
            </a:r>
          </a:p>
        </p:txBody>
      </p:sp>
      <p:sp>
        <p:nvSpPr>
          <p:cNvPr id="14" name="Text Box 12">
            <a:extLst>
              <a:ext uri="{FF2B5EF4-FFF2-40B4-BE49-F238E27FC236}">
                <a16:creationId xmlns:a16="http://schemas.microsoft.com/office/drawing/2014/main" id="{3AA8F4C3-71BF-C3DB-F476-730CAFB035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77" y="4262981"/>
            <a:ext cx="3505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Varying densities</a:t>
            </a:r>
          </a:p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en-US" sz="1800" dirty="0"/>
              <a:t> High-dimensional data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916F9872-48A4-13E3-0202-8B251725F4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8310" y="3648538"/>
            <a:ext cx="25146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800" dirty="0"/>
              <a:t>Original Points</a:t>
            </a:r>
          </a:p>
        </p:txBody>
      </p:sp>
    </p:spTree>
    <p:extLst>
      <p:ext uri="{BB962C8B-B14F-4D97-AF65-F5344CB8AC3E}">
        <p14:creationId xmlns:p14="http://schemas.microsoft.com/office/powerpoint/2010/main" val="502343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C2A6184-7FB8-DA35-A34F-F3FE4E6F7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04AC245-8B0C-1222-A822-1E41CBEEB8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DBSCAN: Determining EPS and </a:t>
            </a:r>
            <a:r>
              <a:rPr lang="en-GB" dirty="0" err="1"/>
              <a:t>MinPts</a:t>
            </a:r>
            <a:endParaRPr dirty="0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45F6D2CC-61B0-F543-6C5A-3F3179595D0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67531" y="990600"/>
            <a:ext cx="8686800" cy="5029200"/>
          </a:xfrm>
          <a:noFill/>
        </p:spPr>
        <p:txBody>
          <a:bodyPr/>
          <a:lstStyle/>
          <a:p>
            <a:pPr marL="533400" indent="-533400">
              <a:lnSpc>
                <a:spcPct val="90000"/>
              </a:lnSpc>
            </a:pPr>
            <a:r>
              <a:rPr lang="en-US" altLang="en-US" sz="1800" dirty="0"/>
              <a:t>Idea is that for points in a cluster, their k</a:t>
            </a:r>
            <a:r>
              <a:rPr lang="en-US" altLang="en-US" sz="1800" baseline="30000" dirty="0"/>
              <a:t>th</a:t>
            </a:r>
            <a:r>
              <a:rPr lang="en-US" altLang="en-US" sz="1800" dirty="0"/>
              <a:t> nearest neighbors are at roughly the same distance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sz="1800" dirty="0"/>
              <a:t>Noise points have the k</a:t>
            </a:r>
            <a:r>
              <a:rPr lang="en-US" altLang="en-US" sz="1800" baseline="30000" dirty="0"/>
              <a:t>th</a:t>
            </a:r>
            <a:r>
              <a:rPr lang="en-US" altLang="en-US" sz="1800" dirty="0"/>
              <a:t> nearest neighbor at farther distance</a:t>
            </a:r>
          </a:p>
          <a:p>
            <a:pPr marL="533400" indent="-533400">
              <a:lnSpc>
                <a:spcPct val="90000"/>
              </a:lnSpc>
            </a:pPr>
            <a:r>
              <a:rPr lang="en-US" altLang="en-US" sz="1800" dirty="0"/>
              <a:t>So, plot sorted distance of every point to its k</a:t>
            </a:r>
            <a:r>
              <a:rPr lang="en-US" altLang="en-US" sz="1800" baseline="30000" dirty="0"/>
              <a:t>th</a:t>
            </a:r>
            <a:r>
              <a:rPr lang="en-US" altLang="en-US" sz="1800" dirty="0"/>
              <a:t> nearest neighbor</a:t>
            </a:r>
            <a:endParaRPr lang="en-US" altLang="en-US" sz="1100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588DB44-A951-4664-3024-C3168C46F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112" y="2036094"/>
            <a:ext cx="3656013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Line 2">
            <a:extLst>
              <a:ext uri="{FF2B5EF4-FFF2-40B4-BE49-F238E27FC236}">
                <a16:creationId xmlns:a16="http://schemas.microsoft.com/office/drawing/2014/main" id="{8F4E0566-BCE4-7067-8769-75BBBEA727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9149" y="2188494"/>
            <a:ext cx="0" cy="2438400"/>
          </a:xfrm>
          <a:prstGeom prst="line">
            <a:avLst/>
          </a:prstGeom>
          <a:noFill/>
          <a:ln w="254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 sz="1100"/>
          </a:p>
        </p:txBody>
      </p:sp>
      <p:sp>
        <p:nvSpPr>
          <p:cNvPr id="11" name="Text Box 3">
            <a:extLst>
              <a:ext uri="{FF2B5EF4-FFF2-40B4-BE49-F238E27FC236}">
                <a16:creationId xmlns:a16="http://schemas.microsoft.com/office/drawing/2014/main" id="{A8E0D0BA-3CD1-6009-67FC-D67865B51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4647" y="3707368"/>
            <a:ext cx="184056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Non-Core-points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5A07B4AF-EA4E-D28E-A89C-EA73905CF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707368"/>
            <a:ext cx="135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800" dirty="0"/>
              <a:t>Core-points</a:t>
            </a:r>
          </a:p>
        </p:txBody>
      </p:sp>
      <p:sp>
        <p:nvSpPr>
          <p:cNvPr id="15" name="Text Box 5">
            <a:extLst>
              <a:ext uri="{FF2B5EF4-FFF2-40B4-BE49-F238E27FC236}">
                <a16:creationId xmlns:a16="http://schemas.microsoft.com/office/drawing/2014/main" id="{E6E7C0FC-CD09-F38C-2880-21FDAB1F77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0706" y="3038362"/>
            <a:ext cx="33361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US" sz="1400" dirty="0">
                <a:solidFill>
                  <a:srgbClr val="FF0000"/>
                </a:solidFill>
              </a:rPr>
              <a:t>Run K-means for </a:t>
            </a:r>
            <a:r>
              <a:rPr lang="en-US" altLang="en-US" sz="1400" dirty="0" err="1">
                <a:solidFill>
                  <a:srgbClr val="FF0000"/>
                </a:solidFill>
              </a:rPr>
              <a:t>Minp</a:t>
            </a:r>
            <a:r>
              <a:rPr lang="en-US" altLang="en-US" sz="1400" dirty="0">
                <a:solidFill>
                  <a:srgbClr val="FF0000"/>
                </a:solidFill>
              </a:rPr>
              <a:t>=4 and </a:t>
            </a:r>
            <a:r>
              <a:rPr lang="en-US" altLang="en-US" sz="1400" dirty="0">
                <a:solidFill>
                  <a:srgbClr val="FF0000"/>
                </a:solidFill>
                <a:sym typeface="Symbol" panose="05050102010706020507" pitchFamily="18" charset="2"/>
              </a:rPr>
              <a:t>not fixed </a:t>
            </a:r>
            <a:endParaRPr lang="en-US" altLang="en-US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7110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DCA9BDC-E48A-5218-8D4B-D7052EE81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1F50AE3-6C01-64AF-38B9-0F8FF25C62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Complexity DBSCAN</a:t>
            </a:r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00FFEDE5-9F99-CD19-C394-0BDAB34651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43000"/>
            <a:ext cx="8001000" cy="3509712"/>
          </a:xfrm>
        </p:spPr>
        <p:txBody>
          <a:bodyPr>
            <a:normAutofit/>
          </a:bodyPr>
          <a:lstStyle/>
          <a:p>
            <a:pPr marL="468000" indent="-533400">
              <a:lnSpc>
                <a:spcPct val="90000"/>
              </a:lnSpc>
              <a:spcAft>
                <a:spcPts val="1200"/>
              </a:spcAft>
              <a:defRPr/>
            </a:pPr>
            <a:endParaRPr lang="en-US" sz="1800" dirty="0"/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/>
            </a:pPr>
            <a:r>
              <a:rPr lang="en-US" sz="1800" u="sng" dirty="0"/>
              <a:t>Time Complexity</a:t>
            </a:r>
            <a:r>
              <a:rPr lang="en-US" sz="1800" dirty="0"/>
              <a:t>: O(n</a:t>
            </a:r>
            <a:r>
              <a:rPr lang="en-US" sz="1800" baseline="30000" dirty="0"/>
              <a:t>2</a:t>
            </a:r>
            <a:r>
              <a:rPr lang="en-US" sz="1800" dirty="0"/>
              <a:t>)</a:t>
            </a:r>
            <a:r>
              <a:rPr lang="en-US" sz="1800" dirty="0">
                <a:cs typeface="Times New Roman"/>
              </a:rPr>
              <a:t>—for each point it has to be determined if it is a core point</a:t>
            </a:r>
            <a:r>
              <a:rPr lang="en-US" sz="1800" dirty="0"/>
              <a:t>, can be reduced to O(n*log(n)) in lower dimensional spaces by using efficient data structures (n is the number of objects to be clustered); </a:t>
            </a:r>
          </a:p>
          <a:p>
            <a:pPr marL="0" indent="0">
              <a:lnSpc>
                <a:spcPct val="90000"/>
              </a:lnSpc>
              <a:spcAft>
                <a:spcPts val="1200"/>
              </a:spcAft>
              <a:buNone/>
              <a:defRPr/>
            </a:pPr>
            <a:r>
              <a:rPr lang="en-US" sz="1800" u="sng" dirty="0"/>
              <a:t>Space Complexity</a:t>
            </a:r>
            <a:r>
              <a:rPr lang="en-US" sz="1800" dirty="0"/>
              <a:t>: O(n).</a:t>
            </a:r>
          </a:p>
          <a:p>
            <a:pPr marL="468000" indent="-533400">
              <a:lnSpc>
                <a:spcPct val="90000"/>
              </a:lnSpc>
              <a:spcAft>
                <a:spcPts val="1200"/>
              </a:spcAft>
              <a:buFont typeface="Wingdings" panose="05000000000000000000" pitchFamily="2" charset="2"/>
              <a:buNone/>
              <a:defRPr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421772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8B09E578-DDD1-6B98-2687-D2C2CCD04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8AB89BC-FF69-940D-6771-41A1AE3DDD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Summary of DBSCAN </a:t>
            </a:r>
            <a:endParaRPr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3AD0088-801A-8C58-DCAC-9C481F8386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2034" y="1143000"/>
            <a:ext cx="8244450" cy="3509712"/>
          </a:xfr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rgbClr val="FF0000"/>
                </a:solidFill>
              </a:rPr>
              <a:t>Good</a:t>
            </a:r>
            <a:r>
              <a:rPr lang="en-US" sz="1800" dirty="0"/>
              <a:t>: can detect arbitrary shapes, not very sensitive to noise, supports outlier detection, complexity is kind of okay, beside K-means the second most used clustering algorithm.</a:t>
            </a:r>
          </a:p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rgbClr val="FF0000"/>
                </a:solidFill>
              </a:rPr>
              <a:t>Bad</a:t>
            </a:r>
            <a:r>
              <a:rPr lang="en-US" sz="1800" dirty="0"/>
              <a:t>: does not work well in high-dimensional datasets, parameter selection is tricky, has problems of identifying clusters of varying densities (</a:t>
            </a:r>
            <a:r>
              <a:rPr lang="en-US" sz="1800" dirty="0">
                <a:sym typeface="Wingdings" pitchFamily="2" charset="2"/>
              </a:rPr>
              <a:t>SSN algorithm), density estimation is kind of simplistic (does not create a real density function, but rather a graph of density-connected points)</a:t>
            </a:r>
            <a:endParaRPr lang="en-US" sz="1800" dirty="0"/>
          </a:p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782265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CF8CDE4C-3D4B-479F-2D5D-96A884C90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F53E30DB-DA29-A9E9-014E-937EEB7A91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844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pPr lvl="1"/>
            <a:r>
              <a:rPr lang="en-GB" dirty="0"/>
              <a:t>Summary of DBSCAN</a:t>
            </a:r>
            <a:br>
              <a:rPr lang="en-GB" dirty="0"/>
            </a:br>
            <a:endParaRPr b="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B04BFD4-499A-DD2B-C6E3-E50583A0CC5C}"/>
                  </a:ext>
                </a:extLst>
              </p14:cNvPr>
              <p14:cNvContentPartPr/>
              <p14:nvPr/>
            </p14:nvContentPartPr>
            <p14:xfrm>
              <a:off x="400244" y="1862641"/>
              <a:ext cx="4741459" cy="2054842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B04BFD4-499A-DD2B-C6E3-E50583A0CC5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0884" y="1853281"/>
                <a:ext cx="4760179" cy="2073562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0D01B857-592D-C607-8CCA-7A700385A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676280" y="907983"/>
            <a:ext cx="4255964" cy="3972025"/>
          </a:xfrm>
        </p:spPr>
        <p:txBody>
          <a:bodyPr/>
          <a:lstStyle/>
          <a:p>
            <a:r>
              <a:rPr lang="en-US" altLang="en-US" dirty="0"/>
              <a:t>Eliminate noise points</a:t>
            </a:r>
          </a:p>
          <a:p>
            <a:r>
              <a:rPr lang="en-US" altLang="en-US" dirty="0"/>
              <a:t>Perform clustering on the remaining points: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EAED13-46B5-F95E-61B1-3B91276A2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78668" y="1638701"/>
            <a:ext cx="3843332" cy="205484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3239423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FE80-1BAE-9188-4C7B-1B2630E13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3EC39-0459-EB47-598F-C6AEE16F9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DBSCAN Lab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85640E1-A94D-D4F2-4910-7F0207CD8042}"/>
              </a:ext>
            </a:extLst>
          </p:cNvPr>
          <p:cNvSpPr txBox="1">
            <a:spLocks noChangeArrowheads="1"/>
          </p:cNvSpPr>
          <p:nvPr/>
        </p:nvSpPr>
        <p:spPr>
          <a:xfrm>
            <a:off x="793672" y="2326908"/>
            <a:ext cx="8244450" cy="3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3400" indent="-533400">
              <a:lnSpc>
                <a:spcPct val="90000"/>
              </a:lnSpc>
              <a:spcAft>
                <a:spcPts val="2400"/>
              </a:spcAft>
            </a:pPr>
            <a:r>
              <a:rPr lang="en-US" sz="1800" dirty="0">
                <a:solidFill>
                  <a:schemeClr val="tx2"/>
                </a:solidFill>
              </a:rPr>
              <a:t>Check Out </a:t>
            </a:r>
            <a:r>
              <a:rPr lang="en-US" sz="1800" dirty="0">
                <a:solidFill>
                  <a:srgbClr val="00B0F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Site</a:t>
            </a:r>
            <a:r>
              <a:rPr lang="en-US" sz="1800" dirty="0">
                <a:solidFill>
                  <a:schemeClr val="tx2"/>
                </a:solidFill>
              </a:rPr>
              <a:t> for Implementation of DBSCAN with different shapes</a:t>
            </a:r>
          </a:p>
        </p:txBody>
      </p:sp>
    </p:spTree>
    <p:extLst>
      <p:ext uri="{BB962C8B-B14F-4D97-AF65-F5344CB8AC3E}">
        <p14:creationId xmlns:p14="http://schemas.microsoft.com/office/powerpoint/2010/main" val="42574684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1AA3C8CD-7CC4-ADD6-91C3-DF600CF60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270F8C39-389B-9E25-74B2-AEEE5AD7EE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Gaussian Mixture Models (GMM)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320A5AB0-FB27-2CA0-5ACA-ADB3AE8A11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48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4449962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2D1B0AAB-963B-30B9-7B11-543580DC1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CCEC270-3114-88EA-67C3-18C73535C8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7CF1D522-1C68-05A1-C188-80AD6D1DF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668" y="710072"/>
            <a:ext cx="4105066" cy="41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305352B-1732-62C8-CC5A-0AD27B23E4D4}"/>
                  </a:ext>
                </a:extLst>
              </p14:cNvPr>
              <p14:cNvContentPartPr/>
              <p14:nvPr/>
            </p14:nvContentPartPr>
            <p14:xfrm>
              <a:off x="3495960" y="1304280"/>
              <a:ext cx="4347360" cy="3754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305352B-1732-62C8-CC5A-0AD27B23E4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86600" y="1294920"/>
                <a:ext cx="4366080" cy="377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80551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A8B1EDB-8097-50CB-CD40-2AEBD9711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2036BCE-09F2-4B74-CDA2-FDE4E29A0C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1195E9-8684-AA22-14D4-67DB82EEA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3905668" y="710072"/>
            <a:ext cx="4105066" cy="4105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65D2644B-EE80-7A5F-B997-E888C35AF9CD}"/>
              </a:ext>
            </a:extLst>
          </p:cNvPr>
          <p:cNvSpPr txBox="1">
            <a:spLocks noChangeArrowheads="1"/>
          </p:cNvSpPr>
          <p:nvPr/>
        </p:nvSpPr>
        <p:spPr>
          <a:xfrm>
            <a:off x="322034" y="1123950"/>
            <a:ext cx="28194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altLang="en-US" b="0"/>
              <a:t>GMM clustering of the assay data</a:t>
            </a:r>
            <a:endParaRPr lang="en-US" altLang="en-US" b="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E11E791-1453-BC97-FE15-93975A608D43}"/>
                  </a:ext>
                </a:extLst>
              </p14:cNvPr>
              <p14:cNvContentPartPr/>
              <p14:nvPr/>
            </p14:nvContentPartPr>
            <p14:xfrm>
              <a:off x="3783960" y="567000"/>
              <a:ext cx="4590360" cy="42987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E11E791-1453-BC97-FE15-93975A608D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74600" y="557640"/>
                <a:ext cx="4609080" cy="431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469062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7DF2C065-A760-962E-A6A0-D25B8BF01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C153D554-63A9-12FD-1834-3417113C2D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08DC8E9-EE5A-79E1-E638-D5EA81B62CD9}"/>
                  </a:ext>
                </a:extLst>
              </p14:cNvPr>
              <p14:cNvContentPartPr/>
              <p14:nvPr/>
            </p14:nvContentPartPr>
            <p14:xfrm>
              <a:off x="373320" y="572040"/>
              <a:ext cx="8645040" cy="4314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08DC8E9-EE5A-79E1-E638-D5EA81B62C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3960" y="562680"/>
                <a:ext cx="8663760" cy="433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053655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F26A56B6-6971-3B30-EF7C-03461497F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431A0C2D-C1A9-21A8-0D75-DCCE2A6649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60504C4-5AC4-D267-0297-725BAA817A7A}"/>
                  </a:ext>
                </a:extLst>
              </p14:cNvPr>
              <p14:cNvContentPartPr/>
              <p14:nvPr/>
            </p14:nvContentPartPr>
            <p14:xfrm>
              <a:off x="349200" y="742320"/>
              <a:ext cx="8166600" cy="42350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60504C4-5AC4-D267-0297-725BAA817A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9840" y="732960"/>
                <a:ext cx="8185320" cy="425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62991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FA90F35-A65B-6275-5B1F-83CBEACC8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030E9B4C-A04E-E86D-53C3-A79559BB15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E.M. for General GMMs</a:t>
            </a:r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BC68BC8B-4EE3-24BB-041B-4DC4956B8E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" y="1228725"/>
            <a:ext cx="84582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Iterate.  On the </a:t>
            </a:r>
            <a:r>
              <a:rPr kumimoji="0" lang="en-US" alt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’th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iteration let our estimates be</a:t>
            </a:r>
          </a:p>
          <a:p>
            <a:pPr marL="342900" marR="0" lvl="0" indent="-3429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l</a:t>
            </a:r>
            <a:r>
              <a:rPr kumimoji="0" lang="en-US" altLang="en-US" sz="1600" b="0" i="1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t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 = { </a:t>
            </a:r>
            <a:r>
              <a:rPr kumimoji="0" lang="el-GR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</a:t>
            </a:r>
            <a:r>
              <a:rPr kumimoji="0" lang="en-US" altLang="en-US" sz="16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(t), </a:t>
            </a:r>
            <a:r>
              <a:rPr kumimoji="0" lang="el-GR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</a:t>
            </a:r>
            <a:r>
              <a:rPr kumimoji="0" lang="en-US" altLang="en-US" sz="16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(t) … </a:t>
            </a:r>
            <a:r>
              <a:rPr kumimoji="0" lang="el-GR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μ</a:t>
            </a:r>
            <a:r>
              <a:rPr kumimoji="0" lang="en-US" altLang="en-US" sz="16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(t),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S</a:t>
            </a:r>
            <a:r>
              <a:rPr kumimoji="0" lang="en-US" altLang="en-US" sz="16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(t),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S</a:t>
            </a:r>
            <a:r>
              <a:rPr kumimoji="0" lang="en-US" altLang="en-US" sz="16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(t) … </a:t>
            </a:r>
            <a:r>
              <a:rPr kumimoji="0" lang="en-US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S</a:t>
            </a:r>
            <a:r>
              <a:rPr kumimoji="0" lang="en-US" altLang="en-US" sz="16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(t), p</a:t>
            </a:r>
            <a:r>
              <a:rPr kumimoji="0" lang="en-US" altLang="en-US" sz="16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1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(t), p</a:t>
            </a:r>
            <a:r>
              <a:rPr kumimoji="0" lang="en-US" altLang="en-US" sz="16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2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(t) … p</a:t>
            </a:r>
            <a:r>
              <a:rPr kumimoji="0" lang="en-US" altLang="en-US" sz="1600" b="0" i="1" u="none" strike="noStrike" kern="120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c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(t) }</a:t>
            </a:r>
          </a:p>
          <a:p>
            <a:pPr marL="342900" marR="0" lvl="0" indent="-342900" algn="ctr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altLang="en-US" sz="16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E-step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	Compute “expected” classes of all datapoints for each class</a:t>
            </a:r>
            <a:endParaRPr kumimoji="0" lang="el-GR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graphicFrame>
        <p:nvGraphicFramePr>
          <p:cNvPr id="19" name="Object 6">
            <a:extLst>
              <a:ext uri="{FF2B5EF4-FFF2-40B4-BE49-F238E27FC236}">
                <a16:creationId xmlns:a16="http://schemas.microsoft.com/office/drawing/2014/main" id="{488E6DFC-0473-C561-66D6-070D3C4221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5199074"/>
              </p:ext>
            </p:extLst>
          </p:nvPr>
        </p:nvGraphicFramePr>
        <p:xfrm>
          <a:off x="990600" y="2638425"/>
          <a:ext cx="6845300" cy="118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898800" imgH="672840" progId="Equation.3">
                  <p:embed/>
                </p:oleObj>
              </mc:Choice>
              <mc:Fallback>
                <p:oleObj name="Equation" r:id="rId3" imgW="3898800" imgH="672840" progId="Equation.3">
                  <p:embed/>
                  <p:pic>
                    <p:nvPicPr>
                      <p:cNvPr id="19" name="Object 6">
                        <a:extLst>
                          <a:ext uri="{FF2B5EF4-FFF2-40B4-BE49-F238E27FC236}">
                            <a16:creationId xmlns:a16="http://schemas.microsoft.com/office/drawing/2014/main" id="{488E6DFC-0473-C561-66D6-070D3C4221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2638425"/>
                        <a:ext cx="6845300" cy="118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7">
            <a:extLst>
              <a:ext uri="{FF2B5EF4-FFF2-40B4-BE49-F238E27FC236}">
                <a16:creationId xmlns:a16="http://schemas.microsoft.com/office/drawing/2014/main" id="{17007798-C220-BA74-07C1-CA412B584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3392255"/>
            <a:ext cx="8382000" cy="577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 algn="l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algn="l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algn="l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algn="l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algn="l">
              <a:spcBef>
                <a:spcPct val="0"/>
              </a:spcBef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342900" marR="0" lvl="0" indent="-342900" algn="l" defTabSz="91440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M-step.  </a:t>
            </a:r>
          </a:p>
          <a:p>
            <a:pPr marL="342900" marR="0" lvl="0" indent="-342900" algn="l" defTabSz="91440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	Compute Max. like </a:t>
            </a:r>
            <a:r>
              <a:rPr kumimoji="0" lang="el-G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μ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3333C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given our data’s class membership distributions</a:t>
            </a:r>
            <a:endParaRPr kumimoji="0" lang="en-US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3333CC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21" name="AutoShape 8">
            <a:extLst>
              <a:ext uri="{FF2B5EF4-FFF2-40B4-BE49-F238E27FC236}">
                <a16:creationId xmlns:a16="http://schemas.microsoft.com/office/drawing/2014/main" id="{F27B4BFF-EDA3-35C8-D57E-7C2D5C718B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0400" y="242888"/>
            <a:ext cx="1981200" cy="1066800"/>
          </a:xfrm>
          <a:prstGeom prst="wedgeRectCallout">
            <a:avLst>
              <a:gd name="adj1" fmla="val -70593"/>
              <a:gd name="adj2" fmla="val 51042"/>
            </a:avLst>
          </a:prstGeom>
          <a:solidFill>
            <a:srgbClr val="FFCCF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</a:t>
            </a:r>
            <a:r>
              <a:rPr kumimoji="0" lang="en-US" altLang="en-US" sz="1600" b="0" i="1" u="none" strike="noStrike" kern="120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(t) 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is shorthand for estimate of 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P(</a:t>
            </a:r>
            <a:r>
              <a:rPr kumimoji="0" lang="en-US" altLang="en-US" sz="1600" b="0" i="1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w</a:t>
            </a:r>
            <a:r>
              <a:rPr kumimoji="0" lang="en-US" altLang="en-US" sz="1600" b="0" i="1" u="none" strike="noStrike" kern="1200" cap="none" spc="0" normalizeH="0" baseline="-2500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i</a:t>
            </a:r>
            <a:r>
              <a:rPr kumimoji="0" lang="en-US" altLang="en-US" sz="1600" b="0" i="1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)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on </a:t>
            </a:r>
            <a:r>
              <a:rPr kumimoji="0" lang="en-US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t’th</a:t>
            </a:r>
            <a:r>
              <a:rPr kumimoji="0" lang="en-US" alt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iteration</a:t>
            </a:r>
          </a:p>
        </p:txBody>
      </p:sp>
      <p:graphicFrame>
        <p:nvGraphicFramePr>
          <p:cNvPr id="22" name="Object 9">
            <a:extLst>
              <a:ext uri="{FF2B5EF4-FFF2-40B4-BE49-F238E27FC236}">
                <a16:creationId xmlns:a16="http://schemas.microsoft.com/office/drawing/2014/main" id="{084152EE-B0D4-3092-A598-210F3F33BB9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2247681"/>
              </p:ext>
            </p:extLst>
          </p:nvPr>
        </p:nvGraphicFramePr>
        <p:xfrm>
          <a:off x="409575" y="3985335"/>
          <a:ext cx="2124075" cy="830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688760" imgH="660240" progId="Equation.3">
                  <p:embed/>
                </p:oleObj>
              </mc:Choice>
              <mc:Fallback>
                <p:oleObj name="Equation" r:id="rId5" imgW="1688760" imgH="660240" progId="Equation.3">
                  <p:embed/>
                  <p:pic>
                    <p:nvPicPr>
                      <p:cNvPr id="22" name="Object 9">
                        <a:extLst>
                          <a:ext uri="{FF2B5EF4-FFF2-40B4-BE49-F238E27FC236}">
                            <a16:creationId xmlns:a16="http://schemas.microsoft.com/office/drawing/2014/main" id="{084152EE-B0D4-3092-A598-210F3F33BB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9575" y="3985335"/>
                        <a:ext cx="2124075" cy="8304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10">
            <a:extLst>
              <a:ext uri="{FF2B5EF4-FFF2-40B4-BE49-F238E27FC236}">
                <a16:creationId xmlns:a16="http://schemas.microsoft.com/office/drawing/2014/main" id="{79B9DC95-C4AB-5865-2362-3C50FC6265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7911293"/>
              </p:ext>
            </p:extLst>
          </p:nvPr>
        </p:nvGraphicFramePr>
        <p:xfrm>
          <a:off x="4499374" y="3968534"/>
          <a:ext cx="4089744" cy="847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51160" imgH="672840" progId="Equation.3">
                  <p:embed/>
                </p:oleObj>
              </mc:Choice>
              <mc:Fallback>
                <p:oleObj name="Equation" r:id="rId7" imgW="3251160" imgH="672840" progId="Equation.3">
                  <p:embed/>
                  <p:pic>
                    <p:nvPicPr>
                      <p:cNvPr id="23" name="Object 10">
                        <a:extLst>
                          <a:ext uri="{FF2B5EF4-FFF2-40B4-BE49-F238E27FC236}">
                            <a16:creationId xmlns:a16="http://schemas.microsoft.com/office/drawing/2014/main" id="{79B9DC95-C4AB-5865-2362-3C50FC62657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374" y="3968534"/>
                        <a:ext cx="4089744" cy="84723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1">
            <a:extLst>
              <a:ext uri="{FF2B5EF4-FFF2-40B4-BE49-F238E27FC236}">
                <a16:creationId xmlns:a16="http://schemas.microsoft.com/office/drawing/2014/main" id="{A99D203D-F51A-AB8D-4339-25D291BF71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4970984"/>
              </p:ext>
            </p:extLst>
          </p:nvPr>
        </p:nvGraphicFramePr>
        <p:xfrm>
          <a:off x="2533650" y="4126028"/>
          <a:ext cx="1915268" cy="6552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523880" imgH="520560" progId="Equation.3">
                  <p:embed/>
                </p:oleObj>
              </mc:Choice>
              <mc:Fallback>
                <p:oleObj name="Equation" r:id="rId9" imgW="1523880" imgH="520560" progId="Equation.3">
                  <p:embed/>
                  <p:pic>
                    <p:nvPicPr>
                      <p:cNvPr id="24" name="Object 11">
                        <a:extLst>
                          <a:ext uri="{FF2B5EF4-FFF2-40B4-BE49-F238E27FC236}">
                            <a16:creationId xmlns:a16="http://schemas.microsoft.com/office/drawing/2014/main" id="{A99D203D-F51A-AB8D-4339-25D291BF71B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3650" y="4126028"/>
                        <a:ext cx="1915268" cy="6552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12">
            <a:extLst>
              <a:ext uri="{FF2B5EF4-FFF2-40B4-BE49-F238E27FC236}">
                <a16:creationId xmlns:a16="http://schemas.microsoft.com/office/drawing/2014/main" id="{0BF968DE-716F-263A-7473-DC54D2E1A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4442" y="4453639"/>
            <a:ext cx="1600200" cy="381000"/>
          </a:xfrm>
          <a:prstGeom prst="wedgeRectCallout">
            <a:avLst>
              <a:gd name="adj1" fmla="val -100894"/>
              <a:gd name="adj2" fmla="val 20833"/>
            </a:avLst>
          </a:prstGeom>
          <a:solidFill>
            <a:srgbClr val="FFCCF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R</a:t>
            </a: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= #records</a:t>
            </a:r>
          </a:p>
        </p:txBody>
      </p:sp>
      <p:sp>
        <p:nvSpPr>
          <p:cNvPr id="26" name="AutoShape 13">
            <a:extLst>
              <a:ext uri="{FF2B5EF4-FFF2-40B4-BE49-F238E27FC236}">
                <a16:creationId xmlns:a16="http://schemas.microsoft.com/office/drawing/2014/main" id="{B1C6F82E-82A8-196F-1684-BD26B72B4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0" y="1752600"/>
            <a:ext cx="1371600" cy="1066800"/>
          </a:xfrm>
          <a:prstGeom prst="wedgeRectCallout">
            <a:avLst>
              <a:gd name="adj1" fmla="val -106148"/>
              <a:gd name="adj2" fmla="val 31546"/>
            </a:avLst>
          </a:prstGeom>
          <a:solidFill>
            <a:srgbClr val="FFCCFF"/>
          </a:solidFill>
          <a:ln w="127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1" u="none" strike="noStrike" kern="120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Just evaluate a Gaussian at x</a:t>
            </a:r>
            <a:r>
              <a:rPr kumimoji="0" lang="en-US" altLang="en-US" sz="1600" b="0" i="1" u="none" strike="noStrike" kern="1200" cap="none" spc="0" normalizeH="0" baseline="-2500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k</a:t>
            </a:r>
          </a:p>
        </p:txBody>
      </p:sp>
    </p:spTree>
    <p:extLst>
      <p:ext uri="{BB962C8B-B14F-4D97-AF65-F5344CB8AC3E}">
        <p14:creationId xmlns:p14="http://schemas.microsoft.com/office/powerpoint/2010/main" val="186550727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9A62575-3869-8BFB-B635-F4FA4A2943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5B7A1AF0-2E41-E501-6B05-BE04EB268A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B51EAF3-F2B1-CCB0-AC78-A53073AD0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5800" y="623637"/>
            <a:ext cx="4029075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C3629F5-9C05-0C9A-9187-A342C66EA889}"/>
              </a:ext>
            </a:extLst>
          </p:cNvPr>
          <p:cNvSpPr txBox="1">
            <a:spLocks noChangeArrowheads="1"/>
          </p:cNvSpPr>
          <p:nvPr/>
        </p:nvSpPr>
        <p:spPr>
          <a:xfrm>
            <a:off x="322034" y="1123950"/>
            <a:ext cx="25908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altLang="en-US" b="0" dirty="0"/>
              <a:t>Gaussian Mixture Example: Start</a:t>
            </a:r>
          </a:p>
        </p:txBody>
      </p:sp>
    </p:spTree>
    <p:extLst>
      <p:ext uri="{BB962C8B-B14F-4D97-AF65-F5344CB8AC3E}">
        <p14:creationId xmlns:p14="http://schemas.microsoft.com/office/powerpoint/2010/main" val="367222966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2EC6BC0-CB6D-E1B9-A4DB-3DE623659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C874100-1EDA-DED2-61FA-04C622E68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2D61742-2A6C-F087-DC84-D53FAC6171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01917" y="623637"/>
            <a:ext cx="4016840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2177EA1A-2DEB-9B2D-AF1E-3E31846EB8A8}"/>
              </a:ext>
            </a:extLst>
          </p:cNvPr>
          <p:cNvSpPr txBox="1">
            <a:spLocks noChangeArrowheads="1"/>
          </p:cNvSpPr>
          <p:nvPr/>
        </p:nvSpPr>
        <p:spPr>
          <a:xfrm>
            <a:off x="322034" y="1504950"/>
            <a:ext cx="25908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altLang="en-US" b="0"/>
              <a:t>After first iteration</a:t>
            </a: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40157792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94A4900-54BB-78FF-29A6-EF03A3EBD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5BB2515-82D2-B93B-65F2-9946050980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3D5BC328-6207-A20E-DACD-A04989F24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495800" y="629760"/>
            <a:ext cx="4029075" cy="401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3D984632-78AA-633D-A10D-D4AB5F192228}"/>
              </a:ext>
            </a:extLst>
          </p:cNvPr>
          <p:cNvSpPr txBox="1">
            <a:spLocks noChangeArrowheads="1"/>
          </p:cNvSpPr>
          <p:nvPr/>
        </p:nvSpPr>
        <p:spPr>
          <a:xfrm>
            <a:off x="322034" y="1190374"/>
            <a:ext cx="25908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altLang="en-US" b="0"/>
              <a:t>After 2nd iteration</a:t>
            </a: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24985580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6BE471DB-1CFF-D116-C3A3-A789A64B8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5CAAF99D-C377-2B49-BEFF-92D1A333B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D85C217-BF1C-B086-8D40-CA7F448A66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495800" y="623637"/>
            <a:ext cx="4029075" cy="402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DA2E624A-6DFE-5853-04A9-96E77D10670A}"/>
              </a:ext>
            </a:extLst>
          </p:cNvPr>
          <p:cNvSpPr txBox="1">
            <a:spLocks noChangeArrowheads="1"/>
          </p:cNvSpPr>
          <p:nvPr/>
        </p:nvSpPr>
        <p:spPr>
          <a:xfrm>
            <a:off x="322034" y="1314450"/>
            <a:ext cx="25908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altLang="en-US" b="0"/>
              <a:t>After 3rd iteration</a:t>
            </a:r>
          </a:p>
        </p:txBody>
      </p:sp>
    </p:spTree>
    <p:extLst>
      <p:ext uri="{BB962C8B-B14F-4D97-AF65-F5344CB8AC3E}">
        <p14:creationId xmlns:p14="http://schemas.microsoft.com/office/powerpoint/2010/main" val="34471075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06894DA2-F527-B198-E20E-4B2E73907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36E5C04-FAD6-9646-52EE-C38B03F5C9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29C5C27-5E6C-EED8-1547-74E1337C25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495800" y="625678"/>
            <a:ext cx="4029075" cy="4024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C7EF00FD-2E98-572F-DC76-38EF220A82A7}"/>
              </a:ext>
            </a:extLst>
          </p:cNvPr>
          <p:cNvSpPr txBox="1">
            <a:spLocks noChangeArrowheads="1"/>
          </p:cNvSpPr>
          <p:nvPr/>
        </p:nvSpPr>
        <p:spPr>
          <a:xfrm>
            <a:off x="322034" y="1390529"/>
            <a:ext cx="25908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altLang="en-US" b="0"/>
              <a:t>After 4th iteration</a:t>
            </a: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0237018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D8B5C417-8C73-B27F-3FA9-E35CB46F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A0D4D00-12B6-2944-5B89-60C42F5C87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C38478EE-11C0-C554-91DE-F85A69746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495800" y="629760"/>
            <a:ext cx="4029075" cy="401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06D30109-DE3E-D086-25F3-ED3033CB0904}"/>
              </a:ext>
            </a:extLst>
          </p:cNvPr>
          <p:cNvSpPr txBox="1">
            <a:spLocks noChangeArrowheads="1"/>
          </p:cNvSpPr>
          <p:nvPr/>
        </p:nvSpPr>
        <p:spPr>
          <a:xfrm>
            <a:off x="322034" y="1388488"/>
            <a:ext cx="25908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altLang="en-US" b="0"/>
              <a:t>After 5th iteration</a:t>
            </a:r>
            <a:endParaRPr lang="en-US" altLang="en-US" b="0" dirty="0"/>
          </a:p>
        </p:txBody>
      </p:sp>
    </p:spTree>
    <p:extLst>
      <p:ext uri="{BB962C8B-B14F-4D97-AF65-F5344CB8AC3E}">
        <p14:creationId xmlns:p14="http://schemas.microsoft.com/office/powerpoint/2010/main" val="4345537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E265DA84-0433-349C-D70C-15DA55753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30737AFB-9A69-4C59-3F1F-FEE37D9574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F9DAE00B-9FE6-F571-829B-79F1B44D6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499886" y="629760"/>
            <a:ext cx="4020902" cy="401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9C5DAD41-5294-FE7F-BEDC-7687AE2F1A44}"/>
              </a:ext>
            </a:extLst>
          </p:cNvPr>
          <p:cNvSpPr txBox="1">
            <a:spLocks noChangeArrowheads="1"/>
          </p:cNvSpPr>
          <p:nvPr/>
        </p:nvSpPr>
        <p:spPr>
          <a:xfrm>
            <a:off x="322034" y="1190374"/>
            <a:ext cx="25908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altLang="en-US" b="0"/>
              <a:t>After 6th iteration</a:t>
            </a:r>
          </a:p>
        </p:txBody>
      </p:sp>
    </p:spTree>
    <p:extLst>
      <p:ext uri="{BB962C8B-B14F-4D97-AF65-F5344CB8AC3E}">
        <p14:creationId xmlns:p14="http://schemas.microsoft.com/office/powerpoint/2010/main" val="135978893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4201E7F9-1C6D-0330-B11F-EC4380AC6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8F4180FE-7691-7B87-1B43-2FEA44AB863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B360E19C-342C-0F01-2B07-C8C5A3050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/>
        </p:blipFill>
        <p:spPr bwMode="auto">
          <a:xfrm>
            <a:off x="4503956" y="629760"/>
            <a:ext cx="4012762" cy="4016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7BF6F804-FF90-182A-AB86-585B6DF9D197}"/>
              </a:ext>
            </a:extLst>
          </p:cNvPr>
          <p:cNvSpPr txBox="1">
            <a:spLocks noChangeArrowheads="1"/>
          </p:cNvSpPr>
          <p:nvPr/>
        </p:nvSpPr>
        <p:spPr>
          <a:xfrm>
            <a:off x="322034" y="1388488"/>
            <a:ext cx="2819400" cy="28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aleway"/>
              <a:buNone/>
              <a:defRPr sz="2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US" altLang="en-US" b="0"/>
              <a:t>After 20th iteration</a:t>
            </a:r>
            <a:endParaRPr lang="en-US" altLang="en-US" b="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76188B6-1880-FB13-4EB0-6E519EB59810}"/>
                  </a:ext>
                </a:extLst>
              </p14:cNvPr>
              <p14:cNvContentPartPr/>
              <p14:nvPr/>
            </p14:nvContentPartPr>
            <p14:xfrm>
              <a:off x="647280" y="2434320"/>
              <a:ext cx="4430160" cy="24145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76188B6-1880-FB13-4EB0-6E519EB5981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7920" y="2424960"/>
                <a:ext cx="4448880" cy="243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134819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78E33-FA41-DCD1-942D-A08FA187B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3979-3C64-3DF0-0AA1-78F966829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GMMs Lab</a:t>
            </a:r>
          </a:p>
        </p:txBody>
      </p:sp>
    </p:spTree>
    <p:extLst>
      <p:ext uri="{BB962C8B-B14F-4D97-AF65-F5344CB8AC3E}">
        <p14:creationId xmlns:p14="http://schemas.microsoft.com/office/powerpoint/2010/main" val="208022077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1595B84-9311-F949-76B0-E4A37D57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EE88567-0AE5-C497-7B2D-AE823E29C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Key Concepts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20264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A2225B8A-C39A-9BCE-C2DF-322EFB83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98405CE0-A62E-581E-0E95-F32FF7E2ED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When to Use GMMs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1716260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22582-B04C-5984-3BB4-C5C975747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DA4F-BD5B-9371-F2A5-5C924E4F3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GMMs Lab</a:t>
            </a:r>
          </a:p>
        </p:txBody>
      </p:sp>
    </p:spTree>
    <p:extLst>
      <p:ext uri="{BB962C8B-B14F-4D97-AF65-F5344CB8AC3E}">
        <p14:creationId xmlns:p14="http://schemas.microsoft.com/office/powerpoint/2010/main" val="16563152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>
          <a:extLst>
            <a:ext uri="{FF2B5EF4-FFF2-40B4-BE49-F238E27FC236}">
              <a16:creationId xmlns:a16="http://schemas.microsoft.com/office/drawing/2014/main" id="{84A0F882-FDF7-064B-F32A-F89AF9A6C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>
            <a:extLst>
              <a:ext uri="{FF2B5EF4-FFF2-40B4-BE49-F238E27FC236}">
                <a16:creationId xmlns:a16="http://schemas.microsoft.com/office/drawing/2014/main" id="{74430319-0492-3690-30F6-5E3319901C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Clustering Performance Evaluation</a:t>
            </a:r>
            <a:endParaRPr dirty="0"/>
          </a:p>
        </p:txBody>
      </p:sp>
      <p:sp>
        <p:nvSpPr>
          <p:cNvPr id="68" name="Google Shape;68;p15">
            <a:extLst>
              <a:ext uri="{FF2B5EF4-FFF2-40B4-BE49-F238E27FC236}">
                <a16:creationId xmlns:a16="http://schemas.microsoft.com/office/drawing/2014/main" id="{74A0F5C9-F180-DF3C-7CEC-780A329FF67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66</a:t>
            </a:fld>
            <a:endParaRPr kumimoji="0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5340184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31595B84-9311-F949-76B0-E4A37D579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8;p4">
            <a:extLst>
              <a:ext uri="{FF2B5EF4-FFF2-40B4-BE49-F238E27FC236}">
                <a16:creationId xmlns:a16="http://schemas.microsoft.com/office/drawing/2014/main" id="{7EE88567-0AE5-C497-7B2D-AE823E29C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2034" y="490788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r>
              <a:rPr lang="en-GB" dirty="0"/>
              <a:t>Clustering Evaluation Metrics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94629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8145F-CF69-3E26-DDA7-FD06D9BD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7;p15">
            <a:extLst>
              <a:ext uri="{FF2B5EF4-FFF2-40B4-BE49-F238E27FC236}">
                <a16:creationId xmlns:a16="http://schemas.microsoft.com/office/drawing/2014/main" id="{46C7B286-289D-4229-9F71-E59C474B7C0B}"/>
              </a:ext>
            </a:extLst>
          </p:cNvPr>
          <p:cNvSpPr txBox="1">
            <a:spLocks/>
          </p:cNvSpPr>
          <p:nvPr/>
        </p:nvSpPr>
        <p:spPr>
          <a:xfrm>
            <a:off x="517144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4000" b="1" dirty="0">
                <a:solidFill>
                  <a:srgbClr val="FF0000"/>
                </a:solidFill>
              </a:rPr>
              <a:t>End…</a:t>
            </a:r>
          </a:p>
        </p:txBody>
      </p:sp>
    </p:spTree>
    <p:extLst>
      <p:ext uri="{BB962C8B-B14F-4D97-AF65-F5344CB8AC3E}">
        <p14:creationId xmlns:p14="http://schemas.microsoft.com/office/powerpoint/2010/main" val="583822461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reamlin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10703</TotalTime>
  <Words>1918</Words>
  <Application>Microsoft Office PowerPoint</Application>
  <PresentationFormat>On-screen Show (16:9)</PresentationFormat>
  <Paragraphs>390</Paragraphs>
  <Slides>68</Slides>
  <Notes>62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4</vt:i4>
      </vt:variant>
      <vt:variant>
        <vt:lpstr>Slide Titles</vt:lpstr>
      </vt:variant>
      <vt:variant>
        <vt:i4>68</vt:i4>
      </vt:variant>
    </vt:vector>
  </HeadingPairs>
  <TitlesOfParts>
    <vt:vector size="86" baseType="lpstr">
      <vt:lpstr>Rockwell Extra Bold</vt:lpstr>
      <vt:lpstr>EYInterstate Light</vt:lpstr>
      <vt:lpstr>Raleway</vt:lpstr>
      <vt:lpstr>Cambria Math</vt:lpstr>
      <vt:lpstr>Times New Roman</vt:lpstr>
      <vt:lpstr>Wingdings</vt:lpstr>
      <vt:lpstr>Symbol</vt:lpstr>
      <vt:lpstr>Arial</vt:lpstr>
      <vt:lpstr>Monotype Sorts</vt:lpstr>
      <vt:lpstr>Tahoma</vt:lpstr>
      <vt:lpstr>Lato</vt:lpstr>
      <vt:lpstr>ArialMT</vt:lpstr>
      <vt:lpstr>Streamline</vt:lpstr>
      <vt:lpstr>1_Streamline</vt:lpstr>
      <vt:lpstr>Equation</vt:lpstr>
      <vt:lpstr>Bitmap Image</vt:lpstr>
      <vt:lpstr>MSPhotoEd.3</vt:lpstr>
      <vt:lpstr>Microsoft Equation 3.0</vt:lpstr>
      <vt:lpstr>PowerPoint Presentation</vt:lpstr>
      <vt:lpstr>Brain Teaser</vt:lpstr>
      <vt:lpstr>Brain Teaser</vt:lpstr>
      <vt:lpstr>Introduction to Clustering</vt:lpstr>
      <vt:lpstr>Introduction to Clustering</vt:lpstr>
      <vt:lpstr>What is Clustering</vt:lpstr>
      <vt:lpstr>Types of Clustering Models </vt:lpstr>
      <vt:lpstr>Application of Clustering</vt:lpstr>
      <vt:lpstr>K-Means Clustering</vt:lpstr>
      <vt:lpstr>Steps in the Algorithm</vt:lpstr>
      <vt:lpstr>Steps in the Algorithm</vt:lpstr>
      <vt:lpstr>Steps in the Algorithm</vt:lpstr>
      <vt:lpstr>Steps in the Algorithm</vt:lpstr>
      <vt:lpstr>Steps in the Algorithm</vt:lpstr>
      <vt:lpstr>PowerPoint Presentation</vt:lpstr>
      <vt:lpstr>K-means Lab</vt:lpstr>
      <vt:lpstr>Hierachical Clustering</vt:lpstr>
      <vt:lpstr>Key Concepts </vt:lpstr>
      <vt:lpstr>Hierarchical Cluster - Example</vt:lpstr>
      <vt:lpstr>Agglomerative vs Divisive</vt:lpstr>
      <vt:lpstr>Dendrogram</vt:lpstr>
      <vt:lpstr>Distance Similarity Matrix</vt:lpstr>
      <vt:lpstr>Distance Similarity Matrix</vt:lpstr>
      <vt:lpstr>Distance Similarity Matrix</vt:lpstr>
      <vt:lpstr>Linkage Criteria</vt:lpstr>
      <vt:lpstr>Single Linkage</vt:lpstr>
      <vt:lpstr>Complete Linkage</vt:lpstr>
      <vt:lpstr>Summary of Hierarchical Clustering</vt:lpstr>
      <vt:lpstr>Computational Complexity</vt:lpstr>
      <vt:lpstr>Hierarchical Clustering Lab</vt:lpstr>
      <vt:lpstr>Denisity Based Scan (DBSCAN)</vt:lpstr>
      <vt:lpstr>Density-Based Clustering Methods</vt:lpstr>
      <vt:lpstr>Density-based Approaches</vt:lpstr>
      <vt:lpstr>Density-Based Clustering Methods</vt:lpstr>
      <vt:lpstr>DBSCAN: Core, Border, and Noise Points</vt:lpstr>
      <vt:lpstr>DBSCAN Algorithm (simplified view for teaching)</vt:lpstr>
      <vt:lpstr>Steps in the Algorithm</vt:lpstr>
      <vt:lpstr>Steps in the Algorithm</vt:lpstr>
      <vt:lpstr>DBSCAN: Core, Border and Noise Points</vt:lpstr>
      <vt:lpstr>When DBSCAN Works Well</vt:lpstr>
      <vt:lpstr>When DBSCAN Works Well</vt:lpstr>
      <vt:lpstr>When DBSCAN Does NOT Work Well</vt:lpstr>
      <vt:lpstr>DBSCAN: Determining EPS and MinPts</vt:lpstr>
      <vt:lpstr>Complexity DBSCAN</vt:lpstr>
      <vt:lpstr>Summary of DBSCAN </vt:lpstr>
      <vt:lpstr>Summary of DBSCAN </vt:lpstr>
      <vt:lpstr>DBSCAN Lab</vt:lpstr>
      <vt:lpstr>Gaussian Mixture Models (GMM)</vt:lpstr>
      <vt:lpstr>Key Concepts</vt:lpstr>
      <vt:lpstr>Key Concepts</vt:lpstr>
      <vt:lpstr>Key Concepts</vt:lpstr>
      <vt:lpstr>Key Concepts</vt:lpstr>
      <vt:lpstr>E.M. for General GMMs</vt:lpstr>
      <vt:lpstr>Key Concepts</vt:lpstr>
      <vt:lpstr>Key Concepts</vt:lpstr>
      <vt:lpstr>Key Concepts</vt:lpstr>
      <vt:lpstr>Key Concepts</vt:lpstr>
      <vt:lpstr>Key Concepts</vt:lpstr>
      <vt:lpstr>Key Concepts</vt:lpstr>
      <vt:lpstr>Key Concepts</vt:lpstr>
      <vt:lpstr>Key Concepts</vt:lpstr>
      <vt:lpstr>GMMs Lab</vt:lpstr>
      <vt:lpstr>Key Concepts</vt:lpstr>
      <vt:lpstr>When to Use GMMs</vt:lpstr>
      <vt:lpstr>GMMs Lab</vt:lpstr>
      <vt:lpstr>Clustering Performance Evaluation</vt:lpstr>
      <vt:lpstr>Clustering Evaluation Metrics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Christopher Aloo</dc:creator>
  <cp:lastModifiedBy>Christopher Aloo</cp:lastModifiedBy>
  <cp:revision>6</cp:revision>
  <dcterms:modified xsi:type="dcterms:W3CDTF">2025-09-18T17:55:00Z</dcterms:modified>
</cp:coreProperties>
</file>