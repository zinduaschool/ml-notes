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notesSlides/notesSlide20.xml" ContentType="application/vnd.openxmlformats-officedocument.presentationml.notesSlide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notesSlides/notesSlide21.xml" ContentType="application/vnd.openxmlformats-officedocument.presentationml.notesSlide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notesSlides/notesSlide22.xml" ContentType="application/vnd.openxmlformats-officedocument.presentationml.notesSlide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notesSlides/notesSlide23.xml" ContentType="application/vnd.openxmlformats-officedocument.presentationml.notesSlide+xml"/>
  <Override PartName="/ppt/ink/ink394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notesSlides/notesSlide26.xml" ContentType="application/vnd.openxmlformats-officedocument.presentationml.notesSlide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31"/>
  </p:notesMasterIdLst>
  <p:sldIdLst>
    <p:sldId id="256" r:id="rId3"/>
    <p:sldId id="318" r:id="rId4"/>
    <p:sldId id="281" r:id="rId5"/>
    <p:sldId id="317" r:id="rId6"/>
    <p:sldId id="333" r:id="rId7"/>
    <p:sldId id="334" r:id="rId8"/>
    <p:sldId id="282" r:id="rId9"/>
    <p:sldId id="335" r:id="rId10"/>
    <p:sldId id="341" r:id="rId11"/>
    <p:sldId id="308" r:id="rId12"/>
    <p:sldId id="337" r:id="rId13"/>
    <p:sldId id="338" r:id="rId14"/>
    <p:sldId id="339" r:id="rId15"/>
    <p:sldId id="340" r:id="rId16"/>
    <p:sldId id="336" r:id="rId17"/>
    <p:sldId id="309" r:id="rId18"/>
    <p:sldId id="310" r:id="rId19"/>
    <p:sldId id="312" r:id="rId20"/>
    <p:sldId id="342" r:id="rId21"/>
    <p:sldId id="343" r:id="rId22"/>
    <p:sldId id="344" r:id="rId23"/>
    <p:sldId id="313" r:id="rId24"/>
    <p:sldId id="345" r:id="rId25"/>
    <p:sldId id="325" r:id="rId26"/>
    <p:sldId id="332" r:id="rId27"/>
    <p:sldId id="346" r:id="rId28"/>
    <p:sldId id="347" r:id="rId29"/>
    <p:sldId id="284" r:id="rId30"/>
  </p:sldIdLst>
  <p:sldSz cx="9144000" cy="5143500" type="screen16x9"/>
  <p:notesSz cx="6858000" cy="9144000"/>
  <p:embeddedFontLst>
    <p:embeddedFont>
      <p:font typeface="Lato" panose="020F0502020204030203" pitchFamily="34" charset="0"/>
      <p:regular r:id="rId32"/>
      <p:bold r:id="rId33"/>
      <p:italic r:id="rId34"/>
      <p:boldItalic r:id="rId35"/>
    </p:embeddedFont>
    <p:embeddedFont>
      <p:font typeface="Raleway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54C02-19BE-48F4-A31B-AFCD72BD22E3}" v="140" dt="2025-04-03T17:45:46.0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61" autoAdjust="0"/>
  </p:normalViewPr>
  <p:slideViewPr>
    <p:cSldViewPr snapToGrid="0">
      <p:cViewPr varScale="1">
        <p:scale>
          <a:sx n="67" d="100"/>
          <a:sy n="67" d="100"/>
        </p:scale>
        <p:origin x="126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8.fntdata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8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Aloo" userId="81d139e4-1a74-45bd-a04a-64f94c7d37c9" providerId="ADAL" clId="{BA7C5B3B-6351-402B-8404-F6FCCA6EB8DE}"/>
    <pc:docChg chg="undo custSel addSld delSld modSld sldOrd">
      <pc:chgData name="Christopher Aloo" userId="81d139e4-1a74-45bd-a04a-64f94c7d37c9" providerId="ADAL" clId="{BA7C5B3B-6351-402B-8404-F6FCCA6EB8DE}" dt="2025-02-23T13:08:30.542" v="1042"/>
      <pc:docMkLst>
        <pc:docMk/>
      </pc:docMkLst>
      <pc:sldChg chg="modSp mod">
        <pc:chgData name="Christopher Aloo" userId="81d139e4-1a74-45bd-a04a-64f94c7d37c9" providerId="ADAL" clId="{BA7C5B3B-6351-402B-8404-F6FCCA6EB8DE}" dt="2025-02-23T11:51:30.368" v="19" actId="20577"/>
        <pc:sldMkLst>
          <pc:docMk/>
          <pc:sldMk cId="0" sldId="256"/>
        </pc:sldMkLst>
        <pc:spChg chg="mod">
          <ac:chgData name="Christopher Aloo" userId="81d139e4-1a74-45bd-a04a-64f94c7d37c9" providerId="ADAL" clId="{BA7C5B3B-6351-402B-8404-F6FCCA6EB8DE}" dt="2025-02-23T11:51:30.368" v="19" actId="20577"/>
          <ac:spMkLst>
            <pc:docMk/>
            <pc:sldMk cId="0" sldId="256"/>
            <ac:spMk id="2" creationId="{583644C7-D4DF-543E-6801-D112434A16B3}"/>
          </ac:spMkLst>
        </pc:spChg>
      </pc:sldChg>
      <pc:sldChg chg="del">
        <pc:chgData name="Christopher Aloo" userId="81d139e4-1a74-45bd-a04a-64f94c7d37c9" providerId="ADAL" clId="{BA7C5B3B-6351-402B-8404-F6FCCA6EB8DE}" dt="2025-02-23T12:23:02.025" v="20" actId="47"/>
        <pc:sldMkLst>
          <pc:docMk/>
          <pc:sldMk cId="1250749228" sldId="270"/>
        </pc:sldMkLst>
      </pc:sldChg>
      <pc:sldChg chg="modSp mod">
        <pc:chgData name="Christopher Aloo" userId="81d139e4-1a74-45bd-a04a-64f94c7d37c9" providerId="ADAL" clId="{BA7C5B3B-6351-402B-8404-F6FCCA6EB8DE}" dt="2025-02-23T12:23:46.347" v="132" actId="20577"/>
        <pc:sldMkLst>
          <pc:docMk/>
          <pc:sldMk cId="2434392186" sldId="281"/>
        </pc:sldMkLst>
        <pc:spChg chg="mod">
          <ac:chgData name="Christopher Aloo" userId="81d139e4-1a74-45bd-a04a-64f94c7d37c9" providerId="ADAL" clId="{BA7C5B3B-6351-402B-8404-F6FCCA6EB8DE}" dt="2025-02-23T12:23:46.347" v="132" actId="20577"/>
          <ac:spMkLst>
            <pc:docMk/>
            <pc:sldMk cId="2434392186" sldId="281"/>
            <ac:spMk id="67" creationId="{BEF3944A-EAD5-EE28-C376-A58B05C4B247}"/>
          </ac:spMkLst>
        </pc:spChg>
      </pc:sldChg>
      <pc:sldChg chg="modSp mod">
        <pc:chgData name="Christopher Aloo" userId="81d139e4-1a74-45bd-a04a-64f94c7d37c9" providerId="ADAL" clId="{BA7C5B3B-6351-402B-8404-F6FCCA6EB8DE}" dt="2025-02-23T12:43:51.196" v="304" actId="20577"/>
        <pc:sldMkLst>
          <pc:docMk/>
          <pc:sldMk cId="2684525786" sldId="282"/>
        </pc:sldMkLst>
        <pc:spChg chg="mod">
          <ac:chgData name="Christopher Aloo" userId="81d139e4-1a74-45bd-a04a-64f94c7d37c9" providerId="ADAL" clId="{BA7C5B3B-6351-402B-8404-F6FCCA6EB8DE}" dt="2025-02-23T12:43:51.196" v="304" actId="20577"/>
          <ac:spMkLst>
            <pc:docMk/>
            <pc:sldMk cId="2684525786" sldId="282"/>
            <ac:spMk id="67" creationId="{734BEFDA-A1E4-03EA-A5FE-83A7DD30846F}"/>
          </ac:spMkLst>
        </pc:spChg>
      </pc:sldChg>
      <pc:sldChg chg="del">
        <pc:chgData name="Christopher Aloo" userId="81d139e4-1a74-45bd-a04a-64f94c7d37c9" providerId="ADAL" clId="{BA7C5B3B-6351-402B-8404-F6FCCA6EB8DE}" dt="2025-02-23T12:43:33.225" v="261" actId="47"/>
        <pc:sldMkLst>
          <pc:docMk/>
          <pc:sldMk cId="2346491900" sldId="305"/>
        </pc:sldMkLst>
      </pc:sldChg>
      <pc:sldChg chg="del">
        <pc:chgData name="Christopher Aloo" userId="81d139e4-1a74-45bd-a04a-64f94c7d37c9" providerId="ADAL" clId="{BA7C5B3B-6351-402B-8404-F6FCCA6EB8DE}" dt="2025-02-23T12:43:34.512" v="262" actId="47"/>
        <pc:sldMkLst>
          <pc:docMk/>
          <pc:sldMk cId="921588582" sldId="306"/>
        </pc:sldMkLst>
      </pc:sldChg>
      <pc:sldChg chg="del">
        <pc:chgData name="Christopher Aloo" userId="81d139e4-1a74-45bd-a04a-64f94c7d37c9" providerId="ADAL" clId="{BA7C5B3B-6351-402B-8404-F6FCCA6EB8DE}" dt="2025-02-23T12:43:35.239" v="263" actId="47"/>
        <pc:sldMkLst>
          <pc:docMk/>
          <pc:sldMk cId="1631390472" sldId="307"/>
        </pc:sldMkLst>
      </pc:sldChg>
      <pc:sldChg chg="addSp modSp mod">
        <pc:chgData name="Christopher Aloo" userId="81d139e4-1a74-45bd-a04a-64f94c7d37c9" providerId="ADAL" clId="{BA7C5B3B-6351-402B-8404-F6FCCA6EB8DE}" dt="2025-02-23T13:05:31.379" v="959" actId="20577"/>
        <pc:sldMkLst>
          <pc:docMk/>
          <pc:sldMk cId="1751710969" sldId="308"/>
        </pc:sldMkLst>
        <pc:spChg chg="mod">
          <ac:chgData name="Christopher Aloo" userId="81d139e4-1a74-45bd-a04a-64f94c7d37c9" providerId="ADAL" clId="{BA7C5B3B-6351-402B-8404-F6FCCA6EB8DE}" dt="2025-02-23T12:57:20.451" v="709" actId="20577"/>
          <ac:spMkLst>
            <pc:docMk/>
            <pc:sldMk cId="1751710969" sldId="308"/>
            <ac:spMk id="2" creationId="{502F6914-8A60-68BB-6E52-04C8D449D005}"/>
          </ac:spMkLst>
        </pc:spChg>
        <pc:spChg chg="add mod">
          <ac:chgData name="Christopher Aloo" userId="81d139e4-1a74-45bd-a04a-64f94c7d37c9" providerId="ADAL" clId="{BA7C5B3B-6351-402B-8404-F6FCCA6EB8DE}" dt="2025-02-23T13:05:31.379" v="959" actId="20577"/>
          <ac:spMkLst>
            <pc:docMk/>
            <pc:sldMk cId="1751710969" sldId="308"/>
            <ac:spMk id="4" creationId="{BDEB6FC6-C014-F4BC-F3BB-1237C3C921DC}"/>
          </ac:spMkLst>
        </pc:spChg>
      </pc:sldChg>
      <pc:sldChg chg="modSp mod">
        <pc:chgData name="Christopher Aloo" userId="81d139e4-1a74-45bd-a04a-64f94c7d37c9" providerId="ADAL" clId="{BA7C5B3B-6351-402B-8404-F6FCCA6EB8DE}" dt="2025-02-23T12:44:20.421" v="325" actId="20577"/>
        <pc:sldMkLst>
          <pc:docMk/>
          <pc:sldMk cId="1683218715" sldId="309"/>
        </pc:sldMkLst>
        <pc:spChg chg="mod">
          <ac:chgData name="Christopher Aloo" userId="81d139e4-1a74-45bd-a04a-64f94c7d37c9" providerId="ADAL" clId="{BA7C5B3B-6351-402B-8404-F6FCCA6EB8DE}" dt="2025-02-23T12:44:20.421" v="325" actId="20577"/>
          <ac:spMkLst>
            <pc:docMk/>
            <pc:sldMk cId="1683218715" sldId="309"/>
            <ac:spMk id="2" creationId="{FEFC5C4A-7DFB-A337-C4B5-7D18A9617506}"/>
          </ac:spMkLst>
        </pc:spChg>
      </pc:sldChg>
      <pc:sldChg chg="modSp mod">
        <pc:chgData name="Christopher Aloo" userId="81d139e4-1a74-45bd-a04a-64f94c7d37c9" providerId="ADAL" clId="{BA7C5B3B-6351-402B-8404-F6FCCA6EB8DE}" dt="2025-02-23T12:44:46.760" v="352" actId="20577"/>
        <pc:sldMkLst>
          <pc:docMk/>
          <pc:sldMk cId="3185540899" sldId="310"/>
        </pc:sldMkLst>
        <pc:spChg chg="mod">
          <ac:chgData name="Christopher Aloo" userId="81d139e4-1a74-45bd-a04a-64f94c7d37c9" providerId="ADAL" clId="{BA7C5B3B-6351-402B-8404-F6FCCA6EB8DE}" dt="2025-02-23T12:44:46.760" v="352" actId="20577"/>
          <ac:spMkLst>
            <pc:docMk/>
            <pc:sldMk cId="3185540899" sldId="310"/>
            <ac:spMk id="2" creationId="{81681535-B747-215A-B59C-82E5177CEC91}"/>
          </ac:spMkLst>
        </pc:spChg>
      </pc:sldChg>
      <pc:sldChg chg="del">
        <pc:chgData name="Christopher Aloo" userId="81d139e4-1a74-45bd-a04a-64f94c7d37c9" providerId="ADAL" clId="{BA7C5B3B-6351-402B-8404-F6FCCA6EB8DE}" dt="2025-02-23T12:44:52.325" v="353" actId="47"/>
        <pc:sldMkLst>
          <pc:docMk/>
          <pc:sldMk cId="593933375" sldId="311"/>
        </pc:sldMkLst>
      </pc:sldChg>
      <pc:sldChg chg="modSp mod">
        <pc:chgData name="Christopher Aloo" userId="81d139e4-1a74-45bd-a04a-64f94c7d37c9" providerId="ADAL" clId="{BA7C5B3B-6351-402B-8404-F6FCCA6EB8DE}" dt="2025-02-23T12:44:58.957" v="382" actId="20577"/>
        <pc:sldMkLst>
          <pc:docMk/>
          <pc:sldMk cId="2356003971" sldId="312"/>
        </pc:sldMkLst>
        <pc:spChg chg="mod">
          <ac:chgData name="Christopher Aloo" userId="81d139e4-1a74-45bd-a04a-64f94c7d37c9" providerId="ADAL" clId="{BA7C5B3B-6351-402B-8404-F6FCCA6EB8DE}" dt="2025-02-23T12:44:58.957" v="382" actId="20577"/>
          <ac:spMkLst>
            <pc:docMk/>
            <pc:sldMk cId="2356003971" sldId="312"/>
            <ac:spMk id="67" creationId="{D6A0A2D3-0437-5F74-62DB-38AE07F44BC1}"/>
          </ac:spMkLst>
        </pc:spChg>
      </pc:sldChg>
      <pc:sldChg chg="modSp mod">
        <pc:chgData name="Christopher Aloo" userId="81d139e4-1a74-45bd-a04a-64f94c7d37c9" providerId="ADAL" clId="{BA7C5B3B-6351-402B-8404-F6FCCA6EB8DE}" dt="2025-02-23T12:46:04.783" v="520" actId="20577"/>
        <pc:sldMkLst>
          <pc:docMk/>
          <pc:sldMk cId="596695051" sldId="313"/>
        </pc:sldMkLst>
        <pc:spChg chg="mod">
          <ac:chgData name="Christopher Aloo" userId="81d139e4-1a74-45bd-a04a-64f94c7d37c9" providerId="ADAL" clId="{BA7C5B3B-6351-402B-8404-F6FCCA6EB8DE}" dt="2025-02-23T12:45:12.134" v="416" actId="20577"/>
          <ac:spMkLst>
            <pc:docMk/>
            <pc:sldMk cId="596695051" sldId="313"/>
            <ac:spMk id="2" creationId="{2080C0F3-63D3-E9DB-05E1-251B0658A07C}"/>
          </ac:spMkLst>
        </pc:spChg>
        <pc:spChg chg="mod">
          <ac:chgData name="Christopher Aloo" userId="81d139e4-1a74-45bd-a04a-64f94c7d37c9" providerId="ADAL" clId="{BA7C5B3B-6351-402B-8404-F6FCCA6EB8DE}" dt="2025-02-23T12:46:04.783" v="520" actId="20577"/>
          <ac:spMkLst>
            <pc:docMk/>
            <pc:sldMk cId="596695051" sldId="313"/>
            <ac:spMk id="3" creationId="{310EAC06-2050-E449-3C05-2F02B0748DF2}"/>
          </ac:spMkLst>
        </pc:spChg>
      </pc:sldChg>
      <pc:sldChg chg="del">
        <pc:chgData name="Christopher Aloo" userId="81d139e4-1a74-45bd-a04a-64f94c7d37c9" providerId="ADAL" clId="{BA7C5B3B-6351-402B-8404-F6FCCA6EB8DE}" dt="2025-02-23T12:46:36.902" v="521" actId="47"/>
        <pc:sldMkLst>
          <pc:docMk/>
          <pc:sldMk cId="4132406150" sldId="314"/>
        </pc:sldMkLst>
      </pc:sldChg>
      <pc:sldChg chg="del">
        <pc:chgData name="Christopher Aloo" userId="81d139e4-1a74-45bd-a04a-64f94c7d37c9" providerId="ADAL" clId="{BA7C5B3B-6351-402B-8404-F6FCCA6EB8DE}" dt="2025-02-23T12:46:45.322" v="529" actId="47"/>
        <pc:sldMkLst>
          <pc:docMk/>
          <pc:sldMk cId="3023035554" sldId="316"/>
        </pc:sldMkLst>
      </pc:sldChg>
      <pc:sldChg chg="modSp mod">
        <pc:chgData name="Christopher Aloo" userId="81d139e4-1a74-45bd-a04a-64f94c7d37c9" providerId="ADAL" clId="{BA7C5B3B-6351-402B-8404-F6FCCA6EB8DE}" dt="2025-02-23T12:43:17.702" v="260" actId="20577"/>
        <pc:sldMkLst>
          <pc:docMk/>
          <pc:sldMk cId="3855953157" sldId="317"/>
        </pc:sldMkLst>
        <pc:spChg chg="mod">
          <ac:chgData name="Christopher Aloo" userId="81d139e4-1a74-45bd-a04a-64f94c7d37c9" providerId="ADAL" clId="{BA7C5B3B-6351-402B-8404-F6FCCA6EB8DE}" dt="2025-02-23T12:42:34.166" v="144" actId="20577"/>
          <ac:spMkLst>
            <pc:docMk/>
            <pc:sldMk cId="3855953157" sldId="317"/>
            <ac:spMk id="2" creationId="{95B17210-8CAA-840C-123E-7F8BD72904E4}"/>
          </ac:spMkLst>
        </pc:spChg>
        <pc:spChg chg="mod">
          <ac:chgData name="Christopher Aloo" userId="81d139e4-1a74-45bd-a04a-64f94c7d37c9" providerId="ADAL" clId="{BA7C5B3B-6351-402B-8404-F6FCCA6EB8DE}" dt="2025-02-23T12:43:17.702" v="260" actId="20577"/>
          <ac:spMkLst>
            <pc:docMk/>
            <pc:sldMk cId="3855953157" sldId="317"/>
            <ac:spMk id="3" creationId="{407D8477-2015-584D-8ECC-3A2AA1874D59}"/>
          </ac:spMkLst>
        </pc:spChg>
      </pc:sldChg>
      <pc:sldChg chg="addSp delSp modSp mod">
        <pc:chgData name="Christopher Aloo" userId="81d139e4-1a74-45bd-a04a-64f94c7d37c9" providerId="ADAL" clId="{BA7C5B3B-6351-402B-8404-F6FCCA6EB8DE}" dt="2025-02-23T12:23:36.835" v="122" actId="20577"/>
        <pc:sldMkLst>
          <pc:docMk/>
          <pc:sldMk cId="151336184" sldId="318"/>
        </pc:sldMkLst>
        <pc:spChg chg="mod">
          <ac:chgData name="Christopher Aloo" userId="81d139e4-1a74-45bd-a04a-64f94c7d37c9" providerId="ADAL" clId="{BA7C5B3B-6351-402B-8404-F6FCCA6EB8DE}" dt="2025-02-23T12:23:06.087" v="30" actId="20577"/>
          <ac:spMkLst>
            <pc:docMk/>
            <pc:sldMk cId="151336184" sldId="318"/>
            <ac:spMk id="2" creationId="{2889C7FD-3FA7-D1FA-4F10-9B23985ABB2A}"/>
          </ac:spMkLst>
        </pc:spChg>
        <pc:spChg chg="add mod">
          <ac:chgData name="Christopher Aloo" userId="81d139e4-1a74-45bd-a04a-64f94c7d37c9" providerId="ADAL" clId="{BA7C5B3B-6351-402B-8404-F6FCCA6EB8DE}" dt="2025-02-23T12:23:36.835" v="122" actId="20577"/>
          <ac:spMkLst>
            <pc:docMk/>
            <pc:sldMk cId="151336184" sldId="318"/>
            <ac:spMk id="4" creationId="{AAD2AB00-5B36-FFCB-3E6E-D975131B5418}"/>
          </ac:spMkLst>
        </pc:spChg>
      </pc:sldChg>
      <pc:sldChg chg="del">
        <pc:chgData name="Christopher Aloo" userId="81d139e4-1a74-45bd-a04a-64f94c7d37c9" providerId="ADAL" clId="{BA7C5B3B-6351-402B-8404-F6FCCA6EB8DE}" dt="2025-02-23T12:46:37.366" v="522" actId="47"/>
        <pc:sldMkLst>
          <pc:docMk/>
          <pc:sldMk cId="4010766615" sldId="319"/>
        </pc:sldMkLst>
      </pc:sldChg>
      <pc:sldChg chg="del">
        <pc:chgData name="Christopher Aloo" userId="81d139e4-1a74-45bd-a04a-64f94c7d37c9" providerId="ADAL" clId="{BA7C5B3B-6351-402B-8404-F6FCCA6EB8DE}" dt="2025-02-23T12:46:40.762" v="525" actId="47"/>
        <pc:sldMkLst>
          <pc:docMk/>
          <pc:sldMk cId="2868813887" sldId="320"/>
        </pc:sldMkLst>
      </pc:sldChg>
      <pc:sldChg chg="del">
        <pc:chgData name="Christopher Aloo" userId="81d139e4-1a74-45bd-a04a-64f94c7d37c9" providerId="ADAL" clId="{BA7C5B3B-6351-402B-8404-F6FCCA6EB8DE}" dt="2025-02-23T12:46:39.619" v="524" actId="47"/>
        <pc:sldMkLst>
          <pc:docMk/>
          <pc:sldMk cId="4272252233" sldId="321"/>
        </pc:sldMkLst>
      </pc:sldChg>
      <pc:sldChg chg="del">
        <pc:chgData name="Christopher Aloo" userId="81d139e4-1a74-45bd-a04a-64f94c7d37c9" providerId="ADAL" clId="{BA7C5B3B-6351-402B-8404-F6FCCA6EB8DE}" dt="2025-02-23T12:46:38.506" v="523" actId="47"/>
        <pc:sldMkLst>
          <pc:docMk/>
          <pc:sldMk cId="3363588813" sldId="322"/>
        </pc:sldMkLst>
      </pc:sldChg>
      <pc:sldChg chg="del">
        <pc:chgData name="Christopher Aloo" userId="81d139e4-1a74-45bd-a04a-64f94c7d37c9" providerId="ADAL" clId="{BA7C5B3B-6351-402B-8404-F6FCCA6EB8DE}" dt="2025-02-23T12:46:41.749" v="526" actId="47"/>
        <pc:sldMkLst>
          <pc:docMk/>
          <pc:sldMk cId="971938631" sldId="323"/>
        </pc:sldMkLst>
      </pc:sldChg>
      <pc:sldChg chg="del">
        <pc:chgData name="Christopher Aloo" userId="81d139e4-1a74-45bd-a04a-64f94c7d37c9" providerId="ADAL" clId="{BA7C5B3B-6351-402B-8404-F6FCCA6EB8DE}" dt="2025-02-23T12:46:44.263" v="528" actId="47"/>
        <pc:sldMkLst>
          <pc:docMk/>
          <pc:sldMk cId="1579773140" sldId="324"/>
        </pc:sldMkLst>
      </pc:sldChg>
      <pc:sldChg chg="modSp mod">
        <pc:chgData name="Christopher Aloo" userId="81d139e4-1a74-45bd-a04a-64f94c7d37c9" providerId="ADAL" clId="{BA7C5B3B-6351-402B-8404-F6FCCA6EB8DE}" dt="2025-02-23T12:46:52.894" v="546" actId="20577"/>
        <pc:sldMkLst>
          <pc:docMk/>
          <pc:sldMk cId="78619540" sldId="325"/>
        </pc:sldMkLst>
        <pc:spChg chg="mod">
          <ac:chgData name="Christopher Aloo" userId="81d139e4-1a74-45bd-a04a-64f94c7d37c9" providerId="ADAL" clId="{BA7C5B3B-6351-402B-8404-F6FCCA6EB8DE}" dt="2025-02-23T12:46:52.894" v="546" actId="20577"/>
          <ac:spMkLst>
            <pc:docMk/>
            <pc:sldMk cId="78619540" sldId="325"/>
            <ac:spMk id="67" creationId="{C1356B37-9518-2C9D-F3C2-F32E2AA2627E}"/>
          </ac:spMkLst>
        </pc:spChg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4103939844" sldId="326"/>
        </pc:sldMkLst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832394234" sldId="328"/>
        </pc:sldMkLst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4257468463" sldId="329"/>
        </pc:sldMkLst>
      </pc:sldChg>
      <pc:sldChg chg="del">
        <pc:chgData name="Christopher Aloo" userId="81d139e4-1a74-45bd-a04a-64f94c7d37c9" providerId="ADAL" clId="{BA7C5B3B-6351-402B-8404-F6FCCA6EB8DE}" dt="2025-02-23T12:46:42.862" v="527" actId="47"/>
        <pc:sldMkLst>
          <pc:docMk/>
          <pc:sldMk cId="3936774391" sldId="330"/>
        </pc:sldMkLst>
      </pc:sldChg>
      <pc:sldChg chg="del">
        <pc:chgData name="Christopher Aloo" userId="81d139e4-1a74-45bd-a04a-64f94c7d37c9" providerId="ADAL" clId="{BA7C5B3B-6351-402B-8404-F6FCCA6EB8DE}" dt="2025-02-23T12:47:04.758" v="548" actId="47"/>
        <pc:sldMkLst>
          <pc:docMk/>
          <pc:sldMk cId="2047592346" sldId="331"/>
        </pc:sldMkLst>
      </pc:sldChg>
      <pc:sldChg chg="modSp add mod">
        <pc:chgData name="Christopher Aloo" userId="81d139e4-1a74-45bd-a04a-64f94c7d37c9" providerId="ADAL" clId="{BA7C5B3B-6351-402B-8404-F6FCCA6EB8DE}" dt="2025-02-23T12:56:08.065" v="637" actId="6549"/>
        <pc:sldMkLst>
          <pc:docMk/>
          <pc:sldMk cId="517507053" sldId="333"/>
        </pc:sldMkLst>
        <pc:spChg chg="mod">
          <ac:chgData name="Christopher Aloo" userId="81d139e4-1a74-45bd-a04a-64f94c7d37c9" providerId="ADAL" clId="{BA7C5B3B-6351-402B-8404-F6FCCA6EB8DE}" dt="2025-02-23T12:56:08.065" v="637" actId="6549"/>
          <ac:spMkLst>
            <pc:docMk/>
            <pc:sldMk cId="517507053" sldId="333"/>
            <ac:spMk id="3" creationId="{B0585DFF-605B-A98F-7302-70445F6D8669}"/>
          </ac:spMkLst>
        </pc:spChg>
      </pc:sldChg>
      <pc:sldChg chg="del">
        <pc:chgData name="Christopher Aloo" userId="81d139e4-1a74-45bd-a04a-64f94c7d37c9" providerId="ADAL" clId="{BA7C5B3B-6351-402B-8404-F6FCCA6EB8DE}" dt="2025-02-23T12:47:11.279" v="551" actId="47"/>
        <pc:sldMkLst>
          <pc:docMk/>
          <pc:sldMk cId="1848418684" sldId="333"/>
        </pc:sldMkLst>
      </pc:sldChg>
      <pc:sldChg chg="modSp add mod">
        <pc:chgData name="Christopher Aloo" userId="81d139e4-1a74-45bd-a04a-64f94c7d37c9" providerId="ADAL" clId="{BA7C5B3B-6351-402B-8404-F6FCCA6EB8DE}" dt="2025-02-23T12:56:23.404" v="640" actId="12"/>
        <pc:sldMkLst>
          <pc:docMk/>
          <pc:sldMk cId="2887240092" sldId="334"/>
        </pc:sldMkLst>
        <pc:spChg chg="mod">
          <ac:chgData name="Christopher Aloo" userId="81d139e4-1a74-45bd-a04a-64f94c7d37c9" providerId="ADAL" clId="{BA7C5B3B-6351-402B-8404-F6FCCA6EB8DE}" dt="2025-02-23T12:56:23.404" v="640" actId="12"/>
          <ac:spMkLst>
            <pc:docMk/>
            <pc:sldMk cId="2887240092" sldId="334"/>
            <ac:spMk id="3" creationId="{5FCA3551-6861-0042-AC66-D635F11A834F}"/>
          </ac:spMkLst>
        </pc:spChg>
      </pc:sldChg>
      <pc:sldChg chg="del">
        <pc:chgData name="Christopher Aloo" userId="81d139e4-1a74-45bd-a04a-64f94c7d37c9" providerId="ADAL" clId="{BA7C5B3B-6351-402B-8404-F6FCCA6EB8DE}" dt="2025-02-23T12:47:12.437" v="552" actId="47"/>
        <pc:sldMkLst>
          <pc:docMk/>
          <pc:sldMk cId="2080220778" sldId="335"/>
        </pc:sldMkLst>
      </pc:sldChg>
      <pc:sldChg chg="modSp add mod ord">
        <pc:chgData name="Christopher Aloo" userId="81d139e4-1a74-45bd-a04a-64f94c7d37c9" providerId="ADAL" clId="{BA7C5B3B-6351-402B-8404-F6FCCA6EB8DE}" dt="2025-02-23T12:57:03.460" v="680"/>
        <pc:sldMkLst>
          <pc:docMk/>
          <pc:sldMk cId="3958986846" sldId="335"/>
        </pc:sldMkLst>
        <pc:spChg chg="mod">
          <ac:chgData name="Christopher Aloo" userId="81d139e4-1a74-45bd-a04a-64f94c7d37c9" providerId="ADAL" clId="{BA7C5B3B-6351-402B-8404-F6FCCA6EB8DE}" dt="2025-02-23T12:56:58.054" v="677" actId="20577"/>
          <ac:spMkLst>
            <pc:docMk/>
            <pc:sldMk cId="3958986846" sldId="335"/>
            <ac:spMk id="2" creationId="{B4F3F977-A9D4-2DA4-169D-2DAC860ABD3D}"/>
          </ac:spMkLst>
        </pc:spChg>
        <pc:spChg chg="mod">
          <ac:chgData name="Christopher Aloo" userId="81d139e4-1a74-45bd-a04a-64f94c7d37c9" providerId="ADAL" clId="{BA7C5B3B-6351-402B-8404-F6FCCA6EB8DE}" dt="2025-02-23T12:57:03.460" v="680"/>
          <ac:spMkLst>
            <pc:docMk/>
            <pc:sldMk cId="3958986846" sldId="335"/>
            <ac:spMk id="3" creationId="{9B7C3CBE-9AE7-B9D0-1A75-0F1C3E905512}"/>
          </ac:spMkLst>
        </pc:spChg>
      </pc:sldChg>
      <pc:sldChg chg="del">
        <pc:chgData name="Christopher Aloo" userId="81d139e4-1a74-45bd-a04a-64f94c7d37c9" providerId="ADAL" clId="{BA7C5B3B-6351-402B-8404-F6FCCA6EB8DE}" dt="2025-02-23T12:47:13.296" v="553" actId="47"/>
        <pc:sldMkLst>
          <pc:docMk/>
          <pc:sldMk cId="534018469" sldId="336"/>
        </pc:sldMkLst>
      </pc:sldChg>
      <pc:sldChg chg="add">
        <pc:chgData name="Christopher Aloo" userId="81d139e4-1a74-45bd-a04a-64f94c7d37c9" providerId="ADAL" clId="{BA7C5B3B-6351-402B-8404-F6FCCA6EB8DE}" dt="2025-02-23T12:57:13.566" v="681" actId="2890"/>
        <pc:sldMkLst>
          <pc:docMk/>
          <pc:sldMk cId="1670475879" sldId="336"/>
        </pc:sldMkLst>
      </pc:sldChg>
      <pc:sldChg chg="del">
        <pc:chgData name="Christopher Aloo" userId="81d139e4-1a74-45bd-a04a-64f94c7d37c9" providerId="ADAL" clId="{BA7C5B3B-6351-402B-8404-F6FCCA6EB8DE}" dt="2025-02-23T12:47:14.399" v="554" actId="47"/>
        <pc:sldMkLst>
          <pc:docMk/>
          <pc:sldMk cId="902026426" sldId="337"/>
        </pc:sldMkLst>
      </pc:sldChg>
      <pc:sldChg chg="addSp delSp modSp add mod">
        <pc:chgData name="Christopher Aloo" userId="81d139e4-1a74-45bd-a04a-64f94c7d37c9" providerId="ADAL" clId="{BA7C5B3B-6351-402B-8404-F6FCCA6EB8DE}" dt="2025-02-23T13:00:05.297" v="859" actId="14100"/>
        <pc:sldMkLst>
          <pc:docMk/>
          <pc:sldMk cId="2629681235" sldId="337"/>
        </pc:sldMkLst>
        <pc:spChg chg="mod">
          <ac:chgData name="Christopher Aloo" userId="81d139e4-1a74-45bd-a04a-64f94c7d37c9" providerId="ADAL" clId="{BA7C5B3B-6351-402B-8404-F6FCCA6EB8DE}" dt="2025-02-23T12:59:18.496" v="807" actId="20577"/>
          <ac:spMkLst>
            <pc:docMk/>
            <pc:sldMk cId="2629681235" sldId="337"/>
            <ac:spMk id="2" creationId="{75088454-E435-3080-3077-9BD1A0D8F0E1}"/>
          </ac:spMkLst>
        </pc:spChg>
        <pc:spChg chg="add mod">
          <ac:chgData name="Christopher Aloo" userId="81d139e4-1a74-45bd-a04a-64f94c7d37c9" providerId="ADAL" clId="{BA7C5B3B-6351-402B-8404-F6FCCA6EB8DE}" dt="2025-02-23T13:00:05.297" v="859" actId="14100"/>
          <ac:spMkLst>
            <pc:docMk/>
            <pc:sldMk cId="2629681235" sldId="337"/>
            <ac:spMk id="5" creationId="{09A1DDAC-8436-6C55-AAF7-E5D0E4E608C2}"/>
          </ac:spMkLst>
        </pc:spChg>
      </pc:sldChg>
      <pc:sldChg chg="del">
        <pc:chgData name="Christopher Aloo" userId="81d139e4-1a74-45bd-a04a-64f94c7d37c9" providerId="ADAL" clId="{BA7C5B3B-6351-402B-8404-F6FCCA6EB8DE}" dt="2025-02-23T12:47:15.308" v="555" actId="47"/>
        <pc:sldMkLst>
          <pc:docMk/>
          <pc:sldMk cId="1017162608" sldId="338"/>
        </pc:sldMkLst>
      </pc:sldChg>
      <pc:sldChg chg="modSp add mod">
        <pc:chgData name="Christopher Aloo" userId="81d139e4-1a74-45bd-a04a-64f94c7d37c9" providerId="ADAL" clId="{BA7C5B3B-6351-402B-8404-F6FCCA6EB8DE}" dt="2025-02-23T13:00:28.081" v="862"/>
        <pc:sldMkLst>
          <pc:docMk/>
          <pc:sldMk cId="3313549696" sldId="338"/>
        </pc:sldMkLst>
        <pc:spChg chg="mod">
          <ac:chgData name="Christopher Aloo" userId="81d139e4-1a74-45bd-a04a-64f94c7d37c9" providerId="ADAL" clId="{BA7C5B3B-6351-402B-8404-F6FCCA6EB8DE}" dt="2025-02-23T13:00:20.859" v="861"/>
          <ac:spMkLst>
            <pc:docMk/>
            <pc:sldMk cId="3313549696" sldId="338"/>
            <ac:spMk id="2" creationId="{D3E09A62-A5EF-3A34-D0C4-A64FA90B72B4}"/>
          </ac:spMkLst>
        </pc:spChg>
        <pc:spChg chg="mod">
          <ac:chgData name="Christopher Aloo" userId="81d139e4-1a74-45bd-a04a-64f94c7d37c9" providerId="ADAL" clId="{BA7C5B3B-6351-402B-8404-F6FCCA6EB8DE}" dt="2025-02-23T13:00:28.081" v="862"/>
          <ac:spMkLst>
            <pc:docMk/>
            <pc:sldMk cId="3313549696" sldId="338"/>
            <ac:spMk id="5" creationId="{D231010C-67BC-4DFA-56A7-EFBA3436386F}"/>
          </ac:spMkLst>
        </pc:spChg>
      </pc:sldChg>
      <pc:sldChg chg="del">
        <pc:chgData name="Christopher Aloo" userId="81d139e4-1a74-45bd-a04a-64f94c7d37c9" providerId="ADAL" clId="{BA7C5B3B-6351-402B-8404-F6FCCA6EB8DE}" dt="2025-02-23T12:47:16.236" v="556" actId="47"/>
        <pc:sldMkLst>
          <pc:docMk/>
          <pc:sldMk cId="1656315265" sldId="339"/>
        </pc:sldMkLst>
      </pc:sldChg>
      <pc:sldChg chg="modSp add mod">
        <pc:chgData name="Christopher Aloo" userId="81d139e4-1a74-45bd-a04a-64f94c7d37c9" providerId="ADAL" clId="{BA7C5B3B-6351-402B-8404-F6FCCA6EB8DE}" dt="2025-02-23T13:01:12.164" v="905" actId="33524"/>
        <pc:sldMkLst>
          <pc:docMk/>
          <pc:sldMk cId="1730185356" sldId="339"/>
        </pc:sldMkLst>
        <pc:spChg chg="mod">
          <ac:chgData name="Christopher Aloo" userId="81d139e4-1a74-45bd-a04a-64f94c7d37c9" providerId="ADAL" clId="{BA7C5B3B-6351-402B-8404-F6FCCA6EB8DE}" dt="2025-02-23T13:00:40.215" v="864"/>
          <ac:spMkLst>
            <pc:docMk/>
            <pc:sldMk cId="1730185356" sldId="339"/>
            <ac:spMk id="2" creationId="{DC89E5D4-2F75-9FAB-8F28-C77FC5DAB5F6}"/>
          </ac:spMkLst>
        </pc:spChg>
        <pc:spChg chg="mod">
          <ac:chgData name="Christopher Aloo" userId="81d139e4-1a74-45bd-a04a-64f94c7d37c9" providerId="ADAL" clId="{BA7C5B3B-6351-402B-8404-F6FCCA6EB8DE}" dt="2025-02-23T13:01:12.164" v="905" actId="33524"/>
          <ac:spMkLst>
            <pc:docMk/>
            <pc:sldMk cId="1730185356" sldId="339"/>
            <ac:spMk id="5" creationId="{D0F4F174-C6D3-B13B-20C0-84B025B89BB4}"/>
          </ac:spMkLst>
        </pc:spChg>
      </pc:sldChg>
      <pc:sldChg chg="del">
        <pc:chgData name="Christopher Aloo" userId="81d139e4-1a74-45bd-a04a-64f94c7d37c9" providerId="ADAL" clId="{BA7C5B3B-6351-402B-8404-F6FCCA6EB8DE}" dt="2025-02-23T12:47:09.348" v="549" actId="47"/>
        <pc:sldMkLst>
          <pc:docMk/>
          <pc:sldMk cId="444996272" sldId="340"/>
        </pc:sldMkLst>
      </pc:sldChg>
      <pc:sldChg chg="modSp add mod">
        <pc:chgData name="Christopher Aloo" userId="81d139e4-1a74-45bd-a04a-64f94c7d37c9" providerId="ADAL" clId="{BA7C5B3B-6351-402B-8404-F6FCCA6EB8DE}" dt="2025-02-23T13:01:28.448" v="908"/>
        <pc:sldMkLst>
          <pc:docMk/>
          <pc:sldMk cId="4081305154" sldId="340"/>
        </pc:sldMkLst>
        <pc:spChg chg="mod">
          <ac:chgData name="Christopher Aloo" userId="81d139e4-1a74-45bd-a04a-64f94c7d37c9" providerId="ADAL" clId="{BA7C5B3B-6351-402B-8404-F6FCCA6EB8DE}" dt="2025-02-23T13:01:22.431" v="907"/>
          <ac:spMkLst>
            <pc:docMk/>
            <pc:sldMk cId="4081305154" sldId="340"/>
            <ac:spMk id="2" creationId="{D851B46F-C6DF-A01E-05BB-0221D9581088}"/>
          </ac:spMkLst>
        </pc:spChg>
        <pc:spChg chg="mod">
          <ac:chgData name="Christopher Aloo" userId="81d139e4-1a74-45bd-a04a-64f94c7d37c9" providerId="ADAL" clId="{BA7C5B3B-6351-402B-8404-F6FCCA6EB8DE}" dt="2025-02-23T13:01:28.448" v="908"/>
          <ac:spMkLst>
            <pc:docMk/>
            <pc:sldMk cId="4081305154" sldId="340"/>
            <ac:spMk id="5" creationId="{3E491748-F6E2-4440-A627-C33AD150D363}"/>
          </ac:spMkLst>
        </pc:spChg>
      </pc:sldChg>
      <pc:sldChg chg="addSp delSp modSp add mod ord">
        <pc:chgData name="Christopher Aloo" userId="81d139e4-1a74-45bd-a04a-64f94c7d37c9" providerId="ADAL" clId="{BA7C5B3B-6351-402B-8404-F6FCCA6EB8DE}" dt="2025-02-23T13:08:30.542" v="1042"/>
        <pc:sldMkLst>
          <pc:docMk/>
          <pc:sldMk cId="898985553" sldId="341"/>
        </pc:sldMkLst>
        <pc:spChg chg="mod">
          <ac:chgData name="Christopher Aloo" userId="81d139e4-1a74-45bd-a04a-64f94c7d37c9" providerId="ADAL" clId="{BA7C5B3B-6351-402B-8404-F6FCCA6EB8DE}" dt="2025-02-23T13:07:18.634" v="992" actId="20577"/>
          <ac:spMkLst>
            <pc:docMk/>
            <pc:sldMk cId="898985553" sldId="341"/>
            <ac:spMk id="2" creationId="{144006FA-1490-6852-8142-4E7FAD794C9E}"/>
          </ac:spMkLst>
        </pc:spChg>
        <pc:spChg chg="add mod">
          <ac:chgData name="Christopher Aloo" userId="81d139e4-1a74-45bd-a04a-64f94c7d37c9" providerId="ADAL" clId="{BA7C5B3B-6351-402B-8404-F6FCCA6EB8DE}" dt="2025-02-23T13:08:09.213" v="1036" actId="1076"/>
          <ac:spMkLst>
            <pc:docMk/>
            <pc:sldMk cId="898985553" sldId="341"/>
            <ac:spMk id="7" creationId="{330A16E0-FBD9-D70B-AC6E-2C01295CE77E}"/>
          </ac:spMkLst>
        </pc:spChg>
        <pc:graphicFrameChg chg="mod">
          <ac:chgData name="Christopher Aloo" userId="81d139e4-1a74-45bd-a04a-64f94c7d37c9" providerId="ADAL" clId="{BA7C5B3B-6351-402B-8404-F6FCCA6EB8DE}" dt="2025-02-23T13:08:30.542" v="1042"/>
          <ac:graphicFrameMkLst>
            <pc:docMk/>
            <pc:sldMk cId="898985553" sldId="341"/>
            <ac:graphicFrameMk id="8" creationId="{FE59E376-2747-F3F3-13F2-21ADB6C5E3CC}"/>
          </ac:graphicFrameMkLst>
        </pc:graphicFrameChg>
      </pc:sldChg>
      <pc:sldChg chg="del">
        <pc:chgData name="Christopher Aloo" userId="81d139e4-1a74-45bd-a04a-64f94c7d37c9" providerId="ADAL" clId="{BA7C5B3B-6351-402B-8404-F6FCCA6EB8DE}" dt="2025-02-23T12:47:10.393" v="550" actId="47"/>
        <pc:sldMkLst>
          <pc:docMk/>
          <pc:sldMk cId="3908055162" sldId="341"/>
        </pc:sldMkLst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2388938237" sldId="342"/>
        </pc:sldMkLst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1796003017" sldId="343"/>
        </pc:sldMkLst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2545124565" sldId="344"/>
        </pc:sldMkLst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1176458592" sldId="345"/>
        </pc:sldMkLst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3981333747" sldId="346"/>
        </pc:sldMkLst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4016111618" sldId="347"/>
        </pc:sldMkLst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1225907768" sldId="348"/>
        </pc:sldMkLst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502343285" sldId="349"/>
        </pc:sldMkLst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1404711077" sldId="350"/>
        </pc:sldMkLst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1942177219" sldId="351"/>
        </pc:sldMkLst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1178226535" sldId="352"/>
        </pc:sldMkLst>
      </pc:sldChg>
      <pc:sldChg chg="del">
        <pc:chgData name="Christopher Aloo" userId="81d139e4-1a74-45bd-a04a-64f94c7d37c9" providerId="ADAL" clId="{BA7C5B3B-6351-402B-8404-F6FCCA6EB8DE}" dt="2025-02-23T12:47:01.471" v="547" actId="47"/>
        <pc:sldMkLst>
          <pc:docMk/>
          <pc:sldMk cId="697898329" sldId="353"/>
        </pc:sldMkLst>
      </pc:sldChg>
      <pc:sldMasterChg chg="delSldLayout">
        <pc:chgData name="Christopher Aloo" userId="81d139e4-1a74-45bd-a04a-64f94c7d37c9" providerId="ADAL" clId="{BA7C5B3B-6351-402B-8404-F6FCCA6EB8DE}" dt="2025-02-23T12:47:16.236" v="556" actId="47"/>
        <pc:sldMasterMkLst>
          <pc:docMk/>
          <pc:sldMasterMk cId="2203285870" sldId="2147483660"/>
        </pc:sldMasterMkLst>
        <pc:sldLayoutChg chg="del">
          <pc:chgData name="Christopher Aloo" userId="81d139e4-1a74-45bd-a04a-64f94c7d37c9" providerId="ADAL" clId="{BA7C5B3B-6351-402B-8404-F6FCCA6EB8DE}" dt="2025-02-23T12:47:16.236" v="556" actId="47"/>
          <pc:sldLayoutMkLst>
            <pc:docMk/>
            <pc:sldMasterMk cId="2203285870" sldId="2147483660"/>
            <pc:sldLayoutMk cId="1734325903" sldId="2147483662"/>
          </pc:sldLayoutMkLst>
        </pc:sldLayoutChg>
      </pc:sldMasterChg>
    </pc:docChg>
  </pc:docChgLst>
  <pc:docChgLst>
    <pc:chgData name="Christopher Aloo" userId="81d139e4-1a74-45bd-a04a-64f94c7d37c9" providerId="ADAL" clId="{2B5E3F4C-7C8D-4B50-B085-8782339E3D36}"/>
    <pc:docChg chg="undo redo custSel addSld delSld modSld sldOrd modMainMaster">
      <pc:chgData name="Christopher Aloo" userId="81d139e4-1a74-45bd-a04a-64f94c7d37c9" providerId="ADAL" clId="{2B5E3F4C-7C8D-4B50-B085-8782339E3D36}" dt="2025-02-20T07:23:46.455" v="2225" actId="403"/>
      <pc:docMkLst>
        <pc:docMk/>
      </pc:docMkLst>
      <pc:sldChg chg="modSp mod">
        <pc:chgData name="Christopher Aloo" userId="81d139e4-1a74-45bd-a04a-64f94c7d37c9" providerId="ADAL" clId="{2B5E3F4C-7C8D-4B50-B085-8782339E3D36}" dt="2025-02-18T11:22:56.620" v="18" actId="20577"/>
        <pc:sldMkLst>
          <pc:docMk/>
          <pc:sldMk cId="0" sldId="256"/>
        </pc:sldMkLst>
        <pc:spChg chg="mod">
          <ac:chgData name="Christopher Aloo" userId="81d139e4-1a74-45bd-a04a-64f94c7d37c9" providerId="ADAL" clId="{2B5E3F4C-7C8D-4B50-B085-8782339E3D36}" dt="2025-02-18T11:22:56.620" v="18" actId="20577"/>
          <ac:spMkLst>
            <pc:docMk/>
            <pc:sldMk cId="0" sldId="256"/>
            <ac:spMk id="2" creationId="{583644C7-D4DF-543E-6801-D112434A16B3}"/>
          </ac:spMkLst>
        </pc:spChg>
      </pc:sldChg>
      <pc:sldChg chg="addSp delSp modSp mod ord">
        <pc:chgData name="Christopher Aloo" userId="81d139e4-1a74-45bd-a04a-64f94c7d37c9" providerId="ADAL" clId="{2B5E3F4C-7C8D-4B50-B085-8782339E3D36}" dt="2025-02-18T16:39:49.974" v="1877"/>
        <pc:sldMkLst>
          <pc:docMk/>
          <pc:sldMk cId="1250749228" sldId="270"/>
        </pc:sldMkLst>
      </pc:sldChg>
      <pc:sldChg chg="modSp mod">
        <pc:chgData name="Christopher Aloo" userId="81d139e4-1a74-45bd-a04a-64f94c7d37c9" providerId="ADAL" clId="{2B5E3F4C-7C8D-4B50-B085-8782339E3D36}" dt="2025-02-18T11:23:08.294" v="52" actId="20577"/>
        <pc:sldMkLst>
          <pc:docMk/>
          <pc:sldMk cId="2434392186" sldId="281"/>
        </pc:sldMkLst>
        <pc:spChg chg="mod">
          <ac:chgData name="Christopher Aloo" userId="81d139e4-1a74-45bd-a04a-64f94c7d37c9" providerId="ADAL" clId="{2B5E3F4C-7C8D-4B50-B085-8782339E3D36}" dt="2025-02-18T11:23:08.294" v="52" actId="20577"/>
          <ac:spMkLst>
            <pc:docMk/>
            <pc:sldMk cId="2434392186" sldId="281"/>
            <ac:spMk id="67" creationId="{BEF3944A-EAD5-EE28-C376-A58B05C4B247}"/>
          </ac:spMkLst>
        </pc:spChg>
      </pc:sldChg>
      <pc:sldChg chg="modSp mod">
        <pc:chgData name="Christopher Aloo" userId="81d139e4-1a74-45bd-a04a-64f94c7d37c9" providerId="ADAL" clId="{2B5E3F4C-7C8D-4B50-B085-8782339E3D36}" dt="2025-02-18T11:47:04.383" v="470" actId="20577"/>
        <pc:sldMkLst>
          <pc:docMk/>
          <pc:sldMk cId="2684525786" sldId="282"/>
        </pc:sldMkLst>
        <pc:spChg chg="mod">
          <ac:chgData name="Christopher Aloo" userId="81d139e4-1a74-45bd-a04a-64f94c7d37c9" providerId="ADAL" clId="{2B5E3F4C-7C8D-4B50-B085-8782339E3D36}" dt="2025-02-18T11:47:04.383" v="470" actId="20577"/>
          <ac:spMkLst>
            <pc:docMk/>
            <pc:sldMk cId="2684525786" sldId="282"/>
            <ac:spMk id="67" creationId="{734BEFDA-A1E4-03EA-A5FE-83A7DD30846F}"/>
          </ac:spMkLst>
        </pc:spChg>
      </pc:sldChg>
      <pc:sldChg chg="del">
        <pc:chgData name="Christopher Aloo" userId="81d139e4-1a74-45bd-a04a-64f94c7d37c9" providerId="ADAL" clId="{2B5E3F4C-7C8D-4B50-B085-8782339E3D36}" dt="2025-02-18T11:29:07.264" v="54" actId="47"/>
        <pc:sldMkLst>
          <pc:docMk/>
          <pc:sldMk cId="555297024" sldId="291"/>
        </pc:sldMkLst>
      </pc:sldChg>
      <pc:sldChg chg="del">
        <pc:chgData name="Christopher Aloo" userId="81d139e4-1a74-45bd-a04a-64f94c7d37c9" providerId="ADAL" clId="{2B5E3F4C-7C8D-4B50-B085-8782339E3D36}" dt="2025-02-18T11:29:07.857" v="55" actId="47"/>
        <pc:sldMkLst>
          <pc:docMk/>
          <pc:sldMk cId="305523129" sldId="293"/>
        </pc:sldMkLst>
      </pc:sldChg>
      <pc:sldChg chg="del">
        <pc:chgData name="Christopher Aloo" userId="81d139e4-1a74-45bd-a04a-64f94c7d37c9" providerId="ADAL" clId="{2B5E3F4C-7C8D-4B50-B085-8782339E3D36}" dt="2025-02-18T11:47:10.323" v="471" actId="47"/>
        <pc:sldMkLst>
          <pc:docMk/>
          <pc:sldMk cId="381314288" sldId="294"/>
        </pc:sldMkLst>
      </pc:sldChg>
      <pc:sldChg chg="del">
        <pc:chgData name="Christopher Aloo" userId="81d139e4-1a74-45bd-a04a-64f94c7d37c9" providerId="ADAL" clId="{2B5E3F4C-7C8D-4B50-B085-8782339E3D36}" dt="2025-02-18T11:47:10.323" v="471" actId="47"/>
        <pc:sldMkLst>
          <pc:docMk/>
          <pc:sldMk cId="3121508983" sldId="295"/>
        </pc:sldMkLst>
      </pc:sldChg>
      <pc:sldChg chg="del">
        <pc:chgData name="Christopher Aloo" userId="81d139e4-1a74-45bd-a04a-64f94c7d37c9" providerId="ADAL" clId="{2B5E3F4C-7C8D-4B50-B085-8782339E3D36}" dt="2025-02-18T11:47:10.323" v="471" actId="47"/>
        <pc:sldMkLst>
          <pc:docMk/>
          <pc:sldMk cId="2056522040" sldId="296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4020610624" sldId="297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2861849454" sldId="298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260768918" sldId="299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548998681" sldId="300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3702168240" sldId="301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2521517357" sldId="302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786571099" sldId="303"/>
        </pc:sldMkLst>
      </pc:sldChg>
      <pc:sldChg chg="del">
        <pc:chgData name="Christopher Aloo" userId="81d139e4-1a74-45bd-a04a-64f94c7d37c9" providerId="ADAL" clId="{2B5E3F4C-7C8D-4B50-B085-8782339E3D36}" dt="2025-02-18T12:11:28.588" v="1122" actId="47"/>
        <pc:sldMkLst>
          <pc:docMk/>
          <pc:sldMk cId="2648778441" sldId="304"/>
        </pc:sldMkLst>
      </pc:sldChg>
      <pc:sldChg chg="addSp delSp modSp add mod">
        <pc:chgData name="Christopher Aloo" userId="81d139e4-1a74-45bd-a04a-64f94c7d37c9" providerId="ADAL" clId="{2B5E3F4C-7C8D-4B50-B085-8782339E3D36}" dt="2025-02-18T11:32:30.765" v="393" actId="478"/>
        <pc:sldMkLst>
          <pc:docMk/>
          <pc:sldMk cId="2346491900" sldId="305"/>
        </pc:sldMkLst>
      </pc:sldChg>
      <pc:sldChg chg="modSp add mod">
        <pc:chgData name="Christopher Aloo" userId="81d139e4-1a74-45bd-a04a-64f94c7d37c9" providerId="ADAL" clId="{2B5E3F4C-7C8D-4B50-B085-8782339E3D36}" dt="2025-02-18T11:32:40.160" v="421" actId="20577"/>
        <pc:sldMkLst>
          <pc:docMk/>
          <pc:sldMk cId="921588582" sldId="306"/>
        </pc:sldMkLst>
      </pc:sldChg>
      <pc:sldChg chg="modSp add mod">
        <pc:chgData name="Christopher Aloo" userId="81d139e4-1a74-45bd-a04a-64f94c7d37c9" providerId="ADAL" clId="{2B5E3F4C-7C8D-4B50-B085-8782339E3D36}" dt="2025-02-18T11:32:49.972" v="448" actId="20577"/>
        <pc:sldMkLst>
          <pc:docMk/>
          <pc:sldMk cId="1631390472" sldId="307"/>
        </pc:sldMkLst>
      </pc:sldChg>
      <pc:sldChg chg="modSp add mod ord">
        <pc:chgData name="Christopher Aloo" userId="81d139e4-1a74-45bd-a04a-64f94c7d37c9" providerId="ADAL" clId="{2B5E3F4C-7C8D-4B50-B085-8782339E3D36}" dt="2025-02-18T11:47:33.690" v="504" actId="20577"/>
        <pc:sldMkLst>
          <pc:docMk/>
          <pc:sldMk cId="1751710969" sldId="308"/>
        </pc:sldMkLst>
        <pc:spChg chg="mod">
          <ac:chgData name="Christopher Aloo" userId="81d139e4-1a74-45bd-a04a-64f94c7d37c9" providerId="ADAL" clId="{2B5E3F4C-7C8D-4B50-B085-8782339E3D36}" dt="2025-02-18T11:47:33.690" v="504" actId="20577"/>
          <ac:spMkLst>
            <pc:docMk/>
            <pc:sldMk cId="1751710969" sldId="308"/>
            <ac:spMk id="2" creationId="{502F6914-8A60-68BB-6E52-04C8D449D005}"/>
          </ac:spMkLst>
        </pc:spChg>
      </pc:sldChg>
      <pc:sldChg chg="add">
        <pc:chgData name="Christopher Aloo" userId="81d139e4-1a74-45bd-a04a-64f94c7d37c9" providerId="ADAL" clId="{2B5E3F4C-7C8D-4B50-B085-8782339E3D36}" dt="2025-02-18T11:47:51.619" v="505" actId="2890"/>
        <pc:sldMkLst>
          <pc:docMk/>
          <pc:sldMk cId="1683218715" sldId="309"/>
        </pc:sldMkLst>
      </pc:sldChg>
      <pc:sldChg chg="modSp add mod">
        <pc:chgData name="Christopher Aloo" userId="81d139e4-1a74-45bd-a04a-64f94c7d37c9" providerId="ADAL" clId="{2B5E3F4C-7C8D-4B50-B085-8782339E3D36}" dt="2025-02-18T11:49:21.540" v="603" actId="12"/>
        <pc:sldMkLst>
          <pc:docMk/>
          <pc:sldMk cId="3185540899" sldId="310"/>
        </pc:sldMkLst>
        <pc:spChg chg="mod">
          <ac:chgData name="Christopher Aloo" userId="81d139e4-1a74-45bd-a04a-64f94c7d37c9" providerId="ADAL" clId="{2B5E3F4C-7C8D-4B50-B085-8782339E3D36}" dt="2025-02-18T11:49:21.540" v="603" actId="12"/>
          <ac:spMkLst>
            <pc:docMk/>
            <pc:sldMk cId="3185540899" sldId="310"/>
            <ac:spMk id="2" creationId="{81681535-B747-215A-B59C-82E5177CEC91}"/>
          </ac:spMkLst>
        </pc:spChg>
      </pc:sldChg>
      <pc:sldChg chg="modSp new mod">
        <pc:chgData name="Christopher Aloo" userId="81d139e4-1a74-45bd-a04a-64f94c7d37c9" providerId="ADAL" clId="{2B5E3F4C-7C8D-4B50-B085-8782339E3D36}" dt="2025-02-18T11:48:25.413" v="556" actId="20577"/>
        <pc:sldMkLst>
          <pc:docMk/>
          <pc:sldMk cId="593933375" sldId="311"/>
        </pc:sldMkLst>
      </pc:sldChg>
      <pc:sldChg chg="add del ord">
        <pc:chgData name="Christopher Aloo" userId="81d139e4-1a74-45bd-a04a-64f94c7d37c9" providerId="ADAL" clId="{2B5E3F4C-7C8D-4B50-B085-8782339E3D36}" dt="2025-02-18T11:48:10.898" v="530" actId="2890"/>
        <pc:sldMkLst>
          <pc:docMk/>
          <pc:sldMk cId="1053200307" sldId="311"/>
        </pc:sldMkLst>
      </pc:sldChg>
      <pc:sldChg chg="modSp add mod ord">
        <pc:chgData name="Christopher Aloo" userId="81d139e4-1a74-45bd-a04a-64f94c7d37c9" providerId="ADAL" clId="{2B5E3F4C-7C8D-4B50-B085-8782339E3D36}" dt="2025-02-18T11:49:48.222" v="617" actId="20577"/>
        <pc:sldMkLst>
          <pc:docMk/>
          <pc:sldMk cId="2356003971" sldId="312"/>
        </pc:sldMkLst>
        <pc:spChg chg="mod">
          <ac:chgData name="Christopher Aloo" userId="81d139e4-1a74-45bd-a04a-64f94c7d37c9" providerId="ADAL" clId="{2B5E3F4C-7C8D-4B50-B085-8782339E3D36}" dt="2025-02-18T11:49:48.222" v="617" actId="20577"/>
          <ac:spMkLst>
            <pc:docMk/>
            <pc:sldMk cId="2356003971" sldId="312"/>
            <ac:spMk id="67" creationId="{D6A0A2D3-0437-5F74-62DB-38AE07F44BC1}"/>
          </ac:spMkLst>
        </pc:spChg>
      </pc:sldChg>
      <pc:sldChg chg="addSp modSp add mod ord replId">
        <pc:chgData name="Christopher Aloo" userId="81d139e4-1a74-45bd-a04a-64f94c7d37c9" providerId="ADAL" clId="{2B5E3F4C-7C8D-4B50-B085-8782339E3D36}" dt="2025-02-18T16:39:49.974" v="1877"/>
        <pc:sldMkLst>
          <pc:docMk/>
          <pc:sldMk cId="596695051" sldId="313"/>
        </pc:sldMkLst>
        <pc:spChg chg="mod">
          <ac:chgData name="Christopher Aloo" userId="81d139e4-1a74-45bd-a04a-64f94c7d37c9" providerId="ADAL" clId="{2B5E3F4C-7C8D-4B50-B085-8782339E3D36}" dt="2025-02-18T11:51:58.706" v="673" actId="20577"/>
          <ac:spMkLst>
            <pc:docMk/>
            <pc:sldMk cId="596695051" sldId="313"/>
            <ac:spMk id="2" creationId="{2080C0F3-63D3-E9DB-05E1-251B0658A07C}"/>
          </ac:spMkLst>
        </pc:spChg>
        <pc:spChg chg="add mod">
          <ac:chgData name="Christopher Aloo" userId="81d139e4-1a74-45bd-a04a-64f94c7d37c9" providerId="ADAL" clId="{2B5E3F4C-7C8D-4B50-B085-8782339E3D36}" dt="2025-02-18T16:20:04.388" v="1876" actId="207"/>
          <ac:spMkLst>
            <pc:docMk/>
            <pc:sldMk cId="596695051" sldId="313"/>
            <ac:spMk id="3" creationId="{310EAC06-2050-E449-3C05-2F02B0748DF2}"/>
          </ac:spMkLst>
        </pc:spChg>
        <pc:inkChg chg="add">
          <ac:chgData name="Christopher Aloo" userId="81d139e4-1a74-45bd-a04a-64f94c7d37c9" providerId="ADAL" clId="{2B5E3F4C-7C8D-4B50-B085-8782339E3D36}" dt="2025-02-18T16:39:49.974" v="1877"/>
          <ac:inkMkLst>
            <pc:docMk/>
            <pc:sldMk cId="596695051" sldId="313"/>
            <ac:inkMk id="4" creationId="{0F28F2C6-3023-F292-E694-B023A69F5C70}"/>
          </ac:inkMkLst>
        </pc:inkChg>
      </pc:sldChg>
      <pc:sldChg chg="addSp modSp add mod ord replId">
        <pc:chgData name="Christopher Aloo" userId="81d139e4-1a74-45bd-a04a-64f94c7d37c9" providerId="ADAL" clId="{2B5E3F4C-7C8D-4B50-B085-8782339E3D36}" dt="2025-02-18T17:23:35.054" v="1885"/>
        <pc:sldMkLst>
          <pc:docMk/>
          <pc:sldMk cId="4132406150" sldId="314"/>
        </pc:sldMkLst>
      </pc:sldChg>
      <pc:sldChg chg="add del ord replId">
        <pc:chgData name="Christopher Aloo" userId="81d139e4-1a74-45bd-a04a-64f94c7d37c9" providerId="ADAL" clId="{2B5E3F4C-7C8D-4B50-B085-8782339E3D36}" dt="2025-02-18T12:03:49.698" v="937" actId="47"/>
        <pc:sldMkLst>
          <pc:docMk/>
          <pc:sldMk cId="3817596084" sldId="315"/>
        </pc:sldMkLst>
      </pc:sldChg>
      <pc:sldChg chg="modSp add mod ord replId">
        <pc:chgData name="Christopher Aloo" userId="81d139e4-1a74-45bd-a04a-64f94c7d37c9" providerId="ADAL" clId="{2B5E3F4C-7C8D-4B50-B085-8782339E3D36}" dt="2025-02-18T12:10:05.381" v="1069" actId="313"/>
        <pc:sldMkLst>
          <pc:docMk/>
          <pc:sldMk cId="3023035554" sldId="316"/>
        </pc:sldMkLst>
      </pc:sldChg>
      <pc:sldChg chg="add">
        <pc:chgData name="Christopher Aloo" userId="81d139e4-1a74-45bd-a04a-64f94c7d37c9" providerId="ADAL" clId="{2B5E3F4C-7C8D-4B50-B085-8782339E3D36}" dt="2025-02-18T11:50:12.078" v="618" actId="2890"/>
        <pc:sldMkLst>
          <pc:docMk/>
          <pc:sldMk cId="3855953157" sldId="317"/>
        </pc:sldMkLst>
      </pc:sldChg>
      <pc:sldChg chg="addSp add">
        <pc:chgData name="Christopher Aloo" userId="81d139e4-1a74-45bd-a04a-64f94c7d37c9" providerId="ADAL" clId="{2B5E3F4C-7C8D-4B50-B085-8782339E3D36}" dt="2025-02-18T16:39:49.974" v="1877"/>
        <pc:sldMkLst>
          <pc:docMk/>
          <pc:sldMk cId="151336184" sldId="318"/>
        </pc:sldMkLst>
      </pc:sldChg>
      <pc:sldChg chg="modSp add mod">
        <pc:chgData name="Christopher Aloo" userId="81d139e4-1a74-45bd-a04a-64f94c7d37c9" providerId="ADAL" clId="{2B5E3F4C-7C8D-4B50-B085-8782339E3D36}" dt="2025-02-18T11:59:05.385" v="804" actId="20577"/>
        <pc:sldMkLst>
          <pc:docMk/>
          <pc:sldMk cId="4010766615" sldId="319"/>
        </pc:sldMkLst>
      </pc:sldChg>
      <pc:sldChg chg="addSp modSp add mod ord modAnim">
        <pc:chgData name="Christopher Aloo" userId="81d139e4-1a74-45bd-a04a-64f94c7d37c9" providerId="ADAL" clId="{2B5E3F4C-7C8D-4B50-B085-8782339E3D36}" dt="2025-02-18T16:04:12.847" v="1875" actId="1076"/>
        <pc:sldMkLst>
          <pc:docMk/>
          <pc:sldMk cId="2868813887" sldId="320"/>
        </pc:sldMkLst>
      </pc:sldChg>
      <pc:sldChg chg="addSp modSp add mod">
        <pc:chgData name="Christopher Aloo" userId="81d139e4-1a74-45bd-a04a-64f94c7d37c9" providerId="ADAL" clId="{2B5E3F4C-7C8D-4B50-B085-8782339E3D36}" dt="2025-02-18T17:23:35.054" v="1885"/>
        <pc:sldMkLst>
          <pc:docMk/>
          <pc:sldMk cId="4272252233" sldId="321"/>
        </pc:sldMkLst>
      </pc:sldChg>
      <pc:sldChg chg="addSp modSp add mod">
        <pc:chgData name="Christopher Aloo" userId="81d139e4-1a74-45bd-a04a-64f94c7d37c9" providerId="ADAL" clId="{2B5E3F4C-7C8D-4B50-B085-8782339E3D36}" dt="2025-02-18T17:23:56.470" v="1888" actId="14100"/>
        <pc:sldMkLst>
          <pc:docMk/>
          <pc:sldMk cId="3363588813" sldId="322"/>
        </pc:sldMkLst>
      </pc:sldChg>
      <pc:sldChg chg="addSp delSp modSp add mod modAnim">
        <pc:chgData name="Christopher Aloo" userId="81d139e4-1a74-45bd-a04a-64f94c7d37c9" providerId="ADAL" clId="{2B5E3F4C-7C8D-4B50-B085-8782339E3D36}" dt="2025-02-18T16:03:14.981" v="1865" actId="14100"/>
        <pc:sldMkLst>
          <pc:docMk/>
          <pc:sldMk cId="971938631" sldId="323"/>
        </pc:sldMkLst>
      </pc:sldChg>
      <pc:sldChg chg="addSp modSp add mod ord">
        <pc:chgData name="Christopher Aloo" userId="81d139e4-1a74-45bd-a04a-64f94c7d37c9" providerId="ADAL" clId="{2B5E3F4C-7C8D-4B50-B085-8782339E3D36}" dt="2025-02-18T12:11:17.337" v="1121" actId="14100"/>
        <pc:sldMkLst>
          <pc:docMk/>
          <pc:sldMk cId="1579773140" sldId="324"/>
        </pc:sldMkLst>
      </pc:sldChg>
      <pc:sldChg chg="modSp add mod ord">
        <pc:chgData name="Christopher Aloo" userId="81d139e4-1a74-45bd-a04a-64f94c7d37c9" providerId="ADAL" clId="{2B5E3F4C-7C8D-4B50-B085-8782339E3D36}" dt="2025-02-18T12:11:55.617" v="1163" actId="20577"/>
        <pc:sldMkLst>
          <pc:docMk/>
          <pc:sldMk cId="78619540" sldId="325"/>
        </pc:sldMkLst>
        <pc:spChg chg="mod">
          <ac:chgData name="Christopher Aloo" userId="81d139e4-1a74-45bd-a04a-64f94c7d37c9" providerId="ADAL" clId="{2B5E3F4C-7C8D-4B50-B085-8782339E3D36}" dt="2025-02-18T12:11:55.617" v="1163" actId="20577"/>
          <ac:spMkLst>
            <pc:docMk/>
            <pc:sldMk cId="78619540" sldId="325"/>
            <ac:spMk id="67" creationId="{C1356B37-9518-2C9D-F3C2-F32E2AA2627E}"/>
          </ac:spMkLst>
        </pc:spChg>
      </pc:sldChg>
      <pc:sldChg chg="addSp delSp modSp add mod ord replId">
        <pc:chgData name="Christopher Aloo" userId="81d139e4-1a74-45bd-a04a-64f94c7d37c9" providerId="ADAL" clId="{2B5E3F4C-7C8D-4B50-B085-8782339E3D36}" dt="2025-02-20T06:59:17.462" v="1907" actId="12"/>
        <pc:sldMkLst>
          <pc:docMk/>
          <pc:sldMk cId="4103939844" sldId="326"/>
        </pc:sldMkLst>
      </pc:sldChg>
      <pc:sldChg chg="addSp add del ord replId">
        <pc:chgData name="Christopher Aloo" userId="81d139e4-1a74-45bd-a04a-64f94c7d37c9" providerId="ADAL" clId="{2B5E3F4C-7C8D-4B50-B085-8782339E3D36}" dt="2025-02-20T07:05:33.012" v="1992" actId="47"/>
        <pc:sldMkLst>
          <pc:docMk/>
          <pc:sldMk cId="2904025715" sldId="327"/>
        </pc:sldMkLst>
      </pc:sldChg>
      <pc:sldChg chg="addSp modSp add mod ord replId">
        <pc:chgData name="Christopher Aloo" userId="81d139e4-1a74-45bd-a04a-64f94c7d37c9" providerId="ADAL" clId="{2B5E3F4C-7C8D-4B50-B085-8782339E3D36}" dt="2025-02-20T07:13:03.960" v="2117" actId="1076"/>
        <pc:sldMkLst>
          <pc:docMk/>
          <pc:sldMk cId="832394234" sldId="328"/>
        </pc:sldMkLst>
      </pc:sldChg>
      <pc:sldChg chg="addSp modSp add mod ord replId">
        <pc:chgData name="Christopher Aloo" userId="81d139e4-1a74-45bd-a04a-64f94c7d37c9" providerId="ADAL" clId="{2B5E3F4C-7C8D-4B50-B085-8782339E3D36}" dt="2025-02-20T07:17:45.005" v="2196" actId="207"/>
        <pc:sldMkLst>
          <pc:docMk/>
          <pc:sldMk cId="4257468463" sldId="329"/>
        </pc:sldMkLst>
      </pc:sldChg>
      <pc:sldChg chg="addSp delSp modSp add mod ord">
        <pc:chgData name="Christopher Aloo" userId="81d139e4-1a74-45bd-a04a-64f94c7d37c9" providerId="ADAL" clId="{2B5E3F4C-7C8D-4B50-B085-8782339E3D36}" dt="2025-02-18T17:23:35.054" v="1885"/>
        <pc:sldMkLst>
          <pc:docMk/>
          <pc:sldMk cId="3936774391" sldId="330"/>
        </pc:sldMkLst>
      </pc:sldChg>
      <pc:sldChg chg="modSp add mod">
        <pc:chgData name="Christopher Aloo" userId="81d139e4-1a74-45bd-a04a-64f94c7d37c9" providerId="ADAL" clId="{2B5E3F4C-7C8D-4B50-B085-8782339E3D36}" dt="2025-02-18T12:20:48.785" v="1374" actId="20577"/>
        <pc:sldMkLst>
          <pc:docMk/>
          <pc:sldMk cId="2047592346" sldId="331"/>
        </pc:sldMkLst>
      </pc:sldChg>
      <pc:sldChg chg="modSp add mod ord replId">
        <pc:chgData name="Christopher Aloo" userId="81d139e4-1a74-45bd-a04a-64f94c7d37c9" providerId="ADAL" clId="{2B5E3F4C-7C8D-4B50-B085-8782339E3D36}" dt="2025-02-18T12:20:52.342" v="1377"/>
        <pc:sldMkLst>
          <pc:docMk/>
          <pc:sldMk cId="3290598731" sldId="332"/>
        </pc:sldMkLst>
        <pc:spChg chg="mod">
          <ac:chgData name="Christopher Aloo" userId="81d139e4-1a74-45bd-a04a-64f94c7d37c9" providerId="ADAL" clId="{2B5E3F4C-7C8D-4B50-B085-8782339E3D36}" dt="2025-02-18T12:16:06.312" v="1289" actId="20577"/>
          <ac:spMkLst>
            <pc:docMk/>
            <pc:sldMk cId="3290598731" sldId="332"/>
            <ac:spMk id="2" creationId="{E7834C96-E0AE-E68C-5FAA-3C535A3EF209}"/>
          </ac:spMkLst>
        </pc:spChg>
      </pc:sldChg>
      <pc:sldChg chg="modSp add mod replId">
        <pc:chgData name="Christopher Aloo" userId="81d139e4-1a74-45bd-a04a-64f94c7d37c9" providerId="ADAL" clId="{2B5E3F4C-7C8D-4B50-B085-8782339E3D36}" dt="2025-02-18T12:16:17.599" v="1310" actId="20577"/>
        <pc:sldMkLst>
          <pc:docMk/>
          <pc:sldMk cId="1848418684" sldId="333"/>
        </pc:sldMkLst>
      </pc:sldChg>
      <pc:sldChg chg="add del replId">
        <pc:chgData name="Christopher Aloo" userId="81d139e4-1a74-45bd-a04a-64f94c7d37c9" providerId="ADAL" clId="{2B5E3F4C-7C8D-4B50-B085-8782339E3D36}" dt="2025-02-18T12:16:33.027" v="1311" actId="47"/>
        <pc:sldMkLst>
          <pc:docMk/>
          <pc:sldMk cId="1940056549" sldId="334"/>
        </pc:sldMkLst>
      </pc:sldChg>
      <pc:sldChg chg="modSp add mod replId">
        <pc:chgData name="Christopher Aloo" userId="81d139e4-1a74-45bd-a04a-64f94c7d37c9" providerId="ADAL" clId="{2B5E3F4C-7C8D-4B50-B085-8782339E3D36}" dt="2025-02-18T12:16:38.068" v="1317" actId="20577"/>
        <pc:sldMkLst>
          <pc:docMk/>
          <pc:sldMk cId="2080220778" sldId="335"/>
        </pc:sldMkLst>
      </pc:sldChg>
      <pc:sldChg chg="modSp add mod">
        <pc:chgData name="Christopher Aloo" userId="81d139e4-1a74-45bd-a04a-64f94c7d37c9" providerId="ADAL" clId="{2B5E3F4C-7C8D-4B50-B085-8782339E3D36}" dt="2025-02-18T12:17:47.930" v="1351" actId="20577"/>
        <pc:sldMkLst>
          <pc:docMk/>
          <pc:sldMk cId="534018469" sldId="336"/>
        </pc:sldMkLst>
      </pc:sldChg>
      <pc:sldChg chg="add replId">
        <pc:chgData name="Christopher Aloo" userId="81d139e4-1a74-45bd-a04a-64f94c7d37c9" providerId="ADAL" clId="{2B5E3F4C-7C8D-4B50-B085-8782339E3D36}" dt="2025-02-18T12:16:42.223" v="1318" actId="2890"/>
        <pc:sldMkLst>
          <pc:docMk/>
          <pc:sldMk cId="902026426" sldId="337"/>
        </pc:sldMkLst>
      </pc:sldChg>
      <pc:sldChg chg="add replId">
        <pc:chgData name="Christopher Aloo" userId="81d139e4-1a74-45bd-a04a-64f94c7d37c9" providerId="ADAL" clId="{2B5E3F4C-7C8D-4B50-B085-8782339E3D36}" dt="2025-02-18T12:16:42.223" v="1318" actId="2890"/>
        <pc:sldMkLst>
          <pc:docMk/>
          <pc:sldMk cId="1017162608" sldId="338"/>
        </pc:sldMkLst>
      </pc:sldChg>
      <pc:sldChg chg="add replId">
        <pc:chgData name="Christopher Aloo" userId="81d139e4-1a74-45bd-a04a-64f94c7d37c9" providerId="ADAL" clId="{2B5E3F4C-7C8D-4B50-B085-8782339E3D36}" dt="2025-02-18T12:16:42.223" v="1318" actId="2890"/>
        <pc:sldMkLst>
          <pc:docMk/>
          <pc:sldMk cId="1656315265" sldId="339"/>
        </pc:sldMkLst>
      </pc:sldChg>
      <pc:sldChg chg="add">
        <pc:chgData name="Christopher Aloo" userId="81d139e4-1a74-45bd-a04a-64f94c7d37c9" providerId="ADAL" clId="{2B5E3F4C-7C8D-4B50-B085-8782339E3D36}" dt="2025-02-18T12:20:42.281" v="1352" actId="2890"/>
        <pc:sldMkLst>
          <pc:docMk/>
          <pc:sldMk cId="444996272" sldId="340"/>
        </pc:sldMkLst>
      </pc:sldChg>
      <pc:sldChg chg="add">
        <pc:chgData name="Christopher Aloo" userId="81d139e4-1a74-45bd-a04a-64f94c7d37c9" providerId="ADAL" clId="{2B5E3F4C-7C8D-4B50-B085-8782339E3D36}" dt="2025-02-18T12:20:50.761" v="1375" actId="2890"/>
        <pc:sldMkLst>
          <pc:docMk/>
          <pc:sldMk cId="3908055162" sldId="341"/>
        </pc:sldMkLst>
      </pc:sldChg>
      <pc:sldChg chg="add ord">
        <pc:chgData name="Christopher Aloo" userId="81d139e4-1a74-45bd-a04a-64f94c7d37c9" providerId="ADAL" clId="{2B5E3F4C-7C8D-4B50-B085-8782339E3D36}" dt="2025-02-20T07:05:27.835" v="1991"/>
        <pc:sldMkLst>
          <pc:docMk/>
          <pc:sldMk cId="2388938237" sldId="342"/>
        </pc:sldMkLst>
      </pc:sldChg>
      <pc:sldChg chg="addSp delSp modSp add mod">
        <pc:chgData name="Christopher Aloo" userId="81d139e4-1a74-45bd-a04a-64f94c7d37c9" providerId="ADAL" clId="{2B5E3F4C-7C8D-4B50-B085-8782339E3D36}" dt="2025-02-20T07:01:32.344" v="1950" actId="948"/>
        <pc:sldMkLst>
          <pc:docMk/>
          <pc:sldMk cId="1796003017" sldId="343"/>
        </pc:sldMkLst>
      </pc:sldChg>
      <pc:sldChg chg="addSp delSp modSp add mod">
        <pc:chgData name="Christopher Aloo" userId="81d139e4-1a74-45bd-a04a-64f94c7d37c9" providerId="ADAL" clId="{2B5E3F4C-7C8D-4B50-B085-8782339E3D36}" dt="2025-02-20T07:19:57.193" v="2206" actId="1076"/>
        <pc:sldMkLst>
          <pc:docMk/>
          <pc:sldMk cId="2545124565" sldId="344"/>
        </pc:sldMkLst>
      </pc:sldChg>
      <pc:sldChg chg="addSp delSp modSp add mod">
        <pc:chgData name="Christopher Aloo" userId="81d139e4-1a74-45bd-a04a-64f94c7d37c9" providerId="ADAL" clId="{2B5E3F4C-7C8D-4B50-B085-8782339E3D36}" dt="2025-02-20T07:03:48.691" v="1967" actId="1076"/>
        <pc:sldMkLst>
          <pc:docMk/>
          <pc:sldMk cId="1176458592" sldId="345"/>
        </pc:sldMkLst>
      </pc:sldChg>
      <pc:sldChg chg="add del">
        <pc:chgData name="Christopher Aloo" userId="81d139e4-1a74-45bd-a04a-64f94c7d37c9" providerId="ADAL" clId="{2B5E3F4C-7C8D-4B50-B085-8782339E3D36}" dt="2025-02-20T07:03:00.015" v="1959" actId="47"/>
        <pc:sldMkLst>
          <pc:docMk/>
          <pc:sldMk cId="2224584706" sldId="345"/>
        </pc:sldMkLst>
      </pc:sldChg>
      <pc:sldChg chg="addSp delSp modSp add mod">
        <pc:chgData name="Christopher Aloo" userId="81d139e4-1a74-45bd-a04a-64f94c7d37c9" providerId="ADAL" clId="{2B5E3F4C-7C8D-4B50-B085-8782339E3D36}" dt="2025-02-20T07:04:40.770" v="1979" actId="1076"/>
        <pc:sldMkLst>
          <pc:docMk/>
          <pc:sldMk cId="3981333747" sldId="346"/>
        </pc:sldMkLst>
      </pc:sldChg>
      <pc:sldChg chg="addSp delSp modSp add mod modAnim">
        <pc:chgData name="Christopher Aloo" userId="81d139e4-1a74-45bd-a04a-64f94c7d37c9" providerId="ADAL" clId="{2B5E3F4C-7C8D-4B50-B085-8782339E3D36}" dt="2025-02-20T07:05:13.237" v="1988" actId="1076"/>
        <pc:sldMkLst>
          <pc:docMk/>
          <pc:sldMk cId="4016111618" sldId="347"/>
        </pc:sldMkLst>
      </pc:sldChg>
      <pc:sldChg chg="add">
        <pc:chgData name="Christopher Aloo" userId="81d139e4-1a74-45bd-a04a-64f94c7d37c9" providerId="ADAL" clId="{2B5E3F4C-7C8D-4B50-B085-8782339E3D36}" dt="2025-02-20T07:05:21.036" v="1989" actId="2890"/>
        <pc:sldMkLst>
          <pc:docMk/>
          <pc:sldMk cId="1225907768" sldId="348"/>
        </pc:sldMkLst>
      </pc:sldChg>
      <pc:sldChg chg="addSp delSp modSp add mod modAnim">
        <pc:chgData name="Christopher Aloo" userId="81d139e4-1a74-45bd-a04a-64f94c7d37c9" providerId="ADAL" clId="{2B5E3F4C-7C8D-4B50-B085-8782339E3D36}" dt="2025-02-20T07:06:54.316" v="2012" actId="1076"/>
        <pc:sldMkLst>
          <pc:docMk/>
          <pc:sldMk cId="502343285" sldId="349"/>
        </pc:sldMkLst>
      </pc:sldChg>
      <pc:sldChg chg="addSp delSp modSp add mod modAnim">
        <pc:chgData name="Christopher Aloo" userId="81d139e4-1a74-45bd-a04a-64f94c7d37c9" providerId="ADAL" clId="{2B5E3F4C-7C8D-4B50-B085-8782339E3D36}" dt="2025-02-20T07:08:27.411" v="2032" actId="404"/>
        <pc:sldMkLst>
          <pc:docMk/>
          <pc:sldMk cId="1404711077" sldId="350"/>
        </pc:sldMkLst>
      </pc:sldChg>
      <pc:sldChg chg="addSp delSp modSp add mod">
        <pc:chgData name="Christopher Aloo" userId="81d139e4-1a74-45bd-a04a-64f94c7d37c9" providerId="ADAL" clId="{2B5E3F4C-7C8D-4B50-B085-8782339E3D36}" dt="2025-02-20T07:09:39.248" v="2045" actId="5793"/>
        <pc:sldMkLst>
          <pc:docMk/>
          <pc:sldMk cId="1942177219" sldId="351"/>
        </pc:sldMkLst>
      </pc:sldChg>
      <pc:sldChg chg="addSp modSp add mod">
        <pc:chgData name="Christopher Aloo" userId="81d139e4-1a74-45bd-a04a-64f94c7d37c9" providerId="ADAL" clId="{2B5E3F4C-7C8D-4B50-B085-8782339E3D36}" dt="2025-02-20T07:12:15.394" v="2106" actId="6549"/>
        <pc:sldMkLst>
          <pc:docMk/>
          <pc:sldMk cId="1178226535" sldId="352"/>
        </pc:sldMkLst>
      </pc:sldChg>
      <pc:sldChg chg="addSp modSp add mod modAnim">
        <pc:chgData name="Christopher Aloo" userId="81d139e4-1a74-45bd-a04a-64f94c7d37c9" providerId="ADAL" clId="{2B5E3F4C-7C8D-4B50-B085-8782339E3D36}" dt="2025-02-20T07:23:46.455" v="2225" actId="403"/>
        <pc:sldMkLst>
          <pc:docMk/>
          <pc:sldMk cId="697898329" sldId="353"/>
        </pc:sldMkLst>
      </pc:sldChg>
      <pc:sldMasterChg chg="modSldLayout">
        <pc:chgData name="Christopher Aloo" userId="81d139e4-1a74-45bd-a04a-64f94c7d37c9" providerId="ADAL" clId="{2B5E3F4C-7C8D-4B50-B085-8782339E3D36}" dt="2025-02-18T11:29:38.986" v="58" actId="1076"/>
        <pc:sldMasterMkLst>
          <pc:docMk/>
          <pc:sldMasterMk cId="0" sldId="2147483659"/>
        </pc:sldMasterMkLst>
        <pc:sldLayoutChg chg="modSp mod">
          <pc:chgData name="Christopher Aloo" userId="81d139e4-1a74-45bd-a04a-64f94c7d37c9" providerId="ADAL" clId="{2B5E3F4C-7C8D-4B50-B085-8782339E3D36}" dt="2025-02-18T11:29:38.986" v="58" actId="1076"/>
          <pc:sldLayoutMkLst>
            <pc:docMk/>
            <pc:sldMasterMk cId="0" sldId="2147483659"/>
            <pc:sldLayoutMk cId="0" sldId="2147483650"/>
          </pc:sldLayoutMkLst>
          <pc:spChg chg="mod">
            <ac:chgData name="Christopher Aloo" userId="81d139e4-1a74-45bd-a04a-64f94c7d37c9" providerId="ADAL" clId="{2B5E3F4C-7C8D-4B50-B085-8782339E3D36}" dt="2025-02-18T11:29:38.986" v="58" actId="1076"/>
            <ac:spMkLst>
              <pc:docMk/>
              <pc:sldMasterMk cId="0" sldId="2147483659"/>
              <pc:sldLayoutMk cId="0" sldId="2147483650"/>
              <ac:spMk id="28" creationId="{00000000-0000-0000-0000-000000000000}"/>
            </ac:spMkLst>
          </pc:spChg>
          <pc:spChg chg="mod">
            <ac:chgData name="Christopher Aloo" userId="81d139e4-1a74-45bd-a04a-64f94c7d37c9" providerId="ADAL" clId="{2B5E3F4C-7C8D-4B50-B085-8782339E3D36}" dt="2025-02-18T11:29:33.735" v="57" actId="1076"/>
            <ac:spMkLst>
              <pc:docMk/>
              <pc:sldMasterMk cId="0" sldId="2147483659"/>
              <pc:sldLayoutMk cId="0" sldId="2147483650"/>
              <ac:spMk id="29" creationId="{00000000-0000-0000-0000-000000000000}"/>
            </ac:spMkLst>
          </pc:spChg>
        </pc:sldLayoutChg>
      </pc:sldMasterChg>
    </pc:docChg>
  </pc:docChgLst>
  <pc:docChgLst>
    <pc:chgData name="Christopher Aloo" userId="81d139e4-1a74-45bd-a04a-64f94c7d37c9" providerId="ADAL" clId="{2CA54C02-19BE-48F4-A31B-AFCD72BD22E3}"/>
    <pc:docChg chg="custSel addSld modSld sldOrd">
      <pc:chgData name="Christopher Aloo" userId="81d139e4-1a74-45bd-a04a-64f94c7d37c9" providerId="ADAL" clId="{2CA54C02-19BE-48F4-A31B-AFCD72BD22E3}" dt="2025-04-03T17:45:46.019" v="822"/>
      <pc:docMkLst>
        <pc:docMk/>
      </pc:docMkLst>
      <pc:sldChg chg="addSp delSp modSp mod">
        <pc:chgData name="Christopher Aloo" userId="81d139e4-1a74-45bd-a04a-64f94c7d37c9" providerId="ADAL" clId="{2CA54C02-19BE-48F4-A31B-AFCD72BD22E3}" dt="2025-04-03T16:53:08.596" v="78"/>
        <pc:sldMkLst>
          <pc:docMk/>
          <pc:sldMk cId="3185540899" sldId="310"/>
        </pc:sldMkLst>
        <pc:grpChg chg="del mod">
          <ac:chgData name="Christopher Aloo" userId="81d139e4-1a74-45bd-a04a-64f94c7d37c9" providerId="ADAL" clId="{2CA54C02-19BE-48F4-A31B-AFCD72BD22E3}" dt="2025-04-03T16:51:39.746" v="9"/>
          <ac:grpSpMkLst>
            <pc:docMk/>
            <pc:sldMk cId="3185540899" sldId="310"/>
            <ac:grpSpMk id="5" creationId="{48FB73D0-8E8C-D386-C881-71F0D295A2AF}"/>
          </ac:grpSpMkLst>
        </pc:grpChg>
        <pc:grpChg chg="del mod">
          <ac:chgData name="Christopher Aloo" userId="81d139e4-1a74-45bd-a04a-64f94c7d37c9" providerId="ADAL" clId="{2CA54C02-19BE-48F4-A31B-AFCD72BD22E3}" dt="2025-04-03T16:51:43.686" v="18"/>
          <ac:grpSpMkLst>
            <pc:docMk/>
            <pc:sldMk cId="3185540899" sldId="310"/>
            <ac:grpSpMk id="12" creationId="{5972A5B1-728B-F5CD-183A-AAF148793471}"/>
          </ac:grpSpMkLst>
        </pc:grpChg>
        <pc:grpChg chg="del mod">
          <ac:chgData name="Christopher Aloo" userId="81d139e4-1a74-45bd-a04a-64f94c7d37c9" providerId="ADAL" clId="{2CA54C02-19BE-48F4-A31B-AFCD72BD22E3}" dt="2025-04-03T16:51:44.658" v="21"/>
          <ac:grpSpMkLst>
            <pc:docMk/>
            <pc:sldMk cId="3185540899" sldId="310"/>
            <ac:grpSpMk id="21" creationId="{2B1C6F86-224C-A3F1-8571-0EDAC2AB0DA4}"/>
          </ac:grpSpMkLst>
        </pc:grpChg>
        <pc:grpChg chg="del mod">
          <ac:chgData name="Christopher Aloo" userId="81d139e4-1a74-45bd-a04a-64f94c7d37c9" providerId="ADAL" clId="{2CA54C02-19BE-48F4-A31B-AFCD72BD22E3}" dt="2025-04-03T16:51:46.357" v="23"/>
          <ac:grpSpMkLst>
            <pc:docMk/>
            <pc:sldMk cId="3185540899" sldId="310"/>
            <ac:grpSpMk id="24" creationId="{D5809678-14E6-C159-BCF1-2A0AFEC8A5E9}"/>
          </ac:grpSpMkLst>
        </pc:grpChg>
        <pc:grpChg chg="del mod">
          <ac:chgData name="Christopher Aloo" userId="81d139e4-1a74-45bd-a04a-64f94c7d37c9" providerId="ADAL" clId="{2CA54C02-19BE-48F4-A31B-AFCD72BD22E3}" dt="2025-04-03T16:51:49.353" v="25"/>
          <ac:grpSpMkLst>
            <pc:docMk/>
            <pc:sldMk cId="3185540899" sldId="310"/>
            <ac:grpSpMk id="26" creationId="{CA93800C-8CA8-8FDB-7A3A-5249EEF81C03}"/>
          </ac:grpSpMkLst>
        </pc:grpChg>
        <pc:grpChg chg="del mod">
          <ac:chgData name="Christopher Aloo" userId="81d139e4-1a74-45bd-a04a-64f94c7d37c9" providerId="ADAL" clId="{2CA54C02-19BE-48F4-A31B-AFCD72BD22E3}" dt="2025-04-03T16:51:55.152" v="34"/>
          <ac:grpSpMkLst>
            <pc:docMk/>
            <pc:sldMk cId="3185540899" sldId="310"/>
            <ac:grpSpMk id="28" creationId="{0AA5502D-6E16-9688-04F1-B9C45497AC6F}"/>
          </ac:grpSpMkLst>
        </pc:grpChg>
        <pc:grpChg chg="mod">
          <ac:chgData name="Christopher Aloo" userId="81d139e4-1a74-45bd-a04a-64f94c7d37c9" providerId="ADAL" clId="{2CA54C02-19BE-48F4-A31B-AFCD72BD22E3}" dt="2025-04-03T16:51:55.152" v="34"/>
          <ac:grpSpMkLst>
            <pc:docMk/>
            <pc:sldMk cId="3185540899" sldId="310"/>
            <ac:grpSpMk id="37" creationId="{0E4651AB-10DC-6865-6C82-4022E603926A}"/>
          </ac:grpSpMkLst>
        </pc:grpChg>
        <pc:grpChg chg="del mod">
          <ac:chgData name="Christopher Aloo" userId="81d139e4-1a74-45bd-a04a-64f94c7d37c9" providerId="ADAL" clId="{2CA54C02-19BE-48F4-A31B-AFCD72BD22E3}" dt="2025-04-03T16:52:21.787" v="50"/>
          <ac:grpSpMkLst>
            <pc:docMk/>
            <pc:sldMk cId="3185540899" sldId="310"/>
            <ac:grpSpMk id="44" creationId="{4462681A-A95B-547A-3883-C14C6000E406}"/>
          </ac:grpSpMkLst>
        </pc:grpChg>
        <pc:grpChg chg="del mod">
          <ac:chgData name="Christopher Aloo" userId="81d139e4-1a74-45bd-a04a-64f94c7d37c9" providerId="ADAL" clId="{2CA54C02-19BE-48F4-A31B-AFCD72BD22E3}" dt="2025-04-03T16:52:39.777" v="53"/>
          <ac:grpSpMkLst>
            <pc:docMk/>
            <pc:sldMk cId="3185540899" sldId="310"/>
            <ac:grpSpMk id="53" creationId="{FD7397EA-9927-0082-6ACE-6FBAAA18F0BA}"/>
          </ac:grpSpMkLst>
        </pc:grpChg>
        <pc:grpChg chg="del mod">
          <ac:chgData name="Christopher Aloo" userId="81d139e4-1a74-45bd-a04a-64f94c7d37c9" providerId="ADAL" clId="{2CA54C02-19BE-48F4-A31B-AFCD72BD22E3}" dt="2025-04-03T16:52:43.498" v="55"/>
          <ac:grpSpMkLst>
            <pc:docMk/>
            <pc:sldMk cId="3185540899" sldId="310"/>
            <ac:grpSpMk id="56" creationId="{43C26CBF-CD51-91DB-3CD2-61B21E4F2E82}"/>
          </ac:grpSpMkLst>
        </pc:grpChg>
        <pc:grpChg chg="del mod">
          <ac:chgData name="Christopher Aloo" userId="81d139e4-1a74-45bd-a04a-64f94c7d37c9" providerId="ADAL" clId="{2CA54C02-19BE-48F4-A31B-AFCD72BD22E3}" dt="2025-04-03T16:52:46.201" v="57"/>
          <ac:grpSpMkLst>
            <pc:docMk/>
            <pc:sldMk cId="3185540899" sldId="310"/>
            <ac:grpSpMk id="58" creationId="{8F8C9D74-E0E7-9371-41C7-5AD897D9A48B}"/>
          </ac:grpSpMkLst>
        </pc:grpChg>
        <pc:grpChg chg="del mod">
          <ac:chgData name="Christopher Aloo" userId="81d139e4-1a74-45bd-a04a-64f94c7d37c9" providerId="ADAL" clId="{2CA54C02-19BE-48F4-A31B-AFCD72BD22E3}" dt="2025-04-03T16:52:52.287" v="59"/>
          <ac:grpSpMkLst>
            <pc:docMk/>
            <pc:sldMk cId="3185540899" sldId="310"/>
            <ac:grpSpMk id="60" creationId="{B5F3AA14-D488-96F6-A010-7234068BEF4F}"/>
          </ac:grpSpMkLst>
        </pc:grpChg>
        <pc:grpChg chg="del mod">
          <ac:chgData name="Christopher Aloo" userId="81d139e4-1a74-45bd-a04a-64f94c7d37c9" providerId="ADAL" clId="{2CA54C02-19BE-48F4-A31B-AFCD72BD22E3}" dt="2025-04-03T16:52:58.184" v="70"/>
          <ac:grpSpMkLst>
            <pc:docMk/>
            <pc:sldMk cId="3185540899" sldId="310"/>
            <ac:grpSpMk id="62" creationId="{999B2460-B1FC-BF20-CC37-CEE6A7E0482E}"/>
          </ac:grpSpMkLst>
        </pc:grpChg>
        <pc:grpChg chg="del mod">
          <ac:chgData name="Christopher Aloo" userId="81d139e4-1a74-45bd-a04a-64f94c7d37c9" providerId="ADAL" clId="{2CA54C02-19BE-48F4-A31B-AFCD72BD22E3}" dt="2025-04-03T16:52:58.184" v="70"/>
          <ac:grpSpMkLst>
            <pc:docMk/>
            <pc:sldMk cId="3185540899" sldId="310"/>
            <ac:grpSpMk id="73" creationId="{196CD666-F568-36A6-A4E0-5528A4ACCE25}"/>
          </ac:grpSpMkLst>
        </pc:grpChg>
        <pc:grpChg chg="del mod">
          <ac:chgData name="Christopher Aloo" userId="81d139e4-1a74-45bd-a04a-64f94c7d37c9" providerId="ADAL" clId="{2CA54C02-19BE-48F4-A31B-AFCD72BD22E3}" dt="2025-04-03T16:53:04.317" v="72"/>
          <ac:grpSpMkLst>
            <pc:docMk/>
            <pc:sldMk cId="3185540899" sldId="310"/>
            <ac:grpSpMk id="74" creationId="{907507B5-A356-05C7-C229-F086F3193B11}"/>
          </ac:grpSpMkLst>
        </pc:grpChg>
        <pc:grpChg chg="del mod">
          <ac:chgData name="Christopher Aloo" userId="81d139e4-1a74-45bd-a04a-64f94c7d37c9" providerId="ADAL" clId="{2CA54C02-19BE-48F4-A31B-AFCD72BD22E3}" dt="2025-04-03T16:53:08.596" v="78"/>
          <ac:grpSpMkLst>
            <pc:docMk/>
            <pc:sldMk cId="3185540899" sldId="310"/>
            <ac:grpSpMk id="76" creationId="{41EE50DB-64E3-2603-59E9-0D4241DA2613}"/>
          </ac:grpSpMkLst>
        </pc:grpChg>
        <pc:grpChg chg="mod">
          <ac:chgData name="Christopher Aloo" userId="81d139e4-1a74-45bd-a04a-64f94c7d37c9" providerId="ADAL" clId="{2CA54C02-19BE-48F4-A31B-AFCD72BD22E3}" dt="2025-04-03T16:53:08.596" v="78"/>
          <ac:grpSpMkLst>
            <pc:docMk/>
            <pc:sldMk cId="3185540899" sldId="310"/>
            <ac:grpSpMk id="82" creationId="{E6F3910E-88CC-0D34-06BC-2E94A3570CB2}"/>
          </ac:grpSpMkLst>
        </pc:grpChg>
        <pc:inkChg chg="add mod">
          <ac:chgData name="Christopher Aloo" userId="81d139e4-1a74-45bd-a04a-64f94c7d37c9" providerId="ADAL" clId="{2CA54C02-19BE-48F4-A31B-AFCD72BD22E3}" dt="2025-04-03T16:51:55.152" v="34"/>
          <ac:inkMkLst>
            <pc:docMk/>
            <pc:sldMk cId="3185540899" sldId="310"/>
            <ac:inkMk id="3" creationId="{2E4835E8-111B-302D-D8DE-C0250C644132}"/>
          </ac:inkMkLst>
        </pc:inkChg>
        <pc:inkChg chg="add mod">
          <ac:chgData name="Christopher Aloo" userId="81d139e4-1a74-45bd-a04a-64f94c7d37c9" providerId="ADAL" clId="{2CA54C02-19BE-48F4-A31B-AFCD72BD22E3}" dt="2025-04-03T16:51:39.746" v="9"/>
          <ac:inkMkLst>
            <pc:docMk/>
            <pc:sldMk cId="3185540899" sldId="310"/>
            <ac:inkMk id="4" creationId="{0E24C95A-17FD-28F0-164A-D6C58305E7F4}"/>
          </ac:inkMkLst>
        </pc:inkChg>
        <pc:inkChg chg="add mod">
          <ac:chgData name="Christopher Aloo" userId="81d139e4-1a74-45bd-a04a-64f94c7d37c9" providerId="ADAL" clId="{2CA54C02-19BE-48F4-A31B-AFCD72BD22E3}" dt="2025-04-03T16:51:43.686" v="18"/>
          <ac:inkMkLst>
            <pc:docMk/>
            <pc:sldMk cId="3185540899" sldId="310"/>
            <ac:inkMk id="6" creationId="{55AFFC18-6E78-9E6A-AC85-4575892E51A2}"/>
          </ac:inkMkLst>
        </pc:inkChg>
        <pc:inkChg chg="add mod">
          <ac:chgData name="Christopher Aloo" userId="81d139e4-1a74-45bd-a04a-64f94c7d37c9" providerId="ADAL" clId="{2CA54C02-19BE-48F4-A31B-AFCD72BD22E3}" dt="2025-04-03T16:51:55.152" v="34"/>
          <ac:inkMkLst>
            <pc:docMk/>
            <pc:sldMk cId="3185540899" sldId="310"/>
            <ac:inkMk id="7" creationId="{67F8A652-E82E-AD0C-84F0-79DD7884C521}"/>
          </ac:inkMkLst>
        </pc:inkChg>
        <pc:inkChg chg="add mod">
          <ac:chgData name="Christopher Aloo" userId="81d139e4-1a74-45bd-a04a-64f94c7d37c9" providerId="ADAL" clId="{2CA54C02-19BE-48F4-A31B-AFCD72BD22E3}" dt="2025-04-03T16:51:39.746" v="9"/>
          <ac:inkMkLst>
            <pc:docMk/>
            <pc:sldMk cId="3185540899" sldId="310"/>
            <ac:inkMk id="8" creationId="{5C836A36-E6D9-6433-3945-413BA5CA9727}"/>
          </ac:inkMkLst>
        </pc:inkChg>
        <pc:inkChg chg="add mod">
          <ac:chgData name="Christopher Aloo" userId="81d139e4-1a74-45bd-a04a-64f94c7d37c9" providerId="ADAL" clId="{2CA54C02-19BE-48F4-A31B-AFCD72BD22E3}" dt="2025-04-03T16:51:49.353" v="25"/>
          <ac:inkMkLst>
            <pc:docMk/>
            <pc:sldMk cId="3185540899" sldId="310"/>
            <ac:inkMk id="9" creationId="{2A51080D-4FFF-F845-EB3C-1EC5DDE5EA3D}"/>
          </ac:inkMkLst>
        </pc:inkChg>
        <pc:inkChg chg="add mod">
          <ac:chgData name="Christopher Aloo" userId="81d139e4-1a74-45bd-a04a-64f94c7d37c9" providerId="ADAL" clId="{2CA54C02-19BE-48F4-A31B-AFCD72BD22E3}" dt="2025-04-03T16:51:39.746" v="9"/>
          <ac:inkMkLst>
            <pc:docMk/>
            <pc:sldMk cId="3185540899" sldId="310"/>
            <ac:inkMk id="10" creationId="{CD2D3149-FDE0-7A20-F75A-E19978C35B24}"/>
          </ac:inkMkLst>
        </pc:inkChg>
        <pc:inkChg chg="add mod">
          <ac:chgData name="Christopher Aloo" userId="81d139e4-1a74-45bd-a04a-64f94c7d37c9" providerId="ADAL" clId="{2CA54C02-19BE-48F4-A31B-AFCD72BD22E3}" dt="2025-04-03T16:51:39.746" v="9"/>
          <ac:inkMkLst>
            <pc:docMk/>
            <pc:sldMk cId="3185540899" sldId="310"/>
            <ac:inkMk id="11" creationId="{60DAB5EA-58A5-072A-82F6-A5086B12D728}"/>
          </ac:inkMkLst>
        </pc:inkChg>
        <pc:inkChg chg="add mod">
          <ac:chgData name="Christopher Aloo" userId="81d139e4-1a74-45bd-a04a-64f94c7d37c9" providerId="ADAL" clId="{2CA54C02-19BE-48F4-A31B-AFCD72BD22E3}" dt="2025-04-03T16:51:55.152" v="34"/>
          <ac:inkMkLst>
            <pc:docMk/>
            <pc:sldMk cId="3185540899" sldId="310"/>
            <ac:inkMk id="13" creationId="{DED5B7D8-D58C-DC6C-AC8C-4021E2C92FD0}"/>
          </ac:inkMkLst>
        </pc:inkChg>
        <pc:inkChg chg="add mod">
          <ac:chgData name="Christopher Aloo" userId="81d139e4-1a74-45bd-a04a-64f94c7d37c9" providerId="ADAL" clId="{2CA54C02-19BE-48F4-A31B-AFCD72BD22E3}" dt="2025-04-03T16:51:44.658" v="21"/>
          <ac:inkMkLst>
            <pc:docMk/>
            <pc:sldMk cId="3185540899" sldId="310"/>
            <ac:inkMk id="14" creationId="{1EC77EB7-0FE3-598A-FD80-06B5CADCF99A}"/>
          </ac:inkMkLst>
        </pc:inkChg>
        <pc:inkChg chg="add">
          <ac:chgData name="Christopher Aloo" userId="81d139e4-1a74-45bd-a04a-64f94c7d37c9" providerId="ADAL" clId="{2CA54C02-19BE-48F4-A31B-AFCD72BD22E3}" dt="2025-04-03T16:51:41.233" v="12" actId="9405"/>
          <ac:inkMkLst>
            <pc:docMk/>
            <pc:sldMk cId="3185540899" sldId="310"/>
            <ac:inkMk id="15" creationId="{492D5026-C83C-49EA-FCEB-BC576D3B53DE}"/>
          </ac:inkMkLst>
        </pc:inkChg>
        <pc:inkChg chg="add mod">
          <ac:chgData name="Christopher Aloo" userId="81d139e4-1a74-45bd-a04a-64f94c7d37c9" providerId="ADAL" clId="{2CA54C02-19BE-48F4-A31B-AFCD72BD22E3}" dt="2025-04-03T16:51:49.353" v="25"/>
          <ac:inkMkLst>
            <pc:docMk/>
            <pc:sldMk cId="3185540899" sldId="310"/>
            <ac:inkMk id="16" creationId="{7774CAD8-6F83-ECD1-F9D7-1DE1D4502090}"/>
          </ac:inkMkLst>
        </pc:inkChg>
        <pc:inkChg chg="add">
          <ac:chgData name="Christopher Aloo" userId="81d139e4-1a74-45bd-a04a-64f94c7d37c9" providerId="ADAL" clId="{2CA54C02-19BE-48F4-A31B-AFCD72BD22E3}" dt="2025-04-03T16:51:42.197" v="14" actId="9405"/>
          <ac:inkMkLst>
            <pc:docMk/>
            <pc:sldMk cId="3185540899" sldId="310"/>
            <ac:inkMk id="17" creationId="{929603A1-18CF-A520-E70E-BA80FB2D305B}"/>
          </ac:inkMkLst>
        </pc:inkChg>
        <pc:inkChg chg="add mod">
          <ac:chgData name="Christopher Aloo" userId="81d139e4-1a74-45bd-a04a-64f94c7d37c9" providerId="ADAL" clId="{2CA54C02-19BE-48F4-A31B-AFCD72BD22E3}" dt="2025-04-03T16:51:46.357" v="23"/>
          <ac:inkMkLst>
            <pc:docMk/>
            <pc:sldMk cId="3185540899" sldId="310"/>
            <ac:inkMk id="18" creationId="{BFB1229F-502D-F20B-A8C0-883A2A16D6A9}"/>
          </ac:inkMkLst>
        </pc:inkChg>
        <pc:inkChg chg="add">
          <ac:chgData name="Christopher Aloo" userId="81d139e4-1a74-45bd-a04a-64f94c7d37c9" providerId="ADAL" clId="{2CA54C02-19BE-48F4-A31B-AFCD72BD22E3}" dt="2025-04-03T16:51:42.980" v="16" actId="9405"/>
          <ac:inkMkLst>
            <pc:docMk/>
            <pc:sldMk cId="3185540899" sldId="310"/>
            <ac:inkMk id="19" creationId="{E8B65D0F-69EA-FD78-FD40-340F71E52910}"/>
          </ac:inkMkLst>
        </pc:inkChg>
        <pc:inkChg chg="add">
          <ac:chgData name="Christopher Aloo" userId="81d139e4-1a74-45bd-a04a-64f94c7d37c9" providerId="ADAL" clId="{2CA54C02-19BE-48F4-A31B-AFCD72BD22E3}" dt="2025-04-03T16:51:43.132" v="17" actId="9405"/>
          <ac:inkMkLst>
            <pc:docMk/>
            <pc:sldMk cId="3185540899" sldId="310"/>
            <ac:inkMk id="20" creationId="{7BE0DA71-A814-ECF9-E360-B270AB0CFBF8}"/>
          </ac:inkMkLst>
        </pc:inkChg>
        <pc:inkChg chg="add">
          <ac:chgData name="Christopher Aloo" userId="81d139e4-1a74-45bd-a04a-64f94c7d37c9" providerId="ADAL" clId="{2CA54C02-19BE-48F4-A31B-AFCD72BD22E3}" dt="2025-04-03T16:51:43.698" v="19" actId="9405"/>
          <ac:inkMkLst>
            <pc:docMk/>
            <pc:sldMk cId="3185540899" sldId="310"/>
            <ac:inkMk id="22" creationId="{975C5913-2E22-313F-5252-D9264F4CF5BC}"/>
          </ac:inkMkLst>
        </pc:inkChg>
        <pc:inkChg chg="add mod">
          <ac:chgData name="Christopher Aloo" userId="81d139e4-1a74-45bd-a04a-64f94c7d37c9" providerId="ADAL" clId="{2CA54C02-19BE-48F4-A31B-AFCD72BD22E3}" dt="2025-04-03T16:51:55.152" v="34"/>
          <ac:inkMkLst>
            <pc:docMk/>
            <pc:sldMk cId="3185540899" sldId="310"/>
            <ac:inkMk id="23" creationId="{35E50783-1E00-54E4-C006-B9CAA76734F0}"/>
          </ac:inkMkLst>
        </pc:inkChg>
        <pc:inkChg chg="add mod">
          <ac:chgData name="Christopher Aloo" userId="81d139e4-1a74-45bd-a04a-64f94c7d37c9" providerId="ADAL" clId="{2CA54C02-19BE-48F4-A31B-AFCD72BD22E3}" dt="2025-04-03T16:51:55.152" v="34"/>
          <ac:inkMkLst>
            <pc:docMk/>
            <pc:sldMk cId="3185540899" sldId="310"/>
            <ac:inkMk id="25" creationId="{5D7FCED1-DEA2-AB78-1151-55F4210C8EDB}"/>
          </ac:inkMkLst>
        </pc:inkChg>
        <pc:inkChg chg="add mod">
          <ac:chgData name="Christopher Aloo" userId="81d139e4-1a74-45bd-a04a-64f94c7d37c9" providerId="ADAL" clId="{2CA54C02-19BE-48F4-A31B-AFCD72BD22E3}" dt="2025-04-03T16:51:55.152" v="34"/>
          <ac:inkMkLst>
            <pc:docMk/>
            <pc:sldMk cId="3185540899" sldId="310"/>
            <ac:inkMk id="27" creationId="{22113D48-D2C9-F03E-4306-B17B2FBA6AB8}"/>
          </ac:inkMkLst>
        </pc:inkChg>
        <pc:inkChg chg="add">
          <ac:chgData name="Christopher Aloo" userId="81d139e4-1a74-45bd-a04a-64f94c7d37c9" providerId="ADAL" clId="{2CA54C02-19BE-48F4-A31B-AFCD72BD22E3}" dt="2025-04-03T16:51:51.704" v="26" actId="9405"/>
          <ac:inkMkLst>
            <pc:docMk/>
            <pc:sldMk cId="3185540899" sldId="310"/>
            <ac:inkMk id="29" creationId="{622F8DC4-F96D-367E-04FB-A3E6EDCE3940}"/>
          </ac:inkMkLst>
        </pc:inkChg>
        <pc:inkChg chg="add">
          <ac:chgData name="Christopher Aloo" userId="81d139e4-1a74-45bd-a04a-64f94c7d37c9" providerId="ADAL" clId="{2CA54C02-19BE-48F4-A31B-AFCD72BD22E3}" dt="2025-04-03T16:51:52.005" v="27" actId="9405"/>
          <ac:inkMkLst>
            <pc:docMk/>
            <pc:sldMk cId="3185540899" sldId="310"/>
            <ac:inkMk id="30" creationId="{47DB291B-E53B-89BA-6ADD-31A98BC8861A}"/>
          </ac:inkMkLst>
        </pc:inkChg>
        <pc:inkChg chg="add">
          <ac:chgData name="Christopher Aloo" userId="81d139e4-1a74-45bd-a04a-64f94c7d37c9" providerId="ADAL" clId="{2CA54C02-19BE-48F4-A31B-AFCD72BD22E3}" dt="2025-04-03T16:51:52.573" v="28" actId="9405"/>
          <ac:inkMkLst>
            <pc:docMk/>
            <pc:sldMk cId="3185540899" sldId="310"/>
            <ac:inkMk id="31" creationId="{6E328583-9FF0-7623-F38B-ADCEC96290F4}"/>
          </ac:inkMkLst>
        </pc:inkChg>
        <pc:inkChg chg="add">
          <ac:chgData name="Christopher Aloo" userId="81d139e4-1a74-45bd-a04a-64f94c7d37c9" providerId="ADAL" clId="{2CA54C02-19BE-48F4-A31B-AFCD72BD22E3}" dt="2025-04-03T16:51:53.272" v="29" actId="9405"/>
          <ac:inkMkLst>
            <pc:docMk/>
            <pc:sldMk cId="3185540899" sldId="310"/>
            <ac:inkMk id="32" creationId="{2B94ACB3-46D1-BBEB-C112-92396F62959E}"/>
          </ac:inkMkLst>
        </pc:inkChg>
        <pc:inkChg chg="add">
          <ac:chgData name="Christopher Aloo" userId="81d139e4-1a74-45bd-a04a-64f94c7d37c9" providerId="ADAL" clId="{2CA54C02-19BE-48F4-A31B-AFCD72BD22E3}" dt="2025-04-03T16:51:53.709" v="30" actId="9405"/>
          <ac:inkMkLst>
            <pc:docMk/>
            <pc:sldMk cId="3185540899" sldId="310"/>
            <ac:inkMk id="33" creationId="{7270712E-1320-5886-11A6-7B3C38728CFF}"/>
          </ac:inkMkLst>
        </pc:inkChg>
        <pc:inkChg chg="add">
          <ac:chgData name="Christopher Aloo" userId="81d139e4-1a74-45bd-a04a-64f94c7d37c9" providerId="ADAL" clId="{2CA54C02-19BE-48F4-A31B-AFCD72BD22E3}" dt="2025-04-03T16:51:53.898" v="31" actId="9405"/>
          <ac:inkMkLst>
            <pc:docMk/>
            <pc:sldMk cId="3185540899" sldId="310"/>
            <ac:inkMk id="34" creationId="{F2C19E52-1390-D9F6-67CF-BDFFE8534AF7}"/>
          </ac:inkMkLst>
        </pc:inkChg>
        <pc:inkChg chg="add mod">
          <ac:chgData name="Christopher Aloo" userId="81d139e4-1a74-45bd-a04a-64f94c7d37c9" providerId="ADAL" clId="{2CA54C02-19BE-48F4-A31B-AFCD72BD22E3}" dt="2025-04-03T16:51:55.152" v="34"/>
          <ac:inkMkLst>
            <pc:docMk/>
            <pc:sldMk cId="3185540899" sldId="310"/>
            <ac:inkMk id="35" creationId="{962074EA-813D-271A-15C4-4F69E80A53B2}"/>
          </ac:inkMkLst>
        </pc:inkChg>
        <pc:inkChg chg="add mod">
          <ac:chgData name="Christopher Aloo" userId="81d139e4-1a74-45bd-a04a-64f94c7d37c9" providerId="ADAL" clId="{2CA54C02-19BE-48F4-A31B-AFCD72BD22E3}" dt="2025-04-03T16:51:55.152" v="34"/>
          <ac:inkMkLst>
            <pc:docMk/>
            <pc:sldMk cId="3185540899" sldId="310"/>
            <ac:inkMk id="36" creationId="{A79E9BDB-E878-BE4D-57D3-B6E1BAB2F254}"/>
          </ac:inkMkLst>
        </pc:inkChg>
        <pc:inkChg chg="add">
          <ac:chgData name="Christopher Aloo" userId="81d139e4-1a74-45bd-a04a-64f94c7d37c9" providerId="ADAL" clId="{2CA54C02-19BE-48F4-A31B-AFCD72BD22E3}" dt="2025-04-03T16:51:55.465" v="35" actId="9405"/>
          <ac:inkMkLst>
            <pc:docMk/>
            <pc:sldMk cId="3185540899" sldId="310"/>
            <ac:inkMk id="38" creationId="{91B53B6F-4258-EE9F-255C-B6FCF2DB82A3}"/>
          </ac:inkMkLst>
        </pc:inkChg>
        <pc:inkChg chg="add">
          <ac:chgData name="Christopher Aloo" userId="81d139e4-1a74-45bd-a04a-64f94c7d37c9" providerId="ADAL" clId="{2CA54C02-19BE-48F4-A31B-AFCD72BD22E3}" dt="2025-04-03T16:52:02.564" v="36" actId="9405"/>
          <ac:inkMkLst>
            <pc:docMk/>
            <pc:sldMk cId="3185540899" sldId="310"/>
            <ac:inkMk id="39" creationId="{58C559FE-8F82-BBE6-01DC-8DD7364F1A13}"/>
          </ac:inkMkLst>
        </pc:inkChg>
        <pc:inkChg chg="add mod">
          <ac:chgData name="Christopher Aloo" userId="81d139e4-1a74-45bd-a04a-64f94c7d37c9" providerId="ADAL" clId="{2CA54C02-19BE-48F4-A31B-AFCD72BD22E3}" dt="2025-04-03T16:53:08.596" v="78"/>
          <ac:inkMkLst>
            <pc:docMk/>
            <pc:sldMk cId="3185540899" sldId="310"/>
            <ac:inkMk id="40" creationId="{940B6E9A-9D4E-FFA5-CED5-22AFECE24089}"/>
          </ac:inkMkLst>
        </pc:inkChg>
        <pc:inkChg chg="add mod">
          <ac:chgData name="Christopher Aloo" userId="81d139e4-1a74-45bd-a04a-64f94c7d37c9" providerId="ADAL" clId="{2CA54C02-19BE-48F4-A31B-AFCD72BD22E3}" dt="2025-04-03T16:52:52.287" v="59"/>
          <ac:inkMkLst>
            <pc:docMk/>
            <pc:sldMk cId="3185540899" sldId="310"/>
            <ac:inkMk id="41" creationId="{85A323B9-08AB-B878-018D-025A9238ACAC}"/>
          </ac:inkMkLst>
        </pc:inkChg>
        <pc:inkChg chg="add mod">
          <ac:chgData name="Christopher Aloo" userId="81d139e4-1a74-45bd-a04a-64f94c7d37c9" providerId="ADAL" clId="{2CA54C02-19BE-48F4-A31B-AFCD72BD22E3}" dt="2025-04-03T16:53:08.596" v="78"/>
          <ac:inkMkLst>
            <pc:docMk/>
            <pc:sldMk cId="3185540899" sldId="310"/>
            <ac:inkMk id="42" creationId="{3FB21DDB-9EA9-90CF-F7DF-C1E14104860D}"/>
          </ac:inkMkLst>
        </pc:inkChg>
        <pc:inkChg chg="add mod">
          <ac:chgData name="Christopher Aloo" userId="81d139e4-1a74-45bd-a04a-64f94c7d37c9" providerId="ADAL" clId="{2CA54C02-19BE-48F4-A31B-AFCD72BD22E3}" dt="2025-04-03T16:52:21.787" v="50"/>
          <ac:inkMkLst>
            <pc:docMk/>
            <pc:sldMk cId="3185540899" sldId="310"/>
            <ac:inkMk id="43" creationId="{B0DECCCD-AF51-6F7F-CF4D-FF09709D8D3A}"/>
          </ac:inkMkLst>
        </pc:inkChg>
        <pc:inkChg chg="add mod">
          <ac:chgData name="Christopher Aloo" userId="81d139e4-1a74-45bd-a04a-64f94c7d37c9" providerId="ADAL" clId="{2CA54C02-19BE-48F4-A31B-AFCD72BD22E3}" dt="2025-04-03T16:52:52.287" v="59"/>
          <ac:inkMkLst>
            <pc:docMk/>
            <pc:sldMk cId="3185540899" sldId="310"/>
            <ac:inkMk id="45" creationId="{84D1B0DA-CA42-C10B-B121-A9C49E5F8DF0}"/>
          </ac:inkMkLst>
        </pc:inkChg>
        <pc:inkChg chg="add mod">
          <ac:chgData name="Christopher Aloo" userId="81d139e4-1a74-45bd-a04a-64f94c7d37c9" providerId="ADAL" clId="{2CA54C02-19BE-48F4-A31B-AFCD72BD22E3}" dt="2025-04-03T16:53:04.317" v="72"/>
          <ac:inkMkLst>
            <pc:docMk/>
            <pc:sldMk cId="3185540899" sldId="310"/>
            <ac:inkMk id="46" creationId="{CA32823E-C77A-BF6F-4D1F-FF578D8F6F24}"/>
          </ac:inkMkLst>
        </pc:inkChg>
        <pc:inkChg chg="add mod">
          <ac:chgData name="Christopher Aloo" userId="81d139e4-1a74-45bd-a04a-64f94c7d37c9" providerId="ADAL" clId="{2CA54C02-19BE-48F4-A31B-AFCD72BD22E3}" dt="2025-04-03T16:52:21.787" v="50"/>
          <ac:inkMkLst>
            <pc:docMk/>
            <pc:sldMk cId="3185540899" sldId="310"/>
            <ac:inkMk id="47" creationId="{AE97890C-2A89-9BCE-F9EF-D6CEDEF59873}"/>
          </ac:inkMkLst>
        </pc:inkChg>
        <pc:inkChg chg="add mod">
          <ac:chgData name="Christopher Aloo" userId="81d139e4-1a74-45bd-a04a-64f94c7d37c9" providerId="ADAL" clId="{2CA54C02-19BE-48F4-A31B-AFCD72BD22E3}" dt="2025-04-03T16:52:52.287" v="59"/>
          <ac:inkMkLst>
            <pc:docMk/>
            <pc:sldMk cId="3185540899" sldId="310"/>
            <ac:inkMk id="48" creationId="{826A2248-7EEE-0554-616A-28D4AC3D0BCF}"/>
          </ac:inkMkLst>
        </pc:inkChg>
        <pc:inkChg chg="add mod">
          <ac:chgData name="Christopher Aloo" userId="81d139e4-1a74-45bd-a04a-64f94c7d37c9" providerId="ADAL" clId="{2CA54C02-19BE-48F4-A31B-AFCD72BD22E3}" dt="2025-04-03T16:53:08.596" v="78"/>
          <ac:inkMkLst>
            <pc:docMk/>
            <pc:sldMk cId="3185540899" sldId="310"/>
            <ac:inkMk id="49" creationId="{09556DEB-ACA8-E1A5-DD5E-B090AF521846}"/>
          </ac:inkMkLst>
        </pc:inkChg>
        <pc:inkChg chg="add">
          <ac:chgData name="Christopher Aloo" userId="81d139e4-1a74-45bd-a04a-64f94c7d37c9" providerId="ADAL" clId="{2CA54C02-19BE-48F4-A31B-AFCD72BD22E3}" dt="2025-04-03T16:52:20.464" v="47" actId="9405"/>
          <ac:inkMkLst>
            <pc:docMk/>
            <pc:sldMk cId="3185540899" sldId="310"/>
            <ac:inkMk id="50" creationId="{7CDF1E70-4ECD-946F-0F57-AE03AC694C71}"/>
          </ac:inkMkLst>
        </pc:inkChg>
        <pc:inkChg chg="add">
          <ac:chgData name="Christopher Aloo" userId="81d139e4-1a74-45bd-a04a-64f94c7d37c9" providerId="ADAL" clId="{2CA54C02-19BE-48F4-A31B-AFCD72BD22E3}" dt="2025-04-03T16:52:20.621" v="48" actId="9405"/>
          <ac:inkMkLst>
            <pc:docMk/>
            <pc:sldMk cId="3185540899" sldId="310"/>
            <ac:inkMk id="51" creationId="{06CA1912-3F8F-3099-EF61-765526B97F51}"/>
          </ac:inkMkLst>
        </pc:inkChg>
        <pc:inkChg chg="add mod">
          <ac:chgData name="Christopher Aloo" userId="81d139e4-1a74-45bd-a04a-64f94c7d37c9" providerId="ADAL" clId="{2CA54C02-19BE-48F4-A31B-AFCD72BD22E3}" dt="2025-04-03T16:52:21.787" v="50"/>
          <ac:inkMkLst>
            <pc:docMk/>
            <pc:sldMk cId="3185540899" sldId="310"/>
            <ac:inkMk id="52" creationId="{2817D27D-AE06-80E6-4663-3300C9934494}"/>
          </ac:inkMkLst>
        </pc:inkChg>
        <pc:inkChg chg="add mod">
          <ac:chgData name="Christopher Aloo" userId="81d139e4-1a74-45bd-a04a-64f94c7d37c9" providerId="ADAL" clId="{2CA54C02-19BE-48F4-A31B-AFCD72BD22E3}" dt="2025-04-03T16:52:52.287" v="59"/>
          <ac:inkMkLst>
            <pc:docMk/>
            <pc:sldMk cId="3185540899" sldId="310"/>
            <ac:inkMk id="54" creationId="{B31FA57B-A577-5071-C0C2-81E1436DBF4C}"/>
          </ac:inkMkLst>
        </pc:inkChg>
        <pc:inkChg chg="add mod">
          <ac:chgData name="Christopher Aloo" userId="81d139e4-1a74-45bd-a04a-64f94c7d37c9" providerId="ADAL" clId="{2CA54C02-19BE-48F4-A31B-AFCD72BD22E3}" dt="2025-04-03T16:53:04.317" v="72"/>
          <ac:inkMkLst>
            <pc:docMk/>
            <pc:sldMk cId="3185540899" sldId="310"/>
            <ac:inkMk id="55" creationId="{C89F7FB6-5BE3-9EEA-9882-5BB9B5960EF0}"/>
          </ac:inkMkLst>
        </pc:inkChg>
        <pc:inkChg chg="add">
          <ac:chgData name="Christopher Aloo" userId="81d139e4-1a74-45bd-a04a-64f94c7d37c9" providerId="ADAL" clId="{2CA54C02-19BE-48F4-A31B-AFCD72BD22E3}" dt="2025-04-03T16:52:42.549" v="54" actId="9405"/>
          <ac:inkMkLst>
            <pc:docMk/>
            <pc:sldMk cId="3185540899" sldId="310"/>
            <ac:inkMk id="57" creationId="{2D4F22DC-777E-D981-FDBE-E498EB790288}"/>
          </ac:inkMkLst>
        </pc:inkChg>
        <pc:inkChg chg="add mod">
          <ac:chgData name="Christopher Aloo" userId="81d139e4-1a74-45bd-a04a-64f94c7d37c9" providerId="ADAL" clId="{2CA54C02-19BE-48F4-A31B-AFCD72BD22E3}" dt="2025-04-03T16:53:08.596" v="78"/>
          <ac:inkMkLst>
            <pc:docMk/>
            <pc:sldMk cId="3185540899" sldId="310"/>
            <ac:inkMk id="59" creationId="{C26EB4F0-6685-2A1B-A6EA-0AA37360FD43}"/>
          </ac:inkMkLst>
        </pc:inkChg>
        <pc:inkChg chg="add mod">
          <ac:chgData name="Christopher Aloo" userId="81d139e4-1a74-45bd-a04a-64f94c7d37c9" providerId="ADAL" clId="{2CA54C02-19BE-48F4-A31B-AFCD72BD22E3}" dt="2025-04-03T16:52:52.287" v="59"/>
          <ac:inkMkLst>
            <pc:docMk/>
            <pc:sldMk cId="3185540899" sldId="310"/>
            <ac:inkMk id="61" creationId="{8F84993E-922E-FA87-F8C0-1973B80E50A2}"/>
          </ac:inkMkLst>
        </pc:inkChg>
        <pc:inkChg chg="add">
          <ac:chgData name="Christopher Aloo" userId="81d139e4-1a74-45bd-a04a-64f94c7d37c9" providerId="ADAL" clId="{2CA54C02-19BE-48F4-A31B-AFCD72BD22E3}" dt="2025-04-03T16:52:54.733" v="60" actId="9405"/>
          <ac:inkMkLst>
            <pc:docMk/>
            <pc:sldMk cId="3185540899" sldId="310"/>
            <ac:inkMk id="63" creationId="{4E495ED6-3FE3-5EB6-09F5-C3BD3C4846AE}"/>
          </ac:inkMkLst>
        </pc:inkChg>
        <pc:inkChg chg="add">
          <ac:chgData name="Christopher Aloo" userId="81d139e4-1a74-45bd-a04a-64f94c7d37c9" providerId="ADAL" clId="{2CA54C02-19BE-48F4-A31B-AFCD72BD22E3}" dt="2025-04-03T16:52:55.447" v="61" actId="9405"/>
          <ac:inkMkLst>
            <pc:docMk/>
            <pc:sldMk cId="3185540899" sldId="310"/>
            <ac:inkMk id="64" creationId="{1727BEFA-1FE3-8203-4754-ACD0BB8022CE}"/>
          </ac:inkMkLst>
        </pc:inkChg>
        <pc:inkChg chg="add">
          <ac:chgData name="Christopher Aloo" userId="81d139e4-1a74-45bd-a04a-64f94c7d37c9" providerId="ADAL" clId="{2CA54C02-19BE-48F4-A31B-AFCD72BD22E3}" dt="2025-04-03T16:52:55.605" v="62" actId="9405"/>
          <ac:inkMkLst>
            <pc:docMk/>
            <pc:sldMk cId="3185540899" sldId="310"/>
            <ac:inkMk id="65" creationId="{42333F54-69C8-10B7-6CDA-E8F8BC913269}"/>
          </ac:inkMkLst>
        </pc:inkChg>
        <pc:inkChg chg="add mod">
          <ac:chgData name="Christopher Aloo" userId="81d139e4-1a74-45bd-a04a-64f94c7d37c9" providerId="ADAL" clId="{2CA54C02-19BE-48F4-A31B-AFCD72BD22E3}" dt="2025-04-03T16:53:08.596" v="78"/>
          <ac:inkMkLst>
            <pc:docMk/>
            <pc:sldMk cId="3185540899" sldId="310"/>
            <ac:inkMk id="66" creationId="{9E514318-C0C9-9DF8-0AEF-72267DCE9679}"/>
          </ac:inkMkLst>
        </pc:inkChg>
        <pc:inkChg chg="add">
          <ac:chgData name="Christopher Aloo" userId="81d139e4-1a74-45bd-a04a-64f94c7d37c9" providerId="ADAL" clId="{2CA54C02-19BE-48F4-A31B-AFCD72BD22E3}" dt="2025-04-03T16:52:56.397" v="64" actId="9405"/>
          <ac:inkMkLst>
            <pc:docMk/>
            <pc:sldMk cId="3185540899" sldId="310"/>
            <ac:inkMk id="67" creationId="{9F4FA345-62F6-1361-DAAF-75534AFA007D}"/>
          </ac:inkMkLst>
        </pc:inkChg>
        <pc:inkChg chg="add">
          <ac:chgData name="Christopher Aloo" userId="81d139e4-1a74-45bd-a04a-64f94c7d37c9" providerId="ADAL" clId="{2CA54C02-19BE-48F4-A31B-AFCD72BD22E3}" dt="2025-04-03T16:52:56.581" v="65" actId="9405"/>
          <ac:inkMkLst>
            <pc:docMk/>
            <pc:sldMk cId="3185540899" sldId="310"/>
            <ac:inkMk id="68" creationId="{2E5161AF-39E5-8952-CC58-034C46720F4B}"/>
          </ac:inkMkLst>
        </pc:inkChg>
        <pc:inkChg chg="add">
          <ac:chgData name="Christopher Aloo" userId="81d139e4-1a74-45bd-a04a-64f94c7d37c9" providerId="ADAL" clId="{2CA54C02-19BE-48F4-A31B-AFCD72BD22E3}" dt="2025-04-03T16:52:57.031" v="66" actId="9405"/>
          <ac:inkMkLst>
            <pc:docMk/>
            <pc:sldMk cId="3185540899" sldId="310"/>
            <ac:inkMk id="69" creationId="{A0B5BEE3-B901-B05A-2A1F-3F4E6731E21C}"/>
          </ac:inkMkLst>
        </pc:inkChg>
        <pc:inkChg chg="add mod">
          <ac:chgData name="Christopher Aloo" userId="81d139e4-1a74-45bd-a04a-64f94c7d37c9" providerId="ADAL" clId="{2CA54C02-19BE-48F4-A31B-AFCD72BD22E3}" dt="2025-04-03T16:53:08.596" v="78"/>
          <ac:inkMkLst>
            <pc:docMk/>
            <pc:sldMk cId="3185540899" sldId="310"/>
            <ac:inkMk id="70" creationId="{363B3EDC-94F5-398C-5EF7-7F831340C89C}"/>
          </ac:inkMkLst>
        </pc:inkChg>
        <pc:inkChg chg="add">
          <ac:chgData name="Christopher Aloo" userId="81d139e4-1a74-45bd-a04a-64f94c7d37c9" providerId="ADAL" clId="{2CA54C02-19BE-48F4-A31B-AFCD72BD22E3}" dt="2025-04-03T16:52:57.518" v="68" actId="9405"/>
          <ac:inkMkLst>
            <pc:docMk/>
            <pc:sldMk cId="3185540899" sldId="310"/>
            <ac:inkMk id="71" creationId="{5D857E49-D982-DFB5-F46C-D272884415FF}"/>
          </ac:inkMkLst>
        </pc:inkChg>
        <pc:inkChg chg="add">
          <ac:chgData name="Christopher Aloo" userId="81d139e4-1a74-45bd-a04a-64f94c7d37c9" providerId="ADAL" clId="{2CA54C02-19BE-48F4-A31B-AFCD72BD22E3}" dt="2025-04-03T16:52:57.684" v="69" actId="9405"/>
          <ac:inkMkLst>
            <pc:docMk/>
            <pc:sldMk cId="3185540899" sldId="310"/>
            <ac:inkMk id="72" creationId="{CB8478B3-5606-EB3B-1DCC-4E43DF806F33}"/>
          </ac:inkMkLst>
        </pc:inkChg>
        <pc:inkChg chg="add">
          <ac:chgData name="Christopher Aloo" userId="81d139e4-1a74-45bd-a04a-64f94c7d37c9" providerId="ADAL" clId="{2CA54C02-19BE-48F4-A31B-AFCD72BD22E3}" dt="2025-04-03T16:53:03.759" v="71" actId="9405"/>
          <ac:inkMkLst>
            <pc:docMk/>
            <pc:sldMk cId="3185540899" sldId="310"/>
            <ac:inkMk id="75" creationId="{82029CA7-E2DB-1848-3DB1-72364AC66150}"/>
          </ac:inkMkLst>
        </pc:inkChg>
        <pc:inkChg chg="add">
          <ac:chgData name="Christopher Aloo" userId="81d139e4-1a74-45bd-a04a-64f94c7d37c9" providerId="ADAL" clId="{2CA54C02-19BE-48F4-A31B-AFCD72BD22E3}" dt="2025-04-03T16:53:06.075" v="73" actId="9405"/>
          <ac:inkMkLst>
            <pc:docMk/>
            <pc:sldMk cId="3185540899" sldId="310"/>
            <ac:inkMk id="77" creationId="{0B036085-BC42-9019-8878-84DF1F7A058A}"/>
          </ac:inkMkLst>
        </pc:inkChg>
        <pc:inkChg chg="add">
          <ac:chgData name="Christopher Aloo" userId="81d139e4-1a74-45bd-a04a-64f94c7d37c9" providerId="ADAL" clId="{2CA54C02-19BE-48F4-A31B-AFCD72BD22E3}" dt="2025-04-03T16:53:07.020" v="74" actId="9405"/>
          <ac:inkMkLst>
            <pc:docMk/>
            <pc:sldMk cId="3185540899" sldId="310"/>
            <ac:inkMk id="78" creationId="{02AC79F5-0803-D788-5F4B-8D97DDF489DE}"/>
          </ac:inkMkLst>
        </pc:inkChg>
        <pc:inkChg chg="add mod">
          <ac:chgData name="Christopher Aloo" userId="81d139e4-1a74-45bd-a04a-64f94c7d37c9" providerId="ADAL" clId="{2CA54C02-19BE-48F4-A31B-AFCD72BD22E3}" dt="2025-04-03T16:53:08.596" v="78"/>
          <ac:inkMkLst>
            <pc:docMk/>
            <pc:sldMk cId="3185540899" sldId="310"/>
            <ac:inkMk id="79" creationId="{5C416867-80D6-C559-F419-1AB0B1DD8223}"/>
          </ac:inkMkLst>
        </pc:inkChg>
        <pc:inkChg chg="add">
          <ac:chgData name="Christopher Aloo" userId="81d139e4-1a74-45bd-a04a-64f94c7d37c9" providerId="ADAL" clId="{2CA54C02-19BE-48F4-A31B-AFCD72BD22E3}" dt="2025-04-03T16:53:07.415" v="76" actId="9405"/>
          <ac:inkMkLst>
            <pc:docMk/>
            <pc:sldMk cId="3185540899" sldId="310"/>
            <ac:inkMk id="80" creationId="{9C1930BD-D703-FAA4-A176-4E448375306C}"/>
          </ac:inkMkLst>
        </pc:inkChg>
        <pc:inkChg chg="add mod">
          <ac:chgData name="Christopher Aloo" userId="81d139e4-1a74-45bd-a04a-64f94c7d37c9" providerId="ADAL" clId="{2CA54C02-19BE-48F4-A31B-AFCD72BD22E3}" dt="2025-04-03T16:53:08.596" v="78"/>
          <ac:inkMkLst>
            <pc:docMk/>
            <pc:sldMk cId="3185540899" sldId="310"/>
            <ac:inkMk id="81" creationId="{37E441D9-3C45-230B-6F3B-9563125F60BF}"/>
          </ac:inkMkLst>
        </pc:inkChg>
      </pc:sldChg>
      <pc:sldChg chg="addSp delSp modSp mod">
        <pc:chgData name="Christopher Aloo" userId="81d139e4-1a74-45bd-a04a-64f94c7d37c9" providerId="ADAL" clId="{2CA54C02-19BE-48F4-A31B-AFCD72BD22E3}" dt="2025-04-03T17:22:01.827" v="495"/>
        <pc:sldMkLst>
          <pc:docMk/>
          <pc:sldMk cId="596695051" sldId="313"/>
        </pc:sldMkLst>
        <pc:grpChg chg="del mod">
          <ac:chgData name="Christopher Aloo" userId="81d139e4-1a74-45bd-a04a-64f94c7d37c9" providerId="ADAL" clId="{2CA54C02-19BE-48F4-A31B-AFCD72BD22E3}" dt="2025-04-03T17:21:41.743" v="460"/>
          <ac:grpSpMkLst>
            <pc:docMk/>
            <pc:sldMk cId="596695051" sldId="313"/>
            <ac:grpSpMk id="14" creationId="{DD0F4A43-A045-9517-86D9-97D94C1B5C77}"/>
          </ac:grpSpMkLst>
        </pc:grpChg>
        <pc:grpChg chg="del mod">
          <ac:chgData name="Christopher Aloo" userId="81d139e4-1a74-45bd-a04a-64f94c7d37c9" providerId="ADAL" clId="{2CA54C02-19BE-48F4-A31B-AFCD72BD22E3}" dt="2025-04-03T17:21:53.854" v="477"/>
          <ac:grpSpMkLst>
            <pc:docMk/>
            <pc:sldMk cId="596695051" sldId="313"/>
            <ac:grpSpMk id="32" creationId="{BFF47856-7272-B4FB-B56D-358F66E5C9B7}"/>
          </ac:grpSpMkLst>
        </pc:grpChg>
        <pc:grpChg chg="del mod">
          <ac:chgData name="Christopher Aloo" userId="81d139e4-1a74-45bd-a04a-64f94c7d37c9" providerId="ADAL" clId="{2CA54C02-19BE-48F4-A31B-AFCD72BD22E3}" dt="2025-04-03T17:21:53.854" v="477"/>
          <ac:grpSpMkLst>
            <pc:docMk/>
            <pc:sldMk cId="596695051" sldId="313"/>
            <ac:grpSpMk id="36" creationId="{4D18A114-C0D7-4688-1F2C-25647B24078A}"/>
          </ac:grpSpMkLst>
        </pc:grpChg>
        <pc:grpChg chg="del mod">
          <ac:chgData name="Christopher Aloo" userId="81d139e4-1a74-45bd-a04a-64f94c7d37c9" providerId="ADAL" clId="{2CA54C02-19BE-48F4-A31B-AFCD72BD22E3}" dt="2025-04-03T17:21:53.854" v="477"/>
          <ac:grpSpMkLst>
            <pc:docMk/>
            <pc:sldMk cId="596695051" sldId="313"/>
            <ac:grpSpMk id="43" creationId="{FA2B4A07-D165-93ED-F21C-13A5146CF269}"/>
          </ac:grpSpMkLst>
        </pc:grpChg>
        <pc:grpChg chg="del mod">
          <ac:chgData name="Christopher Aloo" userId="81d139e4-1a74-45bd-a04a-64f94c7d37c9" providerId="ADAL" clId="{2CA54C02-19BE-48F4-A31B-AFCD72BD22E3}" dt="2025-04-03T17:21:59.672" v="489"/>
          <ac:grpSpMkLst>
            <pc:docMk/>
            <pc:sldMk cId="596695051" sldId="313"/>
            <ac:grpSpMk id="49" creationId="{B4CE56D5-7D1D-3B76-8A54-08F48942A24D}"/>
          </ac:grpSpMkLst>
        </pc:grpChg>
        <pc:grpChg chg="del mod">
          <ac:chgData name="Christopher Aloo" userId="81d139e4-1a74-45bd-a04a-64f94c7d37c9" providerId="ADAL" clId="{2CA54C02-19BE-48F4-A31B-AFCD72BD22E3}" dt="2025-04-03T17:22:00.703" v="492"/>
          <ac:grpSpMkLst>
            <pc:docMk/>
            <pc:sldMk cId="596695051" sldId="313"/>
            <ac:grpSpMk id="61" creationId="{3578E85F-AD33-371E-B3C8-1167E927B0C7}"/>
          </ac:grpSpMkLst>
        </pc:grpChg>
        <pc:grpChg chg="del mod">
          <ac:chgData name="Christopher Aloo" userId="81d139e4-1a74-45bd-a04a-64f94c7d37c9" providerId="ADAL" clId="{2CA54C02-19BE-48F4-A31B-AFCD72BD22E3}" dt="2025-04-03T17:22:01.827" v="495"/>
          <ac:grpSpMkLst>
            <pc:docMk/>
            <pc:sldMk cId="596695051" sldId="313"/>
            <ac:grpSpMk id="64" creationId="{028F8339-06DF-B02C-B700-3DFA8A73F2E9}"/>
          </ac:grpSpMkLst>
        </pc:grpChg>
        <pc:grpChg chg="mod">
          <ac:chgData name="Christopher Aloo" userId="81d139e4-1a74-45bd-a04a-64f94c7d37c9" providerId="ADAL" clId="{2CA54C02-19BE-48F4-A31B-AFCD72BD22E3}" dt="2025-04-03T17:22:01.827" v="495"/>
          <ac:grpSpMkLst>
            <pc:docMk/>
            <pc:sldMk cId="596695051" sldId="313"/>
            <ac:grpSpMk id="67" creationId="{2D82741A-851E-6940-E2D0-12E7337EA8A1}"/>
          </ac:grpSpMkLst>
        </pc:grpChg>
        <pc:inkChg chg="add mod">
          <ac:chgData name="Christopher Aloo" userId="81d139e4-1a74-45bd-a04a-64f94c7d37c9" providerId="ADAL" clId="{2CA54C02-19BE-48F4-A31B-AFCD72BD22E3}" dt="2025-04-03T17:21:53.854" v="477"/>
          <ac:inkMkLst>
            <pc:docMk/>
            <pc:sldMk cId="596695051" sldId="313"/>
            <ac:inkMk id="5" creationId="{4B01E300-2B1D-350F-4B0A-8F4B1B852E29}"/>
          </ac:inkMkLst>
        </pc:inkChg>
        <pc:inkChg chg="add mod">
          <ac:chgData name="Christopher Aloo" userId="81d139e4-1a74-45bd-a04a-64f94c7d37c9" providerId="ADAL" clId="{2CA54C02-19BE-48F4-A31B-AFCD72BD22E3}" dt="2025-04-03T17:21:33.409" v="442"/>
          <ac:inkMkLst>
            <pc:docMk/>
            <pc:sldMk cId="596695051" sldId="313"/>
            <ac:inkMk id="6" creationId="{9ED9B3AC-70BB-5806-9481-710E88E0AF3E}"/>
          </ac:inkMkLst>
        </pc:inkChg>
        <pc:inkChg chg="add mod">
          <ac:chgData name="Christopher Aloo" userId="81d139e4-1a74-45bd-a04a-64f94c7d37c9" providerId="ADAL" clId="{2CA54C02-19BE-48F4-A31B-AFCD72BD22E3}" dt="2025-04-03T17:21:33.409" v="442"/>
          <ac:inkMkLst>
            <pc:docMk/>
            <pc:sldMk cId="596695051" sldId="313"/>
            <ac:inkMk id="7" creationId="{275C2FC8-5FFB-4E22-5CD2-84C1CD495FE5}"/>
          </ac:inkMkLst>
        </pc:inkChg>
        <pc:inkChg chg="add mod">
          <ac:chgData name="Christopher Aloo" userId="81d139e4-1a74-45bd-a04a-64f94c7d37c9" providerId="ADAL" clId="{2CA54C02-19BE-48F4-A31B-AFCD72BD22E3}" dt="2025-04-03T17:21:33.409" v="442"/>
          <ac:inkMkLst>
            <pc:docMk/>
            <pc:sldMk cId="596695051" sldId="313"/>
            <ac:inkMk id="8" creationId="{DE33F771-71F4-AE9E-142B-E57BE22B9583}"/>
          </ac:inkMkLst>
        </pc:inkChg>
        <pc:inkChg chg="add mod">
          <ac:chgData name="Christopher Aloo" userId="81d139e4-1a74-45bd-a04a-64f94c7d37c9" providerId="ADAL" clId="{2CA54C02-19BE-48F4-A31B-AFCD72BD22E3}" dt="2025-04-03T17:21:41.743" v="460"/>
          <ac:inkMkLst>
            <pc:docMk/>
            <pc:sldMk cId="596695051" sldId="313"/>
            <ac:inkMk id="9" creationId="{A4017885-7863-BCE4-A739-5A20ABA66AA0}"/>
          </ac:inkMkLst>
        </pc:inkChg>
        <pc:inkChg chg="add mod">
          <ac:chgData name="Christopher Aloo" userId="81d139e4-1a74-45bd-a04a-64f94c7d37c9" providerId="ADAL" clId="{2CA54C02-19BE-48F4-A31B-AFCD72BD22E3}" dt="2025-04-03T17:21:33.409" v="442"/>
          <ac:inkMkLst>
            <pc:docMk/>
            <pc:sldMk cId="596695051" sldId="313"/>
            <ac:inkMk id="10" creationId="{F1AC8EC3-0CDF-BCA7-126D-77B72FD7D214}"/>
          </ac:inkMkLst>
        </pc:inkChg>
        <pc:inkChg chg="add mod">
          <ac:chgData name="Christopher Aloo" userId="81d139e4-1a74-45bd-a04a-64f94c7d37c9" providerId="ADAL" clId="{2CA54C02-19BE-48F4-A31B-AFCD72BD22E3}" dt="2025-04-03T17:22:01.827" v="495"/>
          <ac:inkMkLst>
            <pc:docMk/>
            <pc:sldMk cId="596695051" sldId="313"/>
            <ac:inkMk id="11" creationId="{127D761C-DBD2-2027-686A-2D8219C857A6}"/>
          </ac:inkMkLst>
        </pc:inkChg>
        <pc:inkChg chg="add mod">
          <ac:chgData name="Christopher Aloo" userId="81d139e4-1a74-45bd-a04a-64f94c7d37c9" providerId="ADAL" clId="{2CA54C02-19BE-48F4-A31B-AFCD72BD22E3}" dt="2025-04-03T17:21:33.409" v="442"/>
          <ac:inkMkLst>
            <pc:docMk/>
            <pc:sldMk cId="596695051" sldId="313"/>
            <ac:inkMk id="12" creationId="{62B9548B-C453-C57D-695F-DC1A27BC0520}"/>
          </ac:inkMkLst>
        </pc:inkChg>
        <pc:inkChg chg="add mod">
          <ac:chgData name="Christopher Aloo" userId="81d139e4-1a74-45bd-a04a-64f94c7d37c9" providerId="ADAL" clId="{2CA54C02-19BE-48F4-A31B-AFCD72BD22E3}" dt="2025-04-03T17:21:33.409" v="442"/>
          <ac:inkMkLst>
            <pc:docMk/>
            <pc:sldMk cId="596695051" sldId="313"/>
            <ac:inkMk id="13" creationId="{1CA566AA-FEEB-B156-5354-30BE69C51794}"/>
          </ac:inkMkLst>
        </pc:inkChg>
        <pc:inkChg chg="add mod">
          <ac:chgData name="Christopher Aloo" userId="81d139e4-1a74-45bd-a04a-64f94c7d37c9" providerId="ADAL" clId="{2CA54C02-19BE-48F4-A31B-AFCD72BD22E3}" dt="2025-04-03T17:21:41.743" v="460"/>
          <ac:inkMkLst>
            <pc:docMk/>
            <pc:sldMk cId="596695051" sldId="313"/>
            <ac:inkMk id="15" creationId="{F2305A83-BD3A-1A96-B297-B90C0F0C212A}"/>
          </ac:inkMkLst>
        </pc:inkChg>
        <pc:inkChg chg="add mod">
          <ac:chgData name="Christopher Aloo" userId="81d139e4-1a74-45bd-a04a-64f94c7d37c9" providerId="ADAL" clId="{2CA54C02-19BE-48F4-A31B-AFCD72BD22E3}" dt="2025-04-03T17:21:53.854" v="477"/>
          <ac:inkMkLst>
            <pc:docMk/>
            <pc:sldMk cId="596695051" sldId="313"/>
            <ac:inkMk id="16" creationId="{01B44A09-06B1-BA51-B260-E95620777D94}"/>
          </ac:inkMkLst>
        </pc:inkChg>
        <pc:inkChg chg="add mod">
          <ac:chgData name="Christopher Aloo" userId="81d139e4-1a74-45bd-a04a-64f94c7d37c9" providerId="ADAL" clId="{2CA54C02-19BE-48F4-A31B-AFCD72BD22E3}" dt="2025-04-03T17:21:53.854" v="477"/>
          <ac:inkMkLst>
            <pc:docMk/>
            <pc:sldMk cId="596695051" sldId="313"/>
            <ac:inkMk id="17" creationId="{2A1E5B93-7E47-1BED-6682-8D9553071C8A}"/>
          </ac:inkMkLst>
        </pc:inkChg>
        <pc:inkChg chg="add">
          <ac:chgData name="Christopher Aloo" userId="81d139e4-1a74-45bd-a04a-64f94c7d37c9" providerId="ADAL" clId="{2CA54C02-19BE-48F4-A31B-AFCD72BD22E3}" dt="2025-04-03T17:21:36.511" v="446" actId="9405"/>
          <ac:inkMkLst>
            <pc:docMk/>
            <pc:sldMk cId="596695051" sldId="313"/>
            <ac:inkMk id="18" creationId="{41504AB5-6FD0-5549-FB76-E8D9F2FC42A3}"/>
          </ac:inkMkLst>
        </pc:inkChg>
        <pc:inkChg chg="add">
          <ac:chgData name="Christopher Aloo" userId="81d139e4-1a74-45bd-a04a-64f94c7d37c9" providerId="ADAL" clId="{2CA54C02-19BE-48F4-A31B-AFCD72BD22E3}" dt="2025-04-03T17:21:36.838" v="447" actId="9405"/>
          <ac:inkMkLst>
            <pc:docMk/>
            <pc:sldMk cId="596695051" sldId="313"/>
            <ac:inkMk id="19" creationId="{E27B60B7-2E57-5524-9D66-E716BA1BF197}"/>
          </ac:inkMkLst>
        </pc:inkChg>
        <pc:inkChg chg="add mod">
          <ac:chgData name="Christopher Aloo" userId="81d139e4-1a74-45bd-a04a-64f94c7d37c9" providerId="ADAL" clId="{2CA54C02-19BE-48F4-A31B-AFCD72BD22E3}" dt="2025-04-03T17:21:41.743" v="460"/>
          <ac:inkMkLst>
            <pc:docMk/>
            <pc:sldMk cId="596695051" sldId="313"/>
            <ac:inkMk id="20" creationId="{B3AE5185-7D0B-D371-644D-4097F4D0DC4C}"/>
          </ac:inkMkLst>
        </pc:inkChg>
        <pc:inkChg chg="add mod">
          <ac:chgData name="Christopher Aloo" userId="81d139e4-1a74-45bd-a04a-64f94c7d37c9" providerId="ADAL" clId="{2CA54C02-19BE-48F4-A31B-AFCD72BD22E3}" dt="2025-04-03T17:21:53.854" v="477"/>
          <ac:inkMkLst>
            <pc:docMk/>
            <pc:sldMk cId="596695051" sldId="313"/>
            <ac:inkMk id="21" creationId="{89963307-4E8A-D7F8-13A8-E383C0D7F56B}"/>
          </ac:inkMkLst>
        </pc:inkChg>
        <pc:inkChg chg="add">
          <ac:chgData name="Christopher Aloo" userId="81d139e4-1a74-45bd-a04a-64f94c7d37c9" providerId="ADAL" clId="{2CA54C02-19BE-48F4-A31B-AFCD72BD22E3}" dt="2025-04-03T17:21:37.722" v="450" actId="9405"/>
          <ac:inkMkLst>
            <pc:docMk/>
            <pc:sldMk cId="596695051" sldId="313"/>
            <ac:inkMk id="22" creationId="{9349E7ED-D1A0-A3AC-2860-067D32BECEE0}"/>
          </ac:inkMkLst>
        </pc:inkChg>
        <pc:inkChg chg="add">
          <ac:chgData name="Christopher Aloo" userId="81d139e4-1a74-45bd-a04a-64f94c7d37c9" providerId="ADAL" clId="{2CA54C02-19BE-48F4-A31B-AFCD72BD22E3}" dt="2025-04-03T17:21:38.094" v="451" actId="9405"/>
          <ac:inkMkLst>
            <pc:docMk/>
            <pc:sldMk cId="596695051" sldId="313"/>
            <ac:inkMk id="23" creationId="{92E8E78E-27A1-1167-9003-8307DB8F9A3D}"/>
          </ac:inkMkLst>
        </pc:inkChg>
        <pc:inkChg chg="add">
          <ac:chgData name="Christopher Aloo" userId="81d139e4-1a74-45bd-a04a-64f94c7d37c9" providerId="ADAL" clId="{2CA54C02-19BE-48F4-A31B-AFCD72BD22E3}" dt="2025-04-03T17:21:38.362" v="452" actId="9405"/>
          <ac:inkMkLst>
            <pc:docMk/>
            <pc:sldMk cId="596695051" sldId="313"/>
            <ac:inkMk id="24" creationId="{DA570BC9-68AE-735A-CD5E-D704E86B3892}"/>
          </ac:inkMkLst>
        </pc:inkChg>
        <pc:inkChg chg="add">
          <ac:chgData name="Christopher Aloo" userId="81d139e4-1a74-45bd-a04a-64f94c7d37c9" providerId="ADAL" clId="{2CA54C02-19BE-48F4-A31B-AFCD72BD22E3}" dt="2025-04-03T17:21:38.577" v="453" actId="9405"/>
          <ac:inkMkLst>
            <pc:docMk/>
            <pc:sldMk cId="596695051" sldId="313"/>
            <ac:inkMk id="25" creationId="{5B5E5682-6A77-A6FA-32E7-D2D14A1FA7AF}"/>
          </ac:inkMkLst>
        </pc:inkChg>
        <pc:inkChg chg="add mod">
          <ac:chgData name="Christopher Aloo" userId="81d139e4-1a74-45bd-a04a-64f94c7d37c9" providerId="ADAL" clId="{2CA54C02-19BE-48F4-A31B-AFCD72BD22E3}" dt="2025-04-03T17:22:01.827" v="495"/>
          <ac:inkMkLst>
            <pc:docMk/>
            <pc:sldMk cId="596695051" sldId="313"/>
            <ac:inkMk id="26" creationId="{C719DAEC-476E-756B-A474-C90CB5B6549F}"/>
          </ac:inkMkLst>
        </pc:inkChg>
        <pc:inkChg chg="add mod">
          <ac:chgData name="Christopher Aloo" userId="81d139e4-1a74-45bd-a04a-64f94c7d37c9" providerId="ADAL" clId="{2CA54C02-19BE-48F4-A31B-AFCD72BD22E3}" dt="2025-04-03T17:22:01.827" v="495"/>
          <ac:inkMkLst>
            <pc:docMk/>
            <pc:sldMk cId="596695051" sldId="313"/>
            <ac:inkMk id="27" creationId="{1D9BA0F6-0C88-B991-CA27-1D3D80091B51}"/>
          </ac:inkMkLst>
        </pc:inkChg>
        <pc:inkChg chg="add">
          <ac:chgData name="Christopher Aloo" userId="81d139e4-1a74-45bd-a04a-64f94c7d37c9" providerId="ADAL" clId="{2CA54C02-19BE-48F4-A31B-AFCD72BD22E3}" dt="2025-04-03T17:21:39.492" v="456" actId="9405"/>
          <ac:inkMkLst>
            <pc:docMk/>
            <pc:sldMk cId="596695051" sldId="313"/>
            <ac:inkMk id="28" creationId="{3588C843-D92C-4947-52E3-B0A234BF353C}"/>
          </ac:inkMkLst>
        </pc:inkChg>
        <pc:inkChg chg="add">
          <ac:chgData name="Christopher Aloo" userId="81d139e4-1a74-45bd-a04a-64f94c7d37c9" providerId="ADAL" clId="{2CA54C02-19BE-48F4-A31B-AFCD72BD22E3}" dt="2025-04-03T17:21:39.815" v="457" actId="9405"/>
          <ac:inkMkLst>
            <pc:docMk/>
            <pc:sldMk cId="596695051" sldId="313"/>
            <ac:inkMk id="29" creationId="{888F2058-480E-6B5C-29BB-502EF79ED0B2}"/>
          </ac:inkMkLst>
        </pc:inkChg>
        <pc:inkChg chg="add">
          <ac:chgData name="Christopher Aloo" userId="81d139e4-1a74-45bd-a04a-64f94c7d37c9" providerId="ADAL" clId="{2CA54C02-19BE-48F4-A31B-AFCD72BD22E3}" dt="2025-04-03T17:21:40.561" v="458" actId="9405"/>
          <ac:inkMkLst>
            <pc:docMk/>
            <pc:sldMk cId="596695051" sldId="313"/>
            <ac:inkMk id="30" creationId="{B30E5197-5F21-93C2-7F5F-DBEE92756FA2}"/>
          </ac:inkMkLst>
        </pc:inkChg>
        <pc:inkChg chg="add mod">
          <ac:chgData name="Christopher Aloo" userId="81d139e4-1a74-45bd-a04a-64f94c7d37c9" providerId="ADAL" clId="{2CA54C02-19BE-48F4-A31B-AFCD72BD22E3}" dt="2025-04-03T17:22:01.827" v="495"/>
          <ac:inkMkLst>
            <pc:docMk/>
            <pc:sldMk cId="596695051" sldId="313"/>
            <ac:inkMk id="31" creationId="{B3853BB7-9BC6-9871-2D5C-28571B7EBE6E}"/>
          </ac:inkMkLst>
        </pc:inkChg>
        <pc:inkChg chg="add mod">
          <ac:chgData name="Christopher Aloo" userId="81d139e4-1a74-45bd-a04a-64f94c7d37c9" providerId="ADAL" clId="{2CA54C02-19BE-48F4-A31B-AFCD72BD22E3}" dt="2025-04-03T17:21:48.076" v="464"/>
          <ac:inkMkLst>
            <pc:docMk/>
            <pc:sldMk cId="596695051" sldId="313"/>
            <ac:inkMk id="33" creationId="{F39A6EF9-4ECC-68B7-D436-4B1244AD2AEF}"/>
          </ac:inkMkLst>
        </pc:inkChg>
        <pc:inkChg chg="add mod">
          <ac:chgData name="Christopher Aloo" userId="81d139e4-1a74-45bd-a04a-64f94c7d37c9" providerId="ADAL" clId="{2CA54C02-19BE-48F4-A31B-AFCD72BD22E3}" dt="2025-04-03T17:21:53.854" v="477"/>
          <ac:inkMkLst>
            <pc:docMk/>
            <pc:sldMk cId="596695051" sldId="313"/>
            <ac:inkMk id="34" creationId="{7F0F0CF6-39D1-E308-07F1-78AC29D6AEB5}"/>
          </ac:inkMkLst>
        </pc:inkChg>
        <pc:inkChg chg="add mod">
          <ac:chgData name="Christopher Aloo" userId="81d139e4-1a74-45bd-a04a-64f94c7d37c9" providerId="ADAL" clId="{2CA54C02-19BE-48F4-A31B-AFCD72BD22E3}" dt="2025-04-03T17:21:48.076" v="464"/>
          <ac:inkMkLst>
            <pc:docMk/>
            <pc:sldMk cId="596695051" sldId="313"/>
            <ac:inkMk id="35" creationId="{B4C7671B-6661-FA59-D31E-6FE46C51304B}"/>
          </ac:inkMkLst>
        </pc:inkChg>
        <pc:inkChg chg="add mod">
          <ac:chgData name="Christopher Aloo" userId="81d139e4-1a74-45bd-a04a-64f94c7d37c9" providerId="ADAL" clId="{2CA54C02-19BE-48F4-A31B-AFCD72BD22E3}" dt="2025-04-03T17:21:50.256" v="471"/>
          <ac:inkMkLst>
            <pc:docMk/>
            <pc:sldMk cId="596695051" sldId="313"/>
            <ac:inkMk id="37" creationId="{B638BF9B-CC8E-6771-04B5-CF7A12E74CBF}"/>
          </ac:inkMkLst>
        </pc:inkChg>
        <pc:inkChg chg="add mod">
          <ac:chgData name="Christopher Aloo" userId="81d139e4-1a74-45bd-a04a-64f94c7d37c9" providerId="ADAL" clId="{2CA54C02-19BE-48F4-A31B-AFCD72BD22E3}" dt="2025-04-03T17:21:50.256" v="471"/>
          <ac:inkMkLst>
            <pc:docMk/>
            <pc:sldMk cId="596695051" sldId="313"/>
            <ac:inkMk id="38" creationId="{E35C2D34-D65F-EF7C-46F6-9E455E51FDF8}"/>
          </ac:inkMkLst>
        </pc:inkChg>
        <pc:inkChg chg="add mod">
          <ac:chgData name="Christopher Aloo" userId="81d139e4-1a74-45bd-a04a-64f94c7d37c9" providerId="ADAL" clId="{2CA54C02-19BE-48F4-A31B-AFCD72BD22E3}" dt="2025-04-03T17:21:50.256" v="471"/>
          <ac:inkMkLst>
            <pc:docMk/>
            <pc:sldMk cId="596695051" sldId="313"/>
            <ac:inkMk id="39" creationId="{E19D9147-A813-B749-5F4F-5B1F3B6EFE61}"/>
          </ac:inkMkLst>
        </pc:inkChg>
        <pc:inkChg chg="add mod">
          <ac:chgData name="Christopher Aloo" userId="81d139e4-1a74-45bd-a04a-64f94c7d37c9" providerId="ADAL" clId="{2CA54C02-19BE-48F4-A31B-AFCD72BD22E3}" dt="2025-04-03T17:21:50.256" v="471"/>
          <ac:inkMkLst>
            <pc:docMk/>
            <pc:sldMk cId="596695051" sldId="313"/>
            <ac:inkMk id="40" creationId="{77856659-15A4-522B-6E26-E290F8DCCDCA}"/>
          </ac:inkMkLst>
        </pc:inkChg>
        <pc:inkChg chg="add mod">
          <ac:chgData name="Christopher Aloo" userId="81d139e4-1a74-45bd-a04a-64f94c7d37c9" providerId="ADAL" clId="{2CA54C02-19BE-48F4-A31B-AFCD72BD22E3}" dt="2025-04-03T17:21:50.256" v="471"/>
          <ac:inkMkLst>
            <pc:docMk/>
            <pc:sldMk cId="596695051" sldId="313"/>
            <ac:inkMk id="41" creationId="{57142AA7-F5F2-5750-596E-0E8294DE32C6}"/>
          </ac:inkMkLst>
        </pc:inkChg>
        <pc:inkChg chg="add mod">
          <ac:chgData name="Christopher Aloo" userId="81d139e4-1a74-45bd-a04a-64f94c7d37c9" providerId="ADAL" clId="{2CA54C02-19BE-48F4-A31B-AFCD72BD22E3}" dt="2025-04-03T17:21:50.256" v="471"/>
          <ac:inkMkLst>
            <pc:docMk/>
            <pc:sldMk cId="596695051" sldId="313"/>
            <ac:inkMk id="42" creationId="{942ABCA5-B98F-86A1-8556-69397D1C3FBE}"/>
          </ac:inkMkLst>
        </pc:inkChg>
        <pc:inkChg chg="add">
          <ac:chgData name="Christopher Aloo" userId="81d139e4-1a74-45bd-a04a-64f94c7d37c9" providerId="ADAL" clId="{2CA54C02-19BE-48F4-A31B-AFCD72BD22E3}" dt="2025-04-03T17:21:51.314" v="472" actId="9405"/>
          <ac:inkMkLst>
            <pc:docMk/>
            <pc:sldMk cId="596695051" sldId="313"/>
            <ac:inkMk id="44" creationId="{AD13383F-962E-5E7A-9B00-B17C66457C68}"/>
          </ac:inkMkLst>
        </pc:inkChg>
        <pc:inkChg chg="add">
          <ac:chgData name="Christopher Aloo" userId="81d139e4-1a74-45bd-a04a-64f94c7d37c9" providerId="ADAL" clId="{2CA54C02-19BE-48F4-A31B-AFCD72BD22E3}" dt="2025-04-03T17:21:51.689" v="473" actId="9405"/>
          <ac:inkMkLst>
            <pc:docMk/>
            <pc:sldMk cId="596695051" sldId="313"/>
            <ac:inkMk id="45" creationId="{AA0B7814-F03C-9BEE-9808-1CFFBFF20750}"/>
          </ac:inkMkLst>
        </pc:inkChg>
        <pc:inkChg chg="add">
          <ac:chgData name="Christopher Aloo" userId="81d139e4-1a74-45bd-a04a-64f94c7d37c9" providerId="ADAL" clId="{2CA54C02-19BE-48F4-A31B-AFCD72BD22E3}" dt="2025-04-03T17:21:52.174" v="474" actId="9405"/>
          <ac:inkMkLst>
            <pc:docMk/>
            <pc:sldMk cId="596695051" sldId="313"/>
            <ac:inkMk id="46" creationId="{4C0DED05-8BF5-E8F0-5E63-0ACCBEAEBD7D}"/>
          </ac:inkMkLst>
        </pc:inkChg>
        <pc:inkChg chg="add">
          <ac:chgData name="Christopher Aloo" userId="81d139e4-1a74-45bd-a04a-64f94c7d37c9" providerId="ADAL" clId="{2CA54C02-19BE-48F4-A31B-AFCD72BD22E3}" dt="2025-04-03T17:21:52.568" v="475" actId="9405"/>
          <ac:inkMkLst>
            <pc:docMk/>
            <pc:sldMk cId="596695051" sldId="313"/>
            <ac:inkMk id="47" creationId="{59AA66F5-C4B9-16AB-9FF0-2F3FB21D82A7}"/>
          </ac:inkMkLst>
        </pc:inkChg>
        <pc:inkChg chg="add">
          <ac:chgData name="Christopher Aloo" userId="81d139e4-1a74-45bd-a04a-64f94c7d37c9" providerId="ADAL" clId="{2CA54C02-19BE-48F4-A31B-AFCD72BD22E3}" dt="2025-04-03T17:21:52.939" v="476" actId="9405"/>
          <ac:inkMkLst>
            <pc:docMk/>
            <pc:sldMk cId="596695051" sldId="313"/>
            <ac:inkMk id="48" creationId="{ED1EC1EB-96DD-1F92-A866-7084AC4526B3}"/>
          </ac:inkMkLst>
        </pc:inkChg>
        <pc:inkChg chg="add mod">
          <ac:chgData name="Christopher Aloo" userId="81d139e4-1a74-45bd-a04a-64f94c7d37c9" providerId="ADAL" clId="{2CA54C02-19BE-48F4-A31B-AFCD72BD22E3}" dt="2025-04-03T17:22:01.827" v="495"/>
          <ac:inkMkLst>
            <pc:docMk/>
            <pc:sldMk cId="596695051" sldId="313"/>
            <ac:inkMk id="50" creationId="{CAF5E0E5-3ABC-3363-6ABE-0DF3F7E82963}"/>
          </ac:inkMkLst>
        </pc:inkChg>
        <pc:inkChg chg="add">
          <ac:chgData name="Christopher Aloo" userId="81d139e4-1a74-45bd-a04a-64f94c7d37c9" providerId="ADAL" clId="{2CA54C02-19BE-48F4-A31B-AFCD72BD22E3}" dt="2025-04-03T17:21:54.921" v="479" actId="9405"/>
          <ac:inkMkLst>
            <pc:docMk/>
            <pc:sldMk cId="596695051" sldId="313"/>
            <ac:inkMk id="51" creationId="{403A89F4-34F2-21CE-E918-55C9A81A679F}"/>
          </ac:inkMkLst>
        </pc:inkChg>
        <pc:inkChg chg="add">
          <ac:chgData name="Christopher Aloo" userId="81d139e4-1a74-45bd-a04a-64f94c7d37c9" providerId="ADAL" clId="{2CA54C02-19BE-48F4-A31B-AFCD72BD22E3}" dt="2025-04-03T17:21:55.308" v="480" actId="9405"/>
          <ac:inkMkLst>
            <pc:docMk/>
            <pc:sldMk cId="596695051" sldId="313"/>
            <ac:inkMk id="52" creationId="{88880B05-4E82-3E42-F6D4-64377F432A09}"/>
          </ac:inkMkLst>
        </pc:inkChg>
        <pc:inkChg chg="add mod">
          <ac:chgData name="Christopher Aloo" userId="81d139e4-1a74-45bd-a04a-64f94c7d37c9" providerId="ADAL" clId="{2CA54C02-19BE-48F4-A31B-AFCD72BD22E3}" dt="2025-04-03T17:22:01.827" v="495"/>
          <ac:inkMkLst>
            <pc:docMk/>
            <pc:sldMk cId="596695051" sldId="313"/>
            <ac:inkMk id="53" creationId="{21D7D582-4170-6987-B682-2B7326E55375}"/>
          </ac:inkMkLst>
        </pc:inkChg>
        <pc:inkChg chg="add">
          <ac:chgData name="Christopher Aloo" userId="81d139e4-1a74-45bd-a04a-64f94c7d37c9" providerId="ADAL" clId="{2CA54C02-19BE-48F4-A31B-AFCD72BD22E3}" dt="2025-04-03T17:21:55.990" v="482" actId="9405"/>
          <ac:inkMkLst>
            <pc:docMk/>
            <pc:sldMk cId="596695051" sldId="313"/>
            <ac:inkMk id="54" creationId="{591D9034-E795-3A05-9ED6-3137CE871397}"/>
          </ac:inkMkLst>
        </pc:inkChg>
        <pc:inkChg chg="add">
          <ac:chgData name="Christopher Aloo" userId="81d139e4-1a74-45bd-a04a-64f94c7d37c9" providerId="ADAL" clId="{2CA54C02-19BE-48F4-A31B-AFCD72BD22E3}" dt="2025-04-03T17:21:56.378" v="483" actId="9405"/>
          <ac:inkMkLst>
            <pc:docMk/>
            <pc:sldMk cId="596695051" sldId="313"/>
            <ac:inkMk id="55" creationId="{48CA00C2-0446-518E-0B1D-7428F15D9F93}"/>
          </ac:inkMkLst>
        </pc:inkChg>
        <pc:inkChg chg="add mod">
          <ac:chgData name="Christopher Aloo" userId="81d139e4-1a74-45bd-a04a-64f94c7d37c9" providerId="ADAL" clId="{2CA54C02-19BE-48F4-A31B-AFCD72BD22E3}" dt="2025-04-03T17:22:01.827" v="495"/>
          <ac:inkMkLst>
            <pc:docMk/>
            <pc:sldMk cId="596695051" sldId="313"/>
            <ac:inkMk id="56" creationId="{97F1B6A7-4BBB-2323-BC96-66E948152B22}"/>
          </ac:inkMkLst>
        </pc:inkChg>
        <pc:inkChg chg="add">
          <ac:chgData name="Christopher Aloo" userId="81d139e4-1a74-45bd-a04a-64f94c7d37c9" providerId="ADAL" clId="{2CA54C02-19BE-48F4-A31B-AFCD72BD22E3}" dt="2025-04-03T17:21:57.077" v="485" actId="9405"/>
          <ac:inkMkLst>
            <pc:docMk/>
            <pc:sldMk cId="596695051" sldId="313"/>
            <ac:inkMk id="57" creationId="{DFF9F700-E8C8-7C73-33EC-9827072A1361}"/>
          </ac:inkMkLst>
        </pc:inkChg>
        <pc:inkChg chg="add mod">
          <ac:chgData name="Christopher Aloo" userId="81d139e4-1a74-45bd-a04a-64f94c7d37c9" providerId="ADAL" clId="{2CA54C02-19BE-48F4-A31B-AFCD72BD22E3}" dt="2025-04-03T17:22:01.827" v="495"/>
          <ac:inkMkLst>
            <pc:docMk/>
            <pc:sldMk cId="596695051" sldId="313"/>
            <ac:inkMk id="58" creationId="{70A8C3F4-3A8F-9496-4E21-B49CDF79FE33}"/>
          </ac:inkMkLst>
        </pc:inkChg>
        <pc:inkChg chg="add">
          <ac:chgData name="Christopher Aloo" userId="81d139e4-1a74-45bd-a04a-64f94c7d37c9" providerId="ADAL" clId="{2CA54C02-19BE-48F4-A31B-AFCD72BD22E3}" dt="2025-04-03T17:21:58.549" v="487" actId="9405"/>
          <ac:inkMkLst>
            <pc:docMk/>
            <pc:sldMk cId="596695051" sldId="313"/>
            <ac:inkMk id="59" creationId="{5AB0E79E-F7EA-27D8-F06A-33F199822A13}"/>
          </ac:inkMkLst>
        </pc:inkChg>
        <pc:inkChg chg="add">
          <ac:chgData name="Christopher Aloo" userId="81d139e4-1a74-45bd-a04a-64f94c7d37c9" providerId="ADAL" clId="{2CA54C02-19BE-48F4-A31B-AFCD72BD22E3}" dt="2025-04-03T17:21:58.997" v="488" actId="9405"/>
          <ac:inkMkLst>
            <pc:docMk/>
            <pc:sldMk cId="596695051" sldId="313"/>
            <ac:inkMk id="60" creationId="{74F80CDD-A30E-D842-A009-FA7BBCF8144B}"/>
          </ac:inkMkLst>
        </pc:inkChg>
        <pc:inkChg chg="add">
          <ac:chgData name="Christopher Aloo" userId="81d139e4-1a74-45bd-a04a-64f94c7d37c9" providerId="ADAL" clId="{2CA54C02-19BE-48F4-A31B-AFCD72BD22E3}" dt="2025-04-03T17:21:59.733" v="490" actId="9405"/>
          <ac:inkMkLst>
            <pc:docMk/>
            <pc:sldMk cId="596695051" sldId="313"/>
            <ac:inkMk id="62" creationId="{A4E55F93-060C-0AC2-024C-D47E776E6A13}"/>
          </ac:inkMkLst>
        </pc:inkChg>
        <pc:inkChg chg="add">
          <ac:chgData name="Christopher Aloo" userId="81d139e4-1a74-45bd-a04a-64f94c7d37c9" providerId="ADAL" clId="{2CA54C02-19BE-48F4-A31B-AFCD72BD22E3}" dt="2025-04-03T17:22:00.180" v="491" actId="9405"/>
          <ac:inkMkLst>
            <pc:docMk/>
            <pc:sldMk cId="596695051" sldId="313"/>
            <ac:inkMk id="63" creationId="{783DABD3-13CE-A2A8-C127-69695C3AE394}"/>
          </ac:inkMkLst>
        </pc:inkChg>
        <pc:inkChg chg="add">
          <ac:chgData name="Christopher Aloo" userId="81d139e4-1a74-45bd-a04a-64f94c7d37c9" providerId="ADAL" clId="{2CA54C02-19BE-48F4-A31B-AFCD72BD22E3}" dt="2025-04-03T17:22:00.877" v="493" actId="9405"/>
          <ac:inkMkLst>
            <pc:docMk/>
            <pc:sldMk cId="596695051" sldId="313"/>
            <ac:inkMk id="65" creationId="{DD2B1483-915E-15EA-DF43-5967FB4CF9C8}"/>
          </ac:inkMkLst>
        </pc:inkChg>
        <pc:inkChg chg="add">
          <ac:chgData name="Christopher Aloo" userId="81d139e4-1a74-45bd-a04a-64f94c7d37c9" providerId="ADAL" clId="{2CA54C02-19BE-48F4-A31B-AFCD72BD22E3}" dt="2025-04-03T17:22:01.050" v="494" actId="9405"/>
          <ac:inkMkLst>
            <pc:docMk/>
            <pc:sldMk cId="596695051" sldId="313"/>
            <ac:inkMk id="66" creationId="{2F5CC4C6-FEBD-441F-1125-D325465213BF}"/>
          </ac:inkMkLst>
        </pc:inkChg>
      </pc:sldChg>
      <pc:sldChg chg="addSp delSp modSp mod">
        <pc:chgData name="Christopher Aloo" userId="81d139e4-1a74-45bd-a04a-64f94c7d37c9" providerId="ADAL" clId="{2CA54C02-19BE-48F4-A31B-AFCD72BD22E3}" dt="2025-04-03T17:28:34.198" v="674"/>
        <pc:sldMkLst>
          <pc:docMk/>
          <pc:sldMk cId="3290598731" sldId="332"/>
        </pc:sldMkLst>
        <pc:grpChg chg="del mod">
          <ac:chgData name="Christopher Aloo" userId="81d139e4-1a74-45bd-a04a-64f94c7d37c9" providerId="ADAL" clId="{2CA54C02-19BE-48F4-A31B-AFCD72BD22E3}" dt="2025-04-03T17:26:25.241" v="543"/>
          <ac:grpSpMkLst>
            <pc:docMk/>
            <pc:sldMk cId="3290598731" sldId="332"/>
            <ac:grpSpMk id="8" creationId="{EBA20B55-724A-2D74-3B24-895F01ED6EF8}"/>
          </ac:grpSpMkLst>
        </pc:grpChg>
        <pc:grpChg chg="del mod">
          <ac:chgData name="Christopher Aloo" userId="81d139e4-1a74-45bd-a04a-64f94c7d37c9" providerId="ADAL" clId="{2CA54C02-19BE-48F4-A31B-AFCD72BD22E3}" dt="2025-04-03T17:27:41.311" v="611"/>
          <ac:grpSpMkLst>
            <pc:docMk/>
            <pc:sldMk cId="3290598731" sldId="332"/>
            <ac:grpSpMk id="13" creationId="{7DC24D79-CCC6-F4E9-A877-491FCA590309}"/>
          </ac:grpSpMkLst>
        </pc:grpChg>
        <pc:grpChg chg="del mod">
          <ac:chgData name="Christopher Aloo" userId="81d139e4-1a74-45bd-a04a-64f94c7d37c9" providerId="ADAL" clId="{2CA54C02-19BE-48F4-A31B-AFCD72BD22E3}" dt="2025-04-03T17:26:34.058" v="557"/>
          <ac:grpSpMkLst>
            <pc:docMk/>
            <pc:sldMk cId="3290598731" sldId="332"/>
            <ac:grpSpMk id="23" creationId="{35DD0710-3E6F-B58B-BDBA-40DB32A03F1F}"/>
          </ac:grpSpMkLst>
        </pc:grpChg>
        <pc:grpChg chg="del mod">
          <ac:chgData name="Christopher Aloo" userId="81d139e4-1a74-45bd-a04a-64f94c7d37c9" providerId="ADAL" clId="{2CA54C02-19BE-48F4-A31B-AFCD72BD22E3}" dt="2025-04-03T17:27:41.311" v="611"/>
          <ac:grpSpMkLst>
            <pc:docMk/>
            <pc:sldMk cId="3290598731" sldId="332"/>
            <ac:grpSpMk id="24" creationId="{8FE94859-6D46-7B2B-1329-BBCD012B8973}"/>
          </ac:grpSpMkLst>
        </pc:grpChg>
        <pc:grpChg chg="del mod">
          <ac:chgData name="Christopher Aloo" userId="81d139e4-1a74-45bd-a04a-64f94c7d37c9" providerId="ADAL" clId="{2CA54C02-19BE-48F4-A31B-AFCD72BD22E3}" dt="2025-04-03T17:27:41.311" v="611"/>
          <ac:grpSpMkLst>
            <pc:docMk/>
            <pc:sldMk cId="3290598731" sldId="332"/>
            <ac:grpSpMk id="25" creationId="{C31ACDE9-B5C4-8AAB-AE34-D6BBAB9643E7}"/>
          </ac:grpSpMkLst>
        </pc:grpChg>
        <pc:grpChg chg="del mod">
          <ac:chgData name="Christopher Aloo" userId="81d139e4-1a74-45bd-a04a-64f94c7d37c9" providerId="ADAL" clId="{2CA54C02-19BE-48F4-A31B-AFCD72BD22E3}" dt="2025-04-03T17:27:41.311" v="611"/>
          <ac:grpSpMkLst>
            <pc:docMk/>
            <pc:sldMk cId="3290598731" sldId="332"/>
            <ac:grpSpMk id="29" creationId="{889D516C-598C-69D1-DC4D-059FAB8F3C5C}"/>
          </ac:grpSpMkLst>
        </pc:grpChg>
        <pc:grpChg chg="del mod">
          <ac:chgData name="Christopher Aloo" userId="81d139e4-1a74-45bd-a04a-64f94c7d37c9" providerId="ADAL" clId="{2CA54C02-19BE-48F4-A31B-AFCD72BD22E3}" dt="2025-04-03T17:26:38.531" v="566"/>
          <ac:grpSpMkLst>
            <pc:docMk/>
            <pc:sldMk cId="3290598731" sldId="332"/>
            <ac:grpSpMk id="36" creationId="{66EE755B-E816-15E9-F925-1937C61590E8}"/>
          </ac:grpSpMkLst>
        </pc:grpChg>
        <pc:grpChg chg="mod">
          <ac:chgData name="Christopher Aloo" userId="81d139e4-1a74-45bd-a04a-64f94c7d37c9" providerId="ADAL" clId="{2CA54C02-19BE-48F4-A31B-AFCD72BD22E3}" dt="2025-04-03T17:26:36.698" v="564"/>
          <ac:grpSpMkLst>
            <pc:docMk/>
            <pc:sldMk cId="3290598731" sldId="332"/>
            <ac:grpSpMk id="37" creationId="{57AE8F6D-F2CC-FAB7-D12E-F4CC2F87E722}"/>
          </ac:grpSpMkLst>
        </pc:grpChg>
        <pc:grpChg chg="del mod">
          <ac:chgData name="Christopher Aloo" userId="81d139e4-1a74-45bd-a04a-64f94c7d37c9" providerId="ADAL" clId="{2CA54C02-19BE-48F4-A31B-AFCD72BD22E3}" dt="2025-04-03T17:26:40.254" v="569"/>
          <ac:grpSpMkLst>
            <pc:docMk/>
            <pc:sldMk cId="3290598731" sldId="332"/>
            <ac:grpSpMk id="39" creationId="{097F5654-E4EA-4EC8-2AA2-F5FD8CA6D591}"/>
          </ac:grpSpMkLst>
        </pc:grpChg>
        <pc:grpChg chg="del mod">
          <ac:chgData name="Christopher Aloo" userId="81d139e4-1a74-45bd-a04a-64f94c7d37c9" providerId="ADAL" clId="{2CA54C02-19BE-48F4-A31B-AFCD72BD22E3}" dt="2025-04-03T17:26:59.292" v="582"/>
          <ac:grpSpMkLst>
            <pc:docMk/>
            <pc:sldMk cId="3290598731" sldId="332"/>
            <ac:grpSpMk id="42" creationId="{5A3C84CC-0727-F396-E476-0433113CDA99}"/>
          </ac:grpSpMkLst>
        </pc:grpChg>
        <pc:grpChg chg="del mod">
          <ac:chgData name="Christopher Aloo" userId="81d139e4-1a74-45bd-a04a-64f94c7d37c9" providerId="ADAL" clId="{2CA54C02-19BE-48F4-A31B-AFCD72BD22E3}" dt="2025-04-03T17:27:41.311" v="611"/>
          <ac:grpSpMkLst>
            <pc:docMk/>
            <pc:sldMk cId="3290598731" sldId="332"/>
            <ac:grpSpMk id="47" creationId="{BF5698AD-0352-2A89-0970-36D38F774EC9}"/>
          </ac:grpSpMkLst>
        </pc:grpChg>
        <pc:grpChg chg="del mod">
          <ac:chgData name="Christopher Aloo" userId="81d139e4-1a74-45bd-a04a-64f94c7d37c9" providerId="ADAL" clId="{2CA54C02-19BE-48F4-A31B-AFCD72BD22E3}" dt="2025-04-03T17:27:41.311" v="611"/>
          <ac:grpSpMkLst>
            <pc:docMk/>
            <pc:sldMk cId="3290598731" sldId="332"/>
            <ac:grpSpMk id="50" creationId="{EDBE05A4-4E63-DD6B-1733-09CDC097E6ED}"/>
          </ac:grpSpMkLst>
        </pc:grpChg>
        <pc:grpChg chg="mod">
          <ac:chgData name="Christopher Aloo" userId="81d139e4-1a74-45bd-a04a-64f94c7d37c9" providerId="ADAL" clId="{2CA54C02-19BE-48F4-A31B-AFCD72BD22E3}" dt="2025-04-03T17:26:52.507" v="580"/>
          <ac:grpSpMkLst>
            <pc:docMk/>
            <pc:sldMk cId="3290598731" sldId="332"/>
            <ac:grpSpMk id="53" creationId="{EB785350-94D4-8B00-8FFB-D52CA06B7437}"/>
          </ac:grpSpMkLst>
        </pc:grpChg>
        <pc:grpChg chg="del mod">
          <ac:chgData name="Christopher Aloo" userId="81d139e4-1a74-45bd-a04a-64f94c7d37c9" providerId="ADAL" clId="{2CA54C02-19BE-48F4-A31B-AFCD72BD22E3}" dt="2025-04-03T17:27:32.962" v="608"/>
          <ac:grpSpMkLst>
            <pc:docMk/>
            <pc:sldMk cId="3290598731" sldId="332"/>
            <ac:grpSpMk id="55" creationId="{48203427-1233-7AC6-5F34-595DFCF672A9}"/>
          </ac:grpSpMkLst>
        </pc:grpChg>
        <pc:grpChg chg="del mod">
          <ac:chgData name="Christopher Aloo" userId="81d139e4-1a74-45bd-a04a-64f94c7d37c9" providerId="ADAL" clId="{2CA54C02-19BE-48F4-A31B-AFCD72BD22E3}" dt="2025-04-03T17:27:32.962" v="608"/>
          <ac:grpSpMkLst>
            <pc:docMk/>
            <pc:sldMk cId="3290598731" sldId="332"/>
            <ac:grpSpMk id="62" creationId="{76112FA1-9753-8093-5F23-4FC3C6D8A6EF}"/>
          </ac:grpSpMkLst>
        </pc:grpChg>
        <pc:grpChg chg="mod">
          <ac:chgData name="Christopher Aloo" userId="81d139e4-1a74-45bd-a04a-64f94c7d37c9" providerId="ADAL" clId="{2CA54C02-19BE-48F4-A31B-AFCD72BD22E3}" dt="2025-04-03T17:27:32.962" v="608"/>
          <ac:grpSpMkLst>
            <pc:docMk/>
            <pc:sldMk cId="3290598731" sldId="332"/>
            <ac:grpSpMk id="80" creationId="{F38600A8-7DD9-F8ED-D67E-E5755CA69A88}"/>
          </ac:grpSpMkLst>
        </pc:grpChg>
        <pc:grpChg chg="mod">
          <ac:chgData name="Christopher Aloo" userId="81d139e4-1a74-45bd-a04a-64f94c7d37c9" providerId="ADAL" clId="{2CA54C02-19BE-48F4-A31B-AFCD72BD22E3}" dt="2025-04-03T17:27:41.311" v="611"/>
          <ac:grpSpMkLst>
            <pc:docMk/>
            <pc:sldMk cId="3290598731" sldId="332"/>
            <ac:grpSpMk id="83" creationId="{9D72BC58-1016-602F-06DF-C2BF710D7385}"/>
          </ac:grpSpMkLst>
        </pc:grpChg>
        <pc:grpChg chg="del mod">
          <ac:chgData name="Christopher Aloo" userId="81d139e4-1a74-45bd-a04a-64f94c7d37c9" providerId="ADAL" clId="{2CA54C02-19BE-48F4-A31B-AFCD72BD22E3}" dt="2025-04-03T17:27:52.288" v="618"/>
          <ac:grpSpMkLst>
            <pc:docMk/>
            <pc:sldMk cId="3290598731" sldId="332"/>
            <ac:grpSpMk id="87" creationId="{543DAD09-2144-6962-CBB9-415F1EC7516B}"/>
          </ac:grpSpMkLst>
        </pc:grpChg>
        <pc:grpChg chg="del mod">
          <ac:chgData name="Christopher Aloo" userId="81d139e4-1a74-45bd-a04a-64f94c7d37c9" providerId="ADAL" clId="{2CA54C02-19BE-48F4-A31B-AFCD72BD22E3}" dt="2025-04-03T17:27:55.834" v="628"/>
          <ac:grpSpMkLst>
            <pc:docMk/>
            <pc:sldMk cId="3290598731" sldId="332"/>
            <ac:grpSpMk id="90" creationId="{C3D3F02E-9F3C-9402-B6A0-64A9652853E0}"/>
          </ac:grpSpMkLst>
        </pc:grpChg>
        <pc:grpChg chg="del mod">
          <ac:chgData name="Christopher Aloo" userId="81d139e4-1a74-45bd-a04a-64f94c7d37c9" providerId="ADAL" clId="{2CA54C02-19BE-48F4-A31B-AFCD72BD22E3}" dt="2025-04-03T17:28:26.867" v="667"/>
          <ac:grpSpMkLst>
            <pc:docMk/>
            <pc:sldMk cId="3290598731" sldId="332"/>
            <ac:grpSpMk id="100" creationId="{2C24C4BC-CB66-3627-A9FB-0F9043F57E40}"/>
          </ac:grpSpMkLst>
        </pc:grpChg>
        <pc:grpChg chg="del mod">
          <ac:chgData name="Christopher Aloo" userId="81d139e4-1a74-45bd-a04a-64f94c7d37c9" providerId="ADAL" clId="{2CA54C02-19BE-48F4-A31B-AFCD72BD22E3}" dt="2025-04-03T17:28:26.867" v="667"/>
          <ac:grpSpMkLst>
            <pc:docMk/>
            <pc:sldMk cId="3290598731" sldId="332"/>
            <ac:grpSpMk id="101" creationId="{63D36C06-3942-66CE-450B-94C17E7E738F}"/>
          </ac:grpSpMkLst>
        </pc:grpChg>
        <pc:grpChg chg="del mod">
          <ac:chgData name="Christopher Aloo" userId="81d139e4-1a74-45bd-a04a-64f94c7d37c9" providerId="ADAL" clId="{2CA54C02-19BE-48F4-A31B-AFCD72BD22E3}" dt="2025-04-03T17:27:59.169" v="632" actId="478"/>
          <ac:grpSpMkLst>
            <pc:docMk/>
            <pc:sldMk cId="3290598731" sldId="332"/>
            <ac:grpSpMk id="104" creationId="{53014B77-7930-1739-9ABB-16076C475806}"/>
          </ac:grpSpMkLst>
        </pc:grpChg>
        <pc:grpChg chg="del mod">
          <ac:chgData name="Christopher Aloo" userId="81d139e4-1a74-45bd-a04a-64f94c7d37c9" providerId="ADAL" clId="{2CA54C02-19BE-48F4-A31B-AFCD72BD22E3}" dt="2025-04-03T17:28:08.923" v="640"/>
          <ac:grpSpMkLst>
            <pc:docMk/>
            <pc:sldMk cId="3290598731" sldId="332"/>
            <ac:grpSpMk id="109" creationId="{22FD0627-E90C-36F2-C972-149B64AB621B}"/>
          </ac:grpSpMkLst>
        </pc:grpChg>
        <pc:grpChg chg="del mod">
          <ac:chgData name="Christopher Aloo" userId="81d139e4-1a74-45bd-a04a-64f94c7d37c9" providerId="ADAL" clId="{2CA54C02-19BE-48F4-A31B-AFCD72BD22E3}" dt="2025-04-03T17:28:15.612" v="645"/>
          <ac:grpSpMkLst>
            <pc:docMk/>
            <pc:sldMk cId="3290598731" sldId="332"/>
            <ac:grpSpMk id="112" creationId="{D7C297AA-36A3-7E7F-1E02-9947C6209922}"/>
          </ac:grpSpMkLst>
        </pc:grpChg>
        <pc:grpChg chg="del mod">
          <ac:chgData name="Christopher Aloo" userId="81d139e4-1a74-45bd-a04a-64f94c7d37c9" providerId="ADAL" clId="{2CA54C02-19BE-48F4-A31B-AFCD72BD22E3}" dt="2025-04-03T17:28:21.244" v="658"/>
          <ac:grpSpMkLst>
            <pc:docMk/>
            <pc:sldMk cId="3290598731" sldId="332"/>
            <ac:grpSpMk id="117" creationId="{DA1CF318-AB8D-2B94-AB5D-7C9FF5E7FD0D}"/>
          </ac:grpSpMkLst>
        </pc:grpChg>
        <pc:grpChg chg="del mod">
          <ac:chgData name="Christopher Aloo" userId="81d139e4-1a74-45bd-a04a-64f94c7d37c9" providerId="ADAL" clId="{2CA54C02-19BE-48F4-A31B-AFCD72BD22E3}" dt="2025-04-03T17:28:25.780" v="665"/>
          <ac:grpSpMkLst>
            <pc:docMk/>
            <pc:sldMk cId="3290598731" sldId="332"/>
            <ac:grpSpMk id="130" creationId="{8DA5A836-4BB8-B768-DC78-2FB2B27CC2E8}"/>
          </ac:grpSpMkLst>
        </pc:grpChg>
        <pc:grpChg chg="del mod">
          <ac:chgData name="Christopher Aloo" userId="81d139e4-1a74-45bd-a04a-64f94c7d37c9" providerId="ADAL" clId="{2CA54C02-19BE-48F4-A31B-AFCD72BD22E3}" dt="2025-04-03T17:28:26.867" v="667"/>
          <ac:grpSpMkLst>
            <pc:docMk/>
            <pc:sldMk cId="3290598731" sldId="332"/>
            <ac:grpSpMk id="131" creationId="{93881751-68FC-78F5-240B-7CFE5A922FF9}"/>
          </ac:grpSpMkLst>
        </pc:grpChg>
        <pc:grpChg chg="del mod">
          <ac:chgData name="Christopher Aloo" userId="81d139e4-1a74-45bd-a04a-64f94c7d37c9" providerId="ADAL" clId="{2CA54C02-19BE-48F4-A31B-AFCD72BD22E3}" dt="2025-04-03T17:28:26.867" v="667"/>
          <ac:grpSpMkLst>
            <pc:docMk/>
            <pc:sldMk cId="3290598731" sldId="332"/>
            <ac:grpSpMk id="138" creationId="{7101DA13-E152-BD15-C0FE-C495F7D36EC0}"/>
          </ac:grpSpMkLst>
        </pc:grpChg>
        <pc:grpChg chg="mod">
          <ac:chgData name="Christopher Aloo" userId="81d139e4-1a74-45bd-a04a-64f94c7d37c9" providerId="ADAL" clId="{2CA54C02-19BE-48F4-A31B-AFCD72BD22E3}" dt="2025-04-03T17:28:26.867" v="667"/>
          <ac:grpSpMkLst>
            <pc:docMk/>
            <pc:sldMk cId="3290598731" sldId="332"/>
            <ac:grpSpMk id="140" creationId="{771E734B-DB40-605B-AE1F-7D965EFFDB06}"/>
          </ac:grpSpMkLst>
        </pc:grpChg>
        <pc:grpChg chg="mod">
          <ac:chgData name="Christopher Aloo" userId="81d139e4-1a74-45bd-a04a-64f94c7d37c9" providerId="ADAL" clId="{2CA54C02-19BE-48F4-A31B-AFCD72BD22E3}" dt="2025-04-03T17:28:29.024" v="670"/>
          <ac:grpSpMkLst>
            <pc:docMk/>
            <pc:sldMk cId="3290598731" sldId="332"/>
            <ac:grpSpMk id="143" creationId="{1E1C03F5-4982-610A-89E2-EC93806D76E2}"/>
          </ac:grpSpMkLst>
        </pc:grpChg>
        <pc:grpChg chg="mod">
          <ac:chgData name="Christopher Aloo" userId="81d139e4-1a74-45bd-a04a-64f94c7d37c9" providerId="ADAL" clId="{2CA54C02-19BE-48F4-A31B-AFCD72BD22E3}" dt="2025-04-03T17:28:34.198" v="674"/>
          <ac:grpSpMkLst>
            <pc:docMk/>
            <pc:sldMk cId="3290598731" sldId="332"/>
            <ac:grpSpMk id="147" creationId="{AD6C5328-0E09-E695-9458-F9889A779F3F}"/>
          </ac:grpSpMkLst>
        </pc:grpChg>
        <pc:inkChg chg="add mod">
          <ac:chgData name="Christopher Aloo" userId="81d139e4-1a74-45bd-a04a-64f94c7d37c9" providerId="ADAL" clId="{2CA54C02-19BE-48F4-A31B-AFCD72BD22E3}" dt="2025-04-03T17:27:41.311" v="611"/>
          <ac:inkMkLst>
            <pc:docMk/>
            <pc:sldMk cId="3290598731" sldId="332"/>
            <ac:inkMk id="3" creationId="{B6C9418F-E546-235E-1921-E3EB4A571DC2}"/>
          </ac:inkMkLst>
        </pc:inkChg>
        <pc:inkChg chg="add mod">
          <ac:chgData name="Christopher Aloo" userId="81d139e4-1a74-45bd-a04a-64f94c7d37c9" providerId="ADAL" clId="{2CA54C02-19BE-48F4-A31B-AFCD72BD22E3}" dt="2025-04-03T17:26:25.241" v="543"/>
          <ac:inkMkLst>
            <pc:docMk/>
            <pc:sldMk cId="3290598731" sldId="332"/>
            <ac:inkMk id="4" creationId="{CD88F0C3-1638-0EAD-04FE-EAE67E4FAC51}"/>
          </ac:inkMkLst>
        </pc:inkChg>
        <pc:inkChg chg="add mod">
          <ac:chgData name="Christopher Aloo" userId="81d139e4-1a74-45bd-a04a-64f94c7d37c9" providerId="ADAL" clId="{2CA54C02-19BE-48F4-A31B-AFCD72BD22E3}" dt="2025-04-03T17:26:25.241" v="543"/>
          <ac:inkMkLst>
            <pc:docMk/>
            <pc:sldMk cId="3290598731" sldId="332"/>
            <ac:inkMk id="5" creationId="{368103DE-2D25-7C65-7877-2E2A545844AB}"/>
          </ac:inkMkLst>
        </pc:inkChg>
        <pc:inkChg chg="add mod">
          <ac:chgData name="Christopher Aloo" userId="81d139e4-1a74-45bd-a04a-64f94c7d37c9" providerId="ADAL" clId="{2CA54C02-19BE-48F4-A31B-AFCD72BD22E3}" dt="2025-04-03T17:26:21.987" v="538"/>
          <ac:inkMkLst>
            <pc:docMk/>
            <pc:sldMk cId="3290598731" sldId="332"/>
            <ac:inkMk id="6" creationId="{46492389-D8A7-4166-596C-ACB97006EE13}"/>
          </ac:inkMkLst>
        </pc:inkChg>
        <pc:inkChg chg="add mod">
          <ac:chgData name="Christopher Aloo" userId="81d139e4-1a74-45bd-a04a-64f94c7d37c9" providerId="ADAL" clId="{2CA54C02-19BE-48F4-A31B-AFCD72BD22E3}" dt="2025-04-03T17:26:25.241" v="543"/>
          <ac:inkMkLst>
            <pc:docMk/>
            <pc:sldMk cId="3290598731" sldId="332"/>
            <ac:inkMk id="7" creationId="{87E9DA35-F62E-703A-5E07-9333824D28B2}"/>
          </ac:inkMkLst>
        </pc:inkChg>
        <pc:inkChg chg="add mod">
          <ac:chgData name="Christopher Aloo" userId="81d139e4-1a74-45bd-a04a-64f94c7d37c9" providerId="ADAL" clId="{2CA54C02-19BE-48F4-A31B-AFCD72BD22E3}" dt="2025-04-03T17:26:25.241" v="543"/>
          <ac:inkMkLst>
            <pc:docMk/>
            <pc:sldMk cId="3290598731" sldId="332"/>
            <ac:inkMk id="9" creationId="{98E8B1CA-8748-198C-FDB1-288528591E80}"/>
          </ac:inkMkLst>
        </pc:inkChg>
        <pc:inkChg chg="add mod">
          <ac:chgData name="Christopher Aloo" userId="81d139e4-1a74-45bd-a04a-64f94c7d37c9" providerId="ADAL" clId="{2CA54C02-19BE-48F4-A31B-AFCD72BD22E3}" dt="2025-04-03T17:26:25.241" v="543"/>
          <ac:inkMkLst>
            <pc:docMk/>
            <pc:sldMk cId="3290598731" sldId="332"/>
            <ac:inkMk id="10" creationId="{98F4FC4D-CB78-D980-345E-ED9336B88B5A}"/>
          </ac:inkMkLst>
        </pc:inkChg>
        <pc:inkChg chg="add mod">
          <ac:chgData name="Christopher Aloo" userId="81d139e4-1a74-45bd-a04a-64f94c7d37c9" providerId="ADAL" clId="{2CA54C02-19BE-48F4-A31B-AFCD72BD22E3}" dt="2025-04-03T17:27:41.311" v="611"/>
          <ac:inkMkLst>
            <pc:docMk/>
            <pc:sldMk cId="3290598731" sldId="332"/>
            <ac:inkMk id="11" creationId="{7D79F5AA-C7DB-066F-3D5B-835E0F272C6B}"/>
          </ac:inkMkLst>
        </pc:inkChg>
        <pc:inkChg chg="add mod">
          <ac:chgData name="Christopher Aloo" userId="81d139e4-1a74-45bd-a04a-64f94c7d37c9" providerId="ADAL" clId="{2CA54C02-19BE-48F4-A31B-AFCD72BD22E3}" dt="2025-04-03T17:26:25.241" v="543"/>
          <ac:inkMkLst>
            <pc:docMk/>
            <pc:sldMk cId="3290598731" sldId="332"/>
            <ac:inkMk id="12" creationId="{5DA9E347-70BA-2384-FB8F-01F90E90DC45}"/>
          </ac:inkMkLst>
        </pc:inkChg>
        <pc:inkChg chg="add mod">
          <ac:chgData name="Christopher Aloo" userId="81d139e4-1a74-45bd-a04a-64f94c7d37c9" providerId="ADAL" clId="{2CA54C02-19BE-48F4-A31B-AFCD72BD22E3}" dt="2025-04-03T17:26:30.860" v="553"/>
          <ac:inkMkLst>
            <pc:docMk/>
            <pc:sldMk cId="3290598731" sldId="332"/>
            <ac:inkMk id="14" creationId="{769B7766-32B8-C8BB-7B3C-CAE2E465683C}"/>
          </ac:inkMkLst>
        </pc:inkChg>
        <pc:inkChg chg="add">
          <ac:chgData name="Christopher Aloo" userId="81d139e4-1a74-45bd-a04a-64f94c7d37c9" providerId="ADAL" clId="{2CA54C02-19BE-48F4-A31B-AFCD72BD22E3}" dt="2025-04-03T17:26:27.416" v="545" actId="9405"/>
          <ac:inkMkLst>
            <pc:docMk/>
            <pc:sldMk cId="3290598731" sldId="332"/>
            <ac:inkMk id="15" creationId="{E4260723-E050-06C3-513C-CCCFA9A5EB3C}"/>
          </ac:inkMkLst>
        </pc:inkChg>
        <pc:inkChg chg="add mod">
          <ac:chgData name="Christopher Aloo" userId="81d139e4-1a74-45bd-a04a-64f94c7d37c9" providerId="ADAL" clId="{2CA54C02-19BE-48F4-A31B-AFCD72BD22E3}" dt="2025-04-03T17:26:30.860" v="553"/>
          <ac:inkMkLst>
            <pc:docMk/>
            <pc:sldMk cId="3290598731" sldId="332"/>
            <ac:inkMk id="16" creationId="{84CC7ACC-1FB4-EB0A-402E-2DC00B627DAC}"/>
          </ac:inkMkLst>
        </pc:inkChg>
        <pc:inkChg chg="add mod">
          <ac:chgData name="Christopher Aloo" userId="81d139e4-1a74-45bd-a04a-64f94c7d37c9" providerId="ADAL" clId="{2CA54C02-19BE-48F4-A31B-AFCD72BD22E3}" dt="2025-04-03T17:27:41.311" v="611"/>
          <ac:inkMkLst>
            <pc:docMk/>
            <pc:sldMk cId="3290598731" sldId="332"/>
            <ac:inkMk id="17" creationId="{40C29699-2DD8-A07A-11BC-E0A1A0E2DA21}"/>
          </ac:inkMkLst>
        </pc:inkChg>
        <pc:inkChg chg="add mod">
          <ac:chgData name="Christopher Aloo" userId="81d139e4-1a74-45bd-a04a-64f94c7d37c9" providerId="ADAL" clId="{2CA54C02-19BE-48F4-A31B-AFCD72BD22E3}" dt="2025-04-03T17:26:30.860" v="553"/>
          <ac:inkMkLst>
            <pc:docMk/>
            <pc:sldMk cId="3290598731" sldId="332"/>
            <ac:inkMk id="18" creationId="{79ACEA05-27A0-E4DE-4A5C-30FFBE246BAA}"/>
          </ac:inkMkLst>
        </pc:inkChg>
        <pc:inkChg chg="add mod">
          <ac:chgData name="Christopher Aloo" userId="81d139e4-1a74-45bd-a04a-64f94c7d37c9" providerId="ADAL" clId="{2CA54C02-19BE-48F4-A31B-AFCD72BD22E3}" dt="2025-04-03T17:26:30.860" v="553"/>
          <ac:inkMkLst>
            <pc:docMk/>
            <pc:sldMk cId="3290598731" sldId="332"/>
            <ac:inkMk id="19" creationId="{9550C0F7-1AD3-1B13-B3B6-B18AC2C8F85A}"/>
          </ac:inkMkLst>
        </pc:inkChg>
        <pc:inkChg chg="add mod">
          <ac:chgData name="Christopher Aloo" userId="81d139e4-1a74-45bd-a04a-64f94c7d37c9" providerId="ADAL" clId="{2CA54C02-19BE-48F4-A31B-AFCD72BD22E3}" dt="2025-04-03T17:26:34.058" v="557"/>
          <ac:inkMkLst>
            <pc:docMk/>
            <pc:sldMk cId="3290598731" sldId="332"/>
            <ac:inkMk id="20" creationId="{DFF751A0-6F23-A682-0CFC-5DAB5FA55174}"/>
          </ac:inkMkLst>
        </pc:inkChg>
        <pc:inkChg chg="add mod">
          <ac:chgData name="Christopher Aloo" userId="81d139e4-1a74-45bd-a04a-64f94c7d37c9" providerId="ADAL" clId="{2CA54C02-19BE-48F4-A31B-AFCD72BD22E3}" dt="2025-04-03T17:26:34.058" v="557"/>
          <ac:inkMkLst>
            <pc:docMk/>
            <pc:sldMk cId="3290598731" sldId="332"/>
            <ac:inkMk id="21" creationId="{55A8E1D5-CFB7-6766-AB45-91AD2B2D4C61}"/>
          </ac:inkMkLst>
        </pc:inkChg>
        <pc:inkChg chg="add mod">
          <ac:chgData name="Christopher Aloo" userId="81d139e4-1a74-45bd-a04a-64f94c7d37c9" providerId="ADAL" clId="{2CA54C02-19BE-48F4-A31B-AFCD72BD22E3}" dt="2025-04-03T17:26:34.058" v="557"/>
          <ac:inkMkLst>
            <pc:docMk/>
            <pc:sldMk cId="3290598731" sldId="332"/>
            <ac:inkMk id="22" creationId="{CEABC754-00FF-E9C2-CF3A-D7340C2B9E8D}"/>
          </ac:inkMkLst>
        </pc:inkChg>
        <pc:inkChg chg="add">
          <ac:chgData name="Christopher Aloo" userId="81d139e4-1a74-45bd-a04a-64f94c7d37c9" providerId="ADAL" clId="{2CA54C02-19BE-48F4-A31B-AFCD72BD22E3}" dt="2025-04-03T17:26:31.936" v="554" actId="9405"/>
          <ac:inkMkLst>
            <pc:docMk/>
            <pc:sldMk cId="3290598731" sldId="332"/>
            <ac:inkMk id="26" creationId="{D284BBD6-2477-CA18-622E-D907B1A1FCC5}"/>
          </ac:inkMkLst>
        </pc:inkChg>
        <pc:inkChg chg="add">
          <ac:chgData name="Christopher Aloo" userId="81d139e4-1a74-45bd-a04a-64f94c7d37c9" providerId="ADAL" clId="{2CA54C02-19BE-48F4-A31B-AFCD72BD22E3}" dt="2025-04-03T17:26:32.413" v="555" actId="9405"/>
          <ac:inkMkLst>
            <pc:docMk/>
            <pc:sldMk cId="3290598731" sldId="332"/>
            <ac:inkMk id="27" creationId="{1BBFF161-9006-A746-EC4E-8988E22C91C7}"/>
          </ac:inkMkLst>
        </pc:inkChg>
        <pc:inkChg chg="add mod">
          <ac:chgData name="Christopher Aloo" userId="81d139e4-1a74-45bd-a04a-64f94c7d37c9" providerId="ADAL" clId="{2CA54C02-19BE-48F4-A31B-AFCD72BD22E3}" dt="2025-04-03T17:26:34.058" v="557"/>
          <ac:inkMkLst>
            <pc:docMk/>
            <pc:sldMk cId="3290598731" sldId="332"/>
            <ac:inkMk id="28" creationId="{A4F9281F-3A90-2297-A710-6F5A5001CF3C}"/>
          </ac:inkMkLst>
        </pc:inkChg>
        <pc:inkChg chg="add">
          <ac:chgData name="Christopher Aloo" userId="81d139e4-1a74-45bd-a04a-64f94c7d37c9" providerId="ADAL" clId="{2CA54C02-19BE-48F4-A31B-AFCD72BD22E3}" dt="2025-04-03T17:26:34.242" v="558" actId="9405"/>
          <ac:inkMkLst>
            <pc:docMk/>
            <pc:sldMk cId="3290598731" sldId="332"/>
            <ac:inkMk id="30" creationId="{4540528E-6033-F490-8738-2A8C4A5F833D}"/>
          </ac:inkMkLst>
        </pc:inkChg>
        <pc:inkChg chg="add">
          <ac:chgData name="Christopher Aloo" userId="81d139e4-1a74-45bd-a04a-64f94c7d37c9" providerId="ADAL" clId="{2CA54C02-19BE-48F4-A31B-AFCD72BD22E3}" dt="2025-04-03T17:26:34.398" v="559" actId="9405"/>
          <ac:inkMkLst>
            <pc:docMk/>
            <pc:sldMk cId="3290598731" sldId="332"/>
            <ac:inkMk id="31" creationId="{5B7772B5-7801-3471-4933-E681F29702A8}"/>
          </ac:inkMkLst>
        </pc:inkChg>
        <pc:inkChg chg="add mod">
          <ac:chgData name="Christopher Aloo" userId="81d139e4-1a74-45bd-a04a-64f94c7d37c9" providerId="ADAL" clId="{2CA54C02-19BE-48F4-A31B-AFCD72BD22E3}" dt="2025-04-03T17:26:36.698" v="564"/>
          <ac:inkMkLst>
            <pc:docMk/>
            <pc:sldMk cId="3290598731" sldId="332"/>
            <ac:inkMk id="32" creationId="{76B3948F-EE47-ED6E-7B8D-F389AB05303D}"/>
          </ac:inkMkLst>
        </pc:inkChg>
        <pc:inkChg chg="add mod">
          <ac:chgData name="Christopher Aloo" userId="81d139e4-1a74-45bd-a04a-64f94c7d37c9" providerId="ADAL" clId="{2CA54C02-19BE-48F4-A31B-AFCD72BD22E3}" dt="2025-04-03T17:26:36.698" v="564"/>
          <ac:inkMkLst>
            <pc:docMk/>
            <pc:sldMk cId="3290598731" sldId="332"/>
            <ac:inkMk id="33" creationId="{30D4B51F-4534-6C99-7987-8F646F49CBBE}"/>
          </ac:inkMkLst>
        </pc:inkChg>
        <pc:inkChg chg="add mod">
          <ac:chgData name="Christopher Aloo" userId="81d139e4-1a74-45bd-a04a-64f94c7d37c9" providerId="ADAL" clId="{2CA54C02-19BE-48F4-A31B-AFCD72BD22E3}" dt="2025-04-03T17:26:59.292" v="582"/>
          <ac:inkMkLst>
            <pc:docMk/>
            <pc:sldMk cId="3290598731" sldId="332"/>
            <ac:inkMk id="34" creationId="{AF8F03DA-6772-A4D6-10AD-17715A3EE8E7}"/>
          </ac:inkMkLst>
        </pc:inkChg>
        <pc:inkChg chg="add mod">
          <ac:chgData name="Christopher Aloo" userId="81d139e4-1a74-45bd-a04a-64f94c7d37c9" providerId="ADAL" clId="{2CA54C02-19BE-48F4-A31B-AFCD72BD22E3}" dt="2025-04-03T17:27:32.962" v="608"/>
          <ac:inkMkLst>
            <pc:docMk/>
            <pc:sldMk cId="3290598731" sldId="332"/>
            <ac:inkMk id="35" creationId="{1340DFE1-98D2-E42C-EDAF-780596A85544}"/>
          </ac:inkMkLst>
        </pc:inkChg>
        <pc:inkChg chg="add mod">
          <ac:chgData name="Christopher Aloo" userId="81d139e4-1a74-45bd-a04a-64f94c7d37c9" providerId="ADAL" clId="{2CA54C02-19BE-48F4-A31B-AFCD72BD22E3}" dt="2025-04-03T17:27:32.962" v="608"/>
          <ac:inkMkLst>
            <pc:docMk/>
            <pc:sldMk cId="3290598731" sldId="332"/>
            <ac:inkMk id="38" creationId="{7C71F4EB-2A2C-4F4D-419E-59C2C86E97FB}"/>
          </ac:inkMkLst>
        </pc:inkChg>
        <pc:inkChg chg="add mod">
          <ac:chgData name="Christopher Aloo" userId="81d139e4-1a74-45bd-a04a-64f94c7d37c9" providerId="ADAL" clId="{2CA54C02-19BE-48F4-A31B-AFCD72BD22E3}" dt="2025-04-03T17:27:32.962" v="608"/>
          <ac:inkMkLst>
            <pc:docMk/>
            <pc:sldMk cId="3290598731" sldId="332"/>
            <ac:inkMk id="40" creationId="{C56DC8CD-887B-1230-B45E-3514BFD62C1E}"/>
          </ac:inkMkLst>
        </pc:inkChg>
        <pc:inkChg chg="add mod">
          <ac:chgData name="Christopher Aloo" userId="81d139e4-1a74-45bd-a04a-64f94c7d37c9" providerId="ADAL" clId="{2CA54C02-19BE-48F4-A31B-AFCD72BD22E3}" dt="2025-04-03T17:27:32.962" v="608"/>
          <ac:inkMkLst>
            <pc:docMk/>
            <pc:sldMk cId="3290598731" sldId="332"/>
            <ac:inkMk id="41" creationId="{D2FD01D2-8BD7-F1FF-9F34-3C3F20305F8F}"/>
          </ac:inkMkLst>
        </pc:inkChg>
        <pc:inkChg chg="add mod">
          <ac:chgData name="Christopher Aloo" userId="81d139e4-1a74-45bd-a04a-64f94c7d37c9" providerId="ADAL" clId="{2CA54C02-19BE-48F4-A31B-AFCD72BD22E3}" dt="2025-04-03T17:26:45.830" v="574"/>
          <ac:inkMkLst>
            <pc:docMk/>
            <pc:sldMk cId="3290598731" sldId="332"/>
            <ac:inkMk id="43" creationId="{67059AB4-6712-D0AE-C5C0-54E4CB0BA84B}"/>
          </ac:inkMkLst>
        </pc:inkChg>
        <pc:inkChg chg="add mod">
          <ac:chgData name="Christopher Aloo" userId="81d139e4-1a74-45bd-a04a-64f94c7d37c9" providerId="ADAL" clId="{2CA54C02-19BE-48F4-A31B-AFCD72BD22E3}" dt="2025-04-03T17:26:45.830" v="574"/>
          <ac:inkMkLst>
            <pc:docMk/>
            <pc:sldMk cId="3290598731" sldId="332"/>
            <ac:inkMk id="44" creationId="{0C31B431-E944-349C-21CB-4BF5D6275213}"/>
          </ac:inkMkLst>
        </pc:inkChg>
        <pc:inkChg chg="add mod">
          <ac:chgData name="Christopher Aloo" userId="81d139e4-1a74-45bd-a04a-64f94c7d37c9" providerId="ADAL" clId="{2CA54C02-19BE-48F4-A31B-AFCD72BD22E3}" dt="2025-04-03T17:26:45.830" v="574"/>
          <ac:inkMkLst>
            <pc:docMk/>
            <pc:sldMk cId="3290598731" sldId="332"/>
            <ac:inkMk id="45" creationId="{909C2E1E-37A0-0669-D6AB-93964B1E2CB7}"/>
          </ac:inkMkLst>
        </pc:inkChg>
        <pc:inkChg chg="add mod">
          <ac:chgData name="Christopher Aloo" userId="81d139e4-1a74-45bd-a04a-64f94c7d37c9" providerId="ADAL" clId="{2CA54C02-19BE-48F4-A31B-AFCD72BD22E3}" dt="2025-04-03T17:26:45.830" v="574"/>
          <ac:inkMkLst>
            <pc:docMk/>
            <pc:sldMk cId="3290598731" sldId="332"/>
            <ac:inkMk id="46" creationId="{53B52461-CED8-3181-4E1B-22974190FCB7}"/>
          </ac:inkMkLst>
        </pc:inkChg>
        <pc:inkChg chg="add mod">
          <ac:chgData name="Christopher Aloo" userId="81d139e4-1a74-45bd-a04a-64f94c7d37c9" providerId="ADAL" clId="{2CA54C02-19BE-48F4-A31B-AFCD72BD22E3}" dt="2025-04-03T17:26:48.145" v="577"/>
          <ac:inkMkLst>
            <pc:docMk/>
            <pc:sldMk cId="3290598731" sldId="332"/>
            <ac:inkMk id="48" creationId="{4BF8DCC3-DEC9-C64E-119A-C3E8F7C4EEAC}"/>
          </ac:inkMkLst>
        </pc:inkChg>
        <pc:inkChg chg="add mod">
          <ac:chgData name="Christopher Aloo" userId="81d139e4-1a74-45bd-a04a-64f94c7d37c9" providerId="ADAL" clId="{2CA54C02-19BE-48F4-A31B-AFCD72BD22E3}" dt="2025-04-03T17:26:48.145" v="577"/>
          <ac:inkMkLst>
            <pc:docMk/>
            <pc:sldMk cId="3290598731" sldId="332"/>
            <ac:inkMk id="49" creationId="{C01DF21C-8C17-82D3-1F07-2E5CB8FB4A0D}"/>
          </ac:inkMkLst>
        </pc:inkChg>
        <pc:inkChg chg="add mod">
          <ac:chgData name="Christopher Aloo" userId="81d139e4-1a74-45bd-a04a-64f94c7d37c9" providerId="ADAL" clId="{2CA54C02-19BE-48F4-A31B-AFCD72BD22E3}" dt="2025-04-03T17:26:52.507" v="580"/>
          <ac:inkMkLst>
            <pc:docMk/>
            <pc:sldMk cId="3290598731" sldId="332"/>
            <ac:inkMk id="51" creationId="{E5D9B0A9-EA1D-8BB1-114B-F70888970460}"/>
          </ac:inkMkLst>
        </pc:inkChg>
        <pc:inkChg chg="add mod">
          <ac:chgData name="Christopher Aloo" userId="81d139e4-1a74-45bd-a04a-64f94c7d37c9" providerId="ADAL" clId="{2CA54C02-19BE-48F4-A31B-AFCD72BD22E3}" dt="2025-04-03T17:26:52.507" v="580"/>
          <ac:inkMkLst>
            <pc:docMk/>
            <pc:sldMk cId="3290598731" sldId="332"/>
            <ac:inkMk id="52" creationId="{7C8826F9-2CA9-CA31-5F64-B1ADC9B9D763}"/>
          </ac:inkMkLst>
        </pc:inkChg>
        <pc:inkChg chg="add mod">
          <ac:chgData name="Christopher Aloo" userId="81d139e4-1a74-45bd-a04a-64f94c7d37c9" providerId="ADAL" clId="{2CA54C02-19BE-48F4-A31B-AFCD72BD22E3}" dt="2025-04-03T17:26:59.292" v="582"/>
          <ac:inkMkLst>
            <pc:docMk/>
            <pc:sldMk cId="3290598731" sldId="332"/>
            <ac:inkMk id="54" creationId="{09AF2D2B-13A3-BCC2-8F69-247E08AF31B7}"/>
          </ac:inkMkLst>
        </pc:inkChg>
        <pc:inkChg chg="add mod">
          <ac:chgData name="Christopher Aloo" userId="81d139e4-1a74-45bd-a04a-64f94c7d37c9" providerId="ADAL" clId="{2CA54C02-19BE-48F4-A31B-AFCD72BD22E3}" dt="2025-04-03T17:27:02.345" v="589"/>
          <ac:inkMkLst>
            <pc:docMk/>
            <pc:sldMk cId="3290598731" sldId="332"/>
            <ac:inkMk id="56" creationId="{204CF9EA-7F7C-AD89-32A4-C6F9406CC7BE}"/>
          </ac:inkMkLst>
        </pc:inkChg>
        <pc:inkChg chg="add mod">
          <ac:chgData name="Christopher Aloo" userId="81d139e4-1a74-45bd-a04a-64f94c7d37c9" providerId="ADAL" clId="{2CA54C02-19BE-48F4-A31B-AFCD72BD22E3}" dt="2025-04-03T17:27:02.345" v="589"/>
          <ac:inkMkLst>
            <pc:docMk/>
            <pc:sldMk cId="3290598731" sldId="332"/>
            <ac:inkMk id="57" creationId="{72AB516D-FF48-83F1-4DBE-5C0D4E117CE5}"/>
          </ac:inkMkLst>
        </pc:inkChg>
        <pc:inkChg chg="add mod">
          <ac:chgData name="Christopher Aloo" userId="81d139e4-1a74-45bd-a04a-64f94c7d37c9" providerId="ADAL" clId="{2CA54C02-19BE-48F4-A31B-AFCD72BD22E3}" dt="2025-04-03T17:27:02.345" v="589"/>
          <ac:inkMkLst>
            <pc:docMk/>
            <pc:sldMk cId="3290598731" sldId="332"/>
            <ac:inkMk id="58" creationId="{10C036B9-F032-528D-8089-5008A71783FB}"/>
          </ac:inkMkLst>
        </pc:inkChg>
        <pc:inkChg chg="add mod">
          <ac:chgData name="Christopher Aloo" userId="81d139e4-1a74-45bd-a04a-64f94c7d37c9" providerId="ADAL" clId="{2CA54C02-19BE-48F4-A31B-AFCD72BD22E3}" dt="2025-04-03T17:27:32.962" v="608"/>
          <ac:inkMkLst>
            <pc:docMk/>
            <pc:sldMk cId="3290598731" sldId="332"/>
            <ac:inkMk id="59" creationId="{1A614FEB-5F51-29F0-F6D7-51157A83F656}"/>
          </ac:inkMkLst>
        </pc:inkChg>
        <pc:inkChg chg="add mod">
          <ac:chgData name="Christopher Aloo" userId="81d139e4-1a74-45bd-a04a-64f94c7d37c9" providerId="ADAL" clId="{2CA54C02-19BE-48F4-A31B-AFCD72BD22E3}" dt="2025-04-03T17:27:02.345" v="589"/>
          <ac:inkMkLst>
            <pc:docMk/>
            <pc:sldMk cId="3290598731" sldId="332"/>
            <ac:inkMk id="60" creationId="{950F6A08-B015-A7A5-B6EE-9442F51DA195}"/>
          </ac:inkMkLst>
        </pc:inkChg>
        <pc:inkChg chg="add mod">
          <ac:chgData name="Christopher Aloo" userId="81d139e4-1a74-45bd-a04a-64f94c7d37c9" providerId="ADAL" clId="{2CA54C02-19BE-48F4-A31B-AFCD72BD22E3}" dt="2025-04-03T17:27:32.962" v="608"/>
          <ac:inkMkLst>
            <pc:docMk/>
            <pc:sldMk cId="3290598731" sldId="332"/>
            <ac:inkMk id="61" creationId="{09E3AFF1-C87D-EA40-1517-6046F7331A13}"/>
          </ac:inkMkLst>
        </pc:inkChg>
        <pc:inkChg chg="add">
          <ac:chgData name="Christopher Aloo" userId="81d139e4-1a74-45bd-a04a-64f94c7d37c9" providerId="ADAL" clId="{2CA54C02-19BE-48F4-A31B-AFCD72BD22E3}" dt="2025-04-03T17:27:04.900" v="590" actId="9405"/>
          <ac:inkMkLst>
            <pc:docMk/>
            <pc:sldMk cId="3290598731" sldId="332"/>
            <ac:inkMk id="63" creationId="{6F7191FE-F79B-9E04-7C4B-FFF9D0422A59}"/>
          </ac:inkMkLst>
        </pc:inkChg>
        <pc:inkChg chg="add del">
          <ac:chgData name="Christopher Aloo" userId="81d139e4-1a74-45bd-a04a-64f94c7d37c9" providerId="ADAL" clId="{2CA54C02-19BE-48F4-A31B-AFCD72BD22E3}" dt="2025-04-03T17:27:17.419" v="599" actId="478"/>
          <ac:inkMkLst>
            <pc:docMk/>
            <pc:sldMk cId="3290598731" sldId="332"/>
            <ac:inkMk id="64" creationId="{65B0DE90-1D62-9520-5718-E94C1C06F6AB}"/>
          </ac:inkMkLst>
        </pc:inkChg>
        <pc:inkChg chg="add del">
          <ac:chgData name="Christopher Aloo" userId="81d139e4-1a74-45bd-a04a-64f94c7d37c9" providerId="ADAL" clId="{2CA54C02-19BE-48F4-A31B-AFCD72BD22E3}" dt="2025-04-03T17:27:17.419" v="599" actId="478"/>
          <ac:inkMkLst>
            <pc:docMk/>
            <pc:sldMk cId="3290598731" sldId="332"/>
            <ac:inkMk id="65" creationId="{2E15F414-0B00-32DA-14E0-B359C814CE88}"/>
          </ac:inkMkLst>
        </pc:inkChg>
        <pc:inkChg chg="add del">
          <ac:chgData name="Christopher Aloo" userId="81d139e4-1a74-45bd-a04a-64f94c7d37c9" providerId="ADAL" clId="{2CA54C02-19BE-48F4-A31B-AFCD72BD22E3}" dt="2025-04-03T17:27:17.419" v="599" actId="478"/>
          <ac:inkMkLst>
            <pc:docMk/>
            <pc:sldMk cId="3290598731" sldId="332"/>
            <ac:inkMk id="66" creationId="{06D736DD-7284-F3AD-9EF4-C7006A134BCC}"/>
          </ac:inkMkLst>
        </pc:inkChg>
        <pc:inkChg chg="add del">
          <ac:chgData name="Christopher Aloo" userId="81d139e4-1a74-45bd-a04a-64f94c7d37c9" providerId="ADAL" clId="{2CA54C02-19BE-48F4-A31B-AFCD72BD22E3}" dt="2025-04-03T17:27:17.419" v="599" actId="478"/>
          <ac:inkMkLst>
            <pc:docMk/>
            <pc:sldMk cId="3290598731" sldId="332"/>
            <ac:inkMk id="67" creationId="{6E660B92-21C3-7625-CFED-D1F809041503}"/>
          </ac:inkMkLst>
        </pc:inkChg>
        <pc:inkChg chg="add del">
          <ac:chgData name="Christopher Aloo" userId="81d139e4-1a74-45bd-a04a-64f94c7d37c9" providerId="ADAL" clId="{2CA54C02-19BE-48F4-A31B-AFCD72BD22E3}" dt="2025-04-03T17:27:17.419" v="599" actId="478"/>
          <ac:inkMkLst>
            <pc:docMk/>
            <pc:sldMk cId="3290598731" sldId="332"/>
            <ac:inkMk id="68" creationId="{8ECF3231-4BA1-DBCF-86D0-86911995969B}"/>
          </ac:inkMkLst>
        </pc:inkChg>
        <pc:inkChg chg="add del">
          <ac:chgData name="Christopher Aloo" userId="81d139e4-1a74-45bd-a04a-64f94c7d37c9" providerId="ADAL" clId="{2CA54C02-19BE-48F4-A31B-AFCD72BD22E3}" dt="2025-04-03T17:27:17.419" v="599" actId="478"/>
          <ac:inkMkLst>
            <pc:docMk/>
            <pc:sldMk cId="3290598731" sldId="332"/>
            <ac:inkMk id="69" creationId="{2AE50220-BD51-3546-0820-1AFC268A6D42}"/>
          </ac:inkMkLst>
        </pc:inkChg>
        <pc:inkChg chg="add del">
          <ac:chgData name="Christopher Aloo" userId="81d139e4-1a74-45bd-a04a-64f94c7d37c9" providerId="ADAL" clId="{2CA54C02-19BE-48F4-A31B-AFCD72BD22E3}" dt="2025-04-03T17:27:17.419" v="599" actId="478"/>
          <ac:inkMkLst>
            <pc:docMk/>
            <pc:sldMk cId="3290598731" sldId="332"/>
            <ac:inkMk id="70" creationId="{476463CB-1B2D-3038-AC67-FD2A6BC392CB}"/>
          </ac:inkMkLst>
        </pc:inkChg>
        <pc:inkChg chg="add del">
          <ac:chgData name="Christopher Aloo" userId="81d139e4-1a74-45bd-a04a-64f94c7d37c9" providerId="ADAL" clId="{2CA54C02-19BE-48F4-A31B-AFCD72BD22E3}" dt="2025-04-03T17:27:17.419" v="599" actId="478"/>
          <ac:inkMkLst>
            <pc:docMk/>
            <pc:sldMk cId="3290598731" sldId="332"/>
            <ac:inkMk id="71" creationId="{47482295-DA08-EA6E-F8F6-C2ED85854F93}"/>
          </ac:inkMkLst>
        </pc:inkChg>
        <pc:inkChg chg="add">
          <ac:chgData name="Christopher Aloo" userId="81d139e4-1a74-45bd-a04a-64f94c7d37c9" providerId="ADAL" clId="{2CA54C02-19BE-48F4-A31B-AFCD72BD22E3}" dt="2025-04-03T17:27:18.455" v="600" actId="9405"/>
          <ac:inkMkLst>
            <pc:docMk/>
            <pc:sldMk cId="3290598731" sldId="332"/>
            <ac:inkMk id="72" creationId="{D1800840-89D6-E152-24F5-26096DC59424}"/>
          </ac:inkMkLst>
        </pc:inkChg>
        <pc:inkChg chg="add">
          <ac:chgData name="Christopher Aloo" userId="81d139e4-1a74-45bd-a04a-64f94c7d37c9" providerId="ADAL" clId="{2CA54C02-19BE-48F4-A31B-AFCD72BD22E3}" dt="2025-04-03T17:27:19.284" v="601" actId="9405"/>
          <ac:inkMkLst>
            <pc:docMk/>
            <pc:sldMk cId="3290598731" sldId="332"/>
            <ac:inkMk id="73" creationId="{B2318CDC-2AE8-4F54-AD67-7CA86CFFB6D9}"/>
          </ac:inkMkLst>
        </pc:inkChg>
        <pc:inkChg chg="add">
          <ac:chgData name="Christopher Aloo" userId="81d139e4-1a74-45bd-a04a-64f94c7d37c9" providerId="ADAL" clId="{2CA54C02-19BE-48F4-A31B-AFCD72BD22E3}" dt="2025-04-03T17:27:20.026" v="602" actId="9405"/>
          <ac:inkMkLst>
            <pc:docMk/>
            <pc:sldMk cId="3290598731" sldId="332"/>
            <ac:inkMk id="74" creationId="{ABCD920F-1AE6-BB69-B0D7-BF2A97DE5FD0}"/>
          </ac:inkMkLst>
        </pc:inkChg>
        <pc:inkChg chg="add">
          <ac:chgData name="Christopher Aloo" userId="81d139e4-1a74-45bd-a04a-64f94c7d37c9" providerId="ADAL" clId="{2CA54C02-19BE-48F4-A31B-AFCD72BD22E3}" dt="2025-04-03T17:27:21.798" v="603" actId="9405"/>
          <ac:inkMkLst>
            <pc:docMk/>
            <pc:sldMk cId="3290598731" sldId="332"/>
            <ac:inkMk id="75" creationId="{CBBBEA22-0D2E-F0A5-2A71-5CE46BC5DBEA}"/>
          </ac:inkMkLst>
        </pc:inkChg>
        <pc:inkChg chg="add">
          <ac:chgData name="Christopher Aloo" userId="81d139e4-1a74-45bd-a04a-64f94c7d37c9" providerId="ADAL" clId="{2CA54C02-19BE-48F4-A31B-AFCD72BD22E3}" dt="2025-04-03T17:27:22.794" v="604" actId="9405"/>
          <ac:inkMkLst>
            <pc:docMk/>
            <pc:sldMk cId="3290598731" sldId="332"/>
            <ac:inkMk id="76" creationId="{AED3F89C-AF49-1E8D-4913-28E3D63BF5BC}"/>
          </ac:inkMkLst>
        </pc:inkChg>
        <pc:inkChg chg="add">
          <ac:chgData name="Christopher Aloo" userId="81d139e4-1a74-45bd-a04a-64f94c7d37c9" providerId="ADAL" clId="{2CA54C02-19BE-48F4-A31B-AFCD72BD22E3}" dt="2025-04-03T17:27:23.941" v="605" actId="9405"/>
          <ac:inkMkLst>
            <pc:docMk/>
            <pc:sldMk cId="3290598731" sldId="332"/>
            <ac:inkMk id="77" creationId="{93BF1C0C-217F-661B-7944-3C5661DBF168}"/>
          </ac:inkMkLst>
        </pc:inkChg>
        <pc:inkChg chg="add">
          <ac:chgData name="Christopher Aloo" userId="81d139e4-1a74-45bd-a04a-64f94c7d37c9" providerId="ADAL" clId="{2CA54C02-19BE-48F4-A31B-AFCD72BD22E3}" dt="2025-04-03T17:27:24.832" v="606" actId="9405"/>
          <ac:inkMkLst>
            <pc:docMk/>
            <pc:sldMk cId="3290598731" sldId="332"/>
            <ac:inkMk id="78" creationId="{701CEA15-1828-8B9C-7B1B-6A801F6E5B3D}"/>
          </ac:inkMkLst>
        </pc:inkChg>
        <pc:inkChg chg="add mod">
          <ac:chgData name="Christopher Aloo" userId="81d139e4-1a74-45bd-a04a-64f94c7d37c9" providerId="ADAL" clId="{2CA54C02-19BE-48F4-A31B-AFCD72BD22E3}" dt="2025-04-03T17:27:32.962" v="608"/>
          <ac:inkMkLst>
            <pc:docMk/>
            <pc:sldMk cId="3290598731" sldId="332"/>
            <ac:inkMk id="79" creationId="{8B1A5068-85BA-7BC4-0F18-8DA44CE0285C}"/>
          </ac:inkMkLst>
        </pc:inkChg>
        <pc:inkChg chg="add">
          <ac:chgData name="Christopher Aloo" userId="81d139e4-1a74-45bd-a04a-64f94c7d37c9" providerId="ADAL" clId="{2CA54C02-19BE-48F4-A31B-AFCD72BD22E3}" dt="2025-04-03T17:27:38.679" v="609" actId="9405"/>
          <ac:inkMkLst>
            <pc:docMk/>
            <pc:sldMk cId="3290598731" sldId="332"/>
            <ac:inkMk id="81" creationId="{40DC0BE1-E6E1-5943-691B-29920AFD3433}"/>
          </ac:inkMkLst>
        </pc:inkChg>
        <pc:inkChg chg="add">
          <ac:chgData name="Christopher Aloo" userId="81d139e4-1a74-45bd-a04a-64f94c7d37c9" providerId="ADAL" clId="{2CA54C02-19BE-48F4-A31B-AFCD72BD22E3}" dt="2025-04-03T17:27:40.424" v="610" actId="9405"/>
          <ac:inkMkLst>
            <pc:docMk/>
            <pc:sldMk cId="3290598731" sldId="332"/>
            <ac:inkMk id="82" creationId="{2D641CEA-F4E2-D33B-4BC8-AEFB815B635E}"/>
          </ac:inkMkLst>
        </pc:inkChg>
        <pc:inkChg chg="add mod">
          <ac:chgData name="Christopher Aloo" userId="81d139e4-1a74-45bd-a04a-64f94c7d37c9" providerId="ADAL" clId="{2CA54C02-19BE-48F4-A31B-AFCD72BD22E3}" dt="2025-04-03T17:27:52.288" v="618"/>
          <ac:inkMkLst>
            <pc:docMk/>
            <pc:sldMk cId="3290598731" sldId="332"/>
            <ac:inkMk id="84" creationId="{D6A05EE5-165D-AFA6-797F-7DB57DBF7A92}"/>
          </ac:inkMkLst>
        </pc:inkChg>
        <pc:inkChg chg="add mod">
          <ac:chgData name="Christopher Aloo" userId="81d139e4-1a74-45bd-a04a-64f94c7d37c9" providerId="ADAL" clId="{2CA54C02-19BE-48F4-A31B-AFCD72BD22E3}" dt="2025-04-03T17:27:55.834" v="628"/>
          <ac:inkMkLst>
            <pc:docMk/>
            <pc:sldMk cId="3290598731" sldId="332"/>
            <ac:inkMk id="85" creationId="{AA27C637-64CA-3882-4EA8-D2265C262E8B}"/>
          </ac:inkMkLst>
        </pc:inkChg>
        <pc:inkChg chg="add mod">
          <ac:chgData name="Christopher Aloo" userId="81d139e4-1a74-45bd-a04a-64f94c7d37c9" providerId="ADAL" clId="{2CA54C02-19BE-48F4-A31B-AFCD72BD22E3}" dt="2025-04-03T17:27:52.288" v="618"/>
          <ac:inkMkLst>
            <pc:docMk/>
            <pc:sldMk cId="3290598731" sldId="332"/>
            <ac:inkMk id="86" creationId="{BCA9474D-EB9A-702A-CBC9-A53078626A8D}"/>
          </ac:inkMkLst>
        </pc:inkChg>
        <pc:inkChg chg="add mod">
          <ac:chgData name="Christopher Aloo" userId="81d139e4-1a74-45bd-a04a-64f94c7d37c9" providerId="ADAL" clId="{2CA54C02-19BE-48F4-A31B-AFCD72BD22E3}" dt="2025-04-03T17:28:26.867" v="667"/>
          <ac:inkMkLst>
            <pc:docMk/>
            <pc:sldMk cId="3290598731" sldId="332"/>
            <ac:inkMk id="88" creationId="{895EA907-D20E-2C20-EA45-8CE2443526BD}"/>
          </ac:inkMkLst>
        </pc:inkChg>
        <pc:inkChg chg="add mod">
          <ac:chgData name="Christopher Aloo" userId="81d139e4-1a74-45bd-a04a-64f94c7d37c9" providerId="ADAL" clId="{2CA54C02-19BE-48F4-A31B-AFCD72BD22E3}" dt="2025-04-03T17:27:52.288" v="618"/>
          <ac:inkMkLst>
            <pc:docMk/>
            <pc:sldMk cId="3290598731" sldId="332"/>
            <ac:inkMk id="89" creationId="{CC7EFEFE-E875-F53D-920C-24440CCD1BA3}"/>
          </ac:inkMkLst>
        </pc:inkChg>
        <pc:inkChg chg="add mod">
          <ac:chgData name="Christopher Aloo" userId="81d139e4-1a74-45bd-a04a-64f94c7d37c9" providerId="ADAL" clId="{2CA54C02-19BE-48F4-A31B-AFCD72BD22E3}" dt="2025-04-03T17:27:55.834" v="628"/>
          <ac:inkMkLst>
            <pc:docMk/>
            <pc:sldMk cId="3290598731" sldId="332"/>
            <ac:inkMk id="91" creationId="{54524368-A193-2C4E-94AD-61038A289DB9}"/>
          </ac:inkMkLst>
        </pc:inkChg>
        <pc:inkChg chg="add mod">
          <ac:chgData name="Christopher Aloo" userId="81d139e4-1a74-45bd-a04a-64f94c7d37c9" providerId="ADAL" clId="{2CA54C02-19BE-48F4-A31B-AFCD72BD22E3}" dt="2025-04-03T17:28:26.867" v="667"/>
          <ac:inkMkLst>
            <pc:docMk/>
            <pc:sldMk cId="3290598731" sldId="332"/>
            <ac:inkMk id="92" creationId="{8AD4B129-64FA-5BF6-B33B-910526284B30}"/>
          </ac:inkMkLst>
        </pc:inkChg>
        <pc:inkChg chg="add mod">
          <ac:chgData name="Christopher Aloo" userId="81d139e4-1a74-45bd-a04a-64f94c7d37c9" providerId="ADAL" clId="{2CA54C02-19BE-48F4-A31B-AFCD72BD22E3}" dt="2025-04-03T17:27:55.834" v="628"/>
          <ac:inkMkLst>
            <pc:docMk/>
            <pc:sldMk cId="3290598731" sldId="332"/>
            <ac:inkMk id="93" creationId="{9A360BBF-62A4-2D22-6FF8-93B67A6D0213}"/>
          </ac:inkMkLst>
        </pc:inkChg>
        <pc:inkChg chg="add mod">
          <ac:chgData name="Christopher Aloo" userId="81d139e4-1a74-45bd-a04a-64f94c7d37c9" providerId="ADAL" clId="{2CA54C02-19BE-48F4-A31B-AFCD72BD22E3}" dt="2025-04-03T17:27:55.834" v="628"/>
          <ac:inkMkLst>
            <pc:docMk/>
            <pc:sldMk cId="3290598731" sldId="332"/>
            <ac:inkMk id="94" creationId="{53AF574C-C1F6-382A-BEB3-BB766B8B3DC0}"/>
          </ac:inkMkLst>
        </pc:inkChg>
        <pc:inkChg chg="add">
          <ac:chgData name="Christopher Aloo" userId="81d139e4-1a74-45bd-a04a-64f94c7d37c9" providerId="ADAL" clId="{2CA54C02-19BE-48F4-A31B-AFCD72BD22E3}" dt="2025-04-03T17:27:53.325" v="623" actId="9405"/>
          <ac:inkMkLst>
            <pc:docMk/>
            <pc:sldMk cId="3290598731" sldId="332"/>
            <ac:inkMk id="95" creationId="{D478EE04-3EF9-D3C1-583D-FC2CB28B68F2}"/>
          </ac:inkMkLst>
        </pc:inkChg>
        <pc:inkChg chg="add mod">
          <ac:chgData name="Christopher Aloo" userId="81d139e4-1a74-45bd-a04a-64f94c7d37c9" providerId="ADAL" clId="{2CA54C02-19BE-48F4-A31B-AFCD72BD22E3}" dt="2025-04-03T17:27:55.834" v="628"/>
          <ac:inkMkLst>
            <pc:docMk/>
            <pc:sldMk cId="3290598731" sldId="332"/>
            <ac:inkMk id="96" creationId="{62663AF1-C35A-183B-3F1F-D3F385A55B0C}"/>
          </ac:inkMkLst>
        </pc:inkChg>
        <pc:inkChg chg="add">
          <ac:chgData name="Christopher Aloo" userId="81d139e4-1a74-45bd-a04a-64f94c7d37c9" providerId="ADAL" clId="{2CA54C02-19BE-48F4-A31B-AFCD72BD22E3}" dt="2025-04-03T17:27:54.105" v="625" actId="9405"/>
          <ac:inkMkLst>
            <pc:docMk/>
            <pc:sldMk cId="3290598731" sldId="332"/>
            <ac:inkMk id="97" creationId="{05F9FA99-CF9D-B5DF-FA94-683911944852}"/>
          </ac:inkMkLst>
        </pc:inkChg>
        <pc:inkChg chg="add">
          <ac:chgData name="Christopher Aloo" userId="81d139e4-1a74-45bd-a04a-64f94c7d37c9" providerId="ADAL" clId="{2CA54C02-19BE-48F4-A31B-AFCD72BD22E3}" dt="2025-04-03T17:27:54.662" v="626" actId="9405"/>
          <ac:inkMkLst>
            <pc:docMk/>
            <pc:sldMk cId="3290598731" sldId="332"/>
            <ac:inkMk id="98" creationId="{41E54696-2B6D-6EB5-71F1-B0D574C365B1}"/>
          </ac:inkMkLst>
        </pc:inkChg>
        <pc:inkChg chg="add">
          <ac:chgData name="Christopher Aloo" userId="81d139e4-1a74-45bd-a04a-64f94c7d37c9" providerId="ADAL" clId="{2CA54C02-19BE-48F4-A31B-AFCD72BD22E3}" dt="2025-04-03T17:27:54.821" v="627" actId="9405"/>
          <ac:inkMkLst>
            <pc:docMk/>
            <pc:sldMk cId="3290598731" sldId="332"/>
            <ac:inkMk id="99" creationId="{0672C8BB-ABA8-B25E-D1AD-4581B2221A85}"/>
          </ac:inkMkLst>
        </pc:inkChg>
        <pc:inkChg chg="add mod">
          <ac:chgData name="Christopher Aloo" userId="81d139e4-1a74-45bd-a04a-64f94c7d37c9" providerId="ADAL" clId="{2CA54C02-19BE-48F4-A31B-AFCD72BD22E3}" dt="2025-04-03T17:27:57.311" v="631"/>
          <ac:inkMkLst>
            <pc:docMk/>
            <pc:sldMk cId="3290598731" sldId="332"/>
            <ac:inkMk id="102" creationId="{39124036-51E9-7EF6-8DD4-04128D5E962E}"/>
          </ac:inkMkLst>
        </pc:inkChg>
        <pc:inkChg chg="add mod">
          <ac:chgData name="Christopher Aloo" userId="81d139e4-1a74-45bd-a04a-64f94c7d37c9" providerId="ADAL" clId="{2CA54C02-19BE-48F4-A31B-AFCD72BD22E3}" dt="2025-04-03T17:27:57.311" v="631"/>
          <ac:inkMkLst>
            <pc:docMk/>
            <pc:sldMk cId="3290598731" sldId="332"/>
            <ac:inkMk id="103" creationId="{F3D349D5-BAC3-1C2D-5445-8D3EBAC6B5AB}"/>
          </ac:inkMkLst>
        </pc:inkChg>
        <pc:inkChg chg="add mod">
          <ac:chgData name="Christopher Aloo" userId="81d139e4-1a74-45bd-a04a-64f94c7d37c9" providerId="ADAL" clId="{2CA54C02-19BE-48F4-A31B-AFCD72BD22E3}" dt="2025-04-03T17:28:15.612" v="645"/>
          <ac:inkMkLst>
            <pc:docMk/>
            <pc:sldMk cId="3290598731" sldId="332"/>
            <ac:inkMk id="105" creationId="{D65C9993-F7F1-64DA-0B39-29A770F6C798}"/>
          </ac:inkMkLst>
        </pc:inkChg>
        <pc:inkChg chg="add mod">
          <ac:chgData name="Christopher Aloo" userId="81d139e4-1a74-45bd-a04a-64f94c7d37c9" providerId="ADAL" clId="{2CA54C02-19BE-48F4-A31B-AFCD72BD22E3}" dt="2025-04-03T17:28:15.612" v="645"/>
          <ac:inkMkLst>
            <pc:docMk/>
            <pc:sldMk cId="3290598731" sldId="332"/>
            <ac:inkMk id="106" creationId="{D227AA75-35BF-0E08-AE13-8238851B1DE2}"/>
          </ac:inkMkLst>
        </pc:inkChg>
        <pc:inkChg chg="add mod">
          <ac:chgData name="Christopher Aloo" userId="81d139e4-1a74-45bd-a04a-64f94c7d37c9" providerId="ADAL" clId="{2CA54C02-19BE-48F4-A31B-AFCD72BD22E3}" dt="2025-04-03T17:28:21.244" v="658"/>
          <ac:inkMkLst>
            <pc:docMk/>
            <pc:sldMk cId="3290598731" sldId="332"/>
            <ac:inkMk id="107" creationId="{C9513A03-3B61-4221-E1A0-CA6338CE0B8C}"/>
          </ac:inkMkLst>
        </pc:inkChg>
        <pc:inkChg chg="add mod">
          <ac:chgData name="Christopher Aloo" userId="81d139e4-1a74-45bd-a04a-64f94c7d37c9" providerId="ADAL" clId="{2CA54C02-19BE-48F4-A31B-AFCD72BD22E3}" dt="2025-04-03T17:28:21.244" v="658"/>
          <ac:inkMkLst>
            <pc:docMk/>
            <pc:sldMk cId="3290598731" sldId="332"/>
            <ac:inkMk id="108" creationId="{11E030AB-8D2C-8622-CB8A-E887B48C5F96}"/>
          </ac:inkMkLst>
        </pc:inkChg>
        <pc:inkChg chg="add mod">
          <ac:chgData name="Christopher Aloo" userId="81d139e4-1a74-45bd-a04a-64f94c7d37c9" providerId="ADAL" clId="{2CA54C02-19BE-48F4-A31B-AFCD72BD22E3}" dt="2025-04-03T17:28:15.612" v="645"/>
          <ac:inkMkLst>
            <pc:docMk/>
            <pc:sldMk cId="3290598731" sldId="332"/>
            <ac:inkMk id="110" creationId="{3358E194-75D7-8EEB-8FA7-AE624CBFF164}"/>
          </ac:inkMkLst>
        </pc:inkChg>
        <pc:inkChg chg="add mod">
          <ac:chgData name="Christopher Aloo" userId="81d139e4-1a74-45bd-a04a-64f94c7d37c9" providerId="ADAL" clId="{2CA54C02-19BE-48F4-A31B-AFCD72BD22E3}" dt="2025-04-03T17:28:26.867" v="667"/>
          <ac:inkMkLst>
            <pc:docMk/>
            <pc:sldMk cId="3290598731" sldId="332"/>
            <ac:inkMk id="111" creationId="{C0F79258-D999-85C5-7B6B-3E880AB5A033}"/>
          </ac:inkMkLst>
        </pc:inkChg>
        <pc:inkChg chg="add mod">
          <ac:chgData name="Christopher Aloo" userId="81d139e4-1a74-45bd-a04a-64f94c7d37c9" providerId="ADAL" clId="{2CA54C02-19BE-48F4-A31B-AFCD72BD22E3}" dt="2025-04-03T17:28:15.612" v="645"/>
          <ac:inkMkLst>
            <pc:docMk/>
            <pc:sldMk cId="3290598731" sldId="332"/>
            <ac:inkMk id="113" creationId="{0D4859EB-D662-ACE4-64A4-F115F2A47E8C}"/>
          </ac:inkMkLst>
        </pc:inkChg>
        <pc:inkChg chg="add mod">
          <ac:chgData name="Christopher Aloo" userId="81d139e4-1a74-45bd-a04a-64f94c7d37c9" providerId="ADAL" clId="{2CA54C02-19BE-48F4-A31B-AFCD72BD22E3}" dt="2025-04-03T17:28:15.612" v="645"/>
          <ac:inkMkLst>
            <pc:docMk/>
            <pc:sldMk cId="3290598731" sldId="332"/>
            <ac:inkMk id="114" creationId="{DF152F5E-D4C1-999F-B7C9-32475B8EC032}"/>
          </ac:inkMkLst>
        </pc:inkChg>
        <pc:inkChg chg="add mod">
          <ac:chgData name="Christopher Aloo" userId="81d139e4-1a74-45bd-a04a-64f94c7d37c9" providerId="ADAL" clId="{2CA54C02-19BE-48F4-A31B-AFCD72BD22E3}" dt="2025-04-03T17:28:21.244" v="658"/>
          <ac:inkMkLst>
            <pc:docMk/>
            <pc:sldMk cId="3290598731" sldId="332"/>
            <ac:inkMk id="115" creationId="{CA9EE2E6-34CD-1561-EB2F-5F03FFFF2E5C}"/>
          </ac:inkMkLst>
        </pc:inkChg>
        <pc:inkChg chg="add">
          <ac:chgData name="Christopher Aloo" userId="81d139e4-1a74-45bd-a04a-64f94c7d37c9" providerId="ADAL" clId="{2CA54C02-19BE-48F4-A31B-AFCD72BD22E3}" dt="2025-04-03T17:28:14.995" v="644" actId="9405"/>
          <ac:inkMkLst>
            <pc:docMk/>
            <pc:sldMk cId="3290598731" sldId="332"/>
            <ac:inkMk id="116" creationId="{E80DD282-BD4B-DC0A-B571-E612F2901DC1}"/>
          </ac:inkMkLst>
        </pc:inkChg>
        <pc:inkChg chg="add">
          <ac:chgData name="Christopher Aloo" userId="81d139e4-1a74-45bd-a04a-64f94c7d37c9" providerId="ADAL" clId="{2CA54C02-19BE-48F4-A31B-AFCD72BD22E3}" dt="2025-04-03T17:28:16.622" v="646" actId="9405"/>
          <ac:inkMkLst>
            <pc:docMk/>
            <pc:sldMk cId="3290598731" sldId="332"/>
            <ac:inkMk id="118" creationId="{AC095FB5-0C7F-15C9-5F66-5F34D192AB34}"/>
          </ac:inkMkLst>
        </pc:inkChg>
        <pc:inkChg chg="add">
          <ac:chgData name="Christopher Aloo" userId="81d139e4-1a74-45bd-a04a-64f94c7d37c9" providerId="ADAL" clId="{2CA54C02-19BE-48F4-A31B-AFCD72BD22E3}" dt="2025-04-03T17:28:17.259" v="647" actId="9405"/>
          <ac:inkMkLst>
            <pc:docMk/>
            <pc:sldMk cId="3290598731" sldId="332"/>
            <ac:inkMk id="119" creationId="{F7337F3E-B23B-D5D1-C3C7-471DE4764B00}"/>
          </ac:inkMkLst>
        </pc:inkChg>
        <pc:inkChg chg="add">
          <ac:chgData name="Christopher Aloo" userId="81d139e4-1a74-45bd-a04a-64f94c7d37c9" providerId="ADAL" clId="{2CA54C02-19BE-48F4-A31B-AFCD72BD22E3}" dt="2025-04-03T17:28:17.416" v="648" actId="9405"/>
          <ac:inkMkLst>
            <pc:docMk/>
            <pc:sldMk cId="3290598731" sldId="332"/>
            <ac:inkMk id="120" creationId="{BFE7FB4A-2179-F2CB-26BF-80A6995D9700}"/>
          </ac:inkMkLst>
        </pc:inkChg>
        <pc:inkChg chg="add mod">
          <ac:chgData name="Christopher Aloo" userId="81d139e4-1a74-45bd-a04a-64f94c7d37c9" providerId="ADAL" clId="{2CA54C02-19BE-48F4-A31B-AFCD72BD22E3}" dt="2025-04-03T17:28:26.867" v="667"/>
          <ac:inkMkLst>
            <pc:docMk/>
            <pc:sldMk cId="3290598731" sldId="332"/>
            <ac:inkMk id="121" creationId="{D2B65B91-B0B3-19C5-3914-30C02DB93854}"/>
          </ac:inkMkLst>
        </pc:inkChg>
        <pc:inkChg chg="add">
          <ac:chgData name="Christopher Aloo" userId="81d139e4-1a74-45bd-a04a-64f94c7d37c9" providerId="ADAL" clId="{2CA54C02-19BE-48F4-A31B-AFCD72BD22E3}" dt="2025-04-03T17:28:18.158" v="650" actId="9405"/>
          <ac:inkMkLst>
            <pc:docMk/>
            <pc:sldMk cId="3290598731" sldId="332"/>
            <ac:inkMk id="122" creationId="{68200551-B531-9036-A42B-BBC2A4538217}"/>
          </ac:inkMkLst>
        </pc:inkChg>
        <pc:inkChg chg="add mod">
          <ac:chgData name="Christopher Aloo" userId="81d139e4-1a74-45bd-a04a-64f94c7d37c9" providerId="ADAL" clId="{2CA54C02-19BE-48F4-A31B-AFCD72BD22E3}" dt="2025-04-03T17:28:21.244" v="658"/>
          <ac:inkMkLst>
            <pc:docMk/>
            <pc:sldMk cId="3290598731" sldId="332"/>
            <ac:inkMk id="123" creationId="{88AEA3FB-EEA0-1B67-92B9-1A3B490B921E}"/>
          </ac:inkMkLst>
        </pc:inkChg>
        <pc:inkChg chg="add">
          <ac:chgData name="Christopher Aloo" userId="81d139e4-1a74-45bd-a04a-64f94c7d37c9" providerId="ADAL" clId="{2CA54C02-19BE-48F4-A31B-AFCD72BD22E3}" dt="2025-04-03T17:28:18.484" v="652" actId="9405"/>
          <ac:inkMkLst>
            <pc:docMk/>
            <pc:sldMk cId="3290598731" sldId="332"/>
            <ac:inkMk id="124" creationId="{D4026AF5-494B-6E83-00B7-E394AAA28C65}"/>
          </ac:inkMkLst>
        </pc:inkChg>
        <pc:inkChg chg="add mod">
          <ac:chgData name="Christopher Aloo" userId="81d139e4-1a74-45bd-a04a-64f94c7d37c9" providerId="ADAL" clId="{2CA54C02-19BE-48F4-A31B-AFCD72BD22E3}" dt="2025-04-03T17:28:26.867" v="667"/>
          <ac:inkMkLst>
            <pc:docMk/>
            <pc:sldMk cId="3290598731" sldId="332"/>
            <ac:inkMk id="125" creationId="{C458D243-17A8-F6C8-9FC7-AAEE926955B5}"/>
          </ac:inkMkLst>
        </pc:inkChg>
        <pc:inkChg chg="add mod">
          <ac:chgData name="Christopher Aloo" userId="81d139e4-1a74-45bd-a04a-64f94c7d37c9" providerId="ADAL" clId="{2CA54C02-19BE-48F4-A31B-AFCD72BD22E3}" dt="2025-04-03T17:28:21.244" v="658"/>
          <ac:inkMkLst>
            <pc:docMk/>
            <pc:sldMk cId="3290598731" sldId="332"/>
            <ac:inkMk id="126" creationId="{20C50DB7-C463-7B03-A38B-3C441387063C}"/>
          </ac:inkMkLst>
        </pc:inkChg>
        <pc:inkChg chg="add mod">
          <ac:chgData name="Christopher Aloo" userId="81d139e4-1a74-45bd-a04a-64f94c7d37c9" providerId="ADAL" clId="{2CA54C02-19BE-48F4-A31B-AFCD72BD22E3}" dt="2025-04-03T17:28:25.780" v="665"/>
          <ac:inkMkLst>
            <pc:docMk/>
            <pc:sldMk cId="3290598731" sldId="332"/>
            <ac:inkMk id="127" creationId="{34E5FD3F-C6F6-316B-4EDB-36E95BC3854A}"/>
          </ac:inkMkLst>
        </pc:inkChg>
        <pc:inkChg chg="add">
          <ac:chgData name="Christopher Aloo" userId="81d139e4-1a74-45bd-a04a-64f94c7d37c9" providerId="ADAL" clId="{2CA54C02-19BE-48F4-A31B-AFCD72BD22E3}" dt="2025-04-03T17:28:19.369" v="656" actId="9405"/>
          <ac:inkMkLst>
            <pc:docMk/>
            <pc:sldMk cId="3290598731" sldId="332"/>
            <ac:inkMk id="128" creationId="{0D1D424B-9645-53E6-80AE-E778603370FB}"/>
          </ac:inkMkLst>
        </pc:inkChg>
        <pc:inkChg chg="add mod">
          <ac:chgData name="Christopher Aloo" userId="81d139e4-1a74-45bd-a04a-64f94c7d37c9" providerId="ADAL" clId="{2CA54C02-19BE-48F4-A31B-AFCD72BD22E3}" dt="2025-04-03T17:28:25.780" v="665"/>
          <ac:inkMkLst>
            <pc:docMk/>
            <pc:sldMk cId="3290598731" sldId="332"/>
            <ac:inkMk id="129" creationId="{434772E3-60D7-C107-EAD5-BB08206F839A}"/>
          </ac:inkMkLst>
        </pc:inkChg>
        <pc:inkChg chg="add mod">
          <ac:chgData name="Christopher Aloo" userId="81d139e4-1a74-45bd-a04a-64f94c7d37c9" providerId="ADAL" clId="{2CA54C02-19BE-48F4-A31B-AFCD72BD22E3}" dt="2025-04-03T17:28:25.780" v="665"/>
          <ac:inkMkLst>
            <pc:docMk/>
            <pc:sldMk cId="3290598731" sldId="332"/>
            <ac:inkMk id="132" creationId="{57E325ED-707C-4BF1-51E8-E1D9B0FA1E65}"/>
          </ac:inkMkLst>
        </pc:inkChg>
        <pc:inkChg chg="add mod">
          <ac:chgData name="Christopher Aloo" userId="81d139e4-1a74-45bd-a04a-64f94c7d37c9" providerId="ADAL" clId="{2CA54C02-19BE-48F4-A31B-AFCD72BD22E3}" dt="2025-04-03T17:28:25.780" v="665"/>
          <ac:inkMkLst>
            <pc:docMk/>
            <pc:sldMk cId="3290598731" sldId="332"/>
            <ac:inkMk id="133" creationId="{23A9BD9D-7D56-F9AB-13BC-D02F7F843711}"/>
          </ac:inkMkLst>
        </pc:inkChg>
        <pc:inkChg chg="add mod">
          <ac:chgData name="Christopher Aloo" userId="81d139e4-1a74-45bd-a04a-64f94c7d37c9" providerId="ADAL" clId="{2CA54C02-19BE-48F4-A31B-AFCD72BD22E3}" dt="2025-04-03T17:28:25.780" v="665"/>
          <ac:inkMkLst>
            <pc:docMk/>
            <pc:sldMk cId="3290598731" sldId="332"/>
            <ac:inkMk id="134" creationId="{55F08132-0DE2-718E-C645-6A84E396567C}"/>
          </ac:inkMkLst>
        </pc:inkChg>
        <pc:inkChg chg="add mod">
          <ac:chgData name="Christopher Aloo" userId="81d139e4-1a74-45bd-a04a-64f94c7d37c9" providerId="ADAL" clId="{2CA54C02-19BE-48F4-A31B-AFCD72BD22E3}" dt="2025-04-03T17:28:25.780" v="665"/>
          <ac:inkMkLst>
            <pc:docMk/>
            <pc:sldMk cId="3290598731" sldId="332"/>
            <ac:inkMk id="135" creationId="{7F87105F-9289-EF80-2063-564A84E7C80F}"/>
          </ac:inkMkLst>
        </pc:inkChg>
        <pc:inkChg chg="add">
          <ac:chgData name="Christopher Aloo" userId="81d139e4-1a74-45bd-a04a-64f94c7d37c9" providerId="ADAL" clId="{2CA54C02-19BE-48F4-A31B-AFCD72BD22E3}" dt="2025-04-03T17:28:24.415" v="663" actId="9405"/>
          <ac:inkMkLst>
            <pc:docMk/>
            <pc:sldMk cId="3290598731" sldId="332"/>
            <ac:inkMk id="136" creationId="{C89538C1-A92A-48C7-F4CA-36795577B796}"/>
          </ac:inkMkLst>
        </pc:inkChg>
        <pc:inkChg chg="add mod">
          <ac:chgData name="Christopher Aloo" userId="81d139e4-1a74-45bd-a04a-64f94c7d37c9" providerId="ADAL" clId="{2CA54C02-19BE-48F4-A31B-AFCD72BD22E3}" dt="2025-04-03T17:28:25.780" v="665"/>
          <ac:inkMkLst>
            <pc:docMk/>
            <pc:sldMk cId="3290598731" sldId="332"/>
            <ac:inkMk id="137" creationId="{8C0E379E-E675-692D-017A-696B8B189AE8}"/>
          </ac:inkMkLst>
        </pc:inkChg>
        <pc:inkChg chg="add">
          <ac:chgData name="Christopher Aloo" userId="81d139e4-1a74-45bd-a04a-64f94c7d37c9" providerId="ADAL" clId="{2CA54C02-19BE-48F4-A31B-AFCD72BD22E3}" dt="2025-04-03T17:28:26.340" v="666" actId="9405"/>
          <ac:inkMkLst>
            <pc:docMk/>
            <pc:sldMk cId="3290598731" sldId="332"/>
            <ac:inkMk id="139" creationId="{6F5546D2-3D92-6CC5-9169-8922ADDB64B9}"/>
          </ac:inkMkLst>
        </pc:inkChg>
        <pc:inkChg chg="add mod">
          <ac:chgData name="Christopher Aloo" userId="81d139e4-1a74-45bd-a04a-64f94c7d37c9" providerId="ADAL" clId="{2CA54C02-19BE-48F4-A31B-AFCD72BD22E3}" dt="2025-04-03T17:28:29.024" v="670"/>
          <ac:inkMkLst>
            <pc:docMk/>
            <pc:sldMk cId="3290598731" sldId="332"/>
            <ac:inkMk id="141" creationId="{7EFEB768-17C5-1CEF-BF8E-BECFE26F005E}"/>
          </ac:inkMkLst>
        </pc:inkChg>
        <pc:inkChg chg="add mod">
          <ac:chgData name="Christopher Aloo" userId="81d139e4-1a74-45bd-a04a-64f94c7d37c9" providerId="ADAL" clId="{2CA54C02-19BE-48F4-A31B-AFCD72BD22E3}" dt="2025-04-03T17:28:29.024" v="670"/>
          <ac:inkMkLst>
            <pc:docMk/>
            <pc:sldMk cId="3290598731" sldId="332"/>
            <ac:inkMk id="142" creationId="{A474D3D0-9E43-BA44-6BA6-300AC94FBB93}"/>
          </ac:inkMkLst>
        </pc:inkChg>
        <pc:inkChg chg="add">
          <ac:chgData name="Christopher Aloo" userId="81d139e4-1a74-45bd-a04a-64f94c7d37c9" providerId="ADAL" clId="{2CA54C02-19BE-48F4-A31B-AFCD72BD22E3}" dt="2025-04-03T17:28:30.436" v="671" actId="9405"/>
          <ac:inkMkLst>
            <pc:docMk/>
            <pc:sldMk cId="3290598731" sldId="332"/>
            <ac:inkMk id="144" creationId="{6BEBBE36-CFD9-58FF-9BFF-AEA4005F7D89}"/>
          </ac:inkMkLst>
        </pc:inkChg>
        <pc:inkChg chg="add mod">
          <ac:chgData name="Christopher Aloo" userId="81d139e4-1a74-45bd-a04a-64f94c7d37c9" providerId="ADAL" clId="{2CA54C02-19BE-48F4-A31B-AFCD72BD22E3}" dt="2025-04-03T17:28:34.198" v="674"/>
          <ac:inkMkLst>
            <pc:docMk/>
            <pc:sldMk cId="3290598731" sldId="332"/>
            <ac:inkMk id="145" creationId="{B26F5EB6-8D3A-1252-3348-C513D2FA69D2}"/>
          </ac:inkMkLst>
        </pc:inkChg>
        <pc:inkChg chg="add mod">
          <ac:chgData name="Christopher Aloo" userId="81d139e4-1a74-45bd-a04a-64f94c7d37c9" providerId="ADAL" clId="{2CA54C02-19BE-48F4-A31B-AFCD72BD22E3}" dt="2025-04-03T17:28:34.198" v="674"/>
          <ac:inkMkLst>
            <pc:docMk/>
            <pc:sldMk cId="3290598731" sldId="332"/>
            <ac:inkMk id="146" creationId="{51E026AE-325A-F3E5-2BC9-709DA62D700E}"/>
          </ac:inkMkLst>
        </pc:inkChg>
      </pc:sldChg>
      <pc:sldChg chg="addSp delSp modSp add mod ord">
        <pc:chgData name="Christopher Aloo" userId="81d139e4-1a74-45bd-a04a-64f94c7d37c9" providerId="ADAL" clId="{2CA54C02-19BE-48F4-A31B-AFCD72BD22E3}" dt="2025-04-03T17:11:59.121" v="196" actId="9405"/>
        <pc:sldMkLst>
          <pc:docMk/>
          <pc:sldMk cId="1956504357" sldId="342"/>
        </pc:sldMkLst>
        <pc:spChg chg="mod">
          <ac:chgData name="Christopher Aloo" userId="81d139e4-1a74-45bd-a04a-64f94c7d37c9" providerId="ADAL" clId="{2CA54C02-19BE-48F4-A31B-AFCD72BD22E3}" dt="2025-04-03T17:10:50.934" v="97" actId="20577"/>
          <ac:spMkLst>
            <pc:docMk/>
            <pc:sldMk cId="1956504357" sldId="342"/>
            <ac:spMk id="2" creationId="{4C88C4BD-1443-BC6A-F03E-CB4BC19778F8}"/>
          </ac:spMkLst>
        </pc:spChg>
        <pc:grpChg chg="del mod">
          <ac:chgData name="Christopher Aloo" userId="81d139e4-1a74-45bd-a04a-64f94c7d37c9" providerId="ADAL" clId="{2CA54C02-19BE-48F4-A31B-AFCD72BD22E3}" dt="2025-04-03T17:11:03.090" v="113"/>
          <ac:grpSpMkLst>
            <pc:docMk/>
            <pc:sldMk cId="1956504357" sldId="342"/>
            <ac:grpSpMk id="7" creationId="{DB0A15CC-8D62-F08B-9CF7-865C555F25C0}"/>
          </ac:grpSpMkLst>
        </pc:grpChg>
        <pc:grpChg chg="mod">
          <ac:chgData name="Christopher Aloo" userId="81d139e4-1a74-45bd-a04a-64f94c7d37c9" providerId="ADAL" clId="{2CA54C02-19BE-48F4-A31B-AFCD72BD22E3}" dt="2025-04-03T17:11:03.090" v="113"/>
          <ac:grpSpMkLst>
            <pc:docMk/>
            <pc:sldMk cId="1956504357" sldId="342"/>
            <ac:grpSpMk id="18" creationId="{8A84F709-D4C6-0CCB-46B5-C95ACA8486BA}"/>
          </ac:grpSpMkLst>
        </pc:grpChg>
        <pc:grpChg chg="mod">
          <ac:chgData name="Christopher Aloo" userId="81d139e4-1a74-45bd-a04a-64f94c7d37c9" providerId="ADAL" clId="{2CA54C02-19BE-48F4-A31B-AFCD72BD22E3}" dt="2025-04-03T17:11:03.090" v="113"/>
          <ac:grpSpMkLst>
            <pc:docMk/>
            <pc:sldMk cId="1956504357" sldId="342"/>
            <ac:grpSpMk id="19" creationId="{917E06A1-B179-8CF8-663D-BE1DB719AB1C}"/>
          </ac:grpSpMkLst>
        </pc:grpChg>
        <pc:grpChg chg="mod">
          <ac:chgData name="Christopher Aloo" userId="81d139e4-1a74-45bd-a04a-64f94c7d37c9" providerId="ADAL" clId="{2CA54C02-19BE-48F4-A31B-AFCD72BD22E3}" dt="2025-04-03T17:11:08.026" v="128"/>
          <ac:grpSpMkLst>
            <pc:docMk/>
            <pc:sldMk cId="1956504357" sldId="342"/>
            <ac:grpSpMk id="34" creationId="{245920E1-6891-FC9F-B593-80AA3306E14D}"/>
          </ac:grpSpMkLst>
        </pc:grpChg>
        <pc:grpChg chg="mod">
          <ac:chgData name="Christopher Aloo" userId="81d139e4-1a74-45bd-a04a-64f94c7d37c9" providerId="ADAL" clId="{2CA54C02-19BE-48F4-A31B-AFCD72BD22E3}" dt="2025-04-03T17:11:08.026" v="128"/>
          <ac:grpSpMkLst>
            <pc:docMk/>
            <pc:sldMk cId="1956504357" sldId="342"/>
            <ac:grpSpMk id="35" creationId="{37B24DD9-DE57-7A7D-883C-D691F1F3964D}"/>
          </ac:grpSpMkLst>
        </pc:grpChg>
        <pc:grpChg chg="del mod">
          <ac:chgData name="Christopher Aloo" userId="81d139e4-1a74-45bd-a04a-64f94c7d37c9" providerId="ADAL" clId="{2CA54C02-19BE-48F4-A31B-AFCD72BD22E3}" dt="2025-04-03T17:11:13.933" v="135"/>
          <ac:grpSpMkLst>
            <pc:docMk/>
            <pc:sldMk cId="1956504357" sldId="342"/>
            <ac:grpSpMk id="40" creationId="{DF724D6A-51E5-3998-1D58-C611567934F4}"/>
          </ac:grpSpMkLst>
        </pc:grpChg>
        <pc:grpChg chg="mod">
          <ac:chgData name="Christopher Aloo" userId="81d139e4-1a74-45bd-a04a-64f94c7d37c9" providerId="ADAL" clId="{2CA54C02-19BE-48F4-A31B-AFCD72BD22E3}" dt="2025-04-03T17:11:13.933" v="135"/>
          <ac:grpSpMkLst>
            <pc:docMk/>
            <pc:sldMk cId="1956504357" sldId="342"/>
            <ac:grpSpMk id="42" creationId="{2842D6B8-6B76-5478-5BBC-06F8CFD22B5D}"/>
          </ac:grpSpMkLst>
        </pc:grpChg>
        <pc:grpChg chg="mod">
          <ac:chgData name="Christopher Aloo" userId="81d139e4-1a74-45bd-a04a-64f94c7d37c9" providerId="ADAL" clId="{2CA54C02-19BE-48F4-A31B-AFCD72BD22E3}" dt="2025-04-03T17:11:16.665" v="138"/>
          <ac:grpSpMkLst>
            <pc:docMk/>
            <pc:sldMk cId="1956504357" sldId="342"/>
            <ac:grpSpMk id="45" creationId="{7124289D-CAA7-B1D7-D4BB-D8E8E2C34DD3}"/>
          </ac:grpSpMkLst>
        </pc:grpChg>
        <pc:grpChg chg="del mod">
          <ac:chgData name="Christopher Aloo" userId="81d139e4-1a74-45bd-a04a-64f94c7d37c9" providerId="ADAL" clId="{2CA54C02-19BE-48F4-A31B-AFCD72BD22E3}" dt="2025-04-03T17:11:25.067" v="153"/>
          <ac:grpSpMkLst>
            <pc:docMk/>
            <pc:sldMk cId="1956504357" sldId="342"/>
            <ac:grpSpMk id="50" creationId="{53B1E1A6-47F8-6C70-1BDD-8B955D52DDDD}"/>
          </ac:grpSpMkLst>
        </pc:grpChg>
        <pc:grpChg chg="mod">
          <ac:chgData name="Christopher Aloo" userId="81d139e4-1a74-45bd-a04a-64f94c7d37c9" providerId="ADAL" clId="{2CA54C02-19BE-48F4-A31B-AFCD72BD22E3}" dt="2025-04-03T17:11:25.067" v="153"/>
          <ac:grpSpMkLst>
            <pc:docMk/>
            <pc:sldMk cId="1956504357" sldId="342"/>
            <ac:grpSpMk id="60" creationId="{2D32A23D-275C-CA62-6603-E179A6B56D6D}"/>
          </ac:grpSpMkLst>
        </pc:grpChg>
        <pc:grpChg chg="mod">
          <ac:chgData name="Christopher Aloo" userId="81d139e4-1a74-45bd-a04a-64f94c7d37c9" providerId="ADAL" clId="{2CA54C02-19BE-48F4-A31B-AFCD72BD22E3}" dt="2025-04-03T17:11:25.067" v="153"/>
          <ac:grpSpMkLst>
            <pc:docMk/>
            <pc:sldMk cId="1956504357" sldId="342"/>
            <ac:grpSpMk id="61" creationId="{00A711F9-BE94-3CF0-BC06-24EEEAC8723E}"/>
          </ac:grpSpMkLst>
        </pc:grpChg>
        <pc:grpChg chg="mod">
          <ac:chgData name="Christopher Aloo" userId="81d139e4-1a74-45bd-a04a-64f94c7d37c9" providerId="ADAL" clId="{2CA54C02-19BE-48F4-A31B-AFCD72BD22E3}" dt="2025-04-03T17:11:32.832" v="156"/>
          <ac:grpSpMkLst>
            <pc:docMk/>
            <pc:sldMk cId="1956504357" sldId="342"/>
            <ac:grpSpMk id="64" creationId="{D04C0536-0976-55D5-4666-88ABDAE851B2}"/>
          </ac:grpSpMkLst>
        </pc:grpChg>
        <pc:grpChg chg="mod">
          <ac:chgData name="Christopher Aloo" userId="81d139e4-1a74-45bd-a04a-64f94c7d37c9" providerId="ADAL" clId="{2CA54C02-19BE-48F4-A31B-AFCD72BD22E3}" dt="2025-04-03T17:11:38.392" v="166"/>
          <ac:grpSpMkLst>
            <pc:docMk/>
            <pc:sldMk cId="1956504357" sldId="342"/>
            <ac:grpSpMk id="74" creationId="{93EB53AD-B999-FCD8-1E71-C2A6447E1913}"/>
          </ac:grpSpMkLst>
        </pc:grpChg>
        <pc:grpChg chg="mod">
          <ac:chgData name="Christopher Aloo" userId="81d139e4-1a74-45bd-a04a-64f94c7d37c9" providerId="ADAL" clId="{2CA54C02-19BE-48F4-A31B-AFCD72BD22E3}" dt="2025-04-03T17:11:38.392" v="166"/>
          <ac:grpSpMkLst>
            <pc:docMk/>
            <pc:sldMk cId="1956504357" sldId="342"/>
            <ac:grpSpMk id="75" creationId="{9E59B3D6-EA5A-9CBA-BF69-0ED1931F32C5}"/>
          </ac:grpSpMkLst>
        </pc:grpChg>
        <pc:grpChg chg="mod">
          <ac:chgData name="Christopher Aloo" userId="81d139e4-1a74-45bd-a04a-64f94c7d37c9" providerId="ADAL" clId="{2CA54C02-19BE-48F4-A31B-AFCD72BD22E3}" dt="2025-04-03T17:11:38.392" v="166"/>
          <ac:grpSpMkLst>
            <pc:docMk/>
            <pc:sldMk cId="1956504357" sldId="342"/>
            <ac:grpSpMk id="76" creationId="{31B9F136-48E4-AA97-0F90-AC96124F4EE9}"/>
          </ac:grpSpMkLst>
        </pc:grpChg>
        <pc:grpChg chg="mod">
          <ac:chgData name="Christopher Aloo" userId="81d139e4-1a74-45bd-a04a-64f94c7d37c9" providerId="ADAL" clId="{2CA54C02-19BE-48F4-A31B-AFCD72BD22E3}" dt="2025-04-03T17:11:41.040" v="173"/>
          <ac:grpSpMkLst>
            <pc:docMk/>
            <pc:sldMk cId="1956504357" sldId="342"/>
            <ac:grpSpMk id="83" creationId="{3A4C1046-F9B9-1068-2F1D-DDCD7B747694}"/>
          </ac:grpSpMkLst>
        </pc:grpChg>
        <pc:grpChg chg="del mod">
          <ac:chgData name="Christopher Aloo" userId="81d139e4-1a74-45bd-a04a-64f94c7d37c9" providerId="ADAL" clId="{2CA54C02-19BE-48F4-A31B-AFCD72BD22E3}" dt="2025-04-03T17:11:43.268" v="179"/>
          <ac:grpSpMkLst>
            <pc:docMk/>
            <pc:sldMk cId="1956504357" sldId="342"/>
            <ac:grpSpMk id="84" creationId="{88701BA3-7047-9EBB-AB8E-5C0B4E1DCBF1}"/>
          </ac:grpSpMkLst>
        </pc:grpChg>
        <pc:grpChg chg="mod">
          <ac:chgData name="Christopher Aloo" userId="81d139e4-1a74-45bd-a04a-64f94c7d37c9" providerId="ADAL" clId="{2CA54C02-19BE-48F4-A31B-AFCD72BD22E3}" dt="2025-04-03T17:11:43.268" v="179"/>
          <ac:grpSpMkLst>
            <pc:docMk/>
            <pc:sldMk cId="1956504357" sldId="342"/>
            <ac:grpSpMk id="90" creationId="{6BBD3A33-C858-AD5C-CD25-6FDB0B58C597}"/>
          </ac:grpSpMkLst>
        </pc:grpChg>
        <pc:grpChg chg="mod">
          <ac:chgData name="Christopher Aloo" userId="81d139e4-1a74-45bd-a04a-64f94c7d37c9" providerId="ADAL" clId="{2CA54C02-19BE-48F4-A31B-AFCD72BD22E3}" dt="2025-04-03T17:11:43.268" v="179"/>
          <ac:grpSpMkLst>
            <pc:docMk/>
            <pc:sldMk cId="1956504357" sldId="342"/>
            <ac:grpSpMk id="91" creationId="{5FD05F0E-B5AE-AD03-C350-B0025E02CEDC}"/>
          </ac:grpSpMkLst>
        </pc:grpChg>
        <pc:grpChg chg="del mod">
          <ac:chgData name="Christopher Aloo" userId="81d139e4-1a74-45bd-a04a-64f94c7d37c9" providerId="ADAL" clId="{2CA54C02-19BE-48F4-A31B-AFCD72BD22E3}" dt="2025-04-03T17:11:50.364" v="186"/>
          <ac:grpSpMkLst>
            <pc:docMk/>
            <pc:sldMk cId="1956504357" sldId="342"/>
            <ac:grpSpMk id="94" creationId="{E0C2CA51-8571-7123-F39E-924C4218222D}"/>
          </ac:grpSpMkLst>
        </pc:grpChg>
        <pc:grpChg chg="del mod">
          <ac:chgData name="Christopher Aloo" userId="81d139e4-1a74-45bd-a04a-64f94c7d37c9" providerId="ADAL" clId="{2CA54C02-19BE-48F4-A31B-AFCD72BD22E3}" dt="2025-04-03T17:11:51.190" v="188"/>
          <ac:grpSpMkLst>
            <pc:docMk/>
            <pc:sldMk cId="1956504357" sldId="342"/>
            <ac:grpSpMk id="98" creationId="{37574ECE-5FC5-43D6-1FC8-6E5B6DE200BD}"/>
          </ac:grpSpMkLst>
        </pc:grpChg>
        <pc:grpChg chg="mod">
          <ac:chgData name="Christopher Aloo" userId="81d139e4-1a74-45bd-a04a-64f94c7d37c9" providerId="ADAL" clId="{2CA54C02-19BE-48F4-A31B-AFCD72BD22E3}" dt="2025-04-03T17:11:51.190" v="188"/>
          <ac:grpSpMkLst>
            <pc:docMk/>
            <pc:sldMk cId="1956504357" sldId="342"/>
            <ac:grpSpMk id="100" creationId="{7BF8D08B-4C28-A3F8-1634-B8B7B16D1840}"/>
          </ac:grpSpMkLst>
        </pc:grpChg>
        <pc:grpChg chg="del mod">
          <ac:chgData name="Christopher Aloo" userId="81d139e4-1a74-45bd-a04a-64f94c7d37c9" providerId="ADAL" clId="{2CA54C02-19BE-48F4-A31B-AFCD72BD22E3}" dt="2025-04-03T17:11:58.572" v="195"/>
          <ac:grpSpMkLst>
            <pc:docMk/>
            <pc:sldMk cId="1956504357" sldId="342"/>
            <ac:grpSpMk id="103" creationId="{E3884153-1A5A-3C33-CF4F-8EAE1C640364}"/>
          </ac:grpSpMkLst>
        </pc:grpChg>
        <pc:grpChg chg="mod">
          <ac:chgData name="Christopher Aloo" userId="81d139e4-1a74-45bd-a04a-64f94c7d37c9" providerId="ADAL" clId="{2CA54C02-19BE-48F4-A31B-AFCD72BD22E3}" dt="2025-04-03T17:11:58.572" v="195"/>
          <ac:grpSpMkLst>
            <pc:docMk/>
            <pc:sldMk cId="1956504357" sldId="342"/>
            <ac:grpSpMk id="107" creationId="{802F6D0D-B019-6E49-E112-FB083A693B13}"/>
          </ac:grpSpMkLst>
        </pc:grpChg>
        <pc:inkChg chg="add mod">
          <ac:chgData name="Christopher Aloo" userId="81d139e4-1a74-45bd-a04a-64f94c7d37c9" providerId="ADAL" clId="{2CA54C02-19BE-48F4-A31B-AFCD72BD22E3}" dt="2025-04-03T17:10:56.420" v="102"/>
          <ac:inkMkLst>
            <pc:docMk/>
            <pc:sldMk cId="1956504357" sldId="342"/>
            <ac:inkMk id="3" creationId="{36102512-C4C6-1A28-BCFC-C6F88BF8859C}"/>
          </ac:inkMkLst>
        </pc:inkChg>
        <pc:inkChg chg="add mod">
          <ac:chgData name="Christopher Aloo" userId="81d139e4-1a74-45bd-a04a-64f94c7d37c9" providerId="ADAL" clId="{2CA54C02-19BE-48F4-A31B-AFCD72BD22E3}" dt="2025-04-03T17:10:56.420" v="102"/>
          <ac:inkMkLst>
            <pc:docMk/>
            <pc:sldMk cId="1956504357" sldId="342"/>
            <ac:inkMk id="4" creationId="{FF1DDC47-534C-DE3A-3530-75025D5C87A8}"/>
          </ac:inkMkLst>
        </pc:inkChg>
        <pc:inkChg chg="add mod">
          <ac:chgData name="Christopher Aloo" userId="81d139e4-1a74-45bd-a04a-64f94c7d37c9" providerId="ADAL" clId="{2CA54C02-19BE-48F4-A31B-AFCD72BD22E3}" dt="2025-04-03T17:11:03.090" v="113"/>
          <ac:inkMkLst>
            <pc:docMk/>
            <pc:sldMk cId="1956504357" sldId="342"/>
            <ac:inkMk id="5" creationId="{3EA343E2-5540-ED65-0BDC-7973BA8B7181}"/>
          </ac:inkMkLst>
        </pc:inkChg>
        <pc:inkChg chg="add mod">
          <ac:chgData name="Christopher Aloo" userId="81d139e4-1a74-45bd-a04a-64f94c7d37c9" providerId="ADAL" clId="{2CA54C02-19BE-48F4-A31B-AFCD72BD22E3}" dt="2025-04-03T17:11:03.090" v="113"/>
          <ac:inkMkLst>
            <pc:docMk/>
            <pc:sldMk cId="1956504357" sldId="342"/>
            <ac:inkMk id="6" creationId="{425EE37B-6F5C-69BB-BAF8-F2F006F69A79}"/>
          </ac:inkMkLst>
        </pc:inkChg>
        <pc:inkChg chg="add mod">
          <ac:chgData name="Christopher Aloo" userId="81d139e4-1a74-45bd-a04a-64f94c7d37c9" providerId="ADAL" clId="{2CA54C02-19BE-48F4-A31B-AFCD72BD22E3}" dt="2025-04-03T17:11:03.090" v="113"/>
          <ac:inkMkLst>
            <pc:docMk/>
            <pc:sldMk cId="1956504357" sldId="342"/>
            <ac:inkMk id="8" creationId="{4A133410-DACE-869A-AA06-777C380B1DE8}"/>
          </ac:inkMkLst>
        </pc:inkChg>
        <pc:inkChg chg="add">
          <ac:chgData name="Christopher Aloo" userId="81d139e4-1a74-45bd-a04a-64f94c7d37c9" providerId="ADAL" clId="{2CA54C02-19BE-48F4-A31B-AFCD72BD22E3}" dt="2025-04-03T17:10:58.350" v="104" actId="9405"/>
          <ac:inkMkLst>
            <pc:docMk/>
            <pc:sldMk cId="1956504357" sldId="342"/>
            <ac:inkMk id="9" creationId="{2D5CC862-0343-1FC8-1B00-AFA82BA59799}"/>
          </ac:inkMkLst>
        </pc:inkChg>
        <pc:inkChg chg="add mod">
          <ac:chgData name="Christopher Aloo" userId="81d139e4-1a74-45bd-a04a-64f94c7d37c9" providerId="ADAL" clId="{2CA54C02-19BE-48F4-A31B-AFCD72BD22E3}" dt="2025-04-03T17:11:03.090" v="113"/>
          <ac:inkMkLst>
            <pc:docMk/>
            <pc:sldMk cId="1956504357" sldId="342"/>
            <ac:inkMk id="10" creationId="{AEAAFAFB-17B8-1ECA-404A-044ADE26639B}"/>
          </ac:inkMkLst>
        </pc:inkChg>
        <pc:inkChg chg="add">
          <ac:chgData name="Christopher Aloo" userId="81d139e4-1a74-45bd-a04a-64f94c7d37c9" providerId="ADAL" clId="{2CA54C02-19BE-48F4-A31B-AFCD72BD22E3}" dt="2025-04-03T17:10:59.122" v="106" actId="9405"/>
          <ac:inkMkLst>
            <pc:docMk/>
            <pc:sldMk cId="1956504357" sldId="342"/>
            <ac:inkMk id="11" creationId="{62F404AE-68AD-A97A-F2D5-579E4E250F87}"/>
          </ac:inkMkLst>
        </pc:inkChg>
        <pc:inkChg chg="add mod">
          <ac:chgData name="Christopher Aloo" userId="81d139e4-1a74-45bd-a04a-64f94c7d37c9" providerId="ADAL" clId="{2CA54C02-19BE-48F4-A31B-AFCD72BD22E3}" dt="2025-04-03T17:11:03.090" v="113"/>
          <ac:inkMkLst>
            <pc:docMk/>
            <pc:sldMk cId="1956504357" sldId="342"/>
            <ac:inkMk id="12" creationId="{B664691B-B5C2-3669-DC14-BBE069D1F176}"/>
          </ac:inkMkLst>
        </pc:inkChg>
        <pc:inkChg chg="add">
          <ac:chgData name="Christopher Aloo" userId="81d139e4-1a74-45bd-a04a-64f94c7d37c9" providerId="ADAL" clId="{2CA54C02-19BE-48F4-A31B-AFCD72BD22E3}" dt="2025-04-03T17:10:59.794" v="108" actId="9405"/>
          <ac:inkMkLst>
            <pc:docMk/>
            <pc:sldMk cId="1956504357" sldId="342"/>
            <ac:inkMk id="13" creationId="{849F44F4-B165-0BDC-4193-94D8185DCFE4}"/>
          </ac:inkMkLst>
        </pc:inkChg>
        <pc:inkChg chg="add mod">
          <ac:chgData name="Christopher Aloo" userId="81d139e4-1a74-45bd-a04a-64f94c7d37c9" providerId="ADAL" clId="{2CA54C02-19BE-48F4-A31B-AFCD72BD22E3}" dt="2025-04-03T17:11:03.090" v="113"/>
          <ac:inkMkLst>
            <pc:docMk/>
            <pc:sldMk cId="1956504357" sldId="342"/>
            <ac:inkMk id="14" creationId="{BEF6F908-7C07-E7D6-AA72-D16B5320023B}"/>
          </ac:inkMkLst>
        </pc:inkChg>
        <pc:inkChg chg="add">
          <ac:chgData name="Christopher Aloo" userId="81d139e4-1a74-45bd-a04a-64f94c7d37c9" providerId="ADAL" clId="{2CA54C02-19BE-48F4-A31B-AFCD72BD22E3}" dt="2025-04-03T17:11:00.661" v="110" actId="9405"/>
          <ac:inkMkLst>
            <pc:docMk/>
            <pc:sldMk cId="1956504357" sldId="342"/>
            <ac:inkMk id="15" creationId="{DC8D1133-5C30-DB58-4D10-A5D99B4B0742}"/>
          </ac:inkMkLst>
        </pc:inkChg>
        <pc:inkChg chg="add">
          <ac:chgData name="Christopher Aloo" userId="81d139e4-1a74-45bd-a04a-64f94c7d37c9" providerId="ADAL" clId="{2CA54C02-19BE-48F4-A31B-AFCD72BD22E3}" dt="2025-04-03T17:11:01.642" v="111" actId="9405"/>
          <ac:inkMkLst>
            <pc:docMk/>
            <pc:sldMk cId="1956504357" sldId="342"/>
            <ac:inkMk id="16" creationId="{76ACD1B8-097D-4515-F5AE-6042E51541BB}"/>
          </ac:inkMkLst>
        </pc:inkChg>
        <pc:inkChg chg="add mod">
          <ac:chgData name="Christopher Aloo" userId="81d139e4-1a74-45bd-a04a-64f94c7d37c9" providerId="ADAL" clId="{2CA54C02-19BE-48F4-A31B-AFCD72BD22E3}" dt="2025-04-03T17:11:03.090" v="113"/>
          <ac:inkMkLst>
            <pc:docMk/>
            <pc:sldMk cId="1956504357" sldId="342"/>
            <ac:inkMk id="17" creationId="{1AEC3DC4-FB29-E16D-50B6-62BC49D6AF8D}"/>
          </ac:inkMkLst>
        </pc:inkChg>
        <pc:inkChg chg="add">
          <ac:chgData name="Christopher Aloo" userId="81d139e4-1a74-45bd-a04a-64f94c7d37c9" providerId="ADAL" clId="{2CA54C02-19BE-48F4-A31B-AFCD72BD22E3}" dt="2025-04-03T17:11:03.569" v="114" actId="9405"/>
          <ac:inkMkLst>
            <pc:docMk/>
            <pc:sldMk cId="1956504357" sldId="342"/>
            <ac:inkMk id="20" creationId="{AB450BB8-9234-68AE-13F7-459D9A27D107}"/>
          </ac:inkMkLst>
        </pc:inkChg>
        <pc:inkChg chg="add">
          <ac:chgData name="Christopher Aloo" userId="81d139e4-1a74-45bd-a04a-64f94c7d37c9" providerId="ADAL" clId="{2CA54C02-19BE-48F4-A31B-AFCD72BD22E3}" dt="2025-04-03T17:11:04.020" v="115" actId="9405"/>
          <ac:inkMkLst>
            <pc:docMk/>
            <pc:sldMk cId="1956504357" sldId="342"/>
            <ac:inkMk id="21" creationId="{753B96B8-18AE-FC2B-E553-B6366C6741A2}"/>
          </ac:inkMkLst>
        </pc:inkChg>
        <pc:inkChg chg="add">
          <ac:chgData name="Christopher Aloo" userId="81d139e4-1a74-45bd-a04a-64f94c7d37c9" providerId="ADAL" clId="{2CA54C02-19BE-48F4-A31B-AFCD72BD22E3}" dt="2025-04-03T17:11:04.377" v="116" actId="9405"/>
          <ac:inkMkLst>
            <pc:docMk/>
            <pc:sldMk cId="1956504357" sldId="342"/>
            <ac:inkMk id="22" creationId="{947080B6-6928-0181-0699-2D6EBC52298F}"/>
          </ac:inkMkLst>
        </pc:inkChg>
        <pc:inkChg chg="add mod">
          <ac:chgData name="Christopher Aloo" userId="81d139e4-1a74-45bd-a04a-64f94c7d37c9" providerId="ADAL" clId="{2CA54C02-19BE-48F4-A31B-AFCD72BD22E3}" dt="2025-04-03T17:11:08.026" v="128"/>
          <ac:inkMkLst>
            <pc:docMk/>
            <pc:sldMk cId="1956504357" sldId="342"/>
            <ac:inkMk id="23" creationId="{FE2F6016-7DB2-AFCD-F20F-C8D27C02FFA7}"/>
          </ac:inkMkLst>
        </pc:inkChg>
        <pc:inkChg chg="add mod">
          <ac:chgData name="Christopher Aloo" userId="81d139e4-1a74-45bd-a04a-64f94c7d37c9" providerId="ADAL" clId="{2CA54C02-19BE-48F4-A31B-AFCD72BD22E3}" dt="2025-04-03T17:11:08.026" v="128"/>
          <ac:inkMkLst>
            <pc:docMk/>
            <pc:sldMk cId="1956504357" sldId="342"/>
            <ac:inkMk id="24" creationId="{4E3DE75A-8488-1A76-EE2C-3BD4C60B8F6B}"/>
          </ac:inkMkLst>
        </pc:inkChg>
        <pc:inkChg chg="add">
          <ac:chgData name="Christopher Aloo" userId="81d139e4-1a74-45bd-a04a-64f94c7d37c9" providerId="ADAL" clId="{2CA54C02-19BE-48F4-A31B-AFCD72BD22E3}" dt="2025-04-03T17:11:05.245" v="119" actId="9405"/>
          <ac:inkMkLst>
            <pc:docMk/>
            <pc:sldMk cId="1956504357" sldId="342"/>
            <ac:inkMk id="25" creationId="{8C801723-20FF-5948-F1D1-71D37863F96C}"/>
          </ac:inkMkLst>
        </pc:inkChg>
        <pc:inkChg chg="add mod">
          <ac:chgData name="Christopher Aloo" userId="81d139e4-1a74-45bd-a04a-64f94c7d37c9" providerId="ADAL" clId="{2CA54C02-19BE-48F4-A31B-AFCD72BD22E3}" dt="2025-04-03T17:11:08.026" v="128"/>
          <ac:inkMkLst>
            <pc:docMk/>
            <pc:sldMk cId="1956504357" sldId="342"/>
            <ac:inkMk id="26" creationId="{43D0E3F7-DC15-3BED-19F2-AD80BD1FEACE}"/>
          </ac:inkMkLst>
        </pc:inkChg>
        <pc:inkChg chg="add mod">
          <ac:chgData name="Christopher Aloo" userId="81d139e4-1a74-45bd-a04a-64f94c7d37c9" providerId="ADAL" clId="{2CA54C02-19BE-48F4-A31B-AFCD72BD22E3}" dt="2025-04-03T17:11:08.026" v="128"/>
          <ac:inkMkLst>
            <pc:docMk/>
            <pc:sldMk cId="1956504357" sldId="342"/>
            <ac:inkMk id="27" creationId="{D588095A-7907-CA81-98AA-BAAB274205D6}"/>
          </ac:inkMkLst>
        </pc:inkChg>
        <pc:inkChg chg="add mod">
          <ac:chgData name="Christopher Aloo" userId="81d139e4-1a74-45bd-a04a-64f94c7d37c9" providerId="ADAL" clId="{2CA54C02-19BE-48F4-A31B-AFCD72BD22E3}" dt="2025-04-03T17:11:08.026" v="128"/>
          <ac:inkMkLst>
            <pc:docMk/>
            <pc:sldMk cId="1956504357" sldId="342"/>
            <ac:inkMk id="28" creationId="{C163866A-2E66-115E-2118-B5D27A8D3BB6}"/>
          </ac:inkMkLst>
        </pc:inkChg>
        <pc:inkChg chg="add mod">
          <ac:chgData name="Christopher Aloo" userId="81d139e4-1a74-45bd-a04a-64f94c7d37c9" providerId="ADAL" clId="{2CA54C02-19BE-48F4-A31B-AFCD72BD22E3}" dt="2025-04-03T17:11:08.026" v="128"/>
          <ac:inkMkLst>
            <pc:docMk/>
            <pc:sldMk cId="1956504357" sldId="342"/>
            <ac:inkMk id="29" creationId="{1C844B73-57D5-81A2-25C3-F4FD101A2494}"/>
          </ac:inkMkLst>
        </pc:inkChg>
        <pc:inkChg chg="add">
          <ac:chgData name="Christopher Aloo" userId="81d139e4-1a74-45bd-a04a-64f94c7d37c9" providerId="ADAL" clId="{2CA54C02-19BE-48F4-A31B-AFCD72BD22E3}" dt="2025-04-03T17:11:06.546" v="124" actId="9405"/>
          <ac:inkMkLst>
            <pc:docMk/>
            <pc:sldMk cId="1956504357" sldId="342"/>
            <ac:inkMk id="30" creationId="{3AD9ABEF-9539-3EEF-C55A-52022264605C}"/>
          </ac:inkMkLst>
        </pc:inkChg>
        <pc:inkChg chg="add mod">
          <ac:chgData name="Christopher Aloo" userId="81d139e4-1a74-45bd-a04a-64f94c7d37c9" providerId="ADAL" clId="{2CA54C02-19BE-48F4-A31B-AFCD72BD22E3}" dt="2025-04-03T17:11:08.026" v="128"/>
          <ac:inkMkLst>
            <pc:docMk/>
            <pc:sldMk cId="1956504357" sldId="342"/>
            <ac:inkMk id="31" creationId="{3496C235-DAB5-8312-5F78-207F070CC3D8}"/>
          </ac:inkMkLst>
        </pc:inkChg>
        <pc:inkChg chg="add mod">
          <ac:chgData name="Christopher Aloo" userId="81d139e4-1a74-45bd-a04a-64f94c7d37c9" providerId="ADAL" clId="{2CA54C02-19BE-48F4-A31B-AFCD72BD22E3}" dt="2025-04-03T17:11:08.026" v="128"/>
          <ac:inkMkLst>
            <pc:docMk/>
            <pc:sldMk cId="1956504357" sldId="342"/>
            <ac:inkMk id="32" creationId="{6E1D8D98-9950-E9D8-E184-8D31A39C4AFC}"/>
          </ac:inkMkLst>
        </pc:inkChg>
        <pc:inkChg chg="add">
          <ac:chgData name="Christopher Aloo" userId="81d139e4-1a74-45bd-a04a-64f94c7d37c9" providerId="ADAL" clId="{2CA54C02-19BE-48F4-A31B-AFCD72BD22E3}" dt="2025-04-03T17:11:07.405" v="127" actId="9405"/>
          <ac:inkMkLst>
            <pc:docMk/>
            <pc:sldMk cId="1956504357" sldId="342"/>
            <ac:inkMk id="33" creationId="{EDAEF2F7-F5B0-1C81-9FAB-24A4C747A588}"/>
          </ac:inkMkLst>
        </pc:inkChg>
        <pc:inkChg chg="add mod">
          <ac:chgData name="Christopher Aloo" userId="81d139e4-1a74-45bd-a04a-64f94c7d37c9" providerId="ADAL" clId="{2CA54C02-19BE-48F4-A31B-AFCD72BD22E3}" dt="2025-04-03T17:11:13.933" v="135"/>
          <ac:inkMkLst>
            <pc:docMk/>
            <pc:sldMk cId="1956504357" sldId="342"/>
            <ac:inkMk id="36" creationId="{3E62E93E-130E-6303-391B-5A725843D00A}"/>
          </ac:inkMkLst>
        </pc:inkChg>
        <pc:inkChg chg="add mod">
          <ac:chgData name="Christopher Aloo" userId="81d139e4-1a74-45bd-a04a-64f94c7d37c9" providerId="ADAL" clId="{2CA54C02-19BE-48F4-A31B-AFCD72BD22E3}" dt="2025-04-03T17:11:13.933" v="135"/>
          <ac:inkMkLst>
            <pc:docMk/>
            <pc:sldMk cId="1956504357" sldId="342"/>
            <ac:inkMk id="37" creationId="{CB1E69F7-D510-6277-6046-47D9D97400EF}"/>
          </ac:inkMkLst>
        </pc:inkChg>
        <pc:inkChg chg="add mod">
          <ac:chgData name="Christopher Aloo" userId="81d139e4-1a74-45bd-a04a-64f94c7d37c9" providerId="ADAL" clId="{2CA54C02-19BE-48F4-A31B-AFCD72BD22E3}" dt="2025-04-03T17:11:13.933" v="135"/>
          <ac:inkMkLst>
            <pc:docMk/>
            <pc:sldMk cId="1956504357" sldId="342"/>
            <ac:inkMk id="38" creationId="{BA802F8E-4F77-5502-D730-152168239F80}"/>
          </ac:inkMkLst>
        </pc:inkChg>
        <pc:inkChg chg="add mod">
          <ac:chgData name="Christopher Aloo" userId="81d139e4-1a74-45bd-a04a-64f94c7d37c9" providerId="ADAL" clId="{2CA54C02-19BE-48F4-A31B-AFCD72BD22E3}" dt="2025-04-03T17:11:13.933" v="135"/>
          <ac:inkMkLst>
            <pc:docMk/>
            <pc:sldMk cId="1956504357" sldId="342"/>
            <ac:inkMk id="39" creationId="{AAED2D0D-3276-BA8A-6547-8D66564FFCCB}"/>
          </ac:inkMkLst>
        </pc:inkChg>
        <pc:inkChg chg="add mod">
          <ac:chgData name="Christopher Aloo" userId="81d139e4-1a74-45bd-a04a-64f94c7d37c9" providerId="ADAL" clId="{2CA54C02-19BE-48F4-A31B-AFCD72BD22E3}" dt="2025-04-03T17:11:13.933" v="135"/>
          <ac:inkMkLst>
            <pc:docMk/>
            <pc:sldMk cId="1956504357" sldId="342"/>
            <ac:inkMk id="41" creationId="{F4B86C6C-DD0F-B993-4A08-BA9584FED860}"/>
          </ac:inkMkLst>
        </pc:inkChg>
        <pc:inkChg chg="add mod">
          <ac:chgData name="Christopher Aloo" userId="81d139e4-1a74-45bd-a04a-64f94c7d37c9" providerId="ADAL" clId="{2CA54C02-19BE-48F4-A31B-AFCD72BD22E3}" dt="2025-04-03T17:11:16.665" v="138"/>
          <ac:inkMkLst>
            <pc:docMk/>
            <pc:sldMk cId="1956504357" sldId="342"/>
            <ac:inkMk id="43" creationId="{5F4B5A3C-A4BE-6F81-408B-25CB2875CB8F}"/>
          </ac:inkMkLst>
        </pc:inkChg>
        <pc:inkChg chg="add mod">
          <ac:chgData name="Christopher Aloo" userId="81d139e4-1a74-45bd-a04a-64f94c7d37c9" providerId="ADAL" clId="{2CA54C02-19BE-48F4-A31B-AFCD72BD22E3}" dt="2025-04-03T17:11:16.665" v="138"/>
          <ac:inkMkLst>
            <pc:docMk/>
            <pc:sldMk cId="1956504357" sldId="342"/>
            <ac:inkMk id="44" creationId="{BA5BA66B-CEFB-979E-8373-284E3E5445DE}"/>
          </ac:inkMkLst>
        </pc:inkChg>
        <pc:inkChg chg="add mod">
          <ac:chgData name="Christopher Aloo" userId="81d139e4-1a74-45bd-a04a-64f94c7d37c9" providerId="ADAL" clId="{2CA54C02-19BE-48F4-A31B-AFCD72BD22E3}" dt="2025-04-03T17:11:19.991" v="143"/>
          <ac:inkMkLst>
            <pc:docMk/>
            <pc:sldMk cId="1956504357" sldId="342"/>
            <ac:inkMk id="46" creationId="{56159146-CB99-AC36-C09C-25B0862C33FF}"/>
          </ac:inkMkLst>
        </pc:inkChg>
        <pc:inkChg chg="add mod">
          <ac:chgData name="Christopher Aloo" userId="81d139e4-1a74-45bd-a04a-64f94c7d37c9" providerId="ADAL" clId="{2CA54C02-19BE-48F4-A31B-AFCD72BD22E3}" dt="2025-04-03T17:11:19.991" v="143"/>
          <ac:inkMkLst>
            <pc:docMk/>
            <pc:sldMk cId="1956504357" sldId="342"/>
            <ac:inkMk id="47" creationId="{74D2E235-7B6D-E79D-D761-2FE0CC060AAC}"/>
          </ac:inkMkLst>
        </pc:inkChg>
        <pc:inkChg chg="add mod">
          <ac:chgData name="Christopher Aloo" userId="81d139e4-1a74-45bd-a04a-64f94c7d37c9" providerId="ADAL" clId="{2CA54C02-19BE-48F4-A31B-AFCD72BD22E3}" dt="2025-04-03T17:11:25.067" v="153"/>
          <ac:inkMkLst>
            <pc:docMk/>
            <pc:sldMk cId="1956504357" sldId="342"/>
            <ac:inkMk id="48" creationId="{9D7B2FC6-466D-C07B-6ECE-FC64C8197B98}"/>
          </ac:inkMkLst>
        </pc:inkChg>
        <pc:inkChg chg="add mod">
          <ac:chgData name="Christopher Aloo" userId="81d139e4-1a74-45bd-a04a-64f94c7d37c9" providerId="ADAL" clId="{2CA54C02-19BE-48F4-A31B-AFCD72BD22E3}" dt="2025-04-03T17:11:25.067" v="153"/>
          <ac:inkMkLst>
            <pc:docMk/>
            <pc:sldMk cId="1956504357" sldId="342"/>
            <ac:inkMk id="49" creationId="{CB8C0477-83E5-B009-3C51-573953A80FD6}"/>
          </ac:inkMkLst>
        </pc:inkChg>
        <pc:inkChg chg="add mod">
          <ac:chgData name="Christopher Aloo" userId="81d139e4-1a74-45bd-a04a-64f94c7d37c9" providerId="ADAL" clId="{2CA54C02-19BE-48F4-A31B-AFCD72BD22E3}" dt="2025-04-03T17:11:25.067" v="153"/>
          <ac:inkMkLst>
            <pc:docMk/>
            <pc:sldMk cId="1956504357" sldId="342"/>
            <ac:inkMk id="51" creationId="{5FA25000-E547-3788-D7D2-F10C657E1370}"/>
          </ac:inkMkLst>
        </pc:inkChg>
        <pc:inkChg chg="add mod">
          <ac:chgData name="Christopher Aloo" userId="81d139e4-1a74-45bd-a04a-64f94c7d37c9" providerId="ADAL" clId="{2CA54C02-19BE-48F4-A31B-AFCD72BD22E3}" dt="2025-04-03T17:11:25.067" v="153"/>
          <ac:inkMkLst>
            <pc:docMk/>
            <pc:sldMk cId="1956504357" sldId="342"/>
            <ac:inkMk id="52" creationId="{8DE70709-5EBB-F745-85E2-EAC7078805B2}"/>
          </ac:inkMkLst>
        </pc:inkChg>
        <pc:inkChg chg="add">
          <ac:chgData name="Christopher Aloo" userId="81d139e4-1a74-45bd-a04a-64f94c7d37c9" providerId="ADAL" clId="{2CA54C02-19BE-48F4-A31B-AFCD72BD22E3}" dt="2025-04-03T17:11:21.646" v="146" actId="9405"/>
          <ac:inkMkLst>
            <pc:docMk/>
            <pc:sldMk cId="1956504357" sldId="342"/>
            <ac:inkMk id="53" creationId="{E648747D-CB11-00A3-B08C-1D60C3F8C662}"/>
          </ac:inkMkLst>
        </pc:inkChg>
        <pc:inkChg chg="add">
          <ac:chgData name="Christopher Aloo" userId="81d139e4-1a74-45bd-a04a-64f94c7d37c9" providerId="ADAL" clId="{2CA54C02-19BE-48F4-A31B-AFCD72BD22E3}" dt="2025-04-03T17:11:22.270" v="147" actId="9405"/>
          <ac:inkMkLst>
            <pc:docMk/>
            <pc:sldMk cId="1956504357" sldId="342"/>
            <ac:inkMk id="54" creationId="{F1C1B744-0E6D-30DD-6F60-CD22296B7C6D}"/>
          </ac:inkMkLst>
        </pc:inkChg>
        <pc:inkChg chg="add mod">
          <ac:chgData name="Christopher Aloo" userId="81d139e4-1a74-45bd-a04a-64f94c7d37c9" providerId="ADAL" clId="{2CA54C02-19BE-48F4-A31B-AFCD72BD22E3}" dt="2025-04-03T17:11:25.067" v="153"/>
          <ac:inkMkLst>
            <pc:docMk/>
            <pc:sldMk cId="1956504357" sldId="342"/>
            <ac:inkMk id="55" creationId="{8A5D3712-5249-4024-8224-2A7ABA47A2AC}"/>
          </ac:inkMkLst>
        </pc:inkChg>
        <pc:inkChg chg="add mod">
          <ac:chgData name="Christopher Aloo" userId="81d139e4-1a74-45bd-a04a-64f94c7d37c9" providerId="ADAL" clId="{2CA54C02-19BE-48F4-A31B-AFCD72BD22E3}" dt="2025-04-03T17:11:25.067" v="153"/>
          <ac:inkMkLst>
            <pc:docMk/>
            <pc:sldMk cId="1956504357" sldId="342"/>
            <ac:inkMk id="56" creationId="{D7D7E639-0598-99E8-31EB-F557224C38E3}"/>
          </ac:inkMkLst>
        </pc:inkChg>
        <pc:inkChg chg="add">
          <ac:chgData name="Christopher Aloo" userId="81d139e4-1a74-45bd-a04a-64f94c7d37c9" providerId="ADAL" clId="{2CA54C02-19BE-48F4-A31B-AFCD72BD22E3}" dt="2025-04-03T17:11:23.793" v="150" actId="9405"/>
          <ac:inkMkLst>
            <pc:docMk/>
            <pc:sldMk cId="1956504357" sldId="342"/>
            <ac:inkMk id="57" creationId="{39AB0DD3-2438-6A79-7908-574F13FB7BE2}"/>
          </ac:inkMkLst>
        </pc:inkChg>
        <pc:inkChg chg="add">
          <ac:chgData name="Christopher Aloo" userId="81d139e4-1a74-45bd-a04a-64f94c7d37c9" providerId="ADAL" clId="{2CA54C02-19BE-48F4-A31B-AFCD72BD22E3}" dt="2025-04-03T17:11:24.059" v="151" actId="9405"/>
          <ac:inkMkLst>
            <pc:docMk/>
            <pc:sldMk cId="1956504357" sldId="342"/>
            <ac:inkMk id="58" creationId="{A81C3779-1580-089C-7BA5-96EB2F9C6C68}"/>
          </ac:inkMkLst>
        </pc:inkChg>
        <pc:inkChg chg="add mod">
          <ac:chgData name="Christopher Aloo" userId="81d139e4-1a74-45bd-a04a-64f94c7d37c9" providerId="ADAL" clId="{2CA54C02-19BE-48F4-A31B-AFCD72BD22E3}" dt="2025-04-03T17:11:25.067" v="153"/>
          <ac:inkMkLst>
            <pc:docMk/>
            <pc:sldMk cId="1956504357" sldId="342"/>
            <ac:inkMk id="59" creationId="{C1EAD9E9-ED4E-36F9-8122-A7074C3C946E}"/>
          </ac:inkMkLst>
        </pc:inkChg>
        <pc:inkChg chg="add mod">
          <ac:chgData name="Christopher Aloo" userId="81d139e4-1a74-45bd-a04a-64f94c7d37c9" providerId="ADAL" clId="{2CA54C02-19BE-48F4-A31B-AFCD72BD22E3}" dt="2025-04-03T17:11:32.832" v="156"/>
          <ac:inkMkLst>
            <pc:docMk/>
            <pc:sldMk cId="1956504357" sldId="342"/>
            <ac:inkMk id="62" creationId="{BF619A94-EAB6-E031-3A52-DD5E087FADAC}"/>
          </ac:inkMkLst>
        </pc:inkChg>
        <pc:inkChg chg="add mod">
          <ac:chgData name="Christopher Aloo" userId="81d139e4-1a74-45bd-a04a-64f94c7d37c9" providerId="ADAL" clId="{2CA54C02-19BE-48F4-A31B-AFCD72BD22E3}" dt="2025-04-03T17:11:32.832" v="156"/>
          <ac:inkMkLst>
            <pc:docMk/>
            <pc:sldMk cId="1956504357" sldId="342"/>
            <ac:inkMk id="63" creationId="{CB0CD474-EF82-1023-8E2A-CF24AC6140C6}"/>
          </ac:inkMkLst>
        </pc:inkChg>
        <pc:inkChg chg="add">
          <ac:chgData name="Christopher Aloo" userId="81d139e4-1a74-45bd-a04a-64f94c7d37c9" providerId="ADAL" clId="{2CA54C02-19BE-48F4-A31B-AFCD72BD22E3}" dt="2025-04-03T17:11:33.329" v="157" actId="9405"/>
          <ac:inkMkLst>
            <pc:docMk/>
            <pc:sldMk cId="1956504357" sldId="342"/>
            <ac:inkMk id="65" creationId="{84F05B62-56A7-688E-21BA-6C87C33F17FA}"/>
          </ac:inkMkLst>
        </pc:inkChg>
        <pc:inkChg chg="add mod">
          <ac:chgData name="Christopher Aloo" userId="81d139e4-1a74-45bd-a04a-64f94c7d37c9" providerId="ADAL" clId="{2CA54C02-19BE-48F4-A31B-AFCD72BD22E3}" dt="2025-04-03T17:11:38.392" v="166"/>
          <ac:inkMkLst>
            <pc:docMk/>
            <pc:sldMk cId="1956504357" sldId="342"/>
            <ac:inkMk id="66" creationId="{7C63B925-B2C0-2C83-5C70-31FF9D00EE0E}"/>
          </ac:inkMkLst>
        </pc:inkChg>
        <pc:inkChg chg="add mod">
          <ac:chgData name="Christopher Aloo" userId="81d139e4-1a74-45bd-a04a-64f94c7d37c9" providerId="ADAL" clId="{2CA54C02-19BE-48F4-A31B-AFCD72BD22E3}" dt="2025-04-03T17:11:38.392" v="166"/>
          <ac:inkMkLst>
            <pc:docMk/>
            <pc:sldMk cId="1956504357" sldId="342"/>
            <ac:inkMk id="67" creationId="{3BDAE318-2EF5-B341-BE4C-646BB7CA8BE8}"/>
          </ac:inkMkLst>
        </pc:inkChg>
        <pc:inkChg chg="add mod">
          <ac:chgData name="Christopher Aloo" userId="81d139e4-1a74-45bd-a04a-64f94c7d37c9" providerId="ADAL" clId="{2CA54C02-19BE-48F4-A31B-AFCD72BD22E3}" dt="2025-04-03T17:11:38.392" v="166"/>
          <ac:inkMkLst>
            <pc:docMk/>
            <pc:sldMk cId="1956504357" sldId="342"/>
            <ac:inkMk id="68" creationId="{A4AB2E58-A9CA-23E0-9319-49D46797E164}"/>
          </ac:inkMkLst>
        </pc:inkChg>
        <pc:inkChg chg="add">
          <ac:chgData name="Christopher Aloo" userId="81d139e4-1a74-45bd-a04a-64f94c7d37c9" providerId="ADAL" clId="{2CA54C02-19BE-48F4-A31B-AFCD72BD22E3}" dt="2025-04-03T17:11:36.425" v="161" actId="9405"/>
          <ac:inkMkLst>
            <pc:docMk/>
            <pc:sldMk cId="1956504357" sldId="342"/>
            <ac:inkMk id="69" creationId="{4D4B39BD-9111-6FBC-B72E-11EBEA9E959C}"/>
          </ac:inkMkLst>
        </pc:inkChg>
        <pc:inkChg chg="add mod">
          <ac:chgData name="Christopher Aloo" userId="81d139e4-1a74-45bd-a04a-64f94c7d37c9" providerId="ADAL" clId="{2CA54C02-19BE-48F4-A31B-AFCD72BD22E3}" dt="2025-04-03T17:11:38.392" v="166"/>
          <ac:inkMkLst>
            <pc:docMk/>
            <pc:sldMk cId="1956504357" sldId="342"/>
            <ac:inkMk id="70" creationId="{D81B0B82-4CAB-A4AE-679D-53E5FB11EA36}"/>
          </ac:inkMkLst>
        </pc:inkChg>
        <pc:inkChg chg="add mod">
          <ac:chgData name="Christopher Aloo" userId="81d139e4-1a74-45bd-a04a-64f94c7d37c9" providerId="ADAL" clId="{2CA54C02-19BE-48F4-A31B-AFCD72BD22E3}" dt="2025-04-03T17:11:38.392" v="166"/>
          <ac:inkMkLst>
            <pc:docMk/>
            <pc:sldMk cId="1956504357" sldId="342"/>
            <ac:inkMk id="71" creationId="{7D23BB12-DB72-AE89-2B8B-42E3A85C5297}"/>
          </ac:inkMkLst>
        </pc:inkChg>
        <pc:inkChg chg="add mod">
          <ac:chgData name="Christopher Aloo" userId="81d139e4-1a74-45bd-a04a-64f94c7d37c9" providerId="ADAL" clId="{2CA54C02-19BE-48F4-A31B-AFCD72BD22E3}" dt="2025-04-03T17:11:38.392" v="166"/>
          <ac:inkMkLst>
            <pc:docMk/>
            <pc:sldMk cId="1956504357" sldId="342"/>
            <ac:inkMk id="72" creationId="{8B690C21-B009-BD3F-CCEE-DE51FC6D61EB}"/>
          </ac:inkMkLst>
        </pc:inkChg>
        <pc:inkChg chg="add mod">
          <ac:chgData name="Christopher Aloo" userId="81d139e4-1a74-45bd-a04a-64f94c7d37c9" providerId="ADAL" clId="{2CA54C02-19BE-48F4-A31B-AFCD72BD22E3}" dt="2025-04-03T17:11:38.392" v="166"/>
          <ac:inkMkLst>
            <pc:docMk/>
            <pc:sldMk cId="1956504357" sldId="342"/>
            <ac:inkMk id="73" creationId="{B4607785-18DE-98F4-6D78-8AB62E0F896E}"/>
          </ac:inkMkLst>
        </pc:inkChg>
        <pc:inkChg chg="add mod">
          <ac:chgData name="Christopher Aloo" userId="81d139e4-1a74-45bd-a04a-64f94c7d37c9" providerId="ADAL" clId="{2CA54C02-19BE-48F4-A31B-AFCD72BD22E3}" dt="2025-04-03T17:11:43.268" v="179"/>
          <ac:inkMkLst>
            <pc:docMk/>
            <pc:sldMk cId="1956504357" sldId="342"/>
            <ac:inkMk id="77" creationId="{1796492D-DF6E-9C38-409A-40A67B6880EB}"/>
          </ac:inkMkLst>
        </pc:inkChg>
        <pc:inkChg chg="add mod">
          <ac:chgData name="Christopher Aloo" userId="81d139e4-1a74-45bd-a04a-64f94c7d37c9" providerId="ADAL" clId="{2CA54C02-19BE-48F4-A31B-AFCD72BD22E3}" dt="2025-04-03T17:11:43.268" v="179"/>
          <ac:inkMkLst>
            <pc:docMk/>
            <pc:sldMk cId="1956504357" sldId="342"/>
            <ac:inkMk id="78" creationId="{4691D430-D3F5-F635-1B93-032751BDA076}"/>
          </ac:inkMkLst>
        </pc:inkChg>
        <pc:inkChg chg="add mod">
          <ac:chgData name="Christopher Aloo" userId="81d139e4-1a74-45bd-a04a-64f94c7d37c9" providerId="ADAL" clId="{2CA54C02-19BE-48F4-A31B-AFCD72BD22E3}" dt="2025-04-03T17:11:41.040" v="173"/>
          <ac:inkMkLst>
            <pc:docMk/>
            <pc:sldMk cId="1956504357" sldId="342"/>
            <ac:inkMk id="79" creationId="{D6C3D941-EA13-D3D6-D6E0-643EB7779454}"/>
          </ac:inkMkLst>
        </pc:inkChg>
        <pc:inkChg chg="add mod">
          <ac:chgData name="Christopher Aloo" userId="81d139e4-1a74-45bd-a04a-64f94c7d37c9" providerId="ADAL" clId="{2CA54C02-19BE-48F4-A31B-AFCD72BD22E3}" dt="2025-04-03T17:11:41.040" v="173"/>
          <ac:inkMkLst>
            <pc:docMk/>
            <pc:sldMk cId="1956504357" sldId="342"/>
            <ac:inkMk id="80" creationId="{A9F62A67-3D51-72C8-406B-A33518B5B08E}"/>
          </ac:inkMkLst>
        </pc:inkChg>
        <pc:inkChg chg="add mod">
          <ac:chgData name="Christopher Aloo" userId="81d139e4-1a74-45bd-a04a-64f94c7d37c9" providerId="ADAL" clId="{2CA54C02-19BE-48F4-A31B-AFCD72BD22E3}" dt="2025-04-03T17:11:41.040" v="173"/>
          <ac:inkMkLst>
            <pc:docMk/>
            <pc:sldMk cId="1956504357" sldId="342"/>
            <ac:inkMk id="81" creationId="{AE04D010-8EEC-8002-9561-C83F5712BF47}"/>
          </ac:inkMkLst>
        </pc:inkChg>
        <pc:inkChg chg="add mod">
          <ac:chgData name="Christopher Aloo" userId="81d139e4-1a74-45bd-a04a-64f94c7d37c9" providerId="ADAL" clId="{2CA54C02-19BE-48F4-A31B-AFCD72BD22E3}" dt="2025-04-03T17:11:41.040" v="173"/>
          <ac:inkMkLst>
            <pc:docMk/>
            <pc:sldMk cId="1956504357" sldId="342"/>
            <ac:inkMk id="82" creationId="{F79E449C-6BD5-A791-B025-42C55E50A50A}"/>
          </ac:inkMkLst>
        </pc:inkChg>
        <pc:inkChg chg="add mod">
          <ac:chgData name="Christopher Aloo" userId="81d139e4-1a74-45bd-a04a-64f94c7d37c9" providerId="ADAL" clId="{2CA54C02-19BE-48F4-A31B-AFCD72BD22E3}" dt="2025-04-03T17:11:43.268" v="179"/>
          <ac:inkMkLst>
            <pc:docMk/>
            <pc:sldMk cId="1956504357" sldId="342"/>
            <ac:inkMk id="85" creationId="{4B8ACD56-1643-6176-E3DA-B0EAED567A8C}"/>
          </ac:inkMkLst>
        </pc:inkChg>
        <pc:inkChg chg="add mod">
          <ac:chgData name="Christopher Aloo" userId="81d139e4-1a74-45bd-a04a-64f94c7d37c9" providerId="ADAL" clId="{2CA54C02-19BE-48F4-A31B-AFCD72BD22E3}" dt="2025-04-03T17:11:43.268" v="179"/>
          <ac:inkMkLst>
            <pc:docMk/>
            <pc:sldMk cId="1956504357" sldId="342"/>
            <ac:inkMk id="86" creationId="{E9E7CB07-E69C-52BF-DB1E-00898A7EE9F8}"/>
          </ac:inkMkLst>
        </pc:inkChg>
        <pc:inkChg chg="add mod">
          <ac:chgData name="Christopher Aloo" userId="81d139e4-1a74-45bd-a04a-64f94c7d37c9" providerId="ADAL" clId="{2CA54C02-19BE-48F4-A31B-AFCD72BD22E3}" dt="2025-04-03T17:11:43.268" v="179"/>
          <ac:inkMkLst>
            <pc:docMk/>
            <pc:sldMk cId="1956504357" sldId="342"/>
            <ac:inkMk id="87" creationId="{3DD9FF6C-E583-479D-DC57-67407921A290}"/>
          </ac:inkMkLst>
        </pc:inkChg>
        <pc:inkChg chg="add mod">
          <ac:chgData name="Christopher Aloo" userId="81d139e4-1a74-45bd-a04a-64f94c7d37c9" providerId="ADAL" clId="{2CA54C02-19BE-48F4-A31B-AFCD72BD22E3}" dt="2025-04-03T17:11:43.268" v="179"/>
          <ac:inkMkLst>
            <pc:docMk/>
            <pc:sldMk cId="1956504357" sldId="342"/>
            <ac:inkMk id="88" creationId="{6533ACA0-F368-24FD-B759-089F6015F424}"/>
          </ac:inkMkLst>
        </pc:inkChg>
        <pc:inkChg chg="add mod">
          <ac:chgData name="Christopher Aloo" userId="81d139e4-1a74-45bd-a04a-64f94c7d37c9" providerId="ADAL" clId="{2CA54C02-19BE-48F4-A31B-AFCD72BD22E3}" dt="2025-04-03T17:11:43.268" v="179"/>
          <ac:inkMkLst>
            <pc:docMk/>
            <pc:sldMk cId="1956504357" sldId="342"/>
            <ac:inkMk id="89" creationId="{FD3D9D41-3EA7-232A-3EEE-89F638058ADB}"/>
          </ac:inkMkLst>
        </pc:inkChg>
        <pc:inkChg chg="add mod">
          <ac:chgData name="Christopher Aloo" userId="81d139e4-1a74-45bd-a04a-64f94c7d37c9" providerId="ADAL" clId="{2CA54C02-19BE-48F4-A31B-AFCD72BD22E3}" dt="2025-04-03T17:11:51.190" v="188"/>
          <ac:inkMkLst>
            <pc:docMk/>
            <pc:sldMk cId="1956504357" sldId="342"/>
            <ac:inkMk id="92" creationId="{F0B1BAA0-6D2E-3382-04B1-2358C278BABD}"/>
          </ac:inkMkLst>
        </pc:inkChg>
        <pc:inkChg chg="add mod">
          <ac:chgData name="Christopher Aloo" userId="81d139e4-1a74-45bd-a04a-64f94c7d37c9" providerId="ADAL" clId="{2CA54C02-19BE-48F4-A31B-AFCD72BD22E3}" dt="2025-04-03T17:11:51.190" v="188"/>
          <ac:inkMkLst>
            <pc:docMk/>
            <pc:sldMk cId="1956504357" sldId="342"/>
            <ac:inkMk id="93" creationId="{11F84F0F-EBF3-A256-4CF5-F0A59C2C3D63}"/>
          </ac:inkMkLst>
        </pc:inkChg>
        <pc:inkChg chg="add mod">
          <ac:chgData name="Christopher Aloo" userId="81d139e4-1a74-45bd-a04a-64f94c7d37c9" providerId="ADAL" clId="{2CA54C02-19BE-48F4-A31B-AFCD72BD22E3}" dt="2025-04-03T17:11:51.190" v="188"/>
          <ac:inkMkLst>
            <pc:docMk/>
            <pc:sldMk cId="1956504357" sldId="342"/>
            <ac:inkMk id="95" creationId="{3E44F528-0139-0824-B04E-81BE9A310B47}"/>
          </ac:inkMkLst>
        </pc:inkChg>
        <pc:inkChg chg="add mod">
          <ac:chgData name="Christopher Aloo" userId="81d139e4-1a74-45bd-a04a-64f94c7d37c9" providerId="ADAL" clId="{2CA54C02-19BE-48F4-A31B-AFCD72BD22E3}" dt="2025-04-03T17:11:51.190" v="188"/>
          <ac:inkMkLst>
            <pc:docMk/>
            <pc:sldMk cId="1956504357" sldId="342"/>
            <ac:inkMk id="96" creationId="{F8EF1A2C-5615-38B0-B44C-D9C760765852}"/>
          </ac:inkMkLst>
        </pc:inkChg>
        <pc:inkChg chg="add mod">
          <ac:chgData name="Christopher Aloo" userId="81d139e4-1a74-45bd-a04a-64f94c7d37c9" providerId="ADAL" clId="{2CA54C02-19BE-48F4-A31B-AFCD72BD22E3}" dt="2025-04-03T17:11:51.190" v="188"/>
          <ac:inkMkLst>
            <pc:docMk/>
            <pc:sldMk cId="1956504357" sldId="342"/>
            <ac:inkMk id="97" creationId="{7CF22F63-535F-B9B0-35CC-52119166F8E9}"/>
          </ac:inkMkLst>
        </pc:inkChg>
        <pc:inkChg chg="add mod">
          <ac:chgData name="Christopher Aloo" userId="81d139e4-1a74-45bd-a04a-64f94c7d37c9" providerId="ADAL" clId="{2CA54C02-19BE-48F4-A31B-AFCD72BD22E3}" dt="2025-04-03T17:11:51.190" v="188"/>
          <ac:inkMkLst>
            <pc:docMk/>
            <pc:sldMk cId="1956504357" sldId="342"/>
            <ac:inkMk id="99" creationId="{DB2BAC70-99E4-E694-E4D3-EF1C622AACB6}"/>
          </ac:inkMkLst>
        </pc:inkChg>
        <pc:inkChg chg="add mod">
          <ac:chgData name="Christopher Aloo" userId="81d139e4-1a74-45bd-a04a-64f94c7d37c9" providerId="ADAL" clId="{2CA54C02-19BE-48F4-A31B-AFCD72BD22E3}" dt="2025-04-03T17:11:58.572" v="195"/>
          <ac:inkMkLst>
            <pc:docMk/>
            <pc:sldMk cId="1956504357" sldId="342"/>
            <ac:inkMk id="101" creationId="{5647C158-26EF-1E0E-2ED8-1A628E9D22A0}"/>
          </ac:inkMkLst>
        </pc:inkChg>
        <pc:inkChg chg="add mod">
          <ac:chgData name="Christopher Aloo" userId="81d139e4-1a74-45bd-a04a-64f94c7d37c9" providerId="ADAL" clId="{2CA54C02-19BE-48F4-A31B-AFCD72BD22E3}" dt="2025-04-03T17:11:58.572" v="195"/>
          <ac:inkMkLst>
            <pc:docMk/>
            <pc:sldMk cId="1956504357" sldId="342"/>
            <ac:inkMk id="102" creationId="{D4CB4C9F-A967-79A1-336D-1C8D067C50C2}"/>
          </ac:inkMkLst>
        </pc:inkChg>
        <pc:inkChg chg="add mod">
          <ac:chgData name="Christopher Aloo" userId="81d139e4-1a74-45bd-a04a-64f94c7d37c9" providerId="ADAL" clId="{2CA54C02-19BE-48F4-A31B-AFCD72BD22E3}" dt="2025-04-03T17:11:58.572" v="195"/>
          <ac:inkMkLst>
            <pc:docMk/>
            <pc:sldMk cId="1956504357" sldId="342"/>
            <ac:inkMk id="104" creationId="{FC9F9751-3E7A-1A06-7792-850A82720B8E}"/>
          </ac:inkMkLst>
        </pc:inkChg>
        <pc:inkChg chg="add mod">
          <ac:chgData name="Christopher Aloo" userId="81d139e4-1a74-45bd-a04a-64f94c7d37c9" providerId="ADAL" clId="{2CA54C02-19BE-48F4-A31B-AFCD72BD22E3}" dt="2025-04-03T17:11:58.572" v="195"/>
          <ac:inkMkLst>
            <pc:docMk/>
            <pc:sldMk cId="1956504357" sldId="342"/>
            <ac:inkMk id="105" creationId="{ECDF1755-9171-2BBE-E0AE-BD8B608D5926}"/>
          </ac:inkMkLst>
        </pc:inkChg>
        <pc:inkChg chg="add mod">
          <ac:chgData name="Christopher Aloo" userId="81d139e4-1a74-45bd-a04a-64f94c7d37c9" providerId="ADAL" clId="{2CA54C02-19BE-48F4-A31B-AFCD72BD22E3}" dt="2025-04-03T17:11:58.572" v="195"/>
          <ac:inkMkLst>
            <pc:docMk/>
            <pc:sldMk cId="1956504357" sldId="342"/>
            <ac:inkMk id="106" creationId="{9E5D6AF2-E7E4-8D25-034D-B8F81FB06A91}"/>
          </ac:inkMkLst>
        </pc:inkChg>
        <pc:inkChg chg="add">
          <ac:chgData name="Christopher Aloo" userId="81d139e4-1a74-45bd-a04a-64f94c7d37c9" providerId="ADAL" clId="{2CA54C02-19BE-48F4-A31B-AFCD72BD22E3}" dt="2025-04-03T17:11:59.121" v="196" actId="9405"/>
          <ac:inkMkLst>
            <pc:docMk/>
            <pc:sldMk cId="1956504357" sldId="342"/>
            <ac:inkMk id="108" creationId="{123DA0FB-7F5C-DC6F-EADD-C1D52C8A2385}"/>
          </ac:inkMkLst>
        </pc:inkChg>
      </pc:sldChg>
      <pc:sldChg chg="addSp delSp modSp add mod">
        <pc:chgData name="Christopher Aloo" userId="81d139e4-1a74-45bd-a04a-64f94c7d37c9" providerId="ADAL" clId="{2CA54C02-19BE-48F4-A31B-AFCD72BD22E3}" dt="2025-04-03T17:24:21.973" v="530"/>
        <pc:sldMkLst>
          <pc:docMk/>
          <pc:sldMk cId="1617937393" sldId="343"/>
        </pc:sldMkLst>
        <pc:grpChg chg="del">
          <ac:chgData name="Christopher Aloo" userId="81d139e4-1a74-45bd-a04a-64f94c7d37c9" providerId="ADAL" clId="{2CA54C02-19BE-48F4-A31B-AFCD72BD22E3}" dt="2025-04-03T17:12:13.779" v="198" actId="478"/>
          <ac:grpSpMkLst>
            <pc:docMk/>
            <pc:sldMk cId="1617937393" sldId="343"/>
            <ac:grpSpMk id="18" creationId="{6BB3B39D-21CA-FA97-8737-0D61625C72E1}"/>
          </ac:grpSpMkLst>
        </pc:grpChg>
        <pc:grpChg chg="del">
          <ac:chgData name="Christopher Aloo" userId="81d139e4-1a74-45bd-a04a-64f94c7d37c9" providerId="ADAL" clId="{2CA54C02-19BE-48F4-A31B-AFCD72BD22E3}" dt="2025-04-03T17:12:13.779" v="198" actId="478"/>
          <ac:grpSpMkLst>
            <pc:docMk/>
            <pc:sldMk cId="1617937393" sldId="343"/>
            <ac:grpSpMk id="19" creationId="{753CA49A-E450-1027-1857-6340039337AC}"/>
          </ac:grpSpMkLst>
        </pc:grpChg>
        <pc:grpChg chg="del">
          <ac:chgData name="Christopher Aloo" userId="81d139e4-1a74-45bd-a04a-64f94c7d37c9" providerId="ADAL" clId="{2CA54C02-19BE-48F4-A31B-AFCD72BD22E3}" dt="2025-04-03T17:12:13.779" v="198" actId="478"/>
          <ac:grpSpMkLst>
            <pc:docMk/>
            <pc:sldMk cId="1617937393" sldId="343"/>
            <ac:grpSpMk id="34" creationId="{C8173472-CA85-D1AC-497D-FDD4284DBFBF}"/>
          </ac:grpSpMkLst>
        </pc:grpChg>
        <pc:grpChg chg="del">
          <ac:chgData name="Christopher Aloo" userId="81d139e4-1a74-45bd-a04a-64f94c7d37c9" providerId="ADAL" clId="{2CA54C02-19BE-48F4-A31B-AFCD72BD22E3}" dt="2025-04-03T17:12:13.779" v="198" actId="478"/>
          <ac:grpSpMkLst>
            <pc:docMk/>
            <pc:sldMk cId="1617937393" sldId="343"/>
            <ac:grpSpMk id="35" creationId="{849B1F39-8353-E597-7A59-376981630FC1}"/>
          </ac:grpSpMkLst>
        </pc:grpChg>
        <pc:grpChg chg="del">
          <ac:chgData name="Christopher Aloo" userId="81d139e4-1a74-45bd-a04a-64f94c7d37c9" providerId="ADAL" clId="{2CA54C02-19BE-48F4-A31B-AFCD72BD22E3}" dt="2025-04-03T17:12:13.779" v="198" actId="478"/>
          <ac:grpSpMkLst>
            <pc:docMk/>
            <pc:sldMk cId="1617937393" sldId="343"/>
            <ac:grpSpMk id="42" creationId="{44EC339F-63F7-663A-15B5-F0915A5CCBAF}"/>
          </ac:grpSpMkLst>
        </pc:grpChg>
        <pc:grpChg chg="del">
          <ac:chgData name="Christopher Aloo" userId="81d139e4-1a74-45bd-a04a-64f94c7d37c9" providerId="ADAL" clId="{2CA54C02-19BE-48F4-A31B-AFCD72BD22E3}" dt="2025-04-03T17:12:13.779" v="198" actId="478"/>
          <ac:grpSpMkLst>
            <pc:docMk/>
            <pc:sldMk cId="1617937393" sldId="343"/>
            <ac:grpSpMk id="60" creationId="{C9549ED8-D5FA-5813-50B7-6317AAF486F1}"/>
          </ac:grpSpMkLst>
        </pc:grpChg>
        <pc:grpChg chg="del">
          <ac:chgData name="Christopher Aloo" userId="81d139e4-1a74-45bd-a04a-64f94c7d37c9" providerId="ADAL" clId="{2CA54C02-19BE-48F4-A31B-AFCD72BD22E3}" dt="2025-04-03T17:12:13.779" v="198" actId="478"/>
          <ac:grpSpMkLst>
            <pc:docMk/>
            <pc:sldMk cId="1617937393" sldId="343"/>
            <ac:grpSpMk id="61" creationId="{B02A2F40-BD73-3223-EF20-8193EF75BB4F}"/>
          </ac:grpSpMkLst>
        </pc:grpChg>
        <pc:grpChg chg="del">
          <ac:chgData name="Christopher Aloo" userId="81d139e4-1a74-45bd-a04a-64f94c7d37c9" providerId="ADAL" clId="{2CA54C02-19BE-48F4-A31B-AFCD72BD22E3}" dt="2025-04-03T17:12:13.779" v="198" actId="478"/>
          <ac:grpSpMkLst>
            <pc:docMk/>
            <pc:sldMk cId="1617937393" sldId="343"/>
            <ac:grpSpMk id="64" creationId="{7875E318-033B-B831-4CC3-02CE68340157}"/>
          </ac:grpSpMkLst>
        </pc:grpChg>
        <pc:grpChg chg="del">
          <ac:chgData name="Christopher Aloo" userId="81d139e4-1a74-45bd-a04a-64f94c7d37c9" providerId="ADAL" clId="{2CA54C02-19BE-48F4-A31B-AFCD72BD22E3}" dt="2025-04-03T17:12:13.779" v="198" actId="478"/>
          <ac:grpSpMkLst>
            <pc:docMk/>
            <pc:sldMk cId="1617937393" sldId="343"/>
            <ac:grpSpMk id="74" creationId="{11B2A2F4-DE88-261C-00CD-787E2802452F}"/>
          </ac:grpSpMkLst>
        </pc:grpChg>
        <pc:grpChg chg="del mod">
          <ac:chgData name="Christopher Aloo" userId="81d139e4-1a74-45bd-a04a-64f94c7d37c9" providerId="ADAL" clId="{2CA54C02-19BE-48F4-A31B-AFCD72BD22E3}" dt="2025-04-03T17:12:17.736" v="205"/>
          <ac:grpSpMkLst>
            <pc:docMk/>
            <pc:sldMk cId="1617937393" sldId="343"/>
            <ac:grpSpMk id="84" creationId="{2E207674-8023-AF9E-DE57-3A368B43FF04}"/>
          </ac:grpSpMkLst>
        </pc:grpChg>
        <pc:grpChg chg="del">
          <ac:chgData name="Christopher Aloo" userId="81d139e4-1a74-45bd-a04a-64f94c7d37c9" providerId="ADAL" clId="{2CA54C02-19BE-48F4-A31B-AFCD72BD22E3}" dt="2025-04-03T17:12:13.779" v="198" actId="478"/>
          <ac:grpSpMkLst>
            <pc:docMk/>
            <pc:sldMk cId="1617937393" sldId="343"/>
            <ac:grpSpMk id="100" creationId="{4F798EC5-D111-90D6-2D00-8F1B78B9F52E}"/>
          </ac:grpSpMkLst>
        </pc:grpChg>
        <pc:grpChg chg="mod">
          <ac:chgData name="Christopher Aloo" userId="81d139e4-1a74-45bd-a04a-64f94c7d37c9" providerId="ADAL" clId="{2CA54C02-19BE-48F4-A31B-AFCD72BD22E3}" dt="2025-04-03T17:12:17.736" v="205"/>
          <ac:grpSpMkLst>
            <pc:docMk/>
            <pc:sldMk cId="1617937393" sldId="343"/>
            <ac:grpSpMk id="103" creationId="{21FBFA38-5670-7711-ABC9-502AB6575C99}"/>
          </ac:grpSpMkLst>
        </pc:grpChg>
        <pc:grpChg chg="del mod">
          <ac:chgData name="Christopher Aloo" userId="81d139e4-1a74-45bd-a04a-64f94c7d37c9" providerId="ADAL" clId="{2CA54C02-19BE-48F4-A31B-AFCD72BD22E3}" dt="2025-04-03T17:24:08.772" v="509"/>
          <ac:grpSpMkLst>
            <pc:docMk/>
            <pc:sldMk cId="1617937393" sldId="343"/>
            <ac:grpSpMk id="111" creationId="{5164C85F-5DE6-62C6-F2F7-C20E35A8AD30}"/>
          </ac:grpSpMkLst>
        </pc:grpChg>
        <pc:grpChg chg="del mod">
          <ac:chgData name="Christopher Aloo" userId="81d139e4-1a74-45bd-a04a-64f94c7d37c9" providerId="ADAL" clId="{2CA54C02-19BE-48F4-A31B-AFCD72BD22E3}" dt="2025-04-03T17:12:46.181" v="244"/>
          <ac:grpSpMkLst>
            <pc:docMk/>
            <pc:sldMk cId="1617937393" sldId="343"/>
            <ac:grpSpMk id="116" creationId="{06F2BAA6-BDCD-02AB-2B89-EA0DC6F85539}"/>
          </ac:grpSpMkLst>
        </pc:grpChg>
        <pc:grpChg chg="del mod">
          <ac:chgData name="Christopher Aloo" userId="81d139e4-1a74-45bd-a04a-64f94c7d37c9" providerId="ADAL" clId="{2CA54C02-19BE-48F4-A31B-AFCD72BD22E3}" dt="2025-04-03T17:12:58.055" v="264"/>
          <ac:grpSpMkLst>
            <pc:docMk/>
            <pc:sldMk cId="1617937393" sldId="343"/>
            <ac:grpSpMk id="125" creationId="{12D758A3-CE1B-EC5C-78FC-8BE9A6DBCDEA}"/>
          </ac:grpSpMkLst>
        </pc:grpChg>
        <pc:grpChg chg="del mod">
          <ac:chgData name="Christopher Aloo" userId="81d139e4-1a74-45bd-a04a-64f94c7d37c9" providerId="ADAL" clId="{2CA54C02-19BE-48F4-A31B-AFCD72BD22E3}" dt="2025-04-03T17:12:37.660" v="233"/>
          <ac:grpSpMkLst>
            <pc:docMk/>
            <pc:sldMk cId="1617937393" sldId="343"/>
            <ac:grpSpMk id="132" creationId="{8692DE39-7D78-48E0-A05E-BE1E8887A79D}"/>
          </ac:grpSpMkLst>
        </pc:grpChg>
        <pc:grpChg chg="del mod">
          <ac:chgData name="Christopher Aloo" userId="81d139e4-1a74-45bd-a04a-64f94c7d37c9" providerId="ADAL" clId="{2CA54C02-19BE-48F4-A31B-AFCD72BD22E3}" dt="2025-04-03T17:24:08.772" v="509"/>
          <ac:grpSpMkLst>
            <pc:docMk/>
            <pc:sldMk cId="1617937393" sldId="343"/>
            <ac:grpSpMk id="133" creationId="{57A8FFD5-0077-4D47-6C3E-DBF83488A37C}"/>
          </ac:grpSpMkLst>
        </pc:grpChg>
        <pc:grpChg chg="del mod">
          <ac:chgData name="Christopher Aloo" userId="81d139e4-1a74-45bd-a04a-64f94c7d37c9" providerId="ADAL" clId="{2CA54C02-19BE-48F4-A31B-AFCD72BD22E3}" dt="2025-04-03T17:24:08.772" v="509"/>
          <ac:grpSpMkLst>
            <pc:docMk/>
            <pc:sldMk cId="1617937393" sldId="343"/>
            <ac:grpSpMk id="137" creationId="{95D3873A-B90E-12B2-954E-D0D83EBF1680}"/>
          </ac:grpSpMkLst>
        </pc:grpChg>
        <pc:grpChg chg="del mod">
          <ac:chgData name="Christopher Aloo" userId="81d139e4-1a74-45bd-a04a-64f94c7d37c9" providerId="ADAL" clId="{2CA54C02-19BE-48F4-A31B-AFCD72BD22E3}" dt="2025-04-03T17:24:01" v="498"/>
          <ac:grpSpMkLst>
            <pc:docMk/>
            <pc:sldMk cId="1617937393" sldId="343"/>
            <ac:grpSpMk id="144" creationId="{80A72439-9EA5-B25F-18D5-19AD014CA912}"/>
          </ac:grpSpMkLst>
        </pc:grpChg>
        <pc:grpChg chg="del mod">
          <ac:chgData name="Christopher Aloo" userId="81d139e4-1a74-45bd-a04a-64f94c7d37c9" providerId="ADAL" clId="{2CA54C02-19BE-48F4-A31B-AFCD72BD22E3}" dt="2025-04-03T17:24:08.772" v="509"/>
          <ac:grpSpMkLst>
            <pc:docMk/>
            <pc:sldMk cId="1617937393" sldId="343"/>
            <ac:grpSpMk id="147" creationId="{6424DE22-C97A-8627-9EE5-DBD7CE150203}"/>
          </ac:grpSpMkLst>
        </pc:grpChg>
        <pc:grpChg chg="del mod">
          <ac:chgData name="Christopher Aloo" userId="81d139e4-1a74-45bd-a04a-64f94c7d37c9" providerId="ADAL" clId="{2CA54C02-19BE-48F4-A31B-AFCD72BD22E3}" dt="2025-04-03T17:24:01" v="498"/>
          <ac:grpSpMkLst>
            <pc:docMk/>
            <pc:sldMk cId="1617937393" sldId="343"/>
            <ac:grpSpMk id="155" creationId="{00330E00-3587-EA01-6592-F5D8F91C4922}"/>
          </ac:grpSpMkLst>
        </pc:grpChg>
        <pc:grpChg chg="del mod">
          <ac:chgData name="Christopher Aloo" userId="81d139e4-1a74-45bd-a04a-64f94c7d37c9" providerId="ADAL" clId="{2CA54C02-19BE-48F4-A31B-AFCD72BD22E3}" dt="2025-04-03T17:24:01" v="498"/>
          <ac:grpSpMkLst>
            <pc:docMk/>
            <pc:sldMk cId="1617937393" sldId="343"/>
            <ac:grpSpMk id="156" creationId="{B7AC6732-5C24-4C6A-3491-A6A3BE77B572}"/>
          </ac:grpSpMkLst>
        </pc:grpChg>
        <pc:grpChg chg="del mod">
          <ac:chgData name="Christopher Aloo" userId="81d139e4-1a74-45bd-a04a-64f94c7d37c9" providerId="ADAL" clId="{2CA54C02-19BE-48F4-A31B-AFCD72BD22E3}" dt="2025-04-03T17:12:54.642" v="261"/>
          <ac:grpSpMkLst>
            <pc:docMk/>
            <pc:sldMk cId="1617937393" sldId="343"/>
            <ac:grpSpMk id="161" creationId="{6C3798E2-CC10-CD09-6BED-0035F8EA8E2A}"/>
          </ac:grpSpMkLst>
        </pc:grpChg>
        <pc:grpChg chg="del mod">
          <ac:chgData name="Christopher Aloo" userId="81d139e4-1a74-45bd-a04a-64f94c7d37c9" providerId="ADAL" clId="{2CA54C02-19BE-48F4-A31B-AFCD72BD22E3}" dt="2025-04-03T17:24:01" v="498"/>
          <ac:grpSpMkLst>
            <pc:docMk/>
            <pc:sldMk cId="1617937393" sldId="343"/>
            <ac:grpSpMk id="165" creationId="{E9007F99-7413-96F3-4F5B-B1A2D0ABF276}"/>
          </ac:grpSpMkLst>
        </pc:grpChg>
        <pc:grpChg chg="del mod">
          <ac:chgData name="Christopher Aloo" userId="81d139e4-1a74-45bd-a04a-64f94c7d37c9" providerId="ADAL" clId="{2CA54C02-19BE-48F4-A31B-AFCD72BD22E3}" dt="2025-04-03T17:24:08.772" v="509"/>
          <ac:grpSpMkLst>
            <pc:docMk/>
            <pc:sldMk cId="1617937393" sldId="343"/>
            <ac:grpSpMk id="168" creationId="{C9330A0F-9512-B067-9433-280D7AFB896B}"/>
          </ac:grpSpMkLst>
        </pc:grpChg>
        <pc:grpChg chg="del mod">
          <ac:chgData name="Christopher Aloo" userId="81d139e4-1a74-45bd-a04a-64f94c7d37c9" providerId="ADAL" clId="{2CA54C02-19BE-48F4-A31B-AFCD72BD22E3}" dt="2025-04-03T17:13:04.752" v="278"/>
          <ac:grpSpMkLst>
            <pc:docMk/>
            <pc:sldMk cId="1617937393" sldId="343"/>
            <ac:grpSpMk id="175" creationId="{3A01B4DE-CDF0-986F-7611-8AA223BF9F3B}"/>
          </ac:grpSpMkLst>
        </pc:grpChg>
        <pc:grpChg chg="del mod">
          <ac:chgData name="Christopher Aloo" userId="81d139e4-1a74-45bd-a04a-64f94c7d37c9" providerId="ADAL" clId="{2CA54C02-19BE-48F4-A31B-AFCD72BD22E3}" dt="2025-04-03T17:13:07.786" v="282"/>
          <ac:grpSpMkLst>
            <pc:docMk/>
            <pc:sldMk cId="1617937393" sldId="343"/>
            <ac:grpSpMk id="182" creationId="{5F5C9A6A-D704-329E-8957-B7E9E2571B2C}"/>
          </ac:grpSpMkLst>
        </pc:grpChg>
        <pc:grpChg chg="del mod">
          <ac:chgData name="Christopher Aloo" userId="81d139e4-1a74-45bd-a04a-64f94c7d37c9" providerId="ADAL" clId="{2CA54C02-19BE-48F4-A31B-AFCD72BD22E3}" dt="2025-04-03T17:13:09.375" v="285"/>
          <ac:grpSpMkLst>
            <pc:docMk/>
            <pc:sldMk cId="1617937393" sldId="343"/>
            <ac:grpSpMk id="186" creationId="{7946A4BA-5F12-025F-D67C-6D2ACCC6D369}"/>
          </ac:grpSpMkLst>
        </pc:grpChg>
        <pc:grpChg chg="del mod">
          <ac:chgData name="Christopher Aloo" userId="81d139e4-1a74-45bd-a04a-64f94c7d37c9" providerId="ADAL" clId="{2CA54C02-19BE-48F4-A31B-AFCD72BD22E3}" dt="2025-04-03T17:24:01" v="498"/>
          <ac:grpSpMkLst>
            <pc:docMk/>
            <pc:sldMk cId="1617937393" sldId="343"/>
            <ac:grpSpMk id="189" creationId="{53C95FC5-4D5A-CDCF-4823-D2A9652B1CD6}"/>
          </ac:grpSpMkLst>
        </pc:grpChg>
        <pc:grpChg chg="del mod">
          <ac:chgData name="Christopher Aloo" userId="81d139e4-1a74-45bd-a04a-64f94c7d37c9" providerId="ADAL" clId="{2CA54C02-19BE-48F4-A31B-AFCD72BD22E3}" dt="2025-04-03T17:24:01" v="498"/>
          <ac:grpSpMkLst>
            <pc:docMk/>
            <pc:sldMk cId="1617937393" sldId="343"/>
            <ac:grpSpMk id="192" creationId="{77671378-755F-55EF-D34F-380775A7BC29}"/>
          </ac:grpSpMkLst>
        </pc:grpChg>
        <pc:grpChg chg="del mod">
          <ac:chgData name="Christopher Aloo" userId="81d139e4-1a74-45bd-a04a-64f94c7d37c9" providerId="ADAL" clId="{2CA54C02-19BE-48F4-A31B-AFCD72BD22E3}" dt="2025-04-03T17:13:24.368" v="304"/>
          <ac:grpSpMkLst>
            <pc:docMk/>
            <pc:sldMk cId="1617937393" sldId="343"/>
            <ac:grpSpMk id="196" creationId="{40BC3C23-9CA0-1CF1-000B-E80E0D4CD65E}"/>
          </ac:grpSpMkLst>
        </pc:grpChg>
        <pc:grpChg chg="del mod">
          <ac:chgData name="Christopher Aloo" userId="81d139e4-1a74-45bd-a04a-64f94c7d37c9" providerId="ADAL" clId="{2CA54C02-19BE-48F4-A31B-AFCD72BD22E3}" dt="2025-04-03T17:14:00.974" v="309" actId="478"/>
          <ac:grpSpMkLst>
            <pc:docMk/>
            <pc:sldMk cId="1617937393" sldId="343"/>
            <ac:grpSpMk id="205" creationId="{A8C57113-030B-8C7B-FADD-B465F5099573}"/>
          </ac:grpSpMkLst>
        </pc:grpChg>
        <pc:grpChg chg="del mod">
          <ac:chgData name="Christopher Aloo" userId="81d139e4-1a74-45bd-a04a-64f94c7d37c9" providerId="ADAL" clId="{2CA54C02-19BE-48F4-A31B-AFCD72BD22E3}" dt="2025-04-03T17:24:01" v="498"/>
          <ac:grpSpMkLst>
            <pc:docMk/>
            <pc:sldMk cId="1617937393" sldId="343"/>
            <ac:grpSpMk id="208" creationId="{79C68781-30EB-66AF-77DF-928919114117}"/>
          </ac:grpSpMkLst>
        </pc:grpChg>
        <pc:grpChg chg="mod">
          <ac:chgData name="Christopher Aloo" userId="81d139e4-1a74-45bd-a04a-64f94c7d37c9" providerId="ADAL" clId="{2CA54C02-19BE-48F4-A31B-AFCD72BD22E3}" dt="2025-04-03T17:14:03.696" v="312"/>
          <ac:grpSpMkLst>
            <pc:docMk/>
            <pc:sldMk cId="1617937393" sldId="343"/>
            <ac:grpSpMk id="215" creationId="{3815877A-F99D-617F-EB83-278E50241DB5}"/>
          </ac:grpSpMkLst>
        </pc:grpChg>
        <pc:grpChg chg="del mod">
          <ac:chgData name="Christopher Aloo" userId="81d139e4-1a74-45bd-a04a-64f94c7d37c9" providerId="ADAL" clId="{2CA54C02-19BE-48F4-A31B-AFCD72BD22E3}" dt="2025-04-03T17:24:08.772" v="509"/>
          <ac:grpSpMkLst>
            <pc:docMk/>
            <pc:sldMk cId="1617937393" sldId="343"/>
            <ac:grpSpMk id="218" creationId="{1EFFC211-2F26-3099-8AB2-C0B8B69883FC}"/>
          </ac:grpSpMkLst>
        </pc:grpChg>
        <pc:grpChg chg="del mod">
          <ac:chgData name="Christopher Aloo" userId="81d139e4-1a74-45bd-a04a-64f94c7d37c9" providerId="ADAL" clId="{2CA54C02-19BE-48F4-A31B-AFCD72BD22E3}" dt="2025-04-03T17:24:08.772" v="509"/>
          <ac:grpSpMkLst>
            <pc:docMk/>
            <pc:sldMk cId="1617937393" sldId="343"/>
            <ac:grpSpMk id="219" creationId="{1B4747C7-2E84-4661-B3A6-357F2974C2F4}"/>
          </ac:grpSpMkLst>
        </pc:grpChg>
        <pc:grpChg chg="del mod">
          <ac:chgData name="Christopher Aloo" userId="81d139e4-1a74-45bd-a04a-64f94c7d37c9" providerId="ADAL" clId="{2CA54C02-19BE-48F4-A31B-AFCD72BD22E3}" dt="2025-04-03T17:24:12.139" v="515"/>
          <ac:grpSpMkLst>
            <pc:docMk/>
            <pc:sldMk cId="1617937393" sldId="343"/>
            <ac:grpSpMk id="230" creationId="{414D2669-E04E-C937-88A5-C4DAC0150214}"/>
          </ac:grpSpMkLst>
        </pc:grpChg>
        <pc:grpChg chg="del mod">
          <ac:chgData name="Christopher Aloo" userId="81d139e4-1a74-45bd-a04a-64f94c7d37c9" providerId="ADAL" clId="{2CA54C02-19BE-48F4-A31B-AFCD72BD22E3}" dt="2025-04-03T17:24:12.139" v="515"/>
          <ac:grpSpMkLst>
            <pc:docMk/>
            <pc:sldMk cId="1617937393" sldId="343"/>
            <ac:grpSpMk id="233" creationId="{3415B286-A5F9-9F0C-7C46-A0DCED69D3AC}"/>
          </ac:grpSpMkLst>
        </pc:grpChg>
        <pc:grpChg chg="del mod">
          <ac:chgData name="Christopher Aloo" userId="81d139e4-1a74-45bd-a04a-64f94c7d37c9" providerId="ADAL" clId="{2CA54C02-19BE-48F4-A31B-AFCD72BD22E3}" dt="2025-04-03T17:24:18.794" v="524"/>
          <ac:grpSpMkLst>
            <pc:docMk/>
            <pc:sldMk cId="1617937393" sldId="343"/>
            <ac:grpSpMk id="236" creationId="{CE721623-F195-C774-A613-1DF62FCFB5E2}"/>
          </ac:grpSpMkLst>
        </pc:grpChg>
        <pc:grpChg chg="del mod">
          <ac:chgData name="Christopher Aloo" userId="81d139e4-1a74-45bd-a04a-64f94c7d37c9" providerId="ADAL" clId="{2CA54C02-19BE-48F4-A31B-AFCD72BD22E3}" dt="2025-04-03T17:24:18.794" v="524"/>
          <ac:grpSpMkLst>
            <pc:docMk/>
            <pc:sldMk cId="1617937393" sldId="343"/>
            <ac:grpSpMk id="243" creationId="{C41FACDC-FFE8-721A-4230-416CE266CCF9}"/>
          </ac:grpSpMkLst>
        </pc:grpChg>
        <pc:grpChg chg="del mod">
          <ac:chgData name="Christopher Aloo" userId="81d139e4-1a74-45bd-a04a-64f94c7d37c9" providerId="ADAL" clId="{2CA54C02-19BE-48F4-A31B-AFCD72BD22E3}" dt="2025-04-03T17:24:19.707" v="526"/>
          <ac:grpSpMkLst>
            <pc:docMk/>
            <pc:sldMk cId="1617937393" sldId="343"/>
            <ac:grpSpMk id="245" creationId="{FF3B20C0-A346-36FF-16D6-AE46B8DDBFD8}"/>
          </ac:grpSpMkLst>
        </pc:grpChg>
        <pc:grpChg chg="del mod">
          <ac:chgData name="Christopher Aloo" userId="81d139e4-1a74-45bd-a04a-64f94c7d37c9" providerId="ADAL" clId="{2CA54C02-19BE-48F4-A31B-AFCD72BD22E3}" dt="2025-04-03T17:24:20.704" v="528"/>
          <ac:grpSpMkLst>
            <pc:docMk/>
            <pc:sldMk cId="1617937393" sldId="343"/>
            <ac:grpSpMk id="247" creationId="{B5DFCFF3-A70C-003C-90F7-F29C65A63153}"/>
          </ac:grpSpMkLst>
        </pc:grpChg>
        <pc:grpChg chg="del mod">
          <ac:chgData name="Christopher Aloo" userId="81d139e4-1a74-45bd-a04a-64f94c7d37c9" providerId="ADAL" clId="{2CA54C02-19BE-48F4-A31B-AFCD72BD22E3}" dt="2025-04-03T17:24:21.973" v="530"/>
          <ac:grpSpMkLst>
            <pc:docMk/>
            <pc:sldMk cId="1617937393" sldId="343"/>
            <ac:grpSpMk id="249" creationId="{2C3A3EA9-1379-765A-605C-FF9040F73AE9}"/>
          </ac:grpSpMkLst>
        </pc:grpChg>
        <pc:grpChg chg="mod">
          <ac:chgData name="Christopher Aloo" userId="81d139e4-1a74-45bd-a04a-64f94c7d37c9" providerId="ADAL" clId="{2CA54C02-19BE-48F4-A31B-AFCD72BD22E3}" dt="2025-04-03T17:24:21.973" v="530"/>
          <ac:grpSpMkLst>
            <pc:docMk/>
            <pc:sldMk cId="1617937393" sldId="343"/>
            <ac:grpSpMk id="251" creationId="{BAFC5893-AC13-05FA-54CF-2352C8B61F6C}"/>
          </ac:grpSpMkLst>
        </pc:grpChg>
        <pc:inkChg chg="add mod">
          <ac:chgData name="Christopher Aloo" userId="81d139e4-1a74-45bd-a04a-64f94c7d37c9" providerId="ADAL" clId="{2CA54C02-19BE-48F4-A31B-AFCD72BD22E3}" dt="2025-04-03T17:12:17.736" v="205"/>
          <ac:inkMkLst>
            <pc:docMk/>
            <pc:sldMk cId="1617937393" sldId="343"/>
            <ac:inkMk id="7" creationId="{5916189D-8AE0-BC9E-77FB-4BBA933CCBFE}"/>
          </ac:inkMkLst>
        </pc:inkChg>
        <pc:inkChg chg="add mod">
          <ac:chgData name="Christopher Aloo" userId="81d139e4-1a74-45bd-a04a-64f94c7d37c9" providerId="ADAL" clId="{2CA54C02-19BE-48F4-A31B-AFCD72BD22E3}" dt="2025-04-03T17:12:17.736" v="205"/>
          <ac:inkMkLst>
            <pc:docMk/>
            <pc:sldMk cId="1617937393" sldId="343"/>
            <ac:inkMk id="40" creationId="{59D674EC-8E1C-6BBE-4842-D7399655462B}"/>
          </ac:inkMkLst>
        </pc:inkChg>
        <pc:inkChg chg="add mod">
          <ac:chgData name="Christopher Aloo" userId="81d139e4-1a74-45bd-a04a-64f94c7d37c9" providerId="ADAL" clId="{2CA54C02-19BE-48F4-A31B-AFCD72BD22E3}" dt="2025-04-03T17:12:17.736" v="205"/>
          <ac:inkMkLst>
            <pc:docMk/>
            <pc:sldMk cId="1617937393" sldId="343"/>
            <ac:inkMk id="50" creationId="{4E7558A8-21FA-2DE4-F58D-889D25571108}"/>
          </ac:inkMkLst>
        </pc:inkChg>
        <pc:inkChg chg="add mod">
          <ac:chgData name="Christopher Aloo" userId="81d139e4-1a74-45bd-a04a-64f94c7d37c9" providerId="ADAL" clId="{2CA54C02-19BE-48F4-A31B-AFCD72BD22E3}" dt="2025-04-03T17:12:17.736" v="205"/>
          <ac:inkMkLst>
            <pc:docMk/>
            <pc:sldMk cId="1617937393" sldId="343"/>
            <ac:inkMk id="94" creationId="{9DA6994A-2542-DB26-815F-61BBF3841CE6}"/>
          </ac:inkMkLst>
        </pc:inkChg>
        <pc:inkChg chg="add mod">
          <ac:chgData name="Christopher Aloo" userId="81d139e4-1a74-45bd-a04a-64f94c7d37c9" providerId="ADAL" clId="{2CA54C02-19BE-48F4-A31B-AFCD72BD22E3}" dt="2025-04-03T17:12:17.736" v="205"/>
          <ac:inkMkLst>
            <pc:docMk/>
            <pc:sldMk cId="1617937393" sldId="343"/>
            <ac:inkMk id="98" creationId="{A4C22E9A-9ECA-9058-CA0A-937F8C221A10}"/>
          </ac:inkMkLst>
        </pc:inkChg>
        <pc:inkChg chg="add mod">
          <ac:chgData name="Christopher Aloo" userId="81d139e4-1a74-45bd-a04a-64f94c7d37c9" providerId="ADAL" clId="{2CA54C02-19BE-48F4-A31B-AFCD72BD22E3}" dt="2025-04-03T17:12:19.208" v="208"/>
          <ac:inkMkLst>
            <pc:docMk/>
            <pc:sldMk cId="1617937393" sldId="343"/>
            <ac:inkMk id="109" creationId="{F131A1F6-6A32-6D84-0635-525030B5F1DC}"/>
          </ac:inkMkLst>
        </pc:inkChg>
        <pc:inkChg chg="add mod">
          <ac:chgData name="Christopher Aloo" userId="81d139e4-1a74-45bd-a04a-64f94c7d37c9" providerId="ADAL" clId="{2CA54C02-19BE-48F4-A31B-AFCD72BD22E3}" dt="2025-04-03T17:12:19.208" v="208"/>
          <ac:inkMkLst>
            <pc:docMk/>
            <pc:sldMk cId="1617937393" sldId="343"/>
            <ac:inkMk id="110" creationId="{68DEE258-3FFF-30D1-576D-EA5CC61A34AF}"/>
          </ac:inkMkLst>
        </pc:inkChg>
        <pc:inkChg chg="add mod">
          <ac:chgData name="Christopher Aloo" userId="81d139e4-1a74-45bd-a04a-64f94c7d37c9" providerId="ADAL" clId="{2CA54C02-19BE-48F4-A31B-AFCD72BD22E3}" dt="2025-04-03T17:12:46.181" v="244"/>
          <ac:inkMkLst>
            <pc:docMk/>
            <pc:sldMk cId="1617937393" sldId="343"/>
            <ac:inkMk id="112" creationId="{747E18BC-829E-8074-C59E-7DD0B7808EB7}"/>
          </ac:inkMkLst>
        </pc:inkChg>
        <pc:inkChg chg="add mod">
          <ac:chgData name="Christopher Aloo" userId="81d139e4-1a74-45bd-a04a-64f94c7d37c9" providerId="ADAL" clId="{2CA54C02-19BE-48F4-A31B-AFCD72BD22E3}" dt="2025-04-03T17:12:46.181" v="244"/>
          <ac:inkMkLst>
            <pc:docMk/>
            <pc:sldMk cId="1617937393" sldId="343"/>
            <ac:inkMk id="113" creationId="{EE2229D5-4324-6940-5A94-D21860A4A1BB}"/>
          </ac:inkMkLst>
        </pc:inkChg>
        <pc:inkChg chg="add mod">
          <ac:chgData name="Christopher Aloo" userId="81d139e4-1a74-45bd-a04a-64f94c7d37c9" providerId="ADAL" clId="{2CA54C02-19BE-48F4-A31B-AFCD72BD22E3}" dt="2025-04-03T17:12:46.181" v="244"/>
          <ac:inkMkLst>
            <pc:docMk/>
            <pc:sldMk cId="1617937393" sldId="343"/>
            <ac:inkMk id="114" creationId="{1B4DDE17-403D-F082-E623-648288CBA984}"/>
          </ac:inkMkLst>
        </pc:inkChg>
        <pc:inkChg chg="add mod">
          <ac:chgData name="Christopher Aloo" userId="81d139e4-1a74-45bd-a04a-64f94c7d37c9" providerId="ADAL" clId="{2CA54C02-19BE-48F4-A31B-AFCD72BD22E3}" dt="2025-04-03T17:12:46.181" v="244"/>
          <ac:inkMkLst>
            <pc:docMk/>
            <pc:sldMk cId="1617937393" sldId="343"/>
            <ac:inkMk id="115" creationId="{0FED051C-B8C2-50C6-C342-9EC9E53CBBB6}"/>
          </ac:inkMkLst>
        </pc:inkChg>
        <pc:inkChg chg="add mod">
          <ac:chgData name="Christopher Aloo" userId="81d139e4-1a74-45bd-a04a-64f94c7d37c9" providerId="ADAL" clId="{2CA54C02-19BE-48F4-A31B-AFCD72BD22E3}" dt="2025-04-03T17:12:46.181" v="244"/>
          <ac:inkMkLst>
            <pc:docMk/>
            <pc:sldMk cId="1617937393" sldId="343"/>
            <ac:inkMk id="117" creationId="{ABC76208-41A3-717D-45C5-281070641971}"/>
          </ac:inkMkLst>
        </pc:inkChg>
        <pc:inkChg chg="add">
          <ac:chgData name="Christopher Aloo" userId="81d139e4-1a74-45bd-a04a-64f94c7d37c9" providerId="ADAL" clId="{2CA54C02-19BE-48F4-A31B-AFCD72BD22E3}" dt="2025-04-03T17:12:26.380" v="215" actId="9405"/>
          <ac:inkMkLst>
            <pc:docMk/>
            <pc:sldMk cId="1617937393" sldId="343"/>
            <ac:inkMk id="118" creationId="{ECDE6C62-A907-5229-D57D-5CA24FA5FFE3}"/>
          </ac:inkMkLst>
        </pc:inkChg>
        <pc:inkChg chg="add mod">
          <ac:chgData name="Christopher Aloo" userId="81d139e4-1a74-45bd-a04a-64f94c7d37c9" providerId="ADAL" clId="{2CA54C02-19BE-48F4-A31B-AFCD72BD22E3}" dt="2025-04-03T17:12:58.055" v="264"/>
          <ac:inkMkLst>
            <pc:docMk/>
            <pc:sldMk cId="1617937393" sldId="343"/>
            <ac:inkMk id="119" creationId="{8151D784-8782-5E5E-01DD-EBD6A78A437E}"/>
          </ac:inkMkLst>
        </pc:inkChg>
        <pc:inkChg chg="add mod">
          <ac:chgData name="Christopher Aloo" userId="81d139e4-1a74-45bd-a04a-64f94c7d37c9" providerId="ADAL" clId="{2CA54C02-19BE-48F4-A31B-AFCD72BD22E3}" dt="2025-04-03T17:12:58.055" v="264"/>
          <ac:inkMkLst>
            <pc:docMk/>
            <pc:sldMk cId="1617937393" sldId="343"/>
            <ac:inkMk id="120" creationId="{6D10F8E3-BA90-F2C3-37C2-31DF7912E0F5}"/>
          </ac:inkMkLst>
        </pc:inkChg>
        <pc:inkChg chg="add mod">
          <ac:chgData name="Christopher Aloo" userId="81d139e4-1a74-45bd-a04a-64f94c7d37c9" providerId="ADAL" clId="{2CA54C02-19BE-48F4-A31B-AFCD72BD22E3}" dt="2025-04-03T17:12:58.055" v="264"/>
          <ac:inkMkLst>
            <pc:docMk/>
            <pc:sldMk cId="1617937393" sldId="343"/>
            <ac:inkMk id="121" creationId="{445F1A3A-6C56-26DC-92ED-C3BF1A9F5611}"/>
          </ac:inkMkLst>
        </pc:inkChg>
        <pc:inkChg chg="add mod">
          <ac:chgData name="Christopher Aloo" userId="81d139e4-1a74-45bd-a04a-64f94c7d37c9" providerId="ADAL" clId="{2CA54C02-19BE-48F4-A31B-AFCD72BD22E3}" dt="2025-04-03T17:12:58.055" v="264"/>
          <ac:inkMkLst>
            <pc:docMk/>
            <pc:sldMk cId="1617937393" sldId="343"/>
            <ac:inkMk id="122" creationId="{B31EE0D4-E4E7-DEE1-FB17-F49DCE809E75}"/>
          </ac:inkMkLst>
        </pc:inkChg>
        <pc:inkChg chg="add mod">
          <ac:chgData name="Christopher Aloo" userId="81d139e4-1a74-45bd-a04a-64f94c7d37c9" providerId="ADAL" clId="{2CA54C02-19BE-48F4-A31B-AFCD72BD22E3}" dt="2025-04-03T17:12:58.055" v="264"/>
          <ac:inkMkLst>
            <pc:docMk/>
            <pc:sldMk cId="1617937393" sldId="343"/>
            <ac:inkMk id="123" creationId="{3A1F1FEC-AEC5-1D1E-510E-C4BFE8B234E1}"/>
          </ac:inkMkLst>
        </pc:inkChg>
        <pc:inkChg chg="add mod">
          <ac:chgData name="Christopher Aloo" userId="81d139e4-1a74-45bd-a04a-64f94c7d37c9" providerId="ADAL" clId="{2CA54C02-19BE-48F4-A31B-AFCD72BD22E3}" dt="2025-04-03T17:12:58.055" v="264"/>
          <ac:inkMkLst>
            <pc:docMk/>
            <pc:sldMk cId="1617937393" sldId="343"/>
            <ac:inkMk id="124" creationId="{0D89AFB9-6F00-05F8-20CE-984A5F5B2DB0}"/>
          </ac:inkMkLst>
        </pc:inkChg>
        <pc:inkChg chg="add del">
          <ac:chgData name="Christopher Aloo" userId="81d139e4-1a74-45bd-a04a-64f94c7d37c9" providerId="ADAL" clId="{2CA54C02-19BE-48F4-A31B-AFCD72BD22E3}" dt="2025-04-03T17:12:42.019" v="241" actId="478"/>
          <ac:inkMkLst>
            <pc:docMk/>
            <pc:sldMk cId="1617937393" sldId="343"/>
            <ac:inkMk id="126" creationId="{B783BA8C-A725-ECC0-DD89-8CE6F85B9019}"/>
          </ac:inkMkLst>
        </pc:inkChg>
        <pc:inkChg chg="add mod">
          <ac:chgData name="Christopher Aloo" userId="81d139e4-1a74-45bd-a04a-64f94c7d37c9" providerId="ADAL" clId="{2CA54C02-19BE-48F4-A31B-AFCD72BD22E3}" dt="2025-04-03T17:12:35.570" v="229"/>
          <ac:inkMkLst>
            <pc:docMk/>
            <pc:sldMk cId="1617937393" sldId="343"/>
            <ac:inkMk id="127" creationId="{4B1172D6-93DC-A9AA-6FE6-B1C4D490CF19}"/>
          </ac:inkMkLst>
        </pc:inkChg>
        <pc:inkChg chg="add mod">
          <ac:chgData name="Christopher Aloo" userId="81d139e4-1a74-45bd-a04a-64f94c7d37c9" providerId="ADAL" clId="{2CA54C02-19BE-48F4-A31B-AFCD72BD22E3}" dt="2025-04-03T17:12:35.570" v="229"/>
          <ac:inkMkLst>
            <pc:docMk/>
            <pc:sldMk cId="1617937393" sldId="343"/>
            <ac:inkMk id="128" creationId="{84E90641-3575-99E3-F79A-A1E5C2FE8A64}"/>
          </ac:inkMkLst>
        </pc:inkChg>
        <pc:inkChg chg="add mod">
          <ac:chgData name="Christopher Aloo" userId="81d139e4-1a74-45bd-a04a-64f94c7d37c9" providerId="ADAL" clId="{2CA54C02-19BE-48F4-A31B-AFCD72BD22E3}" dt="2025-04-03T17:12:37.660" v="233"/>
          <ac:inkMkLst>
            <pc:docMk/>
            <pc:sldMk cId="1617937393" sldId="343"/>
            <ac:inkMk id="129" creationId="{D7414C40-A2BD-1913-C94B-E4C0C061E418}"/>
          </ac:inkMkLst>
        </pc:inkChg>
        <pc:inkChg chg="add mod">
          <ac:chgData name="Christopher Aloo" userId="81d139e4-1a74-45bd-a04a-64f94c7d37c9" providerId="ADAL" clId="{2CA54C02-19BE-48F4-A31B-AFCD72BD22E3}" dt="2025-04-03T17:12:37.660" v="233"/>
          <ac:inkMkLst>
            <pc:docMk/>
            <pc:sldMk cId="1617937393" sldId="343"/>
            <ac:inkMk id="130" creationId="{B5DC1C3F-CD31-6E3D-724E-9823B4F65714}"/>
          </ac:inkMkLst>
        </pc:inkChg>
        <pc:inkChg chg="add mod">
          <ac:chgData name="Christopher Aloo" userId="81d139e4-1a74-45bd-a04a-64f94c7d37c9" providerId="ADAL" clId="{2CA54C02-19BE-48F4-A31B-AFCD72BD22E3}" dt="2025-04-03T17:12:37.660" v="233"/>
          <ac:inkMkLst>
            <pc:docMk/>
            <pc:sldMk cId="1617937393" sldId="343"/>
            <ac:inkMk id="131" creationId="{0CAD94CF-72D3-0EF0-76F1-0A59AB010FA0}"/>
          </ac:inkMkLst>
        </pc:inkChg>
        <pc:inkChg chg="add mod">
          <ac:chgData name="Christopher Aloo" userId="81d139e4-1a74-45bd-a04a-64f94c7d37c9" providerId="ADAL" clId="{2CA54C02-19BE-48F4-A31B-AFCD72BD22E3}" dt="2025-04-03T17:12:37.660" v="233"/>
          <ac:inkMkLst>
            <pc:docMk/>
            <pc:sldMk cId="1617937393" sldId="343"/>
            <ac:inkMk id="134" creationId="{E4460D13-FBA3-0D0B-F290-DB416E65DEC8}"/>
          </ac:inkMkLst>
        </pc:inkChg>
        <pc:inkChg chg="add mod">
          <ac:chgData name="Christopher Aloo" userId="81d139e4-1a74-45bd-a04a-64f94c7d37c9" providerId="ADAL" clId="{2CA54C02-19BE-48F4-A31B-AFCD72BD22E3}" dt="2025-04-03T17:24:21.973" v="530"/>
          <ac:inkMkLst>
            <pc:docMk/>
            <pc:sldMk cId="1617937393" sldId="343"/>
            <ac:inkMk id="135" creationId="{0C1EB2AD-FF5D-2F3C-9AEE-D798F71D023E}"/>
          </ac:inkMkLst>
        </pc:inkChg>
        <pc:inkChg chg="add">
          <ac:chgData name="Christopher Aloo" userId="81d139e4-1a74-45bd-a04a-64f94c7d37c9" providerId="ADAL" clId="{2CA54C02-19BE-48F4-A31B-AFCD72BD22E3}" dt="2025-04-03T17:12:36.963" v="232" actId="9405"/>
          <ac:inkMkLst>
            <pc:docMk/>
            <pc:sldMk cId="1617937393" sldId="343"/>
            <ac:inkMk id="136" creationId="{1C76E54E-F380-326A-B89A-614DA21A2C48}"/>
          </ac:inkMkLst>
        </pc:inkChg>
        <pc:inkChg chg="add mod">
          <ac:chgData name="Christopher Aloo" userId="81d139e4-1a74-45bd-a04a-64f94c7d37c9" providerId="ADAL" clId="{2CA54C02-19BE-48F4-A31B-AFCD72BD22E3}" dt="2025-04-03T17:12:39.605" v="240"/>
          <ac:inkMkLst>
            <pc:docMk/>
            <pc:sldMk cId="1617937393" sldId="343"/>
            <ac:inkMk id="138" creationId="{7EA34428-AFC3-43A4-58FB-9F417462845B}"/>
          </ac:inkMkLst>
        </pc:inkChg>
        <pc:inkChg chg="add mod">
          <ac:chgData name="Christopher Aloo" userId="81d139e4-1a74-45bd-a04a-64f94c7d37c9" providerId="ADAL" clId="{2CA54C02-19BE-48F4-A31B-AFCD72BD22E3}" dt="2025-04-03T17:12:39.605" v="240"/>
          <ac:inkMkLst>
            <pc:docMk/>
            <pc:sldMk cId="1617937393" sldId="343"/>
            <ac:inkMk id="139" creationId="{A3B31DE0-E6B7-292B-5A5B-130130D08ADA}"/>
          </ac:inkMkLst>
        </pc:inkChg>
        <pc:inkChg chg="add mod">
          <ac:chgData name="Christopher Aloo" userId="81d139e4-1a74-45bd-a04a-64f94c7d37c9" providerId="ADAL" clId="{2CA54C02-19BE-48F4-A31B-AFCD72BD22E3}" dt="2025-04-03T17:12:39.605" v="240"/>
          <ac:inkMkLst>
            <pc:docMk/>
            <pc:sldMk cId="1617937393" sldId="343"/>
            <ac:inkMk id="140" creationId="{70605EAF-A445-BB12-511F-E2EE26A71DB8}"/>
          </ac:inkMkLst>
        </pc:inkChg>
        <pc:inkChg chg="add mod">
          <ac:chgData name="Christopher Aloo" userId="81d139e4-1a74-45bd-a04a-64f94c7d37c9" providerId="ADAL" clId="{2CA54C02-19BE-48F4-A31B-AFCD72BD22E3}" dt="2025-04-03T17:24:21.973" v="530"/>
          <ac:inkMkLst>
            <pc:docMk/>
            <pc:sldMk cId="1617937393" sldId="343"/>
            <ac:inkMk id="141" creationId="{8290E20C-6379-4D9D-3D6E-0ED6F5AD79E3}"/>
          </ac:inkMkLst>
        </pc:inkChg>
        <pc:inkChg chg="add mod">
          <ac:chgData name="Christopher Aloo" userId="81d139e4-1a74-45bd-a04a-64f94c7d37c9" providerId="ADAL" clId="{2CA54C02-19BE-48F4-A31B-AFCD72BD22E3}" dt="2025-04-03T17:12:39.605" v="240"/>
          <ac:inkMkLst>
            <pc:docMk/>
            <pc:sldMk cId="1617937393" sldId="343"/>
            <ac:inkMk id="142" creationId="{FFB0E4B9-ECF1-A7EA-6FBD-6C4FE418253E}"/>
          </ac:inkMkLst>
        </pc:inkChg>
        <pc:inkChg chg="add mod">
          <ac:chgData name="Christopher Aloo" userId="81d139e4-1a74-45bd-a04a-64f94c7d37c9" providerId="ADAL" clId="{2CA54C02-19BE-48F4-A31B-AFCD72BD22E3}" dt="2025-04-03T17:12:39.605" v="240"/>
          <ac:inkMkLst>
            <pc:docMk/>
            <pc:sldMk cId="1617937393" sldId="343"/>
            <ac:inkMk id="143" creationId="{5A4B82AD-07B1-13DB-40B9-64E58923168C}"/>
          </ac:inkMkLst>
        </pc:inkChg>
        <pc:inkChg chg="add mod">
          <ac:chgData name="Christopher Aloo" userId="81d139e4-1a74-45bd-a04a-64f94c7d37c9" providerId="ADAL" clId="{2CA54C02-19BE-48F4-A31B-AFCD72BD22E3}" dt="2025-04-03T17:12:46.181" v="244"/>
          <ac:inkMkLst>
            <pc:docMk/>
            <pc:sldMk cId="1617937393" sldId="343"/>
            <ac:inkMk id="145" creationId="{0D12DCFF-0801-DCF2-C9DD-65DC3D38FEA5}"/>
          </ac:inkMkLst>
        </pc:inkChg>
        <pc:inkChg chg="add mod">
          <ac:chgData name="Christopher Aloo" userId="81d139e4-1a74-45bd-a04a-64f94c7d37c9" providerId="ADAL" clId="{2CA54C02-19BE-48F4-A31B-AFCD72BD22E3}" dt="2025-04-03T17:12:46.181" v="244"/>
          <ac:inkMkLst>
            <pc:docMk/>
            <pc:sldMk cId="1617937393" sldId="343"/>
            <ac:inkMk id="146" creationId="{4A4B6F10-AC38-8571-D238-B08EA4987AC2}"/>
          </ac:inkMkLst>
        </pc:inkChg>
        <pc:inkChg chg="add mod">
          <ac:chgData name="Christopher Aloo" userId="81d139e4-1a74-45bd-a04a-64f94c7d37c9" providerId="ADAL" clId="{2CA54C02-19BE-48F4-A31B-AFCD72BD22E3}" dt="2025-04-03T17:12:50.234" v="252"/>
          <ac:inkMkLst>
            <pc:docMk/>
            <pc:sldMk cId="1617937393" sldId="343"/>
            <ac:inkMk id="148" creationId="{91600FF6-9D4D-4A65-71D2-30D509D8789F}"/>
          </ac:inkMkLst>
        </pc:inkChg>
        <pc:inkChg chg="add mod">
          <ac:chgData name="Christopher Aloo" userId="81d139e4-1a74-45bd-a04a-64f94c7d37c9" providerId="ADAL" clId="{2CA54C02-19BE-48F4-A31B-AFCD72BD22E3}" dt="2025-04-03T17:12:50.234" v="252"/>
          <ac:inkMkLst>
            <pc:docMk/>
            <pc:sldMk cId="1617937393" sldId="343"/>
            <ac:inkMk id="149" creationId="{AC28B1FC-E627-8043-BADA-45BAEA15A34F}"/>
          </ac:inkMkLst>
        </pc:inkChg>
        <pc:inkChg chg="add mod">
          <ac:chgData name="Christopher Aloo" userId="81d139e4-1a74-45bd-a04a-64f94c7d37c9" providerId="ADAL" clId="{2CA54C02-19BE-48F4-A31B-AFCD72BD22E3}" dt="2025-04-03T17:12:50.234" v="252"/>
          <ac:inkMkLst>
            <pc:docMk/>
            <pc:sldMk cId="1617937393" sldId="343"/>
            <ac:inkMk id="150" creationId="{C3CC73AE-6F18-6486-C190-1B4550E6AD01}"/>
          </ac:inkMkLst>
        </pc:inkChg>
        <pc:inkChg chg="add mod">
          <ac:chgData name="Christopher Aloo" userId="81d139e4-1a74-45bd-a04a-64f94c7d37c9" providerId="ADAL" clId="{2CA54C02-19BE-48F4-A31B-AFCD72BD22E3}" dt="2025-04-03T17:12:50.234" v="252"/>
          <ac:inkMkLst>
            <pc:docMk/>
            <pc:sldMk cId="1617937393" sldId="343"/>
            <ac:inkMk id="151" creationId="{7C30C2BF-8F63-E490-7671-CDB8A05D7865}"/>
          </ac:inkMkLst>
        </pc:inkChg>
        <pc:inkChg chg="add mod">
          <ac:chgData name="Christopher Aloo" userId="81d139e4-1a74-45bd-a04a-64f94c7d37c9" providerId="ADAL" clId="{2CA54C02-19BE-48F4-A31B-AFCD72BD22E3}" dt="2025-04-03T17:12:50.234" v="252"/>
          <ac:inkMkLst>
            <pc:docMk/>
            <pc:sldMk cId="1617937393" sldId="343"/>
            <ac:inkMk id="152" creationId="{6CEA89C4-C4C0-307E-6EA1-848F096B6B6D}"/>
          </ac:inkMkLst>
        </pc:inkChg>
        <pc:inkChg chg="add mod">
          <ac:chgData name="Christopher Aloo" userId="81d139e4-1a74-45bd-a04a-64f94c7d37c9" providerId="ADAL" clId="{2CA54C02-19BE-48F4-A31B-AFCD72BD22E3}" dt="2025-04-03T17:24:01" v="498"/>
          <ac:inkMkLst>
            <pc:docMk/>
            <pc:sldMk cId="1617937393" sldId="343"/>
            <ac:inkMk id="153" creationId="{5C833F9F-5DF2-811C-97B2-1B71AB45FAC0}"/>
          </ac:inkMkLst>
        </pc:inkChg>
        <pc:inkChg chg="add">
          <ac:chgData name="Christopher Aloo" userId="81d139e4-1a74-45bd-a04a-64f94c7d37c9" providerId="ADAL" clId="{2CA54C02-19BE-48F4-A31B-AFCD72BD22E3}" dt="2025-04-03T17:12:49.362" v="251" actId="9405"/>
          <ac:inkMkLst>
            <pc:docMk/>
            <pc:sldMk cId="1617937393" sldId="343"/>
            <ac:inkMk id="154" creationId="{AE694A40-59B5-DDBE-4EE2-395D7287FC1F}"/>
          </ac:inkMkLst>
        </pc:inkChg>
        <pc:inkChg chg="add mod">
          <ac:chgData name="Christopher Aloo" userId="81d139e4-1a74-45bd-a04a-64f94c7d37c9" providerId="ADAL" clId="{2CA54C02-19BE-48F4-A31B-AFCD72BD22E3}" dt="2025-04-03T17:12:54.642" v="261"/>
          <ac:inkMkLst>
            <pc:docMk/>
            <pc:sldMk cId="1617937393" sldId="343"/>
            <ac:inkMk id="157" creationId="{24E3B751-5689-EA54-0A7A-EFE1C49A592A}"/>
          </ac:inkMkLst>
        </pc:inkChg>
        <pc:inkChg chg="add mod">
          <ac:chgData name="Christopher Aloo" userId="81d139e4-1a74-45bd-a04a-64f94c7d37c9" providerId="ADAL" clId="{2CA54C02-19BE-48F4-A31B-AFCD72BD22E3}" dt="2025-04-03T17:24:21.973" v="530"/>
          <ac:inkMkLst>
            <pc:docMk/>
            <pc:sldMk cId="1617937393" sldId="343"/>
            <ac:inkMk id="158" creationId="{85312D95-78AC-0704-AF08-EB6E4BD339B9}"/>
          </ac:inkMkLst>
        </pc:inkChg>
        <pc:inkChg chg="add mod">
          <ac:chgData name="Christopher Aloo" userId="81d139e4-1a74-45bd-a04a-64f94c7d37c9" providerId="ADAL" clId="{2CA54C02-19BE-48F4-A31B-AFCD72BD22E3}" dt="2025-04-03T17:24:12.139" v="515"/>
          <ac:inkMkLst>
            <pc:docMk/>
            <pc:sldMk cId="1617937393" sldId="343"/>
            <ac:inkMk id="159" creationId="{663A71F8-82F4-14EA-54CC-E314DEC51484}"/>
          </ac:inkMkLst>
        </pc:inkChg>
        <pc:inkChg chg="add mod">
          <ac:chgData name="Christopher Aloo" userId="81d139e4-1a74-45bd-a04a-64f94c7d37c9" providerId="ADAL" clId="{2CA54C02-19BE-48F4-A31B-AFCD72BD22E3}" dt="2025-04-03T17:12:54.642" v="261"/>
          <ac:inkMkLst>
            <pc:docMk/>
            <pc:sldMk cId="1617937393" sldId="343"/>
            <ac:inkMk id="160" creationId="{CB5517DA-CC7D-C587-B312-48F20CCC2954}"/>
          </ac:inkMkLst>
        </pc:inkChg>
        <pc:inkChg chg="add mod">
          <ac:chgData name="Christopher Aloo" userId="81d139e4-1a74-45bd-a04a-64f94c7d37c9" providerId="ADAL" clId="{2CA54C02-19BE-48F4-A31B-AFCD72BD22E3}" dt="2025-04-03T17:24:21.973" v="530"/>
          <ac:inkMkLst>
            <pc:docMk/>
            <pc:sldMk cId="1617937393" sldId="343"/>
            <ac:inkMk id="162" creationId="{F5385545-6A2B-770C-4735-8F75C72600E9}"/>
          </ac:inkMkLst>
        </pc:inkChg>
        <pc:inkChg chg="add mod">
          <ac:chgData name="Christopher Aloo" userId="81d139e4-1a74-45bd-a04a-64f94c7d37c9" providerId="ADAL" clId="{2CA54C02-19BE-48F4-A31B-AFCD72BD22E3}" dt="2025-04-03T17:24:12.139" v="515"/>
          <ac:inkMkLst>
            <pc:docMk/>
            <pc:sldMk cId="1617937393" sldId="343"/>
            <ac:inkMk id="163" creationId="{5B13D705-BB58-191C-FEA2-7D30F1E7ECD7}"/>
          </ac:inkMkLst>
        </pc:inkChg>
        <pc:inkChg chg="add mod">
          <ac:chgData name="Christopher Aloo" userId="81d139e4-1a74-45bd-a04a-64f94c7d37c9" providerId="ADAL" clId="{2CA54C02-19BE-48F4-A31B-AFCD72BD22E3}" dt="2025-04-03T17:24:21.973" v="530"/>
          <ac:inkMkLst>
            <pc:docMk/>
            <pc:sldMk cId="1617937393" sldId="343"/>
            <ac:inkMk id="164" creationId="{FE3DC7F0-A7E5-C4F0-AA75-7335E795CBF7}"/>
          </ac:inkMkLst>
        </pc:inkChg>
        <pc:inkChg chg="add mod">
          <ac:chgData name="Christopher Aloo" userId="81d139e4-1a74-45bd-a04a-64f94c7d37c9" providerId="ADAL" clId="{2CA54C02-19BE-48F4-A31B-AFCD72BD22E3}" dt="2025-04-03T17:13:09.375" v="285"/>
          <ac:inkMkLst>
            <pc:docMk/>
            <pc:sldMk cId="1617937393" sldId="343"/>
            <ac:inkMk id="166" creationId="{C5733151-244F-F823-326F-6CBEEA09A478}"/>
          </ac:inkMkLst>
        </pc:inkChg>
        <pc:inkChg chg="add mod">
          <ac:chgData name="Christopher Aloo" userId="81d139e4-1a74-45bd-a04a-64f94c7d37c9" providerId="ADAL" clId="{2CA54C02-19BE-48F4-A31B-AFCD72BD22E3}" dt="2025-04-03T17:12:58.055" v="264"/>
          <ac:inkMkLst>
            <pc:docMk/>
            <pc:sldMk cId="1617937393" sldId="343"/>
            <ac:inkMk id="167" creationId="{E0BD26C0-2C49-BAEE-61BB-4CF6A21C68AF}"/>
          </ac:inkMkLst>
        </pc:inkChg>
        <pc:inkChg chg="add mod">
          <ac:chgData name="Christopher Aloo" userId="81d139e4-1a74-45bd-a04a-64f94c7d37c9" providerId="ADAL" clId="{2CA54C02-19BE-48F4-A31B-AFCD72BD22E3}" dt="2025-04-03T17:13:09.375" v="285"/>
          <ac:inkMkLst>
            <pc:docMk/>
            <pc:sldMk cId="1617937393" sldId="343"/>
            <ac:inkMk id="169" creationId="{7E86B41E-3313-A38A-092D-ED6E4FD8BFCA}"/>
          </ac:inkMkLst>
        </pc:inkChg>
        <pc:inkChg chg="add mod">
          <ac:chgData name="Christopher Aloo" userId="81d139e4-1a74-45bd-a04a-64f94c7d37c9" providerId="ADAL" clId="{2CA54C02-19BE-48F4-A31B-AFCD72BD22E3}" dt="2025-04-03T17:13:00.270" v="271"/>
          <ac:inkMkLst>
            <pc:docMk/>
            <pc:sldMk cId="1617937393" sldId="343"/>
            <ac:inkMk id="170" creationId="{30216C4C-83EB-D908-A19A-F2CB5BBD7421}"/>
          </ac:inkMkLst>
        </pc:inkChg>
        <pc:inkChg chg="add mod">
          <ac:chgData name="Christopher Aloo" userId="81d139e4-1a74-45bd-a04a-64f94c7d37c9" providerId="ADAL" clId="{2CA54C02-19BE-48F4-A31B-AFCD72BD22E3}" dt="2025-04-03T17:24:12.139" v="515"/>
          <ac:inkMkLst>
            <pc:docMk/>
            <pc:sldMk cId="1617937393" sldId="343"/>
            <ac:inkMk id="171" creationId="{FC8AF2E8-E8F1-FE5D-DFEB-63C1653E93D0}"/>
          </ac:inkMkLst>
        </pc:inkChg>
        <pc:inkChg chg="add mod">
          <ac:chgData name="Christopher Aloo" userId="81d139e4-1a74-45bd-a04a-64f94c7d37c9" providerId="ADAL" clId="{2CA54C02-19BE-48F4-A31B-AFCD72BD22E3}" dt="2025-04-03T17:13:04.752" v="278"/>
          <ac:inkMkLst>
            <pc:docMk/>
            <pc:sldMk cId="1617937393" sldId="343"/>
            <ac:inkMk id="172" creationId="{C25223C0-9425-4EA3-0A8F-FE0CCB8C5C2F}"/>
          </ac:inkMkLst>
        </pc:inkChg>
        <pc:inkChg chg="add mod">
          <ac:chgData name="Christopher Aloo" userId="81d139e4-1a74-45bd-a04a-64f94c7d37c9" providerId="ADAL" clId="{2CA54C02-19BE-48F4-A31B-AFCD72BD22E3}" dt="2025-04-03T17:13:00.270" v="271"/>
          <ac:inkMkLst>
            <pc:docMk/>
            <pc:sldMk cId="1617937393" sldId="343"/>
            <ac:inkMk id="173" creationId="{1C678D18-A205-F151-4609-F9343D1EA678}"/>
          </ac:inkMkLst>
        </pc:inkChg>
        <pc:inkChg chg="add mod">
          <ac:chgData name="Christopher Aloo" userId="81d139e4-1a74-45bd-a04a-64f94c7d37c9" providerId="ADAL" clId="{2CA54C02-19BE-48F4-A31B-AFCD72BD22E3}" dt="2025-04-03T17:13:09.375" v="285"/>
          <ac:inkMkLst>
            <pc:docMk/>
            <pc:sldMk cId="1617937393" sldId="343"/>
            <ac:inkMk id="174" creationId="{37869F41-DFCD-59E0-38AE-781490B1A657}"/>
          </ac:inkMkLst>
        </pc:inkChg>
        <pc:inkChg chg="add mod">
          <ac:chgData name="Christopher Aloo" userId="81d139e4-1a74-45bd-a04a-64f94c7d37c9" providerId="ADAL" clId="{2CA54C02-19BE-48F4-A31B-AFCD72BD22E3}" dt="2025-04-03T17:13:09.375" v="285"/>
          <ac:inkMkLst>
            <pc:docMk/>
            <pc:sldMk cId="1617937393" sldId="343"/>
            <ac:inkMk id="176" creationId="{40DCAF3C-7CE2-D4E3-9383-8FA200E4C443}"/>
          </ac:inkMkLst>
        </pc:inkChg>
        <pc:inkChg chg="add mod">
          <ac:chgData name="Christopher Aloo" userId="81d139e4-1a74-45bd-a04a-64f94c7d37c9" providerId="ADAL" clId="{2CA54C02-19BE-48F4-A31B-AFCD72BD22E3}" dt="2025-04-03T17:24:21.973" v="530"/>
          <ac:inkMkLst>
            <pc:docMk/>
            <pc:sldMk cId="1617937393" sldId="343"/>
            <ac:inkMk id="177" creationId="{829CC027-B895-1542-4060-3807B3C5C054}"/>
          </ac:inkMkLst>
        </pc:inkChg>
        <pc:inkChg chg="add">
          <ac:chgData name="Christopher Aloo" userId="81d139e4-1a74-45bd-a04a-64f94c7d37c9" providerId="ADAL" clId="{2CA54C02-19BE-48F4-A31B-AFCD72BD22E3}" dt="2025-04-03T17:13:03.020" v="274" actId="9405"/>
          <ac:inkMkLst>
            <pc:docMk/>
            <pc:sldMk cId="1617937393" sldId="343"/>
            <ac:inkMk id="178" creationId="{8F6A4FAB-92CF-6566-AA04-D98EF71F612C}"/>
          </ac:inkMkLst>
        </pc:inkChg>
        <pc:inkChg chg="add">
          <ac:chgData name="Christopher Aloo" userId="81d139e4-1a74-45bd-a04a-64f94c7d37c9" providerId="ADAL" clId="{2CA54C02-19BE-48F4-A31B-AFCD72BD22E3}" dt="2025-04-03T17:13:03.223" v="275" actId="9405"/>
          <ac:inkMkLst>
            <pc:docMk/>
            <pc:sldMk cId="1617937393" sldId="343"/>
            <ac:inkMk id="179" creationId="{476C8582-897B-40C7-A9B4-3F261E1840EC}"/>
          </ac:inkMkLst>
        </pc:inkChg>
        <pc:inkChg chg="add mod">
          <ac:chgData name="Christopher Aloo" userId="81d139e4-1a74-45bd-a04a-64f94c7d37c9" providerId="ADAL" clId="{2CA54C02-19BE-48F4-A31B-AFCD72BD22E3}" dt="2025-04-03T17:13:09.375" v="285"/>
          <ac:inkMkLst>
            <pc:docMk/>
            <pc:sldMk cId="1617937393" sldId="343"/>
            <ac:inkMk id="180" creationId="{3ADB55EC-B0D7-B4FE-54FC-C7996B6390CC}"/>
          </ac:inkMkLst>
        </pc:inkChg>
        <pc:inkChg chg="add">
          <ac:chgData name="Christopher Aloo" userId="81d139e4-1a74-45bd-a04a-64f94c7d37c9" providerId="ADAL" clId="{2CA54C02-19BE-48F4-A31B-AFCD72BD22E3}" dt="2025-04-03T17:13:03.755" v="277" actId="9405"/>
          <ac:inkMkLst>
            <pc:docMk/>
            <pc:sldMk cId="1617937393" sldId="343"/>
            <ac:inkMk id="181" creationId="{9F3989A1-2222-9E00-6FEA-D7E50ED23CDD}"/>
          </ac:inkMkLst>
        </pc:inkChg>
        <pc:inkChg chg="add">
          <ac:chgData name="Christopher Aloo" userId="81d139e4-1a74-45bd-a04a-64f94c7d37c9" providerId="ADAL" clId="{2CA54C02-19BE-48F4-A31B-AFCD72BD22E3}" dt="2025-04-03T17:13:06.332" v="279" actId="9405"/>
          <ac:inkMkLst>
            <pc:docMk/>
            <pc:sldMk cId="1617937393" sldId="343"/>
            <ac:inkMk id="183" creationId="{D6E55EF0-570B-F024-1B6F-2B4145318B90}"/>
          </ac:inkMkLst>
        </pc:inkChg>
        <pc:inkChg chg="add mod">
          <ac:chgData name="Christopher Aloo" userId="81d139e4-1a74-45bd-a04a-64f94c7d37c9" providerId="ADAL" clId="{2CA54C02-19BE-48F4-A31B-AFCD72BD22E3}" dt="2025-04-03T17:24:12.139" v="515"/>
          <ac:inkMkLst>
            <pc:docMk/>
            <pc:sldMk cId="1617937393" sldId="343"/>
            <ac:inkMk id="184" creationId="{63F89A5D-D63A-3C82-EE6B-79DAF3B33354}"/>
          </ac:inkMkLst>
        </pc:inkChg>
        <pc:inkChg chg="add mod">
          <ac:chgData name="Christopher Aloo" userId="81d139e4-1a74-45bd-a04a-64f94c7d37c9" providerId="ADAL" clId="{2CA54C02-19BE-48F4-A31B-AFCD72BD22E3}" dt="2025-04-03T17:24:12.139" v="515"/>
          <ac:inkMkLst>
            <pc:docMk/>
            <pc:sldMk cId="1617937393" sldId="343"/>
            <ac:inkMk id="185" creationId="{ED1DD03E-D163-B31E-BA7D-B51E4FFB24CD}"/>
          </ac:inkMkLst>
        </pc:inkChg>
        <pc:inkChg chg="add">
          <ac:chgData name="Christopher Aloo" userId="81d139e4-1a74-45bd-a04a-64f94c7d37c9" providerId="ADAL" clId="{2CA54C02-19BE-48F4-A31B-AFCD72BD22E3}" dt="2025-04-03T17:13:08.411" v="283" actId="9405"/>
          <ac:inkMkLst>
            <pc:docMk/>
            <pc:sldMk cId="1617937393" sldId="343"/>
            <ac:inkMk id="187" creationId="{8D631111-0F8C-D6B8-B31E-021CA7F48664}"/>
          </ac:inkMkLst>
        </pc:inkChg>
        <pc:inkChg chg="add">
          <ac:chgData name="Christopher Aloo" userId="81d139e4-1a74-45bd-a04a-64f94c7d37c9" providerId="ADAL" clId="{2CA54C02-19BE-48F4-A31B-AFCD72BD22E3}" dt="2025-04-03T17:13:08.559" v="284" actId="9405"/>
          <ac:inkMkLst>
            <pc:docMk/>
            <pc:sldMk cId="1617937393" sldId="343"/>
            <ac:inkMk id="188" creationId="{F99B5C4F-D4AE-8F36-23D8-239C65875A0C}"/>
          </ac:inkMkLst>
        </pc:inkChg>
        <pc:inkChg chg="add mod">
          <ac:chgData name="Christopher Aloo" userId="81d139e4-1a74-45bd-a04a-64f94c7d37c9" providerId="ADAL" clId="{2CA54C02-19BE-48F4-A31B-AFCD72BD22E3}" dt="2025-04-03T17:13:12.490" v="288"/>
          <ac:inkMkLst>
            <pc:docMk/>
            <pc:sldMk cId="1617937393" sldId="343"/>
            <ac:inkMk id="190" creationId="{EBF91903-6AE6-85FE-F1B7-876F4994379C}"/>
          </ac:inkMkLst>
        </pc:inkChg>
        <pc:inkChg chg="add mod">
          <ac:chgData name="Christopher Aloo" userId="81d139e4-1a74-45bd-a04a-64f94c7d37c9" providerId="ADAL" clId="{2CA54C02-19BE-48F4-A31B-AFCD72BD22E3}" dt="2025-04-03T17:13:12.490" v="288"/>
          <ac:inkMkLst>
            <pc:docMk/>
            <pc:sldMk cId="1617937393" sldId="343"/>
            <ac:inkMk id="191" creationId="{CDC8982B-3938-150A-E511-2ADC098CD1DC}"/>
          </ac:inkMkLst>
        </pc:inkChg>
        <pc:inkChg chg="add mod">
          <ac:chgData name="Christopher Aloo" userId="81d139e4-1a74-45bd-a04a-64f94c7d37c9" providerId="ADAL" clId="{2CA54C02-19BE-48F4-A31B-AFCD72BD22E3}" dt="2025-04-03T17:13:24.368" v="304"/>
          <ac:inkMkLst>
            <pc:docMk/>
            <pc:sldMk cId="1617937393" sldId="343"/>
            <ac:inkMk id="193" creationId="{E831F53C-55F2-7692-913F-F6B9B8ED71A8}"/>
          </ac:inkMkLst>
        </pc:inkChg>
        <pc:inkChg chg="add mod">
          <ac:chgData name="Christopher Aloo" userId="81d139e4-1a74-45bd-a04a-64f94c7d37c9" providerId="ADAL" clId="{2CA54C02-19BE-48F4-A31B-AFCD72BD22E3}" dt="2025-04-03T17:13:24.368" v="304"/>
          <ac:inkMkLst>
            <pc:docMk/>
            <pc:sldMk cId="1617937393" sldId="343"/>
            <ac:inkMk id="194" creationId="{09601732-CA15-8437-884E-35F8E7E0648B}"/>
          </ac:inkMkLst>
        </pc:inkChg>
        <pc:inkChg chg="add mod">
          <ac:chgData name="Christopher Aloo" userId="81d139e4-1a74-45bd-a04a-64f94c7d37c9" providerId="ADAL" clId="{2CA54C02-19BE-48F4-A31B-AFCD72BD22E3}" dt="2025-04-03T17:13:24.368" v="304"/>
          <ac:inkMkLst>
            <pc:docMk/>
            <pc:sldMk cId="1617937393" sldId="343"/>
            <ac:inkMk id="195" creationId="{78F8C8FE-75AB-0F65-3270-24A7743DD396}"/>
          </ac:inkMkLst>
        </pc:inkChg>
        <pc:inkChg chg="add mod">
          <ac:chgData name="Christopher Aloo" userId="81d139e4-1a74-45bd-a04a-64f94c7d37c9" providerId="ADAL" clId="{2CA54C02-19BE-48F4-A31B-AFCD72BD22E3}" dt="2025-04-03T17:13:24.368" v="304"/>
          <ac:inkMkLst>
            <pc:docMk/>
            <pc:sldMk cId="1617937393" sldId="343"/>
            <ac:inkMk id="197" creationId="{F298F962-4B9E-A7DB-1F84-0FB300FC3025}"/>
          </ac:inkMkLst>
        </pc:inkChg>
        <pc:inkChg chg="add mod">
          <ac:chgData name="Christopher Aloo" userId="81d139e4-1a74-45bd-a04a-64f94c7d37c9" providerId="ADAL" clId="{2CA54C02-19BE-48F4-A31B-AFCD72BD22E3}" dt="2025-04-03T17:13:19.551" v="301"/>
          <ac:inkMkLst>
            <pc:docMk/>
            <pc:sldMk cId="1617937393" sldId="343"/>
            <ac:inkMk id="198" creationId="{D626E1B5-48D1-5E99-9334-58D17285720A}"/>
          </ac:inkMkLst>
        </pc:inkChg>
        <pc:inkChg chg="add mod">
          <ac:chgData name="Christopher Aloo" userId="81d139e4-1a74-45bd-a04a-64f94c7d37c9" providerId="ADAL" clId="{2CA54C02-19BE-48F4-A31B-AFCD72BD22E3}" dt="2025-04-03T17:13:19.551" v="301"/>
          <ac:inkMkLst>
            <pc:docMk/>
            <pc:sldMk cId="1617937393" sldId="343"/>
            <ac:inkMk id="199" creationId="{0A0FE1E4-8D88-49F9-337D-1C3CED49A3D7}"/>
          </ac:inkMkLst>
        </pc:inkChg>
        <pc:inkChg chg="add mod">
          <ac:chgData name="Christopher Aloo" userId="81d139e4-1a74-45bd-a04a-64f94c7d37c9" providerId="ADAL" clId="{2CA54C02-19BE-48F4-A31B-AFCD72BD22E3}" dt="2025-04-03T17:13:19.551" v="301"/>
          <ac:inkMkLst>
            <pc:docMk/>
            <pc:sldMk cId="1617937393" sldId="343"/>
            <ac:inkMk id="200" creationId="{12262866-A1CB-9861-C671-A820C970929C}"/>
          </ac:inkMkLst>
        </pc:inkChg>
        <pc:inkChg chg="add mod">
          <ac:chgData name="Christopher Aloo" userId="81d139e4-1a74-45bd-a04a-64f94c7d37c9" providerId="ADAL" clId="{2CA54C02-19BE-48F4-A31B-AFCD72BD22E3}" dt="2025-04-03T17:13:19.551" v="301"/>
          <ac:inkMkLst>
            <pc:docMk/>
            <pc:sldMk cId="1617937393" sldId="343"/>
            <ac:inkMk id="201" creationId="{D0EF6214-81F8-54A3-BCB4-7752CEB1A5E6}"/>
          </ac:inkMkLst>
        </pc:inkChg>
        <pc:inkChg chg="add mod">
          <ac:chgData name="Christopher Aloo" userId="81d139e4-1a74-45bd-a04a-64f94c7d37c9" providerId="ADAL" clId="{2CA54C02-19BE-48F4-A31B-AFCD72BD22E3}" dt="2025-04-03T17:13:19.551" v="301"/>
          <ac:inkMkLst>
            <pc:docMk/>
            <pc:sldMk cId="1617937393" sldId="343"/>
            <ac:inkMk id="202" creationId="{1B68D7E5-CD26-D678-F739-D44863CE4A38}"/>
          </ac:inkMkLst>
        </pc:inkChg>
        <pc:inkChg chg="add mod">
          <ac:chgData name="Christopher Aloo" userId="81d139e4-1a74-45bd-a04a-64f94c7d37c9" providerId="ADAL" clId="{2CA54C02-19BE-48F4-A31B-AFCD72BD22E3}" dt="2025-04-03T17:13:19.551" v="301"/>
          <ac:inkMkLst>
            <pc:docMk/>
            <pc:sldMk cId="1617937393" sldId="343"/>
            <ac:inkMk id="203" creationId="{816B3AFF-4A86-6529-6063-35689BE4377C}"/>
          </ac:inkMkLst>
        </pc:inkChg>
        <pc:inkChg chg="add mod">
          <ac:chgData name="Christopher Aloo" userId="81d139e4-1a74-45bd-a04a-64f94c7d37c9" providerId="ADAL" clId="{2CA54C02-19BE-48F4-A31B-AFCD72BD22E3}" dt="2025-04-03T17:13:19.551" v="301"/>
          <ac:inkMkLst>
            <pc:docMk/>
            <pc:sldMk cId="1617937393" sldId="343"/>
            <ac:inkMk id="204" creationId="{67E72010-7B58-A33C-4FE2-98F501528929}"/>
          </ac:inkMkLst>
        </pc:inkChg>
        <pc:inkChg chg="add mod">
          <ac:chgData name="Christopher Aloo" userId="81d139e4-1a74-45bd-a04a-64f94c7d37c9" providerId="ADAL" clId="{2CA54C02-19BE-48F4-A31B-AFCD72BD22E3}" dt="2025-04-03T17:13:24.368" v="304"/>
          <ac:inkMkLst>
            <pc:docMk/>
            <pc:sldMk cId="1617937393" sldId="343"/>
            <ac:inkMk id="206" creationId="{FFF2AC03-9E8C-E2D6-1698-67501A627720}"/>
          </ac:inkMkLst>
        </pc:inkChg>
        <pc:inkChg chg="add mod">
          <ac:chgData name="Christopher Aloo" userId="81d139e4-1a74-45bd-a04a-64f94c7d37c9" providerId="ADAL" clId="{2CA54C02-19BE-48F4-A31B-AFCD72BD22E3}" dt="2025-04-03T17:24:12.139" v="515"/>
          <ac:inkMkLst>
            <pc:docMk/>
            <pc:sldMk cId="1617937393" sldId="343"/>
            <ac:inkMk id="207" creationId="{308584D2-FCF8-5841-4334-2380638E5D1B}"/>
          </ac:inkMkLst>
        </pc:inkChg>
        <pc:inkChg chg="add">
          <ac:chgData name="Christopher Aloo" userId="81d139e4-1a74-45bd-a04a-64f94c7d37c9" providerId="ADAL" clId="{2CA54C02-19BE-48F4-A31B-AFCD72BD22E3}" dt="2025-04-03T17:13:24.571" v="305" actId="9405"/>
          <ac:inkMkLst>
            <pc:docMk/>
            <pc:sldMk cId="1617937393" sldId="343"/>
            <ac:inkMk id="209" creationId="{F66AA569-AD12-D141-2B35-F744671C483D}"/>
          </ac:inkMkLst>
        </pc:inkChg>
        <pc:inkChg chg="add">
          <ac:chgData name="Christopher Aloo" userId="81d139e4-1a74-45bd-a04a-64f94c7d37c9" providerId="ADAL" clId="{2CA54C02-19BE-48F4-A31B-AFCD72BD22E3}" dt="2025-04-03T17:13:25.839" v="306" actId="9405"/>
          <ac:inkMkLst>
            <pc:docMk/>
            <pc:sldMk cId="1617937393" sldId="343"/>
            <ac:inkMk id="210" creationId="{6208541F-B427-6ADD-D585-2E9E73AC12AD}"/>
          </ac:inkMkLst>
        </pc:inkChg>
        <pc:inkChg chg="add">
          <ac:chgData name="Christopher Aloo" userId="81d139e4-1a74-45bd-a04a-64f94c7d37c9" providerId="ADAL" clId="{2CA54C02-19BE-48F4-A31B-AFCD72BD22E3}" dt="2025-04-03T17:13:58.214" v="307" actId="9405"/>
          <ac:inkMkLst>
            <pc:docMk/>
            <pc:sldMk cId="1617937393" sldId="343"/>
            <ac:inkMk id="211" creationId="{C193BE05-2B55-685D-0ED4-EA0E1EAD47E8}"/>
          </ac:inkMkLst>
        </pc:inkChg>
        <pc:inkChg chg="add">
          <ac:chgData name="Christopher Aloo" userId="81d139e4-1a74-45bd-a04a-64f94c7d37c9" providerId="ADAL" clId="{2CA54C02-19BE-48F4-A31B-AFCD72BD22E3}" dt="2025-04-03T17:13:59.008" v="308" actId="9405"/>
          <ac:inkMkLst>
            <pc:docMk/>
            <pc:sldMk cId="1617937393" sldId="343"/>
            <ac:inkMk id="212" creationId="{A3343367-5369-2345-EBFD-1F58BF874874}"/>
          </ac:inkMkLst>
        </pc:inkChg>
        <pc:inkChg chg="add mod">
          <ac:chgData name="Christopher Aloo" userId="81d139e4-1a74-45bd-a04a-64f94c7d37c9" providerId="ADAL" clId="{2CA54C02-19BE-48F4-A31B-AFCD72BD22E3}" dt="2025-04-03T17:14:03.696" v="312"/>
          <ac:inkMkLst>
            <pc:docMk/>
            <pc:sldMk cId="1617937393" sldId="343"/>
            <ac:inkMk id="213" creationId="{0F8BF462-A6E5-DFD2-26F6-8DAB7C5CC535}"/>
          </ac:inkMkLst>
        </pc:inkChg>
        <pc:inkChg chg="add mod">
          <ac:chgData name="Christopher Aloo" userId="81d139e4-1a74-45bd-a04a-64f94c7d37c9" providerId="ADAL" clId="{2CA54C02-19BE-48F4-A31B-AFCD72BD22E3}" dt="2025-04-03T17:14:03.696" v="312"/>
          <ac:inkMkLst>
            <pc:docMk/>
            <pc:sldMk cId="1617937393" sldId="343"/>
            <ac:inkMk id="214" creationId="{C60B3772-3742-C55C-32CC-A40D228C6592}"/>
          </ac:inkMkLst>
        </pc:inkChg>
        <pc:inkChg chg="add">
          <ac:chgData name="Christopher Aloo" userId="81d139e4-1a74-45bd-a04a-64f94c7d37c9" providerId="ADAL" clId="{2CA54C02-19BE-48F4-A31B-AFCD72BD22E3}" dt="2025-04-03T17:23:59.358" v="496" actId="9405"/>
          <ac:inkMkLst>
            <pc:docMk/>
            <pc:sldMk cId="1617937393" sldId="343"/>
            <ac:inkMk id="216" creationId="{3DA57057-8490-6E82-7E68-BE7EB9D5ACE1}"/>
          </ac:inkMkLst>
        </pc:inkChg>
        <pc:inkChg chg="add">
          <ac:chgData name="Christopher Aloo" userId="81d139e4-1a74-45bd-a04a-64f94c7d37c9" providerId="ADAL" clId="{2CA54C02-19BE-48F4-A31B-AFCD72BD22E3}" dt="2025-04-03T17:24:00.070" v="497" actId="9405"/>
          <ac:inkMkLst>
            <pc:docMk/>
            <pc:sldMk cId="1617937393" sldId="343"/>
            <ac:inkMk id="217" creationId="{B58E69D0-B441-F73A-BD4D-7CB860F4A266}"/>
          </ac:inkMkLst>
        </pc:inkChg>
        <pc:inkChg chg="add">
          <ac:chgData name="Christopher Aloo" userId="81d139e4-1a74-45bd-a04a-64f94c7d37c9" providerId="ADAL" clId="{2CA54C02-19BE-48F4-A31B-AFCD72BD22E3}" dt="2025-04-03T17:24:02.190" v="499" actId="9405"/>
          <ac:inkMkLst>
            <pc:docMk/>
            <pc:sldMk cId="1617937393" sldId="343"/>
            <ac:inkMk id="220" creationId="{A9615FA8-CFA1-3653-DCE9-40EA4BAAAD5D}"/>
          </ac:inkMkLst>
        </pc:inkChg>
        <pc:inkChg chg="add">
          <ac:chgData name="Christopher Aloo" userId="81d139e4-1a74-45bd-a04a-64f94c7d37c9" providerId="ADAL" clId="{2CA54C02-19BE-48F4-A31B-AFCD72BD22E3}" dt="2025-04-03T17:24:04.799" v="500" actId="9405"/>
          <ac:inkMkLst>
            <pc:docMk/>
            <pc:sldMk cId="1617937393" sldId="343"/>
            <ac:inkMk id="221" creationId="{F7EE6480-B216-7985-336C-8201629E7259}"/>
          </ac:inkMkLst>
        </pc:inkChg>
        <pc:inkChg chg="add mod">
          <ac:chgData name="Christopher Aloo" userId="81d139e4-1a74-45bd-a04a-64f94c7d37c9" providerId="ADAL" clId="{2CA54C02-19BE-48F4-A31B-AFCD72BD22E3}" dt="2025-04-03T17:24:21.973" v="530"/>
          <ac:inkMkLst>
            <pc:docMk/>
            <pc:sldMk cId="1617937393" sldId="343"/>
            <ac:inkMk id="222" creationId="{4D4F294C-15F4-9A0B-7BC9-E3B60F5A379C}"/>
          </ac:inkMkLst>
        </pc:inkChg>
        <pc:inkChg chg="add">
          <ac:chgData name="Christopher Aloo" userId="81d139e4-1a74-45bd-a04a-64f94c7d37c9" providerId="ADAL" clId="{2CA54C02-19BE-48F4-A31B-AFCD72BD22E3}" dt="2025-04-03T17:24:06.551" v="502" actId="9405"/>
          <ac:inkMkLst>
            <pc:docMk/>
            <pc:sldMk cId="1617937393" sldId="343"/>
            <ac:inkMk id="223" creationId="{A78CC5B2-5373-E7CE-F41F-360FEAD87C5B}"/>
          </ac:inkMkLst>
        </pc:inkChg>
        <pc:inkChg chg="add">
          <ac:chgData name="Christopher Aloo" userId="81d139e4-1a74-45bd-a04a-64f94c7d37c9" providerId="ADAL" clId="{2CA54C02-19BE-48F4-A31B-AFCD72BD22E3}" dt="2025-04-03T17:24:07.095" v="503" actId="9405"/>
          <ac:inkMkLst>
            <pc:docMk/>
            <pc:sldMk cId="1617937393" sldId="343"/>
            <ac:inkMk id="224" creationId="{A81464C0-8562-7479-3061-C057234354EC}"/>
          </ac:inkMkLst>
        </pc:inkChg>
        <pc:inkChg chg="add">
          <ac:chgData name="Christopher Aloo" userId="81d139e4-1a74-45bd-a04a-64f94c7d37c9" providerId="ADAL" clId="{2CA54C02-19BE-48F4-A31B-AFCD72BD22E3}" dt="2025-04-03T17:24:07.311" v="504" actId="9405"/>
          <ac:inkMkLst>
            <pc:docMk/>
            <pc:sldMk cId="1617937393" sldId="343"/>
            <ac:inkMk id="225" creationId="{08B7924C-3DF6-0DD5-AF30-46C6CFDF4B3D}"/>
          </ac:inkMkLst>
        </pc:inkChg>
        <pc:inkChg chg="add">
          <ac:chgData name="Christopher Aloo" userId="81d139e4-1a74-45bd-a04a-64f94c7d37c9" providerId="ADAL" clId="{2CA54C02-19BE-48F4-A31B-AFCD72BD22E3}" dt="2025-04-03T17:24:07.596" v="505" actId="9405"/>
          <ac:inkMkLst>
            <pc:docMk/>
            <pc:sldMk cId="1617937393" sldId="343"/>
            <ac:inkMk id="226" creationId="{33CE4654-CEFE-83E9-542D-149E7EA16B9D}"/>
          </ac:inkMkLst>
        </pc:inkChg>
        <pc:inkChg chg="add">
          <ac:chgData name="Christopher Aloo" userId="81d139e4-1a74-45bd-a04a-64f94c7d37c9" providerId="ADAL" clId="{2CA54C02-19BE-48F4-A31B-AFCD72BD22E3}" dt="2025-04-03T17:24:07.765" v="506" actId="9405"/>
          <ac:inkMkLst>
            <pc:docMk/>
            <pc:sldMk cId="1617937393" sldId="343"/>
            <ac:inkMk id="227" creationId="{77090D07-5D44-3ED2-5FAD-70FF0454DD87}"/>
          </ac:inkMkLst>
        </pc:inkChg>
        <pc:inkChg chg="add">
          <ac:chgData name="Christopher Aloo" userId="81d139e4-1a74-45bd-a04a-64f94c7d37c9" providerId="ADAL" clId="{2CA54C02-19BE-48F4-A31B-AFCD72BD22E3}" dt="2025-04-03T17:24:07.988" v="507" actId="9405"/>
          <ac:inkMkLst>
            <pc:docMk/>
            <pc:sldMk cId="1617937393" sldId="343"/>
            <ac:inkMk id="228" creationId="{A9A93A1C-602F-4A1F-A33A-1046594FD934}"/>
          </ac:inkMkLst>
        </pc:inkChg>
        <pc:inkChg chg="add">
          <ac:chgData name="Christopher Aloo" userId="81d139e4-1a74-45bd-a04a-64f94c7d37c9" providerId="ADAL" clId="{2CA54C02-19BE-48F4-A31B-AFCD72BD22E3}" dt="2025-04-03T17:24:08.202" v="508" actId="9405"/>
          <ac:inkMkLst>
            <pc:docMk/>
            <pc:sldMk cId="1617937393" sldId="343"/>
            <ac:inkMk id="229" creationId="{B7214A44-8E0E-C9C5-F1A5-BBAFD90D698E}"/>
          </ac:inkMkLst>
        </pc:inkChg>
        <pc:inkChg chg="add mod">
          <ac:chgData name="Christopher Aloo" userId="81d139e4-1a74-45bd-a04a-64f94c7d37c9" providerId="ADAL" clId="{2CA54C02-19BE-48F4-A31B-AFCD72BD22E3}" dt="2025-04-03T17:24:10.086" v="512"/>
          <ac:inkMkLst>
            <pc:docMk/>
            <pc:sldMk cId="1617937393" sldId="343"/>
            <ac:inkMk id="231" creationId="{7D189585-A4C2-2816-2F15-7F78461F1EAE}"/>
          </ac:inkMkLst>
        </pc:inkChg>
        <pc:inkChg chg="add mod">
          <ac:chgData name="Christopher Aloo" userId="81d139e4-1a74-45bd-a04a-64f94c7d37c9" providerId="ADAL" clId="{2CA54C02-19BE-48F4-A31B-AFCD72BD22E3}" dt="2025-04-03T17:24:10.086" v="512"/>
          <ac:inkMkLst>
            <pc:docMk/>
            <pc:sldMk cId="1617937393" sldId="343"/>
            <ac:inkMk id="232" creationId="{6FFBE8BB-8392-E05F-5366-FA862146D757}"/>
          </ac:inkMkLst>
        </pc:inkChg>
        <pc:inkChg chg="add">
          <ac:chgData name="Christopher Aloo" userId="81d139e4-1a74-45bd-a04a-64f94c7d37c9" providerId="ADAL" clId="{2CA54C02-19BE-48F4-A31B-AFCD72BD22E3}" dt="2025-04-03T17:24:10.665" v="513" actId="9405"/>
          <ac:inkMkLst>
            <pc:docMk/>
            <pc:sldMk cId="1617937393" sldId="343"/>
            <ac:inkMk id="234" creationId="{CE26CC05-1BAA-8DCA-51B0-E03559D960F8}"/>
          </ac:inkMkLst>
        </pc:inkChg>
        <pc:inkChg chg="add">
          <ac:chgData name="Christopher Aloo" userId="81d139e4-1a74-45bd-a04a-64f94c7d37c9" providerId="ADAL" clId="{2CA54C02-19BE-48F4-A31B-AFCD72BD22E3}" dt="2025-04-03T17:24:11.433" v="514" actId="9405"/>
          <ac:inkMkLst>
            <pc:docMk/>
            <pc:sldMk cId="1617937393" sldId="343"/>
            <ac:inkMk id="235" creationId="{A59E3F15-E6D8-7815-25EF-1794B678B5EE}"/>
          </ac:inkMkLst>
        </pc:inkChg>
        <pc:inkChg chg="add mod">
          <ac:chgData name="Christopher Aloo" userId="81d139e4-1a74-45bd-a04a-64f94c7d37c9" providerId="ADAL" clId="{2CA54C02-19BE-48F4-A31B-AFCD72BD22E3}" dt="2025-04-03T17:24:14.878" v="522"/>
          <ac:inkMkLst>
            <pc:docMk/>
            <pc:sldMk cId="1617937393" sldId="343"/>
            <ac:inkMk id="237" creationId="{3F74C8DA-9FDD-65BA-0C5D-2F409621A61E}"/>
          </ac:inkMkLst>
        </pc:inkChg>
        <pc:inkChg chg="add mod">
          <ac:chgData name="Christopher Aloo" userId="81d139e4-1a74-45bd-a04a-64f94c7d37c9" providerId="ADAL" clId="{2CA54C02-19BE-48F4-A31B-AFCD72BD22E3}" dt="2025-04-03T17:24:14.878" v="522"/>
          <ac:inkMkLst>
            <pc:docMk/>
            <pc:sldMk cId="1617937393" sldId="343"/>
            <ac:inkMk id="238" creationId="{51EEFDA0-0164-DD54-77D8-98A7E3B88FDC}"/>
          </ac:inkMkLst>
        </pc:inkChg>
        <pc:inkChg chg="add mod">
          <ac:chgData name="Christopher Aloo" userId="81d139e4-1a74-45bd-a04a-64f94c7d37c9" providerId="ADAL" clId="{2CA54C02-19BE-48F4-A31B-AFCD72BD22E3}" dt="2025-04-03T17:24:14.878" v="522"/>
          <ac:inkMkLst>
            <pc:docMk/>
            <pc:sldMk cId="1617937393" sldId="343"/>
            <ac:inkMk id="239" creationId="{973A3594-7793-54EB-E17C-8362FC0DB5E2}"/>
          </ac:inkMkLst>
        </pc:inkChg>
        <pc:inkChg chg="add mod">
          <ac:chgData name="Christopher Aloo" userId="81d139e4-1a74-45bd-a04a-64f94c7d37c9" providerId="ADAL" clId="{2CA54C02-19BE-48F4-A31B-AFCD72BD22E3}" dt="2025-04-03T17:24:14.878" v="522"/>
          <ac:inkMkLst>
            <pc:docMk/>
            <pc:sldMk cId="1617937393" sldId="343"/>
            <ac:inkMk id="240" creationId="{747A9B2E-BA56-CD66-3D46-228CDEBFB66B}"/>
          </ac:inkMkLst>
        </pc:inkChg>
        <pc:inkChg chg="add mod">
          <ac:chgData name="Christopher Aloo" userId="81d139e4-1a74-45bd-a04a-64f94c7d37c9" providerId="ADAL" clId="{2CA54C02-19BE-48F4-A31B-AFCD72BD22E3}" dt="2025-04-03T17:24:14.878" v="522"/>
          <ac:inkMkLst>
            <pc:docMk/>
            <pc:sldMk cId="1617937393" sldId="343"/>
            <ac:inkMk id="241" creationId="{84D9C8A6-B033-A461-8034-2B8F6B623573}"/>
          </ac:inkMkLst>
        </pc:inkChg>
        <pc:inkChg chg="add mod">
          <ac:chgData name="Christopher Aloo" userId="81d139e4-1a74-45bd-a04a-64f94c7d37c9" providerId="ADAL" clId="{2CA54C02-19BE-48F4-A31B-AFCD72BD22E3}" dt="2025-04-03T17:24:14.878" v="522"/>
          <ac:inkMkLst>
            <pc:docMk/>
            <pc:sldMk cId="1617937393" sldId="343"/>
            <ac:inkMk id="242" creationId="{1E648E37-D489-469F-93B4-E8ED914E4AA6}"/>
          </ac:inkMkLst>
        </pc:inkChg>
        <pc:inkChg chg="add">
          <ac:chgData name="Christopher Aloo" userId="81d139e4-1a74-45bd-a04a-64f94c7d37c9" providerId="ADAL" clId="{2CA54C02-19BE-48F4-A31B-AFCD72BD22E3}" dt="2025-04-03T17:24:18.262" v="523" actId="9405"/>
          <ac:inkMkLst>
            <pc:docMk/>
            <pc:sldMk cId="1617937393" sldId="343"/>
            <ac:inkMk id="244" creationId="{6E3D47C6-4EC6-4566-FC70-4C0407EF9127}"/>
          </ac:inkMkLst>
        </pc:inkChg>
        <pc:inkChg chg="add mod">
          <ac:chgData name="Christopher Aloo" userId="81d139e4-1a74-45bd-a04a-64f94c7d37c9" providerId="ADAL" clId="{2CA54C02-19BE-48F4-A31B-AFCD72BD22E3}" dt="2025-04-03T17:24:21.973" v="530"/>
          <ac:inkMkLst>
            <pc:docMk/>
            <pc:sldMk cId="1617937393" sldId="343"/>
            <ac:inkMk id="246" creationId="{BC001208-49A5-21C4-5F34-7FE416BCC591}"/>
          </ac:inkMkLst>
        </pc:inkChg>
        <pc:inkChg chg="add">
          <ac:chgData name="Christopher Aloo" userId="81d139e4-1a74-45bd-a04a-64f94c7d37c9" providerId="ADAL" clId="{2CA54C02-19BE-48F4-A31B-AFCD72BD22E3}" dt="2025-04-03T17:24:20.125" v="527" actId="9405"/>
          <ac:inkMkLst>
            <pc:docMk/>
            <pc:sldMk cId="1617937393" sldId="343"/>
            <ac:inkMk id="248" creationId="{D4B7C7D1-A218-0376-6A6B-35FA9ED2E456}"/>
          </ac:inkMkLst>
        </pc:inkChg>
        <pc:inkChg chg="add">
          <ac:chgData name="Christopher Aloo" userId="81d139e4-1a74-45bd-a04a-64f94c7d37c9" providerId="ADAL" clId="{2CA54C02-19BE-48F4-A31B-AFCD72BD22E3}" dt="2025-04-03T17:24:21.391" v="529" actId="9405"/>
          <ac:inkMkLst>
            <pc:docMk/>
            <pc:sldMk cId="1617937393" sldId="343"/>
            <ac:inkMk id="250" creationId="{BFE9B99B-26DC-D204-6A7E-F0988EA99DE8}"/>
          </ac:inkMkLst>
        </pc:inkChg>
      </pc:sldChg>
      <pc:sldChg chg="addSp delSp modSp add mod ord">
        <pc:chgData name="Christopher Aloo" userId="81d139e4-1a74-45bd-a04a-64f94c7d37c9" providerId="ADAL" clId="{2CA54C02-19BE-48F4-A31B-AFCD72BD22E3}" dt="2025-04-03T17:21:04.370" v="432"/>
        <pc:sldMkLst>
          <pc:docMk/>
          <pc:sldMk cId="3301096110" sldId="344"/>
        </pc:sldMkLst>
        <pc:spChg chg="del">
          <ac:chgData name="Christopher Aloo" userId="81d139e4-1a74-45bd-a04a-64f94c7d37c9" providerId="ADAL" clId="{2CA54C02-19BE-48F4-A31B-AFCD72BD22E3}" dt="2025-04-03T17:18:18.752" v="316" actId="478"/>
          <ac:spMkLst>
            <pc:docMk/>
            <pc:sldMk cId="3301096110" sldId="344"/>
            <ac:spMk id="3" creationId="{94DC1E99-2F4C-7DA2-0762-1051B70FEECD}"/>
          </ac:spMkLst>
        </pc:spChg>
        <pc:spChg chg="add del mod">
          <ac:chgData name="Christopher Aloo" userId="81d139e4-1a74-45bd-a04a-64f94c7d37c9" providerId="ADAL" clId="{2CA54C02-19BE-48F4-A31B-AFCD72BD22E3}" dt="2025-04-03T17:18:20.058" v="317" actId="478"/>
          <ac:spMkLst>
            <pc:docMk/>
            <pc:sldMk cId="3301096110" sldId="344"/>
            <ac:spMk id="6" creationId="{438BAEA6-02C1-882A-A22C-A6FC1AB311E6}"/>
          </ac:spMkLst>
        </pc:spChg>
        <pc:grpChg chg="del mod">
          <ac:chgData name="Christopher Aloo" userId="81d139e4-1a74-45bd-a04a-64f94c7d37c9" providerId="ADAL" clId="{2CA54C02-19BE-48F4-A31B-AFCD72BD22E3}" dt="2025-04-03T17:19:53.686" v="352"/>
          <ac:grpSpMkLst>
            <pc:docMk/>
            <pc:sldMk cId="3301096110" sldId="344"/>
            <ac:grpSpMk id="12" creationId="{928FB538-7B67-4EDE-E0B4-E666C1A6137D}"/>
          </ac:grpSpMkLst>
        </pc:grpChg>
        <pc:grpChg chg="del mod">
          <ac:chgData name="Christopher Aloo" userId="81d139e4-1a74-45bd-a04a-64f94c7d37c9" providerId="ADAL" clId="{2CA54C02-19BE-48F4-A31B-AFCD72BD22E3}" dt="2025-04-03T17:18:56.619" v="335"/>
          <ac:grpSpMkLst>
            <pc:docMk/>
            <pc:sldMk cId="3301096110" sldId="344"/>
            <ac:grpSpMk id="16" creationId="{5A290E76-EE10-F308-B37C-32310A948388}"/>
          </ac:grpSpMkLst>
        </pc:grpChg>
        <pc:grpChg chg="del mod">
          <ac:chgData name="Christopher Aloo" userId="81d139e4-1a74-45bd-a04a-64f94c7d37c9" providerId="ADAL" clId="{2CA54C02-19BE-48F4-A31B-AFCD72BD22E3}" dt="2025-04-03T17:19:24.419" v="337"/>
          <ac:grpSpMkLst>
            <pc:docMk/>
            <pc:sldMk cId="3301096110" sldId="344"/>
            <ac:grpSpMk id="22" creationId="{DC4661F0-E553-ED1E-1858-C8F2A033276E}"/>
          </ac:grpSpMkLst>
        </pc:grpChg>
        <pc:grpChg chg="del mod">
          <ac:chgData name="Christopher Aloo" userId="81d139e4-1a74-45bd-a04a-64f94c7d37c9" providerId="ADAL" clId="{2CA54C02-19BE-48F4-A31B-AFCD72BD22E3}" dt="2025-04-03T17:19:53.686" v="352"/>
          <ac:grpSpMkLst>
            <pc:docMk/>
            <pc:sldMk cId="3301096110" sldId="344"/>
            <ac:grpSpMk id="24" creationId="{7F456633-2B5A-CFBC-76E9-A68AB64843F5}"/>
          </ac:grpSpMkLst>
        </pc:grpChg>
        <pc:grpChg chg="del mod">
          <ac:chgData name="Christopher Aloo" userId="81d139e4-1a74-45bd-a04a-64f94c7d37c9" providerId="ADAL" clId="{2CA54C02-19BE-48F4-A31B-AFCD72BD22E3}" dt="2025-04-03T17:19:51.874" v="349"/>
          <ac:grpSpMkLst>
            <pc:docMk/>
            <pc:sldMk cId="3301096110" sldId="344"/>
            <ac:grpSpMk id="31" creationId="{F719BB5B-EB45-689F-68EC-37144F8974E9}"/>
          </ac:grpSpMkLst>
        </pc:grpChg>
        <pc:grpChg chg="del mod">
          <ac:chgData name="Christopher Aloo" userId="81d139e4-1a74-45bd-a04a-64f94c7d37c9" providerId="ADAL" clId="{2CA54C02-19BE-48F4-A31B-AFCD72BD22E3}" dt="2025-04-03T17:19:53.686" v="352"/>
          <ac:grpSpMkLst>
            <pc:docMk/>
            <pc:sldMk cId="3301096110" sldId="344"/>
            <ac:grpSpMk id="35" creationId="{08F964AE-B611-BA02-0F5A-CEC8BCFBE586}"/>
          </ac:grpSpMkLst>
        </pc:grpChg>
        <pc:grpChg chg="del mod">
          <ac:chgData name="Christopher Aloo" userId="81d139e4-1a74-45bd-a04a-64f94c7d37c9" providerId="ADAL" clId="{2CA54C02-19BE-48F4-A31B-AFCD72BD22E3}" dt="2025-04-03T17:20:03.060" v="355"/>
          <ac:grpSpMkLst>
            <pc:docMk/>
            <pc:sldMk cId="3301096110" sldId="344"/>
            <ac:grpSpMk id="38" creationId="{D2AD40F6-6A3C-08AE-2B42-8EC2756AA5FC}"/>
          </ac:grpSpMkLst>
        </pc:grpChg>
        <pc:grpChg chg="del mod">
          <ac:chgData name="Christopher Aloo" userId="81d139e4-1a74-45bd-a04a-64f94c7d37c9" providerId="ADAL" clId="{2CA54C02-19BE-48F4-A31B-AFCD72BD22E3}" dt="2025-04-03T17:20:06.416" v="362"/>
          <ac:grpSpMkLst>
            <pc:docMk/>
            <pc:sldMk cId="3301096110" sldId="344"/>
            <ac:grpSpMk id="41" creationId="{56E8631F-B823-10E5-4560-74C8C336142E}"/>
          </ac:grpSpMkLst>
        </pc:grpChg>
        <pc:grpChg chg="del mod">
          <ac:chgData name="Christopher Aloo" userId="81d139e4-1a74-45bd-a04a-64f94c7d37c9" providerId="ADAL" clId="{2CA54C02-19BE-48F4-A31B-AFCD72BD22E3}" dt="2025-04-03T17:20:06.416" v="362"/>
          <ac:grpSpMkLst>
            <pc:docMk/>
            <pc:sldMk cId="3301096110" sldId="344"/>
            <ac:grpSpMk id="48" creationId="{FED7E128-9D7C-C1F1-1EDA-9B4018D01CC1}"/>
          </ac:grpSpMkLst>
        </pc:grpChg>
        <pc:grpChg chg="del mod">
          <ac:chgData name="Christopher Aloo" userId="81d139e4-1a74-45bd-a04a-64f94c7d37c9" providerId="ADAL" clId="{2CA54C02-19BE-48F4-A31B-AFCD72BD22E3}" dt="2025-04-03T17:20:09.394" v="369"/>
          <ac:grpSpMkLst>
            <pc:docMk/>
            <pc:sldMk cId="3301096110" sldId="344"/>
            <ac:grpSpMk id="49" creationId="{091F8F91-C984-D52B-5264-EDDEA7CC7FE7}"/>
          </ac:grpSpMkLst>
        </pc:grpChg>
        <pc:grpChg chg="del mod">
          <ac:chgData name="Christopher Aloo" userId="81d139e4-1a74-45bd-a04a-64f94c7d37c9" providerId="ADAL" clId="{2CA54C02-19BE-48F4-A31B-AFCD72BD22E3}" dt="2025-04-03T17:20:09.394" v="369"/>
          <ac:grpSpMkLst>
            <pc:docMk/>
            <pc:sldMk cId="3301096110" sldId="344"/>
            <ac:grpSpMk id="56" creationId="{F0458B3B-E492-1E00-D9D9-DE976915C397}"/>
          </ac:grpSpMkLst>
        </pc:grpChg>
        <pc:grpChg chg="del mod">
          <ac:chgData name="Christopher Aloo" userId="81d139e4-1a74-45bd-a04a-64f94c7d37c9" providerId="ADAL" clId="{2CA54C02-19BE-48F4-A31B-AFCD72BD22E3}" dt="2025-04-03T17:20:21.676" v="378"/>
          <ac:grpSpMkLst>
            <pc:docMk/>
            <pc:sldMk cId="3301096110" sldId="344"/>
            <ac:grpSpMk id="57" creationId="{9C9A5541-514A-DF32-C4FA-A4955AD2C471}"/>
          </ac:grpSpMkLst>
        </pc:grpChg>
        <pc:grpChg chg="del mod">
          <ac:chgData name="Christopher Aloo" userId="81d139e4-1a74-45bd-a04a-64f94c7d37c9" providerId="ADAL" clId="{2CA54C02-19BE-48F4-A31B-AFCD72BD22E3}" dt="2025-04-03T17:20:21.676" v="378"/>
          <ac:grpSpMkLst>
            <pc:docMk/>
            <pc:sldMk cId="3301096110" sldId="344"/>
            <ac:grpSpMk id="63" creationId="{A464E9CB-806E-4161-0130-40748FA4CC25}"/>
          </ac:grpSpMkLst>
        </pc:grpChg>
        <pc:grpChg chg="del mod">
          <ac:chgData name="Christopher Aloo" userId="81d139e4-1a74-45bd-a04a-64f94c7d37c9" providerId="ADAL" clId="{2CA54C02-19BE-48F4-A31B-AFCD72BD22E3}" dt="2025-04-03T17:20:35.576" v="393"/>
          <ac:grpSpMkLst>
            <pc:docMk/>
            <pc:sldMk cId="3301096110" sldId="344"/>
            <ac:grpSpMk id="66" creationId="{4204FAD3-5328-450A-FE62-433AF2D471E3}"/>
          </ac:grpSpMkLst>
        </pc:grpChg>
        <pc:grpChg chg="mod">
          <ac:chgData name="Christopher Aloo" userId="81d139e4-1a74-45bd-a04a-64f94c7d37c9" providerId="ADAL" clId="{2CA54C02-19BE-48F4-A31B-AFCD72BD22E3}" dt="2025-04-03T17:20:35.576" v="393"/>
          <ac:grpSpMkLst>
            <pc:docMk/>
            <pc:sldMk cId="3301096110" sldId="344"/>
            <ac:grpSpMk id="81" creationId="{410AC7FA-D888-48E5-BF81-256439CAF921}"/>
          </ac:grpSpMkLst>
        </pc:grpChg>
        <pc:grpChg chg="del mod">
          <ac:chgData name="Christopher Aloo" userId="81d139e4-1a74-45bd-a04a-64f94c7d37c9" providerId="ADAL" clId="{2CA54C02-19BE-48F4-A31B-AFCD72BD22E3}" dt="2025-04-03T17:20:45.366" v="410"/>
          <ac:grpSpMkLst>
            <pc:docMk/>
            <pc:sldMk cId="3301096110" sldId="344"/>
            <ac:grpSpMk id="93" creationId="{0FF1DB7F-A5BC-7763-5710-01A226B45316}"/>
          </ac:grpSpMkLst>
        </pc:grpChg>
        <pc:grpChg chg="del mod">
          <ac:chgData name="Christopher Aloo" userId="81d139e4-1a74-45bd-a04a-64f94c7d37c9" providerId="ADAL" clId="{2CA54C02-19BE-48F4-A31B-AFCD72BD22E3}" dt="2025-04-03T17:21:04.370" v="432"/>
          <ac:grpSpMkLst>
            <pc:docMk/>
            <pc:sldMk cId="3301096110" sldId="344"/>
            <ac:grpSpMk id="98" creationId="{9AA2C652-94CF-4CDB-99C2-321CEB9A1F72}"/>
          </ac:grpSpMkLst>
        </pc:grpChg>
        <pc:grpChg chg="del mod">
          <ac:chgData name="Christopher Aloo" userId="81d139e4-1a74-45bd-a04a-64f94c7d37c9" providerId="ADAL" clId="{2CA54C02-19BE-48F4-A31B-AFCD72BD22E3}" dt="2025-04-03T17:20:50.410" v="416"/>
          <ac:grpSpMkLst>
            <pc:docMk/>
            <pc:sldMk cId="3301096110" sldId="344"/>
            <ac:grpSpMk id="101" creationId="{DB58D2CC-ED96-50C2-C841-A0AE5371E417}"/>
          </ac:grpSpMkLst>
        </pc:grpChg>
        <pc:grpChg chg="del mod">
          <ac:chgData name="Christopher Aloo" userId="81d139e4-1a74-45bd-a04a-64f94c7d37c9" providerId="ADAL" clId="{2CA54C02-19BE-48F4-A31B-AFCD72BD22E3}" dt="2025-04-03T17:20:52.152" v="418"/>
          <ac:grpSpMkLst>
            <pc:docMk/>
            <pc:sldMk cId="3301096110" sldId="344"/>
            <ac:grpSpMk id="104" creationId="{76B8E077-A178-C5EC-C75E-0B9D0D0C9054}"/>
          </ac:grpSpMkLst>
        </pc:grpChg>
        <pc:grpChg chg="del mod">
          <ac:chgData name="Christopher Aloo" userId="81d139e4-1a74-45bd-a04a-64f94c7d37c9" providerId="ADAL" clId="{2CA54C02-19BE-48F4-A31B-AFCD72BD22E3}" dt="2025-04-03T17:20:55.017" v="419" actId="478"/>
          <ac:grpSpMkLst>
            <pc:docMk/>
            <pc:sldMk cId="3301096110" sldId="344"/>
            <ac:grpSpMk id="106" creationId="{E5A80D87-5797-045E-4274-FAA51926B525}"/>
          </ac:grpSpMkLst>
        </pc:grpChg>
        <pc:grpChg chg="del mod">
          <ac:chgData name="Christopher Aloo" userId="81d139e4-1a74-45bd-a04a-64f94c7d37c9" providerId="ADAL" clId="{2CA54C02-19BE-48F4-A31B-AFCD72BD22E3}" dt="2025-04-03T17:21:00.140" v="430"/>
          <ac:grpSpMkLst>
            <pc:docMk/>
            <pc:sldMk cId="3301096110" sldId="344"/>
            <ac:grpSpMk id="111" creationId="{E8E4417A-9EF3-8C9D-E360-A9D924B70E32}"/>
          </ac:grpSpMkLst>
        </pc:grpChg>
        <pc:grpChg chg="mod">
          <ac:chgData name="Christopher Aloo" userId="81d139e4-1a74-45bd-a04a-64f94c7d37c9" providerId="ADAL" clId="{2CA54C02-19BE-48F4-A31B-AFCD72BD22E3}" dt="2025-04-03T17:21:00.140" v="430"/>
          <ac:grpSpMkLst>
            <pc:docMk/>
            <pc:sldMk cId="3301096110" sldId="344"/>
            <ac:grpSpMk id="117" creationId="{2BCF460E-2E58-5344-1FC3-83950F1AE59B}"/>
          </ac:grpSpMkLst>
        </pc:grpChg>
        <pc:grpChg chg="mod">
          <ac:chgData name="Christopher Aloo" userId="81d139e4-1a74-45bd-a04a-64f94c7d37c9" providerId="ADAL" clId="{2CA54C02-19BE-48F4-A31B-AFCD72BD22E3}" dt="2025-04-03T17:21:04.370" v="432"/>
          <ac:grpSpMkLst>
            <pc:docMk/>
            <pc:sldMk cId="3301096110" sldId="344"/>
            <ac:grpSpMk id="119" creationId="{5F81F9EE-CE77-CA5B-BDCF-A6B9994D7812}"/>
          </ac:grpSpMkLst>
        </pc:grpChg>
        <pc:inkChg chg="del">
          <ac:chgData name="Christopher Aloo" userId="81d139e4-1a74-45bd-a04a-64f94c7d37c9" providerId="ADAL" clId="{2CA54C02-19BE-48F4-A31B-AFCD72BD22E3}" dt="2025-04-03T17:18:17.124" v="315" actId="478"/>
          <ac:inkMkLst>
            <pc:docMk/>
            <pc:sldMk cId="3301096110" sldId="344"/>
            <ac:inkMk id="4" creationId="{E159332F-014A-455B-6E59-32C9D05E38F3}"/>
          </ac:inkMkLst>
        </pc:inkChg>
        <pc:inkChg chg="add mod">
          <ac:chgData name="Christopher Aloo" userId="81d139e4-1a74-45bd-a04a-64f94c7d37c9" providerId="ADAL" clId="{2CA54C02-19BE-48F4-A31B-AFCD72BD22E3}" dt="2025-04-03T17:20:09.394" v="369"/>
          <ac:inkMkLst>
            <pc:docMk/>
            <pc:sldMk cId="3301096110" sldId="344"/>
            <ac:inkMk id="7" creationId="{4EFE8ECD-A367-C923-6A07-5AC95028E08B}"/>
          </ac:inkMkLst>
        </pc:inkChg>
        <pc:inkChg chg="add mod">
          <ac:chgData name="Christopher Aloo" userId="81d139e4-1a74-45bd-a04a-64f94c7d37c9" providerId="ADAL" clId="{2CA54C02-19BE-48F4-A31B-AFCD72BD22E3}" dt="2025-04-03T17:18:50.758" v="325"/>
          <ac:inkMkLst>
            <pc:docMk/>
            <pc:sldMk cId="3301096110" sldId="344"/>
            <ac:inkMk id="8" creationId="{C14D0292-3D60-7554-A161-B4F0422B91D9}"/>
          </ac:inkMkLst>
        </pc:inkChg>
        <pc:inkChg chg="add mod">
          <ac:chgData name="Christopher Aloo" userId="81d139e4-1a74-45bd-a04a-64f94c7d37c9" providerId="ADAL" clId="{2CA54C02-19BE-48F4-A31B-AFCD72BD22E3}" dt="2025-04-03T17:18:50.758" v="325"/>
          <ac:inkMkLst>
            <pc:docMk/>
            <pc:sldMk cId="3301096110" sldId="344"/>
            <ac:inkMk id="9" creationId="{C28647D0-4E4E-5E19-8CF5-A9A2505821F7}"/>
          </ac:inkMkLst>
        </pc:inkChg>
        <pc:inkChg chg="add mod">
          <ac:chgData name="Christopher Aloo" userId="81d139e4-1a74-45bd-a04a-64f94c7d37c9" providerId="ADAL" clId="{2CA54C02-19BE-48F4-A31B-AFCD72BD22E3}" dt="2025-04-03T17:20:35.576" v="393"/>
          <ac:inkMkLst>
            <pc:docMk/>
            <pc:sldMk cId="3301096110" sldId="344"/>
            <ac:inkMk id="10" creationId="{5208BA16-8348-7E24-9369-BF41935D0947}"/>
          </ac:inkMkLst>
        </pc:inkChg>
        <pc:inkChg chg="add mod">
          <ac:chgData name="Christopher Aloo" userId="81d139e4-1a74-45bd-a04a-64f94c7d37c9" providerId="ADAL" clId="{2CA54C02-19BE-48F4-A31B-AFCD72BD22E3}" dt="2025-04-03T17:18:50.758" v="325"/>
          <ac:inkMkLst>
            <pc:docMk/>
            <pc:sldMk cId="3301096110" sldId="344"/>
            <ac:inkMk id="11" creationId="{8D9C0FAE-53C3-8AF4-84B6-C82969D3CBCF}"/>
          </ac:inkMkLst>
        </pc:inkChg>
        <pc:inkChg chg="add mod">
          <ac:chgData name="Christopher Aloo" userId="81d139e4-1a74-45bd-a04a-64f94c7d37c9" providerId="ADAL" clId="{2CA54C02-19BE-48F4-A31B-AFCD72BD22E3}" dt="2025-04-03T17:20:03.060" v="355"/>
          <ac:inkMkLst>
            <pc:docMk/>
            <pc:sldMk cId="3301096110" sldId="344"/>
            <ac:inkMk id="13" creationId="{8DA709EA-F12E-FE3B-91F6-88208AFE9B2A}"/>
          </ac:inkMkLst>
        </pc:inkChg>
        <pc:inkChg chg="add mod">
          <ac:chgData name="Christopher Aloo" userId="81d139e4-1a74-45bd-a04a-64f94c7d37c9" providerId="ADAL" clId="{2CA54C02-19BE-48F4-A31B-AFCD72BD22E3}" dt="2025-04-03T17:20:21.676" v="378"/>
          <ac:inkMkLst>
            <pc:docMk/>
            <pc:sldMk cId="3301096110" sldId="344"/>
            <ac:inkMk id="14" creationId="{A6ABF190-4C9F-9467-7AFB-495A7B48EA2E}"/>
          </ac:inkMkLst>
        </pc:inkChg>
        <pc:inkChg chg="add mod">
          <ac:chgData name="Christopher Aloo" userId="81d139e4-1a74-45bd-a04a-64f94c7d37c9" providerId="ADAL" clId="{2CA54C02-19BE-48F4-A31B-AFCD72BD22E3}" dt="2025-04-03T17:20:09.394" v="369"/>
          <ac:inkMkLst>
            <pc:docMk/>
            <pc:sldMk cId="3301096110" sldId="344"/>
            <ac:inkMk id="15" creationId="{C0AD922F-B7DA-50F3-4167-B86CD91B00E5}"/>
          </ac:inkMkLst>
        </pc:inkChg>
        <pc:inkChg chg="add mod">
          <ac:chgData name="Christopher Aloo" userId="81d139e4-1a74-45bd-a04a-64f94c7d37c9" providerId="ADAL" clId="{2CA54C02-19BE-48F4-A31B-AFCD72BD22E3}" dt="2025-04-03T17:20:09.394" v="369"/>
          <ac:inkMkLst>
            <pc:docMk/>
            <pc:sldMk cId="3301096110" sldId="344"/>
            <ac:inkMk id="17" creationId="{1FC0C6E2-2A14-FBB3-B45C-C76121546E69}"/>
          </ac:inkMkLst>
        </pc:inkChg>
        <pc:inkChg chg="add mod">
          <ac:chgData name="Christopher Aloo" userId="81d139e4-1a74-45bd-a04a-64f94c7d37c9" providerId="ADAL" clId="{2CA54C02-19BE-48F4-A31B-AFCD72BD22E3}" dt="2025-04-03T17:19:24.419" v="337"/>
          <ac:inkMkLst>
            <pc:docMk/>
            <pc:sldMk cId="3301096110" sldId="344"/>
            <ac:inkMk id="18" creationId="{87554F21-5AAE-0A07-5539-AB37F2A9DAC0}"/>
          </ac:inkMkLst>
        </pc:inkChg>
        <pc:inkChg chg="add mod">
          <ac:chgData name="Christopher Aloo" userId="81d139e4-1a74-45bd-a04a-64f94c7d37c9" providerId="ADAL" clId="{2CA54C02-19BE-48F4-A31B-AFCD72BD22E3}" dt="2025-04-03T17:19:24.419" v="337"/>
          <ac:inkMkLst>
            <pc:docMk/>
            <pc:sldMk cId="3301096110" sldId="344"/>
            <ac:inkMk id="19" creationId="{6141AA46-9F80-02B1-ECF7-C23BC17A8208}"/>
          </ac:inkMkLst>
        </pc:inkChg>
        <pc:inkChg chg="add mod">
          <ac:chgData name="Christopher Aloo" userId="81d139e4-1a74-45bd-a04a-64f94c7d37c9" providerId="ADAL" clId="{2CA54C02-19BE-48F4-A31B-AFCD72BD22E3}" dt="2025-04-03T17:20:09.394" v="369"/>
          <ac:inkMkLst>
            <pc:docMk/>
            <pc:sldMk cId="3301096110" sldId="344"/>
            <ac:inkMk id="20" creationId="{E33C7106-8541-B1C6-3608-DFB4EB022FDC}"/>
          </ac:inkMkLst>
        </pc:inkChg>
        <pc:inkChg chg="add mod">
          <ac:chgData name="Christopher Aloo" userId="81d139e4-1a74-45bd-a04a-64f94c7d37c9" providerId="ADAL" clId="{2CA54C02-19BE-48F4-A31B-AFCD72BD22E3}" dt="2025-04-03T17:19:24.419" v="337"/>
          <ac:inkMkLst>
            <pc:docMk/>
            <pc:sldMk cId="3301096110" sldId="344"/>
            <ac:inkMk id="21" creationId="{00A88270-5040-8B1D-0308-ED3405DF1D56}"/>
          </ac:inkMkLst>
        </pc:inkChg>
        <pc:inkChg chg="add del mod">
          <ac:chgData name="Christopher Aloo" userId="81d139e4-1a74-45bd-a04a-64f94c7d37c9" providerId="ADAL" clId="{2CA54C02-19BE-48F4-A31B-AFCD72BD22E3}" dt="2025-04-03T17:19:27.828" v="338" actId="478"/>
          <ac:inkMkLst>
            <pc:docMk/>
            <pc:sldMk cId="3301096110" sldId="344"/>
            <ac:inkMk id="23" creationId="{27172B06-4DB9-7FC1-4CF7-E79824AA88D8}"/>
          </ac:inkMkLst>
        </pc:inkChg>
        <pc:inkChg chg="add mod">
          <ac:chgData name="Christopher Aloo" userId="81d139e4-1a74-45bd-a04a-64f94c7d37c9" providerId="ADAL" clId="{2CA54C02-19BE-48F4-A31B-AFCD72BD22E3}" dt="2025-04-03T17:20:03.060" v="355"/>
          <ac:inkMkLst>
            <pc:docMk/>
            <pc:sldMk cId="3301096110" sldId="344"/>
            <ac:inkMk id="25" creationId="{248A74CA-5B06-88C8-688A-EDB471299B01}"/>
          </ac:inkMkLst>
        </pc:inkChg>
        <pc:inkChg chg="add mod">
          <ac:chgData name="Christopher Aloo" userId="81d139e4-1a74-45bd-a04a-64f94c7d37c9" providerId="ADAL" clId="{2CA54C02-19BE-48F4-A31B-AFCD72BD22E3}" dt="2025-04-03T17:19:51.874" v="349"/>
          <ac:inkMkLst>
            <pc:docMk/>
            <pc:sldMk cId="3301096110" sldId="344"/>
            <ac:inkMk id="26" creationId="{8CCD31A9-9756-E03C-C9E3-3DF6D3A58BC8}"/>
          </ac:inkMkLst>
        </pc:inkChg>
        <pc:inkChg chg="add mod">
          <ac:chgData name="Christopher Aloo" userId="81d139e4-1a74-45bd-a04a-64f94c7d37c9" providerId="ADAL" clId="{2CA54C02-19BE-48F4-A31B-AFCD72BD22E3}" dt="2025-04-03T17:19:49.886" v="345"/>
          <ac:inkMkLst>
            <pc:docMk/>
            <pc:sldMk cId="3301096110" sldId="344"/>
            <ac:inkMk id="27" creationId="{3F4A735F-C784-46CB-F8ED-81A24566FEC8}"/>
          </ac:inkMkLst>
        </pc:inkChg>
        <pc:inkChg chg="add mod">
          <ac:chgData name="Christopher Aloo" userId="81d139e4-1a74-45bd-a04a-64f94c7d37c9" providerId="ADAL" clId="{2CA54C02-19BE-48F4-A31B-AFCD72BD22E3}" dt="2025-04-03T17:20:35.576" v="393"/>
          <ac:inkMkLst>
            <pc:docMk/>
            <pc:sldMk cId="3301096110" sldId="344"/>
            <ac:inkMk id="28" creationId="{36134C04-EB8F-485C-DA81-DDEEABDE7AAF}"/>
          </ac:inkMkLst>
        </pc:inkChg>
        <pc:inkChg chg="add mod">
          <ac:chgData name="Christopher Aloo" userId="81d139e4-1a74-45bd-a04a-64f94c7d37c9" providerId="ADAL" clId="{2CA54C02-19BE-48F4-A31B-AFCD72BD22E3}" dt="2025-04-03T17:20:21.676" v="378"/>
          <ac:inkMkLst>
            <pc:docMk/>
            <pc:sldMk cId="3301096110" sldId="344"/>
            <ac:inkMk id="29" creationId="{6D1E6184-A9F3-2022-16D8-195BE158AC81}"/>
          </ac:inkMkLst>
        </pc:inkChg>
        <pc:inkChg chg="add mod">
          <ac:chgData name="Christopher Aloo" userId="81d139e4-1a74-45bd-a04a-64f94c7d37c9" providerId="ADAL" clId="{2CA54C02-19BE-48F4-A31B-AFCD72BD22E3}" dt="2025-04-03T17:20:35.576" v="393"/>
          <ac:inkMkLst>
            <pc:docMk/>
            <pc:sldMk cId="3301096110" sldId="344"/>
            <ac:inkMk id="30" creationId="{BBF218ED-BBE3-7AD1-E4C8-589E28BB4FC3}"/>
          </ac:inkMkLst>
        </pc:inkChg>
        <pc:inkChg chg="add mod">
          <ac:chgData name="Christopher Aloo" userId="81d139e4-1a74-45bd-a04a-64f94c7d37c9" providerId="ADAL" clId="{2CA54C02-19BE-48F4-A31B-AFCD72BD22E3}" dt="2025-04-03T17:19:51.874" v="349"/>
          <ac:inkMkLst>
            <pc:docMk/>
            <pc:sldMk cId="3301096110" sldId="344"/>
            <ac:inkMk id="32" creationId="{6A81995F-92AC-2006-A060-7742A09BB590}"/>
          </ac:inkMkLst>
        </pc:inkChg>
        <pc:inkChg chg="add mod">
          <ac:chgData name="Christopher Aloo" userId="81d139e4-1a74-45bd-a04a-64f94c7d37c9" providerId="ADAL" clId="{2CA54C02-19BE-48F4-A31B-AFCD72BD22E3}" dt="2025-04-03T17:19:51.874" v="349"/>
          <ac:inkMkLst>
            <pc:docMk/>
            <pc:sldMk cId="3301096110" sldId="344"/>
            <ac:inkMk id="33" creationId="{C9544174-23DE-92CD-63AD-2A4B64F0301F}"/>
          </ac:inkMkLst>
        </pc:inkChg>
        <pc:inkChg chg="add mod">
          <ac:chgData name="Christopher Aloo" userId="81d139e4-1a74-45bd-a04a-64f94c7d37c9" providerId="ADAL" clId="{2CA54C02-19BE-48F4-A31B-AFCD72BD22E3}" dt="2025-04-03T17:19:51.874" v="349"/>
          <ac:inkMkLst>
            <pc:docMk/>
            <pc:sldMk cId="3301096110" sldId="344"/>
            <ac:inkMk id="34" creationId="{E788F350-9665-717E-DFAB-12618F6B8612}"/>
          </ac:inkMkLst>
        </pc:inkChg>
        <pc:inkChg chg="add">
          <ac:chgData name="Christopher Aloo" userId="81d139e4-1a74-45bd-a04a-64f94c7d37c9" providerId="ADAL" clId="{2CA54C02-19BE-48F4-A31B-AFCD72BD22E3}" dt="2025-04-03T17:19:52.537" v="350" actId="9405"/>
          <ac:inkMkLst>
            <pc:docMk/>
            <pc:sldMk cId="3301096110" sldId="344"/>
            <ac:inkMk id="36" creationId="{77211DB5-3CC1-B20B-28EC-2EF67DA32AEE}"/>
          </ac:inkMkLst>
        </pc:inkChg>
        <pc:inkChg chg="add">
          <ac:chgData name="Christopher Aloo" userId="81d139e4-1a74-45bd-a04a-64f94c7d37c9" providerId="ADAL" clId="{2CA54C02-19BE-48F4-A31B-AFCD72BD22E3}" dt="2025-04-03T17:19:52.891" v="351" actId="9405"/>
          <ac:inkMkLst>
            <pc:docMk/>
            <pc:sldMk cId="3301096110" sldId="344"/>
            <ac:inkMk id="37" creationId="{76A7042B-0238-0F4D-446F-179CAB637734}"/>
          </ac:inkMkLst>
        </pc:inkChg>
        <pc:inkChg chg="add mod">
          <ac:chgData name="Christopher Aloo" userId="81d139e4-1a74-45bd-a04a-64f94c7d37c9" providerId="ADAL" clId="{2CA54C02-19BE-48F4-A31B-AFCD72BD22E3}" dt="2025-04-03T17:20:09.394" v="369"/>
          <ac:inkMkLst>
            <pc:docMk/>
            <pc:sldMk cId="3301096110" sldId="344"/>
            <ac:inkMk id="39" creationId="{3FD02AE6-F4FE-62A0-E10B-C7E79B4B8A51}"/>
          </ac:inkMkLst>
        </pc:inkChg>
        <pc:inkChg chg="add mod">
          <ac:chgData name="Christopher Aloo" userId="81d139e4-1a74-45bd-a04a-64f94c7d37c9" providerId="ADAL" clId="{2CA54C02-19BE-48F4-A31B-AFCD72BD22E3}" dt="2025-04-03T17:20:35.576" v="393"/>
          <ac:inkMkLst>
            <pc:docMk/>
            <pc:sldMk cId="3301096110" sldId="344"/>
            <ac:inkMk id="40" creationId="{6C5D9BFD-EA52-8E9E-24B5-74E487B651C8}"/>
          </ac:inkMkLst>
        </pc:inkChg>
        <pc:inkChg chg="add">
          <ac:chgData name="Christopher Aloo" userId="81d139e4-1a74-45bd-a04a-64f94c7d37c9" providerId="ADAL" clId="{2CA54C02-19BE-48F4-A31B-AFCD72BD22E3}" dt="2025-04-03T17:20:03.960" v="356" actId="9405"/>
          <ac:inkMkLst>
            <pc:docMk/>
            <pc:sldMk cId="3301096110" sldId="344"/>
            <ac:inkMk id="42" creationId="{A42466DE-92DC-607A-4894-4FBA09E7A53E}"/>
          </ac:inkMkLst>
        </pc:inkChg>
        <pc:inkChg chg="add mod">
          <ac:chgData name="Christopher Aloo" userId="81d139e4-1a74-45bd-a04a-64f94c7d37c9" providerId="ADAL" clId="{2CA54C02-19BE-48F4-A31B-AFCD72BD22E3}" dt="2025-04-03T17:20:21.676" v="378"/>
          <ac:inkMkLst>
            <pc:docMk/>
            <pc:sldMk cId="3301096110" sldId="344"/>
            <ac:inkMk id="43" creationId="{C6F57524-6C20-CA75-B3FB-01FA2BDA1EC8}"/>
          </ac:inkMkLst>
        </pc:inkChg>
        <pc:inkChg chg="add">
          <ac:chgData name="Christopher Aloo" userId="81d139e4-1a74-45bd-a04a-64f94c7d37c9" providerId="ADAL" clId="{2CA54C02-19BE-48F4-A31B-AFCD72BD22E3}" dt="2025-04-03T17:20:04.300" v="358" actId="9405"/>
          <ac:inkMkLst>
            <pc:docMk/>
            <pc:sldMk cId="3301096110" sldId="344"/>
            <ac:inkMk id="44" creationId="{F5020CEB-1D7A-1F19-26A2-8CEC606525E1}"/>
          </ac:inkMkLst>
        </pc:inkChg>
        <pc:inkChg chg="add mod">
          <ac:chgData name="Christopher Aloo" userId="81d139e4-1a74-45bd-a04a-64f94c7d37c9" providerId="ADAL" clId="{2CA54C02-19BE-48F4-A31B-AFCD72BD22E3}" dt="2025-04-03T17:20:09.394" v="369"/>
          <ac:inkMkLst>
            <pc:docMk/>
            <pc:sldMk cId="3301096110" sldId="344"/>
            <ac:inkMk id="45" creationId="{BA5FAEF9-54E5-3905-69F4-9E423BFD563C}"/>
          </ac:inkMkLst>
        </pc:inkChg>
        <pc:inkChg chg="add">
          <ac:chgData name="Christopher Aloo" userId="81d139e4-1a74-45bd-a04a-64f94c7d37c9" providerId="ADAL" clId="{2CA54C02-19BE-48F4-A31B-AFCD72BD22E3}" dt="2025-04-03T17:20:05.313" v="360" actId="9405"/>
          <ac:inkMkLst>
            <pc:docMk/>
            <pc:sldMk cId="3301096110" sldId="344"/>
            <ac:inkMk id="46" creationId="{47F99B9E-7C59-1818-6D6E-0468E3F9D150}"/>
          </ac:inkMkLst>
        </pc:inkChg>
        <pc:inkChg chg="add">
          <ac:chgData name="Christopher Aloo" userId="81d139e4-1a74-45bd-a04a-64f94c7d37c9" providerId="ADAL" clId="{2CA54C02-19BE-48F4-A31B-AFCD72BD22E3}" dt="2025-04-03T17:20:05.642" v="361" actId="9405"/>
          <ac:inkMkLst>
            <pc:docMk/>
            <pc:sldMk cId="3301096110" sldId="344"/>
            <ac:inkMk id="47" creationId="{CA5E69F6-2022-7F52-FB08-C7DAEC940996}"/>
          </ac:inkMkLst>
        </pc:inkChg>
        <pc:inkChg chg="add">
          <ac:chgData name="Christopher Aloo" userId="81d139e4-1a74-45bd-a04a-64f94c7d37c9" providerId="ADAL" clId="{2CA54C02-19BE-48F4-A31B-AFCD72BD22E3}" dt="2025-04-03T17:20:06.864" v="363" actId="9405"/>
          <ac:inkMkLst>
            <pc:docMk/>
            <pc:sldMk cId="3301096110" sldId="344"/>
            <ac:inkMk id="50" creationId="{40225953-BE8D-377B-318A-0EE201DFBF55}"/>
          </ac:inkMkLst>
        </pc:inkChg>
        <pc:inkChg chg="add mod">
          <ac:chgData name="Christopher Aloo" userId="81d139e4-1a74-45bd-a04a-64f94c7d37c9" providerId="ADAL" clId="{2CA54C02-19BE-48F4-A31B-AFCD72BD22E3}" dt="2025-04-03T17:20:21.676" v="378"/>
          <ac:inkMkLst>
            <pc:docMk/>
            <pc:sldMk cId="3301096110" sldId="344"/>
            <ac:inkMk id="51" creationId="{963AED5E-C303-0CAB-8FF0-16C0EFC1F5EC}"/>
          </ac:inkMkLst>
        </pc:inkChg>
        <pc:inkChg chg="add">
          <ac:chgData name="Christopher Aloo" userId="81d139e4-1a74-45bd-a04a-64f94c7d37c9" providerId="ADAL" clId="{2CA54C02-19BE-48F4-A31B-AFCD72BD22E3}" dt="2025-04-03T17:20:07.577" v="365" actId="9405"/>
          <ac:inkMkLst>
            <pc:docMk/>
            <pc:sldMk cId="3301096110" sldId="344"/>
            <ac:inkMk id="52" creationId="{DFE6C67B-2797-0FF9-80AE-C523260A3DCC}"/>
          </ac:inkMkLst>
        </pc:inkChg>
        <pc:inkChg chg="add">
          <ac:chgData name="Christopher Aloo" userId="81d139e4-1a74-45bd-a04a-64f94c7d37c9" providerId="ADAL" clId="{2CA54C02-19BE-48F4-A31B-AFCD72BD22E3}" dt="2025-04-03T17:20:07.998" v="366" actId="9405"/>
          <ac:inkMkLst>
            <pc:docMk/>
            <pc:sldMk cId="3301096110" sldId="344"/>
            <ac:inkMk id="53" creationId="{68F96870-726F-15CB-B49D-07786157215A}"/>
          </ac:inkMkLst>
        </pc:inkChg>
        <pc:inkChg chg="add">
          <ac:chgData name="Christopher Aloo" userId="81d139e4-1a74-45bd-a04a-64f94c7d37c9" providerId="ADAL" clId="{2CA54C02-19BE-48F4-A31B-AFCD72BD22E3}" dt="2025-04-03T17:20:08.403" v="367" actId="9405"/>
          <ac:inkMkLst>
            <pc:docMk/>
            <pc:sldMk cId="3301096110" sldId="344"/>
            <ac:inkMk id="54" creationId="{DFD615D0-9204-42CF-84C4-9F153DD87D51}"/>
          </ac:inkMkLst>
        </pc:inkChg>
        <pc:inkChg chg="add">
          <ac:chgData name="Christopher Aloo" userId="81d139e4-1a74-45bd-a04a-64f94c7d37c9" providerId="ADAL" clId="{2CA54C02-19BE-48F4-A31B-AFCD72BD22E3}" dt="2025-04-03T17:20:08.742" v="368" actId="9405"/>
          <ac:inkMkLst>
            <pc:docMk/>
            <pc:sldMk cId="3301096110" sldId="344"/>
            <ac:inkMk id="55" creationId="{108EC31F-1420-1689-6C33-E17F30BC06C4}"/>
          </ac:inkMkLst>
        </pc:inkChg>
        <pc:inkChg chg="add mod">
          <ac:chgData name="Christopher Aloo" userId="81d139e4-1a74-45bd-a04a-64f94c7d37c9" providerId="ADAL" clId="{2CA54C02-19BE-48F4-A31B-AFCD72BD22E3}" dt="2025-04-03T17:20:18.916" v="375"/>
          <ac:inkMkLst>
            <pc:docMk/>
            <pc:sldMk cId="3301096110" sldId="344"/>
            <ac:inkMk id="58" creationId="{9B262C8C-9787-01E5-ECE0-675BB57E208E}"/>
          </ac:inkMkLst>
        </pc:inkChg>
        <pc:inkChg chg="add mod">
          <ac:chgData name="Christopher Aloo" userId="81d139e4-1a74-45bd-a04a-64f94c7d37c9" providerId="ADAL" clId="{2CA54C02-19BE-48F4-A31B-AFCD72BD22E3}" dt="2025-04-03T17:20:21.676" v="378"/>
          <ac:inkMkLst>
            <pc:docMk/>
            <pc:sldMk cId="3301096110" sldId="344"/>
            <ac:inkMk id="59" creationId="{A41EBFED-BD6C-CC59-1E0D-331A07B032E7}"/>
          </ac:inkMkLst>
        </pc:inkChg>
        <pc:inkChg chg="add mod">
          <ac:chgData name="Christopher Aloo" userId="81d139e4-1a74-45bd-a04a-64f94c7d37c9" providerId="ADAL" clId="{2CA54C02-19BE-48F4-A31B-AFCD72BD22E3}" dt="2025-04-03T17:20:18.916" v="375"/>
          <ac:inkMkLst>
            <pc:docMk/>
            <pc:sldMk cId="3301096110" sldId="344"/>
            <ac:inkMk id="60" creationId="{F5335F81-07FB-94D5-44B6-3B0BA71A441D}"/>
          </ac:inkMkLst>
        </pc:inkChg>
        <pc:inkChg chg="add mod">
          <ac:chgData name="Christopher Aloo" userId="81d139e4-1a74-45bd-a04a-64f94c7d37c9" providerId="ADAL" clId="{2CA54C02-19BE-48F4-A31B-AFCD72BD22E3}" dt="2025-04-03T17:20:18.916" v="375"/>
          <ac:inkMkLst>
            <pc:docMk/>
            <pc:sldMk cId="3301096110" sldId="344"/>
            <ac:inkMk id="61" creationId="{C793F87A-3840-1960-2454-DE2DC0A05080}"/>
          </ac:inkMkLst>
        </pc:inkChg>
        <pc:inkChg chg="add mod">
          <ac:chgData name="Christopher Aloo" userId="81d139e4-1a74-45bd-a04a-64f94c7d37c9" providerId="ADAL" clId="{2CA54C02-19BE-48F4-A31B-AFCD72BD22E3}" dt="2025-04-03T17:20:18.916" v="375"/>
          <ac:inkMkLst>
            <pc:docMk/>
            <pc:sldMk cId="3301096110" sldId="344"/>
            <ac:inkMk id="62" creationId="{0F87A08E-3563-3997-8CD2-785431E70AD1}"/>
          </ac:inkMkLst>
        </pc:inkChg>
        <pc:inkChg chg="add mod">
          <ac:chgData name="Christopher Aloo" userId="81d139e4-1a74-45bd-a04a-64f94c7d37c9" providerId="ADAL" clId="{2CA54C02-19BE-48F4-A31B-AFCD72BD22E3}" dt="2025-04-03T17:20:35.576" v="393"/>
          <ac:inkMkLst>
            <pc:docMk/>
            <pc:sldMk cId="3301096110" sldId="344"/>
            <ac:inkMk id="64" creationId="{E179253D-233E-D3D8-413A-F155B4AAB617}"/>
          </ac:inkMkLst>
        </pc:inkChg>
        <pc:inkChg chg="add">
          <ac:chgData name="Christopher Aloo" userId="81d139e4-1a74-45bd-a04a-64f94c7d37c9" providerId="ADAL" clId="{2CA54C02-19BE-48F4-A31B-AFCD72BD22E3}" dt="2025-04-03T17:20:20.993" v="377" actId="9405"/>
          <ac:inkMkLst>
            <pc:docMk/>
            <pc:sldMk cId="3301096110" sldId="344"/>
            <ac:inkMk id="65" creationId="{6473B714-381E-0D3C-15E1-FB0F6DE2051A}"/>
          </ac:inkMkLst>
        </pc:inkChg>
        <pc:inkChg chg="add">
          <ac:chgData name="Christopher Aloo" userId="81d139e4-1a74-45bd-a04a-64f94c7d37c9" providerId="ADAL" clId="{2CA54C02-19BE-48F4-A31B-AFCD72BD22E3}" dt="2025-04-03T17:20:22.251" v="379" actId="9405"/>
          <ac:inkMkLst>
            <pc:docMk/>
            <pc:sldMk cId="3301096110" sldId="344"/>
            <ac:inkMk id="67" creationId="{1A324E85-3B90-11DA-6579-E05750D1A22D}"/>
          </ac:inkMkLst>
        </pc:inkChg>
        <pc:inkChg chg="add mod">
          <ac:chgData name="Christopher Aloo" userId="81d139e4-1a74-45bd-a04a-64f94c7d37c9" providerId="ADAL" clId="{2CA54C02-19BE-48F4-A31B-AFCD72BD22E3}" dt="2025-04-03T17:20:35.576" v="393"/>
          <ac:inkMkLst>
            <pc:docMk/>
            <pc:sldMk cId="3301096110" sldId="344"/>
            <ac:inkMk id="68" creationId="{B98B05D3-46FA-C3DE-7F85-222C11260995}"/>
          </ac:inkMkLst>
        </pc:inkChg>
        <pc:inkChg chg="add">
          <ac:chgData name="Christopher Aloo" userId="81d139e4-1a74-45bd-a04a-64f94c7d37c9" providerId="ADAL" clId="{2CA54C02-19BE-48F4-A31B-AFCD72BD22E3}" dt="2025-04-03T17:20:30.065" v="381" actId="9405"/>
          <ac:inkMkLst>
            <pc:docMk/>
            <pc:sldMk cId="3301096110" sldId="344"/>
            <ac:inkMk id="69" creationId="{8D38BCAC-2F6D-CE11-B670-1A04289827C0}"/>
          </ac:inkMkLst>
        </pc:inkChg>
        <pc:inkChg chg="add mod">
          <ac:chgData name="Christopher Aloo" userId="81d139e4-1a74-45bd-a04a-64f94c7d37c9" providerId="ADAL" clId="{2CA54C02-19BE-48F4-A31B-AFCD72BD22E3}" dt="2025-04-03T17:20:35.576" v="393"/>
          <ac:inkMkLst>
            <pc:docMk/>
            <pc:sldMk cId="3301096110" sldId="344"/>
            <ac:inkMk id="70" creationId="{8D5C410A-BB81-5331-6DDB-A8A05D22ED60}"/>
          </ac:inkMkLst>
        </pc:inkChg>
        <pc:inkChg chg="add">
          <ac:chgData name="Christopher Aloo" userId="81d139e4-1a74-45bd-a04a-64f94c7d37c9" providerId="ADAL" clId="{2CA54C02-19BE-48F4-A31B-AFCD72BD22E3}" dt="2025-04-03T17:20:30.846" v="383" actId="9405"/>
          <ac:inkMkLst>
            <pc:docMk/>
            <pc:sldMk cId="3301096110" sldId="344"/>
            <ac:inkMk id="71" creationId="{8EAE25EF-DB21-95F7-81A7-5DC876947926}"/>
          </ac:inkMkLst>
        </pc:inkChg>
        <pc:inkChg chg="add">
          <ac:chgData name="Christopher Aloo" userId="81d139e4-1a74-45bd-a04a-64f94c7d37c9" providerId="ADAL" clId="{2CA54C02-19BE-48F4-A31B-AFCD72BD22E3}" dt="2025-04-03T17:20:31.414" v="384" actId="9405"/>
          <ac:inkMkLst>
            <pc:docMk/>
            <pc:sldMk cId="3301096110" sldId="344"/>
            <ac:inkMk id="72" creationId="{42E7B091-C38A-656B-BEDF-26375E96EA65}"/>
          </ac:inkMkLst>
        </pc:inkChg>
        <pc:inkChg chg="add">
          <ac:chgData name="Christopher Aloo" userId="81d139e4-1a74-45bd-a04a-64f94c7d37c9" providerId="ADAL" clId="{2CA54C02-19BE-48F4-A31B-AFCD72BD22E3}" dt="2025-04-03T17:20:31.821" v="385" actId="9405"/>
          <ac:inkMkLst>
            <pc:docMk/>
            <pc:sldMk cId="3301096110" sldId="344"/>
            <ac:inkMk id="73" creationId="{8F574AF5-6A7F-49FE-52CC-8D9BA3DD72A8}"/>
          </ac:inkMkLst>
        </pc:inkChg>
        <pc:inkChg chg="add">
          <ac:chgData name="Christopher Aloo" userId="81d139e4-1a74-45bd-a04a-64f94c7d37c9" providerId="ADAL" clId="{2CA54C02-19BE-48F4-A31B-AFCD72BD22E3}" dt="2025-04-03T17:20:32.193" v="386" actId="9405"/>
          <ac:inkMkLst>
            <pc:docMk/>
            <pc:sldMk cId="3301096110" sldId="344"/>
            <ac:inkMk id="74" creationId="{3235F193-8A64-4589-6D89-AD411515D32D}"/>
          </ac:inkMkLst>
        </pc:inkChg>
        <pc:inkChg chg="add">
          <ac:chgData name="Christopher Aloo" userId="81d139e4-1a74-45bd-a04a-64f94c7d37c9" providerId="ADAL" clId="{2CA54C02-19BE-48F4-A31B-AFCD72BD22E3}" dt="2025-04-03T17:20:32.695" v="387" actId="9405"/>
          <ac:inkMkLst>
            <pc:docMk/>
            <pc:sldMk cId="3301096110" sldId="344"/>
            <ac:inkMk id="75" creationId="{A453294C-EE55-4E8D-5E96-78C0CBEF99DF}"/>
          </ac:inkMkLst>
        </pc:inkChg>
        <pc:inkChg chg="add">
          <ac:chgData name="Christopher Aloo" userId="81d139e4-1a74-45bd-a04a-64f94c7d37c9" providerId="ADAL" clId="{2CA54C02-19BE-48F4-A31B-AFCD72BD22E3}" dt="2025-04-03T17:20:33.128" v="388" actId="9405"/>
          <ac:inkMkLst>
            <pc:docMk/>
            <pc:sldMk cId="3301096110" sldId="344"/>
            <ac:inkMk id="76" creationId="{810F45AF-4026-CC43-590F-BE20C01171FE}"/>
          </ac:inkMkLst>
        </pc:inkChg>
        <pc:inkChg chg="add">
          <ac:chgData name="Christopher Aloo" userId="81d139e4-1a74-45bd-a04a-64f94c7d37c9" providerId="ADAL" clId="{2CA54C02-19BE-48F4-A31B-AFCD72BD22E3}" dt="2025-04-03T17:20:33.626" v="389" actId="9405"/>
          <ac:inkMkLst>
            <pc:docMk/>
            <pc:sldMk cId="3301096110" sldId="344"/>
            <ac:inkMk id="77" creationId="{00577954-FA95-AFC6-657C-398E13B37143}"/>
          </ac:inkMkLst>
        </pc:inkChg>
        <pc:inkChg chg="add">
          <ac:chgData name="Christopher Aloo" userId="81d139e4-1a74-45bd-a04a-64f94c7d37c9" providerId="ADAL" clId="{2CA54C02-19BE-48F4-A31B-AFCD72BD22E3}" dt="2025-04-03T17:20:34.079" v="390" actId="9405"/>
          <ac:inkMkLst>
            <pc:docMk/>
            <pc:sldMk cId="3301096110" sldId="344"/>
            <ac:inkMk id="78" creationId="{058E73D6-DE03-8487-C67A-F473539141A3}"/>
          </ac:inkMkLst>
        </pc:inkChg>
        <pc:inkChg chg="add">
          <ac:chgData name="Christopher Aloo" userId="81d139e4-1a74-45bd-a04a-64f94c7d37c9" providerId="ADAL" clId="{2CA54C02-19BE-48F4-A31B-AFCD72BD22E3}" dt="2025-04-03T17:20:34.446" v="391" actId="9405"/>
          <ac:inkMkLst>
            <pc:docMk/>
            <pc:sldMk cId="3301096110" sldId="344"/>
            <ac:inkMk id="79" creationId="{725F3340-158D-D2F3-32EB-5ABE4600DD41}"/>
          </ac:inkMkLst>
        </pc:inkChg>
        <pc:inkChg chg="add mod">
          <ac:chgData name="Christopher Aloo" userId="81d139e4-1a74-45bd-a04a-64f94c7d37c9" providerId="ADAL" clId="{2CA54C02-19BE-48F4-A31B-AFCD72BD22E3}" dt="2025-04-03T17:20:35.576" v="393"/>
          <ac:inkMkLst>
            <pc:docMk/>
            <pc:sldMk cId="3301096110" sldId="344"/>
            <ac:inkMk id="80" creationId="{995EF8AB-B84C-3941-3308-87B0C0ACA21C}"/>
          </ac:inkMkLst>
        </pc:inkChg>
        <pc:inkChg chg="add">
          <ac:chgData name="Christopher Aloo" userId="81d139e4-1a74-45bd-a04a-64f94c7d37c9" providerId="ADAL" clId="{2CA54C02-19BE-48F4-A31B-AFCD72BD22E3}" dt="2025-04-03T17:20:37.853" v="394" actId="9405"/>
          <ac:inkMkLst>
            <pc:docMk/>
            <pc:sldMk cId="3301096110" sldId="344"/>
            <ac:inkMk id="82" creationId="{380D716E-0EFE-6BE9-F356-9C2D0E03470E}"/>
          </ac:inkMkLst>
        </pc:inkChg>
        <pc:inkChg chg="add mod">
          <ac:chgData name="Christopher Aloo" userId="81d139e4-1a74-45bd-a04a-64f94c7d37c9" providerId="ADAL" clId="{2CA54C02-19BE-48F4-A31B-AFCD72BD22E3}" dt="2025-04-03T17:20:42.997" v="405"/>
          <ac:inkMkLst>
            <pc:docMk/>
            <pc:sldMk cId="3301096110" sldId="344"/>
            <ac:inkMk id="83" creationId="{7C632CBC-7B1D-9D85-344A-26764392E31D}"/>
          </ac:inkMkLst>
        </pc:inkChg>
        <pc:inkChg chg="add mod">
          <ac:chgData name="Christopher Aloo" userId="81d139e4-1a74-45bd-a04a-64f94c7d37c9" providerId="ADAL" clId="{2CA54C02-19BE-48F4-A31B-AFCD72BD22E3}" dt="2025-04-03T17:21:04.370" v="432"/>
          <ac:inkMkLst>
            <pc:docMk/>
            <pc:sldMk cId="3301096110" sldId="344"/>
            <ac:inkMk id="84" creationId="{1CA1C86C-B457-7AAB-A526-3D70E8580098}"/>
          </ac:inkMkLst>
        </pc:inkChg>
        <pc:inkChg chg="add mod">
          <ac:chgData name="Christopher Aloo" userId="81d139e4-1a74-45bd-a04a-64f94c7d37c9" providerId="ADAL" clId="{2CA54C02-19BE-48F4-A31B-AFCD72BD22E3}" dt="2025-04-03T17:20:42.997" v="405"/>
          <ac:inkMkLst>
            <pc:docMk/>
            <pc:sldMk cId="3301096110" sldId="344"/>
            <ac:inkMk id="85" creationId="{CAEF2D31-CBDD-3269-D1C8-0F7EAF6FEB26}"/>
          </ac:inkMkLst>
        </pc:inkChg>
        <pc:inkChg chg="add mod">
          <ac:chgData name="Christopher Aloo" userId="81d139e4-1a74-45bd-a04a-64f94c7d37c9" providerId="ADAL" clId="{2CA54C02-19BE-48F4-A31B-AFCD72BD22E3}" dt="2025-04-03T17:20:42.997" v="405"/>
          <ac:inkMkLst>
            <pc:docMk/>
            <pc:sldMk cId="3301096110" sldId="344"/>
            <ac:inkMk id="86" creationId="{29E07B3E-8A6A-E66B-82A3-80FC14D860A0}"/>
          </ac:inkMkLst>
        </pc:inkChg>
        <pc:inkChg chg="add mod">
          <ac:chgData name="Christopher Aloo" userId="81d139e4-1a74-45bd-a04a-64f94c7d37c9" providerId="ADAL" clId="{2CA54C02-19BE-48F4-A31B-AFCD72BD22E3}" dt="2025-04-03T17:21:04.370" v="432"/>
          <ac:inkMkLst>
            <pc:docMk/>
            <pc:sldMk cId="3301096110" sldId="344"/>
            <ac:inkMk id="87" creationId="{DD6F3456-30DA-2402-ED0C-C193E1FE182A}"/>
          </ac:inkMkLst>
        </pc:inkChg>
        <pc:inkChg chg="add mod">
          <ac:chgData name="Christopher Aloo" userId="81d139e4-1a74-45bd-a04a-64f94c7d37c9" providerId="ADAL" clId="{2CA54C02-19BE-48F4-A31B-AFCD72BD22E3}" dt="2025-04-03T17:21:04.370" v="432"/>
          <ac:inkMkLst>
            <pc:docMk/>
            <pc:sldMk cId="3301096110" sldId="344"/>
            <ac:inkMk id="88" creationId="{0E5E60BF-66A9-F98B-82C9-2E5A02A01D77}"/>
          </ac:inkMkLst>
        </pc:inkChg>
        <pc:inkChg chg="add mod">
          <ac:chgData name="Christopher Aloo" userId="81d139e4-1a74-45bd-a04a-64f94c7d37c9" providerId="ADAL" clId="{2CA54C02-19BE-48F4-A31B-AFCD72BD22E3}" dt="2025-04-03T17:21:04.370" v="432"/>
          <ac:inkMkLst>
            <pc:docMk/>
            <pc:sldMk cId="3301096110" sldId="344"/>
            <ac:inkMk id="89" creationId="{DE6392E6-14FE-FABC-64F0-308A3BDB2159}"/>
          </ac:inkMkLst>
        </pc:inkChg>
        <pc:inkChg chg="add mod">
          <ac:chgData name="Christopher Aloo" userId="81d139e4-1a74-45bd-a04a-64f94c7d37c9" providerId="ADAL" clId="{2CA54C02-19BE-48F4-A31B-AFCD72BD22E3}" dt="2025-04-03T17:21:04.370" v="432"/>
          <ac:inkMkLst>
            <pc:docMk/>
            <pc:sldMk cId="3301096110" sldId="344"/>
            <ac:inkMk id="90" creationId="{1A38E56E-F30E-9138-E9F0-12C6085514B6}"/>
          </ac:inkMkLst>
        </pc:inkChg>
        <pc:inkChg chg="add mod">
          <ac:chgData name="Christopher Aloo" userId="81d139e4-1a74-45bd-a04a-64f94c7d37c9" providerId="ADAL" clId="{2CA54C02-19BE-48F4-A31B-AFCD72BD22E3}" dt="2025-04-03T17:20:42.997" v="405"/>
          <ac:inkMkLst>
            <pc:docMk/>
            <pc:sldMk cId="3301096110" sldId="344"/>
            <ac:inkMk id="91" creationId="{8DFFF59E-1FD8-1C36-CF93-DE3FF86885EF}"/>
          </ac:inkMkLst>
        </pc:inkChg>
        <pc:inkChg chg="add mod">
          <ac:chgData name="Christopher Aloo" userId="81d139e4-1a74-45bd-a04a-64f94c7d37c9" providerId="ADAL" clId="{2CA54C02-19BE-48F4-A31B-AFCD72BD22E3}" dt="2025-04-03T17:20:45.366" v="410"/>
          <ac:inkMkLst>
            <pc:docMk/>
            <pc:sldMk cId="3301096110" sldId="344"/>
            <ac:inkMk id="92" creationId="{E4D87726-F0EE-628A-0441-2A268AEDB4F7}"/>
          </ac:inkMkLst>
        </pc:inkChg>
        <pc:inkChg chg="add mod">
          <ac:chgData name="Christopher Aloo" userId="81d139e4-1a74-45bd-a04a-64f94c7d37c9" providerId="ADAL" clId="{2CA54C02-19BE-48F4-A31B-AFCD72BD22E3}" dt="2025-04-03T17:21:04.370" v="432"/>
          <ac:inkMkLst>
            <pc:docMk/>
            <pc:sldMk cId="3301096110" sldId="344"/>
            <ac:inkMk id="94" creationId="{DF95567B-E305-7F51-6670-B7E38EFB4D18}"/>
          </ac:inkMkLst>
        </pc:inkChg>
        <pc:inkChg chg="add">
          <ac:chgData name="Christopher Aloo" userId="81d139e4-1a74-45bd-a04a-64f94c7d37c9" providerId="ADAL" clId="{2CA54C02-19BE-48F4-A31B-AFCD72BD22E3}" dt="2025-04-03T17:20:43.582" v="407" actId="9405"/>
          <ac:inkMkLst>
            <pc:docMk/>
            <pc:sldMk cId="3301096110" sldId="344"/>
            <ac:inkMk id="95" creationId="{034EDAC2-DDD0-787F-F48C-82950E44F47B}"/>
          </ac:inkMkLst>
        </pc:inkChg>
        <pc:inkChg chg="add mod">
          <ac:chgData name="Christopher Aloo" userId="81d139e4-1a74-45bd-a04a-64f94c7d37c9" providerId="ADAL" clId="{2CA54C02-19BE-48F4-A31B-AFCD72BD22E3}" dt="2025-04-03T17:21:04.370" v="432"/>
          <ac:inkMkLst>
            <pc:docMk/>
            <pc:sldMk cId="3301096110" sldId="344"/>
            <ac:inkMk id="96" creationId="{92621A37-CC2E-C6B7-C4D4-E9613D9BE1E9}"/>
          </ac:inkMkLst>
        </pc:inkChg>
        <pc:inkChg chg="add">
          <ac:chgData name="Christopher Aloo" userId="81d139e4-1a74-45bd-a04a-64f94c7d37c9" providerId="ADAL" clId="{2CA54C02-19BE-48F4-A31B-AFCD72BD22E3}" dt="2025-04-03T17:20:44.512" v="409" actId="9405"/>
          <ac:inkMkLst>
            <pc:docMk/>
            <pc:sldMk cId="3301096110" sldId="344"/>
            <ac:inkMk id="97" creationId="{5A0BB98D-65D4-4D9C-267E-7BF6713518C4}"/>
          </ac:inkMkLst>
        </pc:inkChg>
        <pc:inkChg chg="add mod">
          <ac:chgData name="Christopher Aloo" userId="81d139e4-1a74-45bd-a04a-64f94c7d37c9" providerId="ADAL" clId="{2CA54C02-19BE-48F4-A31B-AFCD72BD22E3}" dt="2025-04-03T17:20:52.152" v="418"/>
          <ac:inkMkLst>
            <pc:docMk/>
            <pc:sldMk cId="3301096110" sldId="344"/>
            <ac:inkMk id="99" creationId="{DBB5FBB2-8695-0BC0-DEF7-AAB826CB8A31}"/>
          </ac:inkMkLst>
        </pc:inkChg>
        <pc:inkChg chg="add mod">
          <ac:chgData name="Christopher Aloo" userId="81d139e4-1a74-45bd-a04a-64f94c7d37c9" providerId="ADAL" clId="{2CA54C02-19BE-48F4-A31B-AFCD72BD22E3}" dt="2025-04-03T17:20:52.152" v="418"/>
          <ac:inkMkLst>
            <pc:docMk/>
            <pc:sldMk cId="3301096110" sldId="344"/>
            <ac:inkMk id="100" creationId="{85C54EC4-D6F4-C3A4-77B1-F50D9DC21A6D}"/>
          </ac:inkMkLst>
        </pc:inkChg>
        <pc:inkChg chg="add mod">
          <ac:chgData name="Christopher Aloo" userId="81d139e4-1a74-45bd-a04a-64f94c7d37c9" providerId="ADAL" clId="{2CA54C02-19BE-48F4-A31B-AFCD72BD22E3}" dt="2025-04-03T17:20:52.152" v="418"/>
          <ac:inkMkLst>
            <pc:docMk/>
            <pc:sldMk cId="3301096110" sldId="344"/>
            <ac:inkMk id="102" creationId="{8B8940EA-0934-58E9-3C67-54E8ACC4CC23}"/>
          </ac:inkMkLst>
        </pc:inkChg>
        <pc:inkChg chg="add mod">
          <ac:chgData name="Christopher Aloo" userId="81d139e4-1a74-45bd-a04a-64f94c7d37c9" providerId="ADAL" clId="{2CA54C02-19BE-48F4-A31B-AFCD72BD22E3}" dt="2025-04-03T17:20:52.152" v="418"/>
          <ac:inkMkLst>
            <pc:docMk/>
            <pc:sldMk cId="3301096110" sldId="344"/>
            <ac:inkMk id="103" creationId="{A007AAF5-69E7-1499-02C8-A981F530522E}"/>
          </ac:inkMkLst>
        </pc:inkChg>
        <pc:inkChg chg="add mod">
          <ac:chgData name="Christopher Aloo" userId="81d139e4-1a74-45bd-a04a-64f94c7d37c9" providerId="ADAL" clId="{2CA54C02-19BE-48F4-A31B-AFCD72BD22E3}" dt="2025-04-03T17:20:52.152" v="418"/>
          <ac:inkMkLst>
            <pc:docMk/>
            <pc:sldMk cId="3301096110" sldId="344"/>
            <ac:inkMk id="105" creationId="{A6D89AC0-6CA3-8A4A-B0AE-00EAAB97455D}"/>
          </ac:inkMkLst>
        </pc:inkChg>
        <pc:inkChg chg="add mod">
          <ac:chgData name="Christopher Aloo" userId="81d139e4-1a74-45bd-a04a-64f94c7d37c9" providerId="ADAL" clId="{2CA54C02-19BE-48F4-A31B-AFCD72BD22E3}" dt="2025-04-03T17:21:00.140" v="430"/>
          <ac:inkMkLst>
            <pc:docMk/>
            <pc:sldMk cId="3301096110" sldId="344"/>
            <ac:inkMk id="107" creationId="{885C8595-A1BC-F7A0-4170-D418906462FE}"/>
          </ac:inkMkLst>
        </pc:inkChg>
        <pc:inkChg chg="add mod">
          <ac:chgData name="Christopher Aloo" userId="81d139e4-1a74-45bd-a04a-64f94c7d37c9" providerId="ADAL" clId="{2CA54C02-19BE-48F4-A31B-AFCD72BD22E3}" dt="2025-04-03T17:21:00.140" v="430"/>
          <ac:inkMkLst>
            <pc:docMk/>
            <pc:sldMk cId="3301096110" sldId="344"/>
            <ac:inkMk id="108" creationId="{1D9AFE87-6094-0FE8-0B08-15937B7DEBAC}"/>
          </ac:inkMkLst>
        </pc:inkChg>
        <pc:inkChg chg="add mod">
          <ac:chgData name="Christopher Aloo" userId="81d139e4-1a74-45bd-a04a-64f94c7d37c9" providerId="ADAL" clId="{2CA54C02-19BE-48F4-A31B-AFCD72BD22E3}" dt="2025-04-03T17:21:00.140" v="430"/>
          <ac:inkMkLst>
            <pc:docMk/>
            <pc:sldMk cId="3301096110" sldId="344"/>
            <ac:inkMk id="109" creationId="{7758EA04-E5BC-FF61-CB91-7FA0BBF06709}"/>
          </ac:inkMkLst>
        </pc:inkChg>
        <pc:inkChg chg="add mod">
          <ac:chgData name="Christopher Aloo" userId="81d139e4-1a74-45bd-a04a-64f94c7d37c9" providerId="ADAL" clId="{2CA54C02-19BE-48F4-A31B-AFCD72BD22E3}" dt="2025-04-03T17:20:58.106" v="424"/>
          <ac:inkMkLst>
            <pc:docMk/>
            <pc:sldMk cId="3301096110" sldId="344"/>
            <ac:inkMk id="110" creationId="{8AA9966B-8B6E-BDBC-554A-8F1122F007AC}"/>
          </ac:inkMkLst>
        </pc:inkChg>
        <pc:inkChg chg="add mod">
          <ac:chgData name="Christopher Aloo" userId="81d139e4-1a74-45bd-a04a-64f94c7d37c9" providerId="ADAL" clId="{2CA54C02-19BE-48F4-A31B-AFCD72BD22E3}" dt="2025-04-03T17:21:00.140" v="430"/>
          <ac:inkMkLst>
            <pc:docMk/>
            <pc:sldMk cId="3301096110" sldId="344"/>
            <ac:inkMk id="112" creationId="{3E66F073-40A3-3D68-8423-D78C5866F931}"/>
          </ac:inkMkLst>
        </pc:inkChg>
        <pc:inkChg chg="add mod">
          <ac:chgData name="Christopher Aloo" userId="81d139e4-1a74-45bd-a04a-64f94c7d37c9" providerId="ADAL" clId="{2CA54C02-19BE-48F4-A31B-AFCD72BD22E3}" dt="2025-04-03T17:21:00.140" v="430"/>
          <ac:inkMkLst>
            <pc:docMk/>
            <pc:sldMk cId="3301096110" sldId="344"/>
            <ac:inkMk id="113" creationId="{3465B09C-453B-8CDC-A88B-239964E303A4}"/>
          </ac:inkMkLst>
        </pc:inkChg>
        <pc:inkChg chg="add mod">
          <ac:chgData name="Christopher Aloo" userId="81d139e4-1a74-45bd-a04a-64f94c7d37c9" providerId="ADAL" clId="{2CA54C02-19BE-48F4-A31B-AFCD72BD22E3}" dt="2025-04-03T17:21:00.140" v="430"/>
          <ac:inkMkLst>
            <pc:docMk/>
            <pc:sldMk cId="3301096110" sldId="344"/>
            <ac:inkMk id="114" creationId="{577F9610-AD26-5FE6-854A-5077FCF09B5A}"/>
          </ac:inkMkLst>
        </pc:inkChg>
        <pc:inkChg chg="add mod">
          <ac:chgData name="Christopher Aloo" userId="81d139e4-1a74-45bd-a04a-64f94c7d37c9" providerId="ADAL" clId="{2CA54C02-19BE-48F4-A31B-AFCD72BD22E3}" dt="2025-04-03T17:21:00.140" v="430"/>
          <ac:inkMkLst>
            <pc:docMk/>
            <pc:sldMk cId="3301096110" sldId="344"/>
            <ac:inkMk id="115" creationId="{04FDC4DA-D712-3676-54FE-D8295D90E364}"/>
          </ac:inkMkLst>
        </pc:inkChg>
        <pc:inkChg chg="add mod">
          <ac:chgData name="Christopher Aloo" userId="81d139e4-1a74-45bd-a04a-64f94c7d37c9" providerId="ADAL" clId="{2CA54C02-19BE-48F4-A31B-AFCD72BD22E3}" dt="2025-04-03T17:21:00.140" v="430"/>
          <ac:inkMkLst>
            <pc:docMk/>
            <pc:sldMk cId="3301096110" sldId="344"/>
            <ac:inkMk id="116" creationId="{64B69F21-2E6B-39FB-B5A4-64C8A485CDEB}"/>
          </ac:inkMkLst>
        </pc:inkChg>
        <pc:inkChg chg="add mod">
          <ac:chgData name="Christopher Aloo" userId="81d139e4-1a74-45bd-a04a-64f94c7d37c9" providerId="ADAL" clId="{2CA54C02-19BE-48F4-A31B-AFCD72BD22E3}" dt="2025-04-03T17:21:04.370" v="432"/>
          <ac:inkMkLst>
            <pc:docMk/>
            <pc:sldMk cId="3301096110" sldId="344"/>
            <ac:inkMk id="118" creationId="{8BE5408F-B0C9-3C44-3413-28C94F3F202F}"/>
          </ac:inkMkLst>
        </pc:inkChg>
      </pc:sldChg>
      <pc:sldChg chg="add">
        <pc:chgData name="Christopher Aloo" userId="81d139e4-1a74-45bd-a04a-64f94c7d37c9" providerId="ADAL" clId="{2CA54C02-19BE-48F4-A31B-AFCD72BD22E3}" dt="2025-04-03T17:18:10.741" v="314" actId="2890"/>
        <pc:sldMkLst>
          <pc:docMk/>
          <pc:sldMk cId="2683907403" sldId="345"/>
        </pc:sldMkLst>
      </pc:sldChg>
      <pc:sldChg chg="addSp delSp modSp add mod">
        <pc:chgData name="Christopher Aloo" userId="81d139e4-1a74-45bd-a04a-64f94c7d37c9" providerId="ADAL" clId="{2CA54C02-19BE-48F4-A31B-AFCD72BD22E3}" dt="2025-04-03T17:45:46.019" v="822"/>
        <pc:sldMkLst>
          <pc:docMk/>
          <pc:sldMk cId="2430441661" sldId="346"/>
        </pc:sldMkLst>
        <pc:grpChg chg="del mod">
          <ac:chgData name="Christopher Aloo" userId="81d139e4-1a74-45bd-a04a-64f94c7d37c9" providerId="ADAL" clId="{2CA54C02-19BE-48F4-A31B-AFCD72BD22E3}" dt="2025-04-03T17:42:56.546" v="684"/>
          <ac:grpSpMkLst>
            <pc:docMk/>
            <pc:sldMk cId="2430441661" sldId="346"/>
            <ac:grpSpMk id="5" creationId="{AAFD1D8B-6826-10D6-7A17-BC4048B65494}"/>
          </ac:grpSpMkLst>
        </pc:grpChg>
        <pc:grpChg chg="del mod">
          <ac:chgData name="Christopher Aloo" userId="81d139e4-1a74-45bd-a04a-64f94c7d37c9" providerId="ADAL" clId="{2CA54C02-19BE-48F4-A31B-AFCD72BD22E3}" dt="2025-04-03T17:43:26.513" v="712"/>
          <ac:grpSpMkLst>
            <pc:docMk/>
            <pc:sldMk cId="2430441661" sldId="346"/>
            <ac:grpSpMk id="12" creationId="{36C5A05A-5BC8-253C-CFC4-BAED68006309}"/>
          </ac:grpSpMkLst>
        </pc:grpChg>
        <pc:grpChg chg="mod">
          <ac:chgData name="Christopher Aloo" userId="81d139e4-1a74-45bd-a04a-64f94c7d37c9" providerId="ADAL" clId="{2CA54C02-19BE-48F4-A31B-AFCD72BD22E3}" dt="2025-04-03T17:43:01.461" v="693"/>
          <ac:grpSpMkLst>
            <pc:docMk/>
            <pc:sldMk cId="2430441661" sldId="346"/>
            <ac:grpSpMk id="21" creationId="{3C0D5C9B-5FFA-6A31-B7B7-83F5F551893A}"/>
          </ac:grpSpMkLst>
        </pc:grpChg>
        <pc:grpChg chg="del mod">
          <ac:chgData name="Christopher Aloo" userId="81d139e4-1a74-45bd-a04a-64f94c7d37c9" providerId="ADAL" clId="{2CA54C02-19BE-48F4-A31B-AFCD72BD22E3}" dt="2025-04-03T17:43:26.513" v="712"/>
          <ac:grpSpMkLst>
            <pc:docMk/>
            <pc:sldMk cId="2430441661" sldId="346"/>
            <ac:grpSpMk id="36" creationId="{956250A3-5F93-3957-C564-B5D226E00901}"/>
          </ac:grpSpMkLst>
        </pc:grpChg>
        <pc:grpChg chg="mod">
          <ac:chgData name="Christopher Aloo" userId="81d139e4-1a74-45bd-a04a-64f94c7d37c9" providerId="ADAL" clId="{2CA54C02-19BE-48F4-A31B-AFCD72BD22E3}" dt="2025-04-03T17:43:26.513" v="712"/>
          <ac:grpSpMkLst>
            <pc:docMk/>
            <pc:sldMk cId="2430441661" sldId="346"/>
            <ac:grpSpMk id="40" creationId="{B859360E-023F-C8FE-A737-C47F6AAD292E}"/>
          </ac:grpSpMkLst>
        </pc:grpChg>
        <pc:grpChg chg="del mod">
          <ac:chgData name="Christopher Aloo" userId="81d139e4-1a74-45bd-a04a-64f94c7d37c9" providerId="ADAL" clId="{2CA54C02-19BE-48F4-A31B-AFCD72BD22E3}" dt="2025-04-03T17:43:33.622" v="723"/>
          <ac:grpSpMkLst>
            <pc:docMk/>
            <pc:sldMk cId="2430441661" sldId="346"/>
            <ac:grpSpMk id="51" creationId="{9C4B7D67-65D0-1DF8-5FF6-C2D835D2F28E}"/>
          </ac:grpSpMkLst>
        </pc:grpChg>
        <pc:grpChg chg="mod">
          <ac:chgData name="Christopher Aloo" userId="81d139e4-1a74-45bd-a04a-64f94c7d37c9" providerId="ADAL" clId="{2CA54C02-19BE-48F4-A31B-AFCD72BD22E3}" dt="2025-04-03T17:43:33.622" v="723"/>
          <ac:grpSpMkLst>
            <pc:docMk/>
            <pc:sldMk cId="2430441661" sldId="346"/>
            <ac:grpSpMk id="52" creationId="{67ECE2CF-5B8E-92F0-1781-9A4CF65553D7}"/>
          </ac:grpSpMkLst>
        </pc:grpChg>
        <pc:grpChg chg="mod">
          <ac:chgData name="Christopher Aloo" userId="81d139e4-1a74-45bd-a04a-64f94c7d37c9" providerId="ADAL" clId="{2CA54C02-19BE-48F4-A31B-AFCD72BD22E3}" dt="2025-04-03T17:43:39.062" v="734"/>
          <ac:grpSpMkLst>
            <pc:docMk/>
            <pc:sldMk cId="2430441661" sldId="346"/>
            <ac:grpSpMk id="63" creationId="{142A17A6-C5BF-86CD-7B60-6C0B1EB957C3}"/>
          </ac:grpSpMkLst>
        </pc:grpChg>
        <pc:grpChg chg="del mod">
          <ac:chgData name="Christopher Aloo" userId="81d139e4-1a74-45bd-a04a-64f94c7d37c9" providerId="ADAL" clId="{2CA54C02-19BE-48F4-A31B-AFCD72BD22E3}" dt="2025-04-03T17:44:27.555" v="748"/>
          <ac:grpSpMkLst>
            <pc:docMk/>
            <pc:sldMk cId="2430441661" sldId="346"/>
            <ac:grpSpMk id="69" creationId="{B6C1F31D-7095-D1C9-BBE6-6B03B0050B46}"/>
          </ac:grpSpMkLst>
        </pc:grpChg>
        <pc:grpChg chg="del mod">
          <ac:chgData name="Christopher Aloo" userId="81d139e4-1a74-45bd-a04a-64f94c7d37c9" providerId="ADAL" clId="{2CA54C02-19BE-48F4-A31B-AFCD72BD22E3}" dt="2025-04-03T17:44:29.914" v="750"/>
          <ac:grpSpMkLst>
            <pc:docMk/>
            <pc:sldMk cId="2430441661" sldId="346"/>
            <ac:grpSpMk id="77" creationId="{22D93FF0-494B-2786-AA74-B85AA799F643}"/>
          </ac:grpSpMkLst>
        </pc:grpChg>
        <pc:grpChg chg="del mod">
          <ac:chgData name="Christopher Aloo" userId="81d139e4-1a74-45bd-a04a-64f94c7d37c9" providerId="ADAL" clId="{2CA54C02-19BE-48F4-A31B-AFCD72BD22E3}" dt="2025-04-03T17:44:31.249" v="753"/>
          <ac:grpSpMkLst>
            <pc:docMk/>
            <pc:sldMk cId="2430441661" sldId="346"/>
            <ac:grpSpMk id="79" creationId="{266BEDBB-A4D5-37EA-5CB3-3DEF3DC9DA03}"/>
          </ac:grpSpMkLst>
        </pc:grpChg>
        <pc:grpChg chg="del mod">
          <ac:chgData name="Christopher Aloo" userId="81d139e4-1a74-45bd-a04a-64f94c7d37c9" providerId="ADAL" clId="{2CA54C02-19BE-48F4-A31B-AFCD72BD22E3}" dt="2025-04-03T17:44:32.271" v="755"/>
          <ac:grpSpMkLst>
            <pc:docMk/>
            <pc:sldMk cId="2430441661" sldId="346"/>
            <ac:grpSpMk id="82" creationId="{33E981D5-9FDD-64CB-4395-F467EE2BA8ED}"/>
          </ac:grpSpMkLst>
        </pc:grpChg>
        <pc:grpChg chg="del mod">
          <ac:chgData name="Christopher Aloo" userId="81d139e4-1a74-45bd-a04a-64f94c7d37c9" providerId="ADAL" clId="{2CA54C02-19BE-48F4-A31B-AFCD72BD22E3}" dt="2025-04-03T17:45:25.604" v="795"/>
          <ac:grpSpMkLst>
            <pc:docMk/>
            <pc:sldMk cId="2430441661" sldId="346"/>
            <ac:grpSpMk id="84" creationId="{EA31EE26-BFFF-98A5-C1FD-C42A7E293FF3}"/>
          </ac:grpSpMkLst>
        </pc:grpChg>
        <pc:grpChg chg="del mod">
          <ac:chgData name="Christopher Aloo" userId="81d139e4-1a74-45bd-a04a-64f94c7d37c9" providerId="ADAL" clId="{2CA54C02-19BE-48F4-A31B-AFCD72BD22E3}" dt="2025-04-03T17:45:15.847" v="777"/>
          <ac:grpSpMkLst>
            <pc:docMk/>
            <pc:sldMk cId="2430441661" sldId="346"/>
            <ac:grpSpMk id="96" creationId="{EEEECB8E-DA41-DCA7-0CEB-804B29591E73}"/>
          </ac:grpSpMkLst>
        </pc:grpChg>
        <pc:grpChg chg="mod">
          <ac:chgData name="Christopher Aloo" userId="81d139e4-1a74-45bd-a04a-64f94c7d37c9" providerId="ADAL" clId="{2CA54C02-19BE-48F4-A31B-AFCD72BD22E3}" dt="2025-04-03T17:45:15.847" v="777"/>
          <ac:grpSpMkLst>
            <pc:docMk/>
            <pc:sldMk cId="2430441661" sldId="346"/>
            <ac:grpSpMk id="106" creationId="{F2426661-1E21-C2C4-3E5F-E0DCA2DCB1AC}"/>
          </ac:grpSpMkLst>
        </pc:grpChg>
        <pc:grpChg chg="del mod">
          <ac:chgData name="Christopher Aloo" userId="81d139e4-1a74-45bd-a04a-64f94c7d37c9" providerId="ADAL" clId="{2CA54C02-19BE-48F4-A31B-AFCD72BD22E3}" dt="2025-04-03T17:45:26.564" v="797"/>
          <ac:grpSpMkLst>
            <pc:docMk/>
            <pc:sldMk cId="2430441661" sldId="346"/>
            <ac:grpSpMk id="124" creationId="{4FC196C9-F252-3F66-A439-2F70A4AE2168}"/>
          </ac:grpSpMkLst>
        </pc:grpChg>
        <pc:grpChg chg="del mod">
          <ac:chgData name="Christopher Aloo" userId="81d139e4-1a74-45bd-a04a-64f94c7d37c9" providerId="ADAL" clId="{2CA54C02-19BE-48F4-A31B-AFCD72BD22E3}" dt="2025-04-03T17:45:30.741" v="806"/>
          <ac:grpSpMkLst>
            <pc:docMk/>
            <pc:sldMk cId="2430441661" sldId="346"/>
            <ac:grpSpMk id="126" creationId="{0F5CAE9B-AA02-95CA-C2F6-9CF220BB45DE}"/>
          </ac:grpSpMkLst>
        </pc:grpChg>
        <pc:grpChg chg="del mod">
          <ac:chgData name="Christopher Aloo" userId="81d139e4-1a74-45bd-a04a-64f94c7d37c9" providerId="ADAL" clId="{2CA54C02-19BE-48F4-A31B-AFCD72BD22E3}" dt="2025-04-03T17:45:33.414" v="808"/>
          <ac:grpSpMkLst>
            <pc:docMk/>
            <pc:sldMk cId="2430441661" sldId="346"/>
            <ac:grpSpMk id="135" creationId="{17FADFF9-1B79-40AA-3DAD-BB41A07F0048}"/>
          </ac:grpSpMkLst>
        </pc:grpChg>
        <pc:grpChg chg="del mod">
          <ac:chgData name="Christopher Aloo" userId="81d139e4-1a74-45bd-a04a-64f94c7d37c9" providerId="ADAL" clId="{2CA54C02-19BE-48F4-A31B-AFCD72BD22E3}" dt="2025-04-03T17:45:34.556" v="810"/>
          <ac:grpSpMkLst>
            <pc:docMk/>
            <pc:sldMk cId="2430441661" sldId="346"/>
            <ac:grpSpMk id="137" creationId="{95DBA78A-F1BE-A177-FD57-EA4364961374}"/>
          </ac:grpSpMkLst>
        </pc:grpChg>
        <pc:grpChg chg="del mod">
          <ac:chgData name="Christopher Aloo" userId="81d139e4-1a74-45bd-a04a-64f94c7d37c9" providerId="ADAL" clId="{2CA54C02-19BE-48F4-A31B-AFCD72BD22E3}" dt="2025-04-03T17:45:41.019" v="814"/>
          <ac:grpSpMkLst>
            <pc:docMk/>
            <pc:sldMk cId="2430441661" sldId="346"/>
            <ac:grpSpMk id="139" creationId="{DC2AAD2C-10B7-0D6C-F8D7-AFC857CE8AD5}"/>
          </ac:grpSpMkLst>
        </pc:grpChg>
        <pc:grpChg chg="del mod">
          <ac:chgData name="Christopher Aloo" userId="81d139e4-1a74-45bd-a04a-64f94c7d37c9" providerId="ADAL" clId="{2CA54C02-19BE-48F4-A31B-AFCD72BD22E3}" dt="2025-04-03T17:45:41.019" v="814"/>
          <ac:grpSpMkLst>
            <pc:docMk/>
            <pc:sldMk cId="2430441661" sldId="346"/>
            <ac:grpSpMk id="143" creationId="{625ACC97-E2F2-5773-A701-DA36F0E81CB7}"/>
          </ac:grpSpMkLst>
        </pc:grpChg>
        <pc:grpChg chg="del mod">
          <ac:chgData name="Christopher Aloo" userId="81d139e4-1a74-45bd-a04a-64f94c7d37c9" providerId="ADAL" clId="{2CA54C02-19BE-48F4-A31B-AFCD72BD22E3}" dt="2025-04-03T17:45:46.019" v="822"/>
          <ac:grpSpMkLst>
            <pc:docMk/>
            <pc:sldMk cId="2430441661" sldId="346"/>
            <ac:grpSpMk id="144" creationId="{52A59AFE-E39E-1663-1F46-C4FED06A6FE6}"/>
          </ac:grpSpMkLst>
        </pc:grpChg>
        <pc:grpChg chg="mod">
          <ac:chgData name="Christopher Aloo" userId="81d139e4-1a74-45bd-a04a-64f94c7d37c9" providerId="ADAL" clId="{2CA54C02-19BE-48F4-A31B-AFCD72BD22E3}" dt="2025-04-03T17:45:46.019" v="822"/>
          <ac:grpSpMkLst>
            <pc:docMk/>
            <pc:sldMk cId="2430441661" sldId="346"/>
            <ac:grpSpMk id="152" creationId="{EB7AF055-DCA5-1805-71EB-4BE7B9FD7267}"/>
          </ac:grpSpMkLst>
        </pc:grpChg>
        <pc:inkChg chg="add mod">
          <ac:chgData name="Christopher Aloo" userId="81d139e4-1a74-45bd-a04a-64f94c7d37c9" providerId="ADAL" clId="{2CA54C02-19BE-48F4-A31B-AFCD72BD22E3}" dt="2025-04-03T17:42:56.546" v="684"/>
          <ac:inkMkLst>
            <pc:docMk/>
            <pc:sldMk cId="2430441661" sldId="346"/>
            <ac:inkMk id="3" creationId="{5939F523-EA09-993E-4EAF-6FD8FBB74607}"/>
          </ac:inkMkLst>
        </pc:inkChg>
        <pc:inkChg chg="add mod">
          <ac:chgData name="Christopher Aloo" userId="81d139e4-1a74-45bd-a04a-64f94c7d37c9" providerId="ADAL" clId="{2CA54C02-19BE-48F4-A31B-AFCD72BD22E3}" dt="2025-04-03T17:42:56.546" v="684"/>
          <ac:inkMkLst>
            <pc:docMk/>
            <pc:sldMk cId="2430441661" sldId="346"/>
            <ac:inkMk id="4" creationId="{177E28E5-8ABE-B9C0-A822-2A5A6125B6F5}"/>
          </ac:inkMkLst>
        </pc:inkChg>
        <pc:inkChg chg="add mod">
          <ac:chgData name="Christopher Aloo" userId="81d139e4-1a74-45bd-a04a-64f94c7d37c9" providerId="ADAL" clId="{2CA54C02-19BE-48F4-A31B-AFCD72BD22E3}" dt="2025-04-03T17:43:26.513" v="712"/>
          <ac:inkMkLst>
            <pc:docMk/>
            <pc:sldMk cId="2430441661" sldId="346"/>
            <ac:inkMk id="6" creationId="{58DB9CD2-9A1A-91ED-031A-F9383FC85C9D}"/>
          </ac:inkMkLst>
        </pc:inkChg>
        <pc:inkChg chg="add mod">
          <ac:chgData name="Christopher Aloo" userId="81d139e4-1a74-45bd-a04a-64f94c7d37c9" providerId="ADAL" clId="{2CA54C02-19BE-48F4-A31B-AFCD72BD22E3}" dt="2025-04-03T17:42:56.546" v="684"/>
          <ac:inkMkLst>
            <pc:docMk/>
            <pc:sldMk cId="2430441661" sldId="346"/>
            <ac:inkMk id="7" creationId="{2C927432-E912-5906-B16F-82C0FA71F472}"/>
          </ac:inkMkLst>
        </pc:inkChg>
        <pc:inkChg chg="add mod">
          <ac:chgData name="Christopher Aloo" userId="81d139e4-1a74-45bd-a04a-64f94c7d37c9" providerId="ADAL" clId="{2CA54C02-19BE-48F4-A31B-AFCD72BD22E3}" dt="2025-04-03T17:42:56.546" v="684"/>
          <ac:inkMkLst>
            <pc:docMk/>
            <pc:sldMk cId="2430441661" sldId="346"/>
            <ac:inkMk id="8" creationId="{46E81E3D-5A93-D3D7-F5B5-735F9CC650BF}"/>
          </ac:inkMkLst>
        </pc:inkChg>
        <pc:inkChg chg="add mod">
          <ac:chgData name="Christopher Aloo" userId="81d139e4-1a74-45bd-a04a-64f94c7d37c9" providerId="ADAL" clId="{2CA54C02-19BE-48F4-A31B-AFCD72BD22E3}" dt="2025-04-03T17:43:26.513" v="712"/>
          <ac:inkMkLst>
            <pc:docMk/>
            <pc:sldMk cId="2430441661" sldId="346"/>
            <ac:inkMk id="9" creationId="{3557DA1F-DA43-8921-4390-E947EC1903D4}"/>
          </ac:inkMkLst>
        </pc:inkChg>
        <pc:inkChg chg="add mod">
          <ac:chgData name="Christopher Aloo" userId="81d139e4-1a74-45bd-a04a-64f94c7d37c9" providerId="ADAL" clId="{2CA54C02-19BE-48F4-A31B-AFCD72BD22E3}" dt="2025-04-03T17:42:56.546" v="684"/>
          <ac:inkMkLst>
            <pc:docMk/>
            <pc:sldMk cId="2430441661" sldId="346"/>
            <ac:inkMk id="10" creationId="{B5DA5FFD-792F-E6A2-B43B-11140BE4DDAC}"/>
          </ac:inkMkLst>
        </pc:inkChg>
        <pc:inkChg chg="add mod">
          <ac:chgData name="Christopher Aloo" userId="81d139e4-1a74-45bd-a04a-64f94c7d37c9" providerId="ADAL" clId="{2CA54C02-19BE-48F4-A31B-AFCD72BD22E3}" dt="2025-04-03T17:43:26.513" v="712"/>
          <ac:inkMkLst>
            <pc:docMk/>
            <pc:sldMk cId="2430441661" sldId="346"/>
            <ac:inkMk id="11" creationId="{E01276FB-85FE-BD9F-C51B-644D95B80163}"/>
          </ac:inkMkLst>
        </pc:inkChg>
        <pc:inkChg chg="add mod">
          <ac:chgData name="Christopher Aloo" userId="81d139e4-1a74-45bd-a04a-64f94c7d37c9" providerId="ADAL" clId="{2CA54C02-19BE-48F4-A31B-AFCD72BD22E3}" dt="2025-04-03T17:43:01.461" v="693"/>
          <ac:inkMkLst>
            <pc:docMk/>
            <pc:sldMk cId="2430441661" sldId="346"/>
            <ac:inkMk id="13" creationId="{DF0C0176-E967-1917-5ABF-A56E6609D160}"/>
          </ac:inkMkLst>
        </pc:inkChg>
        <pc:inkChg chg="add mod">
          <ac:chgData name="Christopher Aloo" userId="81d139e4-1a74-45bd-a04a-64f94c7d37c9" providerId="ADAL" clId="{2CA54C02-19BE-48F4-A31B-AFCD72BD22E3}" dt="2025-04-03T17:43:01.461" v="693"/>
          <ac:inkMkLst>
            <pc:docMk/>
            <pc:sldMk cId="2430441661" sldId="346"/>
            <ac:inkMk id="14" creationId="{E2C7D063-550C-4FFA-4010-BF8B295C16B3}"/>
          </ac:inkMkLst>
        </pc:inkChg>
        <pc:inkChg chg="add mod">
          <ac:chgData name="Christopher Aloo" userId="81d139e4-1a74-45bd-a04a-64f94c7d37c9" providerId="ADAL" clId="{2CA54C02-19BE-48F4-A31B-AFCD72BD22E3}" dt="2025-04-03T17:43:01.461" v="693"/>
          <ac:inkMkLst>
            <pc:docMk/>
            <pc:sldMk cId="2430441661" sldId="346"/>
            <ac:inkMk id="15" creationId="{CD0B4C94-B493-C6BA-917E-FEC86EC3D9ED}"/>
          </ac:inkMkLst>
        </pc:inkChg>
        <pc:inkChg chg="add mod">
          <ac:chgData name="Christopher Aloo" userId="81d139e4-1a74-45bd-a04a-64f94c7d37c9" providerId="ADAL" clId="{2CA54C02-19BE-48F4-A31B-AFCD72BD22E3}" dt="2025-04-03T17:43:01.461" v="693"/>
          <ac:inkMkLst>
            <pc:docMk/>
            <pc:sldMk cId="2430441661" sldId="346"/>
            <ac:inkMk id="16" creationId="{B3F1F86A-FE56-FC35-6A4A-3D9BDA544F5C}"/>
          </ac:inkMkLst>
        </pc:inkChg>
        <pc:inkChg chg="add mod">
          <ac:chgData name="Christopher Aloo" userId="81d139e4-1a74-45bd-a04a-64f94c7d37c9" providerId="ADAL" clId="{2CA54C02-19BE-48F4-A31B-AFCD72BD22E3}" dt="2025-04-03T17:43:01.461" v="693"/>
          <ac:inkMkLst>
            <pc:docMk/>
            <pc:sldMk cId="2430441661" sldId="346"/>
            <ac:inkMk id="17" creationId="{EBDB9EFD-3920-948E-E865-FB841E0D879D}"/>
          </ac:inkMkLst>
        </pc:inkChg>
        <pc:inkChg chg="add mod">
          <ac:chgData name="Christopher Aloo" userId="81d139e4-1a74-45bd-a04a-64f94c7d37c9" providerId="ADAL" clId="{2CA54C02-19BE-48F4-A31B-AFCD72BD22E3}" dt="2025-04-03T17:43:01.461" v="693"/>
          <ac:inkMkLst>
            <pc:docMk/>
            <pc:sldMk cId="2430441661" sldId="346"/>
            <ac:inkMk id="18" creationId="{5563989C-9DC5-25F5-B874-E08AEB980598}"/>
          </ac:inkMkLst>
        </pc:inkChg>
        <pc:inkChg chg="add mod">
          <ac:chgData name="Christopher Aloo" userId="81d139e4-1a74-45bd-a04a-64f94c7d37c9" providerId="ADAL" clId="{2CA54C02-19BE-48F4-A31B-AFCD72BD22E3}" dt="2025-04-03T17:43:01.461" v="693"/>
          <ac:inkMkLst>
            <pc:docMk/>
            <pc:sldMk cId="2430441661" sldId="346"/>
            <ac:inkMk id="19" creationId="{1C6DEDA6-A07E-8EFC-11EE-3B8123814912}"/>
          </ac:inkMkLst>
        </pc:inkChg>
        <pc:inkChg chg="add mod">
          <ac:chgData name="Christopher Aloo" userId="81d139e4-1a74-45bd-a04a-64f94c7d37c9" providerId="ADAL" clId="{2CA54C02-19BE-48F4-A31B-AFCD72BD22E3}" dt="2025-04-03T17:43:01.461" v="693"/>
          <ac:inkMkLst>
            <pc:docMk/>
            <pc:sldMk cId="2430441661" sldId="346"/>
            <ac:inkMk id="20" creationId="{9E2D6D03-09D8-75D3-7968-6929C42F22B3}"/>
          </ac:inkMkLst>
        </pc:inkChg>
        <pc:inkChg chg="add mod">
          <ac:chgData name="Christopher Aloo" userId="81d139e4-1a74-45bd-a04a-64f94c7d37c9" providerId="ADAL" clId="{2CA54C02-19BE-48F4-A31B-AFCD72BD22E3}" dt="2025-04-03T17:43:26.513" v="712"/>
          <ac:inkMkLst>
            <pc:docMk/>
            <pc:sldMk cId="2430441661" sldId="346"/>
            <ac:inkMk id="22" creationId="{A22B624F-AE53-17F6-0BA7-F6B56717F37D}"/>
          </ac:inkMkLst>
        </pc:inkChg>
        <pc:inkChg chg="add">
          <ac:chgData name="Christopher Aloo" userId="81d139e4-1a74-45bd-a04a-64f94c7d37c9" providerId="ADAL" clId="{2CA54C02-19BE-48F4-A31B-AFCD72BD22E3}" dt="2025-04-03T17:43:13.918" v="695" actId="9405"/>
          <ac:inkMkLst>
            <pc:docMk/>
            <pc:sldMk cId="2430441661" sldId="346"/>
            <ac:inkMk id="23" creationId="{860D6FAE-8787-F3A2-79E0-664644E3CA38}"/>
          </ac:inkMkLst>
        </pc:inkChg>
        <pc:inkChg chg="add">
          <ac:chgData name="Christopher Aloo" userId="81d139e4-1a74-45bd-a04a-64f94c7d37c9" providerId="ADAL" clId="{2CA54C02-19BE-48F4-A31B-AFCD72BD22E3}" dt="2025-04-03T17:43:14.321" v="696" actId="9405"/>
          <ac:inkMkLst>
            <pc:docMk/>
            <pc:sldMk cId="2430441661" sldId="346"/>
            <ac:inkMk id="24" creationId="{D6D37C38-00F8-9B54-FFBE-CC2A39EB1797}"/>
          </ac:inkMkLst>
        </pc:inkChg>
        <pc:inkChg chg="add mod">
          <ac:chgData name="Christopher Aloo" userId="81d139e4-1a74-45bd-a04a-64f94c7d37c9" providerId="ADAL" clId="{2CA54C02-19BE-48F4-A31B-AFCD72BD22E3}" dt="2025-04-03T17:43:26.513" v="712"/>
          <ac:inkMkLst>
            <pc:docMk/>
            <pc:sldMk cId="2430441661" sldId="346"/>
            <ac:inkMk id="25" creationId="{E08DF357-4949-03B5-6EAA-BE7B146112FB}"/>
          </ac:inkMkLst>
        </pc:inkChg>
        <pc:inkChg chg="add">
          <ac:chgData name="Christopher Aloo" userId="81d139e4-1a74-45bd-a04a-64f94c7d37c9" providerId="ADAL" clId="{2CA54C02-19BE-48F4-A31B-AFCD72BD22E3}" dt="2025-04-03T17:43:15.082" v="698" actId="9405"/>
          <ac:inkMkLst>
            <pc:docMk/>
            <pc:sldMk cId="2430441661" sldId="346"/>
            <ac:inkMk id="26" creationId="{6BFC2501-CF77-4824-36BD-274FC0315E00}"/>
          </ac:inkMkLst>
        </pc:inkChg>
        <pc:inkChg chg="add mod">
          <ac:chgData name="Christopher Aloo" userId="81d139e4-1a74-45bd-a04a-64f94c7d37c9" providerId="ADAL" clId="{2CA54C02-19BE-48F4-A31B-AFCD72BD22E3}" dt="2025-04-03T17:43:19.550" v="708"/>
          <ac:inkMkLst>
            <pc:docMk/>
            <pc:sldMk cId="2430441661" sldId="346"/>
            <ac:inkMk id="27" creationId="{5C772740-6747-D5C2-84CD-36401008C025}"/>
          </ac:inkMkLst>
        </pc:inkChg>
        <pc:inkChg chg="add mod">
          <ac:chgData name="Christopher Aloo" userId="81d139e4-1a74-45bd-a04a-64f94c7d37c9" providerId="ADAL" clId="{2CA54C02-19BE-48F4-A31B-AFCD72BD22E3}" dt="2025-04-03T17:43:19.550" v="708"/>
          <ac:inkMkLst>
            <pc:docMk/>
            <pc:sldMk cId="2430441661" sldId="346"/>
            <ac:inkMk id="28" creationId="{628437D4-207C-90E8-8B84-CBB94CF87012}"/>
          </ac:inkMkLst>
        </pc:inkChg>
        <pc:inkChg chg="add mod">
          <ac:chgData name="Christopher Aloo" userId="81d139e4-1a74-45bd-a04a-64f94c7d37c9" providerId="ADAL" clId="{2CA54C02-19BE-48F4-A31B-AFCD72BD22E3}" dt="2025-04-03T17:43:19.550" v="708"/>
          <ac:inkMkLst>
            <pc:docMk/>
            <pc:sldMk cId="2430441661" sldId="346"/>
            <ac:inkMk id="29" creationId="{3A7EB4CD-781B-8609-D88B-96FD6FF87E26}"/>
          </ac:inkMkLst>
        </pc:inkChg>
        <pc:inkChg chg="add mod">
          <ac:chgData name="Christopher Aloo" userId="81d139e4-1a74-45bd-a04a-64f94c7d37c9" providerId="ADAL" clId="{2CA54C02-19BE-48F4-A31B-AFCD72BD22E3}" dt="2025-04-03T17:43:19.550" v="708"/>
          <ac:inkMkLst>
            <pc:docMk/>
            <pc:sldMk cId="2430441661" sldId="346"/>
            <ac:inkMk id="30" creationId="{93C792AA-98C1-535C-B50E-D7E2BAD5073A}"/>
          </ac:inkMkLst>
        </pc:inkChg>
        <pc:inkChg chg="add mod">
          <ac:chgData name="Christopher Aloo" userId="81d139e4-1a74-45bd-a04a-64f94c7d37c9" providerId="ADAL" clId="{2CA54C02-19BE-48F4-A31B-AFCD72BD22E3}" dt="2025-04-03T17:43:26.513" v="712"/>
          <ac:inkMkLst>
            <pc:docMk/>
            <pc:sldMk cId="2430441661" sldId="346"/>
            <ac:inkMk id="31" creationId="{4C6D93EC-248E-98A0-A139-9901D5934510}"/>
          </ac:inkMkLst>
        </pc:inkChg>
        <pc:inkChg chg="add mod">
          <ac:chgData name="Christopher Aloo" userId="81d139e4-1a74-45bd-a04a-64f94c7d37c9" providerId="ADAL" clId="{2CA54C02-19BE-48F4-A31B-AFCD72BD22E3}" dt="2025-04-03T17:43:19.550" v="708"/>
          <ac:inkMkLst>
            <pc:docMk/>
            <pc:sldMk cId="2430441661" sldId="346"/>
            <ac:inkMk id="32" creationId="{F77C694D-4397-1400-528A-129CBF25B50F}"/>
          </ac:inkMkLst>
        </pc:inkChg>
        <pc:inkChg chg="add mod">
          <ac:chgData name="Christopher Aloo" userId="81d139e4-1a74-45bd-a04a-64f94c7d37c9" providerId="ADAL" clId="{2CA54C02-19BE-48F4-A31B-AFCD72BD22E3}" dt="2025-04-03T17:43:19.550" v="708"/>
          <ac:inkMkLst>
            <pc:docMk/>
            <pc:sldMk cId="2430441661" sldId="346"/>
            <ac:inkMk id="33" creationId="{4B1A7F51-A4A4-DA03-E43D-06AAC4DAB139}"/>
          </ac:inkMkLst>
        </pc:inkChg>
        <pc:inkChg chg="add mod">
          <ac:chgData name="Christopher Aloo" userId="81d139e4-1a74-45bd-a04a-64f94c7d37c9" providerId="ADAL" clId="{2CA54C02-19BE-48F4-A31B-AFCD72BD22E3}" dt="2025-04-03T17:43:19.550" v="708"/>
          <ac:inkMkLst>
            <pc:docMk/>
            <pc:sldMk cId="2430441661" sldId="346"/>
            <ac:inkMk id="34" creationId="{8DA33455-394B-5FB9-C843-06657B2FFCD3}"/>
          </ac:inkMkLst>
        </pc:inkChg>
        <pc:inkChg chg="add">
          <ac:chgData name="Christopher Aloo" userId="81d139e4-1a74-45bd-a04a-64f94c7d37c9" providerId="ADAL" clId="{2CA54C02-19BE-48F4-A31B-AFCD72BD22E3}" dt="2025-04-03T17:43:18.933" v="707" actId="9405"/>
          <ac:inkMkLst>
            <pc:docMk/>
            <pc:sldMk cId="2430441661" sldId="346"/>
            <ac:inkMk id="35" creationId="{9CDF71EE-6862-027B-38EE-F5ABCE93B24A}"/>
          </ac:inkMkLst>
        </pc:inkChg>
        <pc:inkChg chg="add">
          <ac:chgData name="Christopher Aloo" userId="81d139e4-1a74-45bd-a04a-64f94c7d37c9" providerId="ADAL" clId="{2CA54C02-19BE-48F4-A31B-AFCD72BD22E3}" dt="2025-04-03T17:43:20.032" v="709" actId="9405"/>
          <ac:inkMkLst>
            <pc:docMk/>
            <pc:sldMk cId="2430441661" sldId="346"/>
            <ac:inkMk id="37" creationId="{1C557418-1DD5-32FD-FED3-5CF02C4F8C7D}"/>
          </ac:inkMkLst>
        </pc:inkChg>
        <pc:inkChg chg="add mod">
          <ac:chgData name="Christopher Aloo" userId="81d139e4-1a74-45bd-a04a-64f94c7d37c9" providerId="ADAL" clId="{2CA54C02-19BE-48F4-A31B-AFCD72BD22E3}" dt="2025-04-03T17:43:26.513" v="712"/>
          <ac:inkMkLst>
            <pc:docMk/>
            <pc:sldMk cId="2430441661" sldId="346"/>
            <ac:inkMk id="38" creationId="{8BE81F64-BC56-FB41-2AD2-7EDECC0C7642}"/>
          </ac:inkMkLst>
        </pc:inkChg>
        <pc:inkChg chg="add">
          <ac:chgData name="Christopher Aloo" userId="81d139e4-1a74-45bd-a04a-64f94c7d37c9" providerId="ADAL" clId="{2CA54C02-19BE-48F4-A31B-AFCD72BD22E3}" dt="2025-04-03T17:43:25.601" v="711" actId="9405"/>
          <ac:inkMkLst>
            <pc:docMk/>
            <pc:sldMk cId="2430441661" sldId="346"/>
            <ac:inkMk id="39" creationId="{E1772720-8976-ECE4-F8A0-7A634415C311}"/>
          </ac:inkMkLst>
        </pc:inkChg>
        <pc:inkChg chg="add mod">
          <ac:chgData name="Christopher Aloo" userId="81d139e4-1a74-45bd-a04a-64f94c7d37c9" providerId="ADAL" clId="{2CA54C02-19BE-48F4-A31B-AFCD72BD22E3}" dt="2025-04-03T17:43:33.622" v="723"/>
          <ac:inkMkLst>
            <pc:docMk/>
            <pc:sldMk cId="2430441661" sldId="346"/>
            <ac:inkMk id="41" creationId="{15C14743-1962-B7A3-2BAF-DB9393ACA086}"/>
          </ac:inkMkLst>
        </pc:inkChg>
        <pc:inkChg chg="add">
          <ac:chgData name="Christopher Aloo" userId="81d139e4-1a74-45bd-a04a-64f94c7d37c9" providerId="ADAL" clId="{2CA54C02-19BE-48F4-A31B-AFCD72BD22E3}" dt="2025-04-03T17:43:29.577" v="714" actId="9405"/>
          <ac:inkMkLst>
            <pc:docMk/>
            <pc:sldMk cId="2430441661" sldId="346"/>
            <ac:inkMk id="42" creationId="{7A46C317-4E73-C213-C2F4-835A501E9698}"/>
          </ac:inkMkLst>
        </pc:inkChg>
        <pc:inkChg chg="add mod">
          <ac:chgData name="Christopher Aloo" userId="81d139e4-1a74-45bd-a04a-64f94c7d37c9" providerId="ADAL" clId="{2CA54C02-19BE-48F4-A31B-AFCD72BD22E3}" dt="2025-04-03T17:43:33.622" v="723"/>
          <ac:inkMkLst>
            <pc:docMk/>
            <pc:sldMk cId="2430441661" sldId="346"/>
            <ac:inkMk id="43" creationId="{BE991DCC-3309-922D-9A32-D90D3F680596}"/>
          </ac:inkMkLst>
        </pc:inkChg>
        <pc:inkChg chg="add mod">
          <ac:chgData name="Christopher Aloo" userId="81d139e4-1a74-45bd-a04a-64f94c7d37c9" providerId="ADAL" clId="{2CA54C02-19BE-48F4-A31B-AFCD72BD22E3}" dt="2025-04-03T17:43:33.622" v="723"/>
          <ac:inkMkLst>
            <pc:docMk/>
            <pc:sldMk cId="2430441661" sldId="346"/>
            <ac:inkMk id="44" creationId="{BA55CAB1-B236-3398-A479-53B973D282D1}"/>
          </ac:inkMkLst>
        </pc:inkChg>
        <pc:inkChg chg="add mod">
          <ac:chgData name="Christopher Aloo" userId="81d139e4-1a74-45bd-a04a-64f94c7d37c9" providerId="ADAL" clId="{2CA54C02-19BE-48F4-A31B-AFCD72BD22E3}" dt="2025-04-03T17:43:33.622" v="723"/>
          <ac:inkMkLst>
            <pc:docMk/>
            <pc:sldMk cId="2430441661" sldId="346"/>
            <ac:inkMk id="45" creationId="{F9BEE0DC-6121-AACB-B1A6-F5D3E30B9281}"/>
          </ac:inkMkLst>
        </pc:inkChg>
        <pc:inkChg chg="add mod">
          <ac:chgData name="Christopher Aloo" userId="81d139e4-1a74-45bd-a04a-64f94c7d37c9" providerId="ADAL" clId="{2CA54C02-19BE-48F4-A31B-AFCD72BD22E3}" dt="2025-04-03T17:43:33.622" v="723"/>
          <ac:inkMkLst>
            <pc:docMk/>
            <pc:sldMk cId="2430441661" sldId="346"/>
            <ac:inkMk id="46" creationId="{832C6FAA-EE14-D1E1-9FC0-17ED2BF33E08}"/>
          </ac:inkMkLst>
        </pc:inkChg>
        <pc:inkChg chg="add">
          <ac:chgData name="Christopher Aloo" userId="81d139e4-1a74-45bd-a04a-64f94c7d37c9" providerId="ADAL" clId="{2CA54C02-19BE-48F4-A31B-AFCD72BD22E3}" dt="2025-04-03T17:43:31.394" v="719" actId="9405"/>
          <ac:inkMkLst>
            <pc:docMk/>
            <pc:sldMk cId="2430441661" sldId="346"/>
            <ac:inkMk id="47" creationId="{4DD74328-7320-9CD6-2E3A-0866BF8B880A}"/>
          </ac:inkMkLst>
        </pc:inkChg>
        <pc:inkChg chg="add mod">
          <ac:chgData name="Christopher Aloo" userId="81d139e4-1a74-45bd-a04a-64f94c7d37c9" providerId="ADAL" clId="{2CA54C02-19BE-48F4-A31B-AFCD72BD22E3}" dt="2025-04-03T17:43:33.622" v="723"/>
          <ac:inkMkLst>
            <pc:docMk/>
            <pc:sldMk cId="2430441661" sldId="346"/>
            <ac:inkMk id="48" creationId="{EDB18D9C-B8F9-9921-CA88-19206D213B1E}"/>
          </ac:inkMkLst>
        </pc:inkChg>
        <pc:inkChg chg="add mod">
          <ac:chgData name="Christopher Aloo" userId="81d139e4-1a74-45bd-a04a-64f94c7d37c9" providerId="ADAL" clId="{2CA54C02-19BE-48F4-A31B-AFCD72BD22E3}" dt="2025-04-03T17:43:33.622" v="723"/>
          <ac:inkMkLst>
            <pc:docMk/>
            <pc:sldMk cId="2430441661" sldId="346"/>
            <ac:inkMk id="49" creationId="{EC0D3445-3686-02A2-364F-D46F6DFED454}"/>
          </ac:inkMkLst>
        </pc:inkChg>
        <pc:inkChg chg="add mod">
          <ac:chgData name="Christopher Aloo" userId="81d139e4-1a74-45bd-a04a-64f94c7d37c9" providerId="ADAL" clId="{2CA54C02-19BE-48F4-A31B-AFCD72BD22E3}" dt="2025-04-03T17:43:33.622" v="723"/>
          <ac:inkMkLst>
            <pc:docMk/>
            <pc:sldMk cId="2430441661" sldId="346"/>
            <ac:inkMk id="50" creationId="{55A76B1C-758D-8216-BB08-5ACBAD992BBD}"/>
          </ac:inkMkLst>
        </pc:inkChg>
        <pc:inkChg chg="add mod">
          <ac:chgData name="Christopher Aloo" userId="81d139e4-1a74-45bd-a04a-64f94c7d37c9" providerId="ADAL" clId="{2CA54C02-19BE-48F4-A31B-AFCD72BD22E3}" dt="2025-04-03T17:43:39.062" v="734"/>
          <ac:inkMkLst>
            <pc:docMk/>
            <pc:sldMk cId="2430441661" sldId="346"/>
            <ac:inkMk id="53" creationId="{E490E3B3-2AAE-E82E-6087-37FEA3366AC0}"/>
          </ac:inkMkLst>
        </pc:inkChg>
        <pc:inkChg chg="add mod">
          <ac:chgData name="Christopher Aloo" userId="81d139e4-1a74-45bd-a04a-64f94c7d37c9" providerId="ADAL" clId="{2CA54C02-19BE-48F4-A31B-AFCD72BD22E3}" dt="2025-04-03T17:43:39.062" v="734"/>
          <ac:inkMkLst>
            <pc:docMk/>
            <pc:sldMk cId="2430441661" sldId="346"/>
            <ac:inkMk id="54" creationId="{9EF8FB49-800E-EEB5-637A-CDA8B2E8BBB4}"/>
          </ac:inkMkLst>
        </pc:inkChg>
        <pc:inkChg chg="add mod">
          <ac:chgData name="Christopher Aloo" userId="81d139e4-1a74-45bd-a04a-64f94c7d37c9" providerId="ADAL" clId="{2CA54C02-19BE-48F4-A31B-AFCD72BD22E3}" dt="2025-04-03T17:43:39.062" v="734"/>
          <ac:inkMkLst>
            <pc:docMk/>
            <pc:sldMk cId="2430441661" sldId="346"/>
            <ac:inkMk id="55" creationId="{05DCBAF5-850B-1BB2-A744-318F0CCB7E82}"/>
          </ac:inkMkLst>
        </pc:inkChg>
        <pc:inkChg chg="add mod">
          <ac:chgData name="Christopher Aloo" userId="81d139e4-1a74-45bd-a04a-64f94c7d37c9" providerId="ADAL" clId="{2CA54C02-19BE-48F4-A31B-AFCD72BD22E3}" dt="2025-04-03T17:43:39.062" v="734"/>
          <ac:inkMkLst>
            <pc:docMk/>
            <pc:sldMk cId="2430441661" sldId="346"/>
            <ac:inkMk id="56" creationId="{37A3444B-0B1A-38BA-7E34-7E5AAB69DE9B}"/>
          </ac:inkMkLst>
        </pc:inkChg>
        <pc:inkChg chg="add mod">
          <ac:chgData name="Christopher Aloo" userId="81d139e4-1a74-45bd-a04a-64f94c7d37c9" providerId="ADAL" clId="{2CA54C02-19BE-48F4-A31B-AFCD72BD22E3}" dt="2025-04-03T17:43:39.062" v="734"/>
          <ac:inkMkLst>
            <pc:docMk/>
            <pc:sldMk cId="2430441661" sldId="346"/>
            <ac:inkMk id="57" creationId="{8D1CA9A3-ECC1-4DCE-DC33-7EDDD52D616C}"/>
          </ac:inkMkLst>
        </pc:inkChg>
        <pc:inkChg chg="add mod">
          <ac:chgData name="Christopher Aloo" userId="81d139e4-1a74-45bd-a04a-64f94c7d37c9" providerId="ADAL" clId="{2CA54C02-19BE-48F4-A31B-AFCD72BD22E3}" dt="2025-04-03T17:43:39.062" v="734"/>
          <ac:inkMkLst>
            <pc:docMk/>
            <pc:sldMk cId="2430441661" sldId="346"/>
            <ac:inkMk id="58" creationId="{BE566879-9CEE-4C21-88F2-69842190F0C6}"/>
          </ac:inkMkLst>
        </pc:inkChg>
        <pc:inkChg chg="add mod">
          <ac:chgData name="Christopher Aloo" userId="81d139e4-1a74-45bd-a04a-64f94c7d37c9" providerId="ADAL" clId="{2CA54C02-19BE-48F4-A31B-AFCD72BD22E3}" dt="2025-04-03T17:43:39.062" v="734"/>
          <ac:inkMkLst>
            <pc:docMk/>
            <pc:sldMk cId="2430441661" sldId="346"/>
            <ac:inkMk id="59" creationId="{74374A3E-1E97-CDCF-1BDE-74DA3D5BB9D9}"/>
          </ac:inkMkLst>
        </pc:inkChg>
        <pc:inkChg chg="add">
          <ac:chgData name="Christopher Aloo" userId="81d139e4-1a74-45bd-a04a-64f94c7d37c9" providerId="ADAL" clId="{2CA54C02-19BE-48F4-A31B-AFCD72BD22E3}" dt="2025-04-03T17:43:37.093" v="731" actId="9405"/>
          <ac:inkMkLst>
            <pc:docMk/>
            <pc:sldMk cId="2430441661" sldId="346"/>
            <ac:inkMk id="60" creationId="{685A5770-1BB1-5B31-6B1A-8424C1F0E63A}"/>
          </ac:inkMkLst>
        </pc:inkChg>
        <pc:inkChg chg="add mod">
          <ac:chgData name="Christopher Aloo" userId="81d139e4-1a74-45bd-a04a-64f94c7d37c9" providerId="ADAL" clId="{2CA54C02-19BE-48F4-A31B-AFCD72BD22E3}" dt="2025-04-03T17:43:39.062" v="734"/>
          <ac:inkMkLst>
            <pc:docMk/>
            <pc:sldMk cId="2430441661" sldId="346"/>
            <ac:inkMk id="61" creationId="{30F8914C-BDFF-8DEA-F9F2-62712DEAFB8E}"/>
          </ac:inkMkLst>
        </pc:inkChg>
        <pc:inkChg chg="add mod">
          <ac:chgData name="Christopher Aloo" userId="81d139e4-1a74-45bd-a04a-64f94c7d37c9" providerId="ADAL" clId="{2CA54C02-19BE-48F4-A31B-AFCD72BD22E3}" dt="2025-04-03T17:43:39.062" v="734"/>
          <ac:inkMkLst>
            <pc:docMk/>
            <pc:sldMk cId="2430441661" sldId="346"/>
            <ac:inkMk id="62" creationId="{4AB5581E-18EB-7732-E243-96374427DE2D}"/>
          </ac:inkMkLst>
        </pc:inkChg>
        <pc:inkChg chg="add">
          <ac:chgData name="Christopher Aloo" userId="81d139e4-1a74-45bd-a04a-64f94c7d37c9" providerId="ADAL" clId="{2CA54C02-19BE-48F4-A31B-AFCD72BD22E3}" dt="2025-04-03T17:43:41.340" v="735" actId="9405"/>
          <ac:inkMkLst>
            <pc:docMk/>
            <pc:sldMk cId="2430441661" sldId="346"/>
            <ac:inkMk id="64" creationId="{D9FBFED0-6C7C-1E7D-AAC1-D6BC60B94298}"/>
          </ac:inkMkLst>
        </pc:inkChg>
        <pc:inkChg chg="add mod">
          <ac:chgData name="Christopher Aloo" userId="81d139e4-1a74-45bd-a04a-64f94c7d37c9" providerId="ADAL" clId="{2CA54C02-19BE-48F4-A31B-AFCD72BD22E3}" dt="2025-04-03T17:44:32.271" v="755"/>
          <ac:inkMkLst>
            <pc:docMk/>
            <pc:sldMk cId="2430441661" sldId="346"/>
            <ac:inkMk id="65" creationId="{B136FB04-0EF9-A55C-F5E7-B8247A1C5387}"/>
          </ac:inkMkLst>
        </pc:inkChg>
        <pc:inkChg chg="add mod">
          <ac:chgData name="Christopher Aloo" userId="81d139e4-1a74-45bd-a04a-64f94c7d37c9" providerId="ADAL" clId="{2CA54C02-19BE-48F4-A31B-AFCD72BD22E3}" dt="2025-04-03T17:44:32.271" v="755"/>
          <ac:inkMkLst>
            <pc:docMk/>
            <pc:sldMk cId="2430441661" sldId="346"/>
            <ac:inkMk id="66" creationId="{46E1BA48-4131-C697-D82C-0154783871C5}"/>
          </ac:inkMkLst>
        </pc:inkChg>
        <pc:inkChg chg="add mod">
          <ac:chgData name="Christopher Aloo" userId="81d139e4-1a74-45bd-a04a-64f94c7d37c9" providerId="ADAL" clId="{2CA54C02-19BE-48F4-A31B-AFCD72BD22E3}" dt="2025-04-03T17:44:32.271" v="755"/>
          <ac:inkMkLst>
            <pc:docMk/>
            <pc:sldMk cId="2430441661" sldId="346"/>
            <ac:inkMk id="67" creationId="{5ACB8E44-A703-88B2-412E-FA01AE774216}"/>
          </ac:inkMkLst>
        </pc:inkChg>
        <pc:inkChg chg="add mod">
          <ac:chgData name="Christopher Aloo" userId="81d139e4-1a74-45bd-a04a-64f94c7d37c9" providerId="ADAL" clId="{2CA54C02-19BE-48F4-A31B-AFCD72BD22E3}" dt="2025-04-03T17:44:27.555" v="748"/>
          <ac:inkMkLst>
            <pc:docMk/>
            <pc:sldMk cId="2430441661" sldId="346"/>
            <ac:inkMk id="68" creationId="{4C7E7872-16EA-CD2E-FFE0-11179E9A18FA}"/>
          </ac:inkMkLst>
        </pc:inkChg>
        <pc:inkChg chg="add mod">
          <ac:chgData name="Christopher Aloo" userId="81d139e4-1a74-45bd-a04a-64f94c7d37c9" providerId="ADAL" clId="{2CA54C02-19BE-48F4-A31B-AFCD72BD22E3}" dt="2025-04-03T17:44:32.271" v="755"/>
          <ac:inkMkLst>
            <pc:docMk/>
            <pc:sldMk cId="2430441661" sldId="346"/>
            <ac:inkMk id="70" creationId="{BC23B03A-EC76-C986-F3C8-8D0F5D5CF003}"/>
          </ac:inkMkLst>
        </pc:inkChg>
        <pc:inkChg chg="add mod">
          <ac:chgData name="Christopher Aloo" userId="81d139e4-1a74-45bd-a04a-64f94c7d37c9" providerId="ADAL" clId="{2CA54C02-19BE-48F4-A31B-AFCD72BD22E3}" dt="2025-04-03T17:44:32.271" v="755"/>
          <ac:inkMkLst>
            <pc:docMk/>
            <pc:sldMk cId="2430441661" sldId="346"/>
            <ac:inkMk id="71" creationId="{EA88ECB3-34B4-ADF5-AF3D-3B08F1D82CA5}"/>
          </ac:inkMkLst>
        </pc:inkChg>
        <pc:inkChg chg="add mod">
          <ac:chgData name="Christopher Aloo" userId="81d139e4-1a74-45bd-a04a-64f94c7d37c9" providerId="ADAL" clId="{2CA54C02-19BE-48F4-A31B-AFCD72BD22E3}" dt="2025-04-03T17:45:26.564" v="797"/>
          <ac:inkMkLst>
            <pc:docMk/>
            <pc:sldMk cId="2430441661" sldId="346"/>
            <ac:inkMk id="72" creationId="{C8163309-A1F4-E635-66A0-9AF8E1BCA489}"/>
          </ac:inkMkLst>
        </pc:inkChg>
        <pc:inkChg chg="add">
          <ac:chgData name="Christopher Aloo" userId="81d139e4-1a74-45bd-a04a-64f94c7d37c9" providerId="ADAL" clId="{2CA54C02-19BE-48F4-A31B-AFCD72BD22E3}" dt="2025-04-03T17:44:24.503" v="744" actId="9405"/>
          <ac:inkMkLst>
            <pc:docMk/>
            <pc:sldMk cId="2430441661" sldId="346"/>
            <ac:inkMk id="73" creationId="{B80C032A-DC85-6E5B-6621-1D5FB472B83A}"/>
          </ac:inkMkLst>
        </pc:inkChg>
        <pc:inkChg chg="add mod">
          <ac:chgData name="Christopher Aloo" userId="81d139e4-1a74-45bd-a04a-64f94c7d37c9" providerId="ADAL" clId="{2CA54C02-19BE-48F4-A31B-AFCD72BD22E3}" dt="2025-04-03T17:45:26.564" v="797"/>
          <ac:inkMkLst>
            <pc:docMk/>
            <pc:sldMk cId="2430441661" sldId="346"/>
            <ac:inkMk id="74" creationId="{4134D136-3732-5BB0-B457-222DDEAD6EA0}"/>
          </ac:inkMkLst>
        </pc:inkChg>
        <pc:inkChg chg="add mod">
          <ac:chgData name="Christopher Aloo" userId="81d139e4-1a74-45bd-a04a-64f94c7d37c9" providerId="ADAL" clId="{2CA54C02-19BE-48F4-A31B-AFCD72BD22E3}" dt="2025-04-03T17:45:26.564" v="797"/>
          <ac:inkMkLst>
            <pc:docMk/>
            <pc:sldMk cId="2430441661" sldId="346"/>
            <ac:inkMk id="75" creationId="{6678DB7D-01F9-9781-309E-DB1DD8B8A12B}"/>
          </ac:inkMkLst>
        </pc:inkChg>
        <pc:inkChg chg="add mod">
          <ac:chgData name="Christopher Aloo" userId="81d139e4-1a74-45bd-a04a-64f94c7d37c9" providerId="ADAL" clId="{2CA54C02-19BE-48F4-A31B-AFCD72BD22E3}" dt="2025-04-03T17:44:32.271" v="755"/>
          <ac:inkMkLst>
            <pc:docMk/>
            <pc:sldMk cId="2430441661" sldId="346"/>
            <ac:inkMk id="76" creationId="{8A4885EB-E53D-CAF9-9B6D-74DD87BF231C}"/>
          </ac:inkMkLst>
        </pc:inkChg>
        <pc:inkChg chg="add mod">
          <ac:chgData name="Christopher Aloo" userId="81d139e4-1a74-45bd-a04a-64f94c7d37c9" providerId="ADAL" clId="{2CA54C02-19BE-48F4-A31B-AFCD72BD22E3}" dt="2025-04-03T17:44:31.249" v="753"/>
          <ac:inkMkLst>
            <pc:docMk/>
            <pc:sldMk cId="2430441661" sldId="346"/>
            <ac:inkMk id="78" creationId="{DFE8EAB1-3EAC-D7B3-7648-7068DE9820A1}"/>
          </ac:inkMkLst>
        </pc:inkChg>
        <pc:inkChg chg="add">
          <ac:chgData name="Christopher Aloo" userId="81d139e4-1a74-45bd-a04a-64f94c7d37c9" providerId="ADAL" clId="{2CA54C02-19BE-48F4-A31B-AFCD72BD22E3}" dt="2025-04-03T17:44:30.178" v="751" actId="9405"/>
          <ac:inkMkLst>
            <pc:docMk/>
            <pc:sldMk cId="2430441661" sldId="346"/>
            <ac:inkMk id="80" creationId="{CA95961A-35EC-9629-B52F-1CFD15E60852}"/>
          </ac:inkMkLst>
        </pc:inkChg>
        <pc:inkChg chg="add">
          <ac:chgData name="Christopher Aloo" userId="81d139e4-1a74-45bd-a04a-64f94c7d37c9" providerId="ADAL" clId="{2CA54C02-19BE-48F4-A31B-AFCD72BD22E3}" dt="2025-04-03T17:44:30.478" v="752" actId="9405"/>
          <ac:inkMkLst>
            <pc:docMk/>
            <pc:sldMk cId="2430441661" sldId="346"/>
            <ac:inkMk id="81" creationId="{7BC0C24D-A177-261C-BAAE-1CB2035A5945}"/>
          </ac:inkMkLst>
        </pc:inkChg>
        <pc:inkChg chg="add mod">
          <ac:chgData name="Christopher Aloo" userId="81d139e4-1a74-45bd-a04a-64f94c7d37c9" providerId="ADAL" clId="{2CA54C02-19BE-48F4-A31B-AFCD72BD22E3}" dt="2025-04-03T17:44:32.271" v="755"/>
          <ac:inkMkLst>
            <pc:docMk/>
            <pc:sldMk cId="2430441661" sldId="346"/>
            <ac:inkMk id="83" creationId="{CC73BAA6-0376-EB89-757E-C3E226E8ED11}"/>
          </ac:inkMkLst>
        </pc:inkChg>
        <pc:inkChg chg="add mod">
          <ac:chgData name="Christopher Aloo" userId="81d139e4-1a74-45bd-a04a-64f94c7d37c9" providerId="ADAL" clId="{2CA54C02-19BE-48F4-A31B-AFCD72BD22E3}" dt="2025-04-03T17:45:11.128" v="767"/>
          <ac:inkMkLst>
            <pc:docMk/>
            <pc:sldMk cId="2430441661" sldId="346"/>
            <ac:inkMk id="85" creationId="{1CE77D21-8408-9442-D77A-C4E4EC47860C}"/>
          </ac:inkMkLst>
        </pc:inkChg>
        <pc:inkChg chg="add mod">
          <ac:chgData name="Christopher Aloo" userId="81d139e4-1a74-45bd-a04a-64f94c7d37c9" providerId="ADAL" clId="{2CA54C02-19BE-48F4-A31B-AFCD72BD22E3}" dt="2025-04-03T17:45:11.128" v="767"/>
          <ac:inkMkLst>
            <pc:docMk/>
            <pc:sldMk cId="2430441661" sldId="346"/>
            <ac:inkMk id="86" creationId="{8DEFD57F-2C85-AEBB-58C0-C876BFE287B1}"/>
          </ac:inkMkLst>
        </pc:inkChg>
        <pc:inkChg chg="add mod">
          <ac:chgData name="Christopher Aloo" userId="81d139e4-1a74-45bd-a04a-64f94c7d37c9" providerId="ADAL" clId="{2CA54C02-19BE-48F4-A31B-AFCD72BD22E3}" dt="2025-04-03T17:45:15.847" v="777"/>
          <ac:inkMkLst>
            <pc:docMk/>
            <pc:sldMk cId="2430441661" sldId="346"/>
            <ac:inkMk id="87" creationId="{32B02525-3F59-09D3-B4F6-68A39336A415}"/>
          </ac:inkMkLst>
        </pc:inkChg>
        <pc:inkChg chg="add mod">
          <ac:chgData name="Christopher Aloo" userId="81d139e4-1a74-45bd-a04a-64f94c7d37c9" providerId="ADAL" clId="{2CA54C02-19BE-48F4-A31B-AFCD72BD22E3}" dt="2025-04-03T17:45:15.847" v="777"/>
          <ac:inkMkLst>
            <pc:docMk/>
            <pc:sldMk cId="2430441661" sldId="346"/>
            <ac:inkMk id="88" creationId="{4DCBC51F-2F03-0B8E-D957-40231D94CE32}"/>
          </ac:inkMkLst>
        </pc:inkChg>
        <pc:inkChg chg="add mod">
          <ac:chgData name="Christopher Aloo" userId="81d139e4-1a74-45bd-a04a-64f94c7d37c9" providerId="ADAL" clId="{2CA54C02-19BE-48F4-A31B-AFCD72BD22E3}" dt="2025-04-03T17:45:15.847" v="777"/>
          <ac:inkMkLst>
            <pc:docMk/>
            <pc:sldMk cId="2430441661" sldId="346"/>
            <ac:inkMk id="89" creationId="{15981709-E7BB-C64E-14FD-E03DCDCC5619}"/>
          </ac:inkMkLst>
        </pc:inkChg>
        <pc:inkChg chg="add mod">
          <ac:chgData name="Christopher Aloo" userId="81d139e4-1a74-45bd-a04a-64f94c7d37c9" providerId="ADAL" clId="{2CA54C02-19BE-48F4-A31B-AFCD72BD22E3}" dt="2025-04-03T17:45:11.128" v="767"/>
          <ac:inkMkLst>
            <pc:docMk/>
            <pc:sldMk cId="2430441661" sldId="346"/>
            <ac:inkMk id="90" creationId="{AB62A631-9647-DDFA-EF14-A4A9D3ACAD00}"/>
          </ac:inkMkLst>
        </pc:inkChg>
        <pc:inkChg chg="add mod">
          <ac:chgData name="Christopher Aloo" userId="81d139e4-1a74-45bd-a04a-64f94c7d37c9" providerId="ADAL" clId="{2CA54C02-19BE-48F4-A31B-AFCD72BD22E3}" dt="2025-04-03T17:45:11.128" v="767"/>
          <ac:inkMkLst>
            <pc:docMk/>
            <pc:sldMk cId="2430441661" sldId="346"/>
            <ac:inkMk id="91" creationId="{EDF65139-77FB-8455-B336-A9E006112382}"/>
          </ac:inkMkLst>
        </pc:inkChg>
        <pc:inkChg chg="add mod">
          <ac:chgData name="Christopher Aloo" userId="81d139e4-1a74-45bd-a04a-64f94c7d37c9" providerId="ADAL" clId="{2CA54C02-19BE-48F4-A31B-AFCD72BD22E3}" dt="2025-04-03T17:45:15.847" v="777"/>
          <ac:inkMkLst>
            <pc:docMk/>
            <pc:sldMk cId="2430441661" sldId="346"/>
            <ac:inkMk id="92" creationId="{DF39782A-C131-9080-DCA9-619763A730FA}"/>
          </ac:inkMkLst>
        </pc:inkChg>
        <pc:inkChg chg="add">
          <ac:chgData name="Christopher Aloo" userId="81d139e4-1a74-45bd-a04a-64f94c7d37c9" providerId="ADAL" clId="{2CA54C02-19BE-48F4-A31B-AFCD72BD22E3}" dt="2025-04-03T17:45:09.871" v="764" actId="9405"/>
          <ac:inkMkLst>
            <pc:docMk/>
            <pc:sldMk cId="2430441661" sldId="346"/>
            <ac:inkMk id="93" creationId="{B1FC9152-4D85-39CE-ED52-DB014076F006}"/>
          </ac:inkMkLst>
        </pc:inkChg>
        <pc:inkChg chg="add mod">
          <ac:chgData name="Christopher Aloo" userId="81d139e4-1a74-45bd-a04a-64f94c7d37c9" providerId="ADAL" clId="{2CA54C02-19BE-48F4-A31B-AFCD72BD22E3}" dt="2025-04-03T17:45:15.847" v="777"/>
          <ac:inkMkLst>
            <pc:docMk/>
            <pc:sldMk cId="2430441661" sldId="346"/>
            <ac:inkMk id="94" creationId="{76D4C84A-FA2C-A272-6A3E-4D109A6AD8F9}"/>
          </ac:inkMkLst>
        </pc:inkChg>
        <pc:inkChg chg="add mod">
          <ac:chgData name="Christopher Aloo" userId="81d139e4-1a74-45bd-a04a-64f94c7d37c9" providerId="ADAL" clId="{2CA54C02-19BE-48F4-A31B-AFCD72BD22E3}" dt="2025-04-03T17:45:15.847" v="777"/>
          <ac:inkMkLst>
            <pc:docMk/>
            <pc:sldMk cId="2430441661" sldId="346"/>
            <ac:inkMk id="95" creationId="{E453A90F-0CAD-C8A4-EEE1-57E74000CDA6}"/>
          </ac:inkMkLst>
        </pc:inkChg>
        <pc:inkChg chg="add mod">
          <ac:chgData name="Christopher Aloo" userId="81d139e4-1a74-45bd-a04a-64f94c7d37c9" providerId="ADAL" clId="{2CA54C02-19BE-48F4-A31B-AFCD72BD22E3}" dt="2025-04-03T17:45:15.847" v="777"/>
          <ac:inkMkLst>
            <pc:docMk/>
            <pc:sldMk cId="2430441661" sldId="346"/>
            <ac:inkMk id="97" creationId="{227B897D-F935-9070-78A4-A28ED2026AED}"/>
          </ac:inkMkLst>
        </pc:inkChg>
        <pc:inkChg chg="add">
          <ac:chgData name="Christopher Aloo" userId="81d139e4-1a74-45bd-a04a-64f94c7d37c9" providerId="ADAL" clId="{2CA54C02-19BE-48F4-A31B-AFCD72BD22E3}" dt="2025-04-03T17:45:11.530" v="769" actId="9405"/>
          <ac:inkMkLst>
            <pc:docMk/>
            <pc:sldMk cId="2430441661" sldId="346"/>
            <ac:inkMk id="98" creationId="{6D604E54-3692-C8F4-5364-1CD2CAB301D3}"/>
          </ac:inkMkLst>
        </pc:inkChg>
        <pc:inkChg chg="add">
          <ac:chgData name="Christopher Aloo" userId="81d139e4-1a74-45bd-a04a-64f94c7d37c9" providerId="ADAL" clId="{2CA54C02-19BE-48F4-A31B-AFCD72BD22E3}" dt="2025-04-03T17:45:11.912" v="770" actId="9405"/>
          <ac:inkMkLst>
            <pc:docMk/>
            <pc:sldMk cId="2430441661" sldId="346"/>
            <ac:inkMk id="99" creationId="{6F0CBC62-367E-18C3-3C31-704E131C474C}"/>
          </ac:inkMkLst>
        </pc:inkChg>
        <pc:inkChg chg="add">
          <ac:chgData name="Christopher Aloo" userId="81d139e4-1a74-45bd-a04a-64f94c7d37c9" providerId="ADAL" clId="{2CA54C02-19BE-48F4-A31B-AFCD72BD22E3}" dt="2025-04-03T17:45:12.225" v="771" actId="9405"/>
          <ac:inkMkLst>
            <pc:docMk/>
            <pc:sldMk cId="2430441661" sldId="346"/>
            <ac:inkMk id="100" creationId="{F07D9134-9BE9-05A3-3DF5-B2AED6E86E20}"/>
          </ac:inkMkLst>
        </pc:inkChg>
        <pc:inkChg chg="add mod">
          <ac:chgData name="Christopher Aloo" userId="81d139e4-1a74-45bd-a04a-64f94c7d37c9" providerId="ADAL" clId="{2CA54C02-19BE-48F4-A31B-AFCD72BD22E3}" dt="2025-04-03T17:45:15.847" v="777"/>
          <ac:inkMkLst>
            <pc:docMk/>
            <pc:sldMk cId="2430441661" sldId="346"/>
            <ac:inkMk id="101" creationId="{86C40E5B-66EB-67E6-DC48-5CC0023811AE}"/>
          </ac:inkMkLst>
        </pc:inkChg>
        <pc:inkChg chg="add">
          <ac:chgData name="Christopher Aloo" userId="81d139e4-1a74-45bd-a04a-64f94c7d37c9" providerId="ADAL" clId="{2CA54C02-19BE-48F4-A31B-AFCD72BD22E3}" dt="2025-04-03T17:45:13.111" v="773" actId="9405"/>
          <ac:inkMkLst>
            <pc:docMk/>
            <pc:sldMk cId="2430441661" sldId="346"/>
            <ac:inkMk id="102" creationId="{49F492A7-1287-14F3-0146-06301F6A19C3}"/>
          </ac:inkMkLst>
        </pc:inkChg>
        <pc:inkChg chg="add">
          <ac:chgData name="Christopher Aloo" userId="81d139e4-1a74-45bd-a04a-64f94c7d37c9" providerId="ADAL" clId="{2CA54C02-19BE-48F4-A31B-AFCD72BD22E3}" dt="2025-04-03T17:45:13.425" v="774" actId="9405"/>
          <ac:inkMkLst>
            <pc:docMk/>
            <pc:sldMk cId="2430441661" sldId="346"/>
            <ac:inkMk id="103" creationId="{20D5EF77-C131-E3D3-78BA-7FD498097FFF}"/>
          </ac:inkMkLst>
        </pc:inkChg>
        <pc:inkChg chg="add">
          <ac:chgData name="Christopher Aloo" userId="81d139e4-1a74-45bd-a04a-64f94c7d37c9" providerId="ADAL" clId="{2CA54C02-19BE-48F4-A31B-AFCD72BD22E3}" dt="2025-04-03T17:45:14.958" v="775" actId="9405"/>
          <ac:inkMkLst>
            <pc:docMk/>
            <pc:sldMk cId="2430441661" sldId="346"/>
            <ac:inkMk id="104" creationId="{9030058E-9E92-1DCE-2D9B-2E85B1A27663}"/>
          </ac:inkMkLst>
        </pc:inkChg>
        <pc:inkChg chg="add">
          <ac:chgData name="Christopher Aloo" userId="81d139e4-1a74-45bd-a04a-64f94c7d37c9" providerId="ADAL" clId="{2CA54C02-19BE-48F4-A31B-AFCD72BD22E3}" dt="2025-04-03T17:45:15.197" v="776" actId="9405"/>
          <ac:inkMkLst>
            <pc:docMk/>
            <pc:sldMk cId="2430441661" sldId="346"/>
            <ac:inkMk id="105" creationId="{F4351812-024B-71BD-F07B-159F5F73FBCD}"/>
          </ac:inkMkLst>
        </pc:inkChg>
        <pc:inkChg chg="add mod">
          <ac:chgData name="Christopher Aloo" userId="81d139e4-1a74-45bd-a04a-64f94c7d37c9" providerId="ADAL" clId="{2CA54C02-19BE-48F4-A31B-AFCD72BD22E3}" dt="2025-04-03T17:45:34.556" v="810"/>
          <ac:inkMkLst>
            <pc:docMk/>
            <pc:sldMk cId="2430441661" sldId="346"/>
            <ac:inkMk id="107" creationId="{A1DE66DD-75E7-6B13-07FD-60DF519136F4}"/>
          </ac:inkMkLst>
        </pc:inkChg>
        <pc:inkChg chg="add">
          <ac:chgData name="Christopher Aloo" userId="81d139e4-1a74-45bd-a04a-64f94c7d37c9" providerId="ADAL" clId="{2CA54C02-19BE-48F4-A31B-AFCD72BD22E3}" dt="2025-04-03T17:45:16.905" v="779" actId="9405"/>
          <ac:inkMkLst>
            <pc:docMk/>
            <pc:sldMk cId="2430441661" sldId="346"/>
            <ac:inkMk id="108" creationId="{EA51EF84-586F-B271-D73B-9CDE5765BFA7}"/>
          </ac:inkMkLst>
        </pc:inkChg>
        <pc:inkChg chg="add mod">
          <ac:chgData name="Christopher Aloo" userId="81d139e4-1a74-45bd-a04a-64f94c7d37c9" providerId="ADAL" clId="{2CA54C02-19BE-48F4-A31B-AFCD72BD22E3}" dt="2025-04-03T17:45:46.019" v="822"/>
          <ac:inkMkLst>
            <pc:docMk/>
            <pc:sldMk cId="2430441661" sldId="346"/>
            <ac:inkMk id="109" creationId="{77A2FA25-FC04-F63B-1337-7878714A0C0D}"/>
          </ac:inkMkLst>
        </pc:inkChg>
        <pc:inkChg chg="add mod">
          <ac:chgData name="Christopher Aloo" userId="81d139e4-1a74-45bd-a04a-64f94c7d37c9" providerId="ADAL" clId="{2CA54C02-19BE-48F4-A31B-AFCD72BD22E3}" dt="2025-04-03T17:45:46.019" v="822"/>
          <ac:inkMkLst>
            <pc:docMk/>
            <pc:sldMk cId="2430441661" sldId="346"/>
            <ac:inkMk id="110" creationId="{D820C80C-9A25-FE17-32BE-D5E7C58E7074}"/>
          </ac:inkMkLst>
        </pc:inkChg>
        <pc:inkChg chg="add mod">
          <ac:chgData name="Christopher Aloo" userId="81d139e4-1a74-45bd-a04a-64f94c7d37c9" providerId="ADAL" clId="{2CA54C02-19BE-48F4-A31B-AFCD72BD22E3}" dt="2025-04-03T17:45:26.564" v="797"/>
          <ac:inkMkLst>
            <pc:docMk/>
            <pc:sldMk cId="2430441661" sldId="346"/>
            <ac:inkMk id="111" creationId="{A6B275CA-6815-120D-8BF9-DB2065F22566}"/>
          </ac:inkMkLst>
        </pc:inkChg>
        <pc:inkChg chg="add">
          <ac:chgData name="Christopher Aloo" userId="81d139e4-1a74-45bd-a04a-64f94c7d37c9" providerId="ADAL" clId="{2CA54C02-19BE-48F4-A31B-AFCD72BD22E3}" dt="2025-04-03T17:45:18.621" v="783" actId="9405"/>
          <ac:inkMkLst>
            <pc:docMk/>
            <pc:sldMk cId="2430441661" sldId="346"/>
            <ac:inkMk id="112" creationId="{363A6872-6CFD-10F6-54ED-A7EE42C99AB8}"/>
          </ac:inkMkLst>
        </pc:inkChg>
        <pc:inkChg chg="add">
          <ac:chgData name="Christopher Aloo" userId="81d139e4-1a74-45bd-a04a-64f94c7d37c9" providerId="ADAL" clId="{2CA54C02-19BE-48F4-A31B-AFCD72BD22E3}" dt="2025-04-03T17:45:19.456" v="784" actId="9405"/>
          <ac:inkMkLst>
            <pc:docMk/>
            <pc:sldMk cId="2430441661" sldId="346"/>
            <ac:inkMk id="113" creationId="{11A6AB39-1225-9B03-B591-255EAF7207FB}"/>
          </ac:inkMkLst>
        </pc:inkChg>
        <pc:inkChg chg="add mod">
          <ac:chgData name="Christopher Aloo" userId="81d139e4-1a74-45bd-a04a-64f94c7d37c9" providerId="ADAL" clId="{2CA54C02-19BE-48F4-A31B-AFCD72BD22E3}" dt="2025-04-03T17:45:46.019" v="822"/>
          <ac:inkMkLst>
            <pc:docMk/>
            <pc:sldMk cId="2430441661" sldId="346"/>
            <ac:inkMk id="114" creationId="{E8211720-D245-CCD3-3720-4E08BE8767E9}"/>
          </ac:inkMkLst>
        </pc:inkChg>
        <pc:inkChg chg="add">
          <ac:chgData name="Christopher Aloo" userId="81d139e4-1a74-45bd-a04a-64f94c7d37c9" providerId="ADAL" clId="{2CA54C02-19BE-48F4-A31B-AFCD72BD22E3}" dt="2025-04-03T17:45:19.947" v="786" actId="9405"/>
          <ac:inkMkLst>
            <pc:docMk/>
            <pc:sldMk cId="2430441661" sldId="346"/>
            <ac:inkMk id="115" creationId="{CF93E02A-AA99-9141-334C-1A99D26F72BB}"/>
          </ac:inkMkLst>
        </pc:inkChg>
        <pc:inkChg chg="add mod">
          <ac:chgData name="Christopher Aloo" userId="81d139e4-1a74-45bd-a04a-64f94c7d37c9" providerId="ADAL" clId="{2CA54C02-19BE-48F4-A31B-AFCD72BD22E3}" dt="2025-04-03T17:45:26.564" v="797"/>
          <ac:inkMkLst>
            <pc:docMk/>
            <pc:sldMk cId="2430441661" sldId="346"/>
            <ac:inkMk id="116" creationId="{0B60FF60-5029-F948-D4DB-4A970A7E093E}"/>
          </ac:inkMkLst>
        </pc:inkChg>
        <pc:inkChg chg="add">
          <ac:chgData name="Christopher Aloo" userId="81d139e4-1a74-45bd-a04a-64f94c7d37c9" providerId="ADAL" clId="{2CA54C02-19BE-48F4-A31B-AFCD72BD22E3}" dt="2025-04-03T17:45:21.335" v="788" actId="9405"/>
          <ac:inkMkLst>
            <pc:docMk/>
            <pc:sldMk cId="2430441661" sldId="346"/>
            <ac:inkMk id="117" creationId="{56EA23B1-69C3-82A7-C75A-71A2BBC1FFA8}"/>
          </ac:inkMkLst>
        </pc:inkChg>
        <pc:inkChg chg="add mod">
          <ac:chgData name="Christopher Aloo" userId="81d139e4-1a74-45bd-a04a-64f94c7d37c9" providerId="ADAL" clId="{2CA54C02-19BE-48F4-A31B-AFCD72BD22E3}" dt="2025-04-03T17:45:46.019" v="822"/>
          <ac:inkMkLst>
            <pc:docMk/>
            <pc:sldMk cId="2430441661" sldId="346"/>
            <ac:inkMk id="118" creationId="{1C957319-5CD0-34C6-8C32-F6B1D0E4E6F0}"/>
          </ac:inkMkLst>
        </pc:inkChg>
        <pc:inkChg chg="add">
          <ac:chgData name="Christopher Aloo" userId="81d139e4-1a74-45bd-a04a-64f94c7d37c9" providerId="ADAL" clId="{2CA54C02-19BE-48F4-A31B-AFCD72BD22E3}" dt="2025-04-03T17:45:23.381" v="790" actId="9405"/>
          <ac:inkMkLst>
            <pc:docMk/>
            <pc:sldMk cId="2430441661" sldId="346"/>
            <ac:inkMk id="119" creationId="{B28782B9-FDCD-750E-F2C7-78E65AF35E35}"/>
          </ac:inkMkLst>
        </pc:inkChg>
        <pc:inkChg chg="add mod">
          <ac:chgData name="Christopher Aloo" userId="81d139e4-1a74-45bd-a04a-64f94c7d37c9" providerId="ADAL" clId="{2CA54C02-19BE-48F4-A31B-AFCD72BD22E3}" dt="2025-04-03T17:45:26.564" v="797"/>
          <ac:inkMkLst>
            <pc:docMk/>
            <pc:sldMk cId="2430441661" sldId="346"/>
            <ac:inkMk id="120" creationId="{B00A5416-57E4-6CED-EC1A-B43835CE1804}"/>
          </ac:inkMkLst>
        </pc:inkChg>
        <pc:inkChg chg="add">
          <ac:chgData name="Christopher Aloo" userId="81d139e4-1a74-45bd-a04a-64f94c7d37c9" providerId="ADAL" clId="{2CA54C02-19BE-48F4-A31B-AFCD72BD22E3}" dt="2025-04-03T17:45:24.019" v="792" actId="9405"/>
          <ac:inkMkLst>
            <pc:docMk/>
            <pc:sldMk cId="2430441661" sldId="346"/>
            <ac:inkMk id="121" creationId="{E228DFAA-A244-652E-10EA-32586E6D94AB}"/>
          </ac:inkMkLst>
        </pc:inkChg>
        <pc:inkChg chg="add">
          <ac:chgData name="Christopher Aloo" userId="81d139e4-1a74-45bd-a04a-64f94c7d37c9" providerId="ADAL" clId="{2CA54C02-19BE-48F4-A31B-AFCD72BD22E3}" dt="2025-04-03T17:45:24.280" v="793" actId="9405"/>
          <ac:inkMkLst>
            <pc:docMk/>
            <pc:sldMk cId="2430441661" sldId="346"/>
            <ac:inkMk id="122" creationId="{00FE12D1-99DF-C4D0-C8C0-1B16F5EAB43F}"/>
          </ac:inkMkLst>
        </pc:inkChg>
        <pc:inkChg chg="add mod">
          <ac:chgData name="Christopher Aloo" userId="81d139e4-1a74-45bd-a04a-64f94c7d37c9" providerId="ADAL" clId="{2CA54C02-19BE-48F4-A31B-AFCD72BD22E3}" dt="2025-04-03T17:45:26.564" v="797"/>
          <ac:inkMkLst>
            <pc:docMk/>
            <pc:sldMk cId="2430441661" sldId="346"/>
            <ac:inkMk id="123" creationId="{B07E4C8B-2F65-82C2-BFDF-36635E462FF1}"/>
          </ac:inkMkLst>
        </pc:inkChg>
        <pc:inkChg chg="add">
          <ac:chgData name="Christopher Aloo" userId="81d139e4-1a74-45bd-a04a-64f94c7d37c9" providerId="ADAL" clId="{2CA54C02-19BE-48F4-A31B-AFCD72BD22E3}" dt="2025-04-03T17:45:26.024" v="796" actId="9405"/>
          <ac:inkMkLst>
            <pc:docMk/>
            <pc:sldMk cId="2430441661" sldId="346"/>
            <ac:inkMk id="125" creationId="{6A7BF8E3-2462-DEE7-86C8-52E6A6C904A5}"/>
          </ac:inkMkLst>
        </pc:inkChg>
        <pc:inkChg chg="add">
          <ac:chgData name="Christopher Aloo" userId="81d139e4-1a74-45bd-a04a-64f94c7d37c9" providerId="ADAL" clId="{2CA54C02-19BE-48F4-A31B-AFCD72BD22E3}" dt="2025-04-03T17:45:27.197" v="798" actId="9405"/>
          <ac:inkMkLst>
            <pc:docMk/>
            <pc:sldMk cId="2430441661" sldId="346"/>
            <ac:inkMk id="127" creationId="{22717A7F-E4D1-3609-045D-7F82B9618A8F}"/>
          </ac:inkMkLst>
        </pc:inkChg>
        <pc:inkChg chg="add">
          <ac:chgData name="Christopher Aloo" userId="81d139e4-1a74-45bd-a04a-64f94c7d37c9" providerId="ADAL" clId="{2CA54C02-19BE-48F4-A31B-AFCD72BD22E3}" dt="2025-04-03T17:45:27.794" v="799" actId="9405"/>
          <ac:inkMkLst>
            <pc:docMk/>
            <pc:sldMk cId="2430441661" sldId="346"/>
            <ac:inkMk id="128" creationId="{D0817943-A1C0-5C5D-65F3-F9AC6CA75D92}"/>
          </ac:inkMkLst>
        </pc:inkChg>
        <pc:inkChg chg="add mod">
          <ac:chgData name="Christopher Aloo" userId="81d139e4-1a74-45bd-a04a-64f94c7d37c9" providerId="ADAL" clId="{2CA54C02-19BE-48F4-A31B-AFCD72BD22E3}" dt="2025-04-03T17:45:46.019" v="822"/>
          <ac:inkMkLst>
            <pc:docMk/>
            <pc:sldMk cId="2430441661" sldId="346"/>
            <ac:inkMk id="129" creationId="{B5952E0D-94CD-31A5-6F4C-C79834D1D74F}"/>
          </ac:inkMkLst>
        </pc:inkChg>
        <pc:inkChg chg="add">
          <ac:chgData name="Christopher Aloo" userId="81d139e4-1a74-45bd-a04a-64f94c7d37c9" providerId="ADAL" clId="{2CA54C02-19BE-48F4-A31B-AFCD72BD22E3}" dt="2025-04-03T17:45:28.481" v="801" actId="9405"/>
          <ac:inkMkLst>
            <pc:docMk/>
            <pc:sldMk cId="2430441661" sldId="346"/>
            <ac:inkMk id="130" creationId="{76C3315A-1191-ED26-51BC-88691838CBC5}"/>
          </ac:inkMkLst>
        </pc:inkChg>
        <pc:inkChg chg="add mod">
          <ac:chgData name="Christopher Aloo" userId="81d139e4-1a74-45bd-a04a-64f94c7d37c9" providerId="ADAL" clId="{2CA54C02-19BE-48F4-A31B-AFCD72BD22E3}" dt="2025-04-03T17:45:41.019" v="814"/>
          <ac:inkMkLst>
            <pc:docMk/>
            <pc:sldMk cId="2430441661" sldId="346"/>
            <ac:inkMk id="131" creationId="{E143A6B2-C128-F506-58FC-745D5145E073}"/>
          </ac:inkMkLst>
        </pc:inkChg>
        <pc:inkChg chg="add mod">
          <ac:chgData name="Christopher Aloo" userId="81d139e4-1a74-45bd-a04a-64f94c7d37c9" providerId="ADAL" clId="{2CA54C02-19BE-48F4-A31B-AFCD72BD22E3}" dt="2025-04-03T17:45:33.414" v="808"/>
          <ac:inkMkLst>
            <pc:docMk/>
            <pc:sldMk cId="2430441661" sldId="346"/>
            <ac:inkMk id="132" creationId="{25531F65-1397-3B7A-2EA1-34FB45AD50D8}"/>
          </ac:inkMkLst>
        </pc:inkChg>
        <pc:inkChg chg="add">
          <ac:chgData name="Christopher Aloo" userId="81d139e4-1a74-45bd-a04a-64f94c7d37c9" providerId="ADAL" clId="{2CA54C02-19BE-48F4-A31B-AFCD72BD22E3}" dt="2025-04-03T17:45:29.421" v="804" actId="9405"/>
          <ac:inkMkLst>
            <pc:docMk/>
            <pc:sldMk cId="2430441661" sldId="346"/>
            <ac:inkMk id="133" creationId="{677D98F3-51A1-E2AA-DF30-72BE61D49050}"/>
          </ac:inkMkLst>
        </pc:inkChg>
        <pc:inkChg chg="add">
          <ac:chgData name="Christopher Aloo" userId="81d139e4-1a74-45bd-a04a-64f94c7d37c9" providerId="ADAL" clId="{2CA54C02-19BE-48F4-A31B-AFCD72BD22E3}" dt="2025-04-03T17:45:30.125" v="805" actId="9405"/>
          <ac:inkMkLst>
            <pc:docMk/>
            <pc:sldMk cId="2430441661" sldId="346"/>
            <ac:inkMk id="134" creationId="{BFB742A2-332D-F92A-B15F-FD32D3245F04}"/>
          </ac:inkMkLst>
        </pc:inkChg>
        <pc:inkChg chg="add">
          <ac:chgData name="Christopher Aloo" userId="81d139e4-1a74-45bd-a04a-64f94c7d37c9" providerId="ADAL" clId="{2CA54C02-19BE-48F4-A31B-AFCD72BD22E3}" dt="2025-04-03T17:45:32.784" v="807" actId="9405"/>
          <ac:inkMkLst>
            <pc:docMk/>
            <pc:sldMk cId="2430441661" sldId="346"/>
            <ac:inkMk id="136" creationId="{99FF3EEF-7084-B0A2-172E-62EAB40EEA09}"/>
          </ac:inkMkLst>
        </pc:inkChg>
        <pc:inkChg chg="add mod">
          <ac:chgData name="Christopher Aloo" userId="81d139e4-1a74-45bd-a04a-64f94c7d37c9" providerId="ADAL" clId="{2CA54C02-19BE-48F4-A31B-AFCD72BD22E3}" dt="2025-04-03T17:45:46.019" v="822"/>
          <ac:inkMkLst>
            <pc:docMk/>
            <pc:sldMk cId="2430441661" sldId="346"/>
            <ac:inkMk id="138" creationId="{BE4D62F8-3B77-02F2-56EA-96D02CB4C875}"/>
          </ac:inkMkLst>
        </pc:inkChg>
        <pc:inkChg chg="add">
          <ac:chgData name="Christopher Aloo" userId="81d139e4-1a74-45bd-a04a-64f94c7d37c9" providerId="ADAL" clId="{2CA54C02-19BE-48F4-A31B-AFCD72BD22E3}" dt="2025-04-03T17:45:39.541" v="811" actId="9405"/>
          <ac:inkMkLst>
            <pc:docMk/>
            <pc:sldMk cId="2430441661" sldId="346"/>
            <ac:inkMk id="140" creationId="{57D92F2B-6B05-E141-20F5-25EAAE839845}"/>
          </ac:inkMkLst>
        </pc:inkChg>
        <pc:inkChg chg="add">
          <ac:chgData name="Christopher Aloo" userId="81d139e4-1a74-45bd-a04a-64f94c7d37c9" providerId="ADAL" clId="{2CA54C02-19BE-48F4-A31B-AFCD72BD22E3}" dt="2025-04-03T17:45:40.150" v="812" actId="9405"/>
          <ac:inkMkLst>
            <pc:docMk/>
            <pc:sldMk cId="2430441661" sldId="346"/>
            <ac:inkMk id="141" creationId="{3FECC27F-8090-8BB7-027E-D1D871C94C0B}"/>
          </ac:inkMkLst>
        </pc:inkChg>
        <pc:inkChg chg="add">
          <ac:chgData name="Christopher Aloo" userId="81d139e4-1a74-45bd-a04a-64f94c7d37c9" providerId="ADAL" clId="{2CA54C02-19BE-48F4-A31B-AFCD72BD22E3}" dt="2025-04-03T17:45:40.415" v="813" actId="9405"/>
          <ac:inkMkLst>
            <pc:docMk/>
            <pc:sldMk cId="2430441661" sldId="346"/>
            <ac:inkMk id="142" creationId="{50269D6A-F978-645C-EB39-C145DF1E4137}"/>
          </ac:inkMkLst>
        </pc:inkChg>
        <pc:inkChg chg="add">
          <ac:chgData name="Christopher Aloo" userId="81d139e4-1a74-45bd-a04a-64f94c7d37c9" providerId="ADAL" clId="{2CA54C02-19BE-48F4-A31B-AFCD72BD22E3}" dt="2025-04-03T17:45:41.404" v="815" actId="9405"/>
          <ac:inkMkLst>
            <pc:docMk/>
            <pc:sldMk cId="2430441661" sldId="346"/>
            <ac:inkMk id="145" creationId="{F4F75373-4B65-7BDC-72D9-FA05E4310A10}"/>
          </ac:inkMkLst>
        </pc:inkChg>
        <pc:inkChg chg="add mod">
          <ac:chgData name="Christopher Aloo" userId="81d139e4-1a74-45bd-a04a-64f94c7d37c9" providerId="ADAL" clId="{2CA54C02-19BE-48F4-A31B-AFCD72BD22E3}" dt="2025-04-03T17:45:46.019" v="822"/>
          <ac:inkMkLst>
            <pc:docMk/>
            <pc:sldMk cId="2430441661" sldId="346"/>
            <ac:inkMk id="146" creationId="{283676B9-0277-9096-394E-9D48D129920A}"/>
          </ac:inkMkLst>
        </pc:inkChg>
        <pc:inkChg chg="add">
          <ac:chgData name="Christopher Aloo" userId="81d139e4-1a74-45bd-a04a-64f94c7d37c9" providerId="ADAL" clId="{2CA54C02-19BE-48F4-A31B-AFCD72BD22E3}" dt="2025-04-03T17:45:42.981" v="817" actId="9405"/>
          <ac:inkMkLst>
            <pc:docMk/>
            <pc:sldMk cId="2430441661" sldId="346"/>
            <ac:inkMk id="147" creationId="{2027723D-1FDE-229F-CAA6-328D62F77C49}"/>
          </ac:inkMkLst>
        </pc:inkChg>
        <pc:inkChg chg="add">
          <ac:chgData name="Christopher Aloo" userId="81d139e4-1a74-45bd-a04a-64f94c7d37c9" providerId="ADAL" clId="{2CA54C02-19BE-48F4-A31B-AFCD72BD22E3}" dt="2025-04-03T17:45:43.328" v="818" actId="9405"/>
          <ac:inkMkLst>
            <pc:docMk/>
            <pc:sldMk cId="2430441661" sldId="346"/>
            <ac:inkMk id="148" creationId="{2E9C9C86-BD1F-A00A-8CF4-A358B282D654}"/>
          </ac:inkMkLst>
        </pc:inkChg>
        <pc:inkChg chg="add">
          <ac:chgData name="Christopher Aloo" userId="81d139e4-1a74-45bd-a04a-64f94c7d37c9" providerId="ADAL" clId="{2CA54C02-19BE-48F4-A31B-AFCD72BD22E3}" dt="2025-04-03T17:45:43.661" v="819" actId="9405"/>
          <ac:inkMkLst>
            <pc:docMk/>
            <pc:sldMk cId="2430441661" sldId="346"/>
            <ac:inkMk id="149" creationId="{DF8B7027-C5FB-4540-685C-9E5603A76078}"/>
          </ac:inkMkLst>
        </pc:inkChg>
        <pc:inkChg chg="add mod">
          <ac:chgData name="Christopher Aloo" userId="81d139e4-1a74-45bd-a04a-64f94c7d37c9" providerId="ADAL" clId="{2CA54C02-19BE-48F4-A31B-AFCD72BD22E3}" dt="2025-04-03T17:45:46.019" v="822"/>
          <ac:inkMkLst>
            <pc:docMk/>
            <pc:sldMk cId="2430441661" sldId="346"/>
            <ac:inkMk id="150" creationId="{EC40964B-48E1-A633-D219-7A85573A0768}"/>
          </ac:inkMkLst>
        </pc:inkChg>
        <pc:inkChg chg="add">
          <ac:chgData name="Christopher Aloo" userId="81d139e4-1a74-45bd-a04a-64f94c7d37c9" providerId="ADAL" clId="{2CA54C02-19BE-48F4-A31B-AFCD72BD22E3}" dt="2025-04-03T17:45:45.061" v="821" actId="9405"/>
          <ac:inkMkLst>
            <pc:docMk/>
            <pc:sldMk cId="2430441661" sldId="346"/>
            <ac:inkMk id="151" creationId="{77321EF7-C37B-C7DB-5A42-C394AB2C23CC}"/>
          </ac:inkMkLst>
        </pc:inkChg>
      </pc:sldChg>
      <pc:sldChg chg="add">
        <pc:chgData name="Christopher Aloo" userId="81d139e4-1a74-45bd-a04a-64f94c7d37c9" providerId="ADAL" clId="{2CA54C02-19BE-48F4-A31B-AFCD72BD22E3}" dt="2025-04-03T17:26:15.116" v="532" actId="2890"/>
        <pc:sldMkLst>
          <pc:docMk/>
          <pc:sldMk cId="99809594" sldId="34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4592346089850249"/>
          <c:y val="2.1176470588235293E-2"/>
        </c:manualLayout>
      </c:layout>
      <c:overlay val="0"/>
      <c:spPr>
        <a:noFill/>
        <a:ln w="17937">
          <a:noFill/>
        </a:ln>
      </c:spPr>
      <c:txPr>
        <a:bodyPr/>
        <a:lstStyle/>
        <a:p>
          <a:pPr>
            <a:defRPr sz="565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448493956359382"/>
          <c:y val="0.12981924909499351"/>
          <c:w val="0.8186356073211315"/>
          <c:h val="0.71294117647058819"/>
        </c:manualLayout>
      </c:layout>
      <c:scatterChart>
        <c:scatterStyle val="lineMarker"/>
        <c:varyColors val="0"/>
        <c:ser>
          <c:idx val="0"/>
          <c:order val="0"/>
          <c:tx>
            <c:strRef>
              <c:f>Data!$D$1:$D$2</c:f>
              <c:strCache>
                <c:ptCount val="2"/>
                <c:pt idx="0">
                  <c:v>Actual</c:v>
                </c:pt>
                <c:pt idx="1">
                  <c:v>Sales</c:v>
                </c:pt>
              </c:strCache>
            </c:strRef>
          </c:tx>
          <c:spPr>
            <a:ln w="17937">
              <a:solidFill>
                <a:srgbClr val="FF0000"/>
              </a:solidFill>
              <a:prstDash val="solid"/>
            </a:ln>
          </c:spPr>
          <c:marker>
            <c:symbol val="none"/>
          </c:marker>
          <c:xVal>
            <c:numRef>
              <c:f>Data!$C$3:$C$22</c:f>
              <c:numCache>
                <c:formatCode>General_)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xVal>
          <c:yVal>
            <c:numRef>
              <c:f>Data!$D$3:$D$22</c:f>
              <c:numCache>
                <c:formatCode>"$"#,##0.0_);\("$"#,##0.00\)</c:formatCode>
                <c:ptCount val="20"/>
                <c:pt idx="0">
                  <c:v>684.2</c:v>
                </c:pt>
                <c:pt idx="1">
                  <c:v>584.1</c:v>
                </c:pt>
                <c:pt idx="2">
                  <c:v>765.38048421453368</c:v>
                </c:pt>
                <c:pt idx="3">
                  <c:v>892.27583151883448</c:v>
                </c:pt>
                <c:pt idx="4">
                  <c:v>885.4</c:v>
                </c:pt>
                <c:pt idx="5">
                  <c:v>677.0224130538038</c:v>
                </c:pt>
                <c:pt idx="6">
                  <c:v>1006.6253874787303</c:v>
                </c:pt>
                <c:pt idx="7">
                  <c:v>1122.0567961326187</c:v>
                </c:pt>
                <c:pt idx="8">
                  <c:v>1163.3914151299891</c:v>
                </c:pt>
                <c:pt idx="9">
                  <c:v>993.2</c:v>
                </c:pt>
                <c:pt idx="10">
                  <c:v>1312.4649225935223</c:v>
                </c:pt>
                <c:pt idx="11">
                  <c:v>1545.3069567055034</c:v>
                </c:pt>
                <c:pt idx="12">
                  <c:v>1596.2</c:v>
                </c:pt>
                <c:pt idx="13">
                  <c:v>1260.414217243964</c:v>
                </c:pt>
                <c:pt idx="14">
                  <c:v>1735.1553109244817</c:v>
                </c:pt>
                <c:pt idx="15">
                  <c:v>2029.6569911476754</c:v>
                </c:pt>
                <c:pt idx="16">
                  <c:v>2107.7893735648445</c:v>
                </c:pt>
                <c:pt idx="17">
                  <c:v>1650.3</c:v>
                </c:pt>
                <c:pt idx="18">
                  <c:v>2304.3966746291926</c:v>
                </c:pt>
                <c:pt idx="19">
                  <c:v>2639.4169722338938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FDC-48AF-87C3-EF8C87AFF2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8144544"/>
        <c:axId val="1"/>
      </c:scatterChart>
      <c:valAx>
        <c:axId val="708144544"/>
        <c:scaling>
          <c:orientation val="minMax"/>
          <c:max val="21"/>
          <c:min val="1"/>
        </c:scaling>
        <c:delete val="0"/>
        <c:axPos val="b"/>
        <c:title>
          <c:tx>
            <c:rich>
              <a:bodyPr/>
              <a:lstStyle/>
              <a:p>
                <a:pPr>
                  <a:defRPr sz="706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GB"/>
                  <a:t>Time Period</a:t>
                </a:r>
              </a:p>
            </c:rich>
          </c:tx>
          <c:layout>
            <c:manualLayout>
              <c:xMode val="edge"/>
              <c:yMode val="edge"/>
              <c:x val="0.47605600874536069"/>
              <c:y val="0.93452504447528717"/>
            </c:manualLayout>
          </c:layout>
          <c:overlay val="0"/>
          <c:spPr>
            <a:noFill/>
            <a:ln w="17937">
              <a:noFill/>
            </a:ln>
          </c:spPr>
        </c:title>
        <c:numFmt formatCode="General_)" sourceLinked="1"/>
        <c:majorTickMark val="cross"/>
        <c:minorTickMark val="none"/>
        <c:tickLblPos val="nextTo"/>
        <c:spPr>
          <a:ln w="2242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636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"/>
        <c:crosses val="autoZero"/>
        <c:crossBetween val="midCat"/>
        <c:majorUnit val="1"/>
      </c:valAx>
      <c:valAx>
        <c:axId val="1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706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GB"/>
                  <a:t>Sales (in $1,000s)</a:t>
                </a:r>
              </a:p>
            </c:rich>
          </c:tx>
          <c:layout>
            <c:manualLayout>
              <c:xMode val="edge"/>
              <c:yMode val="edge"/>
              <c:x val="2.6734868856738252E-2"/>
              <c:y val="0.35764718577553933"/>
            </c:manualLayout>
          </c:layout>
          <c:overlay val="0"/>
          <c:spPr>
            <a:noFill/>
            <a:ln w="17937">
              <a:noFill/>
            </a:ln>
          </c:spPr>
        </c:title>
        <c:numFmt formatCode="&quot;$&quot;#,##0" sourceLinked="0"/>
        <c:majorTickMark val="cross"/>
        <c:minorTickMark val="none"/>
        <c:tickLblPos val="nextTo"/>
        <c:spPr>
          <a:ln w="2242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636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708144544"/>
        <c:crosses val="autoZero"/>
        <c:crossBetween val="midCat"/>
      </c:valAx>
      <c:spPr>
        <a:noFill/>
        <a:ln w="8969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2242">
      <a:solidFill>
        <a:srgbClr val="000000"/>
      </a:solidFill>
      <a:prstDash val="solid"/>
    </a:ln>
  </c:spPr>
  <c:txPr>
    <a:bodyPr/>
    <a:lstStyle/>
    <a:p>
      <a:pPr>
        <a:defRPr sz="565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34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 7 10210,'1'0'688,"18"-6"925,-19 6-1541,1 0 0,0 0 0,-1 0 0,1 0 0,-1 0 0,1 0 0,-1 0 1,1 0-1,-1 0 0,1 0 0,-1 0 0,1 0 0,-1 1 0,1-1 0,-1 0 0,1 0 0,-1 0 0,1 1 0,-1-1 0,1 0 0,-1 1 0,0-1 0,1 0 0,-1 1 0,1-1 0,-1 1 0,0-1 0,1 0 0,-1 1 0,0-1 0,0 1 0,1-1 0,-1 1 0,0-1 0,0 1 0,0-1 0,0 1 1,0-1-1,1 1 0,-1-1 0,0 1 0,0-1 0,-1 2 0,0 16 821,-1 0 1,-1 1-1,-11 34 1,2-6-692,-45 232 78,-33 481 0,58 296 209,34-51-316,0-705-153,-2-287-18,-15 625 206,7-540 130,-5-1 0,-4 0-1,-4-2 1,-48 136 0,61-209-198,-1 0 0,-1-1 0,-1 0 0,-21 29 0,28-46-176,3-6-22,0 0 19,0-3-45,0 0 0,-1 0 0,2 0 0,-1 0 1,1 0-1,0 0 0,0 0 0,0 0 0,0 0 0,1 0 0,0 0 0,0 0 1,4-9-1,2-19-728,0-32-1240,-8-10 209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35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85 12083,'0'0'14,"0"0"0,0 0 0,0 0 0,0 0 1,0 0-1,0 0 0,0 0 0,0 0 0,0 0 1,0 0-1,0 0 0,0 0 0,1 0 0,-1 0 1,0 0-1,0 0 0,0 0 0,0 0 0,0 0 1,0 0-1,0 0 0,0-1 0,0 1 0,0 0 1,0 0-1,0 0 0,0 0 0,0 0 0,0 0 0,0 0 1,0 0-1,0 0 0,0 0 0,0 0 0,0 0 1,0 0-1,0 0 0,0 0 0,0 0 0,0-1 1,0 1-1,0 0 0,0 0 0,0 0 0,-1 0 1,1 0-1,0 0 0,0 0 0,0 0 0,0 0 1,0 0-1,0 0 0,0 0 0,0 0 0,0 0 1,0 0-1,0 0 0,0 0 0,10-4 413,22-3-146,490-58 1557,380 59 1614,9 73-1523,-870-63-1885,1370 129 1522,796 65 232,-1522-153-1501,571 51-104,-635-20-1244,-514-68-126,-95-8 875,1 0 0,0-1 1,0 0-1,-1-1 1,13-4-1,-20 5 153,-1-1 1,1 0-1,-1 0 0,0-1 1,0 1-1,0-1 0,0 0 0,0 0 1,3-4-1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37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132 247 8082,'1'-2'35,"0"1"41,-1 1 0,0 0-1,1-1 1,-1 1 0,0-1 0,1 1 0,-1 0 0,0-1-1,1 1 1,-1-1 0,0 1 0,0-1 0,0 1-1,0-1 1,1 1 0,-1-1 0,0 1 0,0-1 0,0 1-1,0-1 1,0 1 0,0-1 0,0 1 0,0-1-1,0 1 1,0-1 0,-1 1 0,1-1 0,0 1-1,0-1 1,0 1 0,-1-1 0,1 1 0,0-1 0,0 1-1,-1-1 1,1 1 0,-1 0 0,1-1 0,0 1-1,-1 0 1,1-1 0,-1 1 0,1 0 0,0-1-1,-1 1 1,1 0 0,-1 0 0,1 0 0,-1-1 0,1 1-1,-1 0 1,1 0 0,-1 0 0,0 0 0,-2-1-53,0 1-1,1-1 1,-1 1 0,0-1 0,1 1 0,-1 0 0,0 0 0,0 0 0,1 1 0,-1-1 0,0 0 0,1 1 0,-1 0-1,0 0 1,1 0 0,-1 0 0,1 0 0,0 0 0,-1 1 0,1-1 0,0 1 0,0 0 0,0-1 0,0 1-1,0 0 1,0 0 0,0 0 0,1 1 0,-1-1 0,1 0 0,-1 1 0,-1 3 0,-1 3 68,0 1 0,1 0 0,0 0 0,-3 13 0,6-20-68,-1 0 0,0 1-1,1-1 1,0 0 0,0 0 0,-1 0 0,2 0-1,-1 0 1,0 0 0,1 1 0,0-1-1,-1 0 1,1 0 0,0 0 0,1-1 0,-1 1-1,0 0 1,4 4 0,-5-7-15,1 1 0,-1-1 0,1 1-1,0-1 1,-1 0 0,1 1 0,0-1 0,-1 0 0,1 1-1,0-1 1,0 0 0,-1 0 0,1 0 0,0 0 0,0 1 0,-1-1-1,1 0 1,0 0 0,0-1 0,-1 1 0,1 0 0,0 0 0,0 0-1,-1 0 1,1-1 0,0 1 0,-1 0 0,1-1 0,0 1-1,-1 0 1,2-2 0,18-16 147,-19 18-153,17-20 5,-1-1 0,-1 0 0,-1-1 1,0-1-1,-2-1 0,-1 0 0,-1 0 0,12-38 0,-21 56 15,-1 1 0,0-1 0,0 0 0,-1 1 0,0-1 0,0 0 0,0 0 0,-1 0-1,0 1 1,0-1 0,0 0 0,-1 1 0,-2-8 0,3 11 0,-1-1 0,1 1 0,-1 0 0,1-1 0,-1 1 0,0 0 0,0 0 0,0 0-1,0 0 1,0 0 0,-1 1 0,1-1 0,0 0 0,-1 1 0,1 0 0,-1 0 0,0 0 0,1 0 0,-1 0 0,0 0 0,0 1-1,1-1 1,-1 1 0,0 0 0,0 0 0,0 0 0,1 0 0,-5 1 0,-2 1-203,0 0 0,0 1-1,0 0 1,1 0 0,-1 1 0,1 0 0,0 1-1,0-1 1,1 2 0,-1-1 0,1 1 0,1 0-1,-1 1 1,1-1 0,-7 10 0,-2 15-331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37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60 17948,'-6'7'20,"2"1"0,-1 0 0,1 0 0,0 1 0,0-1 1,1 1-1,0-1 0,1 1 0,-2 10 0,-11 35-2452,-6-7 1178,20-44 2328,3-6-207,41-65 803,-25 43-1489,-2-1-1,22-46 1,-36 68-169,-1 1-1,0-1 1,0 0-1,0 0 1,0 1-1,0-1 1,-1 0-1,0-5 1,0 8-11,0 0 0,0 0 0,0 0 0,0 0 0,-1 0 0,1 0 0,0 0 0,-1 0-1,1 0 1,-1 0 0,1 0 0,-1 1 0,1-1 0,-1 0 0,0 0 0,1 0 0,-1 1 0,0-1 0,0 0 0,1 1 0,-1-1 0,0 0 0,0 1 0,0-1 0,0 1-1,0-1 1,0 1 0,0 0 0,0 0 0,0-1 0,0 1 0,0 0 0,-1 0 0,-5 0 1,1 0-1,0 0 1,0 1-1,0-1 1,0 2 0,0-1-1,0 1 1,0-1-1,0 2 1,1-1 0,-7 4-1,3-1-4,0 0-1,1 1 1,-1 0 0,1 0-1,-14 15 1,21-19-58,-1-1 0,1 1 1,0 0-1,-1 0 0,1 0 0,0 0 1,0 0-1,-1 4 0,2-6-7,0 1-1,0-1 0,0 0 1,0 1-1,0-1 0,0 1 1,0-1-1,0 1 0,0-1 1,0 1-1,0-1 0,0 1 1,1-1-1,-1 1 0,0-1 1,0 0-1,0 1 0,1-1 1,-1 1-1,0-1 0,1 0 1,-1 1-1,0-1 0,1 0 1,-1 1-1,0-1 0,1 0 1,-1 1-1,0-1 0,1 0 1,-1 0-1,1 0 0,-1 1 1,1-1-1,-1 0 0,1 0 1,-1 0-1,1 0 0,-1 0 1,0 0-1,1 0 0,-1 0 1,1 0-1,-1 0 0,1 0 1,-1 0-1,1 0 0,-1 0 1,1-1-1,24-4-1411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38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165 315 19308,'-20'12'443,"0"1"0,2 1 0,-30 26 0,42-33-663,0-1-1,1 1 1,-1 0 0,1 0-1,1 1 1,-1-1-1,1 1 1,1 0-1,0 0 1,0 1-1,0-1 1,-2 18 0,5-26 201,0 0 1,-1 0 0,1 1-1,0-1 1,0 0 0,0 1 0,0-1-1,0 0 1,0 1 0,0-1-1,0 0 1,0 1 0,0-1 0,0 0-1,0 1 1,0-1 0,0 0 0,1 1-1,-1-1 1,0 0 0,0 0-1,0 1 1,0-1 0,0 0 0,1 1-1,-1-1 1,0 0 0,0 0-1,1 0 1,-1 1 0,0-1 0,0 0-1,1 0 1,-1 0 0,0 1 0,0-1-1,1 0 1,-1 0 0,0 0-1,1 0 1,-1 0 0,0 0 0,1 0-1,-1 0 1,0 0 0,1 0-1,-1 0 1,0 0 0,1 0 0,-1 0-1,0 0 1,0 0 0,1 0 0,-1 0-1,0 0 1,1 0 0,-1-1-1,0 1 1,1 0 0,-1 0 0,0 0-1,1-1 1,20-14 35,9-17 545,34-45 0,-23 25-290,-14 19-181,15-17 60,70-108 0,-110 154-139,1-1-1,0 0 0,-1 0 1,0-1-1,-1 1 0,1 0 1,1-9-1,-3 13 0,0-1-1,0 0 1,0 1 0,0-1-1,0 1 1,0-1-1,-1 1 1,1-1 0,-1 0-1,1 1 1,-1-1 0,1 1-1,-1-1 1,0 1-1,0 0 1,0-1 0,0 1-1,0 0 1,0 0-1,0-1 1,0 1 0,0 0-1,0 0 1,-1 0 0,1 0-1,0 1 1,-4-2-1,0-1 38,-1 1-1,0 0 1,0 0-1,0 1 0,0 0 1,0 0-1,0 0 0,0 1 1,0 0-1,-11 1 0,-7 2 107,-34 10-1,38-7-983,-33 3 0,50-9-143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38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87 21004,'-8'9'-88,"0"0"-1,1 1 1,0-1-1,1 2 1,0-1-1,1 0 1,0 1-1,0 0 0,1 0 1,-3 17-1,0-6-1583,-13 29-1,11-30 703,6-15 821,0 1 0,0-1 1,0 1-1,-1-1 0,0 0 1,-6 7-1,9-12 1072,2-1-755,0 0 0,0-1 0,1 1 0,-1-1 0,0 1 0,0-1 0,0 1 0,0-1 0,0 0 0,0 1 0,0-1 0,1-1 1,2-1 158,24-23-55,-1 0 0,-2-2 0,0 0 0,-2-2-1,26-42 1,-44 63-251,1 0 1,-1 0-1,-1-1 0,0 0 1,0 1-1,3-13 0,-7 21-14,1-1-1,-1 0 1,0 0-1,1 0 1,-1 0-1,0 0 1,0 0 0,0 0-1,0 0 1,0 0-1,-1 0 1,1 0-1,-1 0 1,1 0-1,-1 0 1,0 0-1,1 1 1,-1-1 0,0 0-1,0 0 1,0 1-1,-1-1 1,1 1-1,0-1 1,-1 1-1,1-1 1,-1 1-1,1 0 1,-1 0 0,1 0-1,-1 0 1,0 0-1,0 0 1,0 0-1,1 0 1,-1 1-1,0-1 1,0 1-1,-3-1 1,-2 0-77,0 0 0,0 0-1,-1 1 1,1 0 0,0 1 0,-1-1 0,1 1-1,0 1 1,0 0 0,-9 2 0,14-3-1877,14-8-5107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38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203 150 21349,'-32'28'415,"-51"57"0,70-69-475,0 0-1,2 0 0,0 1 0,1 0 1,1 1-1,-7 19 0,15-35-11,0-1 1,0 1-1,1 0 1,-1 0-1,1 0 1,0 0-1,-1 0 1,1-1-1,0 1 1,0 0-1,0 0 1,0 0-1,1 0 1,-1 0-1,1 0 1,0 2-1,0-3 24,-1 0 0,1 0 1,0 0-1,-1 0 0,1 0 0,0 0 0,0 0 0,0-1 0,0 1 0,0 0 1,0-1-1,0 1 0,0-1 0,0 1 0,0-1 0,0 1 0,0-1 0,1 0 0,1 1 1,1-1 33,1 1 0,0-1 0,0-1 0,0 1 0,0-1 0,0 0 1,0 0-1,-1 0 0,1 0 0,7-4 0,22-14 290,-1-1-1,-1-2 1,-1-1-1,47-45 1,-52 44-158,-2-1-1,25-32 1,-39 45-92,-1-1 0,-1 0 0,0 0 0,-1-1-1,0 0 1,-1 0 0,6-21 0,-11 34-26,-1-1-1,1 0 1,-1 0 0,0 0 0,0 0-1,1 0 1,-1 0 0,0 0 0,-1 0 0,1 1-1,0-1 1,-1 0 0,1 0 0,-1 0-1,1 0 1,-1 0 0,0 1 0,1-1-1,-2-1 1,0 1-3,1 1 0,0 0 0,-1 0 0,1 0 0,0 0 0,-1 0 0,1 0 0,-1 1 0,0-1 0,1 0 0,-1 1 0,1-1 0,-1 1 0,0 0-1,0-1 1,-3 1 0,-2 0-2,0 0-1,-1 1 0,1 0 0,0 1 0,0-1 0,0 1 0,0 1 0,-9 3 1,-11 9-196,1 1 1,0 2 0,-28 24-1,1-1-5458,51-38 3194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39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0 19852,'-20'11'173,"0"0"0,1 0 0,0 2 0,1 0 0,0 2 0,-20 20 0,36-33-1054,16-1-477,-11 0 1370,-1-1 0,0 0 0,0 0-1,1 0 1,-1 0 0,0 0 0,0 0 0,1-1-1,-1 1 1,0-1 0,0 1 0,3-2-1,5-2 42,-1-1-1,0 0 1,0 0-1,0 0 0,0-2 1,-1 1-1,0-1 1,0 0-1,8-10 0,-15 16-49,-1 1-1,0-1 1,1 1-1,-1-1 1,0 1-1,1-1 0,-1 1 1,0-1-1,0 1 1,0-1-1,0 1 1,1-1-1,-1 0 0,0 1 1,0-1-1,0 1 1,0-1-1,0 1 1,0-1-1,0 0 0,0 1 1,-1-1-1,1 1 1,0-1-1,0 1 0,0-1 1,-1 1-1,1-1 1,0 1-1,0-1 1,-1 0-1,-1 0 1,1 0 0,-1 0 0,1 0 1,-1 0-1,1 0 0,-1 0 0,1 0 0,-1 0 0,0 1 0,-2-1 1,-2-1 11,-1 1 1,0-1 0,1 2-1,-14-1 1,14 2 10,0 0 1,0 1-1,0-1 0,0 1 0,0 1 0,0-1 0,0 1 1,1 0-1,0 0 0,-1 0 0,1 1 0,-9 8 1,5-3-121,0 1 1,0 0-1,1 1 1,0-1 0,-6 14-1,12-22-54,0 1 0,1 0-1,-1 0 1,1 0 0,0 1 0,-2 5 0,7 18-699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40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16 11618,'0'0'3053,"1"-10"-1156,-2 4-1153,0 7-546,-3 7-83,1 1 0,0 0-1,1 0 1,0 0 0,1 0-1,-2 16 1,-1 14 169,-65 395 1104,31 4-865,38-433-515,-1 13 128,0 1 0,2-1 1,0 0-1,7 32 0,-8-47-116,1 0 1,0 0-1,0 0 0,0 0 0,0 0 0,0 0 0,1-1 0,-1 1 0,1 0 0,0-1 0,0 1 0,0-1 1,0 1-1,0-1 0,0 0 0,1 0 0,-1 0 0,1 0 0,0 0 0,-1-1 0,1 1 0,0-1 1,0 0-1,0 0 0,0 0 0,0 0 0,0 0 0,0-1 0,0 1 0,0-1 0,1 0 0,-1 0 0,0 0 1,5-1-1,-2 0-84,1-1 0,-1 0 0,0 0 0,0-1 0,0 0 0,0 0 0,0 0 0,-1 0 0,0-1 0,1 0 1,-1 0-1,0-1 0,-1 1 0,8-10 0,5-8-635,-2 0 0,15-26 0,2-13-1077,-7 2 646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40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1 281 18404,'10'5'1408,"28"-6"281,21-12-1361,28-16-784,9-11-337,8-10-615,-7-2-1272,-7 0-2770,-9 4 4242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41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 8298,'0'-4'9746,"4"25"-8890,2 26-304,-4 48-552,-2 22-272,-12 41-936,-7 16 520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42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56 7098,'-3'-13'1188,"2"8"-454,0 0 0,0 1-1,0-1 1,-1 1 0,-3-8 0,4 11-645,1 1 0,0-1 0,-1 1 0,1-1 1,-1 1-1,1-1 0,-1 1 0,1-1 0,-1 1 1,0 0-1,1-1 0,-1 1 0,1 0 0,-1-1 1,0 1-1,1 0 0,-1 0 0,0 0 0,1 0 1,-1 0-1,0 0 0,0-1 0,1 2 0,-1-1 1,0 0-1,1 0 0,-1 0 0,0 0 0,1 0 0,-1 0 1,0 1-1,1-1 0,-1 0 0,0 1 0,1-1 1,-1 0-1,1 1 0,-1-1 0,1 1 0,-1-1 1,1 1-1,-1-1 0,1 1 0,-1-1 0,0 2 1,-4 3 105,0 1 1,0 0-1,1 0 1,-1 0 0,1 1-1,1-1 1,-1 1 0,1 0-1,-4 15 1,-2 8 15,-4 36 0,9-43-69,-16 93 219,-4 130 1,21-181-349,3 1 0,4-1 0,17 100 0,-18-146 15,2 1 0,1-1 0,0 0 0,17 34 0,-21-48-9,0-1-1,1 1 0,0-1 0,0 1 0,0-1 0,0 0 0,1-1 0,-1 1 1,1 0-1,0-1 0,0 0 0,1 0 0,-1 0 0,1 0 0,-1-1 1,1 0-1,0 0 0,0 0 0,0-1 0,0 1 0,0-1 0,10 1 0,-10-3-76,1 1-1,-1-1 0,0 0 0,0 0 0,0-1 0,0 0 0,0 0 0,0 0 0,-1 0 0,1-1 1,-1 1-1,1-1 0,-1-1 0,0 1 0,0 0 0,0-1 0,-1 0 0,1 0 0,-1 0 1,5-9-1,3-5-1161,0 0-1,-2-1 1,14-37 0,-1-21-1064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42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0 178 19492,'64'-5'1104,"28"-10"-111,12-11-601,20-17-848,-1-2-761,-17 1 457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42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 16059,'1'-12'381,"1"1"-1,1 0 0,-1 1 0,2-1 0,-1 0 0,1 1 0,1 0 0,0 0 1,1 0-1,0 1 0,0-1 0,9-9 0,2 1-385,0 0 0,1 1 0,0 1 0,29-20 0,-42 33-15,0 0-1,0 0 1,1 0-1,-1 1 1,0-1-1,1 1 1,0 0-1,-1 1 1,1 0-1,8-1 1,-10 1-13,-1 1-1,0 1 1,0-1 0,0 0 0,0 1-1,0-1 1,0 1 0,-1 0 0,1 0-1,0 0 1,0 1 0,0-1-1,-1 1 1,1-1 0,-1 1 0,1 0-1,-1 0 1,0 0 0,1 0 0,-1 0-1,3 5 1,-1 1-35,1 0 1,-1 0-1,-1 0 0,0 0 0,0 1 1,-1-1-1,1 1 0,-2 0 0,1-1 1,-2 1-1,1 0 0,-1 0 1,0 0-1,-2 10 0,-1 2 60,0 0 0,-1 0-1,-2-1 1,0 0 0,-9 20-1,4-14 191,-17 28 0,23-46-46,0 0 1,-1 0-1,0-1 0,0 0 0,0 0 1,-1 0-1,-11 7 0,16-12-110,0-1 0,0 0 0,0 0 0,0 0-1,0-1 1,-1 1 0,1 0 0,0-1 0,-1 0 0,1 1 0,0-1-1,0 0 1,-1 0 0,1 0 0,0-1 0,-1 1 0,1 0 0,0-1 0,0 0-1,-1 1 1,-3-3 0,4 2-22,1 0 0,-1 0 0,1 1 0,-1-1 0,1-1 1,-1 1-1,1 0 0,0 0 0,-1 0 0,1-1 0,0 1 0,0-1 0,0 1 0,0-1 0,0 1 0,0-1 0,1 1 0,-1-1 0,1 0 0,-1 0 0,1 1 0,-1-1 0,1 0 1,0 0-1,0 1 0,0-1 0,0 0 0,0-2 0,1 3 4,-1-1 1,1 0-1,0 0 1,0 1 0,0-1-1,0 1 1,0-1-1,0 1 1,0-1-1,0 1 1,0 0-1,1 0 1,-1-1-1,1 1 1,-1 0-1,1 0 1,-1 0-1,1 1 1,0-1 0,-1 0-1,1 1 1,0-1-1,0 1 1,-1-1-1,1 1 1,0 0-1,0 0 1,2 0-1,7-1 21,0 1 1,-1 0-1,16 2 0,48 9 20,-30-4-119,74 2 0,-101-9-265,-1-1-1,0-1 1,0 0-1,0-1 1,0-1-1,-1 0 1,1-1-1,19-9 1,23-20-2747,1-6 1155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42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 15915,'0'0'1537,"2"0"119,34 0-896,-3-4-488,12-6-120,12 1-376,-7 2-56,16 4-48,-5 3 16,-3 0 208,8-4-88,-4-8-1616,1-3-1921,-11-11 2449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43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23005,'14'22'352,"12"-8"-512,10-5-720,18-13-1337,5-8-3688,3-7 3745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48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3338 4233,'38'-41'-572,"70"-56"0,-76 73 3360,48-28 0,-44 32-2591,-1-1 1,0-2 0,-2-1 0,-1-2 0,-1-1 0,32-37 0,-34 33 475,1 2 1,60-45-1,-19 18 362,95-68-190,-86 66-732,35-23 284,93-73 190,-70 49-374,13-12-126,-50 24 609,24-9 85,-80 69-385,52-51 1,54-44 801,-63 57-1046,-50 39-82,64-42 0,186-112 196,-36 22-55,85-21-60,-27 18 89,-127 36-177,-107 73-42,-39 33 12,1 3 1,2 1-1,81-30 1,36-19 29,-120 53 30,1 1 1,48-13-1,-43 15 137,55-25 0,-53 20-101,1 1 0,1 3 0,1 1 0,81-12 0,-94 21-79,52-11 18,-77 13-59,1 0 1,-1-1-1,0 0 0,0 0 0,17-12 0,-16 10 5,0 0 1,1 1-1,-1 0 1,1 1-1,23-5 0,-19 5-5,-1-1-1,26-11 1,-11-1-20,-24 13-53,-1 0 0,1 1 1,0-1-1,0 1 0,1 1 1,-1-1-1,1 1 0,-1 0 0,1 0 1,9 0-1,-16 3-17,-10-5-1749,-25-16 1099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43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7 14963,'0'-1'57,"0"1"-1,1 0 1,-1-1-1,0 1 1,1-1-1,-1 1 1,0 0 0,1-1-1,-1 1 1,1 0-1,-1-1 1,0 1-1,1 0 1,-1 0-1,1 0 1,-1-1-1,1 1 1,-1 0 0,1 0-1,-1 0 1,1 0-1,-1 0 1,1 0-1,-1 0 1,1 0-1,-1 0 1,1 0-1,-1 0 1,1 0 0,-1 0-1,1 0 1,-1 1-1,1-1 1,-1 0-1,1 0 1,-1 1-1,1-1 1,-1 0-1,0 0 1,1 1 0,-1-1-1,0 0 1,1 1-1,-1-1 1,0 1-1,1-1 1,-1 0-1,0 1 1,1-1-1,-1 1 1,0 0 0,5 30 864,-5-30-919,-5 312 1730,-23 0-1047,-8 183-663,36-491-24,-1 11-7,1 0 0,1 0 1,0 1-1,1-1 1,1 0-1,0 0 1,6 17-1,-8-30 10,1 0-1,-1 0 1,1 0 0,0 0-1,-1 0 1,1 0-1,0 0 1,1-1-1,-1 1 1,0-1 0,1 1-1,0-1 1,-1 0-1,1 0 1,0 0 0,0-1-1,0 1 1,0 0-1,0-1 1,1 0-1,-1 0 1,0 0 0,1 0-1,-1-1 1,0 1-1,1-1 1,-1 0 0,1 0-1,-1 0 1,1 0-1,-1-1 1,1 1 0,2-2-1,10-2-83,-1-1 1,-1 0-1,1-1 0,-1 0 1,0-1-1,15-10 0,13-11-2640,75-65 0,-43 26 104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43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4 210 19028,'-4'19'1224,"11"0"193,40-5-1065,11-7-192,32-11-224,14-11-184,17-13-272,4-7-273,-6-8-79,-10 7 176,-23-1 40,-9 6-560,-20 11-2425,-9 1 2433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45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142 343 14267,'0'0'3957,"-3"6"-4137,-5 14 68,-10 22 374,-2 0 0,-2-1 0,-43 63 0,62-101-50,3-5-178,-1 0 0,0-1 0,1 1 0,0 0 0,-1 0 0,1-1 0,0 1 0,0 0 0,0-1 0,0 1 0,1 0 0,0-4 0,0 0 26,2-8 1,1 0 1,0 0-1,1 1 1,11-22-1,-5 13-20,-11 21-41,99-204-36,-83 177-6,1 1-1,1 1 1,1 0 0,1 2 0,26-25-1,-38 42 45,0 0 0,1 0 0,0 0 0,0 2 0,1-1 0,-1 1 0,1 0 0,15-4 1,-21 7 9,0 1 0,-1 0 0,1 1 1,0-1-1,0 1 0,0 0 1,0 0-1,0 0 0,0 0 1,0 0-1,-1 1 0,1 0 1,0 0-1,0 0 0,-1 0 1,1 1-1,0-1 0,-1 1 0,1 0 1,-1 0-1,0 0 0,0 1 1,0-1-1,0 1 0,0-1 1,2 5-1,2 3 45,0 1-1,-2-1 1,1 2 0,-1-1-1,-1 0 1,0 1 0,3 14 0,-1-4 40,5 21 109,-5-19-55,1 0 0,18 42 0,-22-61-144,0 1 1,0-1 0,0 1 0,1-1 0,-1 0 0,1-1 0,1 1 0,-1-1 0,1 1 0,-1-1 0,1-1 0,0 1 0,0-1-1,1 1 1,-1-2 0,9 4 0,-8-4-64,-1-1 1,1-1-1,-1 1 0,1-1 0,-1 0 1,1 0-1,-1-1 0,1 1 0,-1-1 1,1 0-1,-1-1 0,0 0 0,1 1 1,-1-2-1,0 1 0,0 0 0,0-1 1,-1 0-1,1 0 0,5-6 0,5-5-133,0-1 0,16-22-1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51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1712,'0'0'0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52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5 179 11434,'-3'2'4903,"3"-2"-4865,-1 1 0,1-1 1,0 1-1,0 0 0,0-1 1,-1 1-1,1-1 0,0 1 0,0 0 1,0-1-1,0 1 0,0-1 0,0 1 1,0 0-1,0-1 0,1 1 0,-1-1 1,0 1-1,0 0 0,0-1 0,1 1 1,-1-1-1,0 1 0,0-1 0,1 2 1,1 1-17,-1-1-11,0 0 0,0-1 0,-1 1 0,1 0 0,0-1 0,0 1 0,1-1 0,-1 1 0,0-1 0,0 1 0,1-1 0,-1 0 0,1 0 0,-1 0 0,1 0 0,0 0 0,-1 0 0,1 0-1,0 0 1,0-1 0,-1 1 0,1-1 0,0 1 0,0-1 0,0 0 0,0 1 0,3-1 0,91-10 737,82-6-64,382-53-98,-405 45-322,280-49 386,-254 37-3222,-175 34 1427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52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12907,'4'0'519,"1"1"1,-1 0-1,0 0 1,1 1-1,-1-1 0,0 1 1,0 0-1,7 4 1,-3-1 165,-4-3-639,1 1 0,-1 0 0,0 1 0,0-1 1,0 1-1,0-1 0,-1 1 0,1 0 1,-1 1-1,0-1 0,0 0 0,-1 1 0,0 0 1,1-1-1,-1 1 0,2 8 0,1 8-67,-1 0-1,3 41 0,-6-44 83,8 623-77,-12-499-188,1-55 92,-1 27-4054,17 181 0,3-196 2736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53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0 16588,'-12'87'4083,"12"-5"-4057,4-1 1,21 122-1,-22-182 210,0 0-1,2-1 1,8 23 0,-11-37-165,0 0 0,1-1 1,0 1-1,0-1 0,0 0 0,1 0 0,0 0 0,0 0 0,0-1 1,1 1-1,-1-1 0,1 0 0,0-1 0,0 1 0,6 2 1,-1-1-30,0-1 1,1-1 0,-1 0 0,1-1 0,-1 0 0,1 0 0,0-1-1,0 0 1,-1-1 0,1-1 0,0 1 0,0-2 0,-1 1 0,1-1 0,15-6-1,1-1-157,0-2-1,-1 0 1,0-2-1,39-26 1,-41 24-275,-1-1 0,0-1 0,-1-1 0,-1-1 0,35-39 0,-54 56 330,-1 1 0,0-1 0,1 0 0,-1 0 0,0 0 0,0 0 0,0 0-1,0 0 1,-1 0 0,1 0 0,-1 0 0,1 0 0,-1 0 0,1 0-1,-1-1 1,0 1 0,0-2 0,-1 2 30,1 1-1,-1 0 1,1 0-1,-1-1 1,0 1 0,1 0-1,-1 0 1,0 0-1,0 0 1,0 0-1,0 0 1,0 0 0,0 0-1,0 0 1,0 1-1,0-1 1,0 0 0,-1 1-1,1-1 1,-2 0-1,-6-1-31,0-1 0,0 2 0,0-1 0,-1 1-1,1 1 1,-14 0 0,-31 4 202,-56 12-1,21-2 90,-70 1 89,-76 12-211,220-24-55,-1 1 0,2 0 0,-1 1-1,-21 11 1,37-16 4,-1 1 0,1-1 0,-1 1 0,1-1 0,0 1-1,-1-1 1,1 1 0,-1-1 0,1 0 0,0 1 0,-1-1 0,1 0 0,0 0-1,0 1 1,-1-1 0,1 0 0,0 0 0,0 0 0,9-1 117,-1 1 0,1-2 0,-1 1 1,1-2-1,13-4 0,-6 2-28,74-26 331,88-43-1,29-11-1055,-170 72-429,1 1 0,1 3 0,58-8 0,-80 16-2862,-14 1 1688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53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20140,'63'26'2093,"23"11"-1719,-77-32-376,0 1 0,0-1 0,-1 2 0,1-1 1,-2 1-1,15 15 0,-12-10 22,-1 0 0,0 1 0,0 0 0,-1 1 0,8 20 0,-15-32-64,-1-10-337,2-14 359,0 0 0,1 0 1,12-42-1,-11 52-8,1 0 1,-1 0 0,2 1-1,0-1 1,0 1-1,1 0 1,0 1-1,16-18 1,-20 25 37,-1 0 1,1 1 0,1-1-1,-1 1 1,0-1-1,1 1 1,-1 0 0,1 0-1,-1 1 1,1-1-1,0 1 1,0 0 0,0 0-1,0 0 1,0 0-1,0 1 1,0-1 0,0 1-1,0 0 1,0 1-1,0-1 1,0 1 0,0-1-1,0 1 1,0 0 0,0 1-1,0-1 1,4 3-1,-2 0 87,1-1-1,-1 2 0,0-1 0,0 1 0,-1 0 1,1 0-1,-1 0 0,0 1 0,0 0 1,-1 0-1,0 0 0,0 0 0,-1 1 0,6 12 1,-1 7 88,-6-16-105,2 0 0,-1 1 1,1-1-1,10 18 0,-13-26-109,0-1 0,1 1 0,-1-1 1,0 1-1,0-1 0,1 1 0,-1-1 0,1 0 0,-1 0 0,1 0 0,-1 0 0,1 0 0,0 0 1,-1 0-1,1 0 0,0-1 0,0 1 0,0 0 0,0-1 0,0 0 0,-1 1 0,1-1 0,0 0 1,0 0-1,0 0 0,0-1 0,0 1 0,0 0 0,0-1 0,0 1 0,-1-1 0,1 1 0,3-2 1,5-4-294,1 0 0,-1 0 0,0-1 0,0 0 0,14-15 1,42-47-1913,2-22-2910,-31 42 3558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53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1 125 21909,'5'30'864,"7"-6"176,7-3-512,14-16-536,5-7-128,14-12-168,-4-3-112,-1-4-88,-2 2-96,-6-2-88,5-3-145,4-14-6208,4-10 5097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54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23309,'-2'36'424,"14"2"-248,10-4-328,13 5-200,0 0-64,1 8-64,-7 5-8,-6 0-136,-3 0-385,-16-13-4104,3-2 2889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54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20068,'5'81'1801,"5"9"519,8 10-1312,6 9-808,-2 0-144,9-15-336,-10-11-216,9-21-456,-6-16-208,-5-23-585,3-16 433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1:55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24 301 10458,'-4'7'592,"-1"1"-1,1-1 1,0 0 0,-2 9-1,5-14-340,1 2 2885,12 6-1343,0-5-1603,0 0-1,0-1 1,0-1 0,0 0-1,1 0 1,-1-1 0,1-1-1,22 0 1,274-23 1426,4-25-1206,-267 40-340,539-111 228,-4-29-2621,-400 100 1169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02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1655 4857,'143'-50'4804,"-23"7"-3279,159-56 2619,267-134-2706,-276 127-789,-94 39 194,-3 0-324,324-144-290,-35-57-164,-381 221-43,103-44-1,94-22-143,-115 48-11,50-11 156,21-9 62,-224 81-94,-5 1-9,0 1 0,0 0 1,0 0-1,0 1 0,0-1 1,11 0-1,-16 1-373,0 0-1,-1 0 1,1 0-1,-1 0 1,1 0 0,-1 0-1,0 0 1,1 1-1,-1-1 1,0 0-1,0 0 1,1 1 0,-1-1-1,0 1 1,-1-2-1,-23 0-1107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51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2256,'0'0'244,"1"1"0,-1-1 0,1 0 0,-1 1 0,1-1 0,-1 1 0,0-1 0,1 1 0,-1-1 0,1 1 0,-1-1 0,0 1 0,0-1 0,1 1 0,-1-1 0,0 1 0,0 0 0,0-1 0,1 1 0,-1 0 0,0-1 0,0 1 0,0 0 0,-7 3 3527,-2-4-5141,12 8 2225,0-5-785,0 0 1,-1 0-1,2 0 0,-1-1 1,0 1-1,0-1 1,1 1-1,-1-1 0,1 0 1,0 0-1,0-1 0,5 2 1,59 13 589,-29-8-436,14 3 532,0-2 1,55 2-1,106-6 1948,-151-7-2495,-1-2 0,0-3 0,109-26 0,-164 31-176,1 0 0,-1 1-1,1 0 1,8 0 0,-14 1 271,-6 2-959,-7-8-6426,-23-25 5103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11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7960 2353,'0'0'6942,"3"-5"-5775,7-10-854,2 2-1,-1-1 1,2 2-1,18-16 1,14-14-54,-23 20-169,176-176 423,19 14-329,-69 75-59,193-151 1106,588-472 621,-387 313-1736,594-464 993,35 43 351,396-181-1145,-254 169-229,678-422-148,-1082 733-2070,-520 310-1283,50-33 1590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13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1539 2505,'23'-11'660,"-1"-2"0,35-26 0,-31 20-603,67-42 1141,2 4 0,105-45-1,212-71 1366,-203 89-2508,133-83 106,-14-23-43,82-44 2,-270 162-93,293-166-790,-319 159 413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14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0 710 5201,'135'-84'1238,"296"-174"529,-228 143 441,172-92-663,-297 170-3101,-59 28-3200,-178 95 689,73-36 3863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14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0 953 4641,'1'-2'1728,"8"-10"608,9-1-1611,35-17 0,-26 15-538,178-99 294,248-140-42,198-100-207,-387 209-96,-246 132 60,-24 13 47,-31 15 59,-982 521-780,809-415 107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17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872 21 14699,'62'-12'571,"-97"3"-320,19 10-49,1 1 1,-1 1-1,1 0 1,0 1-1,-1 0 1,2 1-1,-27 13 1,15-7-50,-204 90 377,166-69-332,-85 57 1,108-59 26,39-28-203,-1 0-1,1 0 1,0 0 0,-1 1 0,1-1-1,0 1 1,0 0 0,1-1 0,-1 1 0,-1 4-1,3-6-15,-1-1 0,1 1-1,0-1 1,0 1 0,0 0-1,0-1 1,0 1 0,0-1-1,0 1 1,0 0-1,1-1 1,-1 1 0,0-1-1,0 1 1,0 0 0,1-1-1,-1 1 1,0-1 0,0 1-1,1-1 1,-1 1 0,0-1-1,1 1 1,-1-1 0,1 0-1,-1 1 1,1-1 0,-1 0-1,1 1 1,-1-1-1,1 0 1,-1 1 0,1-1-1,24 7 115,5-4-53,-1-2 0,1 0-1,45-6 1,-48 2-41,0 1 0,0 2 0,-1 0 1,48 8-1,-70-8-19,-1 1 1,0 0-1,0 0 1,0 0-1,0 0 1,0 1-1,0-1 0,0 1 1,0 0-1,3 2 1,-5-3-1,-1 0-1,1 0 1,0 0 0,0 0-1,-1 0 1,1 0 0,-1 0-1,1 0 1,-1 1 0,0-1-1,1 0 1,-1 0 0,0 0 0,0 1-1,0-1 1,0 0 0,0 0-1,0 1 1,0-1 0,0 0-1,0 0 1,-1 0 0,1 0-1,0 1 1,-1-1 0,1 0-1,-1 0 1,1 0 0,-2 2 0,-3 4 31,0 0 1,0-1 0,-1 1 0,0-1-1,0 0 1,0-1 0,-1 1 0,-7 4-1,5-3 0,-31 22-148,-1-3-1,-2 0 0,0-3 1,-1-2-1,-1-2 0,-1-1 0,-1-3 1,-58 12-1,102-27 102,-48 7-1324,48-6 887,-1-1 1,1 0-1,-1 0 1,1 0-1,0-1 1,-1 1-1,1-1 1,-1 0-1,1 0 1,0 0-1,-5-3 1,7 4 310,0-1 1,0 0-1,0 0 1,1 0-1,-1 0 1,0 0-1,0 0 1,0 0-1,1 0 1,-1 0-1,0 0 1,1 0-1,-1 0 1,0-3-1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18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297 183 18636,'-105'154'1272,"62"-89"-1775,12-17 391,-33 69-1,54-95 191,0 0 0,2 0 1,1 1-1,1 0 0,-7 46 1,13-65-115,2-6 2,3-14-28,7-26-19,7-33 212,46-116 0,-59 177-115,1 0 0,1 0 1,0 1-1,1 0 0,0 0 0,19-18 0,-21 24-7,0 0 0,1 0-1,0 1 1,0 0 0,1 1-1,0 0 1,0 0 0,0 1-1,0 0 1,1 1 0,10-3-1,-18 5-11,-1 1 0,1-1 0,-1 1 0,1 0 0,0-1-1,-1 1 1,1 0 0,-1 0 0,1 0 0,-1 1 0,1-1-1,0 0 1,-1 0 0,1 1 0,-1-1 0,1 1 0,-1-1 0,0 1-1,1 0 1,-1 0 0,1-1 0,-1 1 0,0 0 0,0 0 0,0 0-1,1 1 1,-1-1 0,0 0 0,0 0 0,-1 0 0,1 1 0,0-1-1,0 1 1,-1-1 0,1 0 0,0 1 0,-1-1 0,0 1-1,1 2 1,0 5 17,0 0 0,0 0 0,-1 0-1,0 0 1,-3 13 0,3-18 8,-12 73 193,7-49-83,-4 57 0,9-84-133,0-1 1,0 0 0,0 1-1,0-1 1,0 1 0,0-1 0,1 0-1,-1 1 1,0-1 0,0 1-1,0-1 1,0 0 0,0 1-1,1-1 1,-1 0 0,0 1-1,0-1 1,1 0 0,-1 1-1,0-1 1,1 0 0,-1 0 0,0 1-1,1-1 1,-1 0 0,0 0-1,1 0 1,-1 1 0,0-1-1,1 0 1,-1 0 0,1 0-1,-1 0 1,0 0 0,1 0 0,-1 0-1,1 0 1,-1 0 0,0 0-1,1 0 1,-1 0 0,1 0-1,-1 0 1,0 0 0,1 0-1,-1-1 1,1 1 0,-1 0-1,0 0 1,1-1 0,18-8 24,-11 1 4,1 0 1,-1 0-1,0-1 1,-1 0 0,0 0-1,-1-1 1,0 0-1,0 0 1,-1-1 0,4-11-1,22-37 27,7-5 44,-38 64-100,1-1 1,-1 1 0,0-1-1,0 1 1,1-1-1,-1 0 1,1 1 0,-1-1-1,0 1 1,1 0-1,-1-1 1,1 1 0,-1-1-1,1 1 1,-1 0 0,1-1-1,0 1 1,-1 0-1,1-1 1,-1 1 0,1 0-1,0 0 1,-1 0-1,1 0 1,-1 0 0,1-1-1,0 1 1,1 1-1,-1-1-1,0 1 0,0-1 0,0 1 0,-1 0 0,1-1 0,0 1 0,0 0 0,0 0 0,-1 0 0,1 0 0,0 0 0,-1 0-1,1-1 1,0 4 0,14 41-16,-14-42 28,4 20 14,-2-10 10,0 1 0,0 0 0,2-1 0,0 0 0,0 0 1,1 0-1,0-1 0,14 20 0,-18-30-47,0 0-1,0 0 1,0 0 0,0 0 0,0 0-1,0 0 1,1 0 0,-1-1 0,0 0-1,1 1 1,0-1 0,-1 0 0,1 0-1,0 0 1,-1 0 0,1-1 0,0 1-1,0-1 1,0 0 0,-1 1-1,1-1 1,0-1 0,0 1 0,0 0-1,0-1 1,-1 1 0,1-1 0,0 0-1,-1 0 1,1 0 0,0 0 0,-1 0-1,1-1 1,-1 1 0,0-1 0,3-2-1,6-4-70,-1-1 0,0-1 0,0 1 0,-1-1 0,-1-1 0,11-17 0,143-223-143,-135 210 218,-26 39 26,14 13 198,-13-5-184,0-1-1,0 1 1,0-1 0,-1 1-1,1 0 1,-1 0-1,0 8 1,1-3 0,1 25 10,-2-1 0,-1 1-1,-1 0 1,-2-1 0,-2 1 0,-17 65-1,21-96 66,0-8 24,-1-2-107,0 0 0,1 0 0,0 0 0,0 0-1,0 0 1,1 0 0,0 0 0,0 0-1,0 0 1,1-5 0,11-59 16,-7 47-32,7-49-2,-6 33 22,1 0 1,2 1-1,1 0 1,20-48-1,-25 77-23,-1 0 1,2-1-1,-1 2 0,1-1 0,11-11 0,-15 17-3,1-1 1,0 1-1,-1 0 0,1 0 0,0 0 0,0 1 0,0-1 0,6-1 0,-8 2-1,1 1 0,0-1-1,-1 1 1,1 0 0,0 0-1,-1 0 1,1 0-1,-1 0 1,1 0 0,0 0-1,-1 1 1,1-1 0,-1 1-1,1-1 1,-1 1 0,1-1-1,-1 1 1,1 0 0,1 1-1,4 5 2,1 0 0,-1 0 0,0 1 0,-1 0 0,0 0 0,0 0 0,8 19 0,-3-8 10,9 16-3,-7-10 42,33 45 1,-42-64-69,1-1 1,-1 0-1,1 0 1,0 0 0,0 0-1,1-1 1,-1 0 0,1 0-1,0-1 1,0 1-1,0-1 1,0-1 0,10 4-1,-13-6-116,1 1-1,0-1 0,0 1 1,-1-1-1,1 0 0,0-1 1,0 1-1,-1-1 1,1 1-1,0-1 0,-1 0 1,1 0-1,-1-1 1,1 1-1,-1-1 0,4-2 1,16-18-1065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18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71 6057,'-64'19'1825,"7"2"783,23-3-967,13-3 1047,21-1-1256,8 1-447,18 1-345,7-4-64,17-10-168,6-6-128,3-18-480,3-7-600,-3-15-3433,-6-2 320,-4-11 2497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19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68 500 20452,'0'0'224,"4"2"-525,-2-1 136,0 0 0,0 1 0,0-1 1,0 0-1,-1 1 0,1-1 0,0 1 0,-1 0 0,1 0 0,-1 0 1,1-1-1,-1 1 0,2 5 0,-2-6 88,-1 0 0,0 0 1,1 0-1,-1 0 0,0 1 0,0-1 0,0 0 1,0 0-1,0 0 0,0 1 0,0-1 0,0 0 1,0 0-1,0 1 0,-1-1 0,1 0 0,0 0 1,-1 0-1,1 0 0,-1 0 0,0 0 0,1 0 1,-1 0-1,0 0 0,1 0 0,-1 0 0,0 0 1,0 0-1,0 0 0,0 0 0,0-1 0,-1 2 1,0-1 155,1 0 0,-1 0 1,1 0-1,-1-1 1,0 1-1,1 0 0,-1 0 1,0-1-1,0 1 1,1-1-1,-1 0 0,0 0 1,0 1-1,0-1 1,0 0-1,1 0 0,-1-1 1,0 1-1,0 0 0,0-1 1,1 1-1,-1-1 1,0 1-1,0-1 0,1 0 1,-1 0-1,0 0 1,1 0-1,-1 0 0,1 0 1,0 0-1,-3-3 1,1 1 2,0 0 1,0-1 0,1 1-1,0-1 1,0 0 0,0 0 0,0 0-1,0 0 1,1 0 0,0 0 0,-1 0-1,2 0 1,-2-5 0,2-5-33,0-1 1,1 1-1,1 1 1,0-1-1,7-24 0,0 10 18,21-47-1,-25 65-57,1 0-1,0 1 1,1-1 0,0 1-1,0 1 1,1-1-1,0 1 1,1 1 0,-1 0-1,2 0 1,15-10 0,9-1 1,0 2 0,41-14 1,-48 19-4,10-3 2,180-63 116,-208 74-123,-5 1-5,1 1 1,0-1-1,0 1 1,-1 0-1,1 0 1,0 0-1,0 1 1,0-1-1,0 1 1,0 1-1,0-1 0,0 1 1,0 0-1,0 0 1,8 3-1,-11-3-3,-1 0-1,1 0 1,-1 0-1,0 1 1,1-1-1,-1 0 1,0 1 0,0-1-1,0 1 1,0-1-1,0 1 1,0 0-1,0-1 1,-1 1-1,1 0 1,0 0-1,-1-1 1,0 1-1,1 0 1,-1 0-1,0 0 1,0 0 0,0-1-1,0 1 1,0 0-1,0 0 1,-1 0-1,1 0 1,-1-1-1,1 1 1,-2 3-1,-2 5-14,0-1 0,0 1 0,-1-1-1,-11 16 1,-6 5 10,-2-2 0,-1 0 0,-47 40 0,-96 64 258,153-121-232,-117 80 302,116-81-449,-1-2-1,1 0 1,-1 0-1,0-2 1,-1 0-1,-25 5 0,36-10 43,0-1-1,0 0 0,-1 0 0,-6-1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20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261 1 11418,'-4'26'-455,"2"-9"-93,-2-1 0,1 1 1,-2-1-1,0 0 0,-13 27 0,-19 34-2134,2-5 2304,-8 27 3606,17-34-859,-45 115 2959,70-176-5226,-6 23 301,7-27-399,0 1 0,0-1 1,0 1-1,0-1 0,0 1 1,0-1-1,0 1 0,0-1 1,1 0-1,-1 1 0,0-1 1,0 1-1,0-1 0,0 0 1,1 1-1,-1-1 0,0 1 0,1-1 1,-1 0-1,0 1 0,0-1 1,1 0-1,-1 0 0,0 1 1,1-1-1,-1 0 0,1 0 1,-1 1-1,0-1 0,1 0 1,-1 0-1,1 0 0,-1 0 1,1 0-1,-1 0 0,0 1 1,1-1-1,-1 0 0,1 0 1,-1 0-1,1-1 0,-1 1 1,1 0-1,-1 0 0,0 0 1,1 0-1,-1 0 0,1 0 1,-1-1-1,1 1 0,-1 0 0,0 0 1,1-1-1,-1 1 0,36-16 328,0-1-1,-2-1 1,52-37-1,-64 39-651,-1 0 0,-1-1 0,18-21 0,-27 26-840,-1 0 1,0-1-1,11-20 1,-6 3-122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20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6 322 11138,'-6'14'665,"10"-2"1559,27-10-2056,14-4-480,14-15-1096,1-9 752,6-10 23,-9-4 169,2-3 728,-11-2 120,-15 0 17,-5-2-1146,-18-1 457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20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1 123 19012,'57'-5'960,"22"-10"129,20-4-881,18-19-1201,-1-7 673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21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643 1 11466,'-111'53'2918,"50"-25"-410,-104 65-1,159-89-2381,0 0-1,1 1 1,-1-1 0,1 1 0,0 0 0,-5 7 0,9-11-114,1 0 0,-1 0 1,0 0-1,1 0 1,-1 0-1,1 0 0,-1 0 1,1 1-1,0-1 0,-1 0 1,1 0-1,0 0 1,0 0-1,0 1 0,0-1 1,0 0-1,0 0 0,0 0 1,0 0-1,1 1 1,-1-1-1,0 0 0,1 0 1,-1 0-1,0 0 1,1 0-1,0 0 0,-1 0 1,1 0-1,0 0 0,-1 0 1,1 0-1,0 0 1,0 0-1,0-1 0,0 1 1,0 0-1,0-1 1,0 1-1,0 0 0,0-1 1,0 1-1,2 0 0,8 3-15,0-1-1,0 0 1,0 0-1,0-1 1,1 0-1,-1-1 1,0-1-1,1 0 1,17-2-1,-2 2 22,17-2 41,-13 1 46,1 1 0,33 5 0,-63-5-97,0 0 1,0 1 0,1-1 0,-1 1 0,0-1 0,0 1-1,0 0 1,0 0 0,0 0 0,0 0 0,0 0 0,-1 0 0,1 0-1,2 3 1,-3-3-5,-1 0 0,1 0 1,-1 0-1,0 0 0,1 0 0,-1 0 0,0 0 0,0 1 0,0-1 0,0 0 0,0 0 1,0 0-1,0 0 0,0 0 0,-1 0 0,1 1 0,0-1 0,-1 0 0,1 0 0,0 0 1,-1 0-1,0 0 0,1 0 0,-1 0 0,1-1 0,-1 1 0,0 0 0,0 0 0,0 0 0,-1 1 1,-18 18 57,-2 0 1,0-2-1,-2 0 1,-41 24-1,48-31-34,-146 83 185,144-85-268,-1 0-1,1-2 0,-1 0 0,-1-2 1,1 0-1,-1-1 0,-21 1 1,35-5-34,0 0 0,1 0 1,-1 0-1,0-1 1,0 0-1,1 0 0,-1 0 1,-7-4-1,8 2 3,1 0 0,0 0 0,0-1 0,0 0 0,1 0 0,-1 0 0,-7-10 0,12 14 83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38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321 45 12211,'3'-6'196,"-1"3"18,0 0 0,0-1 0,0 1 1,0-1-1,0 0 0,-1 0 0,2-6 0,-4 7 531,-2 6-479,-3 11-15,3-4-179,1 1 1,0-1-1,0 0 0,1 1 0,0-1 1,1 1-1,2 18 0,0-6-1,17 257 378,0-46-197,-2 183 48,-42 474 0,-108 225 151,42-433 326,10 239 593,63-1-127,61-112-926,-26-578-418,-6 15-274,-11-193-208,-12 79 0,9-111 159,-1 1 1,-1 0-1,-1-1 0,-10 25 0,11-36 206,0-1 0,-1 0 0,0 0 0,-1 0 0,0-1 0,-11 11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39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1 182 12067,'508'-4'3414,"3"-25"-2648,1985-41 4550,-1278 100-4263,-279-4-820,945-22-371,-3-101-5365,-1408 56 3090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42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3049 4089,'1'-7'-145,"0"-1"0,1 1 0,0-1 0,0 1 0,1 0 0,-1 0 0,2 0 1,-1 1-1,1-1 0,0 1 0,0-1 0,6-6 0,-3 5 896,-1-1-1,0 0 1,-1-1 0,6-14 0,-10 22 1004,-5-8 1428,0 4-3134,1-1 0,-1 0 1,1 0-1,0 0 0,1 0 0,0 0 1,0-1-1,0 1 0,1-1 0,0 1 1,1-1-1,-1 0 0,2-9 0,4-5-37,11-29 0,-9 30 2,7-31-1,-7 10-5,-4 22 30,0 1 0,1-1 1,2 1-1,9-25 0,0 12-1,2 1 1,1 0 0,2 1-1,1 2 1,1 0-1,1 1 1,1 1-1,2 1 1,0 2-1,2 0 1,33-20 0,-43 32 310,1 2 0,0 0 1,1 1-1,0 1 1,0 0-1,0 2 0,31-4 1,-46 8-253,1 1 0,-1-1 0,0 1 1,0 1-1,0-1 0,0 1 0,0 0 0,0 0 1,0 0-1,0 1 0,0-1 0,0 1 0,0 1 1,4 2-1,-3-1-34,1 1-1,-1 0 1,-1 0 0,1 0-1,-1 1 1,0 0 0,0 0-1,6 10 1,-1 2-28,-1 1 1,-1-1-1,-1 1 0,0 1 0,-2-1 0,5 25 1,-5-1 32,2 52 1,-3-17 22,-3-70-76,1 0 1,-1 0-1,2 0 0,-1 0 0,1 0 1,0-1-1,1 1 0,0-1 0,0 0 1,1 0-1,0 0 0,0-1 0,0 1 1,1-1-1,0 0 0,0-1 0,1 0 1,-1 0-1,10 6 0,-4-4 0,0-1-1,1 0 1,-1 0 0,1-1-1,0-1 1,0 0-1,1-1 1,-1 0 0,1-1-1,26 0 1,-14-3-8,0-1 0,-1-1 0,1-2 0,-1-1 0,0 0 0,26-12 1,-32 10-83,0 0 0,-1-2 1,0 0-1,-1-1 1,0 0-1,0-1 1,-2-1-1,19-19 0,-3-2-59,96-109-16,-96 105 195,47-79 0,-68 101-32,-1 0 1,-1-1-1,-1 0 0,0-1 1,5-25-1,-10 37 7,-1-1 0,0 0 0,-1 0 0,0 0-1,0 0 1,0 1 0,-1-1 0,0 0 0,0 0 0,-1 0-1,1 1 1,-2-1 0,1 1 0,-1 0 0,0-1-1,0 1 1,-6-9 0,-8-6 204,11 14-4,-1-2-1,1 1 1,-8-16-1,13 21-186,-1 1 0,1-1-1,0 0 1,1 0 0,-1 0 0,0 0-1,1 0 1,0 0 0,0 0 0,-1 0-1,2 0 1,-1 0 0,0 0-1,1 1 1,-1-1 0,1 0 0,1-4-1,3-2-28,-1 1 0,1 0-1,0 1 1,1-1-1,0 1 1,0 0 0,0 0-1,1 1 1,0 0-1,1 0 1,-1 1 0,12-7-1,12-5 23,62-25 0,248-68 58,-327 107-79,0-1 0,1 2 0,-1-1 0,28 1 1,-37 2-5,-1 1 1,0-1 0,0 1 0,1 0 0,-1 0-1,0 0 1,0 1 0,0-1 0,0 1 0,0 0-1,0 0 1,-1 0 0,1 1 0,-1-1 0,1 1-1,-1 0 1,0 0 0,0 0 0,0 1 0,4 5-1,1 7 9,0 0 0,-1 0 0,10 34 0,9 21 2,74 148 20,-97-210-30,2-1 0,-1 0-1,1 0 1,0 0 0,1-1 0,0 0 0,0 0 0,1 0 0,10 8-1,-11-11-1,1 0-1,0 0 1,0-1-1,0 0 1,1 0-1,-1 0 1,0-1-1,1 0 1,0-1-1,0 0 1,13 1-1,11-2 4,0-1-1,0-1 0,0-2 0,0-2 0,-1 0 0,0-2 1,36-14-1,-58 17 0,0 0 0,0 0 0,-1 0 0,1-1 0,-1-1 0,0 1 0,-1-1 0,0-1 0,13-15 0,-4 1-2,-1-2 1,17-33 0,-29 52 0,-1 0 0,1-1-1,-1 1 1,0-1 0,0 0 0,-1 0-1,0 0 1,0 0 0,0 0 0,0 0-1,-1 0 1,-1-8 0,0 7-4,-1-1 0,-1 1 0,1 0 0,-1 0 0,0 0 0,-1 0 0,1 0 0,-2 0 0,-4-6 0,-3-3-17,1 0-1,1-1 0,1-1 0,0 0 1,1 0-1,-5-20 0,10 30 7,2 0 1,-1-1-1,1 1 0,1 0 0,-1-1 1,1 1-1,1 0 0,0-1 1,0 1-1,0 0 0,1 0 0,0 0 1,1 0-1,0 0 0,0 0 1,1 1-1,4-9 0,-3 10 14,-1 0 0,1 1 0,0-1 0,1 1 0,-1 0 0,1 0-1,0 1 1,0 0 0,1 0 0,-1 0 0,1 1 0,0 0 0,9-3 0,13-3 21,56-11 1,-73 18-24,30-7 8,136-19 5,-158 26-12,0 1-1,0 1 1,0 1 0,-1 1-1,1 0 1,38 11-1,-47-9-1,-1 1 0,1 0 0,-1 1-1,1 0 1,-1 0 0,-1 1 0,0 1-1,0-1 1,0 1 0,8 11-1,6 9 26,38 60 0,-51-71-34,-1 1-1,0 0 1,-1 1-1,-2 0 1,1 0-1,-2 0 1,-1 1-1,0-1 1,-1 1-1,0 31 1,-3-37 9,0 0 1,2 0-1,0-1 0,6 25 0,-7-35 15,0 1 0,1-1 0,0 1 0,-1-1-1,1 0 1,0 1 0,1-1 0,-1 0-1,0 0 1,1-1 0,0 1 0,0-1 0,-1 1-1,1-1 1,1 0 0,-1 0 0,0 0 0,1 0-1,-1-1 1,0 1 0,1-1 0,6 2-1,0-2-4,0 0 1,0 0-1,0-1 0,0 0 0,0-1 0,0 0 0,0-1 0,0 0 0,0 0 0,0-1 0,-1 0 0,1-1 0,-1 0 0,11-6 0,0-2-26,0 0-1,-1-2 1,-1 0-1,0 0 1,18-21-1,-21 18 33,0-1 0,-2 0 0,0-1 0,13-26 0,35-87 154,-31 62-106,7-6-32,20-46-99,-47 97 0,-1 0 0,11-51 0,-19 73 95,0-1 1,0-1 0,-1 1 0,0 0-1,1 0 1,-1 0 0,0 0-1,-1 0 1,1 0 0,-1 0 0,0 0-1,0 0 1,0 0 0,0 0-1,-1 0 1,0 1 0,0-1-1,0 0 1,0 1 0,-4-6 0,5 8-2,0-1 1,0 1 0,0-1-1,0 0 1,0 1 0,1-1-1,-1 0 1,1 0 0,-1 0-1,1 0 1,0 1-1,-1-1 1,1 0 0,0 0-1,0 0 1,0 0 0,1 0-1,0-3 1,0 1-12,0 0 0,1 0 0,0 1 0,0-1 0,0 0 0,0 0 0,0 1 0,4-4 0,3-4-11,2 1 1,-1 0-1,24-16 0,-8 9 22,1 1 1,1 1-1,50-19 0,-27 16-9,71-15-1,-121 33-13,16-4-13,0 1 1,1 0-1,28 0 0,-41 3 5,-1 0 1,1 1-1,0-1 0,0 1 1,-1 0-1,1 0 0,-1 1 1,1 0-1,-1-1 0,1 1 1,-1 1-1,0-1 0,0 1 0,0-1 1,0 1-1,-1 0 0,1 1 1,4 5-1,3 6 7,-1 0 1,-1 0-1,14 31 1,16 56 33,-28-72-31,5 17 5,14 58 0,-29-101-1,0-1 1,0 1-1,0-1 1,0 1-1,0-1 1,1 1-1,-1-1 1,1 0-1,0 0 1,0 0-1,0 0 1,1 0-1,-1 0 1,4 3-1,-3-4 5,1 0-1,0 0 0,-1 0 0,1 0 0,0-1 1,0 1-1,0-1 0,0 0 0,1 0 0,-1-1 0,8 1 1,1 0 4,0-1 0,0-1 1,0 0-1,0-1 1,0 0-1,0-1 0,-1 0 1,19-8-1,-23 8-3,1-1 1,-1 0-1,0-1 0,0 0 0,-1 0 0,0-1 1,1 0-1,-2 0 0,1 0 0,-1-1 0,0 0 1,0 0-1,4-9 0,2-5-13,-1-1-1,0 0 1,-2 0-1,-1-1 1,8-34-1,-14 49-4,-1 0-1,0-1 0,0 1 0,-1 0 1,0-1-1,0 1 0,-1 0 0,0-1 1,0 1-1,-1 0 0,0 0 0,-1 0 0,1 0 1,-2 0-1,1 0 0,-1 1 0,0 0 1,-1 0-1,-6-9 0,5 10-11,1-1 0,0 0 0,0 0 0,1-1 0,0 1 0,0-1 0,0 1 0,1-1 0,1-1 0,-1 1 0,1 0 0,1 0 0,-1-1 0,2 1 0,-1-1 0,1 1 0,1-15 0,0 13-7,-1 1-1,1-1 1,1 0 0,0 0-1,0 1 1,1-1 0,8-16 0,-8 20 45,0 1 0,1-1 0,0 1 0,0 0 0,0 0 0,0 1 0,1-1 0,0 1 0,0 0 0,0 1 0,0-1 1,1 1-1,8-5 0,22-7-47,0 2 1,1 1 0,0 1 0,1 3-1,0 0 1,51-2 0,-77 10 27,1 0 0,0 0 1,0 2-1,-1-1 1,1 2-1,-1-1 0,1 2 1,-1-1-1,0 2 1,0 0-1,-1 0 0,1 1 1,-1 0-1,-1 1 1,1 1-1,-1-1 0,0 2 1,-1-1-1,0 1 1,12 16-1,16 22 70,-11-11-33,3-2 0,56 55 0,-75-81-35,9 9 17,1-1 0,39 24 0,-53-37-18,0 0-1,0 0 1,0-1 0,0 1-1,1-1 1,-1-1-1,1 1 1,0-1-1,-1 0 1,1-1 0,0 1-1,-1-1 1,1-1-1,0 1 1,10-3-1,0-2-30,0-2-1,0 1 1,-1-2-1,1 0 1,-2-1-1,24-18 1,80-74-498,-102 84 412,0-1-1,24-31 1,-35 39 112,0 1-1,0-1 0,-1 0 1,0 0-1,-1-1 0,0 1 1,-1-1-1,2-11 0,-1 1 48,0-1-1,2 2 1,0-1-1,1 1 1,10-20 0,0 8-52,-4 9-88,-1-1-1,-2 0 1,0 0 0,-1-1-1,6-28 1,-15 49-205,1-1 0,-1 1 0,0 0 0,0 0 0,-1-1 0,0-5 0,-1-17-4085,8-6 2633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45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3430 3617,'26'-1'1149,"0"-1"0,0-1 1,40-10-1,75-30-1993,-72 20 786,1000-330 2750,-603 196-653,434-127 1217,-27 8-2568,308-127-449,-651 219 279,1723-620 2666,-1151 384-4664,-379 128-3995,-317 121 3856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54.7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0 5425,'-2'35'760,"10"8"1009,8 25-1065,7 16-192,-1 38-264,-5 14-1176,4 18 480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55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0 11026,'2'21'560,"5"8"281,3 9-49,7 14-864,1 11-312,-8 13-168,-1 5 112,-14 7-273,-13-8-215,-8-11-128,-5-9-192,10-15-225,6-7 137,11-15 760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55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10362,'5'17'392,"2"2"320,-6 9-856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55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5497,'-2'52'528,"2"3"456,-4-3-1040,4 1-184,2-9-48,-2-3 32,4-1 712,-3-7 489,1 0 255,3-4-184,2-5-328,-3-5-288,2-1-600,-4-6-888,3-4 672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56.3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1 14867,'-20'32'538,"0"1"-1,3 1 0,0 1 1,-13 46-1,-36 152-837,47-157 428,8-34-93,-33 142 409,39-155-291,1 0 0,2 1 0,0-1-1,4 40 1,-1-63-131,0 1 0,0-1-1,1 1 1,0-1 0,0 1-1,0-1 1,1 0 0,0 0-1,0 0 1,0 0-1,1-1 1,6 8 0,-7-10-18,0 0 1,0 0-1,0-1 1,0 1-1,0-1 1,1 0-1,-1 0 0,1 0 1,-1-1-1,1 1 1,0-1-1,0 0 1,0 0-1,0 0 1,0 0-1,0-1 1,0 1-1,0-1 1,0 0-1,0-1 0,0 1 1,4-2-1,1 1-61,-1-2 1,0 1-1,0-1 0,-1-1 0,1 1 0,0-1 0,-1-1 0,0 1 0,0-1 0,-1-1 0,1 1 0,7-9 0,-3 2-447,-1-1 0,0 0 0,-1-1 0,0 0 0,11-24 0,6-37-858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56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7 333 12379,'-7'12'3416,"7"-2"2434,38-10-5506,19-7-320,33-15-304,12-11-48,5-12-377,6-7-343,-4 0-776,-4 4-1065,-13 8-464,-16 7 1017,-17 11 1280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57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98 263 19100,'-13'11'1057,"9"-8"-1098,0-1 0,1 1 0,0-1 0,0 1 0,0 0 0,0 1 0,0-1 0,0 0 0,1 1 0,-1-1 0,1 1 0,0 0 0,0 0 0,1 0 0,-1 0 0,1 0 0,0 0 0,-1 8-1,-1 22-1092,3-23 871,0-1 0,-1 1 0,0-1 0,-1 0 0,0 1 0,-1-1 0,-6 16 0,7-23 1590,-4-24-1,4 14-1263,0 1 1,1-1-1,-1 1 1,0-9-1,3-9-66,0 0 0,1 0-1,2 0 1,0 0 0,1 0-1,2 1 1,0 0 0,2 0-1,0 1 1,2 0 0,0 1-1,1 0 1,20-25 0,-25 38-18,0-1 0,1 1-1,0 0 1,0 1 0,1 0 0,16-10 0,-22 15 19,0 0-1,0 1 0,0 0 1,0 0-1,0 0 1,0 0-1,0 0 1,1 0-1,-1 1 0,0 0 1,7 0-1,-8 0 7,0 1 1,1-1-1,-1 1 0,0 0 0,0-1 0,0 1 1,0 0-1,0 1 0,0-1 0,0 0 0,0 0 1,0 1-1,0-1 0,-1 1 0,1 0 0,-1 0 1,1-1-1,2 5 0,0 3 14,0-1 0,0 1 0,-1 0 0,0 0 0,-1 0 1,1 0-1,-2 0 0,1 1 0,-1 17 0,-6 90 124,4-101-108,-7 52 158,4-41 45,1-1 0,1 0 0,4 52 1,-2-76-253,0 0-1,0 0 1,0-1 0,1 1 0,-1 0 0,1-1 0,-1 1 0,1-1 0,-1 1 0,1 0 0,0-1-1,0 1 1,0-1 0,0 0 0,0 1 0,0-1 0,0 0 0,0 0 0,0 1 0,1-1-1,-1 0 1,0 0 0,1 0 0,-1-1 0,1 1 0,-1 0 0,1 0 0,0-1 0,-1 1 0,1-1-1,-1 0 1,1 1 0,0-1 0,0 0 0,-1 0 0,1 0 0,3 0 0,-1-1-267,0 0 0,0 0 0,1 0 0,-1-1 0,0 1 0,0-1 0,0 0 0,0 0 0,-1-1-1,1 1 1,-1-1 0,1 0 0,3-4 0,13-19-1078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57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15 116 17212,'-14'3'2040,"45"-13"-4200,2 1 1632,8-3 335,-1-1 386,0-5-25,-1-1-985,-4 0-1455,-4 0 1296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57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20004,'-4'52'1233,"1"0"-201,3 4-488,3-3-696,1 8-240,8-4-352,4 0-433,3-2-559,0-12-1153,-6-13-767,1-15 1191,-2-27 1409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2:57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23429,'-2'95'616,"2"9"120,-1 17-1528,4 3-488,-1 1 504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3:03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30 632 3785,'0'0'3171,"-2"0"-2980,1-1-1,0 0 0,-1 0 1,1 0-1,0 0 0,0 0 1,0-1-1,0 1 1,0 0-1,0 0 0,0-1 1,0 1-1,0-1 1,1 1-1,-1-1 0,0 1 1,1-1-1,0 1 1,-1-1-1,1-2 0,-2-7-364,-2-7 601,2 0 0,0 0 0,1 0 0,1 0 0,4-30 0,-1 35-369,-2 7 125,1 1 0,-1-1 0,0 0 1,-1 0-1,0-9 0,8-3-103,12-21-72,-13 25 391,1 2 842,4 0-992,37-38-69,-34 29 0,12-16-44,-20 28 12,5-14 304,-9 17-453,0 0 0,0 0 0,1 1 0,8-10 0,-4 5 6,-2 1 299,-6 9-297,0-1-1,0 1 1,0 0 0,0 0 0,1-1 0,-1 1 0,0 0-1,0-1 1,0 1 0,0 0 0,0 0 0,0-1 0,0 1-1,0 0 1,1 0 0,-1 0 0,0-1 0,0 1 0,0 0-1,1 0 1,-1 0 0,0-1 0,0 1 0,0 0 0,1 0-1,-1 0 1,0 0 0,0 0 0,1-1 0,-1 1 0,0 0 0,1 0-1,-1 0 1,0 0 0,13-7-22,23-14-57,-27 16 16,7-9 444,34-13-404,-50 26 11,1 0 0,0 1 1,0-1-1,0 0 0,0 1 0,0-1 0,0 1 1,0-1-1,0 1 0,0 0 0,0-1 0,0 1 1,0 0-1,0 0 0,0 0 0,0 0 1,0 0-1,3 0 0,16-1-36,24-8 41,-37 8 2,7-1 65,6 3-12,-2-1-31,1 1-2,39-6 0,-50 4-5,9 3 61,-12-1-76,6 3-6,-7-3 1,0 0 1,0 1-1,0-1 0,1-1 1,-1 1-1,0-1 1,6 0-1,14 15-25,14 5 8,-17-6 41,-6 1-2,22 16-23,-31-27 15,-1 1 0,0 0 1,0 0-1,0 0 0,0 0 0,-1 1 0,1 0 1,5 11-1,-3-4-8,1-3-24,-6-6 37,4 10 6,18 36 10,-14-34-68,12 23 30,-15-24 9,-4-2-1,7 23 1,-3-17 43,4-3-39,10 23-7,-17-31 0,-1-2 0,-3 5-3,14 68-14,-10-66 5,1 0 0,1 0 0,0-1 0,1 0 0,0 0 0,13 16 0,11 18 0,-29-43-12,-1-1 0,0 1 0,0 0 0,0 0 0,0 0 0,0 0 0,-1 0 0,1 0 0,-1 0 0,0 0 0,0 0 0,0 0 0,0 0 0,0 0 0,-1 0 0,0 0 0,1 0 0,-1 0 0,0-1 0,0 1 0,-1 0 0,1 0 0,0-1 0,-3 4 0,4-6 5,-1 1 0,1 0 0,0 0 0,0-1 0,-1 1 0,1 0 0,0 0 0,0 0 0,0-1 0,0 1 0,0 0 0,0 0 0,0 0 0,0-1 0,0 3 0,2 14-277,-1 23 244,1-22 113,4-15-1809,0 0-4272,-4-2 4781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3:06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0 325 13123,'0'1'46,"0"0"1,0 0-1,0-1 1,0 1-1,0 0 1,0 0 0,0-1-1,1 1 1,-1 0-1,0 0 1,0-1-1,1 1 1,-1 0-1,0-1 1,1 1-1,-1 0 1,1-1-1,-1 1 1,1-1-1,-1 1 1,1 0 0,-1-1-1,1 1 1,-1-1-1,2 1 1,0 0-124,-1-1 1,0 0 0,1 1 0,-1-1 0,1 0 0,-1 0-1,1 0 1,-1 0 0,0 0 0,1 0 0,-1-1 0,3 1-1,3-3-383,0 1 0,0-1 0,0 0-1,9-6 1,1-2 503,-1-1 0,0-1 0,-1 0 0,25-27 0,44-68 4140,-22 27-3046,-57 74-1126,2 1 0,-1 0 0,11-7 0,-3 1-107,-12 10-73,-1 16-236,-1-10 430,0-1 0,0 0 0,0 1 0,0-1 0,0 0 0,-1 1 0,0-1 0,1 0 0,-3 3-1,-14 50 357,3 0-1,1 1 0,4 0 0,2 0 0,0 99 0,7-152-425,0 6 85,0 1-1,4 18 0,-4-27-137,1 0 1,-1 0-1,1 0 0,0 0 1,-1 0-1,1 0 0,0 0 1,0 0-1,0 0 0,0-1 1,1 1-1,-1 0 0,0-1 1,1 1-1,-1-1 1,1 1-1,-1-1 0,1 0 1,0 0-1,2 2 0,18 2-777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3:07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0 11682,'-19'24'938,"-1"0"0,-1-2 0,-1 0 0,-1-2 0,-43 31 0,64-49 252,7-1-777,19 4-70,-14-3-253,1 0 0,-2 1-1,1 0 1,0 0 0,0 1 0,8 6-1,-15-9-91,-1 1 0,0-1 0,0 1 0,0 0 0,0 0 0,0 0 0,0 0 0,-1 0 0,1 0 0,-1 1 0,1-1 0,-1 0 0,0 1 0,0-1 0,0 1 0,0-1 0,0 1 0,-1 0 0,1-1 0,-1 1 0,0 0 0,0 0 0,0-1 0,0 1 0,0 0 0,0-1 0,-1 1 0,1 0 0,-2 2 0,-1 6 21,0-1-1,0 0 0,-1 0 0,-1 0 1,0 0-1,0-1 0,-1 1 0,0-2 1,-10 13-1,14-19-25,-1 0 1,0 0-1,1 0 1,-1-1-1,0 1 1,0 0-1,0-1 0,-1 0 1,1 0-1,0 0 1,0 0-1,-1-1 1,1 1-1,0-1 0,-1 1 1,-3-2-1,0 1-208,0 0-1,0-1 0,0 0 0,0-1 1,1 0-1,-10-3 0,15 5-740,0-12-4835,7-1 7439,-4 11-1561,2-2 66,9-5 4,24-17 151,-27 19 128,-10 8 1109,1 0-1461,0 0-1,0 0 1,0 0-1,0 0 0,-1 0 1,1 0-1,0 0 1,-1 0-1,1 0 0,-1 0 1,0 0-1,1 0 1,-1 1-1,0-1 1,1 0-1,-1 2 0,4 25 520,2 46 0,-5-67-522,-1 0-1,1-1 1,0 1-1,0 0 1,1 0 0,0-1-1,0 1 1,6 9 0,-8-14-68,1-1 1,0 1 0,0-1-1,-1 1 1,1-1 0,0 1-1,0-1 1,1 0 0,-1 1 0,0-1-1,0 0 1,1 0 0,-1 0-1,1 0 1,-1 0 0,1 0-1,-1-1 1,1 1 0,-1 0 0,1-1-1,0 1 1,-1-1 0,1 0-1,0 1 1,-1-1 0,1 0-1,0 0 1,0 0 0,-1 0 0,1-1-1,0 1 1,-1 0 0,1-1-1,0 1 1,-1-1 0,1 1-1,-1-1 1,1 0 0,1-1 0,3-1 0,-1-1 0,1 0 0,-1 0 0,0 0 0,-1 0 0,1-1 0,-1 0 0,0 0 0,0 0 0,0 0 0,-1-1 0,0 0 1,0 1-1,4-13 0,-3 6-464,-1-1 0,0 0 1,-1 0-1,0 0 0,-1 0 1,-1-19-1,-1-2-736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3:07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0 174 17140,'28'12'880,"3"-7"-328,9-2-352,-4-6-184,2-6 48,-1-8-64,-4-5 8,-4-8-120,-1-6-400,-6 0-5689,-3-4 5368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3:07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15939,'0'0'1961,"33"17"1296,3-14-3986,11-1-1559,3-9 952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6:53:08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291 1 11018,'-39'25'853,"20"-13"-56,1 0 0,0 1 0,1 1-1,0 0 1,1 1 0,-15 18 0,29-30-707,2-3-61,-1 0 0,1 0 0,0 0 0,-1 1 0,1-1 0,0 0-1,-1 0 1,1 1 0,0-1 0,-1 0 0,1 1 0,0-1 0,0 0 0,-1 1 0,1-1-1,0 0 1,0 1 0,0-1 0,0 0 0,-1 1 0,1-1 0,0 1 0,0-1 0,0 0-1,0 1 1,0-1 0,0 1 0,0-1 0,0 1 0,0-1 0,0 0 0,0 1 0,0-1-1,0 1 1,1-1 0,-1 0 0,0 1 0,0-1 0,0 0 0,0 1 0,1-1 0,-1 0-1,0 1 1,1-1 0,-1 0 0,0 1 0,0-1 0,1 0 0,-1 0 0,0 1 0,1-1-1,-1 0 1,1 0 0,-1 0 0,0 1 0,1-1 0,0 0 0,12 2 103,0 0 0,0-1 0,19-1 0,13 0 145,-42 0-266,0 1-1,-1-1 1,1 0 0,0 1-1,0-1 1,0 1-1,-1 0 1,1 0 0,0 0-1,-1 0 1,1 1 0,-1-1-1,5 4 1,-6-4-13,0 0 1,0 1 0,0-1-1,-1 0 1,1 1-1,0-1 1,-1 1 0,1-1-1,-1 1 1,0-1-1,1 1 1,-1-1 0,0 1-1,0-1 1,0 1-1,0-1 1,0 1 0,0-1-1,0 1 1,0-1-1,-1 1 1,1-1 0,-1 1-1,1-1 1,-1 1-1,0-1 1,-1 3 0,-3 6-2,-1 0-1,0-1 1,-1 0 0,0 0 0,0 0 0,-9 7 0,-56 47 152,49-43-82,-3 3 10,18-15-68,-1 0-1,0 0 1,0-1-1,-1 0 0,0 0 1,-19 9-1,28-16-13,0 0 0,0 0 0,0 1 0,0-1 0,0 0 0,0 0 0,0 0 0,0 0 0,0 0 0,0 0 0,0-1 0,0 1 0,0 0 0,0 0 0,-1-1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0:54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1271 0 14099,'-6'40'120,"-20"36"144,-12 12 168,-26 35 376,-11 21 249,-18 32-105,-6 11-184,-4-2-576,-6-11-200,5-34-80,0-20 40,11-39 8,1-19-64,6-46-872,1-25-921,-9-53 993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0:55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14075,'17'6'469,"-1"0"1,0 2-1,0-1 0,0 2 0,-1 0 1,0 1-1,-1 1 0,21 18 1,-16-9-426,-1 0 0,0 1 0,-2 1 0,27 46 0,-11-3-308,-3 1 0,-3 2 0,22 88-1,5 51 131,35 114 110,-78-292-52,2 0-1,1 0 1,1-2 0,1 0 0,24 33 0,-32-50-213,0-1 0,1 0 0,0 0-1,1 0 1,0-1 0,0-1 0,1 1 0,0-2 0,0 1 0,0-1 0,1-1 0,0 0 0,0 0 0,1-1 0,-1-1 0,16 3 0,-4-4-194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0:55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10938,'22'13'513,"-19"-12"-471,1 1 1,-1-1-1,0 1 1,0 0 0,1 0-1,-1 1 1,0-1-1,-1 0 1,1 1 0,0 0-1,-1 0 1,1 0-1,-1 0 1,0 0 0,0 0-1,0 0 1,-1 1-1,1-1 1,0 4 0,4 30 592,3 64 1,-5-35-419,3 92 63,-7-135-216,0-15 6,0 0 0,1-1-1,0 1 1,0 0 0,5 13 0,-6-19-44,1 0 0,0 0 0,0-1 0,0 1 0,0 0 0,0-1 0,0 1 0,0-1 0,1 1 0,-1-1 0,0 0 0,1 1 0,-1-1 0,1 0 0,0 0 0,-1 0 0,1 0 0,0 0 0,0 0 0,-1-1 0,1 1 0,0 0 0,0-1 0,0 0 0,0 1 0,0-1 0,2 0 0,5-1-66,0 1 0,-1-2 0,1 1 0,-1-1 1,1-1-1,-1 1 0,0-1 0,0-1 0,15-8 0,-6 2-837,-1-1 0,0-1 0,20-18-1,5-13-334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0:55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0 8954,'-27'24'712,"9"1"448,6 0-472,21 1-431,13-5-49,23-7-40,19-9 16,26-15 104,7-14-608,3-32 288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0:57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6281,'0'0'3433,"19"21"-3033,-3 15-272,4 14-40,-8 31-40,4 18-128,-16 19-1184,-9 8 856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0:58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1088 8 8098,'23'-4'344,"-1"1"-32,-8 8-8,-12 5 136,-16 18 256,-16 12 112,-28 32-23,-17 22 95,-25 34 264,-13 15-328,-13 20-408,0 3-144,10-11-168,9-18 40,20-37-160,11-31-184,16-46-1664,-1-20 1280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0:58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11915,'57'4'824,"16"8"1256,3 15-383,19 24-577,4 11-256,-8 16-696,-6 1-152,-18 2-80,-9 1 16,-3-10 24,-2-4 48,1-16-24,1-13-168,-10-20-624,-1-12-665,-5-26 721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0:59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11763,'5'57'4071,"0"-8"-3938,-6 139-504,3 59 224,1-207 205,2 0 0,1 0 0,2-1 0,14 41 0,-22-78-56,0-1 1,1 1-1,-1 0 0,1 0 0,0 0 0,0 0 0,-1-1 0,1 1 0,0 0 1,0-1-1,1 1 0,-1-1 0,0 1 0,0-1 0,1 1 0,-1-1 0,1 0 0,-1 0 1,1 0-1,0 0 0,-1 0 0,1 0 0,0 0 0,2 0 0,-1-1-4,-1 0 0,1-1-1,0 0 1,0 1 0,0-1-1,-1 0 1,1 0 0,0-1-1,-1 1 1,1 0 0,-1-1-1,0 0 1,1 1 0,-1-1-1,0 0 1,2-3 0,14-12-852,-1-1-1,-1-1 1,14-21 0,5-19-160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0:59.2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16 134 11026,'-15'7'512,"30"2"-848,17-18 272,14-8 264,8-6 80,6-6-63,8-2-89,-9-9-80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0:59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55 15963,'0'0'1555,"-2"1"-2647,9-8 1134,-2 2 118,2 0 0,-1 0 0,1 1 0,-1 0 1,1 0-1,0 0 0,1 1 0,-1 0 0,0 0 1,1 1-1,0 0 0,-1 1 0,1-1 0,9 1 1,-16 1-162,-1 0 0,1 0 1,0 0-1,-1 0 0,1 0 1,-1 1-1,1-1 0,0 0 1,-1 1-1,1-1 0,-1 0 1,1 1-1,-1-1 0,1 0 1,-1 1-1,1-1 1,-1 1-1,0-1 0,1 1 1,-1-1-1,1 1 0,-1-1 1,0 1-1,0-1 0,1 1 1,-1 0-1,0-1 0,0 1 1,0-1-1,0 1 0,1 0 1,-1-1-1,0 1 0,0 0 1,0-1-1,-1 2 0,-3 25-175,3-26 162,-5 18-143,-1-1-1,0 0 1,-2 0-1,-18 28 1,-51 64 29,72-103 167,-16 18 249,21-24-92,4-4-132,7-6-33,1 0 1,1 0-1,-1 2 0,1-1 1,0 1-1,1 1 0,0 0 1,0 1-1,0 1 0,19-5 0,19-1-397,77-6 0,-88 12-280,28-4-2298,7-2 1213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0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134 116 9218,'-27'-112'1104,"26"109"-693,-11 22 753,8-4-915,1 1 0,1 0-1,0 27 1,0 3 100,-57 562 801,47-499-660,2 194-1,11-283-280,0 1 1,1-1-1,1 0 1,1 0 0,1 0-1,1 0 1,1 0-1,0-1 1,18 33-1,-21-48-168,-1 1 1,1 0-1,-1-1 0,1 0 0,1 0 0,-1 0 1,0 0-1,1-1 0,0 1 0,0-1 1,0 0-1,0-1 0,0 1 0,1-1 1,-1 0-1,1-1 0,-1 1 0,1-1 0,0 0 1,0 0-1,-1-1 0,1 0 0,0 0 1,0 0-1,0-1 0,-1 0 0,7-1 1,2-2-153,1 0-1,-1 0 1,-1-1 0,1-1 0,-1-1 0,0 0 0,0 0 0,-1-1 0,18-15 0,-18 12-211,0 0 0,-1-1 1,-1 0-1,0 0 0,0-1 0,-1-1 0,9-18 0,-15 25 1,1 0 0,-1-1 0,-1 1-1,0-1 1,0 0 0,0 0-1,-1 1 1,0-1 0,0 0 0,-1 0-1,0 0 1,-1 0 0,0 0 0,0 0-1,-1 0 1,-3-12 0,-19-30-1158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0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 11122,'45'14'1241,"35"-7"5120,17-7-5985,36-20-1648,5-5-1785,-15-10 1785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1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842 0 11650,'-3'26'142,"-1"0"-1,-1 0 0,-1-1 0,-13 36 0,-49 95-227,65-149 99,1-4-16,-149 301 587,117-242-196,-4-2-1,-81 100 1,102-140-335,0-2 1,-2 0-1,0-1 1,0 0-1,-31 18 1,44-32-109,0 1 0,-1-2 0,1 1 0,-1 0 0,1-1 0,-1 0 1,0-1-1,1 0 0,-1 0 0,0 0 0,-7-1 0,9 0-84,0-1-1,1 0 1,-1 0-1,0 0 1,1-1 0,-1 0-1,1 1 1,0-2-1,-1 1 1,1 0 0,0-1-1,0 0 1,1 0-1,-1 0 1,0 0 0,1-1-1,-5-6 1,2 3-270,1 0 0,0-1 1,0 0-1,0 0 0,-3-9 1,2-2-315,0 0 1,-6-36-1,-10-114-2354,21 160 2664,0-1-1,1 0 1,0 0 0,2-16-1,-1 23 361,3-24-97,1-14 1466,2-1 0,13-39 0,-20 78-1066,1 0-1,1 1 1,-1-1-1,0 0 1,0 1-1,1-1 1,0 1-1,-1-1 1,1 1 0,0 0-1,4-4 1,-5 5-114,1 1 0,-1-1 0,1 0 0,-1 0 0,1 1 0,-1-1 0,1 1 0,-1-1 0,1 1 0,-1 0 0,1 0 0,0-1 0,-1 1 0,1 0 0,0 0 0,1 1 0,4 1 189,0 0 0,0 1 0,0 0 1,-1 0-1,1 0 0,-1 1 0,0 0 1,7 6-1,164 131 4060,80 92-2951,-253-230-1432,136 136-608,27 24-2123,-155-153 2540,0-1-1,1 0 1,0 0 0,0-1 0,1-1 0,-1 0 0,2-1 0,24 7 0,-20-8 45,1-1 1,-1-2-1,1 0 0,0 0 1,0-2-1,25-3 0,50-10-1282,2-9 737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2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119 146 16852,'0'-2'152,"0"0"0,0 0 0,0 0 0,0 0 0,1 0 0,-1 0 1,1 0-1,0 0 0,-1 0 0,1 0 0,0 0 0,0 1 0,0-1 0,0 0 1,1 1-1,0-3 0,29-25 142,-17 19-453,1 0 0,0 1 0,1 1 0,0 0 0,0 1 0,1 0 0,0 2 0,0 0 0,0 1 0,1 1 0,-1 0 0,1 1 0,0 1 0,0 1 0,29 3 0,-45-3 134,-1 0 0,1 0 1,-1 1-1,1-1 0,-1 0 1,1 1-1,-1-1 0,0 1 1,1-1-1,-1 1 0,0 0 1,1 0-1,-1-1 0,0 1 0,0 0 1,1 0-1,-1 0 0,1 2 1,-1-2 15,-1 0 1,0 0-1,1 0 1,-1 0-1,0 0 1,0 1-1,0-1 0,0 0 1,0 0-1,0 0 1,0 0-1,0 0 1,0 0-1,0 0 1,-1 0-1,1 0 1,0 0-1,-1 0 1,1 0-1,-1 1 1,-4 5 48,0 1 1,0-1-1,-1 0 1,-12 12-1,12-14 30,-22 24 91,-1-1 350,2 1 0,-33 46 0,54-67-440,0 1 1,1 0-1,0 0 1,0 0-1,1 0 1,1 1-1,-1 0 0,2 0 1,-1 0-1,1 0 1,1 0-1,0 0 1,0 1-1,2 15 1,0-19-75,1 0 1,0 0-1,0 0 1,1 0 0,-1-1-1,8 12 1,3 8 20,-13-25-11,0 0 0,1 0-1,-1 1 1,0-1 0,1 0 0,-1 1 0,0-1 0,0 0 0,0 0-1,0 1 1,0-1 0,-1 0 0,1 0 0,0 1 0,-1-1 0,1 0 0,0 0-1,-1 0 1,0 1 0,1-1 0,-1 0 0,0 0 0,1 0 0,-1 0-1,0 0 1,0 0 0,0 0 0,0-1 0,-2 3 0,-3 1 23,-1 1 1,0-1-1,-13 6 1,8-4-2,-140 73 259,149-77-303,-3 1-20,1-1-1,0 1 0,-1-1 1,0 0-1,1-1 1,-7 2-1,11-3-47,1 0-1,-1 0 1,0 0 0,1 0-1,-1 0 1,0 0-1,0-1 1,1 1-1,-1 0 1,0 0 0,1 0-1,-1-1 1,1 1-1,-1 0 1,0-1-1,1 1 1,-1 0 0,1-1-1,-1 1 1,1-1-1,-1 1 1,0-1-1,1-1-223,-1 1-1,0-1 1,1 1-1,-1-1 1,1 1-1,0-1 1,-1 1-1,1-1 0,0 1 1,0-1-1,0 1 1,0-1-1,0 1 1,1-3-1,8-49-1798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3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16876,'62'15'1168,"23"-6"-576,17-2-1304,17-19 96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4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19212,'-4'8'536,"13"1"-392,13 2-608,23-3-536,14 1-480,7-7-9,5-2 177,-2-4 592,-12 1 248,2-4-168,-6 0-177,1-4 473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4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20460,'40'19'544,"15"-2"-720,18 4-640,20-9-656,2-4-1441,-5-15 1793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4.9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17476,'81'24'640,"20"-5"-1496,8-5-2977,12 0 2537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5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70 8810,'71'-14'496,"12"-9"-632,-3-9 56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5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23733,'64'20'88,"18"-8"-1024,6-12-544,9-15 255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5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11002,'34'42'648,"10"-11"633,11-5-569,4-23-4329,-2-10 2825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5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1392,'72'2'408,"4"10"601,-3 10 39,8 16 992,-6 4 201,-6 10-385,2 0-280,-9-6-551,4-8 359,8-20-1792,9-13-1561,5-28 1505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5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20252,'0'0'1289,"8"-1"-2627,-6 1 1264,1 0 0,0-1 0,0 1 0,-1 0 0,1 1 1,0-1-1,0 0 0,-1 1 0,1 0 0,0 0 0,-1-1 0,1 1 0,0 1 0,-1-1 0,1 0 0,-1 1 1,0-1-1,4 4 0,-2 4 845,-4-9-859,0 1 1,0-1-1,0 0 1,0 0-1,0 1 1,0-1 0,0 0-1,0 0 1,0 1-1,0-1 1,0 0-1,0 0 1,0 1-1,0-1 1,0 0 0,0 0-1,0 1 1,1-1-1,-1 0 1,0 0-1,0 0 1,0 1 0,0-1-1,1 0 1,-1 0-1,0 0 1,0 0-1,0 1 1,1-1 0,-1 0-1,0 0 1,0 0-1,0 0 1,1 0-1,-1 0 1,0 0-1,0 0 1,1 0 0,-1 0-1,0 0 1,22-21-719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6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2188 1 20180,'-22'25'672,"1"1"-1,1 1 1,-32 57-1,13-19-1123,-23 26-166,-4-3 0,-93 97 0,-172 144 389,325-324 241,-851 723 703,676-598-625,143-106-386,-1-1 0,-74 31 0,98-49-155,0 0 0,0-1 0,0 0 0,-21 1 0,13-3-342,-40-4 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6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23685,'48'58'672,"27"32"368,23 30-1040,42 46-336,2 17-200,-7 11-464,-14-8-120,-36-25 344,-7-16 208,-14-25 600,3-10 144,2-28 40,0-17-24,9-21-64,2-15-184,15-15-544,2-12-777,1-13 545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6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49 5825,'6'-40'2789,"-4"31"4888,-63 303-2759,56-259-4736,2 1 1,1 1-1,2-1 1,2 0-1,10 64 1,-8-81-219,0-1-1,1 0 1,1 0 0,1-1 0,1 0 0,0 0 0,1 0 0,1-1 0,0-1-1,1 0 1,1 0 0,27 25 0,-31-33-33,0-1-1,0 1 1,13 6-1,-18-12 51,0 1-1,0-1 0,0 0 1,0 1-1,1-1 1,-1-1-1,0 1 0,0 0 1,1-1-1,-1 0 1,0 1-1,1-2 0,5 1 1,-8-1 15,1 0-1,0 1 1,-1-1 0,1 0-1,0 0 1,-1 0 0,1 0-1,-1 0 1,0 0 0,1-1 0,-1 1-1,0 0 1,0-1 0,0 1-1,0-1 1,0 1 0,0-1-1,0 1 1,1-4 0,10-37-105,-11 35 65,37-190-4539,-23 115 2558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6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61 293 17612,'-35'31'1696,"9"-5"425,26-12-1817,21 0-296,29-14-208,19-4-88,23-18-297,1-11-71,3-10 48,-8-4 96,-17-1 24,-6-1-256,-20 1-1217,-10 1-2464,-13 11 3497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07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0 191 21749,'5'4'209,"16"22"-1650,-18-21 481,0 0 1,-1 0-1,1 1 0,-1-1 0,-1 0 1,1 1-1,-1 0 0,0-1 0,0 1 1,-1 0-1,0-1 0,0 11 0,-6 9 2325,-7 0 5799,18-35-4684,39-78-2317,-33 68-196,64-102 39,-67 110 0,1 1 1,1-1-1,0 2 0,0-1 1,1 1-1,1 1 1,18-12-1,-29 20-6,2-1-3,1 0-1,0 0 1,0 0 0,0 0 0,0 1 0,7-2-1,-10 3 5,1 0-1,-1 0 0,1 0 0,-1 0 0,1 0 1,-1 0-1,0 0 0,1 1 0,-1-1 0,1 1 1,-1-1-1,0 1 0,1 0 0,-1-1 0,0 1 1,1 0-1,-1 0 0,0 0 0,0 0 1,0 0-1,0 0 0,0 0 0,0 0 0,0 0 1,1 2-1,6 10 87,-1 1 0,-1 0 0,9 22 0,-8-17 50,16 31 0,-20-44-181,1 0 0,0 0 1,1 0-1,-1 0 1,1-1-1,0 0 0,1 0 1,9 7-1,-8-8-94,0 1 1,0-2-1,0 1 0,0-1 0,10 3 0,-5-4-100,0 0-1,21 1 1,-32-3 232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11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1301 0 13315,'-14'5'1624,"-10"13"889,-10 11-1753,-18 31-592,-9 17-8,-15 35-80,-10 16 48,-18 22 64,-5 8 16,-5-4 152,0-11 88,8-22 96,8-21-16,15-37-263,10-13-185,19-36-665,1-19-1455,8-47 880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11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21477,'30'30'512,"16"20"-128,13 24-224,36 42-112,11 21-80,8 27-432,10 11-200,-15 11-537,-5-1-119,-9-26 632,-13-24 208,-13-52 504,-5-27 168,-9-43 48,6-14-216,3-41-1504,1-15-4482,3-33 4746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12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14147,'0'0'5053,"17"220"-3474,-1-53-2128,-12-4 224,-3-60 587,18 133-1,-17-226-69,-1-1 0,2 1 0,-1 0 0,1-1-1,6 13 1,-8-20-145,1 0 0,-1 0 0,0 0 1,0 0-1,1 0 0,0 0 0,-1 0 0,1 0 0,0-1 0,-1 1 0,1-1 0,0 1 0,0-1 0,1 0 1,-1 0-1,0 0 0,0 0 0,0 0 0,1 0 0,-1-1 0,0 1 0,1-1 0,-1 0 0,0 1 0,5-1 1,0-1-80,-1-1 0,1 1 1,-1-1-1,0 0 0,1 0 0,-1-1 1,0 0-1,-1 0 0,1 0 1,0-1-1,-1 1 0,0-1 1,0-1-1,6-5 0,0-1-258,-2-1 0,1 1 0,-1-1-1,-1-1 1,10-18 0,10-39-669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12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11 165 19508,'-10'0'2273,"24"-4"-1689,30-3-400,20-3-120,26-9-224,6-5-208,12-7-472,-2-4-1001,-9 1 913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13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313 61 8442,'14'-10'1144,"2"-4"1385,-2 2-449,-2 0-624,-5 0 2401,-35 32-3153,-7 25-168,-23 40-264,-8 20-191,-24 32-1194,-9-4 793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15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 9290,'24'0'1368,"14"2"3129,2 1-400,12 1-2417,5-3-807,3-2-569,4-3-192,4 1-184,-1-4-144,6 7-312,-4-4-337,-10-1-439,-6 5-416,-6-9-1193,-9 3-240,-2-7 2361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15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8 120 15035,'-7'12'1577,"16"0"751,42-12-2032,26-5-184,42-16-40,11-1 8,10-4-80,1 4-248,-11 6-432,-11 2-632,-10 4-1897,-7 3 1945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18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1737 1 13267,'-47'34'1552,"-12"8"1105,-17 22-1945,-10 15-280,-20 27-192,-3 15-72,-3 27-64,-2 17-88,-14 16-120,-2-1-72,-10-12-40,-2-16-32,11-41 128,3-23-24,9-57-3417,10-45 2601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18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22893,'60'69'400,"13"23"-312,17 26-88,7 30-264,1 18-368,-10 23-432,-10-1-585,-7-8 113,-9-17 224,8-39 1096,-1-20 240,-5-35 144,3-17 24,-1-33-24,0-14-192,-2-22-3161,1-19 2305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19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 18692,'-7'11'319,"1"1"-1,0 0 1,0 0-1,1 1 1,1-1-1,0 1 1,1 0-1,-2 17 1,1 11-407,1 55 1,3-73 208,41 685-1055,-38-681 970,6 44 268,-8-65-256,1 0 0,-1 0 0,1-1 0,0 1 0,0-1 0,1 1 0,0-1 0,0 0 0,4 5 0,-6-8-42,1-1 0,-1 1 0,1-1 0,-1 0-1,1 0 1,0 0 0,0 0 0,0 0 0,0 0 0,-1 0 0,1 0-1,0-1 1,0 1 0,0-1 0,1 1 0,-1-1 0,0 0-1,0 0 1,0 0 0,0 0 0,0 0 0,0 0 0,0-1 0,0 1-1,0-1 1,0 1 0,3-2 0,3-2-106,0 0 0,0 0 0,0 0 0,11-10 0,1-1-1765,-1-2-1,-1 0 1,30-37 0,-1-11-511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19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25 128 14459,'-19'7'2993,"13"0"904,12-2-3129,40-3-728,29-7-80,42-18-320,23-3-208,23-19-1969,11-5 881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20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59 6425,'-24'4'1401,"1"3"1119,6-2-983,8-2 4768,32 13-5001,18-11-168,20 2-279,30-7-409,11-5-128,21-6-328,2-6-240,-3-2-344,-2-2-561,-22-12 497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21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7682,'-7'0'216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21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10490,'0'0'536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22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33 18116,'-4'-33'3787,"-104"821"-4229,95-708 458,-30 218 272,35-215-61,5 134 0,5-182-31,1-1-1,2 0 1,2 0-1,0 0 1,21 51-1,-23-70-149,2-1-1,-1-1 1,1 1-1,1-1 1,1 0-1,0-1 1,0 0 0,1 0-1,1-1 1,0-1-1,0 1 1,1-2 0,0 0-1,27 15 1,-30-20-109,0 0 0,0-1 0,0 0 0,0-1 1,1 0-1,-1-1 0,0 0 0,1 0 0,-1-1 0,1 0 0,0 0 1,-1-1-1,19-5 0,-16 3-166,-1-1 0,1 0 0,-1-1 0,0 0 0,0-1 0,-1 0 0,1-1 0,-1 0 0,-1-1-1,14-13 1,-5 1-350,19-28 1,-34 44 511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23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1147 0 15395,'-24'28'1217,"-11"10"191,-3 17-400,-21 25-104,-6 20 16,-20 37-415,-12 17-217,-14 20-200,1 3-48,-3-11-32,3-16 8,18-31 16,9-18-24,24-37-136,16-12-368,20-27 255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23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309 0 15579,'-26'33'1479,"1"1"-1,2 1 1,-35 71-1,-36 120-878,33-31-265,54-165-308,1 0 0,2 1 0,1 0 0,2 48 0,1-69-20,1-1 0,1 1 0,0-1 0,0 0 0,0 1 0,1-1 0,1 0 0,-1-1 0,2 1-1,-1-1 1,1 1 0,0-1 0,13 14 0,-14-18-37,1 1 1,0-1-1,0 0 0,0 0 1,1-1-1,-1 0 0,1 0 1,0 0-1,0 0 0,0-1 1,0 0-1,1 0 0,-1-1 1,0 0-1,1 0 0,-1 0 1,1-1-1,-1 0 0,1 0 1,-1-1-1,8-1 0,0-1-274,-1 0-1,0-1 1,0-1-1,-1 0 1,1-1-1,-1 0 0,16-11 1,29-27-759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23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28 120 20420,'-15'17'1169,"2"-6"719,27-9-1752,21-11-56,38-14-200,16-3-176,26-6-576,0 0-248,-2 5 327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24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0 165 21421,'0'0'1824,"24"-17"-1696,6 1-256,13-6-672,4-6-224,1 0-1657,-5 1-5281,-8 1 6538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24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1 23757,'-5'32'656,"3"8"24,-6 7-336,6 15-232,-2 9-112,-1 24-312,2 14-144,-16 22-488,-4 11-176,-13-2-288,-2 0 199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31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710 1 9682,'0'0'7246,"-2"3"-7126,-16 35 88,-41 61 1,7-14 122,10-8-122,-8 17-14,-92 129 1,133-211-181,-1 0 1,-1 0-1,0-1 1,0 0-1,-1-1 1,0-1-1,-23 15 0,28-21 20,1 0-1,-1 0 0,0 0 1,1-1-1,-1 0 1,-1 0-1,1-1 0,0 0 1,0 0-1,0-1 0,-1 0 1,1 0-1,0 0 0,0-1 1,-1 0-1,1-1 0,0 0 1,-8-3-1,8 3 94,1 0 1,-1-1-1,1 0 0,0 0 0,0-1 0,0 0 1,0 0-1,0 0 0,1-1 0,0 0 1,0 0-1,0 0 0,-7-12 0,12 17-117,-1-1 0,1 0 0,-1 0 0,1 1 0,0-1-1,-1 0 1,1 0 0,0 0 0,0 0 0,0 1 0,-1-1 0,1 0-1,0 0 1,0 0 0,0 0 0,0 0 0,1 0 0,-1 1 0,0-1 0,0 0-1,0 0 1,1 0 0,-1 0 0,0 1 0,1-1 0,-1 0 0,1 0 0,-1 1-1,1-1 1,-1 0 0,1 1 0,0-1 0,-1 0 0,1 1 0,0-1-1,-1 1 1,1-1 0,0 1 0,0-1 0,1 1 0,3-2-1,1 0 1,-1 0-1,1 1 0,-1 0 1,8-1-1,121-4 45,-4 1-16,-46-6-167,-1-3 0,0-4 0,-1-3 1,123-50-1,-147 50-392,-39 16 89,0-2 1,-1 0 0,1-2-1,-1 0 1,28-19 0,-25 6-2612,-11-1 1163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32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0 12315,'-30'0'2912,"1"4"2041,13 10-3688,2 10-625,11 24-280,5 18-120,13 36-192,3 21-56,4 41-216,-3 11-296,-5 23-809,0-2 497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33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1 279 18428,'3'-7'159,"0"0"0,1 0-1,1 1 1,-1-1 0,1 1 0,0 0 0,0 0 0,1 1 0,0-1-1,7-4 1,10-6 89,37-19 0,-58 33-231,44-21 150,1 1 0,1 3 0,0 2 0,66-15 1,-47 19-113,0 2 0,120-3 1,-184 14-57,18-1-33,0 0 1,0 2 0,0 1-1,34 7 1,-52-8 24,-1-1 1,1 1-1,0 0 1,0 0-1,-1 0 1,1 0-1,0 1 1,-1-1-1,1 1 1,-1-1-1,0 1 1,1 0-1,-1 0 1,0 0-1,0 0 1,0 0-1,0 1 1,-1-1-1,1 0 1,-1 1-1,1 0 0,-1-1 1,0 1-1,0 0 1,0-1-1,0 1 1,-1 0-1,1 0 1,-1 0-1,0 0 1,1 0-1,-1 0 1,-1 0-1,1-1 1,-1 4-1,-1 5 17,-1 0 0,-1-1 1,0 0-1,0 0 0,-1 0 0,0 0 0,-1-1 0,0 0 0,0 0 0,-1-1 1,-13 14-1,-12 9 190,-52 38 0,6-11 1105,-165 93 0,242-151-1293,0 1 0,1-1 1,-1 0-1,0 1 0,1-1 1,-1 0-1,0 1 0,1-1 1,-1 1-1,1-1 1,-1 1-1,1 0 0,-1-1 1,1 1-1,-1-1 0,1 1 1,-1 1-1,1-2-9,0 1 0,0-1-1,0 0 1,0 1 0,0-1 0,0 0-1,1 1 1,-1-1 0,0 0 0,0 1-1,0-1 1,0 0 0,1 1 0,-1-1-1,0 0 1,0 1 0,1-1 0,-1 0-1,0 0 1,0 1 0,1-1 0,-1 0-1,0 0 1,1 0 0,-1 1 0,26 7-82,37 2-124,133 26-393,-169-30 550,0 2 0,-1 1 0,0 2 0,-1 0 0,26 15 0,-44-21 46,0-1 0,0 1 0,-1 1 0,1-1 0,-1 1-1,0 0 1,-1 0 0,1 1 0,-1-1 0,5 10 0,-9-13 3,1 1 0,-1-1-1,0 0 1,0 1 0,0-1 0,0 1 0,-1-1 0,1 1-1,-1 0 1,0-1 0,0 1 0,0-1 0,0 1 0,-1-1-1,0 1 1,0 0 0,0-1 0,0 0 0,0 1 0,0-1-1,-1 0 1,0 0 0,0 1 0,0-1 0,-4 5 0,-3 2 17,0-1 0,0 0 0,-1-1 0,0 0 0,-1 0 0,1-1 0,-2 0 0,-15 7 0,-7 0 141,-64 19 1,50-20 51,-1-2-1,-75 6 1,93-14-136,0-2 0,0-2 0,0-1 0,0-1 0,-39-9 0,58 9-138,0 0 0,0-1 1,1-1-1,0 0 0,-22-12 1,29 14-41,0 0 1,0 0-1,0 0 0,0-1 1,1 0-1,-1 1 0,1-1 1,0-1-1,0 1 1,0 0-1,1-1 0,-1 1 1,1-1-1,0 0 0,0 0 1,-1-6-1,2 3-70,1 0 0,-1-1 0,1 1 0,2-13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36.4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26 12811,'0'-12'1960,"3"4"1337,-1 2-2129,7 8-856,-4 8-112,-4 28-88,-2 20-56,-10 30-104,-6 15-208,-2 10-1168,0-8 776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34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1 109 8690,'0'0'1335,"2"4"807,0-2-1945,0 1 0,0-1 0,0 1 0,0-1 0,1 0 1,-1 0-1,1 0 0,0 0 0,0 0 0,-1-1 0,1 1 1,0-1-1,1 1 0,-1-1 0,0 0 0,0-1 0,0 1 0,5 0 1,13 2 392,38 0 1,-46-3-323,59 0 244,1-4 0,80-14 0,139-40-117,-170 28-319,54-10 105,-175 40-174,-1 0 1,0 0 0,0 0 0,0 0 0,0 0 0,0 0 0,0 0 0,1 0 0,-1 0 0,0 0 0,0 0 0,0 0 0,0 0-1,0 1 1,0-1 0,0 0 0,1 0 0,-1 0 0,0 0 0,0 0 0,0 0 0,0 0 0,0 1 0,0-1 0,0 0 0,0 0-1,0 0 1,0 0 0,0 0 0,0 0 0,0 1 0,0-1 0,0 0 0,0 0 0,0 0 0,0 0 0,0 0 0,0 1 0,0-1-1,0 0 1,0 0 0,0 0 0,0 0 0,0 0 0,0 0 0,0 1 0,0-1 0,0 0 0,0 0 0,-1 0 0,-2 8 261,-28 40 915,16-25-765,-17 32 0,-7 30-65,-30 96 0,-17 98-683,6 7-1466,37-92-4767,21-71 3745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36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 1 15483,'-19'3'1417,"3"2"375,-3 6-1472,7 6-120,-10 9-64,-6 12 8,2 17-64,-3 6-24,3 3-88,5-7-184,9-9-1120,7-8 768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37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273 0 15107,'0'0'2369,"-31"2"-2393,0 14 112,5 8 200,-15 17 312,4 6-160,5 7-96,-6-3-280,20-2-3401,-1-9 2361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34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715 59 14771,'-60'-17'1645,"-1"3"-1,-78-7 1,96 17-1582,0 1 0,0 3 0,0 2 0,-46 7 0,64-5 264,-45 15 0,62-17-239,1 1 0,-1 0-1,1 1 1,0-1 0,0 2-1,1-1 1,-1 1 0,1 0 0,-10 10-1,14-13-55,0 1 1,0-1-1,0 1 0,0 0 0,1 0 0,-1 0 0,1 0 1,0 0-1,0 0 0,0 0 0,0 1 0,1-1 0,-1 0 1,1 1-1,0 4 0,0-2-10,1 0 1,0 0-1,0-1 1,0 1-1,1 0 1,0-1-1,0 0 1,4 7-1,4 5-65,1-1 0,1 0-1,0-1 1,19 18-1,18 13-596,104 73-1,-106-86 463,-1 2 0,-2 3 0,54 57 0,-90-86 182,0 1 0,-1 0-1,0 0 1,-1 1 0,0 0 0,-1 0 0,6 16 0,-9-22 4,-1 0 0,0 1-1,0-1 1,0 1 0,-1-1 0,1 1-1,-1-1 1,-1 1 0,1-1 0,-1 1-1,0-1 1,0 0 0,0 1 0,-1-1-1,0 0 1,0 0 0,0 0 0,-6 8-1,0-2 77,0-1 0,0-1 0,-1 1 0,-1-2 0,0 1-1,0-1 1,0-1 0,-1 0 0,-19 10 0,17-11 126,0 0-1,-1 0 1,0-2 0,0 0 0,0 0 0,0-1 0,0-1 0,-20 1 0,31-3-152,-1 0 1,1 0-1,-1-1 1,1 1 0,-1-1-1,1 0 1,0 0 0,-1 0-1,1 0 1,0 0-1,0-1 1,-1 1 0,1-1-1,0 0 1,1 0 0,-1 0-1,0 0 1,1-1-1,-1 1 1,1-1 0,-1 0-1,1 1 1,0-1 0,1 0-1,-1 0 1,0 0 0,1-1-1,-2-3 1,-1-5-49,2 0 0,-1 1 1,2-1-1,-1 0 0,2 0 1,0-24-1,3 9-127,1 0 1,1-1-1,1 2 0,1-1 1,1 1-1,2 0 0,1 1 1,16-29-1,-7 19-72,2 1 0,0 2 0,3 0 0,0 2 0,33-31 0,-17 25-288,2 1 0,88-54 0,107-37-3280,-125 76 2164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37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457 1 12907,'-35'31'880,"-8"7"152,-7 3-104,-12 10 345,-2 2 183,1-8-512,10-5-184,11-12-536,13-11-560,13-10-2400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35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536 71 8874,'-8'-8'595,"-1"1"0,0 0 0,0 1 0,-1-1 0,0 2 0,0 0 0,-1 0 0,1 1 0,-15-4 0,13 5-297,0 1-1,1 0 0,-1 1 0,0 1 0,0 0 1,0 0-1,0 1 0,0 1 0,1 0 1,-1 1-1,0 0 0,1 0 0,-21 11 0,7-3-31,0 3 0,2 0-1,-36 27 1,47-32-222,1 1 1,1 0-1,0 1 0,0 0 0,1 0 0,0 1 0,1 0 1,-9 17-1,16-26-33,-1 1 0,0 0 0,1-1 0,0 1 0,0 0 0,0 0 0,0-1 0,0 1 0,1 0 0,0 0 0,0 0 0,0 0 0,0 0 0,1 0 0,-1 0 0,1 0 0,0 0 0,0-1 0,1 1 0,-1 0 0,1-1 0,-1 1 0,1-1 0,0 1 0,4 3 0,-1-2 7,-1-1 0,1 1 1,0-1-1,0-1 0,0 1 0,1-1 0,-1 0 0,1 0 1,0 0-1,0-1 0,0 0 0,0 0 0,0-1 0,11 2 0,2-2 10,0 0 0,0-2-1,0 0 1,-1-1-1,1 0 1,0-2-1,-1-1 1,35-12-1,-7-2-6,-2-2-1,52-32 1,-70 37-32,0-1 1,41-36-1,-58 44 86,0 1-1,0-2 0,-2 1 0,1-1 0,-1-1 1,-1 1-1,1-1 0,-2 0 0,7-19 1,-11 27 530,-1 9 55,-10 638-654,3-465-489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37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258 1 18308,'28'10'912,"-11"4"80,-13 7-608,-23 12-280,-18 6-24,-18 13-40,1 5-72,-3-5-928,7-10-6297,16-39 5952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39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509 182 12243,'-2'-23'1623,"2"1"0,2-27 0,-2 41-1357,2 1 0,-1-1-1,1 0 1,0 1 0,0-1 0,1 1-1,0 0 1,1 0 0,6-11 0,-8 15 74,-8 23 194,2-10-431,-110 239 659,56-131-589,14-20-44,12-24 115,-69 114-1,95-178-200,0 0 0,-1-1 0,0 0 0,-1-1 0,0 0-1,-10 9 1,15-15-162,1 0 0,-1-1 0,0 1-1,0-1 1,1 1 0,-1-1-1,0 0 1,0 0 0,0 0 0,0-1-1,0 1 1,0-1 0,0 0 0,0 1-1,0-1 1,0-1 0,-1 1-1,1 0 1,0-1 0,0 1 0,0-1-1,0 0 1,0 0 0,1 0 0,-1-1-1,0 1 1,-4-4 0,-28-24-1760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40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 16804,'-6'0'2880,"38"15"-2824,5-4-56,18 6 48,11 5 96,8 20 288,6 8 152,-4 23-103,-4 5-105,1-6-192,-6-4-176,3-18-528,-5-9-681,-8-13 417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40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1 21813,'-15'32'108,"2"0"0,1 1 0,1 0 0,2 1 0,2 0 0,1 0 0,1 1 0,2 0 0,2 0 0,1 0 0,1-1 0,3 1 0,12 62 0,-10-68-118,12 42 27,-16-66-1,0 1 0,0-1 1,0 0-1,1 0 0,0 0 0,0 0 1,0 0-1,1-1 0,6 8 0,-8-10-8,1-1-1,-1 1 1,1-1-1,-1 0 1,0 0-1,1 0 1,0 0-1,-1 0 1,1 0-1,0-1 1,-1 1-1,1-1 1,0 0 0,0 0-1,-1 0 1,1 0-1,5-1 1,1-1-39,1 0 0,-1-1 0,0 0 0,9-4 1,8-6-518,-1-1 0,0-1 0,40-31 0,17-26-8125,-51 40 5944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40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12 234 18892,'-12'4'3385,"26"-13"-2857,26-5-360,31-10-376,22-5-72,18-2-272,3-4-128,2 4-937,-16-4-2488,-12 6 2241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38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1288 40 16444,'-20'-17'2056,"-5"5"-16,-2 1-1159,-10 17-809,-2 9-56,-6 20-64,-7 17-8,-12 32 24,-9 17 24,-24 40 40,-12 17-8,-19 18-72,2-8-88,7-40-169,8-26-159,25-59-472,10-22-2176,22-49 1679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39.1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23165,'21'50'936,"8"13"608,23 18-1504,14 12-336,20 15-440,4 6-320,-5 15-336,-2 8-201,-3-9-31,-8-12 248,-6-31 1024,-7-20 208,-9-28-504,-3-18-2937,8-32 2737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41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218 99 8370,'9'-33'936,"1"0"584,-3 14-447,0 5 4192,-24 40-3953,-7 12-576,-13 26-408,-4 10-88,-1 2-160,3-6-232,7-22-1048,13-6 688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41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147 0 15227,'-29'38'1649,"-2"0"711,3 7-2168,4 5-192,7 4 0,3 3 24,10 5 176,4 6 120,5 3 112,6-2 64,4-12-183,4-9-153,7-20-232,6-11-209,2-17-751,4-14-1104,-5-32 872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41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69 156 21725,'-41'26'1240,"22"-7"496,10-5-1040,35-19-984,21-9-176,36-17-248,16-9-48,18-6-416,11 1-833,-5 12 809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42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1 127 23229,'22'0'752,"28"-3"144,19-6-680,28-8-592,10-6-192,6-1-352,-3 0-192,-6 10-217,-10 5-751,-22 6 936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42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 23277,'12'21'1176,"18"-2"1001,51-19-2289,30-7-432,32-17-649,11-9-487,2 0 848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45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0 11074,'-10'11'873,"1"-6"3167,11-5-5952,0 0 2272,0 1 480,27 43 184,-29-5 169,2 17-113,-4 34-544,4 15-104,-4 21-392,-3 6-368,3-6 160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47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324 1 17260,'-45'81'1592,"-9"12"168,-20 25-2184,0 17-808,-3 14 440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48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47 7514,'-7'0'5249,"16"-2"-4489,16 1-40,10-1-96,7 2-48,-3-2-80,8-5-376,5-5-672,12-9 224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49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1 8226,'0'0'2498,"-1"5"-1538,-3 15-602,-1-1-1,0 0 1,-2 0 0,0-1-1,-18 32 1,-62 90 892,33-57-669,-51 93 1415,104-174-1565,2-3-387,-1 0 0,1 0 0,0 0 1,0-1-1,0 1 0,0 0 0,0 0 0,0 0 0,0 1 1,0-1-1,0 0 0,2-1 0,0 0 26,13-8-5,1 1 1,0 0-1,1 1 0,0 1 1,36-9-1,-19 5-29,275-69-869,-103 39-6358,-157 32 5641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49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333 120 6953,'-67'-21'1345,"3"-1"983,1-3-775,18 5 655,2 1-151,17 8-841,7 10-184,14 16-304,8 18-120,18 28-144,10 18-232,-1 28-464,-1 9-152,-6 9-320,-10-4-248,1-14 328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50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595 1 14771,'-21'12'1600,"-1"4"601,-3 1-1465,8 11-664,-9 6-48,0 25 24,-15 14-8,-11 32-40,-3 11-160,-27 21-504,4-3-816,-3-9-4650,12-13 5034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55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45 8322,'-16'3'3144,"14"-3"-2775,1 0 175,-1 0 912,0 0 152,2 2 17,2 0-57,34 26-480,14-28-256,13-4-183,11-8-673,2-5-601,-3-6-1767,-9-1 816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55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19084,'0'0'3441,"17"28"-3441,-10 26 0,-4 16 8,-3 36 8,-1 13-8,-3 13-336,4 1-320,7-19-1825,2-9 745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57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99 11514,'0'0'6122,"29"-5"-4754,-3 1-368,3 1-72,20-2-463,1-6-241,17-3-504,8-3-489,6-4-1351,5 2 544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57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 15915,'-22'46'2905,"-4"4"712,-4 11-3657,-3 1-584,9 9-721,-2 0-1039,-7-4 1024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57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0 16420,'0'0'1384,"0"2"-184,2 34-712,14 6-296,3 11-56,2 22 32,-4 11-48,-12 18-120,-7 10 0,-17 16-40,-5 0 0,-2-18 0,2-13-136,14-39-704,3-15-3857,7-29 2889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1:59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24 201 10754,'-2'1'21,"-14"13"2456,15-14-2382,1 0 1,0 0-1,-1 0 0,1 1 1,0-1-1,0 0 1,-1 0-1,1 0 1,0 1-1,0-1 0,-1 0 1,1 0-1,0 1 1,0-1-1,0 0 1,-1 1-1,1-1 0,0 0 1,0 1-1,0-1 1,0 0-1,0 1 1,0-1-1,0 0 0,0 1 1,0-1-1,0 0 1,0 1-1,0-1 1,0 0-1,0 1 0,0-1 1,0 0-1,0 1 1,0-1-1,0 0 1,1 0-1,-1 1 0,0-1 1,0 0-1,0 1 1,0-1-1,1 0 1,-1 0-1,0 1 0,0-1 1,1 0-1,-1 0 1,0 0-1,1 1 1,8 1 45,-1 0 0,1-1 0,0 0 1,0 0-1,0-1 0,18-2 1,-15 1-81,400-33 547,-174 11-309,1375-91 1999,904 52-896,-2299 65-1408,829 2-1610,-639-12 971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15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1714 59 21717,'-4'-8'328,"1"2"-269,0 1 0,-1 0 0,1 0 0,-1 0 0,0 0 0,-6-5 0,9 9-91,-1 0 0,0 0 0,1 0 1,-1 0-1,0 0 0,0 1 0,0-1 1,1 0-1,-1 1 0,0-1 1,0 1-1,0 0 0,0-1 0,0 1 1,0 0-1,0 0 0,0 1 0,0-1 1,0 0-1,0 1 0,0-1 1,0 1-1,0-1 0,0 1 0,-1 1 1,-14 7-114,1 2 0,1 0 1,-1 0-1,2 2 1,0-1-1,-16 19 0,-183 224-434,16 25 488,20-27 309,-90 96 546,-25-20-105,264-299-800,-2-1 0,-1-1-1,-1-2 1,-60 36-1,85-57-23,0-1 0,0 0 0,-1-1 0,0 0 0,1 0 0,-1-1 0,0 0 0,-15 2 0,18-4 78,-1-1 0,1 0 0,0-1 0,0 1 0,0-1 0,0 0 0,0 0 1,0 0-1,0-1 0,1 0 0,-6-3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15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23533,'33'33'464,"15"31"-256,14 27-104,16 48-64,8 16-16,3 32-32,-1 9-96,-7 4-168,-3-1-136,-4-16-424,-8-13-200,-4-20-697,-5-8-1527,12-26 1727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16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1 19708,'-3'4'1079,"1"1"-956,-1 0 1,1 1-1,0-1 1,0 0-1,1 1 0,0-1 1,0 1-1,0 0 1,1-1-1,-1 7 0,5 67-225,-3-70 133,18 308-609,-19-316 577,2 34-25,8 54-1,-8-80 29,0 1 0,1 0 0,0-1 0,0 0 0,1 0-1,0 0 1,1 0 0,0 0 0,1-1 0,8 11 0,-12-16-80,0-1 0,0 0 1,0 0-1,0 0 0,0 0 1,0-1-1,1 1 0,-1-1 0,1 1 1,-1-1-1,1 0 0,-1 0 0,1 0 1,0 0-1,0 0 0,-1-1 1,1 1-1,0-1 0,0 0 0,0 1 1,0-1-1,-1-1 0,1 1 0,0 0 1,0-1-1,0 1 0,-1-1 1,1 0-1,0 0 0,-1 0 0,1-1 1,0 1-1,-1 0 0,0-1 1,1 0-1,-1 1 0,0-1 0,0 0 1,0 0-1,0 0 0,0 0 0,0-1 1,-1 1-1,1-1 0,2-4 0,-1 0-461,1-1-1,-1 0 0,0 0 0,0 0 0,-1 0 0,0 0 0,-1 0 1,0 0-1,0-1 0,-1 1 0,0-1 0,0 1 0,-1 0 0,0-1 0,0 1 1,-4-13-1,2 12 509,0 0 0,-1 1 1,0-1-1,0 1 0,-1-1 1,0 1-1,0 1 0,-1-1 1,0 1-1,0 0 0,-1 0 0,0 0 1,0 1-1,-15-9 0,7 6 524,-1 1 0,-1 1 0,1 1 0,-27-7 0,-69-9 6474,108 21-3168,25-8-2072,170-30-1488,-58 5-1597,10-3-5327,-59 20 3118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16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248 131 8610,'2'-37'872,"-2"1"664,0 3-407,0 11 3408,-19 20-3585,2 36-448,-6 20-168,-8 34-232,-7 16-48,-9 22-768,2 6-1705,16-6 1489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17.0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288 1 12051,'0'0'2720,"-16"8"-1624,2 30-279,-6 19-97,-13 37-296,-11 13-40,-6 18-960,-2 8-3009,-6-17 2417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4:02.7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1 194 18724,'118'29'647,"1"-5"0,168 12 0,-130-28-385,213-17 0,152-56-312,-11-40 268,-129 10 171,-379 94-820,-30-15-9914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4:03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1 317 19724,'0'0'776,"39"8"-175,20 1-377,50-1-88,24-2-24,37-17-56,4-6-8,-1-18-8,-1-6-8,-25-1 0,-14-3 0,-30 6-24,-16 2-64,-32 8-817,-13 3-3864,-46 0 2369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18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0 135 19316,'0'0'1392,"31"9"-71,11-16-897,32-7-624,14-8-168,23-4-529,-4-2-783,-10 6-1425,-9 4-503,-29 13 2431,-7 3 369,-23 6 328,-11 8-184,-17 9 464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18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82 20812,'14'0'985,"32"0"103,20-2-1008,45-15-1008,15-9-577,11-10 505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26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 11306,'1'0'857,"30"-3"2511,6-2-2119,16-4-393,36-10-472,7 0-312,20-2-928,-3 1-897,-3-3 849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33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0 119 11002,'28'0'761,"3"0"2151,12 0-1408,6-3-47,13-4-281,9-2-408,14-8-344,5-2-152,3-3-864,-3-1-760,-9 4 512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34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22933,'19'9'616,"33"1"-176,17 1-600,36-11-928,10-5-392,-3-13 327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34.6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8954,'0'-8'-704,"5"-3"224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34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1117 8 10938,'-7'-7'913,"-10"7"2031,-4 7-335,-18 20-1025,-12 18-480,-18 31-168,-10 20-415,-18 28-265,0 6-80,-2 1-168,1-10-88,6-15-344,6-9-377,-6-28-983,6-12-4737,-1-49 5544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15155,'26'16'3033,"15"17"1560,44 32-4497,10 18-80,25 28-88,4 3-152,-3 4-288,2-4-224,0-19-1081,-11-9-2232,-13-15 2209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36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0 15203,'-17'57'1721,"1"7"271,0 9-1528,13 6-904,1-1-216,13 0-464,2-7 183,6-11 457,0-8 216,-1-17 360,4-7 48,-1-15-144,7-13-832,24-20 568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36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1 167 22461,'0'0'544,"31"-9"-472,12-13-744,38-17-921,14-7-3968,21-4 2953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36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72 12267,'0'0'3960,"2"0"-2239,43 7-321,0-5-40,24-8-463,10-2-265,18-3-432,3 1-536,3-2-993,-10-2-2207,11-5 1071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19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1486 1 18020,'-31'14'896,"-12"20"-112,-11 16-152,-22 44 105,-9 23-201,-18 37-128,-10 18-128,-8 19-168,-10 10-72,-8-7-96,4-11-136,4-34-384,13-23-489,16-43-6536,-1-31 5968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20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 24557,'52'-9'520,"16"18"-136,8 24-264,22 39-368,1 15-256,-2 37-744,0 16-360,-13 28-297,1 14-383,-2-4 1048,-3-5 615,-11-25 57,-9-6-584,-3-30-2497,-1-13 2753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20.4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0 18956,'-2'3'1430,"0"0"-1295,0 0 1,1 0-1,-1 0 1,1 1-1,0-1 1,0 0 0,0 1-1,1-1 1,-1 0-1,1 1 1,0-1-1,-1 1 1,2 3-1,-12 184-353,-1 48-45,11-166 265,12 92 1,-11-161 1,15 85 98,-13-80-71,0-1 0,1 1 0,0 0 1,1-1-1,0 0 0,0 0 0,9 11 0,-12-17-26,0-1-1,0 1 1,0-1-1,1 1 1,-1-1 0,0 0-1,1 0 1,-1 0-1,1 0 1,-1 0-1,1 0 1,0 0 0,-1 0-1,1-1 1,0 1-1,-1 0 1,1-1-1,0 0 1,0 1 0,0-1-1,0 0 1,-1 0-1,1 0 1,0 0-1,0 0 1,0-1 0,0 1-1,-1 0 1,1-1-1,0 1 1,0-1-1,-1 0 1,1 0 0,0 0-1,2-1 1,3-4-145,0 1-1,0-1 1,-1 1 0,0-2 0,0 1 0,7-12 0,-4 5-912,0 0-1,-1-1 1,-1 0 0,0 0 0,-1-1 0,5-18-1,-9 21 236,0 0 0,0-21 0,-2 33 810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20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19 127 17260,'-15'0'2352,"11"0"129,18-6-1329,28-4-792,16 0-168,41-9-272,12-2-240,22 0-848,3-1-713,-2 4 537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23.1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308 1 11602,'0'0'777,"-19"24"-681,5 14 0,-17 35 0,-5 18 24,-21 30-216,-14 6-416,-8-10 400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45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11058,'0'0'953,"0"1"-785,10 37-80,-8-8 8,2 13 328,8 7 176,0 14 64,2 4-16,0 3-240,-4-4-192,-7-13-144,-3-9-24,-12-16-120,-3-7-168,-18-11-1720,-2-6-897,-13-7 1897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45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17660,'134'71'2067,"-46"-25"-2471,121 83 0,-101-44-255,-59-44 816,57 37 1,-106-78-146,0 0 0,0 0 1,1 0-1,-1 0 0,0 0 1,0 0-1,0 0 0,0 1 0,0-1 1,0 0-1,0 0 0,0 0 1,1 0-1,-1 0 0,0 0 1,0 0-1,0 0 0,0 0 1,0 0-1,0 0 0,1 0 1,-1 0-1,0 0 0,0 0 1,0 0-1,0 0 0,0 0 0,0 0 1,1 0-1,-1 0 0,0 0 1,0 0-1,0 0 0,0 0 1,0 0-1,0 0 0,1 0 1,-1-1-1,0 1 0,0 0 1,0 0-1,0 0 0,0 0 1,0 0-1,0 0 0,0 0 0,0 0 1,0-1-1,1 1 0,-1 0 1,2-3 109,6-8 98,-1-1-1,0-1 0,0 1 0,-1-1 0,-1 0 0,5-18 0,-2 7-18,14-28 1,0 13-622,33-47 1,6 7-2884,-35 45 2194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2.4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438 1 13171,'0'0'2032,"-36"36"-1704,0 13-184,-32 34-144,-6 12-144,-11 26-448,0 7-1056,32 5 1000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26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1433 32 10826,'10'-23'688,"-10"21"81,-5-5 567,-14 32-112,-26 32-248,-14 22-63,-22 46 135,-20 32-104,-25 58-416,-14 20-128,-22 34-200,-6-9-96,12-46-104,18-27-56,31-69-176,24-27-304,31-65 272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27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25397,'62'45'409,"19"20"-241,42 55-400,10 22-281,-1 27-799,-13 6-456,-31 1-953,-8-1-1456,-18-9 1089,-3-12 1783,-6-33 809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27.3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19684,'2'42'856,"5"6"-71,3 23-705,2 12-72,-3 11-128,-6 2-145,-1-13-183,-2-12 56,5-22 208,6-15 152,9-20-72,11-14-256,20-27-864,6-12-3153,7-19 2681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27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0 258 21717,'0'0'2384,"13"-26"-1800,37 6-656,22-13-264,25-5-584,12-2-384,5 2-969,0 3-3504,2 8 3793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27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1 158 13811,'0'0'6297,"17"-12"-5128,18 0-617,8-2-136,9-4-224,7-2-240,10-8-760,4 0-769,10 2 465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28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12955,'0'0'2936,"2"0"-2119,0 0-193,32 14 64,-28 27-56,-5 21-216,-4 35-248,-9 12-320,0 17-1552,10 4 1008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7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1 322 11899,'2'0'316,"58"6"498,-18 0-601,374 5 520,4-31-180,-341 15-338,1530-118 4954,-334 22-2824,-861 74-2143,357-28-3333,-691 48 407,-33 1-2327,-38 5 2916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15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79 18092,'42'7'1296,"13"-4"216,19-3-871,18-9-761,7-4-433,10-8-855,0-2-936,-7 1 807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22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13003,'-9'57'1312,"8"12"192,4 16-639,13 15 39,4 7 88,1 23-320,-5 10-96,-9 16-1448,-6 6 608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23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83 13811,'-10'-8'1032,"-2"-3"-416,6-1-776,6 2-344,6-2 96,11 1 288,12 3 144,11 3 384,2 5 96,18 1 208,-1 4-15,17-3-289,9 0-240,6-6-1009,4-1-1455,4-2 1368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24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32 128 12051,'-17'0'1192,"3"0"4825,36-12-5705,11 5-176,17-1 88,11 1 136,13 3 176,9-1-47,19-3-201,9-3-96,8-3-304,-3-1-464,-14-4-4330,-17 1 2586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25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7314,'0'0'3032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47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0 132 14867,'21'0'1745,"24"-4"335,14 1-1312,24-4-688,12 0-24,10-5-160,3-2-128,-6 0-200,-9 0-184,-22-1-168,-11 6-56,-22-1-905,-12-1-2320,-15-1 3169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47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0 156 22933,'33'0'496,"35"-1"-464,16-10-632,46-13-744,10-9-673,-10-10-3504,-1 0 3553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48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1405 0 14795,'-15'0'1745,"-11"7"383,-11 12-1448,-27 30-608,-12 20-24,-22 42 272,-13 16 168,-20 36 345,-8 13-297,-4 9-144,3-6-144,24-38-328,10-30-176,25-57-464,12-32-857,17-46 825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48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23509,'46'73'552,"17"15"-56,16 17-344,25 20-312,7 11-184,-6 10-544,-6-1-344,-16-14-273,-9-17-327,-10-29 272,-9-16-257,2-36 1337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48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 20324,'0'0'21,"-1"0"-1,0 1 0,0-1 0,1 0 0,-1 1 1,0-1-1,0 1 0,1-1 0,-1 1 1,0-1-1,1 1 0,-1-1 0,1 1 0,-1 0 1,0-1-1,1 1 0,0 0 0,-1-1 1,1 1-1,-1 0 0,1 0 0,0-1 0,-1 1 1,1 0-1,0 0 0,0 0 0,0-1 1,0 1-1,0 0 0,0 0 0,0 0 0,0 0 1,0-1-1,0 1 0,0 0 0,0 0 1,1 0-1,-1 0 0,1 0 0,2 8-1014,0 0-1,0-1 0,7 10 1,2 8-1427,-2 9 1207,-1 0 0,9 71 0,-5 79 3403,-10-125-1090,-1-15-63,-1-1 308,3 0 0,14 74 0,-17-114-1266,0 1-1,1-1 1,-1 0-1,1 0 1,0 0-1,0 0 0,1 0 1,-1 0-1,1-1 1,0 1-1,-1-1 1,2 1-1,4 3 1,-7-6-60,1 0 0,0 0 0,0 0 0,-1-1 0,1 1 1,0 0-1,0-1 0,0 1 0,0-1 0,0 0 0,0 0 0,0 0 1,0 0-1,0 0 0,0 0 0,0 0 0,0-1 0,0 1 0,0-1 1,0 1-1,0-1 0,0 0 0,0 1 0,-1-1 0,1 0 0,0-1 1,-1 1-1,1 0 0,-1 0 0,3-2 0,5-6-223,1-1-1,-2 1 0,1-2 1,-1 1-1,0-1 1,9-18-1,-7 9-1197,-1-1 0,0 0-1,6-24 1,-4-15-621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48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0 159 10050,'0'0'9602,"21"4"-8586,19-4-575,31-6-377,12-2-104,17-11-497,4-2-167,-7-5-440,-2-2-680,-21 1-2049,-8-1 2833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11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1 166 9834,'19'7'1432,"12"2"4818,0-4-3698,28-5-1135,5 0-537,15-17-304,8-6-208,6-8-288,4-4-128,-5 4-712,-8 4-392,-13 4 351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11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72 20276,'2'19'993,"10"0"-201,14-7-424,31-5-216,16-7-32,20-12-160,11-9-232,1-5-560,-3-3-793,-12-11 649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12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900 0 15843,'-26'6'1793,"-5"6"-41,-10 7-880,-6 22-680,-12 16-112,-7 38-16,-6 18 8,-13 27 0,-7 3-24,2-13-48,9-14-176,3-33-752,11-17-568,3-51 376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13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22837,'0'0'992,"35"33"344,1 8-776,37 44-568,13 20-40,13 32-288,1 7-184,-3 2-384,-4 0-224,-3-8-72,-10-3-369,-11-16-1063,-3-12 1023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13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326 8 19892,'-1'0'121,"0"-1"0,0 0-1,0 0 1,0 1 0,0-1-1,0 1 1,0-1-1,0 1 1,0-1 0,0 1-1,0 0 1,-1-1 0,1 1-1,0 0 1,0 0 0,-1 0-1,1 0 1,0 0 0,0 0-1,0 0 1,-1 0 0,1 1-1,-1-1 1,0 1-73,0 0-1,0 1 1,1-1-1,-1 0 1,1 0 0,-1 1-1,1-1 1,0 1-1,-1-1 1,1 1 0,0 0-1,-2 3 1,-1 4-82,0 1-1,1 0 1,0-1 0,-3 16 0,-6 60 60,4 0 0,4 128 1,4-167-13,0-26-3,4 93 52,-3-103-48,1 0-1,-1 0 0,2 0 1,-1 0-1,1 0 1,1-1-1,0 1 1,6 10-1,-9-18-18,0-1-1,-1 0 1,1 0 0,0 0-1,0 0 1,-1 0 0,1 0-1,0 0 1,0 0 0,0 0-1,0 0 1,0 0 0,1-1-1,-1 1 1,0 0 0,0-1-1,0 1 1,1-1 0,-1 0-1,0 1 1,0-1 0,1 0-1,-1 0 1,0 1 0,1-1-1,-1 0 1,0 0 0,1-1-1,-1 1 1,0 0 0,1 0-1,-1-1 1,0 1 0,0 0-1,1-1 1,-1 1 0,0-1-1,0 0 1,2-1 0,1-1-96,1-1 1,-1 1-1,0-1 1,0-1 0,0 1-1,-1 0 1,1-1-1,2-5 1,4-7-792,0-1 0,-1 0 0,12-34 0,-20 46 547,1 1-1,-1-1 1,1 1-1,-1-1 0,-1 1 1,1-1-1,-1 0 1,0 1-1,0-1 1,-1 0-1,0 1 1,0-1-1,0 0 0,-1 1 1,1 0-1,-1-1 1,-1 1-1,-4-9 1,4 11 316,-1-1 1,1 1-1,-1 0 1,0 0 0,0 0-1,0 1 1,0-1-1,-1 1 1,1 0-1,-1 0 1,1 0 0,-1 1-1,0 0 1,1 0-1,-1 0 1,0 0-1,0 1 1,-9 0 0,-11 0 807,0 2 1,-32 5 0,52-6-570,-182 40 8230,247-44-6185,35-15-2187,102-31 0,93-48-1719,-162 47 240,-19-2 429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3:59.3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806 24 10506,'-39'-6'639,"0"-1"808,0 1-1,-1 3 0,-74 1 0,100 4-1215,1 0 0,-1 0 0,1 2 0,-1-1 0,1 2 0,0 0-1,0 0 1,1 1 0,0 1 0,0 0 0,0 0 0,1 1 0,0 1 0,1 0 0,-14 15-1,-2 6-117,1 2 0,1 0 0,2 2 0,2 0 0,-24 55 0,15-18-86,4 0 1,-17 78 0,21-58-22,-11 114 0,23-100-198,5 0 0,4 0 0,5-1 0,4 1 0,38 167 0,-27-192-450,3-2 0,4-1 0,3-1 0,3-1 0,4-2 1,2-1-1,90 120 0,-74-124-576,89 86-1,-104-118 331,1-1-1,1-2 1,68 40-1,-76-55 170,46 17 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37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1118 0 16396,'-7'11'1672,"-10"10"-208,-11 10-616,-20 27-480,-9 19-96,-21 32-159,-9 22-73,-11 23-24,-6 1 0,2-2-217,2-17-375,8-23-544,7-17-504,8-35-1313,6-25-1232,5-56 3225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37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23405,'22'49'616,"23"20"16,18 21-448,18 29-536,5 11-184,-4 1-544,1-1-280,-2-14-449,-10-16-559,1-15-2489,3-16 4048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38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21213,'2'120'1280,"-6"150"-2106,-27-10 762,30-248 89,0-1 0,0 1-1,1 0 1,1 0-1,3 17 1,-4-27-22,1 1 0,-1-1 0,1 0 0,0 0 0,0 1 0,0-1 0,0 0 1,0 0-1,0 0 0,1 0 0,-1 0 0,1-1 0,-1 1 0,1 0 0,0-1 0,-1 1 0,1-1 0,0 1 0,0-1 0,0 0 0,0 0 1,0 0-1,1 0 0,-1 0 0,0-1 0,0 1 0,1-1 0,-1 1 0,0-1 0,1 0 0,-1 0 0,0 0 0,4 0 0,4-1-174,0-1-1,0 0 1,1-1-1,-2 0 0,1-1 1,0 0-1,-1 0 1,0-1-1,0 0 1,15-11-1,-5 1-1576,-1 0 0,-1 0 0,27-31 0,-3-14-290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38.3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69 141 19180,'-43'0'1848,"17"0"969,45-7-2825,33-4-264,24-4-104,19-6-320,11-3-232,-11-4-1857,-11-6 857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38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0 128 18852,'0'0'1240,"16"2"113,6-2-689,25-2-272,12-8-120,18-9-224,6-5-320,-8-2-728,-6 0-1001,-5 3 665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38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0 16323,'7'9'1033,"5"3"39,-4 12-920,3 12-64,-3 30 56,-8 17 72,-1 33 144,-15 15 32,-6 16-352,-1-1-584,-1-13 328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49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1 163 21437,'22'0'920,"11"-2"680,31-3-1288,16-2-216,20-5-64,0-4-168,-3-1-328,-5-2-192,-19 0-584,-13 0-353,-24-4-4712,-6-1 4137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0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1270 1 19260,'-24'24'952,"-4"5"289,-22 27-1209,-9 15-64,-8 29 8,-14 24 8,-21 46 32,-7 17 32,-28 25 16,6-6-24,15-38-8,12-33-16,30-63-64,13-30-192,13-46-889,3-22-943,12-53 544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0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21389,'38'19'800,"7"15"496,26 37-1072,12 17-176,14 39-48,6 6 0,1 9-160,3-1-32,-12-9-128,-5-4-200,-15-18-256,-15-9-225,1-34-511,-6-15-312,0-31-2361,8-14 3033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1.1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22989,'-2'12'163,"1"1"0,0 0 0,1-1 0,0 1 0,1 0 0,0-1 0,4 15 0,29 88-1578,-18-65 1215,56 227-233,-70-269 467,0-1 0,1 0 1,0 0-1,0 0 0,0 0 0,1 0 1,7 9-1,-9-14-29,-1 0 0,1 0 1,0 0-1,0-1 0,0 1 0,0-1 1,1 1-1,-1-1 0,0 0 0,1 0 1,-1 0-1,1 0 0,-1 0 0,1 0 1,-1-1-1,1 1 0,-1-1 0,1 0 1,0 0-1,-1 0 0,1 0 0,0 0 1,-1 0-1,4-2 0,4 0-151,-1-2 0,0 1 0,0-1 0,-1 0 0,1-1-1,-1 0 1,0 0 0,-1-1 0,10-8 0,-6 4-654,0-1-1,-1 0 1,0 0 0,-1-1 0,9-15 0,-13 18 233,-1 0 0,0 0 0,3-13 0,-7 22 546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1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43 286 16468,'-27'14'2312,"13"-4"57,12-6-1361,31-4-696,23-7-328,38-9-592,17-8-193,23-12-695,7-2-176,-8-12-673,-6 1-519,-14 3-217,-10-1 1905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3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12283,'15'9'4209,"25"1"2032,20-1-5857,32-8-1536,3-6-1113,0-17 777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3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0 21901,'-9'33'944,"4"5"688,5 19-1704,2 14-504,3 27-712,-2 18-465,-3 19-3480,-1 2 2273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5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1 146 21501,'0'0'2568,"38"-16"-1544,46 2-512,29-3-231,49-4-265,15 0-185,4-1-743,-10 1-648,-24 7 656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8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1157 1 18308,'-71'90'840,"0"15"-360,-3 21-152,-4 56-216,-8 26-8,-28 42-88,-14 20-216,-9-21-408,4-21-232,34-58-1232,13-46-777,6-70 1801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8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23245,'31'55'872,"5"14"568,25 44-1167,10 11-73,25 32-344,8 15-337,3 11-703,4 3-528,-19-19-5402,-11-23 3522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8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 1 24493,'-13'18'37,"1"1"1,1 0-1,1 1 0,1 0 0,0 1 0,2 0 0,0 0 0,2 1 1,0-1-1,1 1 0,0 23 0,1 5-589,3 0-1,2 0 0,15 87 1,-11-103 318,1-1-1,2-1 1,1 0 0,16 33 0,-19-50 221,0 1 0,2-1 0,0-1 0,0 0 0,2 0 0,-1-1 0,2 0 0,0-1 0,23 19 1,-32-29 12,0 1 1,0-1 0,0 0-1,1-1 1,-1 1 0,0 0-1,1-1 1,-1 0 0,1 0-1,0 0 1,-1 0 0,1-1 0,0 1-1,-1-1 1,1 0 0,0 0-1,0 0 1,-1-1 0,1 1-1,0-1 1,-1 0 0,1 0-1,0 0 1,-1 0 0,0-1 0,1 0-1,-1 1 1,0-1 0,0 0-1,0-1 1,0 1 0,3-4-1,4-3-137,-1-2 1,0 1-1,-1-1 0,0-1 0,-1 1 0,0-1 0,7-19 0,7-23-1370,-2 0 222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8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96 22781,'4'5'1064,"8"4"576,31-9-1239,21-5-497,36-14-897,9-16-639,17-15 656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9.3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95 14195,'0'0'5505,"26"0"-4144,0 0-649,22 0-360,7-7-88,8-7-280,-1 2-272,-5-8-592,-4 2-1017,-9-6 801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2:59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21997,'0'23'1104,"1"13"376,3 12-800,8 28-712,2 14-304,5 23-584,0 4-336,2-4-569,-2-6-4392,-14-29 3737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02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615 1 12051,'-4'0'379,"1"0"0,-1 0 0,0 0 1,1 0-1,-1 1 0,0 0 0,1-1 1,-1 1-1,1 1 0,-1-1 0,1 0 1,0 1-1,-1 0 0,1 0 1,0 0-1,0 0 0,-4 3 0,-4 6-54,-1 0-1,-16 24 0,27-35-303,-21 30 311,2 0-1,0 1 1,-25 57 0,-30 109 269,7 21-182,-31 239-79,23 15-481,41-205-509,-2 429 0,42-586 485,4-1 1,5 0 0,5-1 0,47 153 0,-45-194-269,3-1 0,3-1 0,44 77 0,15 5-567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02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23789,'10'1'656,"25"3"-64,15 1-312,28 2-560,10-2-248,7-5-432,-2 2-296,-4-7-585,-6 3-5968,-28 9 6336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03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744 1 12475,'0'0'8954,"-24"17"-8034,3 12-288,-15 35-456,-11 30-96,-10 51-56,-9 17-8,-22 23-120,0 2-336,-7-26-584,3-16-745,21-46-5928,12-23 6280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03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25197,'27'73'633,"16"24"7,13 20-320,34 28-352,5 6-184,26 3-432,0-2-185,-9-12-727,1-3-328,-30-15 847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03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15987,'-3'54'2033,"-4"11"167,7 15-671,0 13-457,-2 9-128,9 2-144,7-4-152,7-18-224,10-10-143,2-22-265,-1-8-128,10-18-305,-1-12-167,4-20-504,-1-17-368,-15-20-2041,-10-1 728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03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9 144 22189,'-9'7'1360,"9"-5"624,23-4-1079,37-10-1065,27-9-344,39-12-873,9-7-607,7-5 968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06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17 129 9666,'0'0'309,"-1"0"-1,0 0 1,1 0 0,-1 0 0,1-1-1,-1 1 1,0 0 0,1 0-1,-1 0 1,1-1 0,-1 1-1,1 0 1,-1 0 0,1-1 0,-1 1-1,1-1 1,-1 1 0,1 0-1,-1-1 1,1 1 0,-1-1-1,1 1 1,0-1 0,-1 0 0,-3-18 1569,8-15-2530,-4 33 1110,0-1-413,1 0 1,-1 1-1,1-1 0,0 0 1,-1 1-1,1-1 0,0 0 1,0 1-1,0-1 0,0 1 0,0 0 1,1-1-1,-1 1 0,0 0 1,1 0-1,-1 0 0,0 0 1,1 0-1,0 0 0,-1 0 0,1 0 1,-1 0-1,1 1 0,3-2 1,2 0 117,8-5 19,1 2-1,0 0 0,0 1 1,0 0-1,0 1 0,0 1 1,23 0-1,-30 2-176,0 0 1,-1 1-1,1 0 1,0 1 0,-1 0-1,1 0 1,-1 0-1,0 1 1,0 1-1,0-1 1,0 1-1,0 1 1,-1-1-1,0 1 1,11 10-1,-10-7-8,0 1 0,-1 0-1,0 0 1,0 1 0,-1 0-1,0 0 1,-1 1 0,0-1 0,5 18-1,-5-12 10,-2 1-1,0 0 0,0 0 0,-2 0 1,0 33-1,-4-18 51,-1-1 0,-2 1 0,-1-1 0,-1-1 0,-1 0 0,-23 49 0,23-61-33,0-1-1,-1 1 1,-1-2-1,-1 1 1,-22 23-1,28-34 31,0 0 1,-1 0-1,1 0 0,-1-1 0,0 0 0,-1-1 0,1 1 0,-1-1 1,0-1-1,0 1 0,0-1 0,0-1 0,-1 0 0,1 0 1,-11 1-1,18-3-26,0 0 0,0 0-1,0 0 1,-1 0 0,1 0 0,0 0 0,0 0 0,0 0 0,0 0 0,0 0 0,0-1 0,0 1 0,0-1 0,0 1 0,0-1 0,0 1-1,0-1 1,-2-1 0,3 2-13,0-1 0,0 1 0,-1-1 0,1 0 0,0 1 0,0-1 0,0 0 0,-1 1 0,1-1 0,0 0 0,0 1-1,0-1 1,0 0 0,0 0 0,0 1 0,1-1 0,-1 0 0,0 1 0,0-1 0,0 0 0,1 0 0,3-6 29,-1 1 0,1 0 0,0 0 0,8-8 0,-9 10-36,3-3 0,0 0 0,1 0 0,0 1-1,0 0 1,0 0 0,0 1 0,1 0 0,0 0 0,0 1 0,1 0 0,13-5 0,-9 6-1,0 0 0,0 1 1,1 0-1,-1 1 0,1 0 1,0 1-1,18 3 0,31 4-142,65 4-738,-105-11 630,0-1 1,-1-1-1,43-8 1,13-10-501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07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24 11106,'-7'7'7474,"7"-5"-6746,0 0-176,2 0-368,0-1-40,48 13 16,-14-17-16,1-4-40,-1 0-144,-5-4-704,-10-1-488,1 0 336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07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20140,'-3'35'1609,"-1"6"1055,9 22-2584,8 13-456,4 40-856,4 13-400,-6 23-7610,2 4 7329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08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15723,'48'37'1537,"14"9"-9,16 11-776,31 33-376,4 16-232,13 48-568,0 32-208,-15 41-1064,-13 24-1081,-20 20 209,-10 2 951,-32 16 921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08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309 1 3041,'-152'303'-272,"-4"-4"968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58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7 118 9370,'-1'-1'55,"0"0"-1,1-1 1,-1 1 0,0 0-1,1 0 1,0 0 0,-1-1-1,1 1 1,-1 0-1,1 0 1,0-1 0,0 1-1,0 0 1,0-1 0,0 1-1,0 0 1,0-1 0,0 1-1,1 0 1,-1-1 0,0 1-1,1 0 1,-1 0 0,1 0-1,0-1 1,-1 1 0,1 0-1,0 0 1,-1 0-1,1 0 1,0 0 0,0 0-1,0 0 1,0 0 0,0 1-1,0-1 1,0 0 0,0 0-1,1 1 1,-1-1 0,0 1-1,0-1 1,1 1 0,-1-1-1,1 1 1,16-6 355,0 1-1,0 1 1,0 1 0,31-2 0,82 4 1687,-108 1-1822,492 48 2210,-155-8-2489,-265-34 212,171-11 1,-183-3 34,-1-3 0,-1-3 0,116-37 0,-193 50-339,0 0 1,-1 0-1,1-1 1,-1 1-1,1-1 1,-1 0-1,0 0 0,0 0 1,0 0-1,0 0 1,0-1-1,0 1 1,-1-1-1,5-6 0,-4-7-649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3:59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10 191 11747,'0'0'730,"-2"-5"583,0-1-1313,1 0 0,-1 0 1,1 0-1,0 0 0,1 0 1,-1 0-1,1 0 0,0 0 1,1 0-1,0 0 0,0 0 0,0 1 1,3-9-1,-2 7 76,1 0 0,1 1 0,0-1 0,-1 1 0,2 0 0,-1 0 0,1 0 0,0 1 0,0-1 0,1 1 0,7-5 0,-12 8 107,1 0 1,1 1-1,-1-1 1,0 1-1,0-1 0,1 1 1,-1 0-1,0 0 1,1 0-1,-1 0 1,1 0-1,0 1 1,-1-1-1,1 1 1,0 0-1,-1-1 0,1 1 1,0 1-1,-1-1 1,1 0-1,-1 1 1,1-1-1,0 1 1,-1 0-1,1-1 0,3 3 1,45 12 569,99 14 0,-123-26-1118,-1-1-1,0-1 1,1-1-1,-1-2 1,51-8-1,-71 8-175,0 1 0,1-1 0,-1-1 0,11-4 0,-14 4 268,0 1 0,0-1-1,0 1 1,0-1-1,0 0 1,3-5-1,-5 8 260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00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12035,'32'-4'281,"0"1"0,0 1 0,1 2 0,-1 1 0,0 2 0,0 1 0,43 11 0,11 10 400,144 62 0,74 58-216,-298-142-464,540 297-782,-501-270 483,-1 2 0,-1 2 0,41 42-1,-70-61 205,0 0-1,-1 0 1,-1 2-1,0-1 1,-1 2-1,-1-1 1,-1 2-1,-1-1 0,0 1 1,-1 0-1,5 25 1,-9-22 68,0 0 0,-2 0 0,-1 0 0,0 1 0,-2-1-1,-5 26 1,-37 134 27,15-73-71,7-10-440,-10 113 0,22-45 165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02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88 9978,'-10'-7'2929,"20"4"-3169,14 0-64,26-10 200,13 1 40,4-5 48,6 3 0,-14 4-128,-11 5-177,-13 1-1383,-9 4 1112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04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87 3833,'0'0'841,"4"-1"284,264-54 2366,-196 44-3220,129-3-1,-174 14-245,0 0 139,52-5 0,-77 5 986,-15 0-991,-27 4-154,31-3-16,2 0-116,-6 8-85,-26 12-562,30-16-1285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05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0 190 7186,'0'0'1288,"6"0"-956,106-9-64,60-6 527,-43-7 1014,241-74 1,-341 84-1718,-24 9-222,0 1 0,0 0 0,0 0 0,1 1-1,-1-1 1,0 1 0,11-1 0,-20-1-781,-16-15 389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06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145 230 15987,'5'-11'86,"0"-1"-1,0 2 0,1-1 0,0 1 1,1-1-1,0 2 0,1-1 0,0 1 0,0 0 1,1 1-1,0 0 0,1 0 0,12-8 1,-1 3-185,0 1 1,1 1 0,0 1 0,1 1 0,33-9 0,-42 14-8,0 1 0,0 0 1,0 1-1,0 1 1,0 0-1,0 1 1,25 3-1,-32-2 72,-1 0 0,1 1-1,-1 0 1,0 0 0,1 1-1,-1-1 1,0 1 0,-1 1-1,1-1 1,0 1 0,-1 0-1,0 0 1,0 1 0,0 0 0,-1-1-1,1 2 1,-1-1 0,4 7-1,-2-1 37,-1 0 1,0 1-1,0-1 0,-2 1 0,1 0 0,-2 0 0,1 1 1,-2-1-1,0 0 0,0 1 0,-1-1 0,-2 15 0,-2 15 16,-3 0-1,-15 52 0,11-52-9,-3-1-1,-1 0 0,-2-1 1,-2-1-1,-1 0 0,-30 42 1,31-56 82,-1 0-1,0-1 1,-2-1 0,-1-1-1,0-1 1,-2-1-1,0-1 1,-1-1 0,-36 17-1,50-28 174,-1-2 1,0 0-1,0 0 0,0-1 0,-1-1 0,0 0 0,1-1 0,-17 1 0,25-3-151,0 0 0,0 0 0,0 0 0,0-1 0,0 0 0,1 0 0,-1 0-1,0 0 1,0-1 0,1 0 0,-1 0 0,1 0 0,0 0 0,-1-1 0,1 0 0,0 0 0,0 0 0,1 0 0,-1 0 0,1-1 0,0 0 0,0 0 0,0 0 0,0 0 0,-4-8 0,5 6-89,-1 1 0,1-2 0,1 1 0,-1 0 0,1 0-1,0-1 1,0 1 0,0 0 0,1-1 0,0 1 0,1-1 0,2-12 0,-1 10-29,1-1-1,0 1 1,1 0 0,0 0-1,0 0 1,1 0 0,11-14-1,-5 9-11,1 0 0,1 1-1,0 0 1,1 1 0,0 1-1,1 0 1,0 1 0,30-15 0,-30 19 15,0 0 0,1 1 1,0 1-1,0 0 1,0 1-1,0 1 0,0 0 1,1 2-1,-1 0 1,1 0-1,-1 1 0,0 2 1,0-1-1,0 2 0,16 5 1,21 10-73,-1 2 0,0 3 0,49 32 0,56 25-1220,-143-75 811,0 0-1,0-1 1,0-1-1,1 0 1,0 0-1,-1-2 1,1 0 0,1-1-1,-1 0 1,23-2-1,-15-4-230,-1 0 0,27-10 0,-49 15 704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07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1145 0 13643,'-36'12'792,"-15"21"-240,-7 22-408,-25 39-120,-14 18 0,-7 11 24,-7 0-24,4-9-24,5-2 0,7 1 0,5-6 0,14-16-672,2-20-880,13-34 872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07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 18580,'0'0'1560,"15"-7"313,20 26-1257,22 24-840,12 19-128,7 26-232,5 11-289,1 15-143,-11 0 184,-7-6 368,-13-12 80,-9-18-64,1-10-464,-3-20-1145,0-8-711,3-16 2071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07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 18476,'0'0'40,"-1"0"0,0 0 0,0 0 1,1 0-1,-1 0 0,0 1 0,1-1 0,-1 0 0,0 0 0,1 1 0,-1-1 1,1 1-1,-1-1 0,0 0 0,1 1 0,-1-1 0,1 1 0,-1 0 1,1-1-1,0 1 0,-1-1 0,1 1 0,-1 0 0,1-1 0,0 1 1,0-1-1,-1 1 0,1 0 0,0 0 0,0-1 0,0 1 0,0 0 0,0-1 1,0 1-1,0 0 0,0 1 0,3 30-220,-2-29 202,4 18-120,1-1-1,2-1 1,-1 1 0,2-1 0,11 18-1,18 41-6,-35-72 104,0 0 0,-1 0 0,2 0-1,-1 0 1,1-1 0,0 1 0,6 5 0,-9-9-36,1 0 0,0 0 1,0-1-1,0 1 0,0-1 0,1 0 1,-1 0-1,0 0 0,1 0 1,-1 0-1,0 0 0,1 0 1,-1-1-1,1 1 0,-1-1 0,1 0 1,0 0-1,-1 0 0,1 0 1,-1 0-1,1-1 0,2 0 1,2-1-355,0-1 0,-1 1 0,1-1 0,-1-1 0,0 1 0,0-1 0,-1 0 0,1-1-1,9-9 1,-5 3-443,0 0 0,-1 0 0,14-22 0,-2-10-28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07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49 9122,'-40'9'1072,"7"-2"1001,16 0 1143,26 0-2640,24-6-288,18-8-648,17 0-376,-1-10-1440,1-7 87,-4 0 1345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07.9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 12763,'16'-7'456,"15"-2"-504,14 2-360,10-1 216,6-1 168,-4 0 240,-10 4 48,1 2-120,-6 1-456,1 4 120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08.1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0 21197,'-30'35'728,"4"22"552,14 52-1320,9 27-232,10 32-392,8 7-304,4-6-1289,-3-5-1400,-7-15-1032,-9-7 3545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09.1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1 416 13051,'6'0'593,"48"4"-637,1-2-1,1-2 0,-2-3 1,1-3-1,0-2 1,-1-2-1,-1-2 0,60-23 1,-52 12-429,-1-2-1,-2-3 1,0-2 0,-3-3 0,0-2-1,84-72 1,-104 75-471,-10-2 328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09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20236,'0'68'833,"2"37"-249,1 27-576,9 27-665,2 5-847,4-15-1360,-1-13-793,-8-28 2048,-9-18 337,-19-23 808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10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94 6441,'1'0'1566,"200"-6"2948,265-47-2436,-235 19 127,-218 33-1540,-11 1-2189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11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54 9042,'0'0'1611,"-1"0"-834,16-1-683,396-38 1846,-379 34-1716,-26 3 93,0 1 1,0 0-1,0 0 1,0 1-1,12 0 1,-50-3-3804,-2 6 2485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18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87 12347,'3'5'649,"4"11"-628,1 0 0,-2 1 1,0 0-1,5 28 0,6 80-476,-15-82 427,-2 0 0,-1-1-1,-3 1 1,-14 67 0,-59 162 321,72-258-141,4-12 84,0 1 0,0-1-1,1 1 1,-1-1 0,0 1 0,1 0 0,0-1 0,0 5 0,1-36 640,2 0 1,12-48-1,0-11-915,-10 9 593,-4-1 0,-11-97 0,2 63-476,13 292-380,2 57 259,2-151 711,-8-88-7,6-34-103,3-56 0,-6 50-575,2-26-41,-3-83-1,-5 119 83,-1 0-1,-1 0 1,-2 0-1,-15-47 0,13 62-27,8 19 3,0 1 0,0-1 0,0 0 1,0 0-1,0 0 0,0 0 0,0 0 0,0 0 0,0 0 0,0 0 0,0 0 0,0 0 0,0 0 0,0 0 0,0 1 1,0-1-1,0 0 0,-1 0 0,1 0 0,0 0 0,0 0 0,0 0 0,0 0 0,0 0 0,0 0 0,0 0 0,0 0 0,0 0 1,0 0-1,-1 0 0,1 0 0,0 0 0,0 0 0,0 0 0,0 0 0,0 0 0,0 0 0,0 0 0,0 0 0,0 0 0,0 0 1,-1 0-1,1 0 0,0 0 0,0 0 0,0 0 0,0 0 0,0-1 0,0 1 0,0 0 0,0 0 0,0 0 0,0 0 0,0 0 1,-3 5-9,1 0 0,0 0 0,0 0 1,1 0-1,0 1 0,0-1 0,0 0 1,0 1-1,1-1 0,0 0 0,1 7 1,-2 5-5,-9 224-52,-2 94 212,23-360 523,-2-5-540,-2-1-1,-2 0 1,3-49 0,-6 22-232,-6-60 1,-5 37 157,-3 1 0,-45-151-1,55 226-91,0 8-84,0 2 98,-1-1 0,0 1 0,1-1 0,0 1 0,0 0 0,1 0-1,-1 0 1,1 0 0,0 0 0,0 10 0,-3 13-34,-11 51 18,-29 188-66,37-205 89,2-1 0,4 80 1,3-121 9,5 33 0,-6-48 5,0 0-1,1 0 0,-1 0 0,1-1 0,0 1 1,0-1-1,1 1 0,0-1 0,-1 0 1,1 0-1,5 5 0,-7-8 3,0-1 1,-1 1-1,1 0 0,0 0 1,0-1-1,0 1 0,0-1 0,0 1 1,0-1-1,0 0 0,0 1 1,0-1-1,0 0 0,0 1 1,1-1-1,-1 0 0,0 0 0,0 0 1,0 0-1,0 0 0,0 0 1,0-1-1,0 1 0,0 0 1,1 0-1,-1-1 0,0 1 0,0-1 1,0 1-1,0-1 0,-1 1 1,1-1-1,0 0 0,0 1 1,0-1-1,0 0 0,0 0 1,-1 1-1,1-1 0,0 0 0,0-2 1,4-4 23,0 0 1,-1 0-1,0 0 1,4-11-1,0-7-18,0 1-1,-1-1 0,-2-1 0,0 1 0,-2-1 0,0-31 0,-10-158-72,6 196 66,-3-35-5,-6-151 1,12 184-38,-2 20 40,0 1 0,0 0 0,0 0 0,0 0 0,0 0-1,0 0 1,0 0 0,0 0 0,0 0 0,0 0 0,0 0 0,0 0-1,0 0 1,0-1 0,0 1 0,0 0 0,0 0 0,0 0-1,0 0 1,0 0 0,0 0 0,0 0 0,0 0 0,1 0 0,-1 0-1,0 0 1,0 0 0,0 0 0,0 0 0,0 0 0,0 0 0,0 0-1,0 0 1,0 0 0,0 0 0,0 0 0,1 0 0,-1 0-1,0 0 1,0 0 0,0 0 0,0 0 0,0 0 0,0 0 0,0 0-1,0 0 1,0 0 0,0 0 0,0 0 0,0 0 0,0 0 0,0 0-1,1 0 1,-1 1 0,0-1 0,0 0 0,0 0 0,0 0-1,0 0 1,0 0 0,0 0 0,0 0 0,0 0 0,0 0 0,0 0-1,0 0 1,0 0 0,6 16-81,30 143-15,7 25-34,-34-157 118,0 0 0,2 0 0,1-1 0,23 37 1,-29-54 14,0 0 0,14 14 0,-18-21 37,0-5 29,2-4-43,-1 0 0,-1-1-1,1 1 1,-1-1 0,0 0 0,1-14 0,1-55 12,-3 66-37,-1-50-4,-3 0 0,-2 0 0,-3 1 0,-21-81 0,27 137-32,1 7-24,-4 9 32,1-1 0,0 1 0,1 0 0,1 0 0,0 0 0,-1 19 0,0 0 12,-8 42-10,1-9 18,-2 94-1,12-153 105,0-10-55,1-23-28,-1 1 0,-2-1 0,0 1 0,-12-49 0,1 1 1,7-3 1,-20 383-231,0 12 238,29-317 29,1-1-44,-1-1 0,0 0 0,0 0 0,0 0 0,0 0 0,0 0 0,0 0 0,-1-1 0,1 0 0,-1 1 0,0-1 0,0 0 0,0 0 0,0 0 0,0-1 0,-1 1 0,3-5 0,4-13 0,10-33 1,-18 52-8,7-26 0,-1-1 0,-1 1 0,0-32-1,-3-90 35,-1 32 15,5 6-73,-22 313-153,-5 122 200,21-323 87,0-1-93,0-1 0,1 0 0,-1 1 1,1-1-1,-1 1 0,1 0 1,-1-1-1,1 1 0,0-1 0,0 1 1,1-1-1,4-9 20,2-16-6,-1-1 1,-1-1-1,-1 1 0,0-37 1,-2 34-17,7-169 490,-8 291-2398,3 1 0,18 90 1,-2-96-333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19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11 158 12179,'0'-4'249,"1"0"0,0 0 1,-1 0-1,1 1 0,1-1 1,-1 0-1,0 1 0,1-1 1,0 1-1,0-1 0,0 1 1,0 0-1,6-6 0,0 1-510,0 1-1,1 0 1,18-10-1,-12 8 251,-1 0 0,2 1 0,-1 1 0,1 0 0,0 1-1,0 1 1,1 1 0,18-3 0,-34 7 31,1 0 0,-1 0 0,1 0 0,-1 1 0,0-1 0,1 1-1,-1-1 1,1 1 0,-1-1 0,0 1 0,1 0 0,-1-1 0,0 1 0,0 0 0,0 0 0,1 0 0,-1 0-1,0 0 1,0 0 0,-1 0 0,1 0 0,0 1 0,0-1 0,0 2 0,16 38 96,-12-28-74,6 19-15,-2 0-1,-1 1 0,-1 0 1,-2 0-1,-2 1 0,-1-1 1,-3 61-1,-2-63-24,-1 1 1,-1-1-1,-2 0 0,-1 0 0,-2 0 0,-1-1 1,-1-1-1,-21 38 0,22-49 266,-1-1 0,-1 0 0,-1 0 0,0-1 0,-1-1 0,0 0 0,-2-1 0,1-1 0,-2-1 0,0 0-1,0-1 1,-25 10 0,20-10 534,20-10-102,6-2-95,214-63 116,-38 10-1193,181-36-3743,-292 74 2306,66-16-405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12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1141 71 12739,'-2'-7'576,"0"0"1,-1 0 0,0 0 0,0 0 0,-9-12-1,11 18-531,0 0 0,0-1 0,-1 1 0,1 0-1,0 0 1,-1 0 0,1 0 0,-1 0 0,1 0-1,-1 0 1,0 0 0,1 0 0,-1 1 0,0-1-1,1 1 1,-1-1 0,0 1 0,0 0 0,1 0-1,-1 0 1,0 0 0,0 0 0,0 0 0,1 0-1,-1 0 1,0 1 0,0-1 0,1 1 0,-1 0 0,0-1-1,-2 2 1,-5 3-10,1 0-1,0 1 1,0 0 0,0 0-1,0 0 1,1 1 0,0 0-1,-7 11 1,-3 0 40,-70 83 475,-111 170 1,-45 123-2,175-278-511,-104 161-374,169-273 292,-8 12-248,-24 25 0,31-37 73,0-1-1,0 1 1,0-1 0,0 0-1,0 0 1,-1-1-1,1 1 1,-1-1 0,0 0-1,1 0 1,-9 1-1,11-2 19,-1-1 0,1 0 0,-1 1 0,1-1 0,0 0 0,-1 0-1,1-1 1,-1 1 0,1 0 0,0-1 0,-1 0 0,1 1-1,0-1 1,-1 0 0,1 0 0,0 0 0,-4-3 0,-2-3-113,0-1 0,0 0 1,1 0-1,-7-11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13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19132,'0'0'1464,"16"-5"9,12 10-913,27 19-608,12 14-24,20 26 8,6 16 32,2 15 0,-1 2-8,-16 3-96,-9-5-32,-9-8-72,-13-8-64,0-15-329,-1-12-631,1-19-1576,7-14-2794,-4-31 4426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13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22805,'-1'0'16,"0"1"1,0 0-1,0 0 1,0 0-1,0 0 1,0 0 0,0 0-1,0 0 1,0 0-1,0 0 1,1 0-1,-1 0 1,0 1-1,1-1 1,-1 0-1,1 0 1,-1 1-1,1-1 1,0 2-1,-3 30-819,3-30 701,4 72-2247,3 0-1,18 79 1,-23-139 2472,0-1 514,1-1 1,8 25 0,-10-36-579,-1 1 0,1-1 0,0 0 0,1 1 0,-1-1 0,0 0 0,1 0 0,-1 0 0,1 0 0,-1 0 0,1 0 0,0 0 0,0-1 0,0 1 0,0-1 0,0 1 0,0-1 0,1 0 0,-1 0 0,0 0 0,5 2 0,4-3-349,0 0 1,0 0-1,1-1 1,-1 0-1,0-1 1,0 0-1,-1-1 1,1 0-1,0-1 1,-1 0-1,15-8 1,-20 9 74,-1 1 0,1-1 0,-1 0 0,0 0 0,0-1 0,0 1 0,0-1 0,-1 0 0,7-8 0,-8 9-21,-1 0 1,1 0 0,-1 0 0,1 0-1,-1 0 1,0 0 0,0 0-1,0 0 1,0 0 0,-1-1 0,1 1-1,-1 0 1,0-1 0,0 1-1,0 0 1,0 0 0,-1-4 0,-14-24-1437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13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55 130 5529,'-32'-7'1753,"10"2"7457,34 0-7826,21 1-488,27-4-752,8-6-88,17-4-40,-8 1-192,-2 0-1256,-3 0-985,-18-1 1073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13.8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0 114 6969,'0'0'4697,"7"0"2897,45 0-6314,-22 4-471,13 1-633,7-3-136,12-6-376,7-6-633,13-16-1415,4-10-3161,11-13 4536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14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5441,'8'5'984,"4"7"873,2 17-537,0 18-32,-4 34-391,-1 26-353,-9 42-528,0 17-496,2 12 279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20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4 409 14339,'-1'-6'602,"0"-1"0,0 1-1,0 0 1,1-1 0,0 1-1,0-1 1,1 1 0,0-1 0,0 1-1,2-8 1,0 5-497,1-1 0,0 1 0,0 0 0,1 0 0,11-15 0,3 0-579,1 2 0,1 0-1,31-24 1,-29 26 431,2 1 1,0 1-1,1 1 0,51-24 1,-63 35 97,-1 0 0,1 2 1,0 0-1,0 0 1,0 1-1,1 1 0,-1 1 1,1 0-1,-1 0 0,1 1 1,-1 1-1,23 5 1,-29-5-58,-1 2 0,1-1 1,-1 1-1,1 0 0,-1 0 1,0 1-1,0 0 0,0 1 0,-1-1 1,1 1-1,-1 0 0,0 1 1,6 7-1,-5-4-6,-1 0 1,0 1-1,0 0 1,0 0-1,-2 1 1,1-1-1,-1 1 1,3 15-1,-1 3 2,-2-1-1,-1 1 1,-1-1-1,-2 1 0,-1 0 1,-7 45-1,2-43 56,-1 0 0,-1 0 0,-2-1 0,-1 0 0,-2 0 0,0-2 0,-2 1 0,-2-2 0,0 0 0,-2-1 0,0-1 0,-2-1 0,-36 34 0,46-49 106,-1 0 1,1 0-1,-1-1 1,-25 12 0,30-17-39,0 0 1,-1-1 0,1 0 0,-1 0 0,1 0 0,-1-1 0,0 0 0,0-1 0,1 0 0,-11 0 0,14-1-44,0 0 0,1 0 0,-1 0 0,1-1 0,-1 1 0,1-1 0,0 0 0,-1 0 0,1 0 0,0 0 0,0 0 0,0-1 1,1 1-1,-1-1 0,1 0 0,-1 0 0,1 0 0,0 0 0,0 0 0,-2-5 0,3 6-46,0 0 1,0-1-1,0 1 1,0-1-1,0 1 1,1-1-1,-1 1 1,1-1-1,-1 0 1,1 1-1,0-1 1,0 0-1,0 1 1,1-1-1,-1 1 1,0-1-1,1 1 1,0-1-1,0 1 1,0-1-1,0 1 1,0-1-1,0 1 1,0 0-1,1 0 1,-1-1-1,1 1 1,0 0-1,2-2 1,1 1-20,0-1 0,1 1 0,-1 0 0,1 1 0,-1-1 0,1 1 0,0 0 0,0 1 0,0-1 0,0 1 0,0 0 0,0 1 0,0-1 0,9 2 0,12 0-59,54 11 1,-60-8 2,24 4-137,131 19-1575,-152-26 860,0 0 0,0-1-1,0-2 1,-1 0 0,36-9-1,-32 3-751,41-18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4:21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10626,'0'0'328,"7"14"8,-2 14-360,7 30-184,12 20 40,16 43-128,7 26-1176,13 31 976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8:45.0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24575,'0'0'0,"0"0"0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8:47.13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1123 33 24575,'-18'-3'0,"8"0"0,-37-7 0,-1 2 0,-1 3 0,1 2 0,-69 3 0,84 3 0,0 1 0,1 1 0,0 2 0,0 1 0,1 2 0,0 1 0,-46 23 0,42-14 0,1 2 0,0 1 0,2 1 0,1 2 0,1 2 0,1 0 0,2 2 0,1 1 0,-27 42 0,32-42 0,1 2 0,2 1 0,1 0 0,2 1 0,2 1 0,1 0 0,1 1 0,3 0 0,-9 74 0,16-88 0,1 1 0,1-1 0,1 0 0,0 0 0,2 0 0,1 0 0,1-1 0,1 0 0,1 0 0,0 0 0,14 22 0,-13-29 0,0-1 0,1 0 0,0 0 0,1-1 0,1 0 0,0-1 0,1 0 0,0-1 0,1-1 0,0 0 0,0-1 0,1 0 0,0-1 0,1-1 0,28 9 0,-17-9 0,1-2 0,0 0 0,1-2 0,-1-1 0,0-2 0,1 0 0,-1-2 0,1-1 0,-1-1 0,50-15 0,-17 0 0,-1-3 0,-1-3 0,96-54 0,-83 36 0,-2-3 0,-3-3 0,119-111 0,-158 132 0,-27 27 0,-1 1 0,0-1 0,1 1 0,-1-1 0,1 1 0,-1 0 0,0-1 0,1 1 0,-1-1 0,1 1 0,-1 0 0,1 0 0,-1-1 0,1 1 0,-1 0 0,1 0 0,-1 0 0,1 0 0,-1-1 0,1 1 0,0 0 0,-1 0 0,1 0 0,-1 0 0,1 0 0,-1 0 0,1 0 0,-1 1 0,1-1 0,0 0 0,-1 0 0,1 0 0,-1 0 0,1 1 0,-1-1 0,1 0 0,-1 1 0,1 0 0,9 20 0,-5-8 0,0-4 11,0 1-1,1-1 0,0-1 1,0 1-1,1-1 0,0 0 1,14 11-1,-5-6-493,1-1 1,34 19-1,28 8-6343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8:49.3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933 338 24575,'-2'-16'0,"0"4"0,-1 0 0,0 1 0,-1-1 0,0 1 0,-1 0 0,0 0 0,-1 0 0,0 0 0,-1 1 0,-15-18 0,10 16 0,0 0 0,0 1 0,-1 0 0,-1 1 0,0 1 0,0 0 0,-21-9 0,11 8 0,0 1 0,-1 1 0,1 1 0,-1 1 0,-1 1 0,1 1 0,-1 2 0,1 0 0,-1 2 0,-37 4 0,38 0 0,0 1 0,0 1 0,1 1 0,0 1 0,0 1 0,1 2 0,0 0 0,-31 21 0,39-22 0,0 0 0,1 2 0,1-1 0,0 2 0,0 0 0,2 0 0,-1 1 0,2 1 0,0 0 0,0 0 0,2 1 0,-12 29 0,17-37 0,0 0 0,1 0 0,0 0 0,1 1 0,0-1 0,0 1 0,1-1 0,0 1 0,0-1 0,1 1 0,0-1 0,1 0 0,0 1 0,0-1 0,1 0 0,0 0 0,0 0 0,1 0 0,0-1 0,0 0 0,0 1 0,1-1 0,1-1 0,-1 1 0,1-1 0,0 0 0,0 0 0,1-1 0,0 0 0,0 0 0,0 0 0,0-1 0,1 0 0,11 4 0,0-2 0,0 0 0,0-1 0,0 0 0,1-2 0,0-1 0,-1 0 0,1-1 0,0-1 0,0-1 0,0-1 0,25-6 0,-22 4 0,0-2 0,-1-1 0,0 0 0,0-2 0,-1-1 0,0 0 0,-1-2 0,0 0 0,24-20 0,-35 25 0,-1 0 0,-1-1 0,1 0 0,-1 0 0,-1-1 0,1 0 0,-2 0 0,1 0 0,4-12 0,-7 14 0,-1 1 0,0-1 0,0 0 0,-1 0 0,0 0 0,0 0 0,-1 0 0,0 0 0,0 0 0,0 0 0,-1 0 0,0 0 0,0 0 0,-5-13 0,0 7 0,0 1 0,0-1 0,-2 1 0,1 0 0,-1 1 0,-1 0 0,0 0 0,-1 0 0,0 2 0,-1-1 0,-20-14 0,4 6 0,0 1 0,-2 2 0,0 0 0,-32-10 0,29 14-341,-1 1 0,1 2-1,-35-5 1,7 7-6485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8:49.8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24575,'17'0'0,"0"2"0,1 0 0,-1 1 0,0 1 0,-1 0 0,1 1 0,-1 1 0,16 8 0,2 4 0,0 1 0,43 33 0,-49-31 0,-1 1 0,0 1 0,23 28 0,-41-42 0,-1 1 0,-1 0 0,0 0 0,0 1 0,-1-1 0,0 1 0,0 1 0,-2-1 0,1 1 0,-2 0 0,1 0 0,1 15 0,-5-22 0,1 0 0,-1 0 0,-1 0 0,1 0 0,-1 0 0,0 0 0,0-1 0,0 1 0,-1 0 0,1 0 0,-1-1 0,0 1 0,-1-1 0,1 1 0,-1-1 0,0 0 0,0 0 0,0 0 0,-1-1 0,1 1 0,-1-1 0,0 0 0,0 0 0,-6 4 0,10-7 0,0 0 0,-1 1 0,1-1 0,0 0 0,-1 0 0,1 0 0,0 0 0,-1 1 0,1-1 0,0 0 0,-1 0 0,1 0 0,0 0 0,-1 0 0,1 0 0,-1 0 0,1 0 0,0 0 0,-1 0 0,1 0 0,0 0 0,-1 0 0,1-1 0,0 1 0,-1 0 0,1 0 0,0 0 0,-1 0 0,1-1 0,0 1 0,-1 0 0,1 0 0,0 0 0,0-1 0,-1 1 0,1 0 0,0-1 0,-1 1 0,-4-19 0,4 8 9,1 1 0,0 0 0,0-1 0,1 1 0,0-1 0,1 1 0,0 0 0,4-11 0,5-10-732,18-35 0,11-16-6103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8:50.2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1 176 24575,'13'15'0,"35"45"0,-4 3 0,-2 1 0,-2 2 0,44 104 0,-79-158 0,-1-6 0,-1 1 0,0 1 0,0-1 0,-1 0 0,0 1 0,0-1 0,0 10 0,-3-14 0,-2-8 0,-3-14 0,2-4 0,2-1 0,1 1 0,1-1 0,0 1 0,2 0 0,1-1 0,1 1 0,8-28 0,2 6 0,2 0 0,1 1 0,25-44 0,25-26-1365,0 16-5461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8:50.9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1032 1 24575,'0'0'0,"-8"-1"0,-16 2 0,-28 7 0,-38 15 0,-35 24 0,-23 28 0,-7 31 0,11 25 0,23 20 0,32 9 0,34 2 0,34-1 0,33-5 0,26-7 0,7-29-8191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8:52.0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684 0 24575,'0'0'0,"-9"12"0,-10 13 0,-15 21 0,-20 23 0,-21 25 0,-20 17 0,-13 6 0,0-5 0,6-18 0,22-24-8191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8:52.2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24575,'0'0'0,"0"0"0,18 14 0,26 20 0,31 27 0,27 21 0,14 11 0,3 0 0,-8-12 0,-9-17 0,-10-19 0,-21-17-8191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8:53.6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593 1 24575,'0'0'0,"0"0"0,-11 6 0,-13 12 0,-21 17 0,-22 22 0,-21 22 0,-10 13 0,-1 5 0,9-6 0,20-20-8191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8:54.6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955 0 24575,'6'10'0,"2"13"0,-1-1 0,-1 1 0,0 0 0,2 39 0,-3-31 0,3 34 0,18 95 0,-21-135 0,2 0 0,0-1 0,2 1 0,14 25 0,-19-42 0,0 0 0,1-1 0,0 1 0,0-1 0,1 0 0,0-1 0,0 1 0,1-1 0,9 6 0,-12-9 0,1 0 0,-1-1 0,1 1 0,0-1 0,0 0 0,0-1 0,0 1 0,0-1 0,0 0 0,0 0 0,1-1 0,-1 0 0,0 1 0,0-2 0,1 1 0,9-2 0,-2-2 0,0-1 0,-1 1 0,1-2 0,-1 0 0,0 0 0,0-2 0,-1 1 0,0-1 0,0-1 0,-1 0 0,0 0 0,12-16 0,-3 2 0,-1 0 0,-1-2 0,-1 0 0,21-45 0,-27 45 0,-2-1 0,11-45 0,-18 65 0,-1 6 0,0 0 0,0-1 0,0 1 0,0 0 0,0 0 0,0 0 0,0 0 0,0 0 0,0 0 0,0 0 0,0-1 0,0 1 0,0 0 0,0 0 0,0 0 0,0 0 0,0 0 0,0 0 0,0 0 0,0-1 0,1 1 0,-1 0 0,0 0 0,0 0 0,0 0 0,0 0 0,0 0 0,0 0 0,0 0 0,0 0 0,0 0 0,0-1 0,1 1 0,-1 0 0,0 0 0,0 0 0,0 0 0,0 0 0,0 0 0,0 0 0,0 0 0,0 0 0,1 0 0,-1 0 0,0 0 0,0 0 0,0 0 0,0 0 0,0 0 0,0 0 0,0 0 0,1 0 0,-1 0 0,0 0 0,0 0 0,0 0 0,0 0 0,0 1 0,0-1 0,0 0 0,0 0 0,1 0 0,-1 0 0,0 0 0,0 0 0,0 0 0,0 0 0,0 0 0,0 1 0,7 10 0,-6-8 0,167 339 0,-32 14 0,-124-317 0,-2 1 0,-1 0 0,3 48 0,-11-68 0,-1 0 0,0 0 0,-1 0 0,-2 0 0,0 0 0,-1 0 0,0-1 0,-12 29 0,7-29-1,0 0 0,-1 0 0,-1-1 0,-1-1 0,0 0 0,-25 25 0,14-19 5,0-2 1,-2-1 0,-50 32 0,18-21-42,-1-1 0,-2-4 1,-107 33-1,75-33-83,0-4-1,-2-5 1,0-3-1,-104 1 1,116-14-98,1-3 1,-1-4 0,1-3-1,1-4 1,-82-25-1,6-12-5931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8:55.1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24575,'23'13'0,"50"33"0,-2 3 0,75 67 0,110 134 0,-198-188 0,-4 3 0,91 138 0,-127-171 0,-1 1 0,-2 1 0,19 59 0,-27-69 0,-2 0 0,0 1 0,-2-1 0,-1 1 0,-1 0 0,-2 34 0,-4-24 0,-1 0 0,-2 0 0,-2-1 0,0 0 0,-3-1 0,-1 0 0,-1-1 0,-36 57 0,8-26 0,-3-2 0,-3-1 0,-59 55 0,44-54-455,-2-4 0,-117 79 0,46-53-6371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8:55.6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52 24575,'0'0'0,"10"0"0,19 2 0,35 3 0,41 0 0,33-1 0,23-3 0,5-3 0,-9-4 0,-20-4 0,-25-2 0,-27-2 0,-27 1 0,-22 1-8191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8:55.8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0 198 24575,'0'0'0,"17"-2"0,28-5 0,40-11 0,42-12 0,31-12 0,18-10 0,-21 5-8191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9:44.91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1304 3 10906,'-23'-2'832,"0"2"0,0 0-1,-43 7 1,36 0-673,0 0 1,0 2-1,1 0 1,-49 25-1,43-15-185,0 1 0,2 2 0,0 1 0,2 2 0,0 1-1,-42 47 1,64-63 54,0 1 0,1 0 0,0 0-1,-9 19 1,15-25-20,0 0 0,0 0 0,0 0-1,1 0 1,-1 0 0,1 1 0,1-1 0,-1 1-1,1-1 1,0 1 0,0-1 0,0 0 0,1 1-1,1 5 1,1-3-1,0 0 0,0 0 0,1 0 1,0-1-1,0 0 0,1 0 0,0 0 0,0 0 0,11 10 0,7 5 26,31 23 1,-46-38-24,115 82 75,52 45-74,-166-126-15,0 0-1,-1 1 0,1 0 1,-2 1-1,1 0 0,7 13 1,-13-18-1,0 0 0,0 0 0,0 0 0,0 0 0,-1 0 1,0 0-1,0 1 0,0-1 0,0 0 0,-1 1 0,0-1 0,0 1 1,-1-1-1,0 0 0,0 1 0,0-1 0,-2 7 0,-2-1-1,1-1 0,-2 0 0,1 0 0,-1 0-1,-1-1 1,-10 12 0,-4 2 37,-33 28 0,-8 2 601,-3-3 0,-2-3 0,-2-3 0,-2-3 1,-100 43-1,144-73-495,-1-2 0,0 0 0,-1-2 0,0-1 0,0-1 0,-42 2 0,58-7-479,0 0 0,-1-1 0,1 0 0,0-1 0,0-1 0,0 0 0,0-1 0,0 0 0,1 0 0,0-2-1,0 0 1,0 0 0,1-1 0,-1 0 0,2-1 0,-14-11 0,18 13-159,1 0 0,-1 0 0,1 0 0,0-1 0,-8-14 0,10 14 288,0 0 0,1-1 0,0 1 0,1-1 0,-1-11 0,2 19 212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9:45.4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64 701 11771,'-2'-13'-57,"0"0"1,1 0 0,0-1-1,2-22 1,-1 34 13,4 3 147,-2 0-82,0 0-1,0 0 0,0 0 0,0 1 0,-1-1 0,1 1 0,0-1 0,0 1 0,-1-1 1,1 1-1,-1 0 0,0 0 0,0 0 0,1 0 0,-1 0 0,1 2 0,15 45 230,-14-37-200,15 52 36,-4 0 1,-2 1-1,-3 1 1,-3-1-1,-3 1 1,-3 0 0,-3 0-1,-15 94 1,16-151-80,1 1 18,0 0 0,-1 0 0,-1-1 0,0 1 0,0-1 0,-1 1 0,0-1 0,-6 9 0,10-17 3,0 0-1,-1 0 0,1 0 1,-1-1-1,1 1 0,-1 0 1,0 0-1,1 0 0,-1-1 1,0 1-1,0 0 0,1-1 1,-1 1-1,0-1 0,0 1 1,0-1-1,0 1 0,0-1 1,0 0-1,0 1 0,0-1 1,1 0-1,-1 0 0,0 0 1,0 0-1,0 0 0,0 0 1,0 0-1,0 0 0,0 0 0,0 0 1,0 0-1,0 0 0,0-1 1,0 1-1,0-1 0,0 1 1,0 0-1,0-1 0,-1-1 1,-1-1 106,-1 0-1,1 0 1,0-1 0,1 1 0,-1-1 0,1 0 0,0 0 0,-4-8 0,-5-17 140,1-1 0,2 0 1,1 0-1,1-1 1,-2-37-1,3-164-204,34-110-381,-17 266 217,5 1 0,36-107 1,-39 144 172,2 0 1,27-46 0,-32 65 3,1 2 1,0 0-1,2 0 1,0 1-1,1 1 1,19-16-1,-32 29-68,5-4 50,0 0 0,0 1 0,16-8 0,-20 11-54,-1 1 0,0 1-1,1-1 1,-1 0 0,1 1-1,-1-1 1,1 1 0,-1 0 0,1 0-1,-1 0 1,1 0 0,-1 0 0,1 0-1,-1 1 1,1-1 0,-1 1-1,1 0 1,3 1 0,-3 0-6,0 0 0,-1 0 0,1 0 0,0 0 0,-1 1 0,0-1 0,1 1 0,-1 0 0,0-1 0,0 1 0,-1 0 0,1 0 0,0 0 0,-1 0 0,0 1 0,0-1 0,0 0 0,0 1 0,0-1 0,-1 0 0,1 1 1,-1-1-1,0 1 0,-1 3 0,1 11 3,-2 0 0,0 0 1,-7 26-1,0-11-1,-1 0 1,-2-1-1,-30 58 1,-63 85-634,95-158 371,5-7-282,-1-1-1,0 0 0,0 0 0,-1-1 1,-15 15-1,21-22 447,0 0 0,-1-1 0,1 1-1,0 0 1,0-1 0,0 0 0,0 1 0,0-1 0,0 0 0,-1 1-1,1-1 1,0 0 0,0 0 0,-2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9:46.4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1 758 15347,'4'0'1157,"3"-2"-1112,1 1 0,0-1 1,0 0-1,-1-1 1,0 0-1,1 0 1,-1-1-1,0 0 1,-1 0-1,1 0 1,6-6-1,4-5-432,1-1 0,22-27 1,-25 25 266,0 0 0,-2-1-1,0-1 1,-1 0 0,-1-1 0,14-36 0,-22 49 211,-1-1-1,0 0 0,0 1 1,-1-1-1,0 0 1,-1 0-1,1 0 1,-3-17-1,0 20 5,1-1-1,-1 1 1,0 0-1,0 0 1,-1 0 0,0 0-1,0 0 1,0 0-1,-1 1 1,0-1 0,0 1-1,0 0 1,-7-6-1,6 7-8,1 1-1,0-1 0,-1 1 1,0 0-1,0 0 0,0 0 1,0 1-1,0 0 0,0 0 0,-1 0 1,1 1-1,-11-2 0,12 2-63,0 1-1,1 0 0,-1 1 1,1-1-1,-1 0 0,0 1 0,1 0 1,-1 0-1,1 0 0,0 0 1,-1 1-1,1-1 0,0 1 1,0 0-1,0 0 0,0 0 0,0 0 1,0 0-1,0 1 0,1-1 1,-5 6-1,0 3-17,1-1 1,0 1-1,1 0 1,0 0-1,1 1 0,0 0 1,1 0-1,0 0 1,-2 17-1,1 13 6,0 58 0,3-76-14,2 0 0,0 0 0,2-1 0,0 1 0,2-1 0,0 0 0,2 0 0,10 25 0,-15-43-65,1 0 1,0 0-1,0 0 0,0 0 1,0-1-1,1 0 0,0 1 1,0-1-1,0-1 0,0 1 1,1-1-1,-1 1 0,1-1 1,0 0-1,0-1 0,0 1 1,0-1-1,0 0 0,1-1 1,-1 1-1,1-1 0,-1 0 1,1 0-1,-1-1 1,1 1-1,0-1 0,-1-1 1,1 1-1,-1-1 0,7-1 1,14-3-656,-1-2 1,0-1-1,0 0 1,-1-2 0,45-25-1,-12 1-825,59-49 0,-70 48 398,42-43 1,-73 64 1297,-2-1-1,0 0 1,-1 0-1,-1-1 1,0-1-1,16-32 1,-26 45 19,1-1 1,0 1 0,-1-1-1,0 1 1,0-1-1,0 1 1,-1-1 0,1 1-1,-1-1 1,-1-8 0,0 10-69,1 0 0,-1 1 1,0-1-1,0 1 1,0 0-1,0-1 0,0 1 1,-1 0-1,1-1 1,-1 1-1,1 0 1,-1 0-1,0 0 0,0 1 1,0-1-1,0 0 1,0 1-1,0-1 0,-1 1 1,-2-2-1,-1 0 109,1 0-1,-1 1 1,0 0-1,0 0 1,0 0 0,0 1-1,0 0 1,0 0-1,-1 0 1,1 1-1,0 0 1,0 0 0,-11 2-1,11 0-133,-1 0 0,1 1 0,0-1 0,0 1 1,0 0-1,0 0 0,0 1 0,1 0 0,-1 0 0,1 0 0,0 1 0,-7 9 0,-2 2-36,2 0 0,0 1-1,0 1 1,2 0 0,0 0-1,1 1 1,2 1 0,-1-1-1,2 1 1,1 0 0,-6 37-1,11-54-17,0 1-1,0 0 0,0 0 0,0-1 0,0 1 0,1 0 0,0-1 0,-1 1 0,3 3 0,-3-5-12,1-1 0,0 0 0,0 0 0,-1 0 0,1 1 0,0-1 0,0 0 0,0 0 0,0 0 0,0 0 0,0-1 0,0 1 0,1 0 0,-1 0 0,0-1 0,0 1 0,1 0 0,-1-1 0,0 1 0,1-1 0,-1 0 0,1 1 0,-1-1 0,0 0 0,1 0 0,-1 0 0,3 0 0,2-1-8,1 0 0,-1 0 1,1-1-1,-1 0 1,1 0-1,-1 0 1,0-1-1,0 0 1,0 0-1,5-4 0,10-8-171,24-20-1,179-176-2053,-114 104 2198,-106 104 2284,-4 5-951,-6 11-600,-9 23-622,-4 63 62,17-84-170,0 0-1,2 0 1,0 1-1,3 25 1,-3-39-22,1 0 1,-1-1-1,0 1 1,1 0 0,-1-1-1,1 1 1,-1 0-1,1-1 1,0 1-1,0-1 1,0 1-1,0-1 1,0 0-1,0 1 1,0-1-1,2 2 1,-3-3 11,1 0 0,-1 0 0,1 0 0,-1 0 0,0 1 0,1-1 0,-1 0 0,1 0 0,-1 0 0,1 0 0,-1 0 0,1 0 0,-1 0 0,0 0 0,1 0 0,-1 0 0,1-1 0,-1 1 0,1 0 0,-1 0 0,1 0 0,0-1 0,11-13-604,2-12-499,-1 0 1,-2-1 0,13-45 0,-18 49 795,2 1 0,0 0 1,1 0-1,1 1 1,1 0-1,20-28 1,-28 45 503,0 0-1,1 0 1,-1 1 0,1-1 0,8-5 0,-11 8-99,0 0 0,0 1 1,0-1-1,0 1 0,0-1 1,0 1-1,0 0 1,0-1-1,0 1 0,1 0 1,-1 0-1,0 0 0,0 0 1,0 0-1,0 0 1,0 0-1,0 0 0,1 0 1,-1 1-1,0-1 0,0 0 1,0 1-1,0-1 1,0 1-1,0-1 0,0 1 1,0-1-1,0 1 0,0 0 1,0-1-1,1 2 1,6 9 420,-1 1 0,1-1 0,-2 1 0,0 1 0,0-1 0,-1 1 0,5 20 0,-3-13-233,6 29 175,-10-37-367,0 1 0,1-1 0,0 0 1,0 0-1,2 0 0,-1-1 0,9 13 1,-13-23 267,1-5 413,9-31 290,13-58 0,2-10-1436,-15 68-1189,1 0-1,1 1 0,32-56 1,-9 39 25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9:47.6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1 271 10874,'27'48'1102,"-18"-34"-1088,0 1 1,-1 0-1,-1 0 0,9 29 1,-15-40 31,0 0 1,0 0-1,-1 1 1,1-1-1,-1 0 1,0 1-1,0-1 1,-1 0-1,1 1 1,-1-1-1,0 0 1,0 0-1,-1 0 1,1 1-1,-1-1 1,0-1-1,0 1 1,0 0 0,0 0-1,-1-1 1,1 1-1,-1-1 1,-4 4-1,5-6 2104,4-5-1251,27-88-419,-21 62-554,1 1 0,18-40-1,-23 60 59,1 2-1,-1-1 1,1 0-1,0 1 1,1 0-1,0 0 1,0 0-1,1 1 1,-1 0-1,1 0 1,1 1-1,13-8 0,-19 12 1,0-1-1,0 1 1,0 0-1,0 1 0,0-1 1,0 0-1,0 1 1,0-1-1,1 1 0,-1-1 1,0 1-1,0 0 0,0 0 1,1 0-1,-1 0 1,0 1-1,0-1 0,0 0 1,1 1-1,-1 0 1,0-1-1,0 1 0,0 0 1,0 0-1,0 0 0,0 1 1,0-1-1,-1 0 1,1 1-1,0-1 0,-1 1 1,1-1-1,-1 1 1,1 0-1,-1 0 0,0 0 1,0-1-1,0 1 0,0 0 1,1 4-1,2 4 39,0 0 0,-1 1-1,0-1 1,-1 1-1,0-1 1,-1 1 0,0 12-1,-7 77 283,6-99-303,0 0-1,0 0 0,0-1 0,0 1 0,0 0 0,0-1 0,0 1 0,0 0 0,0 0 0,1-1 1,-1 1-1,0 0 0,1-1 0,-1 1 0,0-1 0,1 1 0,-1 0 0,0-1 0,1 1 0,-1-1 1,1 1-1,-1-1 0,1 1 0,0-1 0,-1 1 0,1-1 0,0 1 0,1-1-3,-1 0 0,0 0 0,0 0 1,1 0-1,-1 0 0,0 0 0,0 0 0,1 0 0,-1-1 0,0 1 0,0 0 0,1-1 0,-1 1 0,1-2 0,5-2-28,-1 0-1,1 0 0,-1 0 0,7-8 0,2-6-95,0 0 0,-1 0-1,-1-2 1,15-28 0,-19 30 185,2-1 1,0 2-1,1-1 1,1 2-1,0 0 1,19-18 0,-29 32 1,-1 0 1,1 0 0,-1 1 0,1-1 0,0 1-1,-1-1 1,1 1 0,0 0 0,0 0-1,0 0 1,5-1 0,-7 2-27,1 0 1,0 0-1,0 0 1,-1 1-1,1-1 1,0 0-1,-1 1 1,1-1-1,0 1 0,-1-1 1,1 1-1,-1 0 1,1 0-1,-1 0 1,1 0-1,-1 0 0,0 0 1,1 0-1,-1 0 1,0 1-1,2 1 1,5 8 99,0 1 1,-1 1-1,7 16 1,-9-18-134,0 0-1,1 1 1,1-2 0,0 1 0,11 12 0,-16-21-28,1 1 0,-1-1 0,1 0 1,0 0-1,0 0 0,0 0 0,0 0 0,1-1 1,-1 1-1,0-1 0,0 0 0,1 0 0,-1 0 1,1-1-1,-1 1 0,1-1 0,-1 0 0,1 0 1,0 0-1,-1 0 0,1 0 0,-1-1 0,5-1 1,43-13-113,-37 10 119,0 1 1,0 1-1,1 0 1,-1 0-1,18 0 1,-19 3-54,7 1-259,-1-1-1,1-2 0,0 0 1,31-7-1,-45 8 327,-1-1-1,0 0 0,0 0 1,-1 0-1,1-1 0,0 1 1,-1-1-1,1 0 0,-1-1 1,0 1-1,0-1 0,-1 0 1,1 0-1,-1 0 0,1 0 1,-1 0-1,0-1 0,-1 0 1,1 1-1,-1-1 0,0 0 1,2-7-1,-3 8 87,0 1 1,-1 0-1,1-1 0,0 1 0,-1-1 0,0 1 0,0-1 1,0 1-1,0-1 0,-1 1 0,1-1 0,-1 1 1,0-1-1,0 1 0,0 0 0,0 0 0,-1-1 1,-2-4-1,1 5 14,0-1 0,0 1 0,0-1 1,-1 1-1,1 0 0,-1 0 0,0 1 0,0-1 1,0 1-1,0-1 0,0 1 0,-8-2 0,4 1-35,0 1-1,0 0 0,0 1 0,0 0 0,0 0 0,0 1 0,0 0 1,0 0-1,0 0 0,0 1 0,0 1 0,0-1 0,0 2 1,0-1-1,1 1 0,-9 4 0,7-2-38,1 2 1,0-1-1,0 1 1,0 1-1,1-1 1,0 1-1,1 0 0,0 1 1,-5 9-1,-3 6-7,1 2-1,-10 28 0,17-41-8,-2 5 9,1 0-1,1 1 0,1-1 1,0 1-1,1 0 1,-2 34-1,6-50-8,0-1-1,0 1 1,0-1-1,0 0 1,1 1-1,-1-1 1,1 1 0,0-1-1,-1 0 1,1 1-1,0-1 1,0 0-1,1 0 1,-1 0 0,3 4-1,-2-5-4,-1 1 1,1-1-1,0 0 0,-1 0 0,1 0 1,0 0-1,0-1 0,0 1 0,0 0 0,0-1 1,0 0-1,0 1 0,0-1 0,0 0 1,0 0-1,0 0 0,0 0 0,0 0 0,0 0 1,-1-1-1,4 0 0,4-1-20,0-1 0,0-1-1,0 0 1,-1 0 0,1 0 0,-1-1-1,0-1 1,0 1 0,11-12 0,62-67-183,-72 75 184,3-5-5,12-11 115,-2-1 1,-1-1 0,34-58-1,-54 83 534,-3 10 45,-4 21-441,-8 49-90,14-71-138,-1-1-1,1 1 0,0 0 0,1 0 0,-1 0 1,1 0-1,1-1 0,-1 1 0,3 6 0,-3-11-3,-1-1 0,1 0 0,-1 0 0,1 0 0,0 0 0,-1 0 0,1 0 0,0 0 0,0 0-1,0 0 1,-1 0 0,1 0 0,0-1 0,0 1 0,0 0 0,0 0 0,1-1 0,-1 1 0,0-1-1,0 1 1,0-1 0,2 1 0,-1-1 1,0 0 0,1 0 0,-1 0 1,0 0-1,0-1 0,0 1 0,0-1 0,0 1 0,0-1 0,0 0 0,0 0 0,2-1 0,6-4 21,-1-1 0,1 0 0,14-15 0,-20 19 0,16-17-20,0-1 0,25-34 0,34-74-430,-78 126 564,1 6 66,0 0-164,0 0 0,0 0 0,-1 1 0,1-1 0,-1 1 0,0-1 0,0 1 0,-1-1 0,2 5 0,1 42 69,-1-17-76,-2-27-26,1 0 0,0 0 0,0 0-1,1 0 1,0 0 0,0 0-1,0 0 1,4 5 0,-5-9-4,0 0 1,1 0-1,-1-1 1,1 1-1,0 0 1,-1-1-1,1 1 1,0-1-1,0 1 1,0-1-1,0 0 1,0 0-1,0 0 1,0 0-1,0 0 1,1-1-1,-1 1 1,0 0-1,0-1 1,1 0-1,-1 0 1,0 1-1,1-1 1,2-1-1,3 0 0,-1 0 0,1-1-1,0 0 1,-1-1 0,1 1-1,-1-1 1,0-1 0,0 0-1,0 0 1,-1 0-1,1 0 1,-1-1 0,0 0-1,0-1 1,8-9 0,8-11-11,-1-1 1,22-39-1,-28 43-1,-6 8-2,24-33 9,-31 45 2,1-1 0,1 0 0,-1 1 0,0 0-1,1 0 1,0 0 0,-1 0 0,1 1 0,6-4-1,-9 6 6,1 0-1,-1-1 1,0 1-1,1 0 1,-1 0-1,0 0 1,0 0-1,1 0 1,-1 0-1,0 0 1,1 0-1,-1 1 0,0-1 1,1 0-1,-1 1 1,0-1-1,0 1 1,0 0-1,1-1 1,-1 1-1,0 0 1,0-1-1,0 1 1,1 1-1,22 27 117,-18-20-72,-2-4-49,1 0-1,-1 0 1,1 0-1,0 0 0,0-1 1,0 0-1,1 0 1,-1 0-1,1-1 1,0 0-1,0 0 0,0 0 1,8 1-1,-6-2-156,1 0 0,-1-1 0,0-1 0,1 1-1,-1-1 1,0-1 0,1 1 0,-1-2 0,0 1 0,11-4-1,1-1-1152,1-2 0,-1 0 1,27-16-1,-6-3-199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9:48.0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0 544 15483,'232'-35'1585,"33"-3"527,17 0-1960,43-7-272,0 0 48,7-3 80,-9-3 16,-27 5 192,-14 4 136,-51 8 80,-14 2-8,-51 12-272,-26-6-288,-50 10-696,-25 2-416,-44 6-2777,-12 3 2113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9:48.8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317 310 13099,'-6'-34'4227,"5"31"-3629,-1 11-678,-4 10 67,2-1 0,0 1 0,1-1 1,0 24-1,-44 490 404,27-386-278,-63 233 0,82-376-111,-8 32 284,-2-1-1,-1 0 1,-19 36 0,30-67-194,0 0 1,0 1-1,0-1 1,0 0-1,-1 0 1,1 0-1,-1 0 1,0 0-1,1 0 1,-1 0 0,0-1-1,0 1 1,0-1-1,0 1 1,0-1-1,-4 2 1,5-3-59,1 0 0,-1 0 0,1 0 0,-1 0 0,1-1 0,-1 1 0,0 0 0,1 0 0,-1 0 0,1-1 0,-1 1 0,1 0 0,-1-1 0,1 1 0,-1 0 0,1-1 0,-1 1 0,1 0 0,0-1 0,-1 1 0,1-1-1,-1 1 1,1-1 0,0 1 0,0-1 0,-1 0 0,-1-3 39,1 0 0,0 0 0,-1 0 0,1 0 0,1 0-1,-2-5 1,-1-34-23,1 0 0,5-59 0,18-89-661,-20 182 583,26-176-1115,66-237 1,-70 344 1086,41-93-1,-44 130 243,1 0 0,2 1 0,44-60 0,-55 85-60,0 1 0,1 0 0,0 1 0,1 1 0,0 0 0,1 0 0,0 2 0,27-15 0,-37 23-101,0 0 1,0 0-1,1 0 0,-1 0 1,0 1-1,1-1 1,-1 2-1,1-1 1,0 0-1,-1 1 1,1 0-1,0 1 1,-1-1-1,1 1 1,-1 0-1,1 0 0,-1 1 1,0-1-1,1 1 1,-1 1-1,0-1 1,0 1-1,0 0 1,0 0-1,-1 0 1,1 0-1,-1 1 1,0 0-1,0 0 0,0 0 1,-1 0-1,6 8 1,1 4-26,-1 0 1,0 0-1,-1 1 1,0 0-1,-2 0 0,0 0 1,-1 1-1,0 0 1,-2 1-1,0-1 1,-1 0-1,-1 1 0,-1-1 1,0 1-1,-6 32 1,2-23 6,-2 0 0,-1-1 0,-2 1-1,0-1 1,-2-1 0,-1 0 0,-1 0 0,-1-1 0,-29 39 0,17-33 107,-1-1 0,-1-1 1,-1-2-1,-2-1 0,0-1 0,-2-1 1,-1-2-1,0-2 0,-2-1 0,0-1 1,-41 13-1,64-27-154,0-1 0,0 0 0,0 0 0,0-1 0,0-1 0,-26 0 0,35-1-118,0-1 1,0 1-1,0-1 1,0 0-1,0 0 0,0 0 1,0-1-1,0 1 1,1-1-1,-1 0 0,0 0 1,1 0-1,0-1 1,-1 1-1,1-1 0,0 0 1,0 0-1,1 0 1,-1 0-1,0 0 1,1-1-1,0 1 0,0-1 1,-2-4-1,-13-49-2590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9:49.9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1 934 23149,'0'0'495,"3"-1"-225,5-1-343,0-1 0,0-1 0,0 0 0,-1 0-1,0 0 1,1-1 0,-1 0 0,-1 0-1,11-11 1,10-6-188,294-244-811,-302 251 1087,-10 9-6,-1 0-1,0 0 0,-1-1 0,0 0 1,0 0-1,11-16 0,-17 21-3,0 1 0,-1-1 0,1 1 0,-1-1 0,1 0 0,-1 1 0,0-1 1,0 0-1,0 1 0,0-1 0,0 0 0,0 1 0,0-1 0,0 0 0,-1 1 0,1-1 0,-1 1 0,1-1 0,-1 0 0,0 1 0,0-1 1,1 1-1,-1-1 0,0 1 0,0 0 0,0-1 0,0 1 0,-1 0 0,1 0 0,0 0 0,-1 0 0,1 0 0,-2-1 0,-6-5-6,-1 1-1,0 0 1,-15-7-1,21 11-11,-6-3-36,0 1 0,0 0 1,0 0-1,0 1 0,-1 0 0,1 1 0,-21-1 0,24 3 23,1 0-1,-1 0 1,1 1 0,-1 0 0,1 1 0,0 0 0,0-1-1,0 2 1,0-1 0,0 1 0,0 0 0,0 0 0,1 1-1,-9 6 1,1 2 42,1 1 0,0 0 0,1 1 0,0 0 0,1 1 0,1 0 0,0 0 0,1 1 0,1 0 0,0 1 0,2-1 0,-1 1 0,2 1 0,0-1 0,2 0 0,0 1 0,0 0 0,2-1 0,1 24 0,0-33-6,1 0-1,0 1 1,0-1-1,1 0 1,0 0-1,0 0 1,0 0-1,1-1 1,8 13-1,-8-16-35,0 1 0,1 0 0,-1-1-1,1 0 1,-1 0 0,1 0 0,0 0-1,1-1 1,-1 0 0,1 0 0,-1-1-1,1 1 1,0-1 0,6 1 0,5 1-168,0-2 0,1 0 0,-1-2 0,0 1 0,1-2 0,-1 0 1,0-2-1,0 1 0,26-9 0,7-5-559,88-40 0,48-43 313,-147 75 577,-1-2 0,56-50 1,-91 73-93,9-9 208,0 0-1,11-14 1,-20 23-168,-1 0-1,0 1 1,0-1-1,-1 0 1,1 0 0,-1 0-1,1-1 1,-1 1-1,0 0 1,0 0 0,0-1-1,-1 1 1,1-1-1,-1 1 1,0 0-1,1-1 1,-2-3 0,0 5-43,1 0 1,-1 0-1,0 0 1,0-1-1,0 1 1,-1 0 0,1 1-1,0-1 1,-1 0-1,0 0 1,1 1-1,-1-1 1,0 1-1,0-1 1,1 1 0,-1 0-1,0-1 1,0 1-1,-1 0 1,1 0-1,0 1 1,0-1-1,0 0 1,-1 1 0,-2-1-1,-3 0-16,0 0-1,1 0 0,-1 1 1,0 0-1,0 0 1,-10 3-1,6 0 3,0 0-1,0 1 1,0 1 0,1 0-1,0 0 1,0 1 0,1 0-1,-1 1 1,1 1 0,1-1 0,0 2-1,0-1 1,0 1 0,1 0-1,-10 16 1,11-16 5,1 1-1,0-1 1,1 1 0,0 0-1,0 0 1,1 1 0,1 0-1,0-1 1,0 1 0,1 0-1,1 0 1,-1 1 0,2-1-1,0 0 1,0 0-1,1 0 1,3 16 0,-4-24-39,1-1 0,0 0 0,0 1 0,0-1 1,0 0-1,0 0 0,0 0 0,1 0 0,-1 0 0,1 0 0,-1 0 1,1 0-1,0-1 0,0 1 0,0-1 0,0 1 0,0-1 0,0 0 1,0 1-1,0-1 0,0 0 0,1 0 0,-1-1 0,0 1 0,1 0 1,-1-1-1,0 0 0,1 1 0,-1-1 0,1 0 0,2 0 0,4-1-22,0 0-1,0 0 0,0-1 0,0 0 0,0-1 0,-1 1 0,13-7 0,2-3-9,0-1 0,-1-1 0,-1-1 1,37-33-1,71-83-74,-80 79 58,91-100 38,-128 143 139,-11 9-119,-1 0 0,0 0 0,0 0 0,1 0 0,-1 0 1,0 0-1,1 0 0,-1 0 0,0 1 0,0-1 0,1 0 0,-1 0 0,0 0 1,0 0-1,1 1 0,-1-1 0,0 0 0,0 0 0,1 0 0,-1 1 0,0-1 1,0 0-1,0 1 0,0-1 0,0 0 0,1 0 0,-1 1 0,4 28 187,-4-21-148,0 94 155,-2-75-183,1-1 0,2 1 0,4 35 0,1-51-165,1-12-48,7-15-206,53-89-2061,-39 58 1472,2 1-1,2 2 0,38-41 1,-66 81 1120,0 0 1,0 1-1,0-1 1,1 1-1,9-6 0,-13 8-32,0 1 0,1-1 0,-1 1 0,0-1 0,1 1 0,-1-1 0,1 1 0,-1 0 0,0 0 0,1 0 0,-1 0 0,1 0 0,-1 0 0,1 0 0,-1 0 0,1 0 0,-1 1 0,1-1 0,-1 1 0,0-1 0,1 1 0,-1 0-1,0-1 1,0 1 0,1 0 0,-1 0 0,1 1 0,6 5 220,-1 2-1,0-1 1,-1 1-1,0 0 0,0 0 1,-1 0-1,0 1 1,7 19-1,20 87 36,-30-106-306,7 26 6,-2-11 42,-1 0 0,-2 1 0,3 39 0,-7-74 115,0 0-1,1 0 1,3-14-1,1-5-162,8-57-1095,36-122-1,16 21-3417,-27 108 787,0 13 2221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9:50.9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564 125 9290,'-8'-12'85,"-1"0"-1,0 1 1,-1 0 0,-1 1-1,0 0 1,-23-16 0,28 22 25,-1 0 1,-1 1 0,1 0 0,0 0 0,-1 0 0,0 1-1,1 0 1,-1 1 0,0-1 0,0 1 0,0 1 0,0 0-1,0 0 1,-10 2 0,5 0 217,0 1 0,1 1 1,0 0-1,0 1 0,0 0 0,0 1 0,1 0 0,0 1 1,0 0-1,0 1 0,1 0 0,0 1 0,-15 17 1,5-3 323,1 2 0,1 0 0,1 1 0,-21 44 0,35-64-620,0 0-1,1-1 1,0 1 0,0 0-1,0 0 1,1 0 0,0 0-1,0 0 1,0 0-1,1 12 1,0-16-30,1 0 0,-1 1 1,1-1-1,0 0 0,0 1 0,0-1 0,0 0 1,0 0-1,0 0 0,1 0 0,-1 0 0,1 0 0,-1 0 1,1 0-1,0-1 0,-1 1 0,1-1 0,0 1 1,0-1-1,0 0 0,0 1 0,1-1 0,-1 0 0,0-1 1,0 1-1,1 0 0,-1-1 0,0 1 0,4 0 1,14 1 4,-1-1-1,1-1 1,-1-1 0,1 0 0,20-5 0,-18 3-124,0 1 0,1 0 0,35 3 0,-56-1 94,0 0 0,0 1 1,1-1-1,-1 1 0,0-1 0,0 1 1,0 0-1,0-1 0,0 1 0,0 0 1,0 1-1,-1-1 0,1 0 0,0 0 1,-1 1-1,3 1 0,-3-1 12,0-1 0,-1 1-1,1-1 1,0 1 0,-1 0 0,1-1-1,-1 1 1,0 0 0,1-1 0,-1 1-1,0 0 1,0 0 0,0-1 0,0 1-1,-1 0 1,1-1 0,0 1 0,-1 0-1,1-1 1,-1 1 0,1 0 0,-2 2-1,-4 6 9,1 0 0,-1 0-1,-1 0 1,0-1-1,0 0 1,-1 0 0,-16 14-1,9-11 21,0 0-1,0 0 1,-2-2 0,-16 9-1,23-14-29,0-1 0,0-1-1,0 0 1,0 0 0,0-1-1,0 0 1,-1 0-1,1-1 1,-15-1 0,19 0-71,1-1 0,0 1 0,0-1 0,0 0 0,0 0 0,0-1 1,0 1-1,0-1 0,1 0 0,-1-1 0,0 1 0,1-1 0,0 0 0,0 0 1,0 0-1,0 0 0,0-1 0,0 0 0,1 0 0,-5-6 0,7 8 46,-1-1 0,1 0 1,-1 0-1,1 0 0,0 0 0,0 0 0,0 0 0,0 0 0,1 0 0,-1 0 0,1 0 0,0 0 0,0 0 1,0 0-1,0-1 0,0 1 0,2-5 0,-1 4 46,1-1 0,0 0 0,1 1 0,-1-1 0,1 1 0,-1 0 0,1 0 0,0 0 0,1 0 0,3-3 0,10-7 112,-1 1 0,2 1 0,-1 1 0,23-11 0,-32 18-136,176-87 335,-159 81-284,1 0 0,0 2 1,1 1-1,-1 1 0,40-4 0,-60 9-20,0 1 0,0 0 0,0 0 0,0 1 0,0-1 0,1 1 0,-1 1 0,-1-1 0,1 1 0,0 0 0,0 0 0,-1 1 0,1 0 0,-1 0 0,1 0 0,4 4 0,-6-3 23,0 1 1,0 0-1,0-1 1,-1 1-1,1 0 0,-1 1 1,0-1-1,-1 1 1,1-1-1,-1 1 1,0 0-1,-1 0 1,1 0-1,-1 0 1,0 0-1,0 6 1,0 126 964,-2-91 178,9 86-1,-8-130-1106,7 24 372,-7-26-437,0-1 0,0 1-1,0-1 1,1 1-1,-1-1 1,0 1-1,1-1 1,-1 1-1,0-1 1,1 1 0,-1-1-1,0 0 1,1 1-1,-1-1 1,1 0-1,-1 1 1,1-1-1,-1 0 1,1 0-1,-1 1 1,1-1 0,-1 0-1,1 0 1,-1 0-1,1 0 1,-1 1-1,1-1 1,0 0-1,-1 0 1,1 0 0,-1 0-1,1-1 1,-1 1-1,1 0 1,-1 0-1,1 0 1,-1 0-1,1 0 1,0-1-1,-1 1 1,1 0 0,-1 0-1,0-1 1,1 1-1,0-1 1,7-5-14,-1-1 0,0 0 0,-1 0 1,0-1-1,0 1 0,0-1 0,-1-1 0,8-15 1,0-4-94,14-45 1,-21 54 33,-1 0 0,-1 0-1,-1 0 1,-1-1-1,0 1 1,-2-1-1,0 0 1,-5-32-1,4 42 60,-1 0-1,-1-1 0,1 1 1,-2 1-1,1-1 1,-1 0-1,-1 1 0,1 0 1,-2 0-1,1 0 0,-1 1 1,-1 0-1,1 0 1,-1 0-1,-1 1 0,0 0 1,-15-11-1,21 17 32,0 0 0,-1 0-1,1 0 1,0 1 0,-1-1 0,1 0 0,-1 1 0,1 0-1,-1-1 1,-2 1 0,-3 4 193,8-4-214,0 1 0,0-1-1,0 1 1,0-1 0,0 1 0,0-1 0,0 0-1,0 1 1,0-1 0,0 1 0,1-1-1,-1 1 1,0-1 0,0 0 0,0 1 0,1-1-1,-1 0 1,0 1 0,1-1 0,-1 0 0,0 1-1,1-1 1,-1 0 0,1 1 0,1 0-6,0 1 1,1-1 0,-1 1 0,1-1-1,-1 0 1,1 0 0,-1 0-1,1-1 1,0 1 0,0-1-1,-1 1 1,1-1 0,0 0-1,3 0 1,41-4-88,-38 3 73,81-16-57,10-1-5,-85 17 70,-1 0 0,1 0 0,0 2 0,24 3 0,-36-4 17,0 1 1,0-1-1,0 1 1,0 0-1,0 0 1,0 0-1,0 1 1,0-1-1,0 1 1,-1-1-1,1 1 1,-1 0 0,1 0-1,-1 0 1,0 1-1,0-1 1,0 0-1,0 1 1,0-1-1,0 1 1,0 0-1,1 4 1,0 2 51,-1 0 1,0 0-1,0 0 0,-1 0 1,1 18-1,0 0 6,-2-24-23,2-3-52,0 0 0,-1 0 0,1 0 0,0 0 0,-1 0 0,1-1 0,0 1 0,-1 0 0,1-1 0,-1 0 0,1 1 1,-1-1-1,1 0 0,-1 0 0,1 0 0,-1 0 0,2-1 0,21-20-53,-22 20 54,66-72-53,-41 42 91,2 1-1,0 1 1,50-37-1,-75 64-24,0 1 1,0-1-1,0 1 0,0 0 0,1 0 1,-1 0-1,1 1 0,-1-1 1,1 1-1,0 0 0,-1 0 0,1 1 1,0 0-1,0-1 0,-1 1 0,1 1 1,0-1-1,0 1 0,-1 0 0,1 0 1,-1 0-1,1 1 0,4 2 0,4 2 31,-1 2-1,-1-1 1,1 2-1,-2-1 0,1 2 1,14 15-1,-18-18-34,1 1 0,0-1 1,0 0-1,1-1 0,-1 0 0,2 0 0,18 8 0,-22-12-76,0 0-1,0-1 1,0 1-1,0-1 1,1 0-1,-1-1 1,0 0-1,0 0 1,1 0-1,-1-1 1,0 0-1,0 0 1,1 0-1,-1-1 1,6-2-1,6-5-641,0 0-1,-1-1 0,0 0 0,-1-2 1,18-15-1,25-17-2295,-18 18 1880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9:51.3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1 466 14579,'122'3'1048,"38"-10"-135,33-8-409,60-18-96,25-4 88,39-8 176,8-3-208,8 0-96,5 1-48,-10 5-200,-6-1-40,-32 12-48,-10 7-24,-58 5-152,-29 10-344,-56-1-2160,-35-1 1447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9:52.5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1492 1 12451,'-47'206'5811,"-41"277"-5358,-46 236-423,101-592-20,-6-1 0,-5-2 0,-95 186 0,72-191 135,-5-3 0,-6-4 0,-173 194 0,114-169 544,105-109-328,-1-1 0,-54 32 0,86-58-351,-11 7 101,0-1 1,-1-1-1,0 0 1,-24 8 0,34-13-106,0 0 0,-1-1 0,1 1 0,-1-1 0,0 0 0,1 0 0,-1 0 0,1-1 0,-1 1 0,1-1 0,-1 1 0,1-1 0,0-1 0,-1 1 0,1 0 1,0-1-1,0 1 0,0-1 0,0 0 0,0 0 0,0 0 0,0-1 0,-3-3 0,2 1-77,-1 0-1,2-1 1,-1 1 0,0-1-1,1 1 1,0-1 0,1 0-1,-1-1 1,1 1 0,0 0-1,0-1 1,1 1 0,0-1-1,0-7 1,0-12-548,2 1 1,5-39-1,-3 36 178,21-178-1911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19:52.8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83 0 16227,'53'19'1655,"-33"-12"-1359,0 0 0,1-1 1,37 6-1,19-8 973,120-8 0,26 1-419,-192 5-806,0 1 0,0 2-1,0 1 1,-1 1 0,34 13 0,-49-14-43,0 0 0,-1 1 0,0 1 0,0 0-1,-1 1 1,0 0 0,23 23 0,-28-24-6,0 2 0,-1-1-1,1 1 1,-2 1 0,1-1 0,-2 1-1,1 0 1,-2 0 0,1 1 0,-1-1-1,3 17 1,-4-6-17,-1 0-1,-1-1 1,0 1 0,-2 0-1,0 0 1,-2-1-1,0 1 1,-12 40-1,2-22-10,-2-1-1,-2 0 0,-38 66 0,20-50 109,-2-1 0,-3-2 0,-2-2 1,-65 60-1,48-57 214,-1-3 0,-3-3 0,-88 50 0,116-76-183,0-2 0,-2-1-1,0-2 1,-1-1 0,-72 16 0,97-28-155,-1-1 0,1 0 0,-1-1 0,1-1 0,-15-1 0,25 1-70,-1-1 0,0 0 0,0 1 1,1-1-1,-1-1 0,1 1 0,-1 0 0,1-1 1,-1 0-1,1 0 0,0 0 0,0 0 1,0 0-1,0-1 0,0 0 0,1 1 0,-1-1 1,1 0-1,-1 0 0,1 0 0,-3-6 1,3 5-271,1-1 1,-1 0 0,1 1 0,-1-1-1,2 0 1,-1 0 0,0 0 0,1 1-1,0-1 1,0 0 0,0 0-1,1 0 1,0 0 0,1-6 0,6-12-1004,0 0 1,19-35-1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02.0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63 123 21909,'-1'-14'118,"-3"-44"35,4 56-179,0-1-1,0 0 1,0 0-1,1 1 0,-1-1 1,1 1-1,-1-1 1,1 0-1,0 1 1,0-1-1,0 1 0,1 0 1,-1-1-1,0 1 1,1 0-1,3-4 1,-4 6 4,-1-1 1,1 1 0,-1-1-1,1 1 1,0 0 0,-1-1-1,1 1 1,0 0 0,0 0 0,-1-1-1,1 1 1,0 0 0,-1 0-1,1 0 1,0 0 0,0 0-1,-1 0 1,1 0 0,0 0-1,0 0 1,-1 0 0,1 1-1,0-1 1,0 0 0,-1 0-1,1 1 1,0-1 0,-1 0 0,1 1-1,-1-1 1,1 1 0,0-1-1,-1 1 1,1 0 0,2 1-43,-1 1 0,0-1 0,-1 1 0,1 0 1,0-1-1,-1 1 0,1 0 0,-1 0 0,1 4 0,3 10-65,-2 0 0,0 0-1,2 30 1,-5 73-59,-12 81 225,-10 54 173,-40 466 675,25 12-54,43 365 59,103-4-334,71-243-275,-58-306-110,-96-413-173,10 135 1,-34-246-138,0 6 83,-1 30 0,-1-49-244,-1 0 0,0 0 0,-1 0 0,1-1 0,-2 1 1,1-1-1,-1 1 0,-3 7 0,-7 2-2714,12-17 2894,1 0 0,-1 1-1,1-1 1,-1 0 0,1 1 0,-1-1-1,1 0 1,-1 0 0,1 1 0,-1-1 0,1 0-1,-1 0 1,0 0 0,1 0 0,-1 0-1,1 0 1,-1 0 0,0 0 0,1 0-1,-1 0 1,1 0 0,-1 0 0,1 0 0,-1-1-1,0 1 1,-4-4-307,1 0 0,-1-1-1,1 1 1,0-1 0,1 0-1,-1 0 1,-4-9 0,8 14 424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02.5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21061,'45'24'-120,"0"-2"1,1-1 0,2-3 0,-1-2 0,2-2 0,58 9-1,5-6-493,188 2-1,39-20 42,671-50 314,-248 9 620,869 13 1293,8 50-457,-1430-17-1165,1634 40 278,61 1-167,-4-38-2181,-1404-16-129,-46-2 340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03.95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1026 4 11731,'-38'-4'496,"-7"8"896,-3 11-480,-13 23 40,-6 12 177,-16 30-105,-14 19-128,-12 30-600,0 8-224,10-14-472,11-23-584,14-52-785,17-23-575,7-39 1320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04.1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13195,'76'28'1624,"2"12"577,9 8-865,9 23-1000,-4 7-256,0 10-592,-1-5-392,-9-7-393,1-7-255,-6-26-592,-2-6 783,-4-29 785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04.29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12955,'2'36'2224,"-1"9"1129,5 10-1897,2 16-1232,4 9-768,0 5-1648,0-4-2041,-10-15 2921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05.10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1008 0 14723,'-57'57'1000,"0"13"-231,-10 32-673,-4 12-72,-7 15 0,-7 5-24,6-6-289,-6-9-143,0-33-256,2-23-104,-5-50-880,0-21 15,3-49 1057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05.3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 11883,'40'-3'480,"16"18"1496,13 20 153,28 36-89,5 17-848,5 26-760,-5 11-608,-16 6-912,-6-6-688,-11-22-497,-5-20 265,-9-41 1176,6-16 255,-13-33-1591,-8-12 1512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05.6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70 177 24021,'1'-3'20,"0"1"-1,0 0 1,0-1 0,1 1-1,-1 0 1,1 0 0,0 0-1,-1 0 1,1 0-1,0 0 1,0 0 0,3-1-1,33-21-460,-25 17 203,107-58-2470,-95 53 1153,0 1 0,1 2 1,28-7-1,-52 15 1452,-1 0-1,1 1 1,0-1 0,0 1 0,0 0 0,-1-1 0,1 1 0,0 0-1,0 0 1,0 0 0,-1 0 0,1 1 0,0-1 0,0 0-1,0 1 1,-1-1 0,1 1 0,0-1 0,-1 1 0,4 2-1,-5-2 93,1 0 0,-1 0-1,1 0 1,-1 1 0,0-1-1,1 0 1,-1 0 0,0 0-1,0 1 1,0-1-1,0 0 1,0 0 0,0 0-1,0 1 1,-1-1 0,1 0-1,0 0 1,-1 0 0,1 1-1,-1-1 1,1 0-1,-2 1 1,-5 12 282,-2-1 0,0 0 0,-15 18 0,-127 128 2592,91-100-509,-66 83 1,122-137-2239,0 0-3,0 0 0,-1 1 0,2-1 0,-1 1 0,1 0 0,-1-1 0,2 2 0,-1-1 0,1 0 0,0 0 0,0 1 0,0-1 0,0 8 0,2-13-104,0 0 1,0 1-1,0-1 1,1 0 0,-1 1-1,0-1 1,0 0 0,1 0-1,-1 1 1,1-1-1,-1 0 1,1 0 0,0 0-1,-1 1 1,1-1 0,0 0-1,0 0 1,0 0 0,0-1-1,0 1 1,0 0-1,0 0 1,0 0 0,0-1-1,2 2 1,1-1-47,1 1-1,-1-1 1,1 0 0,0 0-1,-1 0 1,6-1 0,5 1-265,0-1 0,0-1 0,-1 0 1,1-1-1,0 0 0,22-8 0,2-4-1971,40-19 0,11-12-506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06.8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144 204 10458,'-15'11'221,"1"1"0,0 0-1,1 1 1,0 0 0,-21 29-1,29-34-177,0-1 0,0 1 0,1 0-1,0 1 1,1-1 0,0 1 0,0-1 0,0 1-1,1 0 1,1 0 0,-1 0 0,2 0 0,-1 16-1,1-22-33,0-1 0,1 1 0,-1-1 0,0 1 0,1-1 0,0 1 0,0-1 0,-1 1 0,1-1 0,1 0 0,-1 1 0,0-1-1,0 0 1,1 0 0,-1 0 0,1 0 0,0 0 0,0-1 0,0 1 0,0 0 0,0-1 0,0 1 0,0-1 0,0 0 0,0 0 0,1 1 0,-1-2-1,0 1 1,1 0 0,-1 0 0,1-1 0,-1 1 0,1-1 0,-1 0 0,1 0 0,-1 0 0,1 0 0,-1 0 0,4-1 0,4-1 36,-1 0 0,0 0 0,0-1 0,0-1 0,0 1 0,-1-1 0,1-1 1,-1 1-1,0-2 0,12-9 0,8-9 64,35-38 0,-56 54-98,10-9-21,-2 0 1,0-1-1,-2-1 0,1 0 0,18-39 1,-29 51 1,0-1 1,0 0-1,-1 0 1,0 0 0,-1 0-1,0 0 1,0 0-1,0-15 1,-2 17 5,0 0-1,0 0 1,0 1 0,-1-1-1,0 0 1,0 0 0,0 1 0,-1-1-1,0 1 1,0 0 0,0 0-1,0 0 1,-6-6 0,5 7-44,1 1 0,-1-1 0,0 1-1,-1 0 1,1 0 0,0 0 0,-1 1 0,0 0 0,1 0 0,-1 0 0,0 0 0,0 1-1,0-1 1,0 1 0,-1 1 0,1-1 0,0 1 0,0 0 0,0 0 0,-1 0 0,1 1-1,0-1 1,-7 3 0,5-1-48,1 0 0,0 0 0,0 0 0,0 1 0,0 0-1,1 0 1,-1 0 0,1 1 0,0-1 0,0 1 0,0 1 0,0-1-1,1 1 1,0 0 0,0 0 0,0 0 0,0 0 0,-4 10 0,7-12-23,0 0 1,0 1 0,1-1 0,-1 0 0,1 1-1,-1-1 1,1 7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07.2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168 246 16107,'-22'14'436,"0"-1"130,1 2 0,-25 22 0,40-31-534,1-1 1,-1 1-1,2 0 1,-1 0-1,0 1 0,1-1 1,1 1-1,-1 0 1,1 0-1,0 0 1,0 0-1,-1 9 1,3-11-36,1-1 0,0 1 0,-1-1 1,2 1-1,-1-1 0,0 1 1,1 0-1,0-1 0,0 1 0,0-1 1,1 0-1,-1 1 0,1-1 0,0 0 1,0 0-1,1 0 0,-1 0 0,1-1 1,4 6-1,-4-6 8,-1-1 1,1 1-1,0-1 0,-1 0 1,1 1-1,0-1 0,0-1 1,1 1-1,-1 0 0,0-1 1,1 1-1,-1-1 0,0 0 1,1 0-1,0-1 0,-1 1 1,1-1-1,-1 1 0,1-1 1,0 0-1,-1-1 0,1 1 1,-1 0-1,6-2 0,2-3 37,-1 0 0,1 0 0,-1-1-1,0 0 1,0 0 0,-1-1-1,10-9 1,-11 9-17,47-40 85,-2-4 0,-2-1 0,49-66 0,-87 102-82,-1-1-1,14-25 0,-24 37-22,1 0 0,-1-1 0,1 0-1,-1 1 1,-1-1 0,1 0 0,-1 0-1,0 0 1,-1 0 0,1 0 0,-1 0-1,-1-9 1,1 13-7,-1 0-1,1 0 1,-1 0-1,1 0 1,-1 0-1,0 0 1,0 0-1,0 0 1,0 0-1,0 0 1,0 1-1,-1-1 1,1 0-1,-1 1 1,1-1-1,-1 1 1,1 0-1,-4-3 1,2 3-8,-1-1 0,1 1 0,0 0 1,-1-1-1,1 2 0,-1-1 0,1 0 0,-1 1 0,1 0 1,-6-1-1,-3 2-22,0 1 0,0 0 0,0 0 0,0 1 0,-19 7 0,4 2 1,1 1-1,0 1 0,1 2 1,-44 35-1,63-47-50,-19 19-129,25-22 156,-1-1 0,1 1-1,-1 0 1,0 0 0,1-1-1,0 1 1,-1 0 0,1 0-1,-1 0 1,1 0 0,0 0-1,0 0 1,-1-1 0,1 1-1,0 0 1,0 0 0,0 0-1,0 0 1,0 0 0,0 0-1,0 0 1,1 0 0,-1 0-1,0 0 1,0-1 0,1 1-1,-1 0 1,0 0 0,2 1-1,-2-1-59,1 0-1,0 0 1,0-1-1,0 1 1,0 0-1,0 0 1,0-1-1,0 1 0,0-1 1,0 1-1,0-1 1,0 1-1,1-1 1,-1 0-1,0 1 1,0-1-1,0 0 1,1 0-1,-1 0 1,0 0-1,2 0 0,9-1-693,0-1 0,0 0 0,13-4 0,55-17-773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07.5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300 235 10562,'-35'26'1295,"2"2"-1,0 1 0,2 2 1,2 0-1,0 2 0,-45 72 1,66-93-819,1 1-1,-7 19 1,13-29-430,0 0-1,0 0 1,0 0 0,0 0-1,0 0 1,1 0 0,0 1-1,-1-1 1,1 0 0,0 0-1,1 0 1,-1 0-1,0 0 1,1 0 0,0 1-1,2 4 1,-2-6-44,-1-1 1,1 0-1,0 0 0,0 0 0,0 0 1,0 0-1,0 0 0,0 0 0,1 0 1,-1 0-1,0-1 0,0 1 1,1 0-1,-1-1 0,0 1 0,1-1 1,-1 1-1,0-1 0,1 0 0,-1 1 1,1-1-1,-1 0 0,1 0 1,-1 0-1,0 0 0,1 0 0,-1-1 1,3 1-1,2-2-13,0 0-1,0 1 1,0-2 0,0 1 0,10-6 0,16-13-5,-1 0-1,0-2 1,44-43 0,71-96 91,-126 137-54,-1-1-1,23-42 1,-38 61-20,0-1-1,-1 0 1,1 1 0,-1-1-1,-1 0 1,0 0 0,0 0-1,-1-1 1,0 1 0,0 0 0,0-1-1,-1 1 1,-1 0 0,-2-17-1,1 20-6,1 1-1,-1-1 0,0 1 0,-1-1 1,1 1-1,-1 0 0,0 0 0,0 0 1,0 0-1,-1 1 0,1-1 1,-1 1-1,0 0 0,0 0 0,0 0 1,0 0-1,0 1 0,-1 0 0,1 0 1,-1 0-1,0 0 0,1 1 0,-1 0 1,0-1-1,0 2 0,-8-1 0,1 0-6,-1 0 0,0 2-1,0-1 1,0 2-1,1 0 1,-1 0 0,0 1-1,1 1 1,-15 6-1,15-5 12,0 0-1,1 1 1,-1 1-1,2 0 1,-1 0-1,1 1 1,0 1-1,0 0 1,1 0 0,1 0-1,-1 1 1,2 1-1,-8 11 1,13-18-64,0-1 0,0 1 0,1 0 0,-1-1 0,1 1 0,0 0 0,0 0 0,1 0 0,-1-1 0,1 1 0,0 0 0,0 0 0,0 6 0,1-8-44,-1 0-1,1 0 0,0 0 0,0-1 1,0 1-1,0 0 0,0 0 0,0-1 0,0 1 1,1-1-1,-1 1 0,0-1 0,1 1 1,-1-1-1,1 0 0,0 0 0,-1 0 1,1 0-1,0 0 0,0 0 0,0 0 1,0 0-1,0-1 0,-1 1 0,1-1 0,0 1 1,0-1-1,0 0 0,4 0 0,4 0-621,0 0 0,1 0 0,-1-1 0,0-1-1,16-3 1,58-23-1999,33-21 1315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07.9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311 1041 11698,'-160'93'2112,"136"-77"-1390,1 1 1,0 1-1,2 1 0,-24 27 0,44-45-681,0 0 0,-1 0-1,1 0 1,0 0 0,0 1 0,0-1 0,0 0-1,1 1 1,-1-1 0,0 0 0,1 1-1,-1-1 1,1 1 0,-1-1 0,1 1 0,-1-1-1,1 1 1,0 0 0,0 1 0,0-3-29,1 1 1,-1 0-1,1-1 1,0 1-1,-1-1 1,1 1-1,-1-1 1,1 1 0,0-1-1,0 0 1,-1 1-1,1-1 1,0 0-1,-1 1 1,1-1-1,0 0 1,0 0-1,0 0 1,-1 0 0,1 0-1,0 0 1,0 0-1,0 0 1,-1 0-1,2 0 1,8-1 13,0-1-1,0 0 1,0-1 0,15-6 0,36-18 86,63-40 0,57-45-31,-153 94-79,105-72-166,-4-6 0,-4-6 1,124-129-1,-236 219 155,0-1 0,-1-1 1,-1 1-1,18-30 0,-29 42 7,1 0-1,-1 1 1,1-1 0,-1 0 0,1 0-1,-1 0 1,0 1 0,0-1 0,1 0-1,-1 0 1,0 0 0,0 0 0,0 0-1,0 1 1,0-1 0,0 0 0,0 0-1,0 0 1,0 0 0,0 0 0,0 0-1,-1 1 1,1-1 0,0 0 0,-1 0-1,1 0 1,-1 1 0,1-1-1,-1 0 1,1 1 0,-1-1 0,1 0-1,-1 1 1,0-1 0,1 0 0,-1 1-1,0-1 1,1 1 0,-1-1 0,0 1-1,0 0 1,1-1 0,-1 1 0,0 0-1,0 0 1,0-1 0,0 1 0,0 0-1,1 0 1,-1 0 0,0 0 0,0 0-1,0 0 1,-1 0 0,-8 1-22,0 1 0,1 0-1,-1 0 1,1 0 0,0 1 0,0 1 0,0 0 0,-16 9-1,-4 4 10,-31 26 0,31-20 47,-36 35 1,55-48-5,1 1 0,0-1 0,0 1-1,1 1 1,1 0 0,-10 19 0,16-29-28,1-1-1,-1 1 1,0-1 0,1 1-1,0-1 1,-1 1 0,1 0-1,0-1 1,0 1 0,0-1-1,0 1 1,0 0 0,0-1 0,0 1-1,0-1 1,1 1 0,-1 0-1,1-1 1,0 2 0,0-2-9,0 1 1,0-1 0,0 0 0,0 0-1,0-1 1,0 1 0,0 0 0,0 0-1,1 0 1,-1-1 0,0 1 0,1-1-1,-1 1 1,0-1 0,1 1 0,-1-1-1,1 0 1,-1 0 0,0 0 0,1 0-1,-1 0 1,2 0 0,17-2-93,-1-1 0,0-1 0,0-1 1,0 0-1,0-2 0,21-10 0,48-24-122,153-99 0,71-84-2253,-155 99-231,11-17 1428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08.3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67 646 14795,'-7'6'230,"0"0"-1,1 1 1,0 0 0,0 1-1,0-1 1,1 1-1,0 0 1,-6 14 0,9-18-248,1-1 1,0 1 0,0-1 0,0 1 0,1 0-1,-1-1 1,1 1 0,0 0 0,0 0 0,0-1-1,0 1 1,1 0 0,-1 0 0,1-1 0,0 1-1,0 0 1,1-1 0,-1 0 0,1 1 0,0-1-1,-1 0 1,1 1 0,1-1 0,2 4 0,-3-6-3,0 1 0,0-1 0,-1 1 0,1-1 0,0 1 0,1-1 0,-1 0 0,0 0 0,0 0-1,0 0 1,1 0 0,-1-1 0,0 1 0,1-1 0,-1 1 0,1-1 0,-1 0 0,0 0 0,1 0 0,-1 0 0,1-1 0,-1 1 0,0-1 0,1 1 0,-1-1 0,0 0 0,4-1 0,6-3 14,-1-1 0,1 0 0,18-14 0,-30 19 6,28-19-94,-2-2 0,-1 0 0,-1-2 1,29-36-1,-18 14-406,51-88 1,-81 126 490,4-6 146,-1 0 0,0-1 0,-2 0 1,1 0-1,-2-1 0,4-17 0,-8 31-102,-1 1 1,0-1-1,0 0 0,0 1 1,0-1-1,0 0 0,-1 1 1,1-1-1,0 1 0,-1-1 1,1 0-1,-1 1 0,0-1 1,1 1-1,-1-1 0,0 1 1,0 0-1,0-1 0,0 1 1,0 0-1,0 0 0,0-1 1,-1 1-1,1 0 0,0 0 1,-1 0-1,1 0 0,-1 1 1,1-1-1,-1 0 0,1 1 1,-1-1-1,1 1 0,-3-1 1,-3-1 4,1 1 0,-1 0 0,0 0 0,1 1 0,-1 0 0,0 0 1,-9 2-1,1 0-32,-1 2 1,1 0-1,0 1 1,1 0 0,-1 2-1,1-1 1,0 2 0,1 0-1,-1 0 1,2 1-1,-1 1 1,-14 14 0,6 4-143,20-17-65,1-11 186,1 0-1,-1 0 0,1 1 1,-1-1-1,1 0 1,-1 0-1,1 0 0,-1 0 1,1 0-1,-1 1 1,1-1-1,-1 0 1,1 0-1,-1-1 0,1 1 1,0 0-1,-1 0 1,1 0-1,-1 0 0,1 0 1,-1 0-1,1-1 1,-1 1-1,1-1 0,9-3-55,-1-1-1,0-1 1,0 1-1,0-2 1,-1 1-1,0-1 1,0 0-1,9-12 1,8-6 6,42-36-1595,2 3 0,131-84 0,-79 71 347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08.73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199 569 15603,'-8'3'66,"0"1"-1,0 1 1,0-1-1,0 1 1,1 1-1,-1-1 1,1 1-1,1 1 1,-1-1-1,1 1 1,-6 8-1,-16 17-479,-46 40 198,73-72 227,1 0-1,0 0 1,0 0-1,0 0 1,0 0-1,0 0 1,0 0-1,0 0 1,-1 0-1,1 0 1,0 0-1,0 0 0,0 0 1,0 0-1,0 0 1,0 0-1,0 0 1,-1 0-1,1 0 1,0 1-1,0-1 1,0 0-1,0 0 1,0 0-1,0 0 1,0 0-1,0 0 1,0 0-1,0 1 1,0-1-1,0 0 0,0 0 1,0 0-1,0 0 1,0 0-1,-1 0 1,1 0-1,0 1 1,0-1-1,1 0 1,-1 0-1,0 0 1,0 0-1,0 0 1,0 0-1,0 1 1,0-1-1,0 0 0,0 0 1,0 0-1,0 0 1,0 0-1,0 0 1,0 0-1,0 1 1,1-1-1,5-1 178,30-16 293,66-41 0,-80 45-414,111-68-536,187-149 1,-289 203 334,0-2 0,-2 0 1,-2-2-1,29-41 0,-50 63 152,1-1 0,-2 0 1,0 0-1,8-21 0,-12 28 2,0 0 1,0 0 0,0 0 0,-1 0 0,1 0-1,-1 0 1,0 0 0,0-1 0,0 1-1,0 0 1,-1 0 0,1 0 0,-1 0 0,1 0-1,-1 0 1,0 0 0,-1 0 0,1 0-1,0 0 1,-1 0 0,0 1 0,-3-6 0,3 6 7,-1 0 1,0 0 0,1 1 0,-1-1 0,0 0 0,0 1 0,0 0-1,1 0 1,-2 0 0,1 0 0,0 0 0,0 0 0,0 1 0,0-1-1,-4 1 1,-1 0 22,1 0-1,-1 1 1,0 0-1,1 0 0,-1 0 1,-7 3-1,-4 3 9,0 1 0,1 1 0,0 0 0,0 1 0,-27 22 0,20-12-40,1 1 0,1 1 0,-21 25 0,30-30-16,0 1 0,-14 24 1,24-36-23,1 1 0,0 0 1,0 0-1,0 0 1,1 0-1,0 1 0,1-1 1,-1 0-1,1 1 1,1 11-1,-1-16-11,2 1 1,-1 0-1,0-1 0,1 1 1,-1 0-1,1-1 0,0 1 0,0-1 1,1 1-1,-1-1 0,1 1 1,0-1-1,-1 0 0,2 0 0,-1 0 1,0 0-1,5 4 0,2-1-15,0-1-1,0 0 1,1 0-1,-1-1 1,1 0-1,18 3 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16.4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1 122 10162,'0'0'696,"13"12"793,31 0-1217,16 0-104,25-3-96,17-4 24,3-9 0,8-4-72,-8-8 24,-8-1 0,-16-4-48,-13-1 0,-15-4-552,-8 0-152,-20-5 439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16.6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0 9202,'0'0'1392,"-2"26"4361,7 2-4296,9 27-1265,5 14-336,7 20-904,-2 7-601,-6 12-2368,-8-5 3073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17.0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49 9034,'4'3'967,"15"13"-745,0 1 0,0 0-1,-2 2 1,0 0 0,-1 1 0,-1 0 0,-1 2 0,-1-1 0,13 30 0,3 15-358,40 136 1,-48-114 1226,-30-140 1505,-14-120 345,21 151-2988,2 0 0,1-1-1,1 1 1,0 0 0,2-1 0,7-24 0,-4 21-768,2 0 0,1 1 0,1 0 0,1 1 0,29-43 1,0 21-493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17.4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159 299 14171,'-1'-2'213,"1"-1"0,-1 1 0,0-1 0,1 1 0,0 0 0,0-1 0,-1 1 0,1-1-1,1 1 1,-1-1 0,0 1 0,0-1 0,1 1 0,1-4 0,0 3-273,-1 0-1,1 0 1,0 0-1,0 1 1,1-1-1,-1 1 1,1 0-1,-1-1 1,1 1-1,0 0 1,3-2 0,17-9-880,32-14 1,-34 17 484,0 0 1,32-22 0,-52 31 456,1 0 0,0-1 0,-1 1 0,1 0 0,-1-1 0,1 1 1,-1-1-1,0 1 0,0-1 0,1 1 0,-1-1 0,0 0 0,0 0 1,-1 0-1,1 1 0,0-1 0,-1 0 0,1 0 0,-1 0 0,0 0 1,1 0-1,-1 0 0,0 0 0,0 0 0,0 0 0,-1 0 0,1 0 1,0 0-1,-1 0 0,1 0 0,-1 0 0,0 0 0,1 0 0,-1 0 1,0 0-1,0 1 0,-1-1 0,1 0 0,0 1 0,0-1 0,-1 1 1,1-1-1,-1 1 0,1 0 0,-3-2 0,-6-3 43,0 0-1,0 0 1,-1 0-1,0 2 1,0-1 0,0 2-1,0-1 1,-23-3-1,8 3 49,0 2-1,0 0 1,-29 3-1,48-1-10,0 0 0,0 1 0,0 0 0,0 1-1,0 0 1,1 0 0,-1 0 0,-10 6 0,14-6-40,0 0 0,0-1 0,1 1 0,-1 1 0,1-1 0,0 0 0,-1 1 1,1-1-1,0 1 0,1-1 0,-1 1 0,0 0 0,1 0 0,-1 0 0,1 0 0,0 0 0,0 0 0,0 0 0,1 1 0,-1 3 0,0 0-18,0 0-1,1 0 1,1 0-1,-1 1 0,1-1 1,0-1-1,0 1 1,1 0-1,0 0 0,0 0 1,1-1-1,0 1 1,5 7-1,-3-6 0,1 1 0,1-2 0,-1 1 0,1-1 0,1 0 0,-1 0 0,1 0 0,12 7 0,0-3-189,0-1 0,0-1 1,1 0-1,-1-2 0,2 0 0,-1-1 0,38 4 0,-37-7-489,0-1 1,34-2-1,-27-3 142,42-11 0,-70 14 507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17.9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1 166 12083,'154'-22'656,"7"-3"608,34 5-1144,2-1-48,7 4-192,-3-1-240,-32 5-376,-6 2-16,-51 3 7,-17 1-687,-38 3 848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20.6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63 1 10258,'-20'5'436,"13"-3"-14,0-1 0,0 1-1,-15 0 1,40 6 1265,146 25 1331,-99-22-2391,100 22 76,52 8-563,-151-31-129,88 1-1,-136-11-132,0-1-1,-1 0 0,1-2 1,0 0-1,-1 0 0,21-9 1,-31 10-268,0 0 1,-1-1-1,0 0 0,1 0 1,-1-1-1,0 0 0,-1 0 1,1 0-1,-1-1 0,0 0 1,0 0-1,0 0 0,-1-1 1,0 1-1,0-1 0,0 0 1,0 0-1,3-11 1,4-17-1053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20.9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132 1 13931,'0'0'101,"0"1"0,0 0 0,0-1 0,-1 1 0,1 0 0,1-1 0,-1 1 1,0 0-1,0-1 0,0 1 0,0 0 0,0-1 0,1 1 0,-1 0 0,0-1 0,0 1 0,1-1 0,-1 1 0,1-1 0,-1 1 0,0 0 1,1-1-1,-1 0 0,1 1 0,-1-1 0,1 1 0,-1-1 0,1 1 0,0-1 0,-1 0 0,1 0 0,1 1 0,13 8 142,1 0-1,0-2 0,0 0 1,1 0-1,29 6 0,99 14-23,-104-21-87,84 13 70,71 12 32,-140-19-144,74 24 0,-128-35-89,15 4 7,0 1 0,-1 1 0,29 17 0,-42-22-5,0-1 0,-1 1-1,1 0 1,-1 0 0,1 0 0,-1 0 0,0 1-1,0-1 1,0 1 0,0-1 0,0 1-1,-1 0 1,1-1 0,-1 1 0,0 0-1,0 0 1,0 0 0,0 0 0,0 0-1,-1 0 1,1 1 0,-1-1 0,0 0-1,0 0 1,0 0 0,0 0 0,-1 4 0,-1 0 17,0 0 0,0 0 0,-1 0 0,0-1 0,0 0 0,-1 1 0,0-1 1,-8 11-1,-5 1 119,-24 22 0,38-38-125,-72 62 273,-2-3 1,-4-4-1,-1-4 0,-110 53 0,111-68-1138,-1-3-1,-154 43 0,142-59-520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22.2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547 1429 10082,'-1'-6'2094,"-4"-6"-2037,-3-10 298,-16-32 0,16 38 346,2-1 1,0 0 0,0 0-1,2 0 1,0-1 0,-2-32-1,4-110 1780,3 123-2290,5-126 493,0-110-480,-8 225-206,-2-1-1,-2 1 0,-19-73 0,15 90 31,-2 0-1,0 2 0,-22-39 1,33 68-18,1-1-1,0 1 1,-1-1 0,1 0 0,0 1 0,-1-1 0,1 1 0,-1-1 0,1 1 0,-1-1 0,1 1 0,-1-1 0,1 1 0,-1 0 0,1-1 0,-1 1 0,1 0-1,-1-1 1,0 1 0,1 0 0,-1 0 0,0 0 0,1-1 0,-1 1 0,0 0 0,1 0 0,-1 0 0,0 0 0,1 0 0,-1 0 0,0 0 0,1 1 0,-1-1-1,0 0 1,1 0 0,-1 0 0,0 1 0,1-1 0,-2 1 0,-18 17 1,19-17-2,-4 5-4,1 1-1,-1-1 1,2 1-1,-1 0 1,1 0-1,-5 14 1,1-1-2,-81 223-3,0 0 4,58-172 48,-52 92 1,80-160 22,3-33-37,2 0-1,12-53 1,-4 32-50,25-215-46,-3 23 56,-28 212 9,2 0 0,12-34-1,-17 57-4,0 1-1,1 0 0,0 0 0,1 1 0,0-1 0,0 1 0,0-1 1,1 1-1,0 1 0,0-1 0,0 1 0,1-1 0,0 2 0,10-8 0,-11 10-1,-1 0-1,1 0 0,0 1 0,-1-1 1,1 1-1,0 0 0,0 1 0,0-1 1,0 1-1,0 0 0,0 0 0,0 1 1,0-1-1,0 1 0,-1 0 0,1 0 1,0 1-1,7 3 0,5 3-11,-1 0 0,0 2 0,23 17 0,138 125-286,-127-104-744,101 74 0,-54-65 79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29.6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185 49 10690,'-6'6'34,"1"0"0,0 0-1,0 0 1,1 1 0,0-1-1,0 1 1,0 1-1,1-1 1,0 0 0,1 1-1,-1-1 1,1 1 0,1 0-1,-2 16 1,3-18-37,0 0 0,0 0-1,1 0 1,0 0 0,0-1 0,0 1 0,1 0-1,0 0 1,0-1 0,0 1 0,1-1 0,0 1-1,0-1 1,0 0 0,1 0 0,0 0 0,-1-1-1,2 0 1,-1 1 0,6 3 0,-7-5 12,0-1 1,0 0 0,0-1 0,0 1-1,0 0 1,0-1 0,0 0-1,1 0 1,-1 0 0,0 0-1,1 0 1,-1-1 0,1 1-1,-1-1 1,1 0 0,-1 0 0,1 0-1,-1-1 1,1 1 0,-1-1-1,1 0 1,-1 0 0,0 0-1,0 0 1,1 0 0,-1-1 0,0 0-1,0 1 1,0-1 0,0 0-1,-1-1 1,6-4 0,1-2 38,1-1 1,-2-1-1,1 1 1,-2-1-1,1-1 1,-1 1-1,5-15 1,-6 14-21,-1 1-1,-1-1 1,0 1 0,-1-1-1,4-24 1,-7 33-20,1 0 0,-1 0 0,0 0 0,0 0 0,-1 0-1,1 0 1,0 0 0,-1 0 0,0 0 0,0 1 0,0-1 0,0 0 0,0 0 0,0 1-1,-1-1 1,1 1 0,-1-1 0,0 1 0,0 0 0,0-1 0,0 1 0,0 0 0,0 1-1,-1-1 1,1 0 0,-1 0 0,1 1 0,-1 0 0,1-1 0,-6 0 0,-2-1 14,1 1-1,-1 0 1,0 1 0,-1 0 0,1 0 0,0 1 0,0 1 0,0 0 0,0 0 0,0 1 0,0 0 0,-18 7-1,7-2-35,0 2-1,0 0 0,1 2 0,-32 21 0,44-26-57,1 0 0,-1 0-1,1 1 1,1-1 0,-7 10-1,11-15-17,1 1 0,-1 0 0,1 0 1,0 0-1,-1 0 0,1 0 0,0 0 0,1 0 0,-1 0 0,0 0 0,0 0 0,1 0 0,-1 1 0,1-1 0,0 0 1,0 1-1,0-1 0,0 0 0,0 0 0,0 1 0,1-1 0,-1 0 0,1 0 0,-1 0 0,1 1 0,2 2 0,-1-2-31,1 0 0,0-1 0,0 1 0,0-1 0,0 0 0,0 0 0,0 0 0,7 3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0.0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338 83 11586,'-24'1'667,"0"1"0,0 1-1,0 1 1,-39 12-1,53-13-622,0 2-1,0-1 1,1 1-1,-1 0 1,1 1-1,1 0 1,-1 0-1,1 1 1,0 0 0,1 1-1,0 0 1,0 0-1,-7 11 1,7-7-67,0 0 0,0 0 0,1 1 0,1 0 0,0 0 0,1 0 1,1 1-1,0 0 0,0-1 0,2 1 0,0 0 0,1 25 0,0-37 24,0-1-1,0 1 1,0-1-1,0 1 1,1 0-1,-1-1 1,1 1-1,-1-1 1,1 1-1,-1-1 1,1 1-1,0-1 1,0 1-1,0-1 1,0 0-1,0 1 1,0-1-1,0 0 1,0 0-1,1 0 1,-1 0-1,2 1 1,-1-1 5,0-1 0,0 1-1,0-1 1,0 1 0,0-1 0,1 0 0,-1 0 0,0 0 0,0 0 0,0 0-1,0-1 1,0 1 0,0-1 0,4 0 0,4-3 27,0-1 0,-1 1 0,1-2 0,-1 1 0,11-10 0,8-8 3,-2-1 0,0-1 0,-2-1 1,0-1-1,-2-2 0,-2 0 1,0-1-1,-2-1 0,15-35 0,-30 59-27,0 0 0,0 0 0,-1-1 0,3-13 0,-5 20-7,0-1 0,1 1 1,-1 0-1,0 0 0,0 0 0,0-1 0,0 1 0,-1 0 0,1 0 0,0-1 0,0 1 0,-1 0 0,1 0 0,-1 0 1,1 0-1,-1-1 0,0 1 0,1 0 0,-1 0 0,0 0 0,0 0 0,1 1 0,-1-1 0,0 0 0,0 0 0,0 0 1,0 1-1,0-1 0,0 0 0,0 1 0,-1-1 0,1 1 0,0-1 0,0 1 0,0 0 0,0-1 0,-2 1 0,-2 0-2,0-1-1,0 1 0,0 0 1,0 1-1,0-1 1,1 1-1,-1 0 0,0 0 1,0 1-1,1-1 0,-1 1 1,1 0-1,-1 0 0,1 0 1,0 1-1,0 0 0,0 0 1,0 0-1,1 0 0,-1 0 1,1 1-1,-1 0 0,-4 7 1,-3 5-260,1 0 0,1 0-1,0 1 1,-11 32 0,16-38-268,1 0 0,-1 0 0,2 1 0,0-1 0,0 0 0,1 1 1,1 21-1,5 19-826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0.4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599 1 12315,'-37'20'480,"0"2"1,1 1 0,-54 47 0,75-56-505,0 1 0,1 0 0,0 1 0,1 1 0,1 0 0,1 1 1,0 0-1,1 0 0,-10 30 0,16-38-110,2 0 0,-1 0 0,1 1 0,1-1 0,0 0 0,0 15 0,1-19 70,1 0-1,-1 0 1,1 0-1,1 0 1,-1 0-1,1 0 1,0-1-1,0 1 1,0 0-1,1-1 1,0 0-1,5 7 1,-7-10 62,1-1 0,-1 1-1,1 0 1,0-1 0,0 1 0,-1-1 0,1 0 0,0 0 0,1 1 0,-1-1 0,0-1 0,0 1 0,0 0 0,0 0 0,1-1 0,-1 1 0,0-1 0,1 0 0,-1 0 0,0 0 0,1 0 0,-1 0 0,0 0 0,1-1 0,-1 1 0,0-1 0,0 0 0,1 1 0,1-2-1,6-3 11,0 1 0,-1-2 0,0 1-1,0-1 1,9-7 0,26-26 46,-2-1 0,-2-1 0,36-50 0,-64 76-35,29-36-12,-39 47-14,1 0 0,-1 0 0,0 0-1,0-1 1,0 1 0,0 0 0,-1-1-1,0 1 1,0-1 0,1-8 0,-2 12 5,0 0 0,-1 0 0,1 0 1,-1-1-1,1 1 0,-1 0 0,1 0 1,-1 0-1,1 0 0,-1 0 0,0 1 1,0-1-1,1 0 0,-1 0 0,0 0 1,0 0-1,0 1 0,0-1 0,0 1 1,0-1-1,0 0 0,0 1 0,0 0 1,0-1-1,0 1 0,-1 0 0,1-1 1,0 1-1,0 0 0,0 0 0,0 0 0,-1 0 1,1 0-1,0 0 0,0 0 0,0 1 1,-2-1-1,-7 2-3,0-1 1,0 2-1,0-1 0,0 1 0,0 1 1,-16 8-1,-56 36-5,73-42 9,-56 38-4,-83 75 0,-48 65-1048,136-129 634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0.8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310 80 14339,'-15'5'102,"0"1"1,1 0-1,0 1 0,1 0 1,-1 1-1,1 1 1,-21 18-1,29-22-110,-1 1-1,1 1 1,0-1-1,0 1 1,1 0 0,-1 0-1,2 0 1,-1 1-1,1-1 1,0 1 0,1 0-1,0 0 1,0 0-1,0 0 1,1 0 0,0 12-1,1-10-5,0 0 1,0 0-1,1 0 0,0-1 1,1 1-1,0 0 0,1 0 0,0-1 1,0 0-1,1 1 0,0-1 1,1 0-1,6 9 0,-10-16 10,1 0-1,-1 0 1,1 0 0,-1-1-1,1 1 1,0 0-1,-1-1 1,1 0 0,0 1-1,0-1 1,0 0-1,0 0 1,0 0 0,1 0-1,-1 0 1,0 0-1,0-1 1,1 1 0,-1-1-1,3 1 1,-2-2 5,0 1 0,1-1 0,-1 1 0,0-1 0,1 0 0,-1 0 0,0 0 0,0-1 0,0 1 0,0-1 0,0 0 0,4-3 0,3-4 26,1 0-1,-1-1 1,-1-1-1,0 1 1,12-20-1,-5 3 3,-1 1-1,-1-2 1,-2 0-1,0 0 1,-2-1 0,9-45-1,-18 68-27,0-1 0,0 1 0,-1-1 0,1 1 0,-2-1 0,1 1 0,-1-1 0,0 1-1,-3-12 1,3 16 1,0-1-1,0 0 1,0 1 0,-1-1-1,1 1 1,-1 0-1,1-1 1,-1 1-1,0 0 1,0 0-1,0 0 1,0 0 0,0 0-1,-1 1 1,1-1-1,-1 1 1,1-1-1,-1 1 1,1 0-1,-1 0 1,0 0 0,1 0-1,-1 1 1,-4-1-1,-4 0-1,0 1-1,-1 0 1,1 0-1,0 2 1,0-1-1,0 1 1,0 1-1,0 0 1,1 1-1,-1 0 1,1 0-1,-17 11 1,10-6-30,1 2 0,0 0 0,1 1 0,1 0 0,0 1 0,-22 25 0,28-27-181,1 0-1,-1 0 1,2 0 0,0 1-1,0 0 1,1 0 0,0 1-1,1-1 1,-4 26-1,0 41-446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1.4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758 316 18900,'-117'-62'1476,"40"14"-4275,76 47 2693,-1 0 1,1 0-1,-1 0 1,1 0-1,-1 0 0,0 0 1,1 1-1,-1-1 1,0 0-1,0 1 0,0 0 1,1-1-1,-1 1 1,0 0-1,0 0 0,0 0 1,0 0-1,1 0 0,-1 0 1,0 1-1,0-1 1,0 1-1,1-1 0,-1 1 1,-2 1-1,3-2 760,4-3-536,0-2-94,-1 0 0,1 0 0,-1-1 0,0 1 0,0 0 0,0-1 0,-1 1 0,0-1 0,0 0 0,0 1 0,-1-1 0,0 0 0,0 1 0,0-1 0,-1 0 0,0 1 0,-2-9 0,2 10-22,0 1 1,0 0-1,0 0 0,0 0 0,0 0 1,-1 0-1,0 0 0,1 0 0,-1 0 1,0 1-1,0-1 0,-1 1 0,1-1 1,0 1-1,-1 0 0,1 0 0,-1 0 0,0 0 1,0 0-1,0 1 0,0-1 0,0 1 1,0 0-1,0 0 0,0 0 0,-1 0 1,1 1-1,0-1 0,0 1 0,-1 0 1,1 0-1,0 0 0,-5 1 0,-6 1 5,1 1 0,0 1 1,0 0-1,0 1 0,0 1 0,1 0 0,-21 13 0,7-2 3,1 2 1,-31 28-1,39-31-7,-25 31-1,37-40-2,0-1 0,1 1 0,0 0 0,0 1 0,0-1 0,1 1 0,0-1-1,-2 11 1,5-17 0,-1-1 0,1 1 0,0 0 0,-1 0 0,1 0 0,0-1 0,0 1 0,0 0 0,0 0 0,0 0 0,0-1 0,0 1 0,0 0 0,0 0 0,0 0 0,1-1 0,-1 1 0,0 0 0,0 0 0,1-1 0,-1 1 0,0 0 0,1 0 0,-1-1 0,1 1 0,-1 0 0,1-1 0,-1 1 0,1-1 0,0 1 0,-1-1 0,1 1 0,0-1 0,-1 1 0,1-1 0,0 0 0,-1 1 0,1-1 0,0 0 0,1 1 0,1-1 0,1 0 0,-1 0 0,0-1 0,1 1 0,-1-1 0,0 1 0,1-1 0,-1 0 0,0 0 0,3-2 0,12-6-1,-1-1 0,0 0-1,0-1 1,23-21 0,55-57-65,-85 79 6,0-1-1,-1 0 0,0 0 1,-1-1-1,9-15 0,-16 25 51,0 0-1,-1 1 0,1-1 1,-1 1-1,1-1 1,-1 0-1,1 1 0,-1-1 1,0 0-1,0 0 0,0 1 1,0-1-1,0 0 0,0 0 1,0 1-1,-1-1 0,1 0 1,-1 1-1,1-1 1,-1 0-1,0 1 0,1-1 1,-1 1-1,0-1 0,0 1 1,0 0-1,0-1 0,0 1 1,-1 0-1,1-1 0,0 1 1,0 0-1,-1 0 1,1 0-1,-1 0 0,1 1 1,-4-2-1,-2-2 11,0 1-1,-1 1 1,0 0-1,1 0 1,-1 0-1,0 1 1,-9-1-1,-3 2 75,1 0 0,-1 1-1,0 1 1,1 1-1,-1 0 1,1 2 0,0 0-1,0 1 1,1 1-1,0 1 1,0 1 0,1 0-1,0 1 1,-23 17 0,35-22-43,0-1 1,1 1 0,-1 0 0,1 0 0,0 0 0,0 0 0,-5 12 0,8-16-101,1 1-1,-1-1 1,0 1-1,1-1 1,-1 1-1,1-1 0,0 1 1,0-1-1,-1 1 1,1-1-1,0 1 1,0-1-1,0 1 1,0-1-1,1 1 0,-1-1 1,0 1-1,1-1 1,-1 1-1,1-1 1,-1 1-1,1-1 1,0 1-1,0-1 0,-1 0 1,1 1-1,0-1 1,0 0-1,0 0 1,1 0-1,-1 0 1,0 0-1,0 0 1,0 0-1,1 0 0,-1 0 1,3 0-1,-1 1-180,0-1 0,0 0 0,1 0 0,-1-1-1,0 1 1,1-1 0,-1 0 0,1 1 0,-1-2-1,0 1 1,1 0 0,-1-1 0,0 1 0,1-1 0,-1 0-1,0 0 1,1 0 0,-1 0 0,4-3 0,35-20-1525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1.8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118 142 19820,'8'71'-6919,"-10"-30"6414,-1-11 3754,11-43-1668,7-26-1328,-2-1-1,-1 0 1,7-45-1,-18 79-264,0-1 1,0 1-1,0 0 1,-1 0-1,0-9 0,0 14 4,0 0-1,-1 0 1,1 0 0,0 0-1,0 0 1,-1 0-1,1 0 1,0 1-1,-1-1 1,1 0-1,-1 0 1,1 0 0,-1 0-1,0 1 1,1-1-1,-1 0 1,0 1-1,1-1 1,-1 0-1,0 1 1,0-1-1,0 1 1,1-1 0,-1 1-1,0 0 1,0-1-1,0 1 1,0 0-1,0-1 1,0 1-1,0 0 1,0 0-1,0 0 1,0 0 0,0 0-1,0 0 1,0 0-1,0 0 1,0 1-1,-1-1 1,-5 2-49,0 0 0,0 1 1,1-1-1,-1 1 0,1 0 1,0 1-1,0 0 0,0 0 1,1 0-1,-1 0 0,-6 8 0,2-2-88,0 1-1,1 1 1,0-1-1,-11 20 1,17-26-68,0-1 1,1 1-1,-1 0 1,1 0-1,0 0 1,0 0-1,1 0 1,0 0-1,-1 1 1,2-1-1,-1 0 1,1 1-1,-1-1 1,1 1-1,1-1 1,-1 1-1,3 8 1,0-6-56,1 0 0,0 0 0,9 13-1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2.1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255 23 20420,'-25'8'69,"0"2"1,1 0-1,1 1 0,0 2 0,-35 25 0,51-34-182,1 1 0,0 0-1,1 1 1,-1 0 0,1 0 0,0 0 0,0 0 0,1 1-1,0-1 1,0 1 0,1 0 0,0 1 0,0-1 0,0 1-1,1-1 1,0 1 0,1-1 0,0 1 0,0 0-1,0 0 1,1 0 0,2 15 0,-2-18 29,1-1 0,0 0 0,0 1 1,0-1-1,1 0 0,-1 0 0,1 0 0,0 0 1,0 0-1,1-1 0,-1 1 0,1-1 0,-1 1 1,5 3-1,-4-5 70,-1 0 1,1 0 0,0-1 0,0 1-1,-1-1 1,1 1 0,0-1-1,0 0 1,0 0 0,1 0-1,-1-1 1,0 1 0,0-1 0,0 0-1,0 0 1,1 0 0,-1 0-1,0 0 1,0-1 0,4 0 0,3-2 52,0 0 0,0-1 1,0 0-1,-1 0 1,1-1-1,-1-1 0,0 1 1,0-1-1,-1-1 1,0 0-1,0 0 0,-1 0 1,0-1-1,0 0 1,0-1-1,-1 1 0,6-13 1,-5 7 27,0 0 0,0 0 1,-2-1-1,1 0 0,-2 0 0,0 0 1,-1-1-1,-1 1 0,0-1 0,-1 0 1,-1-16-1,0 30-57,0 1 1,0-1-1,0 0 1,0 1-1,0-1 1,0 1-1,0-1 1,-1 0 0,1 1-1,-1-1 1,1 1-1,-1-1 1,0 1-1,1-1 1,-1 1-1,0 0 1,0-1-1,0 1 1,0 0-1,0 0 1,-1-1-1,1 1 1,0 0-1,0 0 1,-1 0-1,1 1 1,0-1-1,-1 0 1,1 0-1,-1 1 1,1-1-1,-1 1 1,0-1-1,1 1 1,-1 0-1,1 0 1,-1 0-1,0 0 1,1 0-1,-1 0 1,0 0-1,-2 1 1,-2 0-26,0 0 1,0 1-1,1-1 1,-1 1-1,0 1 1,1-1-1,-1 1 1,1 0-1,0 0 0,0 1 1,0 0-1,0 0 1,1 0-1,-1 0 1,1 1-1,0-1 0,1 1 1,-6 8-1,5-6-413,0 1 0,0-1 1,1 1-1,0-1 0,0 1 0,1 0 0,0 0 0,1 0 0,-1 0 0,2 1 0,-1-1 0,1 0 0,1 12 0,11 25-814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2.6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188 73 8194,'-14'3'341,"0"1"1,1 1 0,-1 0 0,1 1-1,0 0 1,1 1 0,0 1 0,0 0-1,0 0 1,1 1 0,-18 19 0,27-25-219,-1 0 0,1 0 1,1 0-1,-1 1 0,0-1 1,1 1-1,0-1 1,0 1-1,0-1 0,0 1 1,1-1-1,-1 1 0,1 0 1,0-1-1,0 1 1,0 0-1,0-1 0,1 1 1,0 0-1,-1-1 0,1 1 1,0-1-1,1 1 1,-1-1-1,1 1 0,0-1 1,2 4-1,-1-2-117,0-1 1,0 0-1,1 1 0,-1-1 1,1 0-1,0-1 1,0 1-1,1-1 0,-1 0 1,1 0-1,-1 0 0,1-1 1,0 1-1,0-1 0,0 0 1,0-1-1,10 3 0,-8-4-2,-1 1-1,1-1 0,0-1 1,0 1-1,-1-1 1,1 0-1,0-1 0,-1 0 1,1 0-1,7-4 0,-3 1 25,-1 0 0,0-2-1,0 1 1,0-1-1,12-11 1,-6 1 74,0 0-1,-1-1 1,0 0-1,-2-1 1,16-29 0,-25 40-64,0 1 1,-1-1 0,0 0-1,0 0 1,-1 0 0,0 0-1,1-15 1,-3 21-18,0 0 0,1 0 0,-1 0 0,-1 0 0,1 0 0,0 0 0,0 0 0,-1 0 0,1 0 0,-1 0 1,0 0-1,1 0 0,-1 1 0,0-1 0,0 0 0,0 0 0,0 1 0,0-1 0,-1 1 0,1-1 0,0 1 0,-1-1 0,1 1 0,-1 0 0,0 0 0,1 0 0,-1 0 1,0 0-1,1 0 0,-1 0 0,0 1 0,0-1 0,0 0 0,0 1 0,0 0 0,0-1 0,-2 1 0,-1 0 9,0 0-1,1 1 1,-1-1-1,1 1 1,-1 0-1,1 0 1,-1 0 0,1 1-1,0-1 1,0 1-1,0 0 1,0 1-1,0-1 1,0 1 0,0-1-1,1 1 1,-4 4-1,-1 1-149,0 0 0,0 1 0,1 0 0,0 1 0,-9 16 0,11-15-319,-1 1-1,2-1 1,-1 1 0,2-1-1,0 1 1,0 0 0,1 1-1,-1 19 1,6 34-1025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3.1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431 179 15483,'-24'-15'499,"-48"-25"548,64 36-1128,1 1 0,-1 0-1,0 1 1,0 0 0,0 0 0,0 0 0,-14 0-1,18 3-11,-1-1 0,2 1 0,-1 0-1,0 0 1,0 0 0,0 1 0,0-1-1,1 1 1,-1 0 0,0 0-1,1 0 1,0 0 0,0 1 0,-1 0-1,2-1 1,-1 1 0,0 0-1,0 0 1,1 1 0,-3 3 0,-5 8-186,1 1 0,1 0 0,-7 19 1,7-18 294,2 1 1,0-1 0,1 1 0,1 0 0,0 1 0,2-1-1,-1 33 1,2-48 13,1-1 0,0 1 0,1 0-1,-1 0 1,0-1 0,1 1 0,0 0-1,-1-1 1,1 1 0,0 0 0,0-1 0,1 1-1,-1-1 1,0 0 0,1 1 0,0-1-1,-1 0 1,1 0 0,0 0 0,0 0 0,0 0-1,0 0 1,1-1 0,-1 1 0,0-1-1,1 0 1,-1 1 0,1-1 0,-1 0 0,1 0-1,0-1 1,-1 1 0,1 0 0,0-1 0,3 1-1,3-2 35,-1 1 1,1-1-1,-1 0 0,1-1 0,-1 0 0,0 0 0,0-1 0,0 0 1,0 0-1,9-6 0,5-5-2,0-1 0,-1 0-1,-1-2 1,-1 0 0,0-1 0,-1-1 0,-1-1 0,-1-1-1,-1 0 1,-1-1 0,-1 0 0,0-1 0,14-39-1,-25 56-84,1-1-1,-1 0 0,-1 0 0,1 0 0,-1 0 0,0 0 1,-1 0-1,1 0 0,-2 0 0,1 0 0,-3-14 0,2 19 14,0-1-1,0 1 1,0 0-1,0-1 1,0 1-1,-1 0 1,1 0-1,-1-1 1,1 1 0,-1 0-1,0 1 1,0-1-1,0 0 1,-3-1-1,2 1 5,-1 0 1,0 0-1,0 1 0,0-1 0,0 1 1,0 0-1,0 0 0,0 0 1,0 1-1,0 0 0,-6 0 0,-9 1-169,0 1 0,0 1-1,-1 1 1,2 0 0,-1 1-1,1 2 1,0 0 0,0 0-1,0 2 1,1 0 0,-31 23-1,30-18-149,0 0 0,0 1 0,1 1 0,2 1 0,-1 0 0,2 2 0,0-1 0,1 1 0,-19 39 0,24-37-407,-9 39 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3.6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29 231 19860,'-6'17'39,"0"-1"0,2 1 0,0 0 0,-3 24 0,6-37-120,1 0-1,0 0 1,-1 0 0,2 0 0,-1 0 0,0 0 0,1 0 0,0 0 0,-1 0-1,2 0 1,-1 0 0,0 0 0,1 0 0,0-1 0,0 1 0,0-1 0,0 1-1,0-1 1,1 0 0,0 0 0,0 0 0,-1 0 0,2 0 0,3 3 0,-4-5 59,0 1 0,1-1 0,-1 0 0,0 0 0,1 0 1,-1 0-1,0-1 0,1 1 0,-1-1 0,1 0 0,-1 0 1,1 0-1,-1 0 0,0-1 0,1 1 0,-1-1 0,1 0 1,-1 0-1,0-1 0,0 1 0,0 0 0,4-3 0,5-3 85,-1-1 1,0 0-1,0 0 0,13-14 0,-8 6 61,0-2 0,-1 0 0,0-1 1,-2 0-1,16-29 0,-23 36-102,0 0 0,-1-1 0,0 1-1,-1-1 1,0 0 0,-1-1 0,-1 1 0,0-1 0,-1 1 0,0-24-1,-2 33-22,1 0 1,-1 0-1,1 1 0,-1-1 0,0 1 0,-1-1 0,1 1 0,0-1 0,-1 1 1,0 0-1,0-1 0,0 1 0,0 0 0,0 0 0,-4-3 0,4 5-1,0-1 1,0 0-1,-1 1 0,1 0 0,0 0 0,-1 0 0,1 0 1,-1 0-1,1 0 0,-1 0 0,1 1 0,-1-1 1,0 1-1,1 0 0,-1 0 0,0 0 0,1 0 0,-1 0 1,0 1-1,1-1 0,-1 1 0,-2 1 0,-1 0-41,0 0 0,0 1 0,1 0-1,-1 0 1,1 0 0,0 1 0,-1 0-1,2 0 1,-1 0 0,0 1 0,1-1 0,0 1-1,0 0 1,0 0 0,-4 9 0,3-4-328,0 1 1,0 0 0,1 0 0,0 0 0,1 0 0,0 1 0,-1 19 0,3 50-1056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4.0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137 320 13403,'-15'-2'159,"8"0"-195,0 1 1,1 0-1,-1 0 1,0 1-1,0 0 0,-10 1 1,14-1-6,1 1 0,0 0 0,0-1 0,0 1 0,0 0 0,0 0 0,0 1 0,0-1 0,0 0 0,1 1 0,-1-1 0,0 1 0,1-1 0,-1 1 0,1 0 0,0 0 0,-1 0 0,1-1 0,0 1 0,0 1 0,0-1 0,0 0 0,1 0 0,-2 4 0,-3 18 61,0 1 0,2 0 0,1 0 0,1 0 0,1 0 0,5 34 0,-5-52 86,2 1 0,-1-1 1,1 0-1,0 0 0,0 1 0,1-1 0,0-1 0,0 1 1,1 0-1,0-1 0,0 0 0,9 11 0,-10-14-48,0 0-1,0-1 1,1 1-1,-1-1 0,1 1 1,0-1-1,-1 0 1,1 0-1,0-1 0,0 1 1,0-1-1,0 0 1,0 0-1,0 0 0,1-1 1,-1 0-1,0 1 1,0-1-1,1-1 0,-1 1 1,0-1-1,0 1 1,8-3-1,-1-1 53,1-1 0,-1 0 0,0-1 0,0 0 0,0 0 0,-1-1 0,0-1 0,0 1 0,-1-2 0,11-11 0,-4 1 24,0 0-1,-1-1 1,-2-1-1,14-25 1,-13 19-238,-1 0 1,-1-2-1,-1 1 1,-2-1-1,-1-1 0,-1 0 1,-2 0-1,-1 0 1,-1 0-1,-2-43 1,-1 66 47,-1 1 0,1-1 1,-2 1-1,1 0 0,-1 0 0,0 0 1,0-1-1,0 2 0,-1-1 0,0 0 1,-4-6-1,4 9 41,0 0 1,0 0-1,0 0 1,0 0-1,-1 1 0,1-1 1,-1 1-1,1 0 1,-1 0-1,0 0 1,0 0-1,0 1 1,0-1-1,0 1 0,0 0 1,0 1-1,-1-1 1,-4 0-1,-5 1 23,1 1 0,0 0 0,-1 1 1,1 0-1,0 1 0,0 1 0,1 0 0,-1 1 0,1 0 0,0 1 0,0 0 0,-13 9 0,4-1-57,1 1-1,0 1 1,2 0-1,0 1 1,-28 34-1,40-44-112,1 1 0,0 0 0,-8 16 0,11-21 112,1 1 0,0-1 0,1 1 0,-1 0 0,0 0 0,1-1 0,0 7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4.4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222 92 16420,'-14'7'313,"-96"55"2490,100-55-2892,-1 0 0,2 1-1,-1 0 1,1 1 0,1-1 0,0 2 0,-14 18 0,21-26-14,0 0 1,-1 0 0,1 0 0,0 1 0,0-1-1,0 0 1,0 1 0,1-1 0,-1 1-1,1-1 1,-1 1 0,1-1 0,0 1-1,0-1 1,0 1 0,0-1 0,1 1-1,-1-1 1,1 1 0,-1-1 0,1 1 0,1 3-1,0-5 91,-1 1 0,0-1 0,0 1 0,1-1 0,-1 0 0,1 0 0,0 1 0,-1-1 0,1 0 0,0 0 0,-1-1 0,1 1 0,0 0 0,0-1 0,0 1 0,0-1 0,-1 1 0,1-1 0,0 0 0,0 0 0,0 0 0,0 0 0,0 0 0,0 0 0,0 0 0,0-1 0,0 1 0,3-2 0,4-1 175,0-1-1,-1 0 1,1 0-1,-1-1 0,0 0 1,0 0-1,0-1 0,-1 0 1,0-1-1,0 1 0,0-1 1,-1-1-1,0 1 0,9-16 1,-7 9-140,0 0 1,-1-1-1,0 1 1,-1-1-1,-1-1 1,0 1-1,4-33 1,-8 45-24,0-5 0,-1 0 1,1 0-1,-2-13 0,1 20 0,0 1 0,0-1 0,0 0 0,0 0 0,0 0 0,0 1 0,0-1 0,0 0 0,-1 0 0,1 1-1,0-1 1,0 0 0,-1 1 0,1-1 0,0 0 0,-1 1 0,1-1 0,-1 0 0,1 1 0,-1-1 0,1 1-1,-1-1 1,1 1 0,-1-1 0,0 1 0,1-1 0,-1 1 0,0 0 0,1-1 0,-1 1 0,0 0 0,0 0 0,1-1-1,-1 1 1,0 0 0,0 0 0,1 0 0,-1 0 0,0 0 0,0 0 0,1 0 0,-1 0 0,0 0 0,0 0-1,1 1 1,-1-1 0,0 0 0,0 0 0,0 1 0,-5 2-10,0 1-1,1-1 1,0 1-1,0 0 1,0 0-1,0 0 1,1 1 0,-8 9-1,-28 46-323,34-51 243,-10 19-957,-21 49-1,31-63 218,1 0 0,0 1 0,2 0 0,0 0-1,-2 24 1,4-24 278,2 1 0,3 19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4.88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199 438 18260,'-13'-12'286,"-2"-3"150,-32-22 1,43 34-425,1 1 1,-1-1-1,0 1 1,0 0-1,0 0 0,0 1 1,-1-1-1,1 1 1,0 0-1,0 0 0,-1 0 1,1 1-1,-1-1 1,1 1-1,-5 1 1,7-1-31,-1 1 0,1 0 0,0 0 0,-1 0 0,1 0 1,0 0-1,0 0 0,0 0 0,0 1 0,0-1 0,0 1 1,1 0-1,-1-1 0,0 1 0,1 0 0,-1 0 0,1 0 0,0 0 1,0 0-1,0 1 0,0-1 0,0 0 0,-1 5 1,-1 4-71,1 0 0,0-1 0,-1 21 1,2-22 79,1-1 1,0 1 0,1 0 0,0-1-1,0 1 1,0 0 0,1-1 0,5 14-1,-6-20 21,0 0-1,1 1 0,-1-1 0,0 0 0,1 0 0,-1 0 1,1 0-1,-1-1 0,1 1 0,0 0 0,0 0 0,0-1 0,0 0 1,0 1-1,0-1 0,1 0 0,-1 0 0,0 0 0,0 0 1,1 0-1,-1-1 0,1 1 0,-1-1 0,1 1 0,-1-1 0,1 0 1,-1 0-1,1 0 0,-1-1 0,1 1 0,-1 0 0,0-1 0,1 0 1,3-1-1,4-1 51,-1-2 0,1 1-1,-1-1 1,0-1 0,0 1 0,0-2 0,-1 1 0,0-1 0,0 0 0,0-1 0,10-14 0,4-7 42,-2-1 1,20-37 0,19-52-181,-53 103 26,0-1 0,-1 0 0,0 1 0,-2-1 0,3-28 0,-5 41 28,-1-1 1,0 1-1,0-1 1,0 1-1,-1-1 1,1 1-1,-1-1 1,0 1-1,0-1 1,-1 1-1,1 0 1,-1 0-1,0 0 1,0 0-1,-1 0 1,1 0 0,-1 0-1,1 1 1,-1-1-1,0 1 1,-1 0-1,1 0 1,0 0-1,-1 0 1,0 1-1,0-1 1,0 1-1,0 0 1,0 0-1,0 1 1,0-1-1,0 1 1,-5-1-1,-8-1-284,1 2 0,0 0 0,-1 0 0,1 2 0,-1 0 0,-24 5 0,-46 14-634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56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825 337 11306,'7'-33'167,"14"-73"410,-19 92-451,0 0-1,-2 0 0,0 0 1,0 0-1,-4-18 1,4 27-67,-1 0 0,-1 1 0,1-1 0,-1 1 0,0-1 0,0 1 0,0 0 0,0-1 0,-1 1 0,1 0 0,-1 1 0,0-1 0,-1 0 0,1 1 0,-7-6 0,5 6 48,-1 0 0,1 0 0,-1 0 0,0 1 0,0 0 0,1 0 0,-1 0 0,-1 1 0,1 0 0,-11-1 0,-1 2 209,0 1 0,0 1 0,0 0 0,0 1 0,0 1 0,1 1 0,-21 8 0,11-1 21,0 1 1,1 1-1,0 2 1,1 0-1,1 2 1,0 0-1,2 2 1,0 1-1,1 0 0,2 2 1,0 0-1,-23 37 1,9-5-49,2 2 1,3 0-1,3 2 1,-32 109-1,36-94-106,4 1 1,2 1-1,-4 87 0,17-118-147,2 1 1,1-1-1,3 1 0,1-1 1,3 0-1,22 74 0,-22-95-239,2 0 0,0-1 0,2 0 0,0-1-1,1 0 1,2-1 0,0-1 0,1 0 0,1-1 0,0-1-1,2 0 1,0-2 0,1 0 0,1-1 0,0-1 0,1-1 0,0-1-1,1-1 1,1-1 0,35 11 0,-33-14-783,0-2 1,1-1-1,31 2 1,-14-6-383,46-7 0,-84 6 1258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56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19700,'33'22'832,"21"-5"-472,18-1-1120,18-13-1352,2-4-2665,8-8 3369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56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0 22365,'-6'107'696,"-1"13"72,7 16-752,4 11-832,-4 4-464,12-10-1537,2-7-3768,8-24 5472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57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378 0 19828,'-73'96'1505,"4"13"-289,-2 10-1088,7 4-1648,10-6-3241,8-17 1792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58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 12691,'0'0'-96,"23"-14"-272,-4 0-2737,3-5 1753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58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60 9634,'-1'-1'3044,"8"7"-1708,7 2-773,0-1 0,0 0 0,0-1 0,0-1 0,1 0 0,27 4 0,104 10 506,-86-13-797,-39-3-255,33 3 63,64 0-1,-103-6-104,1-1 0,-1-1 1,0 0-1,1-1 0,-1 0 0,0-1 0,0-1 0,26-12 0,-35 13-306,0 0 0,0 0 0,0 0 0,0-1 0,-1 0 0,0 0 1,0 0-1,0 0 0,0-1 0,-1 0 0,0 0 0,6-12 0,2-19-1164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58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89 1 6497,'-4'2'167,"1"0"-1,-1 0 0,1 1 1,-1 0-1,1 0 0,0 0 0,0 0 1,0 0-1,0 1 0,1-1 0,-1 1 1,-2 6-1,2-2 294,1 0 1,0 0-1,0 0 0,0 0 1,0 15-1,-7 189 4196,3-45-3741,1-79-1050,-8 156-1009,14-80-4424,2-108 3849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59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11450,'14'27'1217,"-4"20"4352,9 48-4617,-5 24-560,-2 37-224,-1 12-168,-13-2-848,-5-7-792,-7-23-4498,6-11 4850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59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15531,'191'145'3705,"13"10"-2308,-162-119-1143,-2 2-1,60 72 1,-60-57-222,-2 1 0,-3 2 0,-2 2 0,-3 1 0,-2 1 0,-3 1 1,-3 2-1,23 99 0,-34-101-45,-2 0 0,-2 1 1,-3 1-1,-4-1 1,-1 0-1,-4 0 0,-2 0 1,-3 0-1,-22 73 1,3-44-29,-4-1 0,-50 96 1,-117 156-415,-6-71-1922,57-108-3983,62-77 4111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7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285 465 21044,'-9'2'85,"-1"1"0,0-1-1,1 2 1,0-1-1,-16 9 1,21-9-110,-1 0-1,1 0 1,0 1-1,0-1 1,0 1-1,0 0 1,1 0-1,0 0 1,-1 0-1,1 1 1,1 0-1,-4 7 1,1 1-206,1 0 1,0 0-1,1 0 1,1 0-1,0 0 1,0 23-1,3-6-615,7 58-1,-6-73 689,1 1 0,1-2-1,0 1 1,1 0 0,1-1-1,9 20 1,-12-30 191,-1 0 0,1 1 0,0-1 0,0 0 0,0-1 0,0 1 0,1 0 0,0-1 0,0 0 0,0 0 0,0 0 0,0 0 0,0-1 0,1 1 0,-1-1-1,1 0 1,0-1 0,-1 1 0,1-1 0,0 0 0,0 0 0,0 0 0,5-1 0,-2 0 72,-1-1 0,1 0-1,-1 0 1,0-1 0,0 0 0,0 0 0,0-1-1,0 0 1,0 0 0,-1 0 0,1-1 0,-1 0-1,0 0 1,0-1 0,-1 0 0,1 0 0,-1 0-1,0-1 1,-1 1 0,8-12 0,4-8 112,-2-1 0,-1 0 1,19-53-1,-7 9-187,-2-1-1,14-83 1,-32 123-97,-1 1 0,-1 0 0,-1-1 1,-2 0-1,-1 1 0,-2-1 0,-12-59 1,13 83 29,0 0 0,0 1 1,0-1-1,-1 0 1,0 1-1,-1 0 0,1 0 1,-1 0-1,-1 0 0,1 0 1,-1 1-1,1 0 1,-2 0-1,1 0 0,0 1 1,-1 0-1,0 0 0,0 0 1,-10-4-1,6 4-50,-1 1 0,0 0 0,0 1 0,0 0 0,0 1 0,0 0 0,0 1 0,0 0 0,0 0 0,-1 2 0,-17 3 0,11-1 5,0 1-1,0 0 1,1 1 0,0 1-1,0 1 1,1 0-1,0 1 1,0 1 0,1 1-1,0 0 1,1 1-1,1 0 1,0 1 0,0 1-1,1 0 1,1 0-1,0 1 1,1 1 0,1 0-1,0 0 1,1 1-1,1 0 1,-7 26 0,9-17-221,0-1 1,3 1 0,0 0-1,1 0 1,2 0 0,0 0 0,2 0-1,6 28 1,-1-24-223,22 51-1,-28-77 497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8.2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358 56 19236,'-8'1'-228,"0"1"-1,0 0 0,0 1 1,1 0-1,0 0 1,-14 9-1,18-10 27,0 1-1,0 0 1,0 0 0,1 0-1,-1 0 1,1 1 0,0-1 0,0 1-1,0-1 1,0 1 0,0 0-1,1 0 1,0-1 0,0 1-1,-1 7 1,-9 58-1191,-2 72-1,3-19 1260,5-87 118,2-18 89,1-1 0,0 1 1,1 0-1,1 0 0,1-1 0,3 24 1,-3-38-32,-1 0-1,1 0 1,0 0 0,-1-1 0,1 1 0,0 0 0,0-1 0,0 1 0,0-1 0,1 1 0,-1-1 0,0 1 0,1-1 0,-1 0 0,1 0 0,-1 0 0,1 0 0,2 2-1,-1-2 29,0 0 0,1 0-1,-1 0 1,1 0-1,0 0 1,-1-1 0,1 1-1,0-1 1,3 0-1,4-1 53,1 0-1,-1-1 0,0-1 0,0 0 1,15-5-1,-6-1-57,1-1-1,-1-1 0,-1-1 1,0 0-1,-1-2 1,0 0-1,-1-1 1,20-22-1,-11 7-118,-1-1-1,-2-1 0,39-69 0,-54 85-57,0 0 0,-1-1 0,-1 1 0,0-1-1,-2-1 1,0 1 0,0-1 0,0-27 0,-3 39 105,-1 0 1,-1 0 0,1-1-1,-1 1 1,0 0-1,0 0 1,-1 0-1,0 0 1,0 1 0,0-1-1,-1 0 1,0 1-1,0 0 1,0-1-1,-1 1 1,1 0 0,-1 1-1,-1-1 1,1 1-1,-1 0 1,1 0-1,-1 0 1,0 0 0,0 1-1,-1 0 1,1 0-1,-1 1 1,-10-4 0,1 1 66,-1 2 0,0 0 0,0 0 0,0 2 0,0 0 0,0 1 1,0 0-1,0 2 0,1-1 0,-1 2 0,0 0 0,0 1 1,1 1-1,0 0 0,-20 11 0,11-5-33,-1 2 0,2 1 0,0 1 1,1 1-1,1 1 0,0 0 0,1 2 0,-23 27 0,24-21-92,2 0 0,0 0 0,1 2 0,-13 33 0,20-41-129,1 2 1,1-1-1,2 1 0,0 0 1,0 0-1,-1 34 1,7-39 61,0 1 0,0-1 0,8 29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8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 1 18956,'-19'13'420,"1"0"0,0 1 0,-29 33 1,38-37-356,1 0 1,1 1 0,0 0 0,1 0-1,0 1 1,0-1 0,1 1 0,-4 17 0,5-14-139,1 0 1,0 0-1,1 0 1,1 1-1,0-1 1,1 1 0,1-1-1,0 0 1,7 30-1,-5-33-2,1-1 0,0 0 0,0 0 0,1 0 0,1 0-1,0-1 1,0 0 0,1 0 0,0 0 0,1-1 0,0 0-1,0-1 1,14 11 0,-11-10 34,1-2 0,0 0-1,0 0 1,1-1 0,-1-1 0,1 0 0,0-1-1,1 0 1,21 3 0,-17-5 34,1 0 0,-1-2 0,0 0 0,1-1 0,-1-1 0,36-8 0,-38 6 18,0-1-1,0 0 1,0-1 0,-1-1 0,0 0 0,0-1 0,-1-1 0,0 0 0,0-1 0,-1 0 0,0-1 0,-1-1 0,-1 0 0,1-1 0,-2 0 0,0 0 0,12-21 0,-19 26-10,1 0 0,-1 0 1,0 0-1,-1-1 0,0 1 0,0-1 0,-1 1 1,0-1-1,0 1 0,-1-1 0,0 0 0,-1 1 1,0-1-1,0 0 0,-1 1 0,0 0 0,0-1 1,-1 1-1,0 0 0,-1 0 0,0 0 0,0 1 1,0-1-1,-1 1 0,-11-12 0,9 10-11,-1 2-1,0-1 1,0 1-1,0 1 0,-1-1 1,0 2-1,-1-1 1,1 1-1,-1 0 1,0 1-1,0 0 0,-1 1 1,1 0-1,-1 1 1,1 0-1,-1 0 1,0 1-1,0 1 1,0 0-1,-14 1 0,13 2 1,0 0 0,0 1 1,0 0-1,0 1 0,1 0 0,0 0 0,0 2 0,0-1 0,1 1 0,-1 1 0,2 0 0,-1 0 0,1 1 0,1 0 0,-12 16 0,3-2-77,1 1 0,0 0 1,2 2-1,1-1 0,-15 45 0,22-55-418,1 1-1,1 0 1,0 0-1,1 0 0,1 0 1,0 0-1,2 1 1,0-1-1,0 0 1,4 22-1,1-19-31,1 0 0,10 22 1,-16-40 528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9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805 3 13883,'-19'1'877,"-1"1"-1,1 1 1,0 1-1,-21 6 1,35-8-819,-1 0 0,1 1 0,0-1 1,0 1-1,0 0 0,1 0 0,-1 0 0,1 1 0,-1-1 0,1 1 0,0 0 0,1 1 0,-1-1 1,1 1-1,0-1 0,0 1 0,0 0 0,0 0 0,-1 6 0,1-3-109,1 0-1,0 0 1,0 0-1,1 0 1,0 1-1,1-1 1,-1 0 0,1 1-1,1-1 1,0 0-1,0 1 1,1-1-1,3 9 1,-2-6-50,2 0 1,0 0 0,0-1-1,1 0 1,0 0 0,1-1-1,0 0 1,16 17 0,-13-16 54,1 0 0,1 0 0,0-1-1,0-1 1,1 0 0,0-1 0,1 0 0,-1-1 0,1-1 0,0 0 0,1 0 0,-1-2 0,1 0 0,0 0 0,17 0 0,-25-4 14,0 1 0,0-1 0,0 0 0,-1-1 0,1 0 1,0 0-1,-1 0 0,1-1 0,-1 1 0,0-2 0,0 1 0,0-1 1,0 0-1,0 0 0,-1 0 0,0-1 0,0 0 0,0 0 0,-1 0 1,1-1-1,-1 0 0,-1 1 0,1-1 0,3-9 0,-3 7-185,0-1 0,-1 0-1,0 0 1,-1-1-1,0 1 1,0 0 0,-1-1-1,0 0 1,0 1 0,-1-1-1,-1 1 1,0-1 0,0 1-1,-1-1 1,0 1-1,0-1 1,-6-11 0,3 11 131,0 0 0,-1 1 0,0 0 0,0 0 1,-1 1-1,-1-1 0,1 1 0,-1 1 0,0 0 1,-1 0-1,0 0 0,0 1 0,-1 1 0,1 0 1,-1 0-1,0 0 0,-20-5 0,6 4 122,0 0-1,0 2 1,-1 1-1,0 0 0,1 2 1,-47 4-1,33 1-13,0 1 0,1 2 0,0 2-1,1 2 1,0 1 0,0 1 0,1 3 0,1 0-1,1 2 1,0 2 0,2 1 0,0 1 0,1 2-1,-51 53 1,67-61-414,0 1-1,-20 36 1,-7 32-290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39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743 247 13339,'-40'19'-242,"1"1"0,0 2 0,2 2 0,1 1 0,1 2 0,1 1 0,1 2 1,2 1-1,-34 45 0,60-70 277,0 0 1,1 1 0,0 0-1,1-1 1,-1 1-1,-2 10 1,5-15-7,1 1 1,-1-1-1,1 1 1,-1-1-1,1 1 0,0-1 1,0 1-1,0-1 1,0 1-1,1-1 0,-1 0 1,1 1-1,-1-1 1,1 1-1,0-1 0,0 0 1,0 1-1,0-1 1,0 0-1,1 0 0,-1 0 1,0 0-1,3 2 1,-3-3-15,0 0 1,0 0 0,0 0 0,0 0 0,0-1 0,1 1 0,-1 0 0,0-1 0,0 1 0,1-1 0,-1 1 0,0-1 0,1 1 0,-1-1 0,1 0 0,-1 0 0,1 0-1,-1 0 1,0 0 0,1 0 0,-1 0 0,1 0 0,-1 0 0,0-1 0,1 1 0,-1-1 0,1 1 0,-1-1 0,1 0 0,4-2 54,0-1 1,-1 1 0,0-1 0,0 0 0,9-9-1,9-13 97,0-1 0,-2-1-1,27-46 1,-20 22-120,29-72 1,-45 95-133,15-58 1,-25 78 33,0 0 1,-1 0-1,0-1 1,0 1-1,-1 0 0,-1 0 1,1 0-1,-1 0 1,-1-1-1,0 1 0,-3-10 1,3 15 23,0-1 1,0 1 0,-1 0 0,1 0-1,-1 0 1,0 0 0,0 1-1,0-1 1,-1 1 0,1 0 0,-1 0-1,1 0 1,-1 0 0,0 0-1,-1 1 1,1 0 0,0 0-1,0 0 1,-1 0 0,1 1 0,-1 0-1,0 0 1,1 0 0,-10-1-1,2 2 13,-1 0-1,0 0 0,1 1 1,-1 1-1,1 0 0,0 1 1,0 0-1,-18 7 0,10-1 58,1 2 0,-1 0 0,2 0 0,0 2 0,0 0 0,1 2 0,1-1 0,0 2-1,1 0 1,1 1 0,-19 29 0,3 1 231,2 2 0,3 1 0,-26 70 0,34-76-252,3 0-1,-17 93 0,29-126-148,1 1 0,0-1-1,1 1 1,2 16 0,-1-24 47,0 1-1,0 0 1,0-1 0,0 1-1,1-1 1,0 1 0,0-1-1,0 0 1,1 1 0,-1-1-1,6 6 1,-3-6 16,0 0 1,0 0-1,0 0 0,0-1 1,1 0-1,10 5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40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35 183 14339,'-1'1'-64,"-1"-1"0,0 0-1,1 1 1,-1-1 0,1 1-1,-1 0 1,1-1 0,-1 1 0,1 0-1,0 0 1,-1 0 0,1 0 0,0 0-1,0 0 1,-1 0 0,1 0-1,0 1 1,0-1 0,-1 2 0,1 0-39,0 0 1,0-1-1,0 1 1,0 0 0,1 0-1,-1 0 1,1 0-1,0 0 1,0 0 0,0 3-1,1 7-130,1 0 0,1 0 0,7 22 0,-9-34 235,4 14 77,1 0 1,1 0-1,0 0 0,1-1 0,1 0 1,0 0-1,1-1 0,0 0 1,1-1-1,15 13 0,-21-20-1,1 0-1,0 0 0,1-1 1,-1 1-1,1-2 0,-1 1 1,1-1-1,0 0 0,0 0 1,1-1-1,-1 0 0,0 0 1,1-1-1,0 0 0,-1 0 1,1-1-1,-1 0 1,1 0-1,0-1 0,-1 0 1,1 0-1,-1 0 0,1-1 1,7-4-1,-1-1-81,1-1 0,-1-1 1,0 0-1,-1-1 0,0 0 0,0-1 0,-2-1 1,1 0-1,-1-1 0,-1 0 0,0 0 0,-1-1 1,-1 0-1,0-1 0,0 0 0,-2 0 0,0 0 1,-1-1-1,6-30 0,-9 34-51,-2 0 1,0 0-1,0 0 1,-1 0-1,-1 0 1,0 0-1,0 1 1,-1-1-1,-1 1 1,0-1-1,-11-20 1,13 26 52,-1 1 0,0 1-1,0-1 1,-1 0 0,1 1 0,-1 0-1,0 0 1,0 0 0,-1 0 0,1 0 0,-1 1-1,0 0 1,1 0 0,-1 0 0,-1 1-1,1 0 1,0 0 0,-1 0 0,1 0 0,-1 1-1,1 0 1,-1 0 0,0 1 0,1-1-1,-1 1 1,0 0 0,-8 2 0,3 0 43,1 1 0,-1 0 0,0 1 0,1 0 0,-1 1 0,1 0 0,1 0 0,-1 1 0,1 1 0,0-1-1,-8 9 1,-3 3 23,2 1-1,0 1 0,-24 36 0,25-29-112,0 1-1,2 0 1,-19 48-1,26-55-158,2 1 0,0 0 0,1 1 0,1-1 0,-2 39 0,6-46 110,1 0-1,1 1 0,5 19 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40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24 20972,'-12'1'101,"-5"0"-68,0 1 0,0 1 1,-25 6-1,38-8-263,-1 1 0,0 0 0,1 0 0,-1 0 0,1 1 0,-1-1 0,1 1 0,0 0 0,0 1 0,1-1 1,-1 1-1,0-1 0,1 1 0,0 0 0,0 0 0,-3 7 0,-3 7-844,2 0 0,0 1 1,1 0-1,-6 28 0,-5 80-76,16-117 1120,-1 6 148,1 0 0,1 1 0,1 17 0,-1-33-58,0 1 0,0-1 1,0 0-1,1 1 1,-1-1-1,0 1 0,1-1 1,-1 1-1,1-1 0,0 0 1,-1 1-1,1-1 1,0 0-1,0 0 0,0 1 1,0-1-1,1 1 0,-1-1 24,1-1-1,-1 1 1,0-1-1,1 0 0,-1 0 1,0 1-1,1-1 0,-1 0 1,0 0-1,1 0 0,-1 0 1,0-1-1,1 1 0,-1 0 1,0 0-1,1-1 1,-1 1-1,0-1 0,0 1 1,1-1-1,1-1 0,12-7 180,1 0-1,-1-1 1,-1-1-1,0-1 1,18-18-1,59-73 58,-46 47-242,73-118 0,-116 170-63,11-22 52,-13 26-58,0-1 0,0 1 0,0-1 0,0 1 0,1 0 0,-1-1-1,0 1 1,0-1 0,0 1 0,0-1 0,0 1 0,0 0 0,0-1 0,0 1 0,0-1 0,0 1-1,0-1 1,-1 1 0,1 0 0,0-1 0,0 1 0,0-1 0,0 1 0,-1 0 0,1-1 0,0 1 0,0 0-1,-1-1 1,1 1 0,0 0 0,-1-1 0,1 1 0,0 0 0,-1 0 0,1-1 0,0 1 0,-1 0-1,1 0 1,-1 0 0,1-1 0,-1 1 0,1 0 0,0 0 0,-1 0 0,1 0 0,-2 0 0,1 0 17,-1 0 0,0 1 0,0-1 0,1 1 0,-1-1 1,0 1-1,0 0 0,1-1 0,-1 1 0,1 0 0,-1 0 1,1 0-1,-1 0 0,1 1 0,0-1 0,-1 0 0,1 1 1,0-1-1,0 0 0,0 1 0,-1 1 0,-2 4-1,0-1 0,0 1 0,1 0 0,-3 8 0,-2 15-290,1 0 0,2 1 0,1 0 0,1-1 0,1 1 0,2 0 0,1 0 0,2 0 1,1 0-1,14 55 0,-6-51-261,20 39 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40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184 99 21205,'-22'-11'-279,"16"7"-422,-1 0 0,0 1 0,0 0 0,0 0 0,0 0 0,-14-2 0,20 5 514,-1 0 0,1 0 0,-1 0-1,1 1 1,-1-1 0,1 0-1,0 1 1,-1-1 0,1 1 0,-1-1-1,1 1 1,0 0 0,0 0-1,-1-1 1,1 1 0,0 0-1,0 0 1,0 0 0,0 0 0,0 1-1,-2 1 1,-15 30-248,15-25 259,-6 12 307,1 0 1,1 1 0,0 0-1,2 1 1,0-1-1,-1 25 1,5-35 50,0 0 0,1 0 0,0 1 1,1-1-1,0 0 0,1 0 0,0 0 0,1 0 0,0 0 1,1-1-1,0 1 0,0-1 0,11 17 0,-11-22-158,0 0 0,0-1 0,0 0 0,1 0 0,-1 0 0,1 0 0,0-1 0,0 0-1,0 0 1,1 0 0,-1-1 0,1 0 0,-1 0 0,1 0 0,0 0 0,0-1 0,0 0 0,0-1 0,0 1 0,0-1 0,0 0-1,8-1 1,-1-1-13,0 0-1,0 0 0,-1-1 0,1-1 0,-1 0 1,0-1-1,0-1 0,0 1 0,15-12 0,-11 6-10,-2 0 0,1-1 0,-2-1 0,0-1 0,0 0-1,-1 0 1,-1-2 0,0 1 0,10-21 0,-14 22-5,-1 0 0,0 0 0,-1 0 0,0-1 0,-1 0 1,-1 1-1,0-2 0,-1 1 0,-1 0 0,0 0 0,-3-27 0,2 36 18,-1 1 0,0-1 0,0 1-1,-1-1 1,0 1 0,0 0 0,0-1 0,0 1-1,-1 0 1,0 1 0,0-1 0,0 0-1,0 1 1,-1 0 0,-6-6 0,7 7 4,0 1 1,-1 0-1,1 0 1,-1 0 0,0 1-1,0-1 1,0 1-1,0 0 1,0 0-1,0 0 1,0 1-1,0-1 1,0 1-1,0 0 1,0 0 0,0 1-1,0-1 1,0 1-1,0 0 1,0 0-1,0 0 1,-5 2-1,-7 4 16,0 1 0,1 0-1,0 1 1,1 1-1,0 0 1,0 1-1,1 0 1,-23 26 0,8-4-42,1 1 1,-31 54-1,43-64-304,0 2 0,2 0-1,2 1 1,-13 39-1,23-62 104,0 0 0,0 0-1,0 1 1,1-1 0,0 0-1,0 0 1,0 1 0,0-1-1,1 0 1,1 8 0,0-8 63,0 1 1,0-1 0,1 0-1,-1 0 1,1 0 0,5 6-1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41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81 15747,'-46'0'5772,"42"0"-5893,6 5-1326,4 7 745,0 0 1,1-1-1,0 1 0,1-2 1,11 13-1,16 22 708,9 33 986,-35-59-597,1 0-1,0-1 1,2-1-1,15 19 1,-24-33-372,-1 0-1,1-1 1,0 0 0,0 1 0,0-1-1,1 0 1,-1 0 0,0-1-1,1 1 1,-1-1 0,1 1 0,0-1-1,-1 0 1,1-1 0,0 1-1,0-1 1,-1 1 0,1-1 0,0 0-1,0 0 1,0-1 0,-1 1-1,5-2 1,5-2-22,-1 0 0,-1 0 1,1-1-1,-1-1 0,1 0 0,9-7 0,9-6-19,-2-1 0,0-2-1,-2 0 1,0-2-1,-1-1 1,-2-1 0,-1-1-1,-1-1 1,28-48-1,-45 69-29,0-1 0,0-1-1,-1 1 1,3-13 0,-6 20 47,1 0 0,-1-1 0,0 1 0,1 0 0,-1 0 0,0-1 0,0 1-1,0 0 1,0 0 0,0 0 0,0-1 0,-1 1 0,1 0 0,0 0 0,-1-1 0,1 1 0,0 0 0,-1 0 0,0 0 0,1 0 0,-1 0 0,0 0 0,1 0 0,-1 0 0,0 0 0,0 0 0,0 0 0,0 0 0,0 1 0,0-1 0,0 0 0,0 1 0,0-1 0,0 1 0,0-1 0,0 1 0,0-1-1,-1 1 1,1 0 0,-2-1 0,0 1 22,-1 0 0,1 0-1,-1 0 1,1 1 0,-1-1 0,1 1-1,-1 0 1,1 0 0,-1 0-1,1 1 1,0-1 0,0 1 0,0-1-1,0 1 1,0 0 0,0 1-1,0-1 1,0 0 0,1 1 0,-3 2-1,-4 5 18,1 0 0,0 1 1,1 0-1,-8 15 0,5-5-28,0 0 1,2 1-1,1 1 1,0-1 0,2 1-1,0 0 1,2 0-1,1 1 1,0-1-1,3 31 1,-1-47-14,1-1 0,0 1 0,0-1 0,0 0 0,1 0 0,0 0 0,5 11 0,-6-15-5,0 1 1,1-1-1,-1 0 0,1 0 1,0 0-1,-1 0 0,1-1 1,0 1-1,0 0 0,0-1 1,0 1-1,0-1 0,1 0 1,-1 1-1,0-1 0,1 0 1,-1-1-1,1 1 0,-1 0 1,1-1-1,-1 1 0,4-1 1,1 0-46,0 0 1,0-1-1,0 0 0,-1 0 1,1 0-1,0-1 0,-1 0 1,1-1-1,-1 1 0,0-1 1,0-1-1,10-6 0,5-5-336,37-35 0,-55 47 350,199-212-1561,-126 128 1386,-57 66 250,18-25 0,-35 42 132,-4 4 177,-1 1-285,0 0 1,0 0 0,0 0 0,0 1 0,0-1 0,1 1 0,-1-1 0,0 1-1,1 0 1,0 0 0,-1 0 0,1 0 0,-3 4 0,-27 36 275,20-23-619,2 1 1,0 0 0,0 0-1,2 1 1,1 0-1,0 0 1,-4 30 0,11-51 118,0 1 1,0 0 0,-1 0 0,1 0 0,0-1-1,0 1 1,0 0 0,0 0 0,0 0 0,1 0-1,-1-1 1,0 1 0,0 0 0,0 0 0,1-1-1,-1 1 1,0 0 0,1 0 0,-1-1 0,1 1-1,-1 0 1,1-1 0,0 2 0,17 3-1591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41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529 288 20140,'-5'3'29,"1"-1"-1,0 1 0,-1 0 0,1 0 0,0 0 1,1 0-1,-1 1 0,0 0 0,1 0 0,0 0 1,0 0-1,0 0 0,0 0 0,1 1 0,0 0 1,0-1-1,0 1 0,0 0 0,1 0 0,0 0 1,0 0-1,0 0 0,1 0 0,-1 5 0,1 2-297,0 0 0,1-1-1,0 1 1,1 0 0,0-1-1,1 1 1,0-1 0,1 0-1,7 16 1,-10-24 183,0-1 1,0 0 0,0 0-1,0 0 1,1 0-1,-1 0 1,0 0 0,1-1-1,0 1 1,-1 0-1,1-1 1,0 1 0,0-1-1,0 1 1,0-1-1,0 0 1,3 2 0,-4-3 64,0 0-1,0 0 1,0 0 0,0 0 0,0 0 0,-1 0 0,1 0 0,0-1 0,0 1 0,0 0 0,0 0-1,-1-1 1,1 1 0,0-1 0,0 1 0,0 0 0,-1-1 0,1 1 0,0-2 0,1 0 26,0 0 0,0 0 1,0-1-1,0 1 0,-1-1 1,1 1-1,2-6 0,14-42 194,-2-1-1,-2-1 0,12-81 0,-22 108-152,2-45 0,-6 62-45,-1 0 1,1 0 0,-2 0-1,1 0 1,-1 0-1,0 0 1,0 0 0,-1 1-1,-7-13 1,8 16-3,-1 0 0,0 0 1,0 1-1,0-1 0,0 1 0,-1 0 1,1 0-1,-1 0 0,0 0 0,0 1 1,0-1-1,0 1 0,0 0 1,0 1-1,-1-1 0,1 1 0,-7-2 1,-5 0 32,1 1 1,-1 1 0,1 0 0,-18 2-1,7 1 116,-1 1 0,1 2 0,0 0 0,0 2 0,0 1 0,1 1-1,-29 14 1,25-8-145,1 0 0,1 2 1,1 1-1,0 1 0,-38 38 0,53-42-710,11-11-88,8-8-1129,26-25 505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42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42 145 18748,'-3'1'117,"0"0"-1,0 0 1,0 1-1,1 0 1,-1-1-1,0 1 1,1 0-1,0 0 1,-1 0 0,1 1-1,0-1 1,0 0-1,-3 6 1,4-6-161,0-1 0,1 1 0,-1 0 0,1 0 0,0 0 0,-1 0 0,1 0 0,0 0-1,0 0 1,0 0 0,1 0 0,-1 0 0,0 0 0,1 0 0,-1 0 0,1 0 0,0 0 0,-1 0 0,1-1 0,0 1 0,0 0 0,0-1 0,3 4 0,11 13-333,1 0 1,1 0 0,1-2-1,0 0 1,1-1 0,1-1-1,0-1 1,35 17-1,-53-29 460,0 0 0,0 0-1,1 0 1,-1-1 0,0 1-1,0-1 1,1 1-1,-1-1 1,0 0 0,0 0-1,1 0 1,-1 0 0,0-1-1,1 1 1,-1 0-1,0-1 1,0 0 0,1 1-1,-1-1 1,0 0 0,0 0-1,0 0 1,0-1-1,0 1 1,0 0 0,3-4-1,1-1 169,0-1-1,-1 1 0,1-2 1,-1 1-1,7-15 0,-5 8-174,-1 0 1,-1 0-1,0-1 0,-1 0 0,-1 0 0,0-1 1,-1 1-1,0-1 0,-1 1 0,-1-1 0,-1 1 1,0-1-1,-1 1 0,-6-24 0,7 35-102,-1 0 0,0 0 0,0 1 0,0-1 0,0 1 0,0-1 0,-1 1 0,0 0 0,0-1 0,1 1 0,-2 1 0,1-1 0,0 0 0,0 1 0,-1 0 0,0 0 0,1 0 0,-1 0 0,0 0 0,0 1 0,0 0 0,0-1 0,-6 1 0,4 0-4,-1 0 0,1 1 0,0 0 1,-1 0-1,1 1 0,0 0 0,0 0 0,-1 0 0,1 1 1,0 0-1,0 0 0,0 1 0,1-1 0,-1 1 0,-6 5 1,3-2 31,1 1 0,-1 0 1,1 0-1,1 1 1,0 0-1,0 1 1,0-1-1,1 1 1,0 1-1,1-1 1,0 1-1,1 0 1,-1 0-1,2 0 1,-3 11-1,4-13-16,1-1 1,0 1-1,0 0 0,1 0 0,0 0 1,1-1-1,-1 1 0,1 0 0,1-1 1,-1 1-1,1-1 0,1 1 0,0-1 1,0 0-1,0 0 0,1 0 0,-1 0 1,2 0-1,-1-1 0,1 0 1,10 10-1,-10-10-76,1-1 1,0-1-1,0 1 1,0-1-1,0 0 1,1 0-1,-1-1 1,1 0-1,0 0 1,0 0-1,0-1 1,1 0-1,10 1 1,-9-2-121,1-1-1,0 0 1,-1-1 0,1 0 0,-1 0 0,1-1 0,-1 0-1,0-1 1,13-5 0,0-2-470,-1-2-1,0 0 0,-1-1 1,-1-1-1,0-1 1,-1 0-1,26-29 1,15-29-518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43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1 239 16179,'0'0'889,"38"0"-129,10 2-1160,35-4-272,7-3 167,4-9-47,-4-5-16,-25-3 16,-8-1 168,-22-1 384,-11 2 24,-10-4-1000,-5-2-2289,-18-27 2321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43.5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1 194 23669,'5'6'587,"62"89"-766,40 71-2047,83 115-2743,-185-276 4847,2 5 61,0 0 0,1-1 0,0 0 0,0-1 0,1 0 0,0 0 0,1-1 0,11 7 0,-21-13 119,1-1 0,0 1 0,0-1 0,0 0 0,0 1 0,0-1 0,-1 0 0,1 0 0,0 0 0,0 0 0,0 1 0,0-1 0,0 0 0,0-1 0,0 1 0,0 0 0,0 0 0,0 0 0,0 0 0,-1-1 0,1 1 0,0 0 0,0-1 0,0 1 0,0-1 0,-1 1 0,1-1 0,0 1 0,0-1 0,0-1 0,2-2 128,0 0 1,0 0-1,-1 0 1,0 0-1,3-6 1,3-8 92,31-50 5,117-226 334,-138 251-1039,-1 0 0,-2-1 0,-2-1 0,-2 0 0,6-53-1,-12 39-2256,-3 24-2499,-1 31 3500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43.9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64 506 20388,'-59'-8'1379,"54"8"-1425,20-11-1843,28-16 1626,-2-2 0,0-1 1,-2-2-1,-2-2 0,-1-1 0,-1-2 0,42-60 0,-72 90 152,7-10-400,16-28 0,-25 40 403,-1 1-1,0 0 0,-1-1 0,1 1 0,-1-1 1,0 0-1,0 1 0,0-1 0,0 0 0,-1 0 1,0 1-1,-1-9 0,1 11 93,-1 1 1,0-1-1,0 0 0,1 1 0,-1-1 1,0 1-1,0-1 0,0 1 1,-1 0-1,1-1 0,0 1 1,-1 0-1,1 0 0,0 0 0,-1 0 1,1 0-1,-1 0 0,0 0 1,1 0-1,-1 1 0,0-1 1,1 1-1,-1-1 0,0 1 1,0 0-1,1-1 0,-1 1 0,0 0 1,0 0-1,1 1 0,-3-1 1,-6 0 29,0 1 0,0 0 1,0 1-1,-14 4 0,7 0 66,1 1 1,1 0-1,0 1 0,0 0 1,0 2-1,1-1 0,0 2 1,1 0-1,0 1 0,1 0 1,1 0-1,-16 22 0,13-14 169,1 0 0,1 1 0,0 0 0,2 1 0,0 0 0,2 0 0,1 1 0,-8 35 0,13-45-239,0-1 1,1 2-1,1-1 0,0 0 1,0 0-1,1 0 0,1 0 1,0 0-1,1-1 0,0 1 1,1 0-1,1-1 0,0 0 1,0 0-1,1-1 0,1 1 1,0-1-1,0 0 0,1-1 1,1 0-1,0 0 0,0-1 1,21 16-1,-16-15-329,1 0 0,1-2-1,-1 1 1,2-2 0,22 8 0,102 22-919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0:44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0 566 25037,'0'0'384,"23"-7"-584,32 4-520,59-13-168,24-6 80,28-20 560,7-6 136,-5-9 64,-2 0 16,-16-4 32,-9 4 8,-17 7-40,-6 2-312,-16 11-721,-9 6-1055,-8 2 424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03.7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1220 10378,'28'-14'-253,"0"2"-1,1 1 1,58-14-1,96-8-102,-122 23 450,874-93 3415,7 53 52,-272 18-2339,1098-108 1662,-1099 71-1905,3122-266 1086,-2405 246-2093,948-73-4253,-1711 100-1392,-51-11 3127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2-18T16:30:29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10035 3354 703 0,'4'0'88'15,"-4"0"133"-15,0 0-187 16,0 0-12-16,1 0-10 16,0 1-2-16,16 19-4 15,-13-6-4-15,-1 8 1 16,-2 2 1-16,0 2 4 15,-3-2 4-15,0-5 21 16,0-3 7-16,0-6 18 16,2-3 6-16,0-7-11 15,0 0-5-15,15-12-11 16,1-4-10-16,11-10-10 16,5-4-7-16,11-3-10 15,3-3 4-15,8 2-4 16,1 0 0-16,1-1 2 15,2 1-2-15,0-3 0 16,5-1 0-16,-1 1-21 0,-1 2-20 16,-7 4-128-16,-8 4 100 15</inkml:trace>
  <inkml:trace contextRef="#ctx0" brushRef="#br0" timeOffset="2600.54">6357 4513 426 0,'4'0'18'0,"-4"0"15"16,0 0-12-16,0 0-5 15,5 20 2-15,-4-6 0 16,1 2-4-16,-1 2-12 15,0 1-2-15,-1 1 9 16,0-4 21-16,-1-2 56 16,1-1 23-16,0-2 33 15,0 1-12-15,-2-1-44 16,2-3-11-16,4-5-21 16,2-2 1-16,14-12-13 0,3-7-5 15,16-14-12-15,12-11-5 16,21-6-16-16,11-6-1 15,7-1-3-15,-1 1 0 16,-2-4-15-16,1-1-34 16,2 0 32-16</inkml:trace>
  <inkml:trace contextRef="#ctx0" brushRef="#br0" timeOffset="10750.32">3921 5011 243 0,'4'-1'-5'0,"1"0"-14"15,-2 0-12-15,3-1 2 16,-2 2 7-16,-2 0 7 16,-2 0 14-16,0 0 52 15,0 0 35-15,0 0 33 16,0 0 11-16,1 0-28 16,0 0-40-16,0-1-46 15,24-8-12-15,-15 5-4 16,2 2 0-16,-2-1 0 15,0 2 0-15,-4 1 2 16,1 0 1-16,-7 0 8 16,0 0 10-16,0 0 40 15,0 0 17-15,0 0 1 16,0 0-6-16,-1 0-31 16,0 0-21-16,-1 0-5 15,-31-7-5-15,32 7-5 16,-19-1-2-16,9 1-4 0,0 1-2 15,-3 2 0-15,-1 1 0 16,0 0 2-16,0 0 2 16,5-1 4-16,2-1-2 15,8-2 7-15,4 4 1 16,7-2 0-16,6-2 3 16,6 1-3-16,2 0-3 0,4-1-5 15,3 0 0-15,-2-2-6 16,1 0 0-16,-5-2 0 15,0 0 0-15,-6 1 2 16,-5 2 0-16,-14 1-2 16,0 0-9-16,0 3-94 15,-17 2 73-15</inkml:trace>
  <inkml:trace contextRef="#ctx0" brushRef="#br0" timeOffset="14316.43">8448 6197 514 0,'65'-7'63'0,"2"-1"56"15,2 0-53-15,7-3-28 16,5 2-6-16,0 1-11 15,-2 1-5-15,-3 2-3 16,-3 0 15-16,5-1 4 16,-1 0 0-16,-4-1-5 15,-3 1-13-15,-6-2-12 16,-2-2-2-16,0-2-18 16,-1-3-14-16,-8-1-59 15,-3 0-73-15,-15-1 93 16</inkml:trace>
  <inkml:trace contextRef="#ctx0" brushRef="#br0" timeOffset="15000.54">8471 6250 680 0,'55'-3'29'0,"3"-1"-8"16,4-1-17-16,7 0 1 16,3 0-5-16,5 1 11 15,-1-1 12-15,1 1 32 16,3 0 13-16,6 0 12 16,1 2-12-16,-7 0-36 15,-3 1-14-15,-15 1-14 16,-7 1-3-16,-9 2-2 15,-8-3-1-15,-10 3-6 16,-7-2-4-16,-9 0-29 16,-3 0-61-16,-6-1 61 15</inkml:trace>
  <inkml:trace contextRef="#ctx0" brushRef="#br0" timeOffset="23916.35">5134 7393 495 0,'1'-4'107'0,"1"0"114"16,0-1-102-16,0 1-53 16,-1 1-19-16,-1 3-30 15,0 0-3-15,0 0-12 16,0 0-2-16,0 0 0 0,0 0-6 15,0 0-4-15,0 0-1 16,0 1-1-16,0 0-6 16,1-1 11-16,0 2 0 15,20 26-2-15,-10-24 11 16,9-2 0-16,6 0 3 16,8-4 6-16,6-1-4 15,9-3 0-15,4-1 2 0,11-1-5 16,6-1 4-16,10 2-3 15,0 3-1-15,4 0 2 16,3-1 2-16,3-2 15 16,-1-1 6-16,3-3 6 15,-2 0-4-15,-7 1-13 16,-2 2-9-16,-6 1-9 16,-7 1-4-16,-1 1-125 15,-6 0 90-15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27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376 462 5513,'10'-27'753,"-6"17"-148,0 0 1,-1 0-1,0-1 0,-1 1 1,2-14-1,-15 45 113,-88 279 113,87-259-762,-79 271 264,-62 204-107,149-505-203,-31 108 991,34-111 293,3-7-857,3-8-9,6-19 120,14-50 1,-18 55-467,158-652-274,-51 179-435,-98 433 600,-3 5 39,3 0 0,45-103-1,-57 150 24,1 1 0,0-1 0,9-12 0,-13 20-37,0 0-1,0 0 0,-1 0 0,1 0 0,0 0 1,0 0-1,0 1 0,0-1 0,0 0 0,0 1 1,0-1-1,0 1 0,0-1 0,1 1 0,-1-1 1,0 1-1,0 0 0,0 0 0,1 0 0,-1-1 1,2 1-1,-2 1 1,1-1 0,-1 1-1,1 0 1,-1-1 0,0 1 0,1 0 0,-1 0 0,0 0 0,0 0 0,0 0-1,1 0 1,-1 0 0,0 0 0,0 1 0,-1-1 0,1 0 0,1 3 0,10 21 69,0 2 0,-2 0 0,13 55 0,52 265 459,-10-44-306,22-12-217,-74-257-22,1-1 0,2 0 1,22 33-1,-35-62-13,0 0 0,0 0 0,0 0 0,0 0 0,1 0 0,-1 0 0,1-1 0,0 0 0,0 0 1,1 0-1,-1 0 0,0-1 0,6 3 0,-9-5-10,0 0 1,-1 0 0,1 0 0,-1 0 0,1 0 0,0 0-1,-1 0 1,1 0 0,0 0 0,-1 0 0,1-1-1,-1 1 1,1 0 0,-1 0 0,1-1 0,0 1 0,-1 0-1,1-1 1,-1 1 0,1 0 0,-1-1 0,0 1-1,1-1 1,-1 1 0,1-1 0,-1 1 0,0-1 0,1 1-1,-1-1 1,0 1 0,0-1 0,1-1 0,4-21-1071,-5 14 677,0 0 1,-1 0-1,0 0 0,-1-1 0,0 1 0,0 0 0,0 1 1,-2-1-1,-4-10 0,-29-45-549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27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66 305 10826,'-41'21'560,"17"-2"105,24-2-385,43-8-248,21-4 8,38-12 224,7-10-96,8-14-336,-1-11-136,-10-10 72,1-1 0,-3-1-33,-7 7-79,-4 15-672,-3 6-1264,-9 12 1095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28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 13787,'2'0'687,"10"12"-1194,16 27 355,-27-36 144,0-1 1,0 1-1,0-1 1,0 1-1,-1 0 0,1-1 1,-1 1-1,1 0 1,-1 0-1,0 0 0,0-1 1,0 1-1,-1 0 1,1 0-1,-1-1 1,1 1-1,-3 5 0,0 3 9,-7 30 76,-9 35 414,18-69-393,0-1-1,1 1 1,0-1 0,0 1-1,0 0 1,1-1 0,-1 1-1,5 12 1,-5-18-59,0 1 0,1-1 1,-1 1-1,1-1 0,-1 1 0,1-1 1,0 0-1,0 1 0,0-1 0,-1 0 1,1 0-1,0 1 0,1-1 0,-1 0 0,0 0 1,0 0-1,0 0 0,1 0 0,-1-1 1,0 1-1,1 0 0,-1 0 0,1-1 1,-1 1-1,1-1 0,-1 0 0,1 1 1,-1-1-1,1 0 0,-1 0 0,1 0 1,-1 0-1,3 0 0,1-1 140,0-1-1,0 0 1,0 1-1,-1-1 1,1-1-1,-1 1 1,1-1-1,-1 0 1,4-3-1,21-18 100,-1-2-1,-2 0 0,0-2 1,-2-1-1,-1-1 1,33-59-1,-52 82-277,0 1 1,-1-1-1,0-1 1,0 1-1,-1 0 1,1-9-1,-2 15-21,-1 0-1,0 0 1,0-1-1,1 1 1,-1 0 0,0-1-1,-1 1 1,1 0-1,0-1 1,0 1 0,0 0-1,-1-1 1,1 1-1,-1 0 1,1 0-1,-1-1 1,1 1 0,-1 0-1,0 0 1,0 0-1,1 0 1,-1 0 0,0 0-1,0 0 1,0 0-1,0 0 1,0 1 0,0-1-1,0 0 1,-1 0-1,1 1 1,0-1-1,0 1 1,0-1 0,-1 1-1,1 0 1,0-1-1,-1 1 1,1 0 0,-2 0-1,2 0-57,1 0 1,0 0-1,-1 0 0,1 0 1,0 0-1,-1 0 1,1 0-1,0 0 0,-1 0 1,1 0-1,0 0 0,-1 0 1,1 0-1,0 0 0,-1 0 1,1 1-1,0-1 0,0 0 1,-1 0-1,1 0 0,0 1 1,-1-1-1,1 0 0,0 0 1,0 1-1,0-1 0,-1 0 1,1 0-1,0 1 0,0-1 1,0 0-1,0 1 0,-1-1 1,1 0-1,0 1 0,0-1 1,0 0-1,0 1 0,0-1 1,0 0-1,0 1 0,0-1 1,0 0-1,0 1 0,0-1 1,0 0-1,0 1 0,0-1 1,1 0-1,-1 0 0,0 1 1,0-1-1,0 0 1,1 1-1,6 7-1264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28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120 127 10562,'4'-126'4017,"-6"221"-2691,3 78 290,11 40-648,3 210-2135,-15-410 968,-1 1 0,0-1 0,0 0 0,-1 0 0,-1 0 0,-7 20 0,9-32 127,1 1-1,-1-1 1,0 0 0,0 0 0,1 0 0,-1 0-1,0 0 1,0 0 0,0 0 0,0 0 0,0 0-1,-1 0 1,1 0 0,0-1 0,0 1 0,0-1-1,-1 1 1,1-1 0,0 1 0,-1-1-1,1 1 1,0-1 0,-1 0 0,1 0 0,-1 0-1,1 0 1,0 0 0,-1 0 0,1 0 0,-1 0-1,1-1 1,0 1 0,-1 0 0,1-1 0,0 1-1,-2-2 1,-3-1-390,-1 0 0,1-1-1,0 0 1,0 0 0,-7-7 0,-29-27-868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29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11 173 3961,'-4'-5'615,"-1"-2"-57,4 0 4572,6 6-4302,7 0-555,1 0 1,-1 1-1,15 2 1,25 0 401,31-5 76,0-4 1,0-3-1,-1-4 0,-1-3 0,135-48 0,-213 64-771,2 31-53,-4-25 73,0-1-1,0 0 1,-1 1 0,1-1-1,-1 1 1,0-1-1,0 7 1,-6 18 42,-10 35 1,8-36 21,-7 44 1,15-68-47,-1 0-1,1 0 1,0 0-1,0 0 1,0 0-1,1 0 1,1 5-1,-2-8 1,0 0-1,1 0 1,-1 0 0,0 0-1,1 0 1,-1 0 0,1-1-1,0 1 1,-1 0 0,1 0-1,0-1 1,-1 1 0,1-1-1,0 1 1,-1 0 0,1-1-1,0 1 1,0-1 0,0 0-1,0 1 1,0-1 0,0 0-1,-1 1 1,1-1 0,0 0-1,0 0 1,0 0 0,0 0-1,0 0 1,0 0 0,0 0-1,0 0 1,0 0 0,0 0-1,0-1 1,0 1 0,1-1-1,4-1 105,0 0-1,0-1 1,0 0 0,-1 0-1,1 0 1,0-1-1,-1 0 1,0 0 0,0 0-1,-1-1 1,1 0-1,-1 0 1,7-10-1,-1 1 74,-1-1 0,0-1-1,12-30 1,-17 35-172,-1 0 1,1-1 0,-2 1-1,0-1 1,0 0 0,-1 1 0,0-1-1,-2-22 1,1 30-28,-1 1 1,1 0-1,-1-1 1,0 1-1,0 0 1,0-1-1,0 1 1,-1 0-1,1 0 1,-1 0-1,0 0 0,0 0 1,0 0-1,0 1 1,0-1-1,-1 1 1,1-1-1,-1 1 1,0 0-1,1 0 1,-1 0-1,0 0 1,0 1-1,0-1 0,0 1 1,-1 0-1,1 0 1,0 0-1,-1 0 1,1 0-1,0 1 1,-1-1-1,1 1 1,-4 0-1,-2 1 4,0 0 0,0 0 0,0 1 1,0 0-1,0 1 0,1 0 0,-1 0 0,1 1 0,0 0 0,0 0 0,0 1 1,-9 7-1,1 1-297,0 0 0,1 1 1,1 0-1,-18 22 0,30-33 71,-1 1 0,1-1-1,0 0 1,0 1 0,1-1-1,-3 6 1,2 15-1107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29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87 6385,'8'-43'-1768,"-4"0"3880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0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494 479 10706,'-20'0'247,"1"0"-1,-1 1 0,0 1 0,1 0 0,-1 2 1,-34 11-1,43-10-113,0 0 1,0 0 0,0 1-1,1 0 1,0 1 0,1 0-1,-1 1 1,1 0 0,1 1-1,-1-1 1,1 2-1,-11 17 1,3-1 48,2 0 0,1 1 0,1 1 0,-9 30 0,-27 122 378,42-156-496,-36 173 438,36-156-319,1-1 0,2 78 0,4-105-117,0-1-1,1 1 1,0 0 0,1-1 0,1 1 0,0-1 0,0 0 0,1 0 0,7 12 0,-9-19-18,0-1 0,0 1 0,1-1 0,-1 0 0,1 0 0,0 0 0,0 0 0,0-1 0,1 1 0,-1-1 0,1 0 0,0 0 0,0-1 1,0 0-1,0 0 0,0 0 0,0 0 0,0-1 0,1 1 0,-1-2 0,1 1 0,-1 0 0,8-1 0,0-2 5,0 1 0,0-2 0,0 0 1,0 0-1,-1-1 0,1-1 0,-1 0 0,0-1 0,13-7 0,12-11 20,49-39 0,79-80-22,-132 109-35,-1-1 1,45-64-1,-70 88 25,1 0-1,-2 0 0,1-1 0,-2 1 1,0-2-1,0 1 0,-1 0 0,0-1 1,-1 0-1,-1 0 0,2-24 0,-4 33 122,-1 8-97,-26 145-169,12-54 119,10-73-5,2-11 3,1-1 1,0 0 0,1 1 0,0 0 0,0-1-1,3 20 1,-2-29-9,0 0-1,1 0 0,-1 0 0,1 0 1,-1 0-1,1-1 0,0 1 1,-1 0-1,1 0 0,0-1 0,-1 1 1,1 0-1,0-1 0,0 1 0,0-1 1,-1 1-1,1-1 0,0 1 1,0-1-1,0 0 0,0 1 0,0-1 1,0 0-1,0 0 0,0 0 1,0 0-1,0 0 0,0 0 0,0 0 1,0 0-1,0 0 0,0 0 1,0 0-1,0 0 0,0-1 0,1 0 1,35-12 105,-36 13-107,19-10 36,-1 0-1,0-2 0,32-25 0,-42 30-32,0 0 1,-1-1-1,0-1 0,-1 1 1,1-1-1,-2-1 0,1 1 1,-1-1-1,5-11 0,-10 17-8,0 1 1,0 0-1,0 0 0,0-1 0,0 1 0,-1-1 0,1 1 0,-1-1 0,0 1 0,0 0 0,0-1 0,-1 1 0,1-1 0,-1 1 0,0 0 0,0-1 0,0 1 0,0 0 0,-1 0 1,1-1-1,-1 1 0,0 0 0,0 1 0,0-1 0,0 0 0,0 1 0,0-1 0,-1 1 0,0-1 0,1 1 0,-7-3 0,-5-4-10,0 1-1,-1 1 0,0 1 1,0 0-1,-18-4 0,32 9 18,-3 0 26,24 3-65,38 2 22,-35-3 15,0 0 0,0 2 1,0 0-1,31 10 0,-47-11-4,-1 0-1,0 1 1,0 0 0,0 1-1,-1-1 1,1 1-1,-1 0 1,0 0-1,0 1 1,0-1-1,0 1 1,5 9-1,-3-3-1,-1 0-1,0 0 0,-1 0 0,0 1 0,-1 0 1,0 0-1,2 14 0,-6-24 132,-9-49 356,9 40-468,1-1-1,0 1 1,0 0 0,1 0-1,0 0 1,0 0 0,0 0-1,1 0 1,0 1 0,1-1-1,0 1 1,0 0 0,0 0-1,0 0 1,1 0 0,0 1-1,0 0 1,1 0 0,-1 0 0,13-7-1,-10 7-18,0-1-1,1 2 1,-1-1 0,1 1-1,0 1 1,0 0-1,0 0 1,0 0 0,1 1-1,-1 1 1,1 0-1,-1 0 1,1 1 0,0 0-1,14 2 1,-18-1 0,-1 1 0,0-1 0,0 1 0,0 1 0,0-1 1,0 1-1,0 0 0,0 0 0,-1 0 0,0 1 0,1-1 0,-1 1 0,-1 0 1,1 0-1,4 6 0,3 7-7,-1 0 1,16 37-1,5 8 14,-30-60 11,7-5 96,-3-2-101,-1 0 1,1 0 0,-1-1 0,0 0 0,0 1 0,4-10-1,21-47 69,-16 34-65,0-4-15,-8 20-1,0-1 0,1 1 0,1 0 0,-1 1 0,2-1 0,0 1 0,10-11 1,-17 21-1,0 0 0,0-1 0,0 1 0,0 0 0,0 0 1,1 0-1,-1 0 0,1 0 0,-1 0 0,0 0 1,1 1-1,0-1 0,-1 0 0,1 1 0,-1-1 0,1 1 1,0 0-1,-1-1 0,1 1 0,0 0 0,-1 0 0,1 0 1,0 0-1,-1 1 0,1-1 0,0 0 0,-1 1 1,1-1-1,-1 1 0,1-1 0,-1 1 0,1 0 0,-1-1 1,1 1-1,-1 0 0,1 0 0,-1 0 0,0 1 1,0-1-1,2 2 0,4 6-8,-1 0 1,0 1-1,0-1 1,-1 1-1,5 12 0,0 0 0,-8-17 8,1 0 0,0 0 0,0 0 0,1 0-1,-1 0 1,1-1 0,0 1 0,0-1 0,1 0 0,-1 0 0,1-1 0,0 1 0,0-1 0,11 5 0,-9-6 3,1 0 1,-1 0-1,1-1 1,-1 0-1,1 0 1,0-1-1,0 1 1,-1-2-1,1 1 1,15-4-1,-10 1 4,-1 1 0,0-2 0,0 0 0,0-1 0,0 0 0,-1 0 0,0-1 0,0-1 0,0 0-1,-1 0 1,0-1 0,15-15 0,-20 18-7,1 0-1,0 1 1,-1-1-1,2 1 1,-1 0-1,9-3 1,-9 4 3,-2 0-3,1 0 0,1 1 1,-1 0-1,0 0 0,1 0 0,-1 0 0,10 0 0,-2-1 8,-12 3 14,-10-13 61,8 12-80,-10-11-34,1 0-1,-15-12 1,21 21 25,1-1-1,-1 1 1,0 1 0,0-1-1,0 1 1,-1-1 0,1 1-1,-1 0 1,1 1 0,-1-1-1,0 1 1,1 0 0,-9-1-1,11 2 8,0 0-1,0 1 1,0-1-1,0 1 1,0-1-1,0 1 1,1 0-1,-1 0 1,0 0-1,0 0 1,1 0 0,-1 0-1,0 0 1,1 1-1,0-1 1,-1 0-1,1 1 1,0-1-1,-1 1 1,1 0-1,0-1 1,0 1-1,0 0 1,1 0-1,-2 2 1,-2 7-7,1-1 1,0 1 0,-2 13-1,4-20 6,-1 5-5,1 1 1,0-1 0,0 1-1,1-1 1,0 0 0,1 1-1,0-1 1,0 0 0,5 16 0,-4-20 2,0 0 1,0 0 0,1 0 0,0 0 0,0 0 0,0 0 0,0-1 0,1 0 0,0 1 0,-1-1 0,2-1 0,-1 1 0,0-1 0,1 1 0,-1-1 0,1 0 0,9 3 0,-1-1-3,-1-1-1,1 0 1,1-1 0,-1-1-1,0 0 1,1 0-1,-1-2 1,1 1 0,-1-2-1,1 0 1,-1 0-1,1-2 1,-1 1 0,0-2-1,0 0 1,0 0-1,17-10 1,-6 3-25,-1-2 1,0-1-1,-1-1 1,-1-1-1,0 0 0,-1-2 1,-1 0-1,18-22 0,-14 11 10,-1-1-1,-1 0 0,-1-2 1,-2 0-1,-2-1 0,-1-1 1,-1 0-1,-2-1 0,-1 0 0,-2-1 1,-1 0-1,-2-1 0,-2 0 1,-1-73-1,-29-177 22,26 285 3,-1-2 13,0-4 59,1 0 0,-2 0 1,1 0-1,-1 0 1,0 0-1,-4-7 1,4 14 38,-1 6-24,-4 18-78,1 1 1,1 0-1,1 0 1,0 28-1,-3 15-23,-17 101-30,-40 441-61,63-579-59,0 1 0,2-1 0,1 1 0,11 53 1,-11-78-5,0 0 1,0 0 0,0 0 0,0 0 0,1-1 0,6 9 0,-8-11-4,1-1 1,0 0-1,0 0 1,1 0 0,-1 0-1,0 0 1,1 0-1,-1-1 1,1 1 0,0-1-1,-1 0 1,1 0-1,0 0 1,0 0 0,3 1-1,41 1-1683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2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344 830 12931,'-12'2'443,"0"1"1,1 1 0,-1 0-1,1 0 1,-1 2 0,-18 11-1,-58 47-411,45-30 147,34-28-172,-11 9 298,0 0 0,1 1 0,-19 22 0,38-38-294,-1 1 0,1-1 0,-1 0-1,1 1 1,0-1 0,-1 1 0,1 0-1,-1-1 1,1 1 0,0-1 0,-1 1-1,1 0 1,0-1 0,0 1 0,-1-1-1,1 1 1,0 0 0,0-1 0,0 1-1,0 0 1,0-1 0,0 1 0,0 0-1,0 0 1,0-1 0,0 1 0,0 0-1,1-1 1,-1 2 0,1-1-5,0 0 0,0-1 1,0 1-1,0 0 0,0 0 1,1-1-1,-1 1 0,0-1 1,0 1-1,0-1 0,1 1 0,-1-1 1,0 0-1,2 1 0,8 0 20,-1-1 0,20 0 0,-30 0-23,31-3 54,0 0 0,0-2-1,0-2 1,-1 0 0,38-16 0,-49 16-11,0-2 0,0-1-1,-1 0 1,-1-1 0,1-1 0,-2 0 0,0-1 0,27-28-1,-41 38 325,-11 6 1103,5-1-1462,1 0-1,0 0 0,0 0 0,0 1 0,0-1 1,0 1-1,0-1 0,1 1 0,-1 0 0,1 0 1,0 0-1,0 1 0,0-1 0,0 0 1,1 1-1,-1-1 0,1 1 0,0 0 0,0-1 1,0 1-1,1 0 0,-1 0 0,1-1 0,0 1 1,0 0-1,0 0 0,0 0 0,2 5 0,-1-6-10,-1 0 0,1 0 0,0-1 1,0 1-1,0 0 0,1-1 0,-1 1 0,1-1 0,-1 0 0,1 1 0,0-1 0,0 0 0,0 0 0,0 0 0,0 0 0,1 0 0,-1-1 0,0 1 0,5 1 0,-3-1-10,1 0 1,0-1 0,-1 0 0,1 0-1,0 0 1,0-1 0,0 0 0,0 0 0,0 0-1,7-1 1,3-2-77,-1 0 0,1-1 0,-1-1 0,0 0 0,-1-1 1,22-12-1,-9 0-20,0-1 1,-1-2 0,-1 0-1,-1-2 1,-1 0 0,-2-2-1,0 0 1,-1-1-1,25-48 1,-32 48 109,0-1 0,-2 0-1,0 0 1,-2-1 0,-2-1 0,7-56-1,-7-177 156,-7 108 220,3 74 68,-2 80-445,0 0 1,0 0-1,0 0 0,0 0 1,0 0-1,0 0 0,0 0 0,0 0 1,0 0-1,-1 0 0,1 0 1,0 0-1,0 0 0,0 0 1,0 0-1,0 0 0,0 0 1,0 0-1,0 0 0,0 0 1,0 0-1,0 0 0,0 0 1,0 0-1,0 0 0,0 0 1,0 0-1,0 0 0,0 0 0,0-1 1,0 1-1,0 0 0,0 0 1,0 0-1,0 0 0,0 0 1,0 0-1,0 0 0,0 0 1,0 0-1,0 0 0,0 0 1,0 0-1,-3 7-20,-40 245-98,21-110 135,22-140-22,-38 269 127,36-235-311,1-1 0,1 0-1,2 1 1,1-1 0,14 57 0,-22-105-379,0 1 1,0 0-1,-1 0 1,-1 0-1,0 1 1,0 0-1,-1 1 0,-1 0 1,-16-16-1,13 14 564,-1 1 0,0 1-1,-1 0 1,0 0 0,0 2-1,-1-1 1,-27-9 0,31 14 584,0 1 1,-1 1 0,1 0 0,-1 0-1,-23 0 1,38 6 128,0-1-657,0 0 0,1 0 0,0-1-1,-1 1 1,1-1 0,0 0 0,0 0 0,0 0-1,0 0 1,1-1 0,-1 0 0,0 0 0,6 1-1,13 1 14,31 1-1,-51-4-50,57 1 59,0-3 0,68-12 0,119-31 943,-236 43-954,0 0 1,0 0 0,0 1-1,0 1 1,19 1 0,-26-1-96,-1 1 1,0 0 0,0-1-1,1 1 1,-1 0-1,0 1 1,0-1 0,0 0-1,0 1 1,-1 0-1,1 0 1,0 0 0,-1 0-1,1 0 1,-1 0 0,1 1-1,-1-1 1,0 1-1,0 0 1,0-1 0,-1 1-1,3 6 1,-2-5-154,0 1 1,0-1-1,-1 1 0,0-1 1,0 1-1,1 6 0,-2-9 141,0-1-1,0 1 0,0 0 1,-1-1-1,1 1 0,0 0 0,-1-1 1,1 1-1,-1 0 0,1-1 1,-1 1-1,0-1 0,0 1 1,0-1-1,0 1 0,0-1 0,0 0 1,0 1-1,0-1 0,-3 2 1,3-3 48,1 1 1,-1-1 0,0 0-1,0 1 1,0-1 0,0 0-1,0 0 1,0 0 0,0 0-1,0 1 1,0-1 0,0-1-1,0 1 1,0 0-1,0 0 1,0 0 0,1 0-1,-1-1 1,0 1 0,0 0-1,0-1 1,0 1 0,0-1-1,1 1 1,-2-1 0,-21-18 164,19 15-113,-1-1 0,1 1 0,0-2 0,0 1 1,1 0-1,-1-1 0,1 1 0,1-1 0,-1 0 0,1 0 0,0 0 0,0 0 0,-1-7 0,3 7-23,-1 1 1,1-1-1,1 0 0,-1 1 0,1-1 0,0 1 0,0-1 0,1 1 1,-1-1-1,1 1 0,1 0 0,-1 0 0,1 0 0,-1 0 1,8-8-1,1-3-31,1 2 0,1-1 0,0 2 0,1 0 1,23-17-1,-32 26-9,1 0 1,0 0-1,0 1 0,1 0 1,-1 0-1,1 0 1,0 1-1,-1 0 1,1 0-1,0 0 0,0 1 1,0 0-1,0 1 1,1 0-1,-1 0 1,0 0-1,13 3 0,-15-1 2,-1-1-1,0 1 0,1 0 0,-1 0 0,0 0 0,0 1 1,0-1-1,0 1 0,-1 0 0,1 0 0,-1 1 1,0-1-1,0 1 0,0-1 0,0 1 0,0 0 0,-1 0 1,0 0-1,0 1 0,0-1 0,0 0 0,-1 1 1,0-1-1,0 1 0,1 5 0,1 12-5,-1 1 0,-1 0-1,-3 43 1,1-47 24,0-10 7,1 1 0,0-1 0,0 0 0,1 0 0,0 1 0,3 8 0,-3-15-11,0-1 1,0 0-1,0 0 0,0 1 1,0-1-1,0 0 0,1 0 0,-1 0 1,1 0-1,-1 0 0,1-1 1,0 1-1,0 0 0,0-1 0,0 1 1,0-1-1,0 0 0,0 1 1,0-1-1,1 0 0,-1-1 0,0 1 1,1 0-1,-1 0 0,0-1 1,1 0-1,2 1 0,4-1 10,-1 0 1,1-1-1,-1 0 1,0 0-1,1-1 0,-1 0 1,0 0-1,0-1 1,0 0-1,-1-1 0,14-7 1,3-4 29,0-2 0,23-21 0,-30 24-25,-1-1 0,-1-1-1,-1 0 1,18-26 0,-25 31 23,0 0 0,0-1 0,-1 0-1,-1 0 1,0-1 0,-1 1 0,0-1 0,2-16 0,-6 29-45,0-1 0,0 1 0,0-1 1,0 1-1,1 0 0,-1-1 1,0 1-1,0-1 0,1 1 0,-1-1 1,0 1-1,0 0 0,1-1 1,-1 1-1,0-1 0,1 1 0,-1 0 1,1 0-1,-1-1 0,0 1 0,1 0 1,-1 0-1,1-1 0,-1 1 1,1 0-1,-1 0 0,1 0 0,-1 0 1,1 0-1,-1 0 0,1 0 0,-1 0 1,2 0-1,11 2-22,-8 1 11,0 0 0,-1 0 0,1 1 0,-1-1 1,0 1-1,7 8 0,7 6-7,-10-10-31,1 0-1,0-1 1,0 0 0,1 0-1,0-1 1,0-1-1,1 1 1,0-2-1,0 1 1,0-1-1,0-1 1,0 0 0,1-1-1,0 0 1,-1-1-1,1 0 1,0-1-1,-1 0 1,1-1-1,0 0 1,-1-1-1,13-3 1,-5 0-424,-1-2-1,0 0 1,-1-1-1,0 0 1,0-2-1,-1 0 1,0-1-1,17-14 1,3-10-521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2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0 412 11819,'702'-2'2540,"-9"-30"-2577,-431 18 617,67-3 901,940-53 2932,-2-35-3343,-925 68-1065,-242 26-71,697-93-2532,-703 85 1435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3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889 127 5657,'-4'-8'300,"0"1"-1,0 0 0,-1 0 1,0 0-1,0 0 1,0 1-1,-1-1 0,0 1 1,0 1-1,-1-1 1,1 1-1,-1 0 0,0 1 1,-1 0-1,1 0 0,-1 0 1,0 1-1,-12-3 1,-1 0-140,-1 1 1,0 2-1,-1 0 1,1 1 0,-41 2-1,34 2 24,0 1 0,0 1 0,0 2 0,0 1 0,1 1 0,0 1 0,1 2-1,0 0 1,1 2 0,0 1 0,-47 34 0,55-34-61,1 1 0,1 0 0,0 1 0,1 1 0,1 0 0,1 1 0,0 0 0,1 1 0,1 1 0,1 0 0,0 0 0,2 1 0,1 0 0,0 1 1,1 0-1,-3 26 0,6-23-90,2 1 0,0-1 0,1 1 1,2-1-1,0 0 0,2 1 0,1-1 1,8 27-1,-7-36-11,0-1 0,0 1-1,1-1 1,1-1 0,1 1 0,0-1-1,1-1 1,0 0 0,1 0 0,1-1-1,0 0 1,0-1 0,21 13 0,-14-12-1,0-2 0,1 0 0,1-2 0,0 0 1,0-1-1,0-1 0,1-1 0,0-1 0,0-1 0,0-1 0,0 0 1,1-2-1,-1-1 0,28-4 0,-15-1-289,0-1 0,0-1 0,-1-2-1,0-1 1,0-2 0,-2-1 0,0-2-1,35-23 1,-45 25-795,32-28-1,-10-6 211,-31 33 681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5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256 278 11466,'11'-9'-117,"-11"4"-374,-24 2 528,23 3 2,-12 0 248,-1 1 1,1 0-1,-1 1 0,1 1 0,0 0 0,0 1 0,0 0 0,0 1 1,1 0-1,0 1 0,0 0 0,0 1 0,1 1 0,0 0 1,-14 12-1,22-17-263,1 0 1,-1 0 0,1 1 0,-1-1 0,1 1 0,0-1-1,0 1 1,1 0 0,-1 0 0,1 0 0,0 0 0,0 0 0,0 0-1,0 0 1,1 0 0,-1 0 0,1 7 0,1-8-13,-1 0 1,1 0-1,0 1 1,0-1-1,0 0 1,0 0-1,1 0 1,-1 0-1,1-1 1,-1 1-1,1 0 1,0-1-1,0 1 1,0-1-1,1 1 1,-1-1-1,1 0 1,-1 0-1,1 0 1,0 0-1,-1-1 0,1 1 1,6 1-1,-1 0 16,1-1 0,-1 0-1,1 0 1,0-1-1,-1 0 1,1-1-1,0 0 1,0 0 0,0-1-1,-1 0 1,1-1-1,0 0 1,-1 0-1,0-1 1,1 0 0,11-6-1,-7 3 15,0-1 0,0 0 0,0-2 0,-1 1 0,0-1 0,-1-1 0,0 0 0,-1-1 0,11-12 0,-15 14-19,0 0 1,0-1 0,-1 1-1,0-1 1,-1 0 0,0 0-1,0 0 1,-1 0 0,2-14-1,-5 21-1,1 0-1,-1 0 0,0 0 1,0 0-1,0 0 0,0 0 1,0 0-1,-1 0 0,1 0 0,-1 1 1,0-1-1,0 0 0,0 0 1,0 1-1,0-1 0,-1 0 1,1 1-1,-1 0 0,0-1 1,0 1-1,0 0 0,0 0 1,0 0-1,0 0 0,0 0 1,-1 0-1,1 1 0,-1-1 1,1 1-1,-1-1 0,0 1 1,1 0-1,-1 0 0,0 0 1,0 1-1,0-1 0,1 1 1,-5-1-1,0 0 56,0 1-1,0 0 1,-14 1 0,20-2-71,0 1-1,-1 0 1,1 1 0,0-1-1,-1 0 1,1 0-1,0 0 1,0 1 0,0-1-1,-1 1 1,1-1 0,0 1-1,0-1 1,0 1-1,0 0 1,0 0 0,0-1-1,0 1 1,0 0 0,0 0-1,0 0 1,0 0 0,0 0-1,1 0 1,-1 0-1,0 0 1,1 1 0,-1-1-1,1 1 1,0-1-6,0 0-1,0 0 1,0 0-1,1 0 1,-1 0 0,1 0-1,-1 0 1,1 0-1,-1 0 1,1 0 0,-1 0-1,1 0 1,0 0-1,-1 0 1,1-1 0,0 1-1,0 0 1,0-1-1,0 1 1,0 0 0,0-1-1,0 1 1,0-1-1,0 0 1,1 1-1,31 10-12,-28-10 13,115 23 14,-1-1 43,-99-17-47,0 0-1,-1 1 1,36 19-1,15 17 15,-62-37-19,-1-1 1,0 1-1,0 1 1,0-1-1,-1 1 0,9 12 1,-13-16 378,-4-8-68,-2-10-155,0 0 1,1 0-1,0 0 0,0-18 1,3 28-155,0 0 1,0-1 0,1 1 0,-1 0 0,1-1 0,0 1-1,1 0 1,-1 0 0,1 0 0,0 0 0,1 0 0,-1 1 0,1-1-1,0 1 1,0-1 0,7-7 0,-3 6-12,1 0 1,-1 0-1,1 1 1,0 0-1,1 0 0,0 1 1,-1 0-1,1 1 1,0 0-1,1 0 0,-1 1 1,0 0-1,1 0 1,-1 1-1,1 0 0,17 2 1,-14 0-14,0 0 1,1 1-1,-1 0 1,0 1 0,0 1-1,0 0 1,-1 1-1,1 0 1,-1 1-1,0 0 1,17 12-1,-21-11 10,1 0 1,-1 1-1,-1 0 0,1 0 0,-2 0 0,1 1 0,-1 0 0,0 1 0,-1-1 1,0 1-1,5 15 0,-4-7 51,-1 0 0,-1 0 0,-1 0 0,0 1 0,-1 0 0,-1 19 0,-2-82 681,-1 20-585,2-1 0,1 1 0,6-39 0,-6 57-146,1-1 0,0 1 0,0 0 1,0 0-1,1 0 0,-1 0 0,1 1 0,1-1 0,-1 1 0,1-1 0,0 1 0,0 1 1,1-1-1,-1 0 0,1 1 0,0 0 0,0 0 0,9-5 0,-12 8 1,-1 0 0,1 0-1,0 1 1,0-1 0,0 0 0,0 1-1,-1-1 1,1 1 0,0-1 0,0 1-1,0 0 1,0 0 0,0 0 0,0 0-1,0 0 1,0 0 0,0 1-1,0-1 1,0 1 0,0-1 0,0 1-1,-1 0 1,1 0 0,0 0 0,0 0-1,-1 0 1,1 0 0,-1 0-1,1 0 1,-1 1 0,3 1 0,2 6-11,1 0 1,-2 0 0,1 0 0,8 20-1,7 11 0,-17-35 17,0 0-1,0 0 1,0-1 0,1 0 0,-1 0 0,1 0 0,0-1-1,0 1 1,1-1 0,-1 0 0,1-1 0,-1 1-1,1-1 1,0 0 0,0-1 0,0 0 0,0 1-1,0-2 1,0 1 0,0-1 0,7 0 0,-8 0 5,0-1 1,0 0 0,1 0 0,-1 0 0,0 0 0,0-1 0,0 0 0,0 0 0,-1 0 0,1-1 0,0 0 0,-1 0 0,0 0-1,1 0 1,-1 0 0,-1-1 0,1 0 0,0 0 0,-1 0 0,0 0 0,0-1 0,0 1 0,-1-1 0,4-6 0,-1-5 70,-1 1 0,3-19 0,-5 21-59,1 0 1,0 0 0,1 0 0,0 1 0,9-17 0,-12 26-31,1 0 0,0 1 0,0-1 0,0 1 0,0-1 0,0 1 0,1 0 0,-1 0-1,1 0 1,-1 0 0,1 0 0,0 0 0,0 1 0,-1 0 0,1-1 0,0 1 0,0 0 0,1 0 0,-1 1 0,0-1 0,0 1 0,0-1 0,0 1-1,1 0 1,-1 0 0,6 2 0,-1-1-8,0 1 0,1 1-1,-1 0 1,-1 0-1,1 0 1,0 1 0,-1 0-1,11 8 1,-10-7 14,0 1 0,0-2-1,1 1 1,0-1 0,0-1 0,12 4 0,-10-5 3,1-1 0,-1-1 1,1 0-1,-1 0 1,1-1-1,0-1 0,-1 0 1,19-5-1,-7 0 10,0-2 1,-1 0-1,25-14 0,-44 21-5,5-2 13,0-1 0,0 0 0,11-9 0,-18 13-9,0 0 0,0 0 0,0 0 0,-1 0 0,1 0 0,0 0 0,0-1 0,-1 1 0,1 0 0,0 0 0,-1-1 0,1 1 0,0-2 0,-1 2-1,-1 0 1,1 0-1,0 0 1,0 1-1,0-1 0,0 0 1,-1 0-1,1 0 1,0 1-1,-1-1 0,1 0 1,0 1-1,-1-1 1,1 0-1,-1 1 1,1-1-1,-1 0 0,1 1 1,-1-1-1,0 1 1,1-1-1,-1 1 0,0-1 1,1 1-1,-2-1 1,-5-2-1,0-1 0,0 1 0,-1 1 0,1-1 0,-1 1 0,1 1 0,-1-1 0,0 1 0,1 1 0,-1-1 0,0 1 0,0 1 0,0-1 0,1 1 0,-1 1 1,0-1-1,-12 6 0,10-4-8,0 1 0,0 1 1,1 0-1,-1 0 0,1 0 0,0 1 1,1 1-1,0 0 0,0 0 1,0 0-1,1 1 0,-11 14 1,13-14-2,0 0-1,1 0 1,0 1 0,0-1 0,1 1 0,0 0 0,1 0 0,-1 0 0,2 0 0,-1 1 0,2-1 0,-1 0 0,1 10 0,1-13 2,-1-1 0,1 0 0,0 1 1,1-1-1,-1 0 0,1 0 1,0 0-1,0 0 0,0-1 0,1 1 1,0 0-1,0-1 0,0 0 1,0 0-1,1 0 0,-1 0 0,1 0 1,0-1-1,0 1 0,1-1 0,-1 0 1,1-1-1,-1 1 0,8 2 1,-2-2 2,0 0 0,0-1 1,0 0-1,0 0 0,0-1 1,1-1-1,-1 0 0,0 0 1,0-1-1,1 0 0,-1-1 1,0 0-1,18-7 0,1-1 6,-1-2 0,0-1-1,35-22 1,-45 24-4,0 0 0,-2-1 0,1-1 0,21-23 0,-33 31 4,0 0 0,-1 0 0,0 0 0,0-1 0,-1 1 1,1-1-1,-1 0 0,0 0 0,-1-1 0,1 1 0,-1 0 1,-1-1-1,1 1 0,-1-1 0,0 0 0,-1 1 0,1-1 0,-2-7 1,1 11 4,0 1 0,-1-1 0,1 1 0,-1 0 0,0-1 0,0 1 0,0 0 0,0 0 0,0-1 1,0 1-1,-1 0 0,1 0 0,-1 0 0,-1-1 0,0 6 35,0 5-47,0 1 0,1-1 1,0 1-1,1 0 0,0 0 1,0-1-1,0 1 0,2 0 0,-1 0 1,1 0-1,0 0 0,3 9 1,-3-9-2,2-1 0,-1 1 0,1-1 0,0 1 0,1-1 0,0 0 0,0 0 0,1 0 0,0-1 0,0 0 1,1 0-1,8 8 0,-12-13 7,0 0 0,1 0-1,-1-1 1,1 1 0,0 0 0,0-1 0,-1 0 0,1 1 0,0-1 0,0-1 0,0 1 0,0 0 0,1-1-1,-1 1 1,0-1 0,5 0 0,-3-1 15,-1 0-1,1 0 1,0 0 0,-1 0-1,0-1 1,1 0 0,-1 0-1,0 0 1,0 0-1,4-4 1,5-4 44,0-2-1,-1 1 1,0-1-1,-1-1 1,10-14 0,121-186-9,-141 213-58,-1-1 1,0 1 0,1-1-1,-1 1 1,0-1 0,1 1-1,-1 0 1,1-1 0,-1 1-1,0 0 1,1-1 0,-1 1 0,1 0-1,-1 0 1,1-1 0,0 1-1,-1 0 1,1 0 0,-1 0-1,1 0 1,-1 0 0,1 0-1,-1 0 1,1 0 0,-1 0 0,1 0-1,0 0 1,-1 0 0,1 0-1,-1 0 1,1 0 0,-1 1-1,1-1 1,-1 0 0,1 0 0,-1 1-1,1-1 1,-1 0 0,1 1-1,-1-1 1,0 0 0,1 1-1,-1-1 1,0 1 0,1-1-1,-1 1 1,0-1 0,1 1 0,1 4 1,0-1 0,0 0 0,0 1 1,-1-1-1,0 1 0,0 0 0,1 7 1,1 6 5,-1-12-11,-1 0 1,1 0 0,0 0-1,1 0 1,-1 0 0,1 0-1,0 0 1,0-1 0,1 0-1,0 0 1,0 0 0,0 0-1,1 0 1,-1-1 0,1 1-1,0-1 1,0-1 0,1 1-1,-1-1 1,1 0 0,0 0-1,-1 0 1,1-1 0,1 0-1,-1 0 1,0-1 0,11 2-1,-3-2-259,-1 0-1,0-1 1,0 0 0,1-1-1,-1-1 1,0 0 0,0-1-1,0 0 1,0-1 0,-1 0-1,1-1 1,-1-1 0,20-11-1,29-24-1652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6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0 215 21653,'76'0'96,"47"-4"-408,34-5-553,54 1-71,4-3 360,3 4 344,-2 2 56,-14-3 232,-6 1 64,-17-4 112,-6-1 56,-10-2-64,-18-1-16,-17-4-208,-16-4-328,-34-1-1512,-9 3-3577,-34 4 4408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6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618 1 14243,'-119'52'912,"-2"10"40,10 33-784,7 24 49,28 44 695,18 13 296,35 18-40,18-1 24,29-21-647,19-13-217,28-31-232,16-21-72,18-28-40,4-16-64,5-41-432,-1-22-737,-1-45-2127,-1-12 1271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6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1049 12 19404,'-11'-7'488,"-1"2"-168,-5 9-1216,-4 11-112,-17 27-136,-10 13 159,-25 30 889,-10 17 192,-19 22 72,-7 10 73,-5-15-145,8-14-96,15-42-96,11-24-169,25-39-527,3-20-736,16-41 888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7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12035,'27'16'1256,"20"16"1728,15 10-807,35 22-1169,5 8-336,-2 13-792,-8 0-184,-19-2-40,-4-9 48,-10-22 216,-4-10 80,-10-22-72,-5-14-248,0-17-896,3-13-609,7-19 849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7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17 11338,'0'0'23,"0"-1"-1,0 0 1,0 1-1,0-1 1,0 1-1,0-1 1,0 1-1,0-1 1,0 1 0,0-1-1,0 1 1,0-1-1,1 0 1,-1 1-1,0-1 1,0 1-1,0-1 1,1 1-1,-1 0 1,0-1-1,1 1 1,-1-1-1,0 1 1,1-1-1,-1 1 1,1 0-1,-1-1 1,1 1-1,-1 0 1,0-1-1,1 1 1,-1 0-1,1 0 1,-1 0-1,1-1 1,0 1-1,-1 0 1,1 0-1,-1 0 1,1 0-1,-1 0 1,1 0-1,-1 0 1,1 0-1,0 0 1,-1 0-1,1 1 1,1-1-52,0 0 0,0 0 0,0 0 0,-1 0 0,1 1 0,0-1 0,-1 1 0,1 0 0,0-1 0,-1 1 0,1 0 0,-1 0 0,3 1 0,-2 1 4,-1-1-1,0 0 1,0 0 0,0 1-1,0-1 1,0 0-1,-1 1 1,1-1-1,-1 1 1,1-1 0,-1 1-1,0-1 1,0 1-1,0-1 1,0 1 0,-1 2-1,-12 45 196,7-29 43,-11 30 820,12-39-687,1 0 1,0 0-1,1 0 1,0 0-1,1 1 1,0-1-1,1 1 1,0 13-1,1-24-333,1 0-1,-1 1 0,1-1 0,0 0 1,-1 0-1,1 0 0,0 0 0,0 0 0,0 0 1,0 0-1,1-1 0,-1 1 0,0 0 0,1-1 1,-1 1-1,1-1 0,2 3 0,-3-4-47,0 1 1,0-1-1,0 1 0,0-1 0,0 0 0,0 1 0,0-1 0,0 0 0,0 0 1,0 0-1,0 0 0,0 0 0,0 0 0,0 0 0,0 0 0,1 0 0,-1 0 0,0 0 1,0-1-1,0 1 0,0-1 0,-1 1 0,1 0 0,0-1 0,0 0 0,0 1 1,0-1-1,0 1 0,-1-1 0,1 0 0,0 0 0,0 1 0,-1-1 0,1 0 1,-1 0-1,1 0 0,0-1 0,1 0-54,0 1-1,0-1 1,0 0 0,0 1 0,0-1-1,0 1 1,1 0 0,-1 0-1,0 0 1,1 0 0,-1 0 0,1 0-1,0 1 1,-1-1 0,1 1 0,-1 0-1,1 0 1,0 0 0,3 0-1,22-4 458,-8-4-6,-15 6-401,0 0 0,0-1 1,1 2-1,-1-1 1,0 1-1,1-1 1,-1 1-1,0 1 0,1-1 1,0 1-1,-1 0 1,10 1-1,-14 0-356,-3-3-639,-10-8 798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7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89 8770,'-2'14'976,"8"3"2017,16-3-2345,9 0-200,16-6-40,1-6-72,25-4-48,3-5 0,5-6-192,1-1-192,-17-4-576,-8-4-336,-15-4-704,-9-3-185,-16 3 1089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8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 0 16371,'0'0'3633,"-3"21"-3545,-2 5-328,-11 28-392,-8 10-136,-11 15-520,4 6-33,-3-7-87,13-9-432,4-19-529,3-12 1529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8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1100 0 21557,'-64'56'288,"-10"35"-512,-16 29-369,-14 37-1119,-15 7-752,-7-8-217,7-13 809,10-35 1592,15-25 96,16-50-401,9-25-1183,16-56 1072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8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19100,'37'100'752,"9"13"104,20 16-856,-2 5-240,2-10-616,-13-18-88,-16-36-248,-1-21 208,-12-30 960,0-9-48,4-24-97,5-8-311,5-18-784,5-7-856,-1 8 1704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9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 1 11931,'-3'1'851,"-2"2"-502,2 12 6222,5 16-6565,0 0 1,2 0 0,14 53-1,-18-81-1,2 0 0,-1 0 0,0 0 0,0 0 0,1 0 1,0 0-1,0-1 0,-1 1 0,2-1 0,-1 1 0,0-1 0,0 0 0,1 0 0,-1 0 0,1 0 0,0 0 0,-1 0 0,1-1 0,0 1 0,0-1 0,0 0 0,0 0 0,0 0 1,0 0-1,0-1 0,1 1 0,-1-1 0,0 0 0,0 0 0,6 0 0,-3-1-94,1 0-1,-1 0 1,0 0 0,0 0-1,0-1 1,0 0 0,0-1-1,-1 1 1,1-1 0,-1 0 0,1-1-1,-1 1 1,0-1 0,0 0-1,5-6 1,-9 10 48,0-1-1,-1 0 1,1 1 0,0-1 0,-1 0-1,1 0 1,0 1 0,-1-1 0,1 0-1,-1 0 1,1 0 0,-1 0 0,0 0-1,1 0 1,-1 0 0,0 0 0,0 0-1,0 0 1,0 0 0,1 0 0,-1 0-1,0 0 1,-1 0 0,1 0 0,0 0-1,0 0 1,0 0 0,-1 0 0,1 0-1,0 0 1,-1 0 0,1 0-1,-1 1 1,1-1 0,-1 0 0,1 0-1,-1 0 1,0 1 0,0-1 0,1 0-1,-1 0 1,0 1 0,0-1 0,1 1-1,-2-1 1,-5-3-24,0 0 0,-1 1 0,1 0 0,-14-3-1,14 4 9,-327-83 221,320 83 594,15 6 143,19 7-379,2-2-571,1-2 1,0-1-1,1-1 1,-1-1-1,1-1 1,0-1-1,31-2 0,15-3 154,82-16-1,-151 19-202,36-8 374,-25 0-1692,-12 7 1262,0 1 0,0-1 0,0 1 0,-1-1 0,1 1-1,0-1 1,0 1 0,0-1 0,0 1 0,0 0 0,-1-1 0,1 1 0,0-1 0,0 1 0,-1 0 0,1-1 0,0 1 0,-1 0 0,1-1 0,0 1 0,-1 0 0,1-1-1,0 1 1,-1 0 0,1 0 0,-1-1 0,1 1 0,-1 0 0,1 0 0,0 0 0,-1 0 0,-30-14-1512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9.2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 17260,'11'3'1024,"1"-1"-168,10 3-2024,4 1-1177,7-5-1479,3 1 1799,-6-2 825,-4 2 392,-11-2 1432,-6-4 56,-4-13-488,-5-5-2120,9-27 1175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9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1 21069,'-13'39'712,"6"8"864,10 19-2176,9-2-456,-1 1-1073,-3-6-1552,-4-21-231,-3-10 1647,-7-26 1457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39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275 4 21429,'1'0'69,"0"-1"-1,-1 1 1,1 0 0,-1-1 0,1 1 0,0 0 0,-1-1 0,1 1 0,0 0 0,-1 0 0,1 0 0,0 0 0,0 0 0,-1 0 0,1 0 0,0 0-1,-1 0 1,1 0 0,0 0 0,0 0 0,-1 0 0,1 0 0,0 1 0,-1-1 0,1 0 0,0 0 0,-1 1 0,2 0 0,12 5-60,-1 0 1,1 2 0,-1-1 0,0 2 0,17 14-1,7 9-69,-2 1-1,-2 2 1,-1 2-1,-1 0 0,-2 2 1,-2 2-1,-2 0 1,-2 2-1,-1 0 1,-2 1-1,21 74 0,-25-60-69,-2-1-1,-3 2 1,-2 0-1,-3 0 1,-3 0-1,-2 1 1,-3-1-1,-2 0 0,-15 75 1,2-61-15,-3 0 1,-4-2-1,-2 0 1,-4-2-1,-2-1 1,-53 82-1,46-90-624,-3-2 0,-2-1-1,-3-3 1,-2-1-1,-3-3 1,-92 70 0,14-37-826,128-82 1584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40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1 645 12691,'349'9'648,"47"-9"-296,45-12 152,62-19 408,14-7 112,21-16-135,2-3-273,-6-9-448,-14 1-120,-25 3 48,-23 3-144,-59 5-376,-22 4-416,-80 8-1289,-44 3-1304,-87 14 2553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40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0 489 20292,'49'16'905,"51"-2"-225,44-2-600,105-12-232,39-9-48,84-15-96,26-4-145,31-8-47,8-2-32,-10-5 88,6-6 88,-20-2 160,2-7 136,-5-2-208,-14-4-704,-21-7 608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46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1517 0 18092,'-19'26'1160,"-7"10"608,-21 30-2288,-10 15-240,-14 34 64,-3 12 184,-21 43 264,-5 18 176,-16 4 192,-10-7 80,3-36 8,-3-28 24,-1-43-160,8-19-576,7-49-2145,10-22-1656,26-40 3209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46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1 482 8770,'7'-31'261,"4"-25"1104,36-98-1,-41 138-1014,1 0 0,0 1 1,1 1-1,1-1 0,0 1 0,1 1 1,0-1-1,1 2 0,1 0 0,24-20 1,-23 23-119,0 1 1,1 0 0,0 1-1,1 0 1,-1 2 0,1 0-1,0 0 1,0 1 0,1 1-1,20-1 1,-7 2 1,0 1-1,0 2 1,1 1-1,46 9 1,-39-3-132,1 2 0,-1 2 0,-1 1 0,0 2 0,0 1 0,50 32-1,-43-19-71,-1 2 0,-2 2 0,-1 1 0,44 51 0,-27-20-66,88 137-1,19 86 82,-81-121-12,-31-59-537,112 176-1,-154-271 42,0-1 0,0 0 1,1-1-1,1 0 1,0-1-1,1 0 0,-1 0 1,2-1-1,-1-1 0,18 9 1,-17-12-9,0-1-1,-1 0 1,15 2 0,-26-6 457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47.4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 1 10938,'0'0'4619,"18"290"-2582,-11-214-1875,1-3-1,19 84 0,-19-123-9,2-1 0,0 0 0,3-1-1,26 50 1,-33-71-108,0-2 1,1 1-1,0-1 0,11 12 0,-17-19-55,1-1-1,0 1 1,-1-1 0,1 0-1,0 1 1,0-1 0,0 0-1,0 0 1,0-1 0,0 1-1,0 0 1,0 0 0,3-1 0,-4 0-26,0 0 1,1 0-1,-1 0 1,1 0 0,-1-1-1,0 1 1,0 0 0,1-1-1,-1 1 1,0-1-1,0 0 1,0 1 0,1-1-1,-1 0 1,0 0 0,0 0-1,0 0 1,0 0-1,0 0 1,-1 0 0,1 0-1,0 0 1,1-2 0,1-3-327,0 0 0,0-1 1,-1 0-1,1 1 0,-1-1 1,-1 0-1,1 0 0,-1 0 1,-1 0-1,1-1 1,-1 1-1,-1-7 0,1 2-332,-2 0-1,0 1 1,0-1-1,-1 0 0,0 1 1,-8-19-1,7 22 307,-1 1-1,1 0 0,-1-1 1,0 2-1,-1-1 1,1 1-1,-1-1 0,-14-9 1,10 8 446,-1 1-1,0 1 1,-1 0 0,1 0-1,-19-5 1,10 5 795,-1 0 0,0 2-1,0 1 1,-1 0 0,1 2 0,-39 1 0,49 1 194,1 1 0,0 0 1,0 0-1,-11 4 1,17-4 988,17 11-523,-7-11-1506,0 0 1,-1 0-1,1-1 1,0 0-1,0 0 1,0-1-1,0 0 1,0 0-1,8-1 1,9 0-72,32 0-559,0-2 0,0-3 0,-1-2 0,0-3 1,0-2-1,-1-2 0,-1-3 0,-1-2 0,56-30 0,-37 14-369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48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1086 1 15371,'-100'162'1097,"-12"3"-329,-4-5-1080,-9-18-1081,-4-14-231,13-36 168,3-27 968,11-40 175,11-25-399,9-54 448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48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14531,'69'57'2417,"9"15"375,3 8-1423,12 15-1369,9 5-401,4 2-391,8 4-224,-2-11-624,-10-10-249,-5-28 113,-12-16 344,-14-27 503,-7-10-455,-14-23 800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48.8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61 22293,'-14'8'235,"5"-3"91,-1 1-1,2 0 1,-17 14-1,23-19-350,1 1-1,-1-1 0,1 1 1,-1-1-1,1 1 1,0 0-1,0-1 0,0 1 1,0 0-1,0 0 1,1 0-1,-1 0 0,0 0 1,1 0-1,-1 0 0,1 0 1,0 0-1,0 0 1,0 0-1,0 0 0,0 0 1,0 0-1,0 0 0,1 0 1,-1 0-1,1 0 1,0 2-1,4 3-239,-1 1 0,1-1 0,0 0 0,1 0 0,0-1 0,0 0 0,0 0 0,1 0 0,-1-1 0,1 0 0,15 8 0,-4-3 61,0-1-1,1 0 0,37 10 1,-50-17 74,1-1 0,0 0 0,0 0 0,0 0 0,0-1 1,0 0-1,0 0 0,0-1 0,0 0 0,0 0 0,-1 0 0,10-4 0,-11 3-421,-1 0-1,1 0 1,-1 0-1,0-1 0,0 0 1,0 0-1,0 0 1,-1 0-1,1 0 0,-1-1 1,0 0-1,0 1 1,0-1-1,0 0 0,0-1 1,-1 1-1,4-9 1,-6 12 417,0 0 1,1 0-1,-1 0 1,0 0 0,0 0-1,0 0 1,0 0-1,0 0 1,0 0 0,0-1-1,0 1 1,0 0-1,0 0 1,0 0-1,-1 0 1,1 0 0,0 0-1,-1 0 1,1 0-1,-1 0 1,1 0 0,-1 0-1,0 0 1,1 0-1,-1 1 1,0-1 0,0 0-1,0 0 1,1 1-1,-1-1 1,0 0 0,0 1-1,0-1 1,0 1-1,0-1 1,0 1 0,0 0-1,-2-1 1,-5-2 476,0 1 1,-1 0-1,-16-2 1,20 4-92,-155-12 6370,133 11-5783,0 2 0,1 1 1,-1 2-1,-25 6 0,50-10-737,0 0 0,0 1 0,0 0 0,1-1-1,-1 1 1,0 0 0,1-1 0,-1 1 0,1 0 0,-1 0 0,1 1-1,-3 1 1,4-3-62,0 0-1,-1 1 0,1-1 0,0 1 1,0-1-1,0 1 0,0-1 0,-1 0 1,1 1-1,0-1 0,0 1 1,0-1-1,0 1 0,0-1 0,0 1 1,0-1-1,0 1 0,0-1 1,1 1-1,-1-1 0,0 0 0,0 1 1,0-1-1,0 1 0,1-1 1,-1 1-1,0-1 0,0 0 0,1 1 1,-1-1-1,3 3 74,1 0-1,-1-1 1,0 1-1,1-1 1,-1 0-1,1 0 1,0 0-1,0 0 1,5 1 0,9 1-183,0 0 0,-1 0 1,2-2-1,-1-1 0,0 0 1,0-1-1,0-1 1,0 0-1,0-2 0,0 0 1,0-1-1,25-9 0,0-2-1521,-1-3 0,0-1 0,70-45 0,-44 15-1235,-10-5 900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49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1 180 16516,'48'-8'1792,"6"-3"-8,10-2-615,5-6-785,2-7-424,2-6-1393,-6-2-1551,-12-2 807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49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241 1 19428,'-31'53'1040,"12"18"33,-2 16-705,4 30-312,-1 15 8,-8 16-40,0 1-16,4-7-224,1-6-304,6-27-985,2-13-959,1-27 783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49.6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0 224 10690,'25'20'776,"25"-4"1881,60-16-1889,34-7-80,63-15 561,34-8 231,30-4-336,11 1-232,5 2-408,-14 8-199,-17 11-289,-12 3-56,-38 9-857,-17-3-575,-36-18-5505,-6-13 5632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1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98 4913,'-3'-4'348,"1"0"-1,-1 0 0,0 1 1,-1-1-1,1 1 1,0 0-1,-1 0 1,0 0-1,0 0 1,-7-4-1,8 6-88,1 1-1,-1-1 1,0 0 0,0 1-1,1 0 1,-1-1-1,0 1 1,0 0 0,0 0-1,1 1 1,-1-1-1,0 1 1,0-1-1,1 1 1,-1 0 0,0 0-1,1 0 1,-1 0-1,-3 3 1,5-4-93,-1 1 0,0 0 1,1 0-1,-1 0 0,1 0 0,-1 0 1,1 1-1,-1-1 0,1 0 0,0 1 1,-1-1-1,1 1 0,0-1 0,0 1 0,0 0 1,1 0-1,-2 2 0,2-3-87,-1 1 0,1-1 1,0 1-1,0 0 0,0-1 0,1 1 0,-1-1 0,0 1 0,0-1 0,1 1 0,-1-1 1,1 1-1,0-1 0,-1 0 0,1 1 0,0-1 0,1 2 0,2 2-10,1 0 0,0 0 0,0 0 0,0 0-1,1-1 1,0 0 0,0 0 0,8 4 0,8 2 10,0-2 0,0 0 0,1-1 1,0-1-1,0-1 0,1-1 0,-1-2 1,1 0-1,0-1 0,-1-1 0,30-5 1,-21 1 17,0-1 1,0-2-1,-1-2 1,0 0-1,-1-2 1,0-1-1,49-29 1,-68 35-65,-1 1 7,0-1 1,0 0 0,0-1-1,-1 0 1,0-1 0,-1 1-1,1-2 1,12-16 0,-20 25-33,-1-1 1,1 0 0,-1 0 0,1 0-1,-1 0 1,1 0 0,-1 0 0,1 0 0,-1 0-1,0 0 1,0 0 0,0 0 0,1 0-1,-1 0 1,0 0 0,0 0 0,0 0 0,-1-2-1,1 3-1,0-1 0,-1 1 0,1-1 0,0 1 0,-1-1 0,1 1 0,-1 0-1,1-1 1,-1 1 0,1-1 0,-1 1 0,1 0 0,-1 0 0,1-1 0,-1 1-1,1 0 1,-1 0 0,0 0 0,1-1 0,-1 1 0,1 0 0,-1 0 0,0 0-1,-4 0 13,1 0 0,-1 1 0,1-1 1,-1 1-1,1 0 0,-1 0 0,-6 3 0,-2 3-15,1-1 1,0 1 0,0 1-1,1 0 1,0 1 0,1 0-1,-14 15 1,3-1-3,1 2-1,-21 32 1,-89 165 59,112-186-38,2 0-1,2 1 1,1 0 0,-11 60 0,21-78 5,0 0 0,2 0 1,0 0-1,1 0 0,1 0 0,1-1 0,0 1 0,2 0 1,7 23-1,-6-26-25,2 0 0,0-1 0,1 0 1,0 0-1,1-1 0,1 0 0,0 0 1,1-1-1,0-1 0,20 18 0,-23-22-17,0-1-1,1 0 0,0-1 1,0 0-1,0 0 0,1-1 1,-1-1-1,1 1 0,13 3 1,-22-8 12,0 1 1,0-1 0,0 0 0,0 1 0,0-1-1,0 0 1,0 0 0,0 0 0,0 0 0,0 0-1,1 0 1,-1 0 0,0 0 0,0-1 0,0 1-1,0 0 1,0-1 0,0 1 0,0 0-1,0-1 1,-1 1 0,1-1 0,0 1 0,0-1-1,0 0 1,0 0 0,-1 1 0,1-1 0,0 0-1,-1 0 1,1 0 0,0 1 0,-1-1 0,1 0-1,-1 0 1,1 0 0,-1 0 0,0 0-1,1 0 1,-1 0 0,0 0 0,0 0 0,0 0-1,0 0 1,0 0 0,0-2 0,0-1 8,0 0 0,-1 0 1,1 1-1,-1-1 1,0 0-1,0 0 0,-1 0 1,1 1-1,-1-1 0,-3-5 1,-2 0 15,0 0-1,0 1 1,-1 0 0,0 0 0,-1 1 0,-12-8 0,20 14-20,-1 0 1,0 1-1,1-1 1,-1 1-1,0-1 1,0 1-1,0 0 1,0-1 0,1 1-1,-1 0 1,0 0-1,0 1 1,0-1-1,0 0 1,1 1-1,-1-1 1,0 1-1,0-1 1,1 1-1,-1 0 1,0 0-1,1 0 1,-1 0-1,1 0 1,-1 0 0,1 0-1,-1 0 1,1 1-1,0-1 1,-2 3-1,-2 2-5,0 0 0,1 0 0,0 0 0,0 1 0,0-1 0,-2 9-1,2-3-7,1 1-1,0-1 1,1 0-1,0 1 1,1 0-1,1-1 1,0 1-1,0 0 1,2-1-1,-1 1 1,2-1-1,-1 1 1,10 22-1,5 9-19,2 0-1,32 53 1,71 113 18,-118-202 15,0 0 0,0 0 0,0 0 0,-1 1 1,-1-1-1,1 1 0,1 11 0,-4-15 6,0-1 0,0 1 1,0-1-1,-1 1 0,1-1 0,-1 1 0,0-1 0,0 1 1,-1-1-1,1 0 0,-1 0 0,0 0 0,0 0 1,-1 0-1,1 0 0,-5 5 0,-6 5 80,0 0-1,-1 0 1,-1-1-1,0-1 1,-18 11-1,-91 49 615,115-67-649,-482 224 744,470-220-980,0-2 1,-29 7 0,28-13-356,22-1 513,0 0-1,-1 0 1,1 0-1,-1 0 0,1 0 1,0 0-1,-1 0 0,1 0 1,-1 0-1,1 0 0,0 0 1,-1-1-1,1 1 1,0 0-1,-1 0 0,1 0 1,0-1-1,-1 1 0,1 0 1,0 0-1,0-1 0,-1 1 1,1 0-1,0-1 0,0 1 1,0 0-1,-1-1 1,1 1-1,0 0 0,0-1 1,0 1-1,0 0 0,0-1 1,-1 1-1,1-1 0,0 1 1,0 0-1,0-1 1,0 1-1,0 0 0,0-1 1,1 1-1,-1-1 0,0 1 1,0-1-1,17-28-628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1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14027,'7'93'1864,"7"26"913,-4 23-1945,8 31-784,-3 12 0,-3 9-16,4-6-8,-2-16 8,1-20-8,-1-43-64,-4-25-392,9-49-3553,14-40 2593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2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443 192 21557,'-85'-38'-364,"66"28"30,0 1 1,0 0 0,-1 2 0,0 0-1,0 1 1,-28-4 0,39 10 528,1 0-1,-1 0 0,0 1 1,1 0-1,0 1 1,-1 0-1,1 0 1,0 0-1,0 1 1,0 1-1,0-1 1,-13 9-1,15-8-174,1 0-1,0 0 1,0 0 0,0 0-1,0 1 1,1 0-1,-1 0 1,1 0-1,1 1 1,-1-1 0,1 1-1,0 0 1,0 0-1,0 0 1,1 0-1,0 0 1,-1 8 0,2-11-36,1 1 0,0-1 1,-1 1-1,1-1 0,1 0 1,-1 1-1,0-1 1,1 0-1,0 1 0,0-1 1,0 0-1,0 0 0,0 1 1,0-1-1,1 0 0,0 0 1,0 0-1,-1-1 0,2 1 1,-1 0-1,0-1 1,0 1-1,1-1 0,0 0 1,-1 0-1,1 0 0,0 0 1,0 0-1,0-1 0,0 1 1,0-1-1,0 0 1,5 1-1,2 1 15,0 0 0,1-1 1,-1-1-1,0 0 0,1 0 1,0-1-1,-1 0 0,1-1 1,19-4-1,-7-1 18,0-2 0,0 0 0,-1-2 0,0 0 0,-1-2 0,30-20 0,-25 13-29,-1-1-1,0-1 1,-2-1 0,29-35-1,-43 47 48,-1-1 1,0 0-1,0-1 0,-1 0 0,0 0 1,5-16-1,-11 24 774,-3 8-460,-5 15-332,0 0 0,1 0 0,1 1 0,1 0 1,1 0-1,1 0 0,0 0 0,1 0 1,2 0-1,0 1 0,1-1 0,8 37 1,-9-53-29,0 0 1,1 0 0,-1 0 0,1 0 0,-1 0 0,1 0 0,0-1 0,1 1 0,-1-1 0,1 1-1,-1-1 1,1 0 0,6 5 0,-7-6-13,1-1 0,-1 0-1,1 0 1,0 0 0,-1 0 0,1-1-1,0 1 1,0-1 0,-1 0 0,1 1-1,0-1 1,0 0 0,-1-1 0,1 1-1,0 0 1,0-1 0,-1 0 0,1 1-1,0-1 1,-1 0 0,1 0 0,4-3-1,18-10-603,1-1 1,-2 0-1,39-34 0,63-67-5904,-60 49 4696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2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1284 1 9234,'0'0'1822,"-9"3"1706,-40 19 1017,0 8-3432,42-25-1368,0 1 0,0 0 0,1 0 0,0 0 0,1 0 0,-1 1 0,1 0 0,0 0 0,1 1 0,0-1-1,0 1 1,-3 9 0,3-5-37,2-8 354,0 1 1,1-1-1,0 1 0,-1-1 1,2 1-1,-2 6 0,2-10-3,0 0 0,1 0 0,-1 0-1,0 0 1,0-1 0,0 1 0,1 0 0,-1 0 0,1 0-1,-1 0 1,0 0 0,1 0 0,0-1 0,-1 1 0,1 0-1,-1 0 1,1-1 0,0 1 0,0 0 0,-1-1 0,1 1-1,0-1 1,0 1 0,0-1 0,0 1 0,0-1 0,-1 0-1,1 1 1,0-1 0,0 0 0,0 0 0,0 0 0,0 0-1,0 1 1,2-2 0,2 2 81,1-2 0,0 1 0,-1-1 0,1 1 0,-1-2-1,1 1 1,-1-1 0,1 1 0,-1-1 0,0-1 0,0 1 0,0-1 0,6-4-1,8-7-75,33-29 0,-26 20-40,-15 10 73,-13 12 195,-4 8-74,3-3-192,0 1 0,0 1 0,1-1 0,-1 0 0,1 0 0,0 1 0,1 0 0,-1-1 0,0 8 0,-4 58 26,4-47-50,-3 371-88,-4 43-442,5-396 551,-2 0 0,-2-1 0,-19 61 0,17-77 141,0 1 0,-1-1 0,-2-1-1,-1 0 1,0-1 0,-27 32 0,21-32 88,-2-2 0,-1 0 1,0-1-1,-1-2 1,-1 0-1,-1-2 1,-1 0-1,0-2 0,0-1 1,-2-1-1,1-2 1,-2 0-1,-53 9 1,62-16-228,0-1 1,0 0-1,0-2 1,0 0-1,-1-1 0,1-1 1,0-2-1,0 0 1,1-1-1,-1 0 1,1-2-1,0-1 1,1 0-1,0-2 1,0 0-1,1-1 1,0 0-1,1-2 0,0 0 1,-28-30-1,19 13-432,1-2 0,2 0 0,1-1 0,2-1-1,1-2 1,2 1 0,1-2 0,-17-61 0,20 37-367,-8-106 0,21 164 759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2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0 265 21028,'157'-21'697,"15"-7"23,9-3-752,16-8-976,7-5-993,14-2-5488,-3-10 6000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4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1975 1 19068,'-73'79'792,"-8"16"200,-24 37-896,-13 10-88,-13 13 24,-9 13-16,-14 12-32,-11 8 16,-6-13-448,0-21-240,5-49-352,21-30-584,18-48-81,6-25-135,14-42 1224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4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13403,'124'52'2080,"9"39"1329,7 32-1897,9 45-599,-2 17-393,-9 7-240,1-4-128,-24-25-288,-12-21-136,-19-39-312,-20-21-633,-15-43-631,-10-25-1257,-18-52 1761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5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 1 22181,'-11'34'206,"2"1"1,1 1 0,2 0 0,1 0-1,2 0 1,2 51 0,5-33-427,1-1 1,4 0 0,22 81-1,-21-99 136,1-1 0,17 34 0,-25-60 77,1 0-1,0-1 1,1 1-1,-1-1 0,1 0 1,1 0-1,-1-1 1,1 0-1,0 0 1,1 0-1,-1 0 1,1-1-1,15 8 1,-21-12-13,1-1 1,0 1-1,-1-1 1,1 1-1,0-1 1,-1 1-1,1-1 1,0 0-1,0 0 1,-1 0-1,1 0 1,0 0-1,-1-1 1,1 1-1,0 0 1,0-1-1,-1 1 1,1-1-1,-1 0 1,1 1-1,-1-1 1,1 0-1,-1 0 1,1 0-1,-1 0 1,0 0-1,1 0 1,-1-1-1,0 1 1,0 0-1,0-1 1,0 1-1,0-1 1,0 1-1,0-1 1,0-1-1,3-6-411,-1 1-1,1-1 1,-2 0 0,0 1-1,3-16 1,-3 11-585,0-1 0,-1 1 0,-1-1 0,0 1 0,0-1 1,-1 1-1,-1-1 0,0 1 0,-1 0 0,-6-16 0,8 26 794,0 0 0,-1 0 1,0 0-1,1 0 0,-1 0 0,0 1 0,0-1 0,0 0 0,-1 1 0,1 0 0,-1-1 0,1 1 0,-1 0 0,0 0 0,0 1 0,0-1 0,0 0 0,-4 0 1,3 0 372,-1 1 0,0 1 0,0-1 0,0 1 0,0 0 0,0 0 0,0 0 0,1 0 0,-1 1 0,0 0 1,-6 2-1,-9 4 1199,1 1 1,-1 1 0,1 0 0,-28 21 0,-56 39 3476,98-66-3912,6-2-855,0-1 0,-1 1 0,1 0 0,0-1 0,-1 1-1,1-1 1,0 1 0,0-1 0,0 1 0,-1-1 0,1 1 0,0-1 0,0 0-1,0 0 1,0 1 0,0-1 0,0 0 0,1 0 0,11 1 103,0 0 1,0-1-1,0-1 1,21-4-1,-6 2 32,53-9-398,0-3 0,-1-4 0,-2-3 0,0-3 0,93-45 0,-77 24-902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5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1491 1 13123,'-28'19'2296,"-1"14"2329,-23 41-4201,-2 26-400,-18 39-48,-22 11 8,-20 16 32,-19 7 224,-17-9 297,-8-5-129,-1-38-8,12-27-120,31-54-304,21-35-400,42-61-1433,18-39-6553,33-48 6642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5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10810,'50'21'1857,"11"26"5576,6 22-5248,11 35-1193,-2 15-368,12 19-328,4 4-192,6 10-368,4-5-160,-6-14-264,-15-10-152,-17-38 24,-7-16-513,-16-38-159,4-20-977,7-37 1441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6.3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0 25341,'-6'14'16,"2"-1"-1,-1 1 1,2-1-1,0 1 1,0 0-1,2 0 0,-1 0 1,2 1-1,0-1 1,1 0-1,0 0 0,1 0 1,0 0-1,2 0 1,9 27-1,-8-26-143,50 134-1250,-41-116 1143,1-1 0,28 42 0,-41-70 229,1 0 1,-1 0-1,1 0 1,0-1-1,0 1 1,0-1-1,1 0 0,-1 0 1,1 0-1,0 0 1,8 4-1,-10-7-30,1 1-1,0-1 1,-1 1-1,1-1 1,0 0-1,-1 0 1,1-1-1,0 1 1,-1-1 0,1 1-1,0-1 1,-1 0-1,1 1 1,-1-1-1,1-1 1,-1 1-1,0 0 1,1-1-1,-1 1 1,0-1-1,0 1 1,3-4-1,33-29-2864,-1-2-1,50-60 1,-84 91 2487,1 1 1,-1 0-1,0-1 1,0 0-1,-1 1 1,3-7-1,-5 10 372,1 0 0,-1 0 0,0 0 0,0 0 0,1 0 0,-1 0 0,0 0 0,0 0 0,0 0 0,0 0 0,-1 0 0,1 0 0,0 0 0,0 0 0,-1 0 0,1 0 0,0 0 0,-1 0 0,1 0 0,-1 0 0,1 1 0,-1-1 0,1 0 0,-1 0 0,0 0 0,1 1 0,-1-1 0,0 0 0,0 1 0,0-1-1,1 1 1,-1-1 0,0 1 0,0-1 0,-2 0 0,-3-1 125,-1 0 0,0 0 0,0 0-1,0 1 1,0-1 0,0 2-1,-9-1 1,-53 6 1393,53-4-1134,-75 11 4829,-112 30 1,199-40-4194,8-1-421,12 1-544,-1-1 0,0 0 0,1-2 0,-1 1 0,1-2 0,-1 0 0,20-5 1,-17 3-95,54-12-2031,-1-3 0,71-29 0,-51 12-1362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6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11 310 25197,'-10'5'745,"10"-3"607,33-17-1848,18-13-416,38-22-729,9-7-535,8-4-1385,-3 4-4193,-26 9 6266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7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300 223 22173,'-3'0'135,"1"-1"0,-1 0 0,0 0 0,0 0 0,1 0 0,-1-1 0,0 1 0,1-1 0,0 0 0,-1 1 0,1-1 0,0 0 0,0 0 1,0-1-1,0 1 0,-3-5 0,4 5-152,0-1 1,1 1 0,0-1 0,-1 0-1,1 1 1,0-1 0,0 0-1,0 1 1,0-1 0,1 0-1,-1 1 1,1-1 0,0 1 0,0-1-1,0 0 1,0 1 0,0 0-1,0-1 1,0 1 0,3-3-1,3-6-91,0 1 0,1-1-1,0 2 1,1-1 0,0 2-1,0-1 1,1 1-1,0 0 1,0 1 0,1 0-1,0 1 1,0 0-1,20-7 1,-24 10 97,1 1 1,0 0-1,0 0 0,0 0 1,0 1-1,0 1 0,0-1 1,0 1-1,1 1 0,-1-1 1,0 1-1,0 1 0,0-1 1,0 2-1,-1-1 0,1 1 1,0 0-1,-1 0 0,0 1 0,0 0 1,0 1-1,9 7 0,-8-5-1,0 0 0,-1 1 0,0 0 0,0 0 0,-1 0-1,0 1 1,-1 0 0,0 1 0,0-1 0,-1 1-1,0 0 1,0 0 0,-1 0 0,-1 0 0,0 1-1,0-1 1,-1 1 0,-1-1 0,1 1 0,-2-1 0,1 1-1,-4 13 1,0-2 3,-1-1 0,-1 0 0,-1-1 0,-1 0 0,-1 0 0,-1 0 0,0-1 0,-1-1 0,-1 0-1,-16 19 1,8-14 41,0-1-1,-2-1 1,0-1-1,-1-1 1,-1-1-1,0-1 1,-37 18-1,42-26 83,0 0 0,-1-1-1,0-1 1,-1-1 0,0-1 0,1-1-1,-2-1 1,1 0 0,0-2 0,-42-2-1,54 0-47,1 0-1,0 0 1,0-1-1,0 0 0,0 0 1,-10-5-1,16 6-54,1 1-1,-1-1 0,1 0 1,-1 0-1,1 0 0,-1 0 1,1 0-1,0-1 0,0 1 1,-1 0-1,1-1 0,0 1 1,0-1-1,0 1 0,0-1 1,1 1-1,-1-1 0,0 1 1,1-1-1,-1 0 0,1 1 1,-1-1-1,1 0 0,0 0 1,0 1-1,0-1 0,0 0 1,0 0-1,0 0 0,0 1 1,1-1-1,-1 0 1,1-2-1,1-1-3,0 0 0,0 0 0,1 1 0,-1-1 0,1 1 0,0 0-1,0 0 1,0 0 0,8-6 0,37-29-9,-42 36 2,18-13-21,1 1 0,1 1-1,1 2 1,-1 0 0,2 2 0,0 1 0,0 1 0,49-6 0,13 4-657,132 3 0,-84 5-725,-99 1-105,0-3-1,0-1 1,43-12 0,6-11-1014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8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30 221 20700,'-3'3'116,"0"0"-1,1 0 1,-1 0-1,1 0 0,-1 0 1,1 1-1,0-1 0,0 1 1,0-1-1,1 1 0,-1 0 1,0 5-1,2-7-96,-1-1 1,1 0-1,1 1 0,-1-1 0,0 1 0,0-1 1,0 0-1,1 1 0,-1-1 0,1 1 0,-1-1 1,1 0-1,-1 0 0,1 1 0,1 1 0,0-1-37,0 1-1,1-1 1,-1 0-1,0 0 1,1 0-1,0-1 1,-1 1-1,1-1 1,5 3-1,9 2-50,0 0 0,0-2-1,0 0 1,33 3 0,78-2-152,-122-5 213,75 1 69,1-4 0,-1-3 0,127-26 0,-167 22 62,-1-2 0,-1-2 1,55-26-1,-68 26-60,-1-1 0,0-1-1,-2-1 1,0 0 0,36-37 0,-54 49-65,1-1 0,-1 0 0,0-1 0,-1 1 0,0-1 0,0 0 0,0 0 0,5-14 1,-9 20-2,0 0 1,1 0 0,-1 1 0,0-1 0,0 0 0,0 0 0,0 0-1,0 1 1,0-1 0,0 0 0,0 0 0,0 1 0,0-1 0,0 0-1,0 0 1,-1 0 0,1 1 0,0-1 0,0 0 0,-1 1 0,1-1 0,-1 0-1,1 1 1,0-1 0,-1 0 0,0 1 0,1-1 0,-1 1 0,1-1-1,-1 1 1,1-1 0,-1 1 0,0-1 0,0 1 0,1 0 0,-1-1-1,0 1 1,1 0 0,-1 0 0,0-1 0,0 1 0,1 0 0,-1 0-1,0 0 1,0 0 0,0 0 0,1 0 0,-1 0 0,0 0 0,-1 1-1,-3-1-7,0 1 0,0 0 0,0 0-1,0 1 1,0-1 0,-5 4-1,-6 3-4,1 0 0,1 2-1,0 0 1,-25 22 0,-46 59-4,44-39 18,2 1-1,-46 84 0,-51 129-7,1 42-7,113-249 14,3 1-1,2 1 1,-10 80-1,25-126 7,0 1-1,1-1 0,1 1 0,0 0 0,1-1 0,4 21 0,-4-32-1,1 1 0,-1-1 1,1 1-1,-1-1 0,1 0 0,1 0 0,-1 0 0,0 0 1,1 0-1,0 0 0,0 0 0,0-1 0,1 0 0,-1 0 0,1 0 1,-1 0-1,1 0 0,0 0 0,0-1 0,0 0 0,1 0 1,-1 0-1,7 1 0,2 0 0,0 0 1,1-1 0,-1-1-1,1-1 1,-1 1-1,1-2 1,-1 0-1,1-1 1,-1 0 0,0-1-1,0 0 1,0-1-1,0-1 1,0 0 0,21-12-1,-2-2-43,-1-1-1,-1-1 0,0-2 1,42-42-1,-38 32 61,-2-1-1,-1-2 0,-1-1 1,-3-1-1,24-43 1,-46 71 29,-1 0 1,5-20-1,-7 24-22,-1 2 38,-3 4-63,1 0 1,-1 0-1,0 1 1,1-1 0,-1 1-1,1-1 1,-1 1 0,0-1-1,1 1 1,-1 0-1,1 0 1,0 0 0,-1 0-1,1 0 1,0 0 0,-1 0-1,1 1 1,0-1 0,-1 2-1,-19 33-60,21-35 58,-35 81-188,-39 139 1,72-213 180,-28 103-16,5 1 0,5 1-1,5 1 1,4 0 0,6 1-1,5 0 1,5 0 0,5-1-1,4 0 1,35 130-1,28 35-66,-35-137 3,28 167 1,-65-273 89,-2-1 0,-1 0 0,-1 1 0,-2-1 0,-8 46 0,5-60 71,0 0 0,-2 0-1,-1-1 1,0 1 0,-1-1 0,-2-1 0,0 0-1,0 0 1,-25 31 0,23-36 111,-1 1 1,-1-2 0,0 0-1,0-1 1,-1 0-1,-1-1 1,0 0-1,0-2 1,-24 11 0,30-16-115,0 0 0,-1-1-1,1 0 1,-1-1 0,0 0 0,0 0 0,0-1 0,0-1 0,0 0 0,0 0 0,0-1 0,0-1 0,0 1 0,1-2 0,-1 0 0,0 0 0,-17-9-1,13 5-163,1-2-1,0 0 1,1-1-1,0 0 0,1-1 1,-19-21-1,15 14-147,1-1 0,1-1-1,1 0 1,-15-31 0,5-4-241,-22-79 1,44 131 472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8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0 19172,'-19'67'1648,"9"27"105,6 27-1921,15 35-832,8 8-593,1 9 401,3-4 24,-2-17 952,-2-17 168,-2-33 96,-3-26-576,-11-34-4666,-3-14 4434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8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71 22733,'-14'-1'414,"-12"2"-206,26-1-238,-1 0 0,0 1 0,0-1 0,0 1 0,1-1 0,-1 1 0,0-1 0,0 1 0,1-1 0,-1 1 0,1 0 0,-1-1 0,0 1 0,1 0 0,-1-1 0,1 1 0,0 0 0,-1 0 0,1 0 0,-1-1 0,1 1 0,0 0 0,0 0 0,0 0 0,-1 0 0,1 1 0,-1 9-54,1 0 0,0 0 0,0 0 0,1 0 1,1 0-1,-1-1 0,6 17 0,-6-23 89,1 0 0,-1 0 1,1 0-1,0-1 0,0 1 0,1 0 0,-1-1 0,1 1 0,5 5 1,-6-8-8,-1 0 0,1 1 1,0-1-1,0 0 0,0 0 1,0 0-1,0 0 0,0 0 1,0-1-1,0 1 1,1-1-1,-1 1 0,0-1 1,0 0-1,0 1 0,1-1 1,-1-1-1,0 1 0,4-1 1,4-1-15,-1-1 1,1 0 0,-1 0 0,0-1 0,0-1-1,0 0 1,14-10 0,1-3-16,26-26 0,-43 38 32,0-1 1,-1 0-1,0-1 1,-1 1-1,1-1 1,6-14 0,-11 20 27,0 0 0,0 0 0,0 0 1,0 0-1,-1-1 0,1 1 0,0 0 1,-1 0-1,0 0 0,0-1 0,1 1 1,-1 0-1,0-1 0,-1 1 0,1 0 1,0 0-1,-1-1 0,1 1 0,-1 0 1,0 0-1,0 0 0,0 0 0,0 0 1,0 0-1,0 0 0,0 0 0,-1 0 1,1 0-1,-1 0 0,1 1 0,-1-1 1,0 1-1,-2-2 0,3 2 5,0 0-1,0 0 0,0 1 1,-1-1-1,1 0 0,0 1 1,-1-1-1,1 0 1,-1 1-1,1 0 0,-1-1 1,1 1-1,-1 0 0,1 0 1,-1 0-1,1 0 1,-1 0-1,1 0 0,-1 0 1,1 1-1,0-1 0,-1 0 1,1 1-1,-1-1 1,1 1-1,0-1 0,-1 1 1,1 0-1,0 0 0,-1 0 1,1 0-1,0 0 1,0 0-1,0 0 0,0 0 1,0 0-1,0 0 0,0 0 1,1 1-1,-1-1 1,0 0-1,0 3 0,-4 5-6,2 0-1,-1 0 0,1 0 0,1 0 0,-2 11 1,1-5-37,1-1 0,1 1 0,0 0 0,2-1 1,1 21-1,-1-28-27,0-1-1,0 0 1,1 0 0,-1 0 0,2 0-1,-1 0 1,0 0 0,1-1 0,0 1-1,0-1 1,1 0 0,0 0 0,0 0-1,0 0 1,5 4 0,-7-7-12,0-1 1,0 0-1,-1 0 1,1 0 0,0 0-1,0 0 1,0 0-1,1-1 1,-1 1 0,0-1-1,0 1 1,0-1-1,0 0 1,1 0 0,-1 0-1,0 0 1,0 0-1,0 0 1,1 0-1,-1-1 1,0 1 0,0-1-1,0 0 1,0 0-1,4-2 1,1-1-86,0 0 1,0-1-1,0 0 1,-1-1-1,10-10 0,35-44-2620,53-77-1,-101 132 2494,30-44-1485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1:59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881 59 8210,'0'0'1341,"4"0"-1749,-3 1 607,0-1 0,0 1 1,0 0-1,0 0 0,0-1 0,0 1 0,-1 0 1,1 0-1,0 0 0,-1 0 0,1 0 0,0 0 1,0 2-1,4 5 327,-3-6-301,-1 1-1,1 0 1,0 1 0,-1-1 0,1 0 0,-1 0 0,0 1 0,0-1-1,0 0 1,-1 1 0,1-1 0,-1 1 0,0-1 0,0 1 0,0 3-1,-4 43 3406,4-46-3490,0 1 1,0-1-1,1 1 0,-1-1 0,1 1 0,0-1 1,1 1-1,2 6 0,-3-10-165,0 0 0,-1 1 1,1-1-1,0 0 0,1 0 0,-1 0 0,0-1 0,0 1 1,0 0-1,0 0 0,1 0 0,-1-1 0,0 1 0,1-1 1,-1 1-1,0-1 0,1 0 0,-1 1 0,1-1 0,-1 0 1,1 0-1,-1 0 0,1 0 0,-1 0 0,0 0 0,1-1 0,2 0 1,-2 1-44,1-1 1,0 1-1,-1-1 1,0 0-1,1 0 1,-1 0 0,1 0-1,-1-1 1,0 1-1,0-1 1,0 1-1,0-1 1,0 0 0,3-3-1,-3 0 185,1-1-1,-1 1 1,1-1-1,-1 0 1,-1 1-1,1-1 1,-1 0 0,0 0-1,-1 0 1,0-1-1,1 1 1,-2 0-1,1 0 1,-1 0-1,0 0 1,-3-10 0,1 6 33,0 0 1,0 0 0,-1 1 0,0-1 0,-1 1 0,0 0 0,-1 0-1,0 1 1,-7-9 0,12 16-157,-1 0 0,1-1 0,-1 1 0,1 0 0,-1 0 0,1 0 0,-1 0 0,1 0 0,-1 0 0,0 1 0,0-1 0,1 1 0,-1-1 1,0 1-1,0-1 0,0 1 0,0 0 0,1 0 0,-1 0 0,0 0 0,0 0 0,0 1 0,0-1 0,0 0 0,1 1 0,-1-1 0,0 1 0,0 0 0,1 0 0,-1-1 0,0 1 0,1 0 0,-1 0 0,1 1 0,-3 1 0,-4 4 0,-1 1 0,1 1 1,0-1-1,-9 14 0,0 4 10,0 0 0,2 1 0,1 0-1,2 1 1,0 1 0,-15 58 0,26-80 8,-1-1 1,1 1-1,1 0 0,-1-1 1,1 1-1,0 0 0,1 0 1,-1-1-1,4 14 0,-3-18-6,0 0 0,-1 0 0,1 0 0,0-1-1,0 1 1,0 0 0,1 0 0,-1-1 0,0 1 0,1 0-1,-1-1 1,1 0 0,0 1 0,-1-1 0,1 0 0,0 0-1,0 0 1,0 0 0,0 0 0,-1 0 0,1 0 0,0-1-1,1 1 1,-1-1 0,0 1 0,0-1 0,0 0 0,0 0-1,0 0 1,0 0 0,0 0 0,0-1 0,1 1 0,-1-1-1,3 0 1,5-2 13,0-1 1,-1 1-1,0-1 0,0-1 0,0 0 0,0 0 1,-1-1-1,0 0 0,0 0 0,-1-1 0,1 0 1,7-10-1,0-1-30,-1-1 0,-1 0 0,0 0 0,11-27 0,-19 35-25,0 0-1,6-22 1,-10 30 29,-1 0 1,1 0 0,-1 0-1,1 0 1,-1 0 0,0 0-1,0 0 1,0 0 0,-1 0-1,1 0 1,-1 0 0,1 0-1,-1 0 1,0 0 0,-2-4-1,3 7 10,0-1 0,-1 1 0,1 0 0,0 0-1,0-1 1,-1 1 0,1 0 0,0 0 0,0-1 0,-1 1 0,1 0-1,0 0 1,-1-1 0,1 1 0,0 0 0,-1 0 0,1 0 0,-1 0-1,1 0 1,0 0 0,-1 0 0,1 0 0,0 0 0,-1 0-1,1 0 1,-1 0 0,1 0 0,0 0 0,-1 0 0,1 0 0,0 0-1,-1 0 1,1 0 0,0 0 0,-1 1 0,1-1 0,0 0 0,-1 0-1,1 1 1,0-1 0,-1 0 0,1 0 0,0 1 0,0-1 0,-1 0-1,1 0 1,0 1 0,0-1 0,0 0 0,-1 1 0,1-1-1,0 1 1,0-1 0,0 0 0,0 1 0,-10 21 59,2 22-73,2 1 0,1 1 1,3-1-1,4 49 1,-1-34-9,31 375-206,-1 29-136,-31-430 339,-3 1-1,0-1 1,-2 0 0,-2 0-1,-1 0 1,-1-1 0,-2 0 0,-2-1-1,-22 42 1,25-55 102,-1-1-1,-1-1 1,-1 0 0,0-1 0,-1-1 0,-1 0 0,0 0-1,-1-2 1,0 0 0,-2 0 0,1-2 0,-1 0-1,-1-1 1,0-1 0,0-1 0,-28 8 0,24-10 47,0-2 0,0 0 0,-1-1 0,0-2 0,0 0 0,1-2 0,-1 0 0,0-2 0,1 0 1,-33-10-1,35 7-112,0-1 0,0-1 0,0-1 0,1-1 1,1-1-1,0 0 0,0-2 0,1 0 0,1-1 1,0 0-1,-16-20 0,21 21-92,2-2 1,0 1-1,0-1 0,1-1 1,1 1-1,1-1 0,0-1 0,1 0 1,1 0-1,-5-27 0,5 11-216,2 1-1,2-1 1,0 1-1,2-1 1,6-33-1,32-124-625,-39 189 916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2:00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40 115 17756,'-10'2'6040,"14"-9"-4687,22-14-2582,-23 19 1634,10-7-538,59-43-541,-66 49 600,0-1-1,0 1 1,0 0 0,1 0 0,-1 1 0,1 0 0,-1 0 0,1 1-1,0 0 1,8-1 0,-13 2 55,0 0-1,0 1 0,-1-1 1,1 1-1,0-1 0,-1 1 1,1-1-1,-1 1 0,1 0 1,-1 0-1,1 0 0,-1 0 1,1 0-1,-1 0 0,0 0 1,0 0-1,1 1 0,-1-1 1,0 0-1,0 1 0,0-1 1,-1 1-1,1-1 0,0 1 1,0-1-1,-1 1 0,1 0 1,-1-1-1,0 1 0,1 0 1,-1-1-1,0 1 0,0 0 1,0 1-1,1 9-16,-1 0-1,-1-1 1,0 1-1,-1 0 1,0-1 0,-4 16-1,-29 70 24,29-80 22,-80 184 243,-27 77 506,110-271-736,1 0-1,0 0 1,0 1 0,0-1-1,1 1 1,0 9 0,1-15-44,1-1 0,-1 1 0,0-1 0,1 0 0,-1 1 0,1-1 0,-1 0 0,1 1 0,0-1 1,0 0-1,-1 0 0,1 1 0,0-1 0,0 0 0,0 0 0,0 0 0,1 0 0,-1 0 0,0 0 1,0-1-1,0 1 0,1 0 0,-1-1 0,0 1 0,1-1 0,-1 1 0,1-1 0,-1 1 0,0-1 1,1 0-1,-1 0 0,1 0 0,-1 0 0,3 0 0,17 0-860,0-1 0,1 0 0,-1-2-1,27-7 1,-44 10 756,89-20-2644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2:00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1 262 13595,'34'-2'984,"21"-8"-32,22-6-568,30-6-264,9-4 0,10-2 0,-3-1-48,-14 1 1,-2 2-25,-26-2-529,-7 4-567,-46 2 520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2:01.0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0 256 22829,'119'-6'464,"28"-15"-496,19-12-960,35-24-1385,5-9-4464,-9-6 5096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2-18T16:30:29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10035 3354 703 0,'4'0'88'15,"-4"0"133"-15,0 0-187 16,0 0-12-16,1 0-10 16,0 1-2-16,16 19-4 15,-13-6-4-15,-1 8 1 16,-2 2 1-16,0 2 4 15,-3-2 4-15,0-5 21 16,0-3 7-16,0-6 18 16,2-3 6-16,0-7-11 15,0 0-5-15,15-12-11 16,1-4-10-16,11-10-10 16,5-4-7-16,11-3-10 15,3-3 4-15,8 2-4 16,1 0 0-16,1-1 2 15,2 1-2-15,0-3 0 16,5-1 0-16,-1 1-21 0,-1 2-20 16,-7 4-128-16,-8 4 100 15</inkml:trace>
  <inkml:trace contextRef="#ctx0" brushRef="#br0" timeOffset="2600.54">6357 4513 426 0,'4'0'18'0,"-4"0"15"16,0 0-12-16,0 0-5 15,5 20 2-15,-4-6 0 16,1 2-4-16,-1 2-12 15,0 1-2-15,-1 1 9 16,0-4 21-16,-1-2 56 16,1-1 23-16,0-2 33 15,0 1-12-15,-2-1-44 16,2-3-11-16,4-5-21 16,2-2 1-16,14-12-13 0,3-7-5 15,16-14-12-15,12-11-5 16,21-6-16-16,11-6-1 15,7-1-3-15,-1 1 0 16,-2-4-15-16,1-1-34 16,2 0 32-16</inkml:trace>
  <inkml:trace contextRef="#ctx0" brushRef="#br0" timeOffset="10750.32">3921 5011 243 0,'4'-1'-5'0,"1"0"-14"15,-2 0-12-15,3-1 2 16,-2 2 7-16,-2 0 7 16,-2 0 14-16,0 0 52 15,0 0 35-15,0 0 33 16,0 0 11-16,1 0-28 16,0 0-40-16,0-1-46 15,24-8-12-15,-15 5-4 16,2 2 0-16,-2-1 0 15,0 2 0-15,-4 1 2 16,1 0 1-16,-7 0 8 16,0 0 10-16,0 0 40 15,0 0 17-15,0 0 1 16,0 0-6-16,-1 0-31 16,0 0-21-16,-1 0-5 15,-31-7-5-15,32 7-5 16,-19-1-2-16,9 1-4 0,0 1-2 15,-3 2 0-15,-1 1 0 16,0 0 2-16,0 0 2 16,5-1 4-16,2-1-2 15,8-2 7-15,4 4 1 16,7-2 0-16,6-2 3 16,6 1-3-16,2 0-3 0,4-1-5 15,3 0 0-15,-2-2-6 16,1 0 0-16,-5-2 0 15,0 0 0-15,-6 1 2 16,-5 2 0-16,-14 1-2 16,0 0-9-16,0 3-94 15,-17 2 73-15</inkml:trace>
  <inkml:trace contextRef="#ctx0" brushRef="#br0" timeOffset="14316.43">8448 6197 514 0,'65'-7'63'0,"2"-1"56"15,2 0-53-15,7-3-28 16,5 2-6-16,0 1-11 15,-2 1-5-15,-3 2-3 16,-3 0 15-16,5-1 4 16,-1 0 0-16,-4-1-5 15,-3 1-13-15,-6-2-12 16,-2-2-2-16,0-2-18 16,-1-3-14-16,-8-1-59 15,-3 0-73-15,-15-1 93 16</inkml:trace>
  <inkml:trace contextRef="#ctx0" brushRef="#br0" timeOffset="15000.54">8471 6250 680 0,'55'-3'29'0,"3"-1"-8"16,4-1-17-16,7 0 1 16,3 0-5-16,5 1 11 15,-1-1 12-15,1 1 32 16,3 0 13-16,6 0 12 16,1 2-12-16,-7 0-36 15,-3 1-14-15,-15 1-14 16,-7 1-3-16,-9 2-2 15,-8-3-1-15,-10 3-6 16,-7-2-4-16,-9 0-29 16,-3 0-61-16,-6-1 61 15</inkml:trace>
  <inkml:trace contextRef="#ctx0" brushRef="#br0" timeOffset="23916.35">5134 7393 495 0,'1'-4'107'0,"1"0"114"16,0-1-102-16,0 1-53 16,-1 1-19-16,-1 3-30 15,0 0-3-15,0 0-12 16,0 0-2-16,0 0 0 0,0 0-6 15,0 0-4-15,0 0-1 16,0 1-1-16,0 0-6 16,1-1 11-16,0 2 0 15,20 26-2-15,-10-24 11 16,9-2 0-16,6 0 3 16,8-4 6-16,6-1-4 15,9-3 0-15,4-1 2 0,11-1-5 16,6-1 4-16,10 2-3 15,0 3-1-15,4 0 2 16,3-1 2-16,3-2 15 16,-1-1 6-16,3-3 6 15,-2 0-4-15,-7 1-13 16,-2 2-9-16,-6 1-9 16,-7 1-4-16,-1 1-125 15,-6 0 90-15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34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10026,'0'17'696,"6"7"433,-1-1 311,2 11 88,3 11-360,-3 0-808,-4 9-648,-1 1-1456,-9-5-985,-8-1 2065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34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0 18164,'-10'26'840,"3"-5"96,12-7-3048,6-6-3385,4-8 4432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34.5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8546,'-5'18'248,"0"-1"-120,-1 0-96,6-3 16,0 0 72,0-4 48,2 3 56,-2-5-288,0-6-1872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34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 0 21725,'-35'54'872,"7"-16"88,6-9-912,39-53-10554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50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4 8706,'1'-4'2868,"-2"8"-802,-3 17-1850,0-1-1,-1 1 1,-1-1-1,-17 35 0,-45 77 426,60-118-502,-4 7 139,-21 30-1,29-46-187,0-1 0,0 1 0,0-1 0,0 0 0,-1 0 0,0 0 0,0 0 0,0-1 0,0 0 0,0 0 0,-8 3 0,11-5 128,2-4-208,0 1 0,0-1 0,0 1 0,0-1 0,1 1 0,-1 0-1,1-1 1,-1 1 0,1 0 0,0-1 0,0 1 0,0 0 0,0 0 0,0 0-1,1-1 1,-1 1 0,0 1 0,1-1 0,0 0 0,-1 0 0,1 1-1,0-1 1,0 1 0,0-1 0,0 1 0,0 0 0,1 0 0,-1 0 0,0 0-1,0 0 1,1 0 0,-1 0 0,0 1 0,4-1 0,9 0 100,0 0 0,-1 1 1,1 1-1,0 0 0,0 1 0,0 0 1,-1 1-1,16 6 0,38 6 163,-63-14-332,1-1 0,0 1-1,0-1 1,0-1 0,-1 1-1,1-1 1,0 0 0,-1 0-1,1-1 1,-1 1-1,1-1 1,-1 0 0,1-1-1,-1 0 1,0 1 0,0-2-1,-1 1 1,1 0 0,-1-1-1,1 0 1,-1 0-1,0 0 1,-1-1 0,1 1-1,-1-1 1,4-6 0,-3 3-211,1 0-1,-2 0 1,1 0 0,-1-1 0,0 1 0,-1-1 0,0 1 0,-1-1 0,1 0 0,-2 0-1,1 0 1,-1 0 0,0 0 0,-1 0 0,0 1 0,-4-14 0,2 12 319,0-1 1,-1 1-1,-8-16 1,10 24 71,1 0 0,0-1 1,-1 1-1,1 0 0,-1 0 1,0 0-1,1 0 0,-1 1 1,0-1-1,0 0 0,-1 1 1,1-1-1,0 1 0,0 0 1,-1 0-1,1 0 0,0 0 1,-1 0-1,1 0 0,-5 0 1,6 1-74,1 0 0,-1 0 0,0 1 1,1-1-1,-1 0 0,0 1 0,1-1 0,-1 0 1,0 1-1,1-1 0,-1 1 0,1-1 1,-1 1-1,1-1 0,-1 1 0,1-1 1,0 1-1,-1-1 0,1 1 0,0 0 1,-1-1-1,1 1 0,0 0 0,-1-1 0,1 1 1,0 0-1,0-1 0,0 1 0,0 0 1,0 0-1,0 1 0,-2 30 289,2-23-201,0 229 425,0-5-2149,-7-144 857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51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307 156 1536,'0'-3'566,"0"0"0,0-1 1,0 1-1,-1 0 0,1 0 0,-1 0 0,0-1 0,0 1 0,0 0 0,0 0 0,-4-5 0,1 3 153,0 0 1,0 0-1,-1 1 0,-10-8 0,7 5-304,-52-39 1071,53 42-1494,0 0 0,0 1 0,0-1 0,0 1 1,0 1-1,-1-1 0,-11-1 0,16 3-29,0 1 1,0 0-1,0 0 1,0 0-1,0 0 1,1 1-1,-1-1 1,0 1-1,0-1 1,0 1-1,0 0 0,1 0 1,-1 1-1,0-1 1,1 0-1,-4 3 1,2 0 24,0-1 1,0 1-1,0 0 0,1 0 1,0 1-1,-1-1 1,2 1-1,-5 6 0,1 4 139,0 0 0,0 1 0,2 0 0,-6 32 0,6-22 229,-1 45 0,5-61-238,0-1 1,1 1-1,1-1 1,-1 1-1,1-1 1,1 0-1,-1 0 0,6 12 1,-7-19-53,0 0 0,0 0 0,1 0-1,-1 0 1,0 0 0,1 0 0,-1 0 0,1 0 0,-1 0 0,1-1 0,0 1-1,0-1 1,0 1 0,0-1 0,0 0 0,0 0 0,0 0 0,0 0 0,1 0-1,-1 0 1,0-1 0,5 2 0,-3-2 29,0-1 1,0 1-1,0-1 0,0 1 0,0-1 1,0 0-1,0-1 0,0 1 0,-1-1 0,1 0 1,0 0-1,3-2 0,9-8 109,0 0-1,-1-1 0,-1 0 1,16-19-1,55-72 50,-75 90-192,-1 1-1,-1-1 0,0-1 1,-1 1-1,-1-1 1,5-18-1,-10 32-22,-1 0-1,1-1 0,-1 1 1,0-1-1,0 1 1,1-1-1,-1 1 1,0 0-1,0-1 0,0 1 1,-1-1-1,1 1 1,0-1-1,0 1 0,-1-1 1,1 1-1,-1 0 1,0-1-1,1 1 0,-1 0 1,0-1-1,0 1 1,1 0-1,-3-2 0,2 3-10,0-1 0,0 1 0,0 0 0,0-1 0,0 1 0,0 0 0,0 0 0,0 0 0,-1-1 0,1 1 0,0 0 0,0 1 0,0-1 0,0 0 0,0 0 0,0 0 0,0 1 0,-1-1 0,1 0 0,0 1-1,0-1 1,0 1 0,0 0 0,0-1 0,1 1 0,-1 0 0,0-1 0,0 1 0,0 0 0,0 0 0,0 1 0,-6 6 11,2 0 1,-1 1 0,1-1-1,0 1 1,1 0-1,0 1 1,1-1-1,-4 15 1,-83 392-917,71-304 89,11-72 454,-38 235-5953,30-123 4268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04.8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0 137 8810,'28'-21'480,"6"4"240,15 8-384,4 6-136,18 4-136,5 3-48,16 3-80,-4-2-24,2-5-24,-2 0-8,-13-7 24,-3-3 0,-11-4 24,-6-3-40,-8-2-320,-6 0-528,-13 1 480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18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0 12147,'0'0'1808,"-2"57"-1664,2 18-96,2 49 0,4 20-48,22 18-1336,12 2 904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19.2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243 150 11322,'-1'-8'214,"1"0"0,-1 1 0,1-1-1,1 0 1,0 0 0,0 0-1,4-14 1,-4 18-180,1 1 0,-1-1 1,1 0-1,0 1 0,0 0 0,1-1 0,-1 1 0,1 0 1,0 0-1,0 0 0,0 1 0,0-1 0,0 1 0,0-1 0,1 1 1,-1 0-1,5-2 0,0 1-55,1 0 0,0 0 1,0 0-1,0 1 0,0 1 1,0-1-1,1 2 0,-1-1 0,0 1 1,0 1-1,17 2 0,-21-2-4,1 0 0,-1 0 0,1 1 0,-1-1 0,0 1 0,0 1 0,0-1 0,0 1 0,-1-1-1,1 1 1,0 1 0,-1-1 0,0 1 0,0 0 0,0 0 0,-1 0 0,1 0 0,-1 1 0,0-1 0,0 1 0,3 6 0,-3-2-12,-1 0 0,1 0 0,-2 0 0,1 0 0,-1 0 0,-1 0 1,1 1-1,-2-1 0,1 0 0,-1 0 0,-3 13 0,-4 11-49,-22 55-1,29-85 84,-28 69 40,-4-1 0,-3-2 0,-2-2 1,-4-1-1,-2-2 0,-93 102 0,118-145 947,-1 0 0,0-2 1,-1 0-1,-30 19 0,51-38-960,0 0 0,0 0-1,0 0 1,0 0 0,0 0 0,0 0 0,0-1 0,0 1-1,0 0 1,0 0 0,0 0 0,0 0 0,0 0-1,1 0 1,-1 0 0,0 0 0,0 0 0,0 0-1,0 0 1,0 0 0,0-1 0,0 1 0,0 0-1,0 0 1,0 0 0,0 0 0,0 0 0,0 0-1,0 0 1,0 0 0,0 0 0,0 0 0,0-1-1,0 1 1,0 0 0,0 0 0,0 0 0,0 0-1,-1 0 1,1 0 0,0 0 0,0 0 0,0 0 0,0 0-1,0 0 1,0 0 0,0 0 0,0 0 0,0-1-1,0 1 1,0 0 0,0 0 0,0 0 0,0 0-1,-1 0 1,1 0 0,0 0 0,0 0 0,0 0-1,0 0 1,0 0 0,0 0 0,0 0 0,0 0-1,4-9-100,5-1-177,-1 1 0,2-1 1,-1 2-1,1-1 0,17-10 0,63-33-2213,4 9-346,7 5 1563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20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84 403 11434,'0'-8'1937,"4"-7"-1868,-1 0 1,2 0-1,0 1 0,1 0 1,0 0-1,1 0 0,0 1 1,1 0-1,1 0 0,0 1 1,20-21-1,-3 6 7,2 1 0,0 2 0,59-39 0,-80 59-76,9-7-8,0 1 0,1 0 0,1 1 0,-1 1 0,27-8 0,-43 16-2,-1-1-1,1 1 1,0 0 0,-1 0-1,1-1 1,0 1 0,0 0-1,-1 0 1,1 0 0,0 0-1,0 0 1,-1 0-1,1 0 1,0 0 0,0 1-1,-1-1 1,1 0 0,0 0-1,0 1 1,-1-1 0,1 0-1,0 1 1,-1-1-1,1 0 1,-1 1 0,1-1-1,0 2 1,0-1 4,-1 0-1,1 0 1,-1 0 0,0 1-1,0-1 1,1 0 0,-1 0-1,0 1 1,0-1-1,0 0 1,0 0 0,-1 1-1,1-1 1,0 0 0,-1 2-1,-2 8 55,-2 1-1,-9 19 0,9-20 31,-18 32 617,-1-1-1,-31 41 1,15-23 332,37-57-968,1 1-1,0-1 0,0 1 0,0-1 0,1 1 1,-1 0-1,1 0 0,-1 4 0,2-7-58,0 0 0,0 1 0,0-1 0,0 0 0,0 0 0,1 1 0,-1-1 1,0 0-1,1 0 0,-1 0 0,1 1 0,-1-1 0,1 0 0,0 0 0,-1 0 0,1 0 0,0 0 0,0 0 0,0 0 0,-1 0 0,1-1 0,0 1 0,0 0 1,1 0-1,-1-1 0,0 1 0,0-1 0,1 1 0,55 22-188,-45-20 140,-1 1 1,0 1-1,0-1 0,0 2 0,-1-1 1,0 2-1,11 7 0,-20-12 29,1-1 0,-1 0 0,0 1 0,0-1 0,1 1 0,-1-1 0,0 1 0,-1 0 0,1-1 0,0 1 0,0 0 0,-1 0 0,1 0 0,-1 0 0,0-1 0,1 1 0,-1 0 0,0 3 0,0-1-4,-1 0-1,0 0 1,0 0-1,0 0 1,0 0-1,-1-1 1,1 1-1,-4 5 1,-4 4 21,0 0 1,0-1-1,-19 18 1,8-8 127,-2-2 0,0-1 1,-1-1-1,-1-1 1,-1-1-1,0-1 1,-1-1-1,0-1 0,-50 16 1,64-25-436,0-1 1,-24 3-1,32-6-15,1 0 0,-1 0 0,0 0 0,0 0 1,0-1-1,1 0 0,-1 1 0,0-1 0,1-1 0,-1 1 0,1 0 1,-1-1-1,1 0 0,-4-2 0,2-1-55,-1 0 0,1 0 1,-1-1-1,-5-9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21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480 9 6001,'3'-9'4460,"-18"86"-3819,-12 46 193,16-88-663,0 0 0,-3 0 0,-29 54-1,36-78-113,0 0-1,-1-1 0,0 0 0,-1 0 0,-19 17 0,21-22 0,0 0-1,0 0 0,0-1 0,-1 0 1,1 0-1,-1-1 0,0 0 0,0-1 1,0 1-1,-11 0 0,6-1-20,0-1-1,0-1 1,0 0 0,0-1-1,0-1 1,0 0-1,0 0 1,1-1-1,-1-1 1,1 0 0,0-1-1,0 0 1,0-1-1,-12-8 1,43 18-3,63 25-85,-26-8 45,102 23 1,-124-38-12,0-1 0,1-2 1,-1-2-1,67-4 0,-80 0 4,1-1 0,-1 0 0,1-2 0,-1-1 1,-1 0-1,1-1 0,-1-2 0,36-21 0,-31 13 30,0-1 0,-2 0 0,0-2-1,39-45 1,-52 54-22,-1 0 0,-1 0-1,0-1 1,0 0 0,-2 0 0,1-1-1,-2 0 1,0 0 0,0 0 0,-2 0-1,1-1 1,0-18 0,-4 27-2,0-1 1,0 1-1,-1-1 1,0 1-1,0-1 0,-1 1 1,1-1-1,-1 1 1,-1 0-1,1 0 0,-5-7 1,5 10 7,0-1-1,-1 1 1,1 0 0,-1-1-1,0 1 1,0 1 0,0-1-1,0 0 1,0 1 0,0-1-1,-1 1 1,0 0 0,1 0-1,-1 1 1,0-1 0,0 1 0,0-1-1,-7 0 1,9 2 3,-1-1 1,0 1-1,0 0 0,0 0 0,1 1 1,-1-1-1,0 0 0,0 1 1,1 0-1,-1 0 0,0-1 1,1 2-1,-1-1 0,1 0 1,-1 0-1,1 1 0,0-1 1,-1 1-1,1 0 0,0 0 0,0 0 1,-3 4-1,0 1 24,0 1 0,0 0 0,0 0 1,1 1-1,1 0 0,-5 12 0,-13 61 342,-22 165 1,35-191-330,-48 431-4789,52-351 3291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22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106 164 11402,'-16'21'86,"1"1"0,1 0 0,2 1 1,0 0-1,-10 29 0,19-43-68,0 0 0,1 0 0,0 0 0,0 0 0,1 0 0,0 1 0,1-1 0,0 0 0,0 1 0,1-1 0,1 0 0,-1 0 0,1 0 0,1 0 0,0 0 0,0 0 0,8 14 0,-8-18-15,0 0 0,0-1 0,0 1 0,0-1 0,1 0 0,0 0 0,-1 0 0,2 0 0,7 5 0,-9-7 1,0-1 0,-1 0 0,1 0 0,0 0 0,0 0 0,0 0 0,0-1 0,0 1 1,0-1-1,0 0 0,0 1 0,0-2 0,0 1 0,0 0 0,0-1 0,0 1 0,0-1 0,0 0 1,4-1-1,10-6 60,0 0 1,-1-1 0,0 0-1,0-2 1,-1 0-1,0 0 1,25-28 0,-24 23-40,-1-2 0,-1 0 0,-1-1 0,0 0 0,-1-1 0,10-24 0,-17 32-22,-1 0 1,0 0-1,-1-1 1,0 1-1,-1-1 1,0 0-1,-1 0 1,0 0-1,-1 0 0,-2-13 1,1 18 7,0 1-1,-1-1 1,0 1 0,0 0 0,0 0 0,-1 0-1,0 0 1,-1 0 0,0 1 0,0-1-1,0 1 1,0 0 0,-1 0 0,0 1-1,-1-1 1,1 1 0,-1 1 0,-9-7 0,12 9 4,-1-1 0,-1 1 1,1 0-1,0 0 1,-1 1-1,1-1 1,0 1-1,-1 0 1,0 0-1,1 1 1,-1-1-1,1 1 1,-1 0-1,0 0 1,1 1-1,-1 0 1,0-1-1,-5 3 1,4-1-74,0 0 0,0 1 0,1 0 0,-1 0 0,1 0 0,0 1 0,0 0 0,0 0 0,0 0 0,1 0 0,-1 1 0,1 0 0,-5 7 0,4-4-358,0 0 1,1 0-1,-7 17 0,2 17-499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23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505 0 10706,'-89'186'741,"-29"55"-1455,117-240 709,-7 15-308,0-1-1,-2-1 0,0 1 1,-19 21-1,26-33 310,0 0 0,0 0 0,-1-1 1,1 1-1,-1-1 0,1 0 0,-1 0 0,0 0 1,0 0-1,0 0 0,0-1 0,0 0 0,0 0 1,0 0-1,0 0 0,-1-1 0,1 0 0,0 0 0,0 0 1,-1 0-1,1-1 0,0 1 0,0-1 0,-7-2 1,2-1 110,0 1 1,1-2 0,-1 1 0,1-1 0,0-1 0,0 1 0,1-1 0,-1-1 0,1 1-1,1-1 1,-11-14 0,14 17-94,0 0 0,1-1-1,-1 0 1,1 1 0,0-1 0,0 0-1,0 0 1,1 0 0,0 0 0,-1-7-1,2 8-13,0 0 0,0 1 0,0-1 0,0 0 0,1 1-1,0-1 1,0 1 0,0-1 0,0 1 0,1-1 0,-1 1-1,1 0 1,0-1 0,0 1 0,0 0 0,2-3 0,0 2 6,0 0 1,0 1-1,0-1 1,0 1-1,0-1 1,1 1-1,-1 1 1,1-1-1,0 1 1,0 0-1,0 0 1,6-2-1,-1 2 31,0 0-1,0 1 1,0 0-1,0 0 1,20 2-1,2 3 170,0 2 0,62 20 0,-48-11-32,-2 0-12,49 9 0,-81-21-153,-1-1 0,1-1 1,-1 0-1,1 0 0,0-1 1,-1-1-1,1 0 0,-1-1 1,20-4-1,-25 3-14,0 1 0,0-1 0,-1 0 0,1-1 0,0 1 0,-1-1 0,0 0 0,0 0 0,0-1 1,-1 0-1,0 0 0,0 0 0,0 0 0,0 0 0,-1-1 0,1 0 0,-2 0 0,1 0 0,-1 0 0,1 0 0,-2 0 0,1 0 0,-1-1 0,0 1 0,0-8 1,0 4 9,0 0 0,-1 0 0,-1 0 0,0-1 0,0 1 1,-1 0-1,0 0 0,-1 0 0,0 1 0,0-1 1,-1 1-1,-1-1 0,1 1 0,-2 1 0,-7-12 1,12 19 26,1 0 1,-1 0 0,0 0 0,0 0-1,0 0 1,0 0 0,0 0 0,0 0-1,0 0 1,0 1 0,-1-1 0,1 0-1,0 1 1,0-1 0,-1 1 0,1-1-1,0 1 1,-1 0 0,-2-1 0,3 1 24,0 1 1,0-1-1,0 0 1,0 1-1,0-1 1,-1 1-1,1-1 1,0 1-1,0-1 1,0 1-1,0 0 1,1 0-1,-1 0 1,0-1-1,0 1 1,0 0-1,0 0 0,0 1 1,-3 5 161,1-1 1,0 0-1,0 1 1,0 0-1,1 0 1,-2 11-1,-2 16-37,1 0 0,2 1 0,1-1 0,6 65 1,-1-72-1101,1-1 0,1 0 0,17 46 0,-4-30 39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24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24 271 8266,'-3'-4'250,"1"1"0,-1-1 0,1 0 0,0 1 0,0-1 1,0 0-1,1 0 0,-1-1 0,1 1 0,0 0 0,0 0 0,0-1 0,1 1 1,0-1-1,0 1 0,0 0 0,0-1 0,1 1 0,-1 0 0,1-1 1,0 1-1,1 0 0,-1 0 0,3-5 0,2-4-178,1 0 0,1 1 0,-1 0-1,2 1 1,0-1 0,0 2 0,1-1 0,1 1 0,-1 1-1,1 0 1,1 1 0,0 0 0,21-11 0,-31 18-86,0 0 1,0 1-1,0-1 1,-1 0-1,1 1 1,0 0 0,0-1-1,0 1 1,0 0-1,0 0 1,0 0-1,0 0 1,0 0-1,0 0 1,0 1 0,0-1-1,-1 1 1,1-1-1,0 1 1,0 0-1,0 0 1,-1 0-1,1-1 1,1 3 0,-1-1-1,0 0 0,0 0 1,0 1-1,-1-1 1,1 1-1,-1-1 0,1 1 1,-1 0-1,0-1 1,0 1-1,-1 0 1,1 0-1,0 0 0,-1 0 1,0 4-1,1-1 56,-1-1 1,0 1-1,-1 0 0,1 0 1,-1-1-1,0 1 0,-1 0 0,1-1 1,-4 8-1,4-11 121,-14 20 171,-40 55-306,54-75 132,0-1 1139,5-15-853,-1 2-355,12-51-273,-14 60 258,0-1 1,-1 0-1,1 0 1,-1 1-1,0-1 1,0 0-1,0 1 1,-1-1-1,1 0 1,-1 0-1,0 1 1,0-1-1,0 1 1,-3-6-1,3 8 1120,1 1-1179,-1 0 0,1 0 0,0 0 0,0 0 0,-1 0 0,1-1 0,0 1 0,0 1 0,-1-1 0,1 0 0,0 0 0,0 0 0,-1 0 0,1 0 0,0 0 0,0 0 0,-1 0 0,1 0 0,0 0 0,0 0 0,-1 1 0,1-1 0,0 0 0,0 0 0,0 0 0,0 1 0,-1-1 0,1 0 0,0 0 0,0 0 0,0 1 0,0-1 0,0 0 0,-1 0 0,1 0 0,0 1 0,0-1 0,0 0 0,0 0 0,0 1 0,0-1 0,0 0 0,0 1 0,0-1 0,0 0 0,0 0 0,0 1 0,0-1 0,0 0 0,1 7 8,-1 0 0,1-1 0,0 1 1,1-1-1,-1 0 0,1 1 0,5 9 0,1 8-23,31 105-1642,26 154 1,-48-171 160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35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403 2 13595,'-2'0'186,"0"-1"0,0 1 0,1 0 0,-1 0 0,0 0 0,0 0 0,0 0 0,0 0 0,0 0 0,0 0 0,0 1 0,0-1 0,1 1 0,-1 0 0,0-1 0,0 1 0,1 0 0,-1 0 0,0 0 0,1 0 0,-1 0 0,1 1 0,-1-1 0,1 0 0,0 1 0,0-1 0,-1 1 0,-1 2 0,-2 5-254,0 1 1,1-1-1,-1 0 0,-2 13 1,5-15 227,-28 94-16,-28 191 0,44-211 392,10-57-303,-50 381 3484,54-391-3594,-1 0 1,2 0-1,-1-1 1,2 1-1,5 24 1,-6-36-127,0 1 0,-1-1 0,1 1 1,1-1-1,-1 1 0,0-1 0,1 1 1,-1-1-1,1 0 0,-1 0 0,1 0 1,0 0-1,0 0 0,0 0 0,0 0 1,1-1-1,-1 1 0,0-1 0,1 1 1,-1-1-1,1 0 0,-1 0 0,1 0 0,-1-1 1,1 1-1,0 0 0,0-1 0,-1 0 1,1 0-1,0 1 0,-1-2 0,1 1 1,0 0-1,5-2 0,6-1-114,-1 0 1,1-2-1,-1 1 0,0-2 1,-1 0-1,18-10 0,-1-3-409,39-33-1,-62 48 461,67-61-1038,-64 56 860,-1 0 0,-1 0 0,1-1 0,-1 0 0,10-20 1,-16 28 232,0 0 0,0 1 0,0-1 0,0 0 0,-1 0 0,1 0 0,-1 0 0,1 0 0,-1-1 0,0 1 1,0 0-1,0 0 0,0 0 0,0 0 0,0 0 0,0 0 0,-1 0 0,1 0 0,-1 0 0,1 0 0,-1 0 1,0 0-1,0 0 0,0 0 0,0 0 0,0 1 0,0-1 0,-1 0 0,1 1 0,-1-1 0,1 1 0,-1-1 1,1 1-1,-1 0 0,0 0 0,0-1 0,1 1 0,-1 1 0,0-1 0,-4-1 0,-6-2 19,-1 0-1,1 1 1,-1 0-1,0 1 0,-13 0 1,-20-1-81,0 1 0,0 3 0,-48 7 0,71-5 182,0 1 0,0 1 1,1 1-1,0 1 0,0 1 1,1 1-1,-38 22 1,56-30 14,0 1 0,0 0 0,1 0 0,-1 0 0,1 0 1,0 1-1,0-1 0,0 1 0,-2 3 0,3-6-97,1 1-1,0-1 0,0 1 0,0-1 1,0 1-1,-1 0 0,1-1 1,0 1-1,0-1 0,0 1 0,0 0 1,0-1-1,0 1 0,1 0 1,-1-1-1,0 1 0,0-1 0,0 1 1,1-1-1,-1 1 0,0 0 1,0-1-1,1 1 0,-1-1 0,0 1 1,1-1-1,-1 0 0,1 1 0,-1-1 1,1 1-1,-1-1 0,1 0 1,-1 1-1,1-1 0,-1 0 0,1 1 1,-1-1-1,1 0 0,0 0 1,-1 0-1,1 0 0,-1 0 0,1 1 1,0-1-1,-1 0 0,1 0 1,0-1-1,9 3 98,0 0 1,-1-1 0,1-1-1,0 0 1,0 0 0,17-3-1,62-18 108,-78 18-205,351-119-820,-75 21-3642,-264 94 2838,1 1-1,-1 1 1,33-2 0,-18 8 364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36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 8 10778,'-4'1'220,"1"0"0,-1 0 0,0 0 0,1 1 0,-1-1 0,1 1 0,0 0 0,-1 0 0,1 1 0,0-1 0,0 1 0,1-1 0,-1 1 0,0 0 0,1 0 0,0 0 0,-1 0 0,1 0 0,0 1 0,1-1 0,-1 1 0,1-1 0,-1 1 0,1 0 0,0 0 0,1-1 0,-2 8 0,-11 111 2653,12-91-2578,-2 0-1,-1 0 1,-2 0 0,-13 43 0,48-149-250,56-101 0,-66 140-15,-6 11 147,20-28 0,-33 53-163,1-1 0,-1 1 0,0-1 0,1 1-1,-1-1 1,1 1 0,-1-1 0,0 1 0,1-1 0,-1 1-1,1 0 1,-1-1 0,1 1 0,-1 0 0,1-1 0,0 1 0,-1 0-1,1 0 1,-1-1 0,1 1 0,-1 0 0,1 0 0,0 0-1,-1 0 1,1 0 0,0 0 0,-1 0 0,1 0 0,-1 0-1,1 0 1,1 1 0,-1 0 20,1 0-1,-1 0 1,0 0 0,1 0-1,-1 0 1,0 0 0,0 1-1,0-1 1,0 0 0,0 1-1,1 2 1,3 6 160,0 1 0,5 18 1,-9-28-179,8 32 223,-6-21-182,0-1 0,1 1 0,0-1 0,10 18 0,-12-26-62,0 0-1,0-1 1,1 1 0,-1 0-1,1-1 1,0 1 0,0-1 0,-1 0-1,2 0 1,-1 0 0,0 0-1,0-1 1,1 1 0,-1-1-1,0 0 1,1 0 0,0 0-1,-1 0 1,1-1 0,-1 1-1,1-1 1,0 0 0,-1 0-1,1 0 1,0-1 0,5-1-1,7-1-117,-1-1-1,0 0 0,0-2 0,-1 1 0,16-10 0,11-7-1383,-1-3-1,66-52 1,-1-9-1394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37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28 172 11122,'-14'-9'1073,"6"-3"3152,3-2-2433,6 1-1336,11-3-264,4 2 120,6 0 144,1 4 128,-4 0-56,-2-1-207,-3 3-338,5-1-1055,0-3-472,9 0-3905,6 5 4024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39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 8 10578,'0'0'1350,"2"-6"-1147,-1 4 487,2 6 1848,1 6-2587,-2-1 0,0 0 0,0 1 0,0-1 0,-1 1 0,-1 0 0,0-1 0,0 1 0,-1 0 0,0-1 0,-1 1 0,1-1 0,-2 1 0,0-1 0,-4 10 0,6-17 32,-18 46-165,-29 50-1,41-85 466,-1 0 0,0-1 0,-1 0 0,-1 0 0,0-1 0,0 0 0,-1-1 0,-21 16 0,28-24-130,3-1-72,0 0 1,-1 0 0,1 0-1,-1 0 1,1 0 0,-1-1-1,1 1 1,-1 0 0,0-1-1,1 0 1,-1 1 0,0-1-1,-2 0 1,7-4-42,1 0-45,0 0 0,0 0 0,0 0 1,0 0-1,1 1 0,-1 0 0,1 0 1,0 0-1,0 0 0,0 1 0,10-3 0,10-3 5,36-5-1,-41 9 15,0 0 0,35-13 1,-44 12-123,0 0 0,0-2 0,-1 1 0,1-1 0,-1 0 0,-1-1 1,0 0-1,12-13 0,-17 16-19,-1 0 0,1 1-1,-1-1 1,0 0 0,0 0 0,0-1 0,-1 1 0,0-1 0,0 1 0,0-1 0,-1 0 0,0 0 0,0 1 0,0-1 0,-1 0-1,0 0 1,0 0 0,0 0 0,-2-9 0,1 11 125,-1-1 0,1 1 0,-1-1 0,0 1 0,0 0 0,0 0 0,0 0 0,-1 0 0,0 0 0,0 1 0,0-1 0,0 1 0,0 0 0,-5-4 0,6 6 98,0 0 1,0-1-1,0 1 0,0 0 1,0 1-1,0-1 0,0 0 0,0 1 1,0-1-1,0 1 0,0-1 1,0 1-1,-1 0 0,1 0 0,0 0 1,0 0-1,0 0 0,-1 1 1,1-1-1,0 1 0,0-1 0,0 1 1,0 0-1,0 0 0,0 0 1,0 0-1,0 0 0,0 0 1,1 1-1,-1-1 0,-2 3 0,-3 3 104,1 0 0,0 1 0,0 0 0,1 0 0,0 0 0,0 0 0,1 1 0,0 0 0,-4 16 0,-2 11-156,-6 43 1,12-53 15,-12 63-679,-5 132 0,16-123-1815,5-98 2370,0 0-1,0 1 1,0-1-1,-1 0 0,1 0 1,0 1-1,0-1 0,0 0 1,0 1-1,0-1 1,0 0-1,0 1 0,0-1 1,0 0-1,0 0 1,0 1-1,0-1 0,0 0 1,0 1-1,1-1 0,-1 0 1,0 1-1,0-1 1,0 0-1,0 0 0,1 1 1,-1-1-1,0 0 0,0 0 1,0 1-1,1-1 1,-1 0-1,13 6-1283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39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98 232 19988,'-26'51'1254,"13"-26"-501,0 0 1,1 1-1,2 0 0,-11 38 0,21-61-827,-1-1-1,1 1 1,-1-1 0,1 1-1,0-1 1,0 1 0,0-1-1,0 1 1,0 0 0,1-1-1,-1 1 1,1-1-1,0 0 1,0 1 0,-1-1-1,1 0 1,2 3 0,-2-3-19,0-1 0,1 0 0,-1 0 1,1 0-1,-1 1 0,1-1 0,-1 0 0,1-1 1,0 1-1,-1 0 0,1 0 0,0-1 0,0 1 1,-1-1-1,1 0 0,0 1 0,0-1 0,2 0 1,6 0-417,1-1 0,-1-1 1,1 1-1,-1-2 1,0 1-1,17-8 1,12-5-869,-1-2 0,50-30 1,-68 34 1288,0 0 1,-2-1-1,1-1 0,-2 0 1,30-36-1,-38 40 301,-1 0-1,-1-1 1,0 0 0,-1 0 0,0-1-1,0 0 1,-2 0 0,0 0-1,3-16 1,-6 24-41,0 0 0,0 0 0,-1 0-1,0 0 1,0 0 0,0 0 0,0 0-1,-1-1 1,0 1 0,0 0 0,0 0 0,-1 1-1,1-1 1,-1 0 0,-1 0 0,1 1 0,0-1-1,-1 1 1,0 0 0,0 0 0,-1 0 0,1 0-1,-1 0 1,1 1 0,-1 0 0,0 0 0,-7-5-1,4 5-118,-1-1 0,0 1 0,1 0 0,-1 1-1,0 0 1,0 0 0,0 1 0,0 0 0,-1 0-1,1 1 1,0 0 0,0 0 0,0 1 0,-1 0-1,1 0 1,0 1 0,0 0 0,1 1 0,-15 6-1,-4 3-127,0 2-1,1 2 0,1 0 1,-26 21-1,50-36 68,-12 7-437,0 1 1,1 1 0,1 0 0,0 0-1,-16 21 1,16-4-828,10-24 1124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58.7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57 205 6329,'0'0'144,"0"-11"5482,0 6-3646,0 8-2124,-2 60 688,-3 51 1033,3-99-1373,0-1 1,-1 0-1,-1 0 1,0 0-1,-12 25 0,16-39-170,0 0 1,0-1-1,0 1 0,0 0 0,0 0 0,0 0 0,-1-1 0,1 1 0,0 0 0,0 0 0,0-1 1,0 1-1,0 0 0,-1 0 0,1 0 0,0-1 0,0 1 0,0 0 0,-1 0 0,1 0 1,0 0-1,0 0 0,0 0 0,-1-1 0,1 1 0,0 0 0,0 0 0,-1 0 0,1 0 0,0 0 1,0 0-1,-1 0 0,1 0 0,0 0 0,0 0 0,-1 0 0,1 0 0,0 0 0,0 0 0,-1 0 1,1 0-1,0 1 0,0-1 0,-1 0 0,1 0 0,0 0 0,0 0 0,0 0 0,-1 1 0,1-1 1,0 0-1,0 0 0,0 0 0,0 0 0,-1 1 0,1-1 0,0 0 0,0 0 0,0 1 1,0-1-1,-5-26-232,5 24 325,-2-33-175,2-51-1,1 55 1,0 18 37,0 1 1,1-1-1,1 1 1,0 0-1,1 0 1,0 0-1,0 0 1,2 1-1,-1 0 1,1 0-1,1 0 1,0 1 0,0 0-1,1 0 1,1 1-1,-1 0 1,14-11-1,-9 10-15,-1 1 1,1 0-1,1 0 0,-1 1 0,1 1 0,1 1 1,-1 0-1,1 1 0,0 0 0,1 1 1,-1 1-1,1 0 0,21 0 0,-32 2 24,0 1-1,0 0 0,1 0 0,-1 1 1,0 0-1,0 0 0,0 0 1,0 0-1,0 1 0,-1 0 0,1 0 1,0 0-1,-1 0 0,0 1 1,1 0-1,-1 0 0,0 0 1,0 0-1,-1 1 0,1-1 0,-1 1 1,1 0-1,-1 0 0,0 1 1,-1-1-1,1 0 0,-1 1 0,0 0 1,2 5-1,3 18 273,-1 0 1,-2 1-1,-1 0 0,0 41 0,-1-17 33,-1-37-250,4 41 138,-5-52-223,1-1-1,0 0 0,0 0 0,0 0 1,1 0-1,-1 0 0,1 0 0,0 0 1,5 7-1,-7-10-33,1 0 0,0-1 0,0 1 0,0 0 0,0-1 0,0 1 0,0-1 1,0 1-1,0-1 0,0 0 0,1 1 0,-1-1 0,0 0 0,0 0 0,0 0 0,0 0 0,0 0 0,1 0 0,-1 0 0,0 0 1,0 0-1,0 0 0,0-1 0,0 1 0,0 0 0,0-1 0,0 1 0,1-1 0,0 0 0,24-22-855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59.7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 1 7898,'-59'421'2363,"51"-375"-1747,1-10 854,2-1-1,1 0 1,2 49 0,2-82-1446,0 0 0,0 1 0,0-1 1,0 0-1,1 0 0,-1 0 0,1 0 1,-1 0-1,1 0 0,0 0 0,0 0 1,0-1-1,0 1 0,0 0 0,0 0 1,0-1-1,0 1 0,1 0 0,-1-1 1,1 0-1,-1 1 0,1-1 0,0 0 1,0 0-1,-1 0 0,1 0 0,0 0 1,0 0-1,0 0 0,0-1 0,0 1 1,0-1-1,0 1 0,0-1 0,0 0 1,0 0-1,0 0 0,0 0 0,1 0 1,2-1-1,5 0-175,0-1-1,-1-1 1,1 0-1,0 0 1,-1-1 0,17-9-1,-6 1-744,0 0-1,-1-2 1,0 0-1,-1-1 0,-1-1 1,16-18-1,6-16-347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59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18 173 13979,'-17'3'2705,"29"-11"-2225,36-10-768,13-2-48,20-8 216,-1 0-121,-4 2-687,2-1-704,-15 6 968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00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 43 11514,'0'0'2774,"0"7"-967,1 43-1721,-3 0-1,-1-1 1,-3 1 0,-2-1-1,-2 0 1,-3-1-1,-26 68 1,31-100 34,6-24 49,6-30-46,5-7-123,2 1 0,1 1 0,2 0 0,3 0 0,1 2 0,2 0 0,42-64 0,-62 105 2,7-10 71,1 0 1,0 0-1,1 0 1,12-10-1,-19 18-61,-1 1 0,1-1 0,0 1 0,-1 0 0,1 0 0,0 0-1,0 0 1,0 0 0,0 0 0,0 0 0,0 0 0,0 1-1,0-1 1,0 1 0,0 0 0,0-1 0,0 1 0,0 0-1,0 0 1,1 0 0,-1 1 0,0-1 0,0 0 0,0 1 0,0 0-1,0-1 1,0 1 0,0 0 0,0 0 0,0 0 0,-1 0-1,1 0 1,0 0 0,-1 1 0,4 2 0,-2 0 9,1 1 1,-1 0 0,0 0-1,0 0 1,0 1-1,-1-1 1,0 1-1,0 0 1,0-1-1,0 1 1,0 10-1,1 9 108,-1 37-1,-2-48-83,1 24 74,-2-11 49,2 0 0,8 52 0,-8-75-159,0 1 0,0-1 0,0 0 0,1 0 0,0 1 0,0-1 0,0 0 0,0-1 1,6 8-1,-7-9-60,1 0 0,0-1 0,0 1 1,1-1-1,-1 1 0,0-1 0,0 1 1,1-1-1,-1 0 0,1 0 0,-1 0 1,1-1-1,-1 1 0,1 0 0,-1-1 1,1 0-1,0 0 0,4 0 0,-1 0-364,0-1-1,0 0 1,0 0-1,11-4 0,24-13-1008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00.9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8 111 8426,'-7'-5'3857,"22"-7"-2209,11 13 96,17-1-471,9 0-177,10-10-880,6-4-744,-6-8-1977,-5-1-1768,-7-3 3185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01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15531,'0'10'1345,"5"13"-33,8 10-792,6 24-448,0 10-24,0 23-48,-2 10-48,-14 16-328,-3 2-648,-13-2-1993,-6-6-1544,-6-20 3265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01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1 10754,'-8'0'5449,"-5"27"-5425,8 17-72,0 20-48,-4 31-72,-3 12-120,-7 14-712,-1-3-1280,1-18 1928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31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1 341 4017,'0'1'16,"0"-1"-1,0 0 1,0 1 0,0-1-1,0 0 1,0 0 0,0 1-1,0-1 1,0 0 0,0 0-1,0 1 1,0-1 0,0 0-1,0 0 1,0 1 0,1-1 0,-1 0-1,0 0 1,0 0 0,0 1-1,0-1 1,1 0 0,-1 0-1,0 0 1,0 1 0,0-1-1,1 0 1,-1 0 0,0 0-1,0 0 1,0 0 0,1 0 0,-1 1-1,0-1 1,0 0 0,1 0-1,-1 0 1,0 0 0,1 0-1,-1 0 1,0 0 0,0 0-1,1 0 1,-1 0 0,0 0 0,0 0-1,1 0 1,-1-1 0,0 1-1,1 0 1,19-4 217,-13 2-107,246-42 1557,-54 11 601,1223-153-209,-1331 180-2294,1-4-1,100-24 1,-85 6-67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0.0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1455 1 10610,'-7'15'312,"-7"11"-32,-10 12-296,-18 28-48,-13 20 16,-40 32 48,-11 15 80,-27 21 88,-3 8 24,1 3-40,5-10-47,4-27-89,-1-19-16,13-33-217,2-15-511,13-27 448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0.2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 12211,'76'-21'1152,"12"9"1400,20 29-2552,-3 18-360,-3 38-448,-12 22-272,-19 43 32,-5 11 560,-15 5 320,1-11 120,-3-34 96,6-16-32,0-29-32,4-13-249,2-29 153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0.6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 1 10970,'-3'11'128,"1"1"0,1 0 0,-1 18 0,-1 12-292,-30 156-300,-1 15 450,29-171 97,3 0-1,1 1 1,5 43-1,-3-82-72,10 65 135,-10-64-135,0 0-1,0 0 1,1 0-1,0 0 1,0-1-1,0 1 1,1-1 0,-1 0-1,1 0 1,0 1-1,6 4 1,-8-8-11,0 0-1,1 0 1,-1 0 0,0-1-1,1 1 1,-1-1 0,0 1 0,1-1-1,-1 1 1,1-1 0,-1 0 0,0 0-1,1 0 1,-1 1 0,1-1-1,-1-1 1,1 1 0,-1 0 0,1 0-1,-1-1 1,0 1 0,1 0 0,-1-1-1,1 1 1,-1-1 0,2-1 0,4-2-40,-1 0 0,0 0 0,10-10 1,-14 12 21,14-13-639,-1-2 0,0 0 0,14-22 1,8-16-654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0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99 9538,'23'13'456,"8"-5"360,21 1-720,8-6-48,4-8-360,4-9-464,4-15-1080,6-9-809,0-7 1265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1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 12163,'0'0'312,"29"1"240,13 3-840,15 3 72,15-7 192,3-4-72,-3-1-240,-8-5-297,-10-2-775,-7 0-736,-13-13 943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3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150 224 11306,'39'497'472,"-52"-3"-834,-80 144-154,91-623 562,-9 38 169,10-49-165,0-1 1,0 0-1,0 0 1,0 0-1,0 0 1,-1 0-1,0 0 0,1-1 1,-1 1-1,-3 3 1,5-6-40,0 0 1,0 0-1,0 0 1,0 0-1,-1 1 1,1-1-1,0 0 1,0 0-1,0 0 1,-1 0-1,1 0 1,0 0-1,0 0 1,0 0-1,-1 0 1,1 0-1,0 0 1,0 0-1,0 0 1,-1 0-1,1 0 1,0 0-1,0 0 1,0 0-1,-1 0 1,1 0-1,0 0 1,0 0-1,0 0 0,0 0 1,-1 0-1,1 0 1,0-1-1,0 1 1,-6-9 578,1-5-74,1 0 0,0 0-1,2 0 1,-1 0 0,1-20 0,-1 7-24,-13-628 2773,19 557-3201,4 1 0,35-172 0,-31 224-67,2 1 1,2 0 0,1 1-1,3 1 1,1 0 0,3 1-1,1 2 1,30-39 0,-33 51 21,2 0 0,1 1 0,1 2 0,1 1 0,1 0 0,0 2 0,2 1 0,1 2 1,58-28-1,-75 41-24,-1 1 0,1 0 1,0 0-1,0 1 1,0 1-1,0 1 0,0 0 1,21 0-1,-28 2-15,1 0 1,-1 0-1,1 0 0,-1 1 1,0 0-1,0 0 0,0 0 0,0 1 1,0 0-1,0 0 0,-1 0 0,1 1 1,-1 0-1,0 0 0,0 1 0,0-1 1,-1 1-1,0 0 0,6 8 0,-4-3-20,-1 0-1,0 0 0,0 1 1,-1 0-1,-1 0 0,0 0 0,3 17 1,-3-5-19,-1 0 1,-1 0 0,-1 26 0,-5-2 34,-2 0 0,-2-1-1,-1 0 1,-3-1 0,-24 57 0,2-20 78,-86 143 1,82-162 420,-65 81 1,88-124-210,-1-2-1,-1 0 1,-1 0 0,0-2-1,-1 0 1,0-2 0,-38 21-1,51-32-194,1 0-1,-1 0 1,0-1-1,-1 0 1,1 0-1,0-1 0,-1 0 1,-13 1-1,18-2-62,0 0 0,0-1 0,0 1 0,1-1 0,-1 1 0,0-1-1,0 0 1,0 0 0,1 0 0,-1 0 0,1-1 0,-1 1 0,1-1 0,-1 0-1,1 1 1,0-1 0,0 0 0,0 0 0,0-1 0,0 1 0,0 0-1,1 0 1,-3-6 0,0 0-34,1 0-1,1-1 1,0 1-1,0-1 1,0 0-1,1 0 1,0 1-1,1-1 1,0 0-1,1 0 1,-1 0-1,2 0 1,-1 0-1,1 1 1,6-17-1,-5 15-16,1 1 0,1-1 0,-1 1 0,1-1 0,1 1 0,0 1 0,0-1 0,1 1 0,0 0 0,0 1 0,1 0-1,0 0 1,12-8 0,-14 11 27,0 1-1,0 0 0,1 1 1,0-1-1,-1 1 0,1 0 1,0 1-1,0 0 0,0 0 1,0 0-1,0 1 0,0 0 1,0 0-1,0 1 0,0 0 0,0 0 1,0 1-1,0 0 0,0 0 1,-1 1-1,1-1 0,-1 1 1,12 8-1,4 3-85,-2 1-1,0 1 1,-1 1-1,0 1 1,20 25-1,33 43-1014,55 59-4407,-63-89 3564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3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394 917 9730,'-5'-6'628,"-5"-10"373,-1 0 0,-1 1 1,0 1-1,-17-15 0,25 25-1014,-1 0 0,1 1-1,-1 0 1,0 0 0,0 0-1,0 1 1,-1-1 0,1 1-1,-1 1 1,1-1 0,-1 1-1,1 0 1,-1 0 0,0 0-1,0 1 1,1 0 0,-1 0 0,-7 2-1,2 0-16,-1 1 0,1 0 0,0 0 1,0 2-1,0-1 0,1 1 0,-1 1 0,1 0 0,1 0 0,-16 14 0,18-15 30,1 1-1,-1 0 0,2 1 0,-1-1 1,1 1-1,0 0 0,0 0 1,1 1-1,0-1 0,0 1 1,1 0-1,0 0 0,0 0 1,1 1-1,-2 12 0,3-9 9,1 0-1,0-1 1,1 1 0,0 0-1,1 0 1,0-1 0,5 16-1,-6-23 12,0 0-1,1-1 0,-1 1 1,1 0-1,0 0 0,0-1 0,0 0 1,1 1-1,-1-1 0,1 0 1,0 0-1,-1 0 0,1 0 1,1-1-1,-1 1 0,0-1 0,1 0 1,-1 0-1,1 0 0,0 0 1,-1-1-1,1 1 0,0-1 1,7 1-1,0-2 40,0 0 1,0 0 0,0-2-1,-1 1 1,1-1-1,0-1 1,-1 0-1,0 0 1,0-1-1,0 0 1,0-1 0,17-12-1,-1 0-38,-1-1 0,-1-1 0,29-30 0,-37 33 56,-1 0 0,0-1 0,-2 0 1,0-1-1,-1-1 0,12-24 0,-23 40 1444,7 55 203,-8-48-1722,0 11-4,1 1-1,1-1 1,0 0-1,7 22 0,-8-33-133,1-1-1,-1 0 0,1 0 0,-1 0 1,1 0-1,0 0 0,0 0 0,0 0 1,0-1-1,1 1 0,3 3 0,-4-5-79,0 0-1,0 0 1,1 1-1,-1-2 1,0 1 0,0 0-1,0 0 1,1-1-1,-1 1 1,1-1-1,-1 0 1,0 0-1,1 0 1,-1 0-1,0 0 1,1 0 0,-1 0-1,4-2 1,4-2-260,-1 1 1,0-2-1,0 1 1,0-1 0,-1-1-1,15-11 1,21-13 61,-34 25 546,0 0 1,0 1 0,1 0 0,-1 1 0,1 0 0,0 1 0,0 0-1,0 1 1,0 0 0,22 2 0,-26-1-37,-1 1 0,1 0 0,-1 0 0,0 1 0,1-1 0,-1 1 0,0 1 0,0-1 0,0 1 0,0 0 0,-1 1 1,1 0-1,-1-1 0,0 1 0,0 1 0,0-1 0,-1 1 0,1 0 0,4 7 0,-8-11-74,0 1 0,0-1 0,-1 0 0,1 1 0,0-1 0,0 0 0,-1 1 0,1-1 0,-1 1 0,1-1 0,-1 1 0,0 0 0,1-1 0,-1 1 0,0-1 0,0 1 0,0-1 0,0 1 0,-1 0 0,1-1 0,0 1 0,-1-1 0,1 1 0,-1-1 0,1 1 0,-1-1 1,0 1-1,1-1 0,-1 0 0,0 1 0,0-1 0,0 0 0,0 0 0,-2 2 0,1-2-2,1 0 0,-1 0 0,0 0 0,0 0 0,0-1 0,0 1 0,0 0 0,0-1 0,0 1 0,-1-1 0,1 0 0,0 0 0,0 0 1,0 0-1,0 0 0,0 0 0,0 0 0,-1-1 0,1 1 0,0-1 0,0 0 0,0 1 0,0-1 0,-3-2 0,0-1-27,1 1 0,-1-1 1,1 0-1,-1 0 0,1-1 0,1 1 0,-1-1 0,1 0 1,-1 0-1,1 0 0,1-1 0,-3-5 0,-2-7-63,0-1-1,-5-28 1,0-14 487,2-1-1,3 0 1,2-101 0,7 114-98,2 1 0,3 0 0,1 1 0,3-1 0,19-54 1,-20 77-242,0 0 1,2 1 0,18-30-1,-24 44-88,1 0-1,1 0 0,0 1 0,0 0 1,1 0-1,0 1 0,0 0 0,1 1 1,13-8-1,-19 13 0,0 0 0,-1 0-1,1 0 1,0 1 0,0-1 0,0 1 0,1 0-1,-1 1 1,0-1 0,0 1 0,0 0 0,1 0 0,-1 0-1,0 0 1,0 1 0,0-1 0,0 1 0,1 0-1,-1 1 1,0-1 0,-1 1 0,1 0 0,5 2 0,0 3-4,-1-1 1,0 1-1,0 0 0,-1 1 1,1-1-1,-2 1 1,1 1-1,5 9 1,9 18 18,-2 1 0,-1 1 0,-2 1 1,17 66-1,-6-9-435,-5 2 1,-4 0-1,-4 1 0,-5 1 1,-6 182-1,-4-258-200,-1-1-1,-1 1 1,-1-1-1,-13 42 1,15-61 549,0 0 1,0 0-1,-1 0 0,1 0 1,-1-1-1,0 1 1,-4 3-1,7-7 82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4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 16684,'0'0'4336,"23"-4"-3799,15 1-449,27-13-1273,24-5-1615,25 6 887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4.6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334 1041 16564,'-16'-11'2296,"-29"-16"0,34 22-2305,1 0 1,-1 1-1,1 0 1,-16-2-1,21 4-110,-1 1 0,0 1-1,1-1 1,-1 1 0,0 0 0,0 0-1,1 1 1,-1 0 0,0 0 0,1 0 0,-1 1-1,1-1 1,-1 1 0,1 1 0,0-1-1,-1 1 1,1 0 0,1 0 0,-1 0-1,0 1 1,1-1 0,-6 8 0,-1 1-4,0 0 0,1 1 0,1 0 0,-11 20 0,18-29 133,0-1-1,0 1 1,0 0-1,1 0 1,-1 0-1,1 0 0,0 0 1,0 0-1,1 0 1,-1 0-1,1 0 1,0 0-1,0 0 0,0 1 1,0-1-1,1 0 1,0 0-1,0 0 1,0 0-1,0 0 0,4 6 1,-4-8 6,1 1 0,0-1 0,-1 1 0,1-1 0,0 0 0,1 0 0,-1 0 0,0 0 0,1 0 0,-1 0 0,1-1 0,-1 1 0,1-1 0,0 0 0,-1 1 0,1-2 0,4 2 0,-2-1 34,0 0-1,0-1 0,0 0 1,0 0-1,0-1 0,0 1 1,-1-1-1,1 0 1,9-3-1,-1-2 47,0 0 1,0 0-1,-1-1 0,1-1 1,-2 0-1,17-14 0,-3-3-102,-1-2 0,41-55 0,-30 35 90,-35 46-51,1 0 1,0 0 0,-1 0 0,1 0 0,-1 0 0,1 0-1,0 0 1,0 0 0,0 1 0,-1-1 0,1 0 0,0 1 0,0-1-1,0 0 1,0 1 0,0-1 0,0 1 0,0 0 0,0-1 0,1 1-1,-1 0 1,0-1 0,0 1 0,0 0 0,0 0 0,0 0 0,1 0-1,-1 0 1,0 0 0,0 1 0,0-1 0,0 0 0,0 1-1,0-1 1,0 0 0,0 1 0,0-1 0,0 1 0,0 0 0,2 0-1,1 4 74,1 0-1,-1 0 0,0 0 1,0 0-1,5 12 0,0-3-123,-1-3 13,0 0 0,1 0 0,1-1-1,20 17 1,-26-23-110,1 0-1,1-1 0,-1 1 1,0-1-1,1 0 0,0-1 1,0 1-1,-1-1 0,1 0 1,1-1-1,-1 0 1,0 0-1,6 1 0,-10-2 8,0 0 0,-1-1 0,1 1-1,0 0 1,-1-1 0,1 1 0,-1-1 0,1 1-1,0-1 1,-1 0 0,0 1 0,1-1 0,-1 0-1,1 0 1,-1 0 0,0 0 0,0 0 0,1-1-1,-1 1 1,0 0 0,1-2 0,1-3-348,0 0 0,0 0 1,0 0-1,1-7 1,-1 6 1,54-200-7629,-24 74 5177,-9 53 5133,-4-1 1,18-151-1,-35 125 86,-3 66-545,1 0-1,3 1 1,9-47 0,-13 86-1731,0 1 1,0-1 0,0 0-1,0 0 1,0 0-1,0 0 1,0 0-1,1 0 1,-1 0 0,0 1-1,1-1 1,-1 0-1,0 0 1,1 0-1,-1 1 1,1-1 0,0 0-1,-1 1 1,1-1-1,0 0 1,-1 1-1,1-1 1,0 1 0,1-2-1,-1 3-11,0 0-1,0 0 1,1 0 0,-1 0 0,0 1-1,0-1 1,0 0 0,0 0-1,0 1 1,-1-1 0,1 0-1,0 1 1,-1-1 0,1 1-1,0 1 1,6 16 11,0 1 1,-2 0-1,0 0 0,-1 0 1,1 26-1,0-12-44,31 485-3793,-34-471 3126,6 150-1474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7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 51 3281,'10'-49'-1489,"-10"47"2954,-1 6-12,-7 24 679,-7 37-1,-4 86-883,12-82-801,-5 25-182,-18 184 112,22-2-219,8-274-157,-1 11 26,2 0-1,0 0 1,0 0-1,1 0 1,1 0-1,0 0 1,8 21-1,-10-33-22,0 1 1,-1-1-1,1 1 0,0-1 1,0 1-1,0-1 0,0 1 0,0-1 1,0 0-1,1 0 0,-1 0 1,0 1-1,1-1 0,-1 0 0,1-1 1,-1 1-1,1 0 0,-1 0 0,1-1 1,-1 1-1,1 0 0,0-1 1,1 1-1,0-2-20,-1 1 0,0 0-1,1-1 1,-1 1 0,1-1 0,-1 0 0,0 0 0,0 0-1,0 0 1,1 0 0,-1-1 0,0 1 0,0 0 0,-1-1-1,1 0 1,3-3 0,28-35-171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7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54 11634,'-67'26'545,"13"-3"871,7-4-264,27-9-528,28-8-840,27-13-216,24-8-240,13-3 8,11-8-496,7 3 151,2 3 585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7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9866,'-10'0'2297,"15"35"-2097,12 1 128,1 39-136,-10 13-72,3 31-760,-3 7-665,8-5 841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8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 10794,'0'0'507,"-2"3"67,-4 9-357,1 0 1,0 0-1,0 0 1,1 0 0,1 1-1,-3 21 1,-5 83 946,11-117-1155,-2 33 465,2-1 1,1 0-1,9 61 0,-7-80-347,0 0 0,1 0-1,0 0 1,0-1 0,2 1 0,0-1-1,0 0 1,1-1 0,0 0 0,1 0-1,0 0 1,12 10 0,-17-18-112,0 0 1,0 0-1,0 0 0,1-1 1,-1 0-1,1 0 0,0 0 1,-1 0-1,1 0 1,0-1-1,0 1 0,0-1 1,0 0-1,0-1 0,0 1 1,1-1-1,-1 1 1,0-1-1,0 0 0,0-1 1,1 1-1,5-2 0,-4 0-140,0-1-1,0 1 0,0-1 0,-1 0 0,1-1 0,-1 1 1,0-1-1,0 0 0,0-1 0,0 1 0,-1-1 0,0 0 0,7-10 1,2-5-904,-1-1 1,-1-1-1,-1 1 1,-1-2 0,-1 1-1,7-31 1,-6-12-287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8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94 6097,'-55'22'1713,"1"2"1023,13-1-1335,11-6 631,17-10 312,32-12-2031,14-11-337,22-13-505,9-6-279,3-3-1344,1 2-49,1 8 1473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8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0 16444,'-3'7'767,"-2"6"1767,6-12-2686,-1 0 0,0-1 0,1 1-1,-1 0 1,1 0 0,0-1-1,-1 1 1,1 0 0,-1-1 0,1 1-1,0 0 1,0-1 0,-1 1 0,1-1-1,0 0 1,0 1 0,-1-1 0,1 1-1,0-1 1,0 0 0,1 1 0,35 12-253,-37-13 421,1 0-1,0 0 0,-1 0 0,1 0 0,0 0 0,-1 0 1,1 0-1,-1 0 0,1 1 0,0-1 0,-1 0 0,1 1 1,-1-1-1,1 0 0,0 1 0,-1-1 0,1 0 0,-1 1 0,1-1 1,-1 1-1,0-1 0,1 1 0,-1-1 0,1 1 0,-1 0 1,0-1-1,0 1 0,1-1 0,-1 1 0,0 0 0,0-1 1,0 1-1,0 0 0,1-1 0,-1 2 0,1 5 124,1 1-68,-1-5-51,0-1 0,0 1 1,-1 0-1,1 1 0,-1-1 0,0 0 1,1 0-1,-2 0 0,1 0 0,0 0 1,0 0-1,-1 0 0,0 0 1,0 0-1,1 0 0,-2 0 0,-1 5 1,-34 54 295,18-33 245,2 1 1,-16 38-1,33-67-537,-1 0 0,1 1 1,-1-1-1,1 0 0,-1 1 0,1-1 0,0 0 0,-1 1 0,1-1 1,0 0-1,0 1 0,0-1 0,0 1 0,0-1 0,1 0 1,-1 1-1,1 2 0,-1-4-32,1 1-1,-1-1 1,1 1 0,-1-1 0,1 1-1,0-1 1,-1 0 0,1 1 0,-1-1-1,1 0 1,0 0 0,-1 1 0,1-1 0,0 0-1,0 0 1,-1 0 0,1 0 0,0 0-1,-1 0 1,1 0 0,0 0 0,-1 0-1,1 0 1,1 0 0,6-3-292,0 1 1,-1-1 0,1 0-1,11-6 1,29-17-1562,13-9 577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31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 10242,'0'0'1312,"25"9"-967,4-7 231,4-2 736,10-5-184,-1-2-272,9-4-520,5 3-408,-4 1-1096,1 1-696,-16 3-1241,-8 0 2033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32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73 12347,'12'0'1464,"2"3"616,10-3-735,7 0-153,4-1-576,3-8-240,10 2-264,2-7-72,4-3-696,-1 7-696,-13-1-1729,-9 4-216,-5 16 2457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9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0 13595,'-5'6'300,"0"1"0,0 0 1,1-1-1,0 1 0,0 1 0,0-1 1,1 1-1,1-1 0,-1 1 0,-1 9 0,0 8-410,-1 50 0,4-57 261,-7 262 259,14-137 847,-4-122-963,2 0 0,0 0 0,1-1 0,12 31 1,-16-49-293,-1-1 0,1 1 0,0 0 0,0 0 0,-1-1 0,1 1 0,0-1 0,1 1 0,-1-1 0,0 1 0,0-1 0,1 0 0,-1 1 1,1-1-1,-1 0 0,1 0 0,-1 0 0,4 1 0,-2-1-48,-1-1-1,0 0 1,1 0 0,-1 0 0,0 0-1,1-1 1,-1 1 0,0-1-1,0 1 1,1-1 0,-1 0 0,0 0-1,0 0 1,3-2 0,7-4-579,-1-1 0,0-1 0,-1 0 0,0 0 0,0-1 0,-1 0 0,0-1 0,-1 0 0,0 0 0,9-19 0,16-29-625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29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170 140 9058,'-56'26'1200,"1"-1"1233,24-10 383,7-4-663,20-13-1105,20-7-568,20-13-456,18-4-232,23-9-776,3-5-761,5-1-2271,-1-1 3271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30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0 120 9138,'15'-9'1681,"109"-63"4865,-109 65-6482,-1 1 0,1 1-1,0 0 1,1 0 0,-1 2 0,31-4 0,-43 7-105,0 0-1,-1 0 1,1 0 0,0 0-1,-1 0 1,1 1 0,0-1 0,-1 1-1,1 0 1,-1 0 0,1 0 0,-1 0-1,1 0 1,2 2 0,-4-2 8,0 0 1,0 0 0,0 1-1,0-1 1,0 0 0,0 1-1,0-1 1,-1 1 0,1-1-1,0 1 1,-1-1 0,1 1-1,-1-1 1,0 1-1,1 0 1,-1-1 0,0 1-1,0-1 1,0 1 0,0 0-1,0-1 1,-1 1 0,1 0-1,0-1 1,-1 2 0,-5 14 329,-1 0 1,0 0 0,-1-1-1,-1-1 1,0 1 0,-2-1 0,-18 21-1,2-6 884,26-29-1100,1-1-80,-1 0-1,1 0 1,0 0 0,0 0 0,0 0 0,0 0 0,0 0 0,0 1 0,-1-1-1,1 0 1,0 0 0,0 0 0,0 0 0,0 0 0,0 0 0,0 1-1,0-1 1,0 0 0,0 0 0,0 0 0,0 0 0,0 0 0,0 1-1,0-1 1,0 0 0,0 0 0,0 0 0,0 0 0,0 1 0,0-1-1,0 0 1,0 0 0,0 0 0,0 0 0,0 0 0,0 1 0,0-1-1,0 0 1,0 0 0,0 0 0,0 0 0,0 0 0,0 0 0,1 1-1,-1-1 1,0 0 0,0 0 0,0 0 0,0 0 0,0 0 0,0 0-1,1 0 1,-1 0 0,0 0 0,0 0 0,0 1 0,2 1-13,6 4-20,-1 0 0,1-1 0,13 7-1,-12-7 51,0 1-1,0 0 1,-1 0-1,1 0 1,6 8-1,-14-12-14,0-1-1,0 1 1,0-1-1,0 1 1,0 0-1,-1-1 1,1 1-1,-1 0 1,1-1-1,-1 1 1,0 0-1,0-1 1,0 1-1,0 0 1,0 0-1,0-1 1,0 1-1,0 0 0,-1 0 1,1-1-1,0 1 1,-1 0-1,0-1 1,1 1-1,-1-1 1,0 1-1,0-1 1,-2 3-1,-2 4 12,-1-1 0,0 0-1,-14 12 1,17-16-13,-9 8 38,0-1 0,-1-1 0,0 0 0,-1 0 0,-14 6-1,18-11-31,0 0 0,0 0 0,0-1 0,-1 0 0,1-1 0,-1 0 0,1 0 0,-15-1 0,22-1-119,0 0-1,0 0 0,0 0 0,0 0 0,0-1 0,0 1 1,0-1-1,1 0 0,-1 0 0,0 0 0,0 0 0,1-1 0,-1 1 1,0-1-1,1 0 0,0 1 0,-1-1 0,1 0 0,0 0 1,0-1-1,0 1 0,-2-4 0,1-1-166,1 1 1,-1-1-1,2 0 0,-2-10 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33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63 14747,'-5'0'6578,"28"-8"-6330,6 2-200,6-1-48,13-1-96,2-1-88,4 0-529,-2 1-535,-9 4-1136,-5 1-1225,3 6 2353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42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433 31 11618,'0'0'1535,"-4"5"-952,-23 33-644,-37 74 0,-4 5-118,50-89 304,-2-1-1,-30 33 1,41-50-67,-1-1 0,1-1-1,-2 0 1,1 0 0,-1-1 0,0 0 0,0-1-1,-1 0 1,-15 5 0,24-10 0,-1 0 1,0 0-1,0 0 1,0 0-1,0-1 0,1 0 1,-7 0-1,9 0-43,0 0 1,0 0-1,-1-1 0,1 1 0,0 0 0,0-1 0,0 1 1,0-1-1,0 1 0,0-1 0,0 1 0,0-1 0,0 0 0,0 1 1,1-1-1,-1 0 0,0 0 0,0 0 0,1 0 0,-1 0 1,0 0-1,1 0 0,-1 0 0,1 0 0,-1 0 0,1 0 1,0 0-1,-1 0 0,1 0 0,0 0 0,0-2 0,-1-3-18,1-1-1,0 1 1,1 0-1,0-1 0,0 1 1,0 0-1,0 0 1,1 0-1,0 0 1,1 0-1,-1 0 0,1 1 1,0-1-1,1 1 1,-1-1-1,1 1 0,0 0 1,9-8-1,-2 3-10,0 0 0,1 0-1,0 1 1,1 0 0,0 1 0,27-11-1,-25 13 91,0 0-1,1 2 0,0 0 1,0 1-1,0 0 0,29 0 1,97 12 956,-46 0-393,-80-9-639,-1 0-1,1-1 1,0 0-1,0-1 1,-1-1 0,1-1-1,-1 0 1,16-7-1,-22 8-222,-1-1 0,0 0 0,-1-1-1,1 1 1,-1-1 0,0-1 0,0 1 0,0-1-1,-1 0 1,0-1 0,0 0 0,-1 0 0,0 0-1,0 0 1,7-16 0,-11 22 211,-1-1 1,1 0 0,-1 0-1,1 0 1,-1 0-1,1 0 1,-1 0-1,0 0 1,0 1-1,0-1 1,0 0-1,-1 0 1,1 0-1,0 0 1,-1 0-1,1 0 1,-1 0-1,0 0 1,1 1-1,-1-1 1,0 0 0,0 1-1,0-1 1,-1 0-1,1 1 1,0-1-1,0 1 1,-4-3-1,-2-1 126,-1-1 0,1 1 0,-1 0 0,-15-6 0,14 6 45,4 3-81,-17-9 1335,0 0 1,-46-13-1,68 23-1369,-1 1 0,0 0 0,0 0 0,0 0 0,0 0 0,1 0 0,-1 0 0,0 0 0,0 0 0,0 0 0,0 0 0,1 0 0,-1 1 0,0-1 0,0 0 0,0 0-1,1 1 1,-1-1 0,0 1 0,1-1 0,-1 1 0,0-1 0,1 1 0,-1-1 0,0 1 0,1-1 0,-1 1 0,1 0 0,-1-1 0,1 1 0,-1 0 0,1 0 0,-1 1 0,-7 34 470,7-31-457,-11 113-322,5 147 0,7-195-304,0-57 491,-1 46-2916,2 0 1,17 113-1,-2-119 1123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43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130 192 7970,'-7'1'799,"0"0"0,0 1 0,0 0 1,0 0-1,0 0 0,-10 6 0,14-6-668,0 1 0,-1-1-1,1 1 1,0 0 0,1 0-1,-1 0 1,0 0 0,1 1-1,0-1 1,0 1 0,0-1 0,0 1-1,-2 5 1,1 1-94,0 1 0,0 0 0,1 0 0,0-1-1,1 1 1,0 0 0,1 1 0,0-1 0,1 0 0,0 0 0,0 0 0,2 0 0,-1-1 0,6 16-1,-6-21 39,0-1 0,0 1-1,0-1 1,0 0 0,1 0-1,-1 1 1,1-2 0,0 1-1,0 0 1,1 0-1,-1-1 1,1 0 0,0 0-1,-1 0 1,2 0 0,-1 0-1,0-1 1,0 0 0,1 0-1,-1 0 1,1 0 0,0-1-1,-1 0 1,1 0 0,0 0-1,0-1 1,0 1-1,-1-1 1,1 0 0,0 0-1,0-1 1,0 0 0,0 0-1,7-2 1,-1-1-4,0 0-1,0-1 1,0 0 0,0-1-1,-1 0 1,0 0-1,-1-1 1,1-1 0,13-14-1,-4 3-61,-1-2 0,-2 0 0,18-28-1,-28 39-22,0 0-1,0-1 0,-1 0 0,0 0 0,-1 0 1,3-16-1,-5 21 7,-1-1-1,-1 0 1,1 0 0,-1 1 0,0-1 0,-1 0 0,0 1 0,0-1 0,0 0-1,-1 1 1,0-1 0,-5-11 0,2 9 22,0-1 0,-1 1 0,0 0 0,0 1 0,-1-1 0,0 2 0,0-1 0,-1 1-1,0 0 1,0 0 0,-1 1 0,0 0 0,0 0 0,-11-4 0,12 7-1,0-1 0,0 1 1,0 1-1,0 0 0,-1 0 0,1 1 1,-1 0-1,0 0 0,1 1 0,-1 0 0,0 0 1,1 1-1,-1 0 0,1 1 0,-1 0 0,1 0 1,-15 7-1,15-5-181,0 0-1,0 0 1,1 1 0,0 0 0,0 0-1,0 1 1,0 0 0,1 0 0,0 0-1,0 1 1,1 0 0,0 0-1,0 1 1,1-1 0,-1 1 0,2 0-1,-5 13 1,-3 34-1187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44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401 1 8562,'-33'66'3400,"-9"15"-3370,9-26-13,-37 54-1,68-106-10,-82 104 286,69-90 248,0-1 0,-2 0 0,-33 25 0,13-23 1308,36-23-1133,0 1-598,1 0-1,-1 0 1,1 0-1,0 0 1,0 0-1,1 0 1,-1 0 0,1 0-1,0 0 1,0 0-1,3-7 1,-1 3-30,1 0 0,0 1 0,1-1 0,-1 1 1,10-10-1,-6 8-20,0 0 0,1 1 1,0 1-1,0-1 0,1 1 1,-1 1-1,2-1 0,20-8 1,-18 11-21,1 0 1,0 1 0,0 0-1,0 2 1,0-1 0,0 2-1,24 1 1,-11 2-55,0 1 1,0 1-1,26 10 0,-50-15 22,0 1-37,-1 0 0,1 0 0,0 0 0,-1-1 0,1 1 0,0-1 0,0 0 0,2 0 0,-4 0 9,0 0 1,-1-1-1,1 1 0,0 0 0,-1-1 1,1 1-1,0-1 0,-1 1 1,1-1-1,-1 0 0,1 1 1,-1-1-1,1 1 0,-1-1 1,1 0-1,-1 1 0,0-1 0,1 0 1,-1 0-1,0 1 0,1-1 1,-1 0-1,0 0 0,0 1 1,0-1-1,0 0 0,0 0 1,0 0-1,0-1 0,2-23-52,0-1 0,-2 0 0,-1 0 0,-1 0 0,-2 0 0,0 1 0,-10-32 0,14 55 504,-7 10 272,5-1-652,0 1 1,1-1 0,0 1 0,1 0-1,0 13 1,0 4-18,-2 307-1055,3-315 467,1-1 0,6 28-1,-4-33 151,0-1-1,10 20 0,-10-22 217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44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6 112 9586,'-1'0'588,"-3"0"-1284,3-2 2174,3-3 3503,1-2-4868,1 1 0,0-1 1,0 1-1,0 0 0,1 0 0,0 1 1,0-1-1,1 1 0,-1 0 0,1 1 1,0 0-1,0-1 0,1 2 0,-1-1 1,1 1-1,0 0 0,13-4 0,-10 4-106,0 1-1,0-1 1,0 1-1,0 1 1,1 0-1,-1 1 1,0 0-1,1 0 1,-1 1-1,1 0 1,-1 1-1,17 5 1,-24-6-11,0 0 0,0 0 0,0 1 0,0-1 0,0 1 0,0-1 0,-1 1 0,1 0 1,-1 0-1,1 0 0,-1 0 0,0 1 0,0-1 0,0 1 0,0-1 0,0 1 0,-1 0 0,1-1 0,-1 1 0,1 0 0,-1 0 1,0 0-1,0 0 0,0 5 0,-1-3 20,0 0 0,0 0 0,0 0 0,-1 0 0,0 0 1,0 0-1,0 0 0,-1 0 0,1 0 0,-1 0 0,-1 0 0,1-1 1,0 1-1,-6 6 0,-16 17 721,0 0-1,-1-2 1,-2-1 0,-1-2 0,0 0-1,-46 27 1,60-43 36,26-12-534,12 0-303,-1 0 0,1 2 0,-1 1 0,1 1-1,0 1 1,0 1 0,0 1 0,38 8 0,-14 4 46,-45-13 54,-3 0-10,0 0-29,0-1-73,-4 0-1513,-6 0 433,10 0 1147,0 0 0,0-1 0,-1 1 1,1 0-1,0 0 0,0 0 0,0 0 0,0 0 1,0 0-1,-1 0 0,1 0 0,0 0 0,0 0 1,0 0-1,0 0 0,0-1 0,0 1 1,0 0-1,-1 0 0,1 0 0,0 0 0,0 0 1,0 0-1,0-1 0,0 1 0,0 0 1,0 0-1,0 0 0,0 0 0,0 0 0,0-1 1,0 1-1,0 0 0,0 0 0,0 0 0,0 0 1,0 0-1,0-1 0,0 1 0,0 0 1,0 0-1,0 0 0,0 0 0,0 0 0,0-1 1,0 1-1,0 0 0,0 0 0,1 0 0,-1 0 1,0 0-1,0 0 0,0 0 0,0-1 1,0 1-1,1 0 0,5-6-226,1 0 0,0 0-1,1 0 1,8-4 0,7-6-708,-22 15 828,3-2-450,0-1-1,1 1 0,-1 0 1,1 0-1,0 0 0,0 1 1,0 0-1,0 0 0,0 0 1,1 0-1,8-1 0,-13 3 43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46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227 89 11787,'0'0'733,"13"-19"2786,-22 32-3158,-7 11-335,-17 40 0,-10 18 6,-17 7 353,-14 26 1666,73-115-2027,1 1 1,-1-1-1,1 1 0,0 0 1,-1-1-1,1 1 0,0 0 1,-1-1-1,1 1 0,0 0 1,0 0-1,0-1 0,0 1 1,0 0-1,0 0 0,0-1 1,0 1-1,0 1 0,0-2-12,1 0 0,-1 1 0,0-1 0,0 0 0,1 0 0,-1 1 0,0-1 0,1 0 0,-1 0 0,0 0 0,1 1 0,-1-1 0,1 0 0,-1 0 0,0 0-1,1 0 1,-1 0 0,0 0 0,1 0 0,-1 0 0,1 0 0,-1 0 0,0 0 0,1 0 0,35-10 217,182-88-822,-152 66 43,98-56-1312,-139 72 1574,-1-1-1,-1-1 0,-1 0 1,29-32-1,-47 46 340,0 0 0,-1-1 0,1 0 0,-1 0 0,0 0 0,0 0 0,3-8 0,-6 12 44,1-1 1,-1 0-1,0 0 0,1 0 0,-1 0 1,0 0-1,0 0 0,0 0 1,-1 0-1,1 0 0,0 0 1,-1 0-1,1 1 0,-1-1 1,0 0-1,1 0 0,-1 0 0,0 1 1,0-1-1,0 0 0,0 1 1,0-1-1,-1 1 0,1-1 1,-3-1-1,1-1 62,-1 1 0,0 0 0,0 0 0,0 0 0,0 1 0,-1 0 0,1-1 0,-1 1 0,1 1 0,-1-1 1,0 1-1,0-1 0,-5 1 0,7 0-130,-1 1-1,1 0 1,-1 1 0,1-1 0,-1 0 0,0 1-1,1 0 1,-1 0 0,1 0 0,0 0 0,-1 1 0,1-1-1,0 1 1,0 0 0,0 0 0,0 0 0,0 0 0,0 0-1,-3 4 1,-1 3-32,-1 0 0,1 1 0,1 0-1,0 0 1,0 0 0,-5 15 0,-23 70-88,30-81 83,-20 65-638,-19 122-1,35-143-2110,-1 73 1,9-72 791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6:47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68 101 9170,'-2'-14'4267,"-2"21"918,-2 9-1544,3-4-4005,3-11-396,-6 26 736,1 0-1,-1 37 1,-2 14 13,-17 48 125,25-125-114,-3 23 17,4-23-17,-1 0 1,0-1-1,0 1 1,1-1-1,-1 1 1,0 0-1,1-1 1,-1 1-1,1-1 1,-1 1-1,1-1 1,-1 0-1,1 1 1,-1-1-1,1 1 1,-1-1-1,1 0 1,-1 0-1,1 1 1,0-1-1,-1 0 1,1 0-1,0 1 1,-1-1-1,1 0 1,0 0-1,-1 0 1,1 0-1,0 0 1,-1 0-1,1 0 1,-1 0 0,1-1-1,0 1 1,-1 0-1,2-1 1,9-1 4,1-1 1,-1-1 0,0 0 0,0-1-1,-1 0 1,16-10 0,60-44-26,-78 53 14,16-12-77,0-1 1,-2-2-1,37-41 0,-49 49-11,0 0 0,-1 0 0,-1-1 0,0-1 0,0 1 0,-2-1 0,0 0 0,7-29 0,-12 40 130,0-1-1,-1 1 1,0 0 0,0-1 0,0 1 0,0-1 0,-1 1 0,1-1 0,-1 1 0,0 0 0,-1-1 0,1 1 0,-1 0-1,1 0 1,-1 0 0,-1 0 0,-3-5 0,5 7 11,-1 1 1,1-1-1,0 1 0,-1 0 0,1-1 1,-1 1-1,1 0 0,-1 0 0,0 0 1,0 0-1,1 1 0,-1-1 0,0 0 1,0 1-1,0-1 0,-3 1 0,2 0-17,0 0-1,1 0 1,-1 0-1,1 1 1,-1 0-1,1-1 1,-1 1-1,1 0 1,-1 0-1,1 0 1,0 1-1,0-1 1,0 1-1,-1-1 1,-2 4-1,0 0-4,0 0 0,0 0-1,1 1 1,-1 0-1,1 0 1,1 0 0,-1 0-1,1 0 1,-4 12-1,-1 8 2,-7 34-1,14-56-20,-18 110-309,-5 159 1,12-112-787,-3-23 222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38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1311 3625,'-1'1'5904,"9"7"-5392,-3-6-444,0 1-1,1-1 1,-1 0 0,1 0 0,0 0-1,0-1 1,-1 0 0,1 0 0,0 0-1,0-1 1,0 0 0,0 0 0,0-1-1,9-1 1,32-5 208,-1-2 0,0-2 1,0-2-1,-2-2 0,0-2 0,0-2 1,65-40-1,-106 58 2318,-4 1-2545,-1 1-1,1-1 1,0 0 0,-1 0 0,1 0-1,0 0 1,-1 0 0,1 0 0,0 0 0,-1-1-1,1 1 1,0 0 0,0-1 0,-1 1-1,1-1 1,0 1 0,0-1 0,-2 0 0,2 0-36,-2 0 5,1-1 0,-1 1 0,1-1 0,-1 1 0,1-1 1,0 0-1,0 1 0,0-1 0,0-1 0,0 1 0,0 0 0,1 0 1,-1-1-1,1 1 0,-1 0 0,1-1 0,0 0 0,0 1 0,0-1 0,0 0 1,0-5-1,-2-73 61,9-86 1,-1-61-179,-7 195 149,-1 1 1,-1-1 0,-2 1-1,-1 0 1,-1 0 0,-2 1-1,-2 0 1,0 1 0,-2 0-1,-23-35 1,29 50 184,-2-2 84,7 13 58,1 6 256,5 6-481,-3-8-141,0 1 0,1-1 1,-1 0-1,0 1 0,0-1 0,0 1 0,1-1 0,-1 1 0,0-1 0,0 0 0,0 1 1,0-1-1,0 1 0,0-1 0,0 1 0,0-1 0,0 0 0,0 1 0,0-1 0,0 1 1,0-1-1,0 1 0,0-1 0,-1 0 0,1 1 0,0-1 0,0 1 0,0-1 0,-1 0 1,1 1-1,0-1 0,-1 0 0,1 1 0,0-1 0,-1 0 0,1 1 0,0-1 0,-1 0 1,1 0-1,0 1 0,-1-1 0,1 0 0,-1 0 0,1 0 0,-1 1 0,-5 1-11,1 1 0,0 1 0,0-1 0,0 1 1,-7 5-1,1 0-3,11-8 2,-1 0 1,1-1-1,-1 1 0,0-1 1,1 1-1,-1-1 1,0 1-1,1-1 1,-1 0-1,0 1 1,0-1-1,1 0 1,-1 0-1,0 1 1,0-1-1,0 0 1,1 0-1,-1 0 0,-2 0 1,-5-1-4,-1 1 0,0 1 0,1-1 0,-1 2 1,0-1-1,1 1 0,-1 0 0,1 1 0,0 0 0,-9 4 0,-5 5 4,0 0 0,0-2 0,-1-1 0,-40 10 0,59-18 3,-1-1-40,23-14 2,-6 5 33,-6 4 1,1 0 1,0 0-1,0 1 0,8-4 1,-7 0-11,83-73 12,-90 80 19,2-1 8,-12-3-62,3 2 28,0 1 1,-1 0 0,1 1 0,-1-1 0,1 1-1,-13 0 1,1 1-2,1 1-1,-27 5 1,43-6-10,5-2-187,113-57 66,-114 58 144,11-8 20,-14 9-23,-1 0-1,1 0 0,0 0 1,0 1-1,-1-1 0,1 0 1,0 0-1,0 0 1,-1 0-1,1 0 0,0 0 1,0 0-1,-1 0 1,1 0-1,0 0 0,-1 0 1,1 0-1,0 0 0,0 0 1,-1 0-1,1 0 1,0 0-1,-1 0 0,1 0 1,0 0-1,0 0 0,-1 0 1,1 0-1,0-1 1,0 1-1,0 0 0,-1 0 1,1 0-1,0-1 1,0 1-1,0 0 0,-1 0 1,1 0-1,0-1 0,0 1 1,0 0-1,0 0 1,-1-1-1,1 1 0,0 0 1,0 0-1,0-1 0,0 1 1,0 0-1,0-1 1,0 1-1,0 0 0,0 0 1,0-1-1,0 1 1,-5 7-3,0 1 1,0-1-1,0 1 0,1 0 1,-6 17-1,-13 51 0,19-62 0,-11 53 16,-10 92-1,25-157 28,-2-4-10,0-2-36,-1 0 0,2 0 0,-1 0 0,0 0 0,1 0 0,0 0 0,0 0-1,0-1 1,1 1 0,-1 0 0,1 0 0,0-1 0,0 1 0,1 0 0,1-8 0,2-12-62,13-37-1,-11 41 39,16-53-104,4 1-1,44-90 0,-54 134 103,-2 11 21,-14 17 9,1 0-1,-1 0 1,0 0 0,0 0-1,0-1 1,0 1-1,1 0 1,-1 0 0,0 0-1,0 0 1,0 0 0,0-1-1,1 1 1,-1 0-1,0 0 1,0 0 0,0 0-1,1 0 1,-1 0 0,0 0-1,0 0 1,1 0-1,-1 0 1,0 0 0,0 0-1,0 0 1,1 0-1,-1 0 1,0 0 0,0 0-1,1 0 1,-1 0 0,0 0-1,0 0 1,0 1-1,1-1 1,-1 0 0,0 0-1,0 0 1,0 0 0,0 0-1,1 1 1,7 5 45,-1 0 0,1 0 0,-1 1 0,0 0-1,-1 0 1,10 15 0,-5-8 41,23 24 0,-13-21-117,0-1 0,1 0 0,1-2 0,0-1 1,1-1-1,1 0 0,-1-2 0,2-1 0,-1-1 1,1-2-1,40 6 0,-60-11-103,0 0-1,0 0 1,0-1 0,0 0-1,0 0 1,-1 0 0,1-1-1,0 0 1,0 0 0,10-4-1,-12 2 31,0 0-1,1 0 0,-1-1 1,0 0-1,5-7 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40.4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1192 6225,'103'5'4516,"-64"-1"-4055,76-5 1,-74-3-332,-1-3 0,0-1-1,66-22 1,-82 21-86,0-1 0,-1-1 0,-1 0-1,0-2 1,0-1 0,-2 0 0,25-22-1,-34 23 202,1 0 0,-2 0 0,1-1 0,-2 0 0,0-1 1,-1 0-1,0-1 0,-1 0 0,-1 0 0,-1 0 0,4-19 0,0-8-37,-1-1 1,-3-1-1,0-48 0,-5 61-83,-2 0 0,0 0 0,-2 0 0,-2 0 0,0 1 0,-15-41 0,13 50 138,-1 1 1,-1 1 0,0-1-1,-2 2 1,0-1-1,-1 2 1,-1 0-1,-1 0 1,-28-25 0,41 41-174,2 2-275,16-19 219,-12 14-30,0 0 0,0 0 0,1 1 0,-1 0-1,9-7 1,-11 10 32,-6 0 4,3 0-39,0 0-1,0 1 0,0-1 1,1 1-1,-1-1 0,0 1 1,0-1-1,0 1 0,0-1 1,0 1-1,0 0 0,0 0 1,0-1-1,0 1 0,-2 0 1,-3-1-1,4 0 0,0 1 0,0-1-1,0 0 1,0 1 0,0 0 0,0 0 0,0-1-1,0 1 1,0 0 0,0 0 0,1 1 0,-1-1 0,0 0-1,0 1 1,0-1 0,0 1 0,0 0 0,0-1-1,0 1 1,1 0 0,-1 0 0,0 0 0,1 0 0,-1 1-1,1-1 1,-1 0 0,1 1 0,0-1 0,-1 1-1,-1 2 1,-39 75-37,26-47 53,-1-1 0,-1 0 1,-1-2-1,-38 44 0,28-48 46,29-25-61,0 0 0,0 0 0,0-1 0,0 1 0,0 0 0,0 0 0,0 0 0,0 0 0,0 0 0,0 0 0,0 0 0,0 0 0,0 0 0,0 0 0,0 0 0,0 0 0,0 0 0,0 0 0,0-1 0,0 1 0,0 0 0,0 0 0,0 0 1,0 0-1,0 0 0,0 0 0,0 0 0,0 0 0,0 0 0,0 0 0,0 0 0,0 0 0,0 0 0,0 0 0,0-1 0,0 1 0,0 0 0,0 0 0,0 0 0,0 0 0,0 0 0,0 0 0,-1 0 0,1 0 0,0 0 0,0 0 0,0 0 0,0 0 1,0 0-1,0 0 0,0 0 0,0 0 0,0 0 0,0 0 0,0 0 0,0 0 0,0 0 0,0 0 0,-1 0 0,1 0 0,0 0 0,0 0 0,0 0 0,0 0 0,0 0 0,0 0 0,0 0 0,-1-4 9,1-6-10,-1-1 0,2 1 0,-1 0 0,1-1 0,1 1 0,0 0 0,0-1 1,1 1-1,6-14 0,8-15-23,24-38 0,-22 42 17,-13 24 5,0 0 0,1 0 0,0 1 0,0 0 0,1 0 1,0 0-1,1 1 0,18-14 0,-25 22-24,0 4-2,0 1 24,0-1 1,-1 1-1,1 0 1,-1 0-1,0 0 1,0 0-1,-1 0 1,1 0-1,-1 0 1,0 0-1,0 0 1,0 5-1,-10 59 7,3-25-6,7-43 2,0 1-1,0-1 1,0 1-1,0-1 1,0 1-1,0-1 1,0 0-1,0 1 1,0-1-1,0 1 0,0-1 1,0 1-1,0-1 1,0 1-1,1-1 1,-1 1-1,0-1 1,0 0-1,1 1 1,-1-1-1,0 1 1,0-1-1,1 0 1,-1 1-1,0-1 1,1 0-1,-1 1 0,0-1 1,1 0-1,-1 1 1,1-1-1,1 0 1,-1 0-1,0 1 0,0-1 0,1 0 0,-1 0 0,0-1 1,0 1-1,1 0 0,-1 0 0,0-1 0,0 1 0,2-1 1,39-22-10,-34 19 9,8-6 1,2 2 0,-1 0 0,1 1 1,0 0-1,1 2 0,-1 0 1,35-3-1,-25 6-29,-1 1 0,0 1 0,1 2 1,-1 1-1,27 6 0,120 16-4206,-165-24 3780,63 7-1495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49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1194 130 7794,'-5'-8'339,"1"-1"1,-1 1-1,0 0 1,-1 0-1,0 1 1,0 0-1,-1 0 1,1 0-1,-2 1 1,1 0-1,-1 0 1,1 1-1,-2 0 1,-8-4-1,8 5-253,-1 0 0,0 0 0,-1 1 0,1 1 0,0 0 0,-1 0 0,1 1 0,-1 0 1,0 1-1,1 0 0,-1 1 0,1 0 0,-1 1 0,1 0 0,-1 0 0,1 1 0,0 0 0,0 1 0,-13 7 0,7-1-51,-1 1-1,1 0 1,1 2 0,0-1-1,1 2 1,0 0 0,1 1-1,-13 17 1,4 0 49,2 1-1,1 1 1,-17 42 0,16-25-6,2 1-1,3 1 1,2 1-1,3-1 1,1 2 0,-1 97-1,37 331-11,71 92-341,-84-504 246,-3-15 0,-2 0 0,-2 0 0,-4 1 0,-5 104 0,-1-134 54,0-1 0,-2 1 1,-1-1-1,-1-1 1,-2 1-1,0-1 0,-2 0 1,0-1-1,-2-1 0,0 0 1,-2 0-1,-22 26 0,29-39 34,-1-1-1,0 0 1,-1-1-1,0 0 1,0 0 0,0-1-1,-1 0 1,-13 5-1,15-8-31,-1-1 0,0 0 0,0 0 0,0-1 0,0 0 0,0-1 0,-1 0 0,1 0 0,0-1 1,-17-3-1,4-1-336,0-1 1,0-1 0,0-1 0,1-1 0,0-1 0,0-1 0,-31-20 0,-64-56-840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49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1 471 18708,'40'-30'1040,"11"-6"377,48-11-1217,13-4-64,39-5-184,6 3-256,-1 6-857,1 5-215,-18 8-1081,-10 6 17,-16 7 391,-10 6 249,-18 5 1008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579 22 12739,'-23'-6'521,"-1"1"1,0 0-1,-40 0 1,55 5-420,0 0 0,0 1 0,0 0-1,1 1 1,-1 0 0,0 0 0,1 1 0,-1 0 0,1 0 0,0 1 0,0 0 0,0 1 0,-9 6-1,2 3 6,-1 0-1,2 1 0,0 1 0,1 0 0,0 1 0,2 1 0,0-1 0,1 2 0,-14 32 0,-1 15 455,-25 103 1,19-32 73,5 2 0,-12 202 0,34-258-658,4-1 0,10 95-1,-6-144-173,2-1 0,1 1 0,1-1 0,1-1 0,2 0-1,2 0 1,0-1 0,21 32 0,-27-50-24,1 0 0,1-1 0,0 0 0,1 0 0,0-1 0,0-1 0,1 0 0,0 0 0,0-1 0,1 0 0,21 9 0,-20-12-53,-1-1 0,1 0 0,0-1 0,0 0 0,0-1 0,1 0 0,-1-1 0,0-1 0,1 0 0,-1-1 0,0-1 1,19-3-1,78-28-495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51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16 10034,'-7'-16'2602,"7"16"-2540,0 0 0,0 0 0,0 0 0,-1 0 0,1 0 0,0 0 0,0 1-1,0-1 1,0 0 0,-1 0 0,1 0 0,0 0 0,0 0 0,0 0 0,0 0 0,-1 0 0,1 0 0,0 0-1,0 0 1,0 1 0,0-1 0,0 0 0,0 0 0,-1 0 0,1 0 0,0 0 0,0 1 0,0-1 0,0 0 0,0 0-1,0 0 1,0 0 0,0 1 0,0-1 0,0 0 0,0 0 0,0 0 0,0 0 0,0 1 0,0-1 0,0 0-1,-5 34 862,-4 223-807,-10-84-11,-1 25-36,17-148-60,8 95 1,-4-129-8,1 0 0,1-1 1,1 0-1,0 1 1,9 21-1,-11-34 6,-1 1-1,1 0 1,0-1-1,0 0 1,0 1-1,1-1 0,-1 0 1,1 0-1,0 0 1,-1 0-1,1-1 1,1 1-1,-1-1 1,0 0-1,0 0 1,1 0-1,-1 0 0,1-1 1,0 1-1,0-1 1,-1 0-1,1 0 1,0 0-1,0-1 1,0 1-1,6-1 1,0-1-23,0-1 0,-1 0 1,1-1-1,-1 1 1,0-2-1,1 1 1,-1-2-1,-1 1 1,1-1-1,-1 0 1,0-1-1,10-8 1,12-12-798,43-49 0,-72 74 780,106-130-4262,-67 74 3071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51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47 275 12211,'-28'-5'1408,"9"1"3545,24-8-4017,28 2-168,40-11-416,22-5-240,23-8-472,6-3-560,-1-3-1640,-2-1-2521,9-4 3968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52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45 11771,'0'0'1178,"0"5"-515,5 145 52,-1-99-733,-4 77 0,-2-102 23,-2 1 1,-1-1-1,-1-1 0,-1 1 1,-12 30-1,17-52 199,4-28 23,0 0-1,2 1 1,1 0-1,13-38 1,-3 7-240,5-30-56,-13 48 83,1 0-1,2 1 1,2 0 0,18-40 0,-27 70 20,0 0-1,1-1 0,-1 1 1,1 0-1,0 0 0,0 1 0,0-1 1,1 1-1,6-4 0,-10 7-21,1 0 1,-1 0-1,1 0 0,0 1 0,-1-1 0,1 1 0,0-1 0,-1 1 0,1-1 0,0 1 0,0 0 0,-1 0 0,1 0 1,0 0-1,0 0 0,0 1 0,-1-1 0,1 0 0,0 1 0,-1-1 0,1 1 0,0 0 0,-1 0 0,1-1 0,-1 1 1,1 0-1,-1 0 0,1 0 0,-1 1 0,0-1 0,1 0 0,-1 0 0,0 1 0,0-1 0,0 1 0,0-1 0,1 3 1,8 12 20,-1 1 1,0 1 0,-1 0-1,-1 0 1,6 23 0,-9-24-14,1-1 0,1 0 1,1 0-1,0 0 0,1-1 0,0 0 0,12 14 1,-18-26-66,1 0 0,0 0 1,0 0-1,-1-1 0,2 1 1,-1-1-1,0 0 0,0 0 1,1 0-1,-1-1 1,1 1-1,0-1 0,-1 1 1,1-1-1,0-1 0,7 2 1,-7-2-41,1 0-1,0-1 1,-1 1 0,1-1-1,0 0 1,-1 0 0,1-1 0,-1 1-1,0-1 1,0 0 0,1 0 0,-1 0-1,0-1 1,3-3 0,39-30-726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52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42 11138,'0'0'4681,"21"7"-3984,12-11-313,8-1-408,11-4-673,2 3-327,-7-3-1032,-6 2 279,-12-2 1161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52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15459,'-9'45'1225,"7"17"159,4 18-840,10 27-504,5 12-456,1 6-2121,1-6-2568,-6-19 3777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53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19740,'8'100'944,"1"11"-31,1 17-905,-10 12-1289,0 3-1903,-5-1 1103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53.3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19540,'36'26'1056,"13"7"273,41 31-1457,19 23-296,26 46-1585,8 22 1177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5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0 11434,'-40'7'297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54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 10274,'0'0'731,"5"-4"220,1 1-780,1-1 0,1 1 0,-1 0 0,0 0 0,1 1 0,-1 0-1,1 0 1,0 1 0,0 0 0,0 0 0,10 1 0,9 0 540,0 2 1,30 5-1,-45-5-592,0 1 1,-1 0 0,1 0 0,-1 1-1,0 1 1,0 0 0,0 0-1,-1 1 1,0 0 0,0 1 0,0 0-1,-1 1 1,0 0 0,-1 0-1,0 1 1,0 0 0,0 0 0,-1 1-1,-1 0 1,11 22 0,-5-5-143,-1 1 1,-2 0-1,10 46 1,8 92-85,-26-155 102,17 123-37,-1 182 0,-17-259 62,-4 0 0,-2-1 1,-2 0-1,-3 0 0,-34 105 1,21-104 89,-1-1 1,-64 99-1,-90 88-1807,160-220-573,16-21 1430,3-4 188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54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 14123,'0'0'840,"0"2"88,0 0-928,35 10-72,6-14 24,15-3 0,11-4 48,-6-1 0,3 1 0,-11 1 24,-1 1-640,2 1-680,-11 1-2065,-5 0 2401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7:54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 18508,'17'7'992,"18"-7"232,11-2-920,25-12-1504,7-5-1136,3-10 927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00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710 884 8282,'0'0'3963,"-1"12"-607,-3 18-2994,1 0 1,1 0 0,2 0-1,1 0 1,2 0-1,1 0 1,1 0 0,12 40-1,-10-46-241,2-1 1,0 0-1,1-1 0,1 1 0,1-2 0,1 0 0,1 0 0,1-2 0,1 1 0,34 31 0,-44-46-49,1 1 0,0-1-1,1-1 1,-1 1-1,1-1 1,-1 0 0,1-1-1,0 0 1,1 0-1,-1-1 1,0 0 0,1 0-1,-1-1 1,1 0-1,0-1 1,-1 0 0,1 0-1,-1-1 1,1 0-1,-1 0 1,1-1 0,-1 0-1,15-6 1,-5 0 1,0-1 0,-1 0 0,0-1 0,-1-1 0,0-1 1,-1 0-1,0-1 0,-1 0 0,18-23 0,-6 4-64,-2-2 0,0-1 0,-3-1-1,-1 0 1,-1-2 0,-3 0 0,0-1-1,-3-1 1,-1 0 0,-3 0 0,0-1 0,-3-1-1,-2 1 1,-1-1 0,-2 0 0,-2 0 0,-2 1-1,-2-1 1,-1 1 0,-2 0 0,-17-50 0,12 51-38,-2 2 0,-2 0 0,-1 0 0,-1 2 0,-30-40 1,38 60 14,-1 1 0,-1 0 0,0 1-1,-1 0 1,-1 1 0,0 0 0,-1 2 0,0-1 0,0 2 0,-2 0 0,1 2 0,-1-1 0,-25-7 0,15 10 17,1 1 0,-1 1-1,0 2 1,0 0 0,0 2 0,0 1 0,-30 5-1,0 3 50,0 3 0,-79 27 0,85-21 46,0 2 0,1 2 0,1 3 0,2 1 0,-55 40 1,80-48-17,1 0 0,1 2 0,0 0 0,-33 44 1,43-48-40,0 1 0,1-1 0,1 1 0,1 1-1,0 0 1,2 0 0,0 1 0,-4 21 0,7-28-23,2-1 0,-1 1 0,2 0 0,-1-1 0,1 1 0,1 0 0,0 0 0,1-1 0,0 1 0,1-1 0,0 1 0,1-1 0,0 0 0,1-1 0,0 1 0,1-1 0,0 0 0,1 0 0,-1 0 0,2-1 0,0 0 0,0-1 0,0 1 0,1-2 0,0 1-1,1-1 1,-1-1 0,1 0 0,1 0 0,-1-1 0,22 8 0,-7-5 12,1-2-1,1 0 1,-1-2-1,0-1 1,1-1 0,43-2-1,-2-5 38,98-19 0,-30-7-55,-2-5 0,-2-7-1,-1-5 1,-3-6 0,162-93 0,-76 9-729,-180 113-230,-2-2-1,-1-1 0,50-59 1,-55 50-589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01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253 70 7386,'-12'2'396,"0"0"0,1 1 1,-20 6-1,27-7-346,1-1-1,0 1 1,0 0-1,0 0 1,0 0-1,0 0 1,0 1-1,0-1 1,0 1-1,1-1 1,0 1-1,-1 0 1,1 0-1,0 0 1,0 0-1,-1 5 1,-3 8 275,2-1 1,0 1 0,1 0-1,1 0 1,0 0 0,1 0-1,1 1 1,1-1 0,0 0-1,6 28 1,-6-38-221,0 0 0,1 1 0,0-1 0,0 0 0,1-1 0,-1 1 0,1 0 0,1-1 0,-1 0 0,1 0 1,0 0-1,0 0 0,6 5 0,-7-7-85,0-1 1,1 0-1,-1 0 0,1 0 1,-1 0-1,1-1 1,0 0-1,0 1 0,0-1 1,0-1-1,0 1 1,-1 0-1,1-1 1,1 0-1,-1 0 0,0 0 1,0-1-1,-1 1 1,1-1-1,0 0 0,0 0 1,5-2-1,5-3-3,-1 0 1,1-1-1,-2 0 0,1-1 0,-1 0 0,0-1 0,-1 0 1,0-1-1,9-12 0,-6 7-111,0-1 0,-2-1 0,0 0 0,-1-1 0,16-35 0,-23 44 49,0-1 1,-1 1-1,0-1 0,-1 1 1,0-1-1,-1 0 0,0 0 1,-1-18-1,0 24 83,0 0 0,-1 0-1,0 0 1,0 0 0,0 0 0,0 0 0,-1 0 0,1 0 0,-1 1 0,0-1 0,0 1-1,-1-1 1,1 1 0,-1 0 0,1 0 0,-1 0 0,0 0 0,0 0 0,-1 1-1,1-1 1,0 1 0,-1 0 0,-6-3 0,0 1 133,-1 1 0,0 0 0,0 1 0,0 0 0,0 1 0,-1 0 0,1 0 0,0 1 0,0 1 0,-1 0 0,1 1 0,0 0 0,0 0 0,-15 6 0,-15 7-88,2 1 0,-51 28 0,34-14-1767,14-8 635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02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1 213 11682,'33'19'649,"10"0"1647,12-2-407,18-4-409,8-7-648,11-12-744,-9-7-224,-9-13-744,-6-6-384,-18-6-601,-2-4-311,-17-3 287,-13 2-1375,-20 1 1623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02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35 6809,'-38'-21'1801,"5"9"1424,-3 10-745,6 16-1024,9 17-231,9 35-345,11 27-208,7 63-400,8 20-152,7 39-632,-2 15-1016,-15 8 879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07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341 387 11819,'-3'2'23,"0"-1"0,0 1 0,1 0 0,-1 0 0,0 0 0,1 0 0,-1 0 0,1 1 0,-1-1 0,1 1 0,-3 4 0,1 1-69,1-1-1,0 1 1,-4 13-1,5-14 78,-44 111 481,-1 3 366,31-69-529,2-1 0,-13 103 0,24-124-195,2-1 1,0 1-1,2 0 1,2-1-1,0 1 1,15 56-1,-14-73-81,1 0 0,0-1-1,1 1 1,0-1 0,1 0 0,0 0-1,1-1 1,0 0 0,1 0 0,0-1 0,0 0-1,1-1 1,1 0 0,0 0 0,0-1 0,0-1-1,1 0 1,0 0 0,1-1 0,-1-1 0,1 0-1,0-1 1,0 0 0,1-1 0,-1 0-1,1-1 1,0-1 0,-1 0 0,1-1 0,0 0-1,-1-1 1,1-1 0,0 0 0,-1-1 0,0 0-1,1-1 1,15-7 0,-2-3-5,1-1 0,-2-1 1,0-1-1,-1-1 0,-1-1 1,35-37-1,-32 27-42,-1-1 0,-1-1 0,-2-1 0,35-64 0,-45 69 53,-1 0-1,-2-1 1,0 0-1,-2-1 1,-1 0-1,-2-1 1,0 1-1,-2-1 1,-1 1-1,-2-1 1,-1 0-1,-1 0 1,-1 0 0,-2 1-1,-1 0 1,-1 0-1,-15-37 1,2 12 168,-3 2 1,-42-73-1,51 101-226,-2 0-1,0 1 0,-2 1 0,-1 1 0,0 0 1,-1 2-1,-24-18 0,29 26-25,-1 2 0,-1 0 1,1 1-1,-1 0 0,0 2 0,-1 0 1,0 0-1,0 2 0,0 1 0,-29-3 1,20 5 1,1 1-1,-1 0 1,1 3 0,0 0 0,0 1-1,-42 13 1,50-10 8,0 0-1,0 1 0,1 1 1,0 0-1,0 1 1,1 1-1,1 1 1,0 0-1,0 1 1,1 1-1,1 0 0,-15 20 1,21-24-1,0 1-1,1-1 1,0 1 0,1 1-1,0-1 1,1 1 0,0 0-1,-4 22 1,7-24-3,0-1 0,1 1 0,0 0 0,1 0 1,-1 0-1,2-1 0,0 1 0,0-1 0,0 1 0,1-1 0,1 1 0,4 9 1,-3-9 7,1-1 1,0 1 0,1-1 0,-1 0 0,2 0-1,-1-1 1,1 0 0,0-1 0,1 1 0,0-1 0,15 8-1,-9-7 26,0 0-1,1-2 0,0 0 0,0-1 1,0 0-1,1-1 0,17 1 0,3-2 43,0-1 0,0-3 0,0 0 0,-1-3-1,1-1 1,51-14 0,-34 4 64,0-3 1,-1-3-1,70-37 0,-51 17-277,112-83 0,-173 115 19,56-45-731,-60 47 62,1 0 0,-1-1 0,0 1-1,-1-2 1,10-16 0,-12 8-1620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08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0 22941,'-19'90'536,"-5"50"-144,-4 24-360,-5 42-1016,4 12-600,6-9 359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4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851 0 15107,'-24'11'904,"-5"15"-111,-4 13-265,-12 46-176,0 20-88,-21 44-216,-1 15-24,-9 23-24,-11 0 48,4-23-48,2-22-48,10-54-664,9-26-489,15-41-2543,13-17 3112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4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19940,'0'0'1032,"24"25"-39,3 11-697,12 14-16,11 35-80,7 10-104,5 21-256,-5 12-104,-2 3-192,-4 4-216,-3-11-977,-1-11-1087,6-28 1087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4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42 10098,'-1'-41'2330,"-8"54"44,2 11-1835,1 0 0,1 1 0,-2 35 1,2-17-19,2-22-264,-19 196 1467,19-175-1577,3 0 1,1 0-1,8 47 1,-7-80-145,-1-1 0,2 1 0,-1-1 0,1 0 0,0 1 0,1-1 1,0 0-1,8 12 0,-11-18-9,0-1 1,1 1 0,-1-1-1,1 1 1,0-1-1,-1 1 1,1-1 0,0 0-1,0 0 1,0 0 0,0 0-1,0 0 1,0 0 0,0 0-1,0-1 1,3 1-1,-2-1-15,-1 0-1,1 0 0,0-1 0,0 1 1,-1-1-1,1 1 0,0-1 0,-1 0 1,1 0-1,0 0 0,-1-1 0,0 1 1,1-1-1,-1 1 0,0-1 0,3-2 1,7-7-597,-1-1 1,0 0-1,0-1 1,-1-1 0,-1 1-1,0-1 1,-1-1 0,-1 0-1,0 0 1,-1 0 0,0-1-1,3-19 1,0-16-613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4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75 6625,'-75'22'1801,"5"1"1175,13-1-663,6-3 920,27-10 671,26-9-3207,32-14-273,30-10-320,26-5-168,14-8-720,5 3-1057,3 3 785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6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1 6425,'0'0'3921,"-2"0"-3225,0 0-120,1 2 17,-1-1 599,0 1 176,0 0-272,-22 48-279,22-5-457,2 19-240,2 46-384,-2 22-337,-5 51-3847,3 18 3783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7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77 17092,'16'12'1144,"15"0"-160,9 0-344,24-8-176,7-4-320,8-9-888,1-7-296,-11-3-984,-8-1-273,-22-6-976,-6 0 2545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7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12083,'-10'57'1488,"8"31"1841,11 25-1825,6 41-1096,-2 15-216,0 13-984,3-2-1337,5-20 1081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7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56 13403,'4'5'792,"6"-1"-312,9-4-480,14-11-1032,15-2-480,8-6-1601,6-2 1809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8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 14867,'0'0'96,"35"-26"-2760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8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11018,'17'2'0,"6"-2"-872,1 0-1888,2-2 1559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8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14891,'29'-2'808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8.6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 1680,'0'0'2665,"27"-24"-2337,-9-3 168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8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56 14987,'0'0'-216,"14"-8"-1840,15-13-1617,21-5 2145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9.1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 9946,'0'14'1408,"2"24"6266,5 24-5834,-9 49-1023,-3 29-297,-7 35-1112,3 8-785,2 0-2367,2-5 1207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19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1 170 25717,'79'2'497,"27"-9"-49,51-24-1425,18-16-807,0-39 824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20.4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202 204 17804,'-20'13'579,"0"0"1,-27 22-1,39-27-498,0 0-1,0 0 0,1 1 0,0-1 1,0 1-1,1 1 0,-8 16 0,5-3-236,1-1 0,1 1 0,1 0 0,-5 46 0,3 99-1284,10-96 1060,3 0 0,4 0 1,2-1-1,4 0 0,3-1 1,28 73-1,-40-128 674,-1-1 0,2 0 0,0-1 1,1 1-1,0-1 0,12 14 0,-17-24-165,1 1 0,-1 0 0,1-1 0,0 0 0,1 0 0,-1 0 0,0 0 0,1-1 0,0 0 0,-1 0 0,1 0 0,0 0 0,0-1 0,0 0 0,0 0 0,0 0 0,1 0 0,-1-1 0,0 0 0,0 0 0,8-2 0,1 0 11,-1-1 0,1-1 0,-1 0 0,0-1 1,-1 0-1,1-1 0,-1-1 0,19-12 0,1-5 3,50-47 0,-41 31-116,-3-2 0,-1-2-1,-2-1 1,-2-1 0,-2-2 0,31-66 0,-40 68-9,-2-2 0,-3-1 0,-1 0 0,-3-1 1,-2 0-1,-2-1 0,2-59 0,-10 90 37,-1-1-1,-1 0 0,-1 0 0,0 0 1,-2 1-1,-1-1 0,0 1 0,-14-32 0,14 40-11,-1 0-1,-1 0 1,0 0-1,-1 1 1,0 0-1,0 1 1,-1-1-1,-1 2 1,0-1-1,0 1 1,-1 1-1,0 0 1,0 1-1,-16-8 1,10 7-44,-1 1 1,1 1-1,-2 0 1,1 2-1,0 0 0,-1 1 1,0 1-1,-21 0 1,28 2 2,0 0-1,-1 1 1,1 0 0,0 1 0,0 1 0,0 0-1,1 0 1,-1 1 0,1 1 0,0 0 0,0 0-1,0 1 1,-13 10 0,18-10 4,0 0-1,0 0 1,1 1 0,-1-1 0,2 1-1,-1 1 1,1-1 0,0 0 0,0 1-1,1 0 1,-3 11 0,3-9-8,0 1-1,1-1 1,1 1 0,-1-1-1,2 1 1,0-1 0,0 1-1,2 16 1,0-20 3,0 0 1,0 0-1,1 0 0,0 0 1,0 0-1,0-1 1,1 1-1,0-1 0,0 0 1,1 0-1,0 0 1,0-1-1,0 0 0,1 0 1,-1 0-1,1 0 0,0-1 1,1 0-1,-1 0 1,1-1-1,0 0 0,13 5 1,1-2 29,-1-1 0,1 0 0,0-2 0,1 0 0,-1-2 0,39-1 0,-11-4-18,-1-2 0,-1-3 0,50-14 0,135-53-1494,-107 33-620,-31 15 437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23.1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 73 5857,'0'1'6787,"-5"84"-5863,8-26-804,-2-1 0,-3 1-1,-11 74 1,13-133-87,0 0 1,0 0-1,0 0 0,0 0 0,0 0 1,0 0-1,0-1 0,0 1 0,0 0 1,0 0-1,0 0 0,0 0 1,0 0-1,0 0 0,0-1 0,-1 1 1,1 0-1,0 0 0,0 0 0,0 0 1,0 0-1,0 0 0,0 0 1,0 0-1,0 0 0,0-1 0,0 1 1,-1 0-1,1 0 0,0 0 0,0 0 1,0 0-1,0 0 0,0 0 1,0 0-1,-1 0 0,1 0 0,0 0 1,0 0-1,0 0 0,0 0 0,0 0 1,0 0-1,-1 0 0,1 0 0,0 0 1,0 0-1,0 0 0,0 0 1,0 0-1,0 0 0,0 0 0,-1 0 1,1 0-1,0 1 0,0-1 0,0 0 1,0 0-1,0 0 0,0 0 1,0 0-1,0 0 0,0 0 0,-1 0 1,1 1-1,0-1 0,0 0 0,0 0 1,-5-12 445,3 2-187,1 0 0,0 0 0,1 0 0,0 0 0,1-1-1,3-18 1,3-1-29,10-31 0,-6 26-115,1 1 0,22-39 1,-28 61-139,1 1 1,0-1-1,1 1 0,0 1 1,0 0-1,1 0 1,1 0-1,-1 1 1,15-9-1,-20 15-12,-1 1 0,1 0 0,0 0 0,0 0-1,0 1 1,0-1 0,1 1 0,-1 0 0,8-1 0,-10 2-3,0 0 0,-1 0 1,1 0-1,0 0 1,-1 0-1,1 1 1,-1-1-1,1 1 1,-1-1-1,1 1 1,-1-1-1,1 1 1,-1 0-1,1 0 0,-1 0 1,0 0-1,1 0 1,-1 0-1,0 0 1,0 0-1,0 0 1,0 1-1,0-1 1,0 0-1,0 1 0,0-1 1,-1 1-1,2 2 1,4 15-15,-2 0-1,0 0 1,0 1 0,0 38 0,0-5 38,-2-32-10,0 0 7,8 40-1,-9-56-18,0-1-1,1 1 1,-1-1 0,1 1 0,0-1 0,0 0 0,1 0 0,-1 0 0,1 0-1,0 0 1,0-1 0,0 1 0,0-1 0,7 5 0,-4-5-72,0 0 0,0 0 0,0-1 0,1 0 0,-1 0-1,1-1 1,0 0 0,-1 0 0,1 0 0,0-1 0,-1 0 0,1-1 0,0 1 0,-1-1 0,8-2 0,6-1-960,-1-2 0,1 0 0,31-15 0,11-13-924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23.7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526 272 11666,'9'-45'624,"1"0"-1,3 1 0,35-82 0,-40 115-607,-4 11-32,-2 8-12,-1 14 46,-1 1 0,-2-1 0,-4 25 0,-7 25 379,-45 140-1,-46 69 465,29-93-560,-125 221 1,184-379-626,-2-1 0,-36 44 1,51-69 88,-1-1 1,1 0 0,0 0-1,-1 0 1,-5 3-1,8-5 157,0-1 0,1 1 0,-1-1 0,0 1 0,0-1 0,0 0-1,0 0 1,0 1 0,0-1 0,0 0 0,1 0 0,-1 0 0,0 0-1,0 0 1,0 0 0,0 0 0,0 0 0,0 0 0,0-1-1,0 1 1,0 0 0,0 0 0,0-1 0,1 1 0,-1-1 0,0 1-1,0-1 1,0 1 0,1-1 0,-2 0 0,-2-4-126,1-1 1,-1 1-1,1-1 1,-4-8-1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23.9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12051,'7'15'1976,"9"11"3345,3 12-3665,17 25-871,7 14-145,9 25-408,0 11-184,1 8-288,-8-2-280,2-8-937,0-6-1375,-4-16 895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24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6857,'0'46'913,"0"17"423,-2 9-64,-3 22-64,0 9 353,1-1 751,2-6-255,11-27-849,5-16-640,3-20-440,2-12-216,2-19-664,-2-11-856,5-29-1817,6-7-608,-11-28 2769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24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1 121 20540,'2'7'905,"13"0"-137,14-7-368,27-12-432,11-7-456,23-10-1177,-2-8-2031,9-1 1303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24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39 175 18260,'-6'10'560,"0"-1"1,0 1-1,1 0 0,-6 17 0,10-23-539,0 0 0,0 1 0,1-1 0,-1 0-1,1 0 1,0 1 0,0-1 0,0 0-1,1 1 1,0-1 0,0 0 0,0 0 0,0 1-1,0-1 1,4 5 0,52 82-3351,-57-91 3297,0 1 1,0-1 0,1 1-1,-1-1 1,0 1-1,0-1 1,1 1-1,-1-1 1,0 1-1,0-1 1,0 1-1,0 0 1,0-1 0,0 1-1,0-1 1,0 1-1,0-1 1,0 1-1,0 0 1,-1-1-1,1 1 1,0-1-1,0 1 1,0-1 0,-1 1-1,1 0 38,-1-1 0,1 0 0,0 0-1,-1 0 1,1 0 0,0 1 0,-1-1 0,1 0 0,0 0-1,-1 0 1,1 0 0,0 0 0,-1 0 0,1 0 0,-1 0-1,1 0 1,0 0 0,-1 0 0,1-1 0,0 1 0,-1 0-1,1 0 1,0 0 0,0 0 0,-1 0 0,1-1 0,0 1-1,-1 0 1,1 0 0,0 0 0,0-1 0,-1 1 0,1 0 0,0 0-1,0-1 1,0 1 0,-1 0 0,1-1 0,0 1 0,0-1-1,-2-1 32,1-1-1,0 0 0,0 0 1,0 0-1,0 0 0,0 0 1,1 0-1,-1 0 0,1 0 1,0 0-1,0 0 0,0 0 1,0 0-1,1 0 0,-1 0 1,1 0-1,0-3 0,4-12 29,12-27 0,-13 35-46,53-124-170,-45 112 103,0 0 0,2 0 0,27-34 0,-39 53 119,1 0 0,-1 1 0,0 0 0,1-1 0,0 1 0,-1 0 0,1 0 0,0 0 0,0 1 0,0-1 0,0 1 0,0-1 0,6 0 0,-7 2 11,0 0 1,0 0-1,0 0 0,0 0 0,1 0 0,-1 1 0,0-1 1,0 1-1,0-1 0,0 1 0,0 0 0,0 0 0,0 0 1,0 0-1,-1 0 0,1 0 0,0 1 0,0-1 0,-1 1 1,1-1-1,-1 1 0,2 2 0,9 11 238,-1 1 0,0 1-1,8 17 1,-11-17-229,2 0 1,0-1-1,14 16 0,-20-27-135,0 0 0,1-1 0,0 0 1,0 0-1,0 0 0,0 0 0,1-1 0,0 0 0,-1 0 1,1 0-1,0-1 0,0 0 0,8 2 0,-2-2-418,1-1-1,-1 0 0,1 0 0,-1-1 0,1-1 1,-1 0-1,25-6 0,51-15-1834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26.3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1 920 3193,'312'-31'7419,"159"2"-3516,-218 16-1782,-227 11-1997,2571-177 4963,751-157-3409,-1720 157-2532,-532 78-5001,-478 51 2042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28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1 111 10050,'19'-13'576,"8"-1"448,6 0-431,12 2 143,4 1 96,6 4-280,7-1-144,9 3-240,4-4-72,1 4-192,1-2-480,-13 3-2521,-3 3 2521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28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2 12211,'-10'17'1672,"8"2"1489,9-3-1233,24-4-1152,9-2-144,27-11-304,10-6-264,9-9-1168,0-5-1072,-13-10 743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30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127 198 6313,'-26'8'1072,"19"-5"-915,0-1 0,0 1 0,0-1 1,-1-1-1,1 1 0,-1-1 0,1-1 0,-1 1 1,1-1-1,-10-2 0,17 2-155,-1 0 0,1 0 1,-1 0-1,1 0 0,-1 0 0,1 0 1,0 0-1,-1 0 0,1-1 0,-1 1 1,1 0-1,-1 0 0,1 0 1,0-1-1,-1 1 0,1 0 0,0-1 1,-1 1-1,1 0 0,0-1 0,-1 1 1,1 0-1,0-1 0,0 1 0,0-1 1,-1 1-1,1 0 0,0-1 0,0 1 1,0-1-1,0 1 0,0-1 0,0 1 1,-1-1-1,1 1 0,0 0 0,0-1 1,1 1-1,-1-1 0,0 1 0,0-1 1,0 1-1,0-1 0,0 1 0,0-1 1,1 1-1,-1 0 0,0-1 0,0 1 1,1-1-1,-1 1 0,0 0 0,0-1 1,1 1-1,-1 0 0,1 0 0,0-1 1,1-2 96,0 1-1,1 0 1,-1 0 0,1 0 0,-1 1 0,1-1 0,3-1-1,6 0 292,0 0 0,-1 1 0,1 0 0,0 1 0,0 1 0,17 0-1,7 0 479,581-46 1767,-377 24-2615,121-21-1490,-202 22-847,-154 20 2216,21-2-660,26-7 0,-41 6 548,-1 1 1,0-2-1,16-8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32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92 11498,'36'5'537,"14"-1"855,18-1-432,25-3-576,13-3-336,15-8-1056,2-2-520,-8-10-49,-11 2-1031,-14-12 1167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28:33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98 132 10330,'4'0'956,"73"-5"-78,-1-2-1,90-23 0,-37 7-408,351-31-473,-540 49-508,-56 8-291,-217 34 1,-106 64 2791,415-94-1446,-26 11 1,43-13 308,12-2-516,17-2-26,86-11-16,138-32 0,-169 27-229,145-34 122,-219 48 1,-318 53 1063,234-37-1189,23-6-48,-91 21 329,225-48-183,403-98-5171,-321 79 3519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2:57.8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387 428 11979,'-1'-1'181,"1"-1"1,-1 0 0,0 0 0,0 0 0,1 1 0,-1-1 0,1 0 0,-1 0 0,1 0 0,0 0-1,0 0 1,0 0 0,0 0 0,0 0 0,1-3 0,10-36-1548,-4 12 960,0-14 158,2-48 0,-8 71 327,-1 0 0,-1 0 1,-1 0-1,-8-35 0,9 50 17,-1-1-1,0 1 1,0-1-1,0 1 1,-5-7-1,6 11-67,0 0-1,1-1 1,-1 1-1,0 0 1,0 0-1,0 0 1,0 1-1,0-1 1,0 0-1,0 0 1,0 0-1,0 1 1,0-1-1,0 1 1,0-1-1,-1 1 1,1-1-1,0 1 1,0-1-1,-1 1 1,1 0-1,0 0 1,-1 0-1,1 0 1,0 0-1,0 0 1,-1 0-1,1 0 1,-3 1-1,0 1 2,-1 1 0,1 0 0,0 0 0,0 0 0,0 0 1,1 1-1,-1 0 0,1-1 0,-1 1 0,1 0 0,1 1 0,-1-1 0,0 0 0,-1 6 0,-8 15-6,2 1 0,0 1 0,2-1 0,-9 53 0,10-30 119,-1 94 0,7-115-50,3 0 0,0 1 0,8 32-1,-9-54-69,1 1 0,0-1 0,0 0 0,1 0 0,-1 0 0,2 0 0,-1 0 0,1-1 0,0 0 0,0 0 0,1 0 0,0 0 0,0 0 0,0-1 0,1 0 0,10 7 0,-13-10-12,0 0-1,0-1 1,1 0-1,-1 1 1,1-1-1,-1 0 0,1-1 1,-1 1-1,1-1 1,-1 1-1,1-1 1,0 0-1,-1-1 0,1 1 1,-1 0-1,1-1 1,-1 0-1,1 0 0,-1 0 1,1 0-1,-1-1 1,0 1-1,0-1 1,1 0-1,-1 0 0,-1 0 1,5-3-1,2-3 23,0-1 0,-1 0 0,1 0 0,-2-1 0,1 0 0,10-20 1,-8 10-14,-1 0 0,0 0 1,-2-1-1,0 0 0,-2 0 1,0-1-1,-1 1 1,-2-1-1,0 0 0,-1-33 1,-2 39-22,0-1 0,-2 1 1,1 0-1,-2 0 0,0 0 1,-1 1-1,0-1 0,-1 1 1,-1 0-1,-1 1 0,0 0 1,-1 0-1,0 0 0,-22-23 1,24 30 51,-1 0 0,0 0 0,-1 1 0,0 0 0,0 1 0,0 0 0,-1 0 0,1 1 0,-1 0 0,0 0 0,0 1 0,-1 1 0,-14-3 0,16 5 21,0-1-1,0 1 1,0 0 0,0 1-1,0 0 1,0 1 0,0 0-1,1 0 1,-1 0 0,0 1-1,1 1 1,0 0 0,0 0-1,0 0 1,0 1 0,-7 6-1,2 0-62,1 1 1,0 0-1,1 1 0,0 0 0,1 1 0,0 0 1,1 1-1,1 0 0,-10 25 0,13-27-204,0-1 0,2 1-1,-1 0 1,1 0 0,1 1-1,1-1 1,0 0 0,0 1 0,1-1-1,1 0 1,1 1 0,4 20-1,-3-23 4,2 0-1,-1-1 1,1 0-1,7 10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2:58.3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40 328 14051,'-1'1'107,"-4"2"682,1 1 0,0-1 1,-1 1-1,2 0 0,-1 0 0,-4 6 0,7-8-693,0 0-1,0 0 1,1 0-1,-1 0 1,1 0-1,-1 0 1,1 0-1,0 0 1,0 0-1,0 0 1,0 0-1,0 0 1,0 1-1,0-1 1,1 0 0,-1 0-1,1 0 1,-1 0-1,3 3 1,1 3-269,0 1 0,0-1 0,1 0 1,1 0-1,-1 0 0,1-1 1,0 0-1,14 12 0,-7-9-105,-1 0 0,1-2-1,0 1 1,24 10 0,-31-16 223,-1-1 0,1 0 0,-1-1 0,1 1 0,0-1 0,0 0 0,-1 0 0,1-1 0,0 0 0,0 0 0,0 0 1,0-1-1,0 0 0,-1 0 0,1 0 0,0-1 0,-1 1 0,11-6 0,-8 2 74,0 0 0,-1 0 0,1 0 0,-1-1 0,-1 0 0,1 0 1,-1-1-1,0 0 0,0 0 0,-1 0 0,8-16 0,-3 5 33,-2-1 1,0 0-1,-1-1 1,-1 0-1,0 0 1,-2 0-1,-1-1 0,0 1 1,-1-1-1,-1 0 1,-2 1-1,0-1 1,-1 0-1,-6-31 1,5 45-55,1 0 0,-1-1 0,0 1 0,-1 0 0,0 1 0,0-1 0,0 1 0,-1-1 0,0 1 0,0 1 0,0-1 0,-1 1 0,-11-9 0,13 11-10,-1 0 1,1 1 0,-1 0 0,0-1 0,1 2-1,-1-1 1,0 0 0,0 1 0,0 0 0,0 0-1,-1 1 1,1-1 0,0 1 0,0 0-1,0 0 1,0 1 0,0 0 0,0 0 0,0 0-1,0 0 1,-9 4 0,5 0 10,1 0-1,-1 1 1,1 0 0,0 0 0,1 0-1,0 1 1,0 0 0,0 1 0,1 0-1,0 0 1,0 0 0,1 0 0,0 1-1,-4 10 1,-2 7-116,1 1 0,1 0 0,-10 47 0,15-51-629,0 1 0,1-1 0,1 1 0,1 0 0,5 45 1,-1-56 394,1 1 0,0-1 0,8 17 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2:58.66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151 114 24829,'-24'2'106,"12"-2"-42,-1 1 0,1 0 0,0 1 0,-1 1 1,1 0-1,-14 6 0,24-8-92,0 0 0,0 0 0,1 0 0,-1 0 0,1 1 0,-1-1 0,1 1 0,-1-1 0,1 1 0,0-1-1,0 1 1,0 0 0,0 0 0,0-1 0,0 1 0,0 0 0,1 0 0,-2 3 0,2 0-78,-1 0 0,1 0 0,0 1 0,0-1 0,0 0 0,2 8 0,2 8-111,2-1 1,0 1-1,1-1 0,0-1 1,2 1-1,1-1 0,0-1 0,1 0 1,1 0-1,1-1 0,27 28 1,-36-41 198,0-1 1,1 1 0,-1-1 0,1 0-1,0 0 1,0 0 0,0 0 0,0-1 0,0 0-1,1 0 1,-1-1 0,1 0 0,-1 1-1,1-2 1,9 1 0,-9-1 13,1-1 1,-1 0 0,0 0-1,0-1 1,1 0-1,-1 0 1,-1-1-1,1 1 1,0-1-1,-1 0 1,11-8-1,1-4 17,0-1 0,-2 0 0,0-1 0,0-1 0,-2 0 0,17-29 0,-12 18 2,-2 0-1,15-38 1,-28 59-12,0 0 1,0 0-1,-1 0 0,0-1 0,0 1 0,-1-1 0,0 1 1,-1-1-1,0 1 0,0-1 0,-1 0 0,0 1 1,0-1-1,-3-8 0,2 13-2,1 0 1,-1 0-1,0 1 0,0-1 1,0 0-1,-1 1 0,1 0 1,-1-1-1,0 1 1,0 0-1,0 1 0,0-1 1,0 0-1,-1 1 0,1 0 1,-1-1-1,0 2 0,0-1 1,0 0-1,0 1 1,0-1-1,0 1 0,0 0 1,0 1-1,0-1 0,0 1 1,0 0-1,-1 0 0,1 0 1,0 0-1,0 1 1,0-1-1,0 1 0,0 0 1,0 1-1,0-1 0,0 1 1,0 0-1,0-1 1,0 2-1,1-1 0,-4 3 1,-2 3-45,2 0 1,-1 1 0,1 0 0,1 0 0,-1 1-1,2-1 1,-1 1 0,1 1 0,1-1-1,-6 19 1,3-3-851,1-1-1,1 1 1,-1 38-1,4-2-1081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2:59.06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417 277 18636,'-19'-5'137,"3"0"-25,1 0 1,-1 1-1,0 1 1,-1 1-1,1 0 1,-20 1-1,34 2-108,-1-1 0,0 1 0,1 0 0,-1 0 0,1 0 0,-1 0 0,1 0 0,0 0 0,-1 1 0,1-1 0,0 1 0,0 0 0,0-1 0,0 1 0,0 0 0,1 0 0,-3 4 0,0-1-1,2 0 0,-1 1 0,0-1 0,1 1 0,0-1 0,-2 10 1,2 3 30,-1-1 1,2 1 0,0 0 0,2 0 0,3 32 0,24 89 154,12-9-63,-32-108-114,0-1-1,2-1 1,22 35-1,-31-53-7,1 0-1,-1 0 1,1 0-1,-1 0 1,1 0-1,0 0 1,0 0-1,0 0 1,0-1-1,0 1 1,0-1-1,1 0 1,-1 1-1,0-1 1,5 1-1,-6-2 8,0 0-1,0 0 1,1 0-1,-1 0 1,0 0-1,1 0 0,-1-1 1,0 1-1,0 0 1,0-1-1,0 1 0,1-1 1,-1 1-1,0-1 1,0 0-1,0 0 1,0 1-1,0-1 0,0 0 1,0 0-1,0 0 1,1-2-1,2-3 48,0-1-1,0-1 1,-1 1 0,0 0-1,0-1 1,0 0 0,-1 1-1,1-13 1,6-36-65,-3 0 1,-3-1-1,-1 0 0,-4 1 1,-2-1-1,-2 1 0,-26-105 1,24 134-194,-1 0 0,-20-41 0,24 59 132,0 0 1,0 0-1,-1 1 1,0 0-1,0 0 1,-1 0-1,0 1 1,0 0-1,-1 0 0,-14-9 1,19 14 45,0 0 0,0 1 0,0-1 0,-1 1 1,1 0-1,-1 0 0,1 0 0,-1 0 0,1 0 0,-1 1 0,1 0 1,-1-1-1,0 1 0,1 1 0,-1-1 0,1 0 0,-1 1 1,1 0-1,-1 0 0,1 0 0,-1 0 0,1 1 0,0-1 0,0 1 1,-4 2-1,-2 2-65,2 1 1,-1 0 0,1 0-1,0 1 1,0-1 0,1 2-1,-10 16 1,0 2-456,-23 55 0,-12 69-146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2:59.48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60 356 23253,'-7'5'-22,"-1"1"0,1 0 1,1 0-1,-1 0 0,-5 9 0,10-13-20,1 1 1,-1-1-1,1 0 0,0 1 0,0-1 0,0 1 1,0 0-1,0-1 0,1 1 0,-1 0 0,1-1 1,-1 1-1,1 0 0,0-1 0,0 1 0,1 0 1,-1 0-1,0-1 0,1 1 0,0 0 0,-1-1 1,2 4-1,4 6-120,1 1-1,0-1 1,0-1 0,1 1 0,1-1 0,14 14 0,65 55-537,-83-75 682,2-1 1,-1 1-1,0-1 0,1 0 1,0-1-1,0 0 0,0 0 1,0 0-1,10 2 0,-13-5 20,0 1 0,0-1 0,0 0 0,0 0-1,0 0 1,1 0 0,-1-1 0,0 0 0,0 0-1,0 0 1,0 0 0,-1 0 0,1-1 0,0 0-1,0 0 1,-1 0 0,1 0 0,5-5 0,2-4 2,0 0 0,-1 0 1,-1-1-1,1 0 0,-2-1 1,0 0-1,-1 0 0,0-1 1,0 0-1,-2 0 0,0 0 1,-1-1-1,4-16 0,-3 4-20,-1-1 0,-2 0 0,0 1 0,-2-1 0,-1 0 0,-6-38 0,2 40-20,-1 0 1,-1 1-1,-1 0 0,-1 0 1,-21-40-1,10 36-40,20 29 74,0 0-1,0-1 1,0 1-1,0 0 1,0 0-1,0 0 1,0 0-1,-1-1 1,1 1-1,0 0 1,0 0-1,0 0 1,0-1-1,0 1 1,0 0-1,-1 0 1,1 0-1,0 0 1,0 0-1,0 0 1,0 0 0,-1-1-1,1 1 1,0 0-1,0 0 1,0 0-1,-1 0 1,1 0-1,0 0 1,0 0-1,0 0 1,-1 0-1,1 0 1,0 0-1,0 0 1,0 0-1,-1 0 1,1 0-1,0 0 1,0 0-1,0 0 1,-1 0-1,1 1 1,0-1-1,0 0 1,0 0-1,-1 0 1,1 0-1,0 0 1,0 0-1,0 1 1,0-1-1,0 0 1,-1 0-1,1 0 1,0 0-1,0 1 1,0-1-1,0 0 1,-6 31-214,0 37-1108,4 0 0,2 0-1,11 77 1,11 17-665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2:59.89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244 477 21261,'-28'-16'137,"-50"-37"0,75 51-366,3 7-13,1-1 239,-1 1 0,1 0 0,0-1 0,0 1 0,1 0 0,-1-1 0,1 1 0,0-1 0,0 0 0,1 0 0,-1 0 0,1 0 0,0 0 0,0 0-1,0-1 1,1 1 0,5 4 0,-7-7 6,0 1 0,1 0 0,-1-1 0,1 1-1,-1-1 1,1 0 0,0 0 0,0 0 0,-1 0-1,1-1 1,0 1 0,0-1 0,0 1 0,0-1 0,0 0-1,0 0 1,-1-1 0,1 1 0,0 0 0,0-1-1,0 0 1,0 0 0,-1 0 0,1 0 0,0 0-1,-1 0 1,1-1 0,-1 1 0,1-1 0,3-3 0,3-3 6,-1-1 0,0-1 0,0 1 0,-1-1 0,0 0 0,-1-1 0,0 1 0,7-20 0,-2 3-4,-2 0 1,8-44-1,-13 53-7,-2 0 0,0 0 0,-1 1 0,-1-1 1,0 0-1,-5-25 0,4 37 2,0-1 0,-1 1 0,0-1-1,-1 1 1,1 0 0,-1 0 0,0 0 0,-8-10 0,8 13 2,0-1 0,0 1 0,0 0 0,-1 0 0,1 0 0,-1 1 0,0-1 0,1 1 0,-1 0 0,0 0 0,-1 0 0,1 1 0,0-1 0,-7 0 0,7 1-6,-1 0-1,1 1 1,-1 0 0,0 0 0,1 0-1,-1 0 1,1 1 0,-1-1-1,1 1 1,-1 1 0,1-1 0,-8 4-1,4-1-31,1 0 0,0 0 0,0 1 0,1 0 0,-1 0 0,-8 11 0,0 1-535,1 1 1,1 0-1,1 1 1,-14 28-1,-16 43-4973,-1-4 3105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00.34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241 292 19740,'-2'4'-88,"0"1"0,0-1 1,1 1-1,0 0 0,0 0 0,1-1 0,-1 1 0,1 0 0,0 0 1,0 0-1,0 0 0,1-1 0,0 1 0,0 0 0,0 0 0,0-1 0,1 1 1,0-1-1,2 5 0,-2-5 139,-1-1 1,1 0 0,0 1-1,0-1 1,0 0-1,0 0 1,1 0 0,-1 0-1,1-1 1,0 1-1,0-1 1,-1 1-1,2-1 1,-1 0 0,0 0-1,0 0 1,1-1-1,-1 1 1,1-1 0,-1 0-1,1 0 1,0 0-1,-1 0 1,1-1 0,5 1-1,-5-2-30,1 1-1,0-1 1,0 0 0,0 0 0,-1-1-1,1 1 1,-1-1 0,1 0-1,-1 0 1,1 0 0,-1-1-1,0 0 1,7-5 0,-6 2-15,0 1 0,0-1 1,-1 0-1,1 0 0,-1 0 0,-1 0 1,1-1-1,3-10 0,-2 3-58,-1 0 0,0 0 0,-1-1-1,-1 0 1,0 0 0,-1 1 0,0-1-1,-3-25 1,0 30 6,0 0 0,-1 0 0,0 1 0,0-1 1,-1 1-1,0 0 0,-1 0 0,0 0 0,-1 0 0,1 1 0,-1 0 0,-1 0 0,0 1 0,0-1 0,0 2 1,-1-1-1,0 1 0,-17-10 0,19 12 71,-1 0 0,0 1 1,0 0-1,0 0 0,0 0 1,0 1-1,-1 0 0,1 1 0,-1 0 1,1 0-1,-1 0 0,1 1 1,-1 0-1,0 1 0,1 0 0,-1 0 1,1 0-1,-1 1 0,1 0 1,0 0-1,0 1 0,0 0 0,0 1 1,0-1-1,-9 8 0,6-3 8,0 1-1,0 1 1,1 0-1,0 0 1,1 0-1,0 1 0,-8 15 1,5-5-238,1 1 1,0 0-1,-7 26 1,13-34-328,1 0 1,0 0 0,-1 22 0,7 22-775,-2-55 1249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00.71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73 145 22389,'-6'2'63,"0"1"1,0-1 0,0 1-1,1 0 1,-1 1-1,-9 7 1,13-9-70,0 0 1,0 0 0,0 0-1,0 1 1,1-1 0,-1 1-1,1-1 1,-1 1-1,1-1 1,0 1 0,0 0-1,0 0 1,0-1-1,1 1 1,-1 0 0,1 0-1,0 0 1,0 4 0,2 16-301,2-1 0,0 1 0,2-1 0,0 0 1,2 0-1,17 36 0,-16-39-56,-2-1-273,1-1 1,1 0-1,0-1 0,1 0 0,1 0 0,13 14 0,-24-29 635,1-1 0,-1 1 0,0-1 1,0 0-1,1 1 0,-1-1 0,0 0 1,1 1-1,-1-1 0,0 0 0,1 1 0,-1-1 1,1 0-1,-1 0 0,0 1 0,1-1 1,-1 0-1,1 0 0,-1 0 0,1 0 0,-1 1 1,1-1-1,-1 0 0,0 0 0,1 0 1,-1 0-1,1 0 0,-1 0 0,1 0 1,-1-1-1,1 1 0,-1 0 0,1 0 0,-1 0 1,1 0-1,-1 0 0,0-1 0,1 1 1,-1 0-1,1 0 0,-1-1 0,0 1 0,1 0 1,-1-1-1,0 1 0,1 0 0,-1-1 1,0 1-1,0-1 0,1 1 0,-1 0 1,0-1-1,0 1 0,0-1 0,1 1 0,-1-1 1,0 1-1,0-1 0,4-29 994,-4 28-932,20-174 1155,-11 125-844,-3-1-1,0-87 0,-7 128-373,0-1 0,-1 1 1,0 0-1,-1 0 0,-5-14 0,7 23 0,0 0 0,0-1 0,0 1-1,0 0 1,-1 0 0,1 0 0,-1 0 0,1 0 0,-1 0-1,0 0 1,0 0 0,-3-2 0,3 4 0,1-1-1,0 1 1,-1-1 0,1 1-1,-1-1 1,1 1 0,-1 0-1,1 0 1,-1 0 0,1 0-1,-1 0 1,1 0 0,-1 0-1,1 0 1,-1 1 0,1-1-1,0 1 1,-1-1 0,1 1-1,-1-1 1,1 1 0,0 0-1,-2 1 1,0 0-10,0 0 1,0 0-1,0 0 0,1 1 1,-1-1-1,1 1 0,-1 0 0,1 0 1,0 0-1,0 0 0,0 0 1,-2 5-1,-11 46-121,14-50 120,-7 41-357,2 0 0,2 1 0,3 50 0,7 55-1431,21 2 666,-26-147 1102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2:52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552 0 16756,'87'601'1102,"-45"5"457,-87 580 414,-85 1-1005,67-658-560,19-126-189,-43 352 66,-47-8-534,45-425-1978,82-300 1211,-2-1-1,-16 31 1,19-42 479,-1-1 0,0 0 0,-1 0-1,-12 11 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2:53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11979,'370'52'539,"398"4"0,345-21 2938,10-30-305,274-39-2386,77-2-717,-4 36-184,-914 16-271,350 4-3896,-612-28 609,-39-17 2100,-254 25 1571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2:54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758 1 21629,'-121'91'584,"8"15"56,-2 12-600,28 9-256,16 1-216,14-8-568,16-11-929,-8-37-1520,-1-16-351,-4-49 3167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2:54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 10426,'12'-5'992,"14"11"2793,5 15-536,26 40-1513,11 23-439,20 57-801,9 26-288,3 20-1184,-12-4-1761,-5-37 608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2:54.6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1 11074,'22'112'657,"-13"33"807,-15 33 304,-19 44-696,-10 3-351,-1-13-1250,5-20-831,-1-50 688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2:55.3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431 1 19452,'-11'13'616,"-8"31"-296,-5 18-320,-11 49-64,-3 20 16,-5 23 32,2 0-72,-18-12-824,-7-13-944,-29-35 703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2:55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10426,'38'-7'664,"7"6"225,22 18 607,6 14 632,27 23-447,13 15-425,1 24-936,-10 1-224,-11-1-816,-22-10-688,-24-21-1225,-9-8 8,-23-25-591,-15-27 1519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2:55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87 22741,'6'-2'472,"105"-44"-733,7 10-3295,-98 34 1720,-20 2 1783,0 0 0,0 0 0,0 0 0,1 0 1,-1 0-1,0 0 0,0 0 0,1 0 0,-1 0 0,0 0 1,0 0-1,0 1 0,1-1 0,-1 0 0,0 0 0,0 0 0,0 0 1,0 1-1,0-1 0,1 0 0,-1 0 0,0 0 0,0 1 0,0-1 1,0 0-1,0 0 0,0 0 0,0 1 0,0-1 0,0 0 1,0 0-1,0 1 0,0-1 0,0 0 0,0 0 0,0 1 0,-1 2-179,0 0-1,0 0 1,-1 0-1,1 0 1,-1-1 0,0 1-1,-2 2 1,1-1 410,-24 31-99,-52 50-1,51-56 462,0 1 1,-24 36-1,50-64-503,1 0 1,-1 0-1,1 0 1,0 0-1,0 0 1,0 1-1,0-1 1,0 0-1,0 1 1,1-1-1,-1 1 1,1-1-1,0 0 1,0 4-1,0-5-29,0 0 0,0 0 0,1 0 0,-1 0 0,0 0 0,1 0-1,-1-1 1,1 1 0,-1 0 0,1 0 0,0 0 0,-1 0 0,1-1 0,0 1-1,0 0 1,-1-1 0,1 1 0,0 0 0,0-1 0,0 1 0,0-1 0,0 1-1,1-1 1,4 2-67,1-1-1,-1 0 1,1 0-1,-1-1 0,0 0 1,1 0-1,-1-1 1,1 1-1,10-4 1,21-6-1008,0-3 0,51-23 0,5-7 278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13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145 979 15891,'-10'-59'111,"2"0"-1,3 0 1,2-1-1,10-101 1,-2 114 1,0 10 118,-2 1-1,-2 0 1,-4-53-1,3 87-176,0 0-1,0 0 0,0 0 1,-1 0-1,1 0 0,-1 0 1,1 0-1,-1 0 1,0 0-1,0 0 0,1 0 1,-2 0-1,1 1 0,0-1 1,0 0-1,0 1 0,-1-1 1,1 1-1,-3-3 0,3 4-13,-1 0 0,1-1 0,0 1 0,0 0 0,-1 0 0,1 0 0,0 0 0,-1 0 0,1 0 0,0 1 0,0-1 0,-1 0 0,1 0 0,0 1 0,0-1 0,0 1 0,-1-1-1,1 1 1,0 0 0,0-1 0,0 1 0,-1 2 0,-5 2 100,0 2 0,1-1-1,0 1 1,1 0 0,0 0 0,0 0-1,-7 13 1,5-4-46,1 1-1,1 0 1,0 0 0,1 0 0,0 0-1,2 1 1,0-1 0,1 1-1,1 23 1,1-30-62,0 0-1,1 0 1,0-1-1,1 1 1,0-1-1,1 0 1,6 13 0,-7-17-15,1 1 0,0-1 0,0 0 0,1 0 0,0-1 0,0 0 0,0 1 0,0-2 0,1 1 0,0-1 0,10 7 0,-10-8 2,0 0-1,0 0 0,1-1 1,-1 0-1,0 0 1,1 0-1,0-1 0,-1 0 1,1 0-1,0-1 0,-1 0 1,1 0-1,0 0 0,-1-1 1,1 0-1,0 0 1,-1-1-1,0 0 0,1 0 1,-1 0-1,0-1 0,0 0 1,0 0-1,0-1 0,-1 0 1,1 0-1,-1 0 1,5-5-1,2-2-1,-2-1 0,1 0 0,-2 0 0,1-1 0,-2 0 0,0 0 0,0-1 0,-2 0 0,1-1 0,-2 0 0,4-16 0,-2-3-1,-1-1-1,-3 0 0,0 0 1,-2 0-1,-2 0 0,-2 0 0,0 0 1,-3 0-1,-15-55 0,15 73-5,0 0 0,-1 1 0,0 0-1,-18-27 1,24 41-10,0 0 1,-1 1-1,1-1 0,-1 0 0,1 1 0,-1-1 1,0 1-1,1 0 0,-1-1 0,-4-1 0,6 3 0,-1 0 0,0 0 1,0-1-1,1 1 0,-1 0 0,0 0 0,0 0 0,1 0 0,-1 0 0,0 0 0,0 0 0,1 0 0,-1 0 0,0 1 0,0-1 0,1 0 0,-1 0 1,0 1-1,0-1 0,1 0 0,-1 1 0,0-1 0,1 1 0,-1-1 0,1 1 0,-1-1 0,1 1 0,-2 0 0,-1 4-9,0-1-1,0 1 1,1 0-1,0 0 1,-1 0-1,1 0 1,1 0-1,-3 10 1,-6 57-203,7 13-989,8 96-1,10-43 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13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259 416 22925,'-11'-1'52,"-14"-2"-72,0 1-1,-1 1 1,-32 4-1,52-3-32,1 1-1,-1 0 0,1 0 0,-1 0 1,1 1-1,0 0 0,0 0 0,0 0 0,0 0 1,0 1-1,0 0 0,1 0 0,-1 0 1,1 1-1,0-1 0,0 1 0,0 0 1,1 0-1,-1 0 0,1 1 0,-5 7 1,7-10-5,0 1 0,0-1 1,0 0-1,0 1 1,0-1-1,1 1 0,-1 0 1,1-1-1,0 1 0,0-1 1,0 1-1,0 0 0,0-1 1,0 1-1,0 0 1,1-1-1,0 1 0,-1-1 1,1 1-1,0-1 0,0 1 1,0-1-1,1 0 1,-1 1-1,1-1 0,-1 0 1,1 0-1,0 0 0,-1 0 1,1 0-1,4 2 1,-3-2 41,0 0 0,1 0 0,0 0 0,-1-1 0,1 1 0,0-1 0,0 0 0,-1 0 0,1 0 1,0-1-1,0 1 0,0-1 0,0 0 0,0 0 0,0 0 0,0-1 0,0 1 0,0-1 1,0 0-1,0 0 0,4-2 0,0-2 31,1 0 1,-1 0-1,0-1 1,0 0-1,-1 0 1,0 0-1,0-1 1,0-1-1,-1 1 1,0-1-1,6-9 1,8-16-18,21-49-1,-29 58-37,-2-2 0,-1 1 0,0-1 0,5-35 0,-12 52 28,-1-1 0,0 0 0,0 0-1,-1 0 1,0 0 0,-1-1-1,0 1 1,-1 1 0,0-1 0,0 0-1,-1 0 1,0 1 0,-1-1-1,-8-15 1,10 22 22,-1 0 1,1 0-1,-1 0 0,0 0 1,0 0-1,0 0 0,0 1 0,0-1 1,-1 1-1,1 0 0,-1 0 1,1 0-1,-7-2 0,9 4-5,-1 0 0,1-1 0,-1 1 0,1 0 0,0 0 0,-1 0 0,1 0 0,-1 0 0,1 0 0,-1 0 0,1 1 1,-1-1-1,1 0 0,0 1 0,-1-1 0,1 1 0,0 0 0,-1-1 0,1 1 0,0 0 0,0 0 0,0 0 0,-1 0 0,1 0 0,0 0 0,0 0 0,1 0 0,-1 0 0,0 1 0,0-1 0,0 0 0,1 0 0,-1 1 0,1-1 0,-1 0 0,1 1 0,-1-1 0,1 1 1,0 2-1,-2 4-21,1 1 1,1-1 0,-1 0 0,1 1 0,1-1 0,0 1-1,0-1 1,0 0 0,1 1 0,4 10 0,4 8-676,23 45 0,19 18-1691,6-5 702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14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129 756 22997,'-18'-24'-64,"13"13"-380,5 10 428,0 1 1,0 0 0,1 0-1,-1 0 1,0 0 0,0-1 0,0 1-1,0 0 1,0 0 0,1 0 0,-1 0-1,0 0 1,0-1 0,0 1 0,1 0-1,-1 0 1,0 0 0,0 0 0,0 0-1,1 0 1,-1 0 0,0 0 0,0 0-1,0 0 1,1 0 0,-1 0 0,0 0-1,0 0 1,1 0 0,-1 0 0,0 0-1,0 0 1,0 0 0,1 0 0,-1 0-1,0 0 1,0 1 0,0-1 0,1 0-1,-1 0 1,0 0 0,0 0 0,0 0-1,1 1 1,2 1-144,1 0 0,-1 0 0,1 0-1,-1 0 1,0 1 0,0-1 0,0 1 0,0 0 0,-1 0-1,5 7 1,23 41-802,-5-7 686,-20-37 300,1 0 1,0 0 0,0-1-1,1 1 1,-1-1 0,1-1-1,1 1 1,-1-1 0,1 0-1,0-1 1,0 0 0,0 0-1,1-1 1,8 3 0,-9-5-6,-1 1 1,1-1-1,-1 0 0,1-1 1,0 0-1,-1 0 1,1 0-1,-1-1 1,1-1-1,-1 1 1,1-1-1,-1 0 1,0-1-1,0 0 1,0 0-1,0 0 1,9-6-1,-2-2-9,0 0 0,-1-1-1,0-1 1,-1 0 0,0 0-1,-1-1 1,-1-1 0,15-26-1,-11 14-39,0 0 0,-2-1 0,-2-1 0,10-39 0,-14 42-20,-1-1 0,-2 0-1,0-1 1,-2 1 0,-1 0 0,-1 0 0,-2-1 0,0 1 0,-9-32 0,7 42 53,0 1 1,-1-1-1,-1 1 0,0 1 1,-1-1-1,-1 1 1,0 0-1,-1 1 1,0 0-1,-2 1 1,1 0-1,-2 1 0,1 0 1,-2 1-1,-22-15 1,28 20 31,-1 1 1,1 1-1,-1 0 1,0 0-1,0 0 1,0 1-1,0 0 1,-1 1-1,1 0 1,-1 1-1,1 0 1,-1 0-1,0 1 1,1 0-1,-1 1 1,1 0-1,-1 1 1,1 0-1,-1 0 1,1 1-1,0 0 1,0 0-1,0 1 1,0 1-1,1-1 1,-14 11-1,-2 6-1033,1 0 0,1 2 0,-30 39 0,23-26-796,-45 48-595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14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166 317 21893,'-5'1'10,"-2"1"211,0 0 1,0 0 0,1 0-1,-1 1 1,-9 6 0,14-8-214,1 0 1,-1 0-1,1 0 1,0 0-1,-1 1 1,1-1-1,0 0 1,0 1-1,0-1 1,0 1 0,0-1-1,1 1 1,-1 0-1,0-1 1,1 1-1,-1 0 1,1-1-1,0 1 1,-1 0-1,1 0 1,0-1-1,0 1 1,0 0 0,0 0-1,1 0 1,-1-1-1,1 3 1,1 2-112,0 0 1,0-1-1,1 1 1,-1-1 0,1 0-1,1 0 1,-1 0-1,1 0 1,0 0 0,0-1-1,0 1 1,0-1-1,1 0 1,0-1 0,0 1-1,0-1 1,0 0-1,1 0 1,-1 0-1,1-1 1,-1 0 0,1 0-1,8 1 1,-13-3 73,1 1 0,-1-1 1,1 0-1,-1 0 0,0 0 0,1-1 1,-1 1-1,0 0 0,1 0 1,-1-1-1,0 1 0,1-1 0,-1 1 1,0-1-1,0 0 0,1 1 1,-1-1-1,0 0 0,0 0 0,0 0 1,0 0-1,0 0 0,1-1 0,0-1 6,0 0-1,-1-1 0,1 1 0,-1 0 0,1-1 0,-1 1 0,0-1 1,-1 1-1,1-4 0,1-10 28,-1 1 1,-1 0 0,-3-18-1,0 5 28,-1 2 0,-1-1-1,-2 0 1,0 1 0,-13-28 0,16 44-18,-1 0 1,-1 0-1,0 1 0,0-1 1,-1 1-1,0 1 1,-1-1-1,0 1 0,0 0 1,-1 1-1,0 0 1,-1 1-1,1 0 1,-15-8-1,22 14-8,0 0 0,0 0-1,0 0 1,0 0 0,0 0 0,0 1-1,0-1 1,0 1 0,0-1 0,0 1-1,-1 0 1,1 0 0,0 0-1,0 0 1,0 0 0,-1 1 0,1-1-1,0 1 1,0-1 0,0 1 0,0 0-1,-3 1 1,3 0-2,0 0 0,0 0 1,0 1-1,0-1 0,0 0 0,1 1 0,-1 0 0,1-1 0,0 1 1,0 0-1,0 0 0,0 0 0,0 0 0,0-1 0,1 1 0,-1 0 0,1 0 1,0 5-1,0 32-160,2-1 1,2 0 0,12 57-1,23 77-1283,9 18 366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15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104 723 25934,'0'0'-297,"4"0"-751,3 0 853,1 0 0,-1 1 0,0 0 0,1 0 0,-1 1 0,0 0-1,0 0 1,0 1 0,0 0 0,0 0 0,-1 1 0,0-1 0,1 1 0,-1 1-1,-1-1 1,9 8 0,2 4 127,0 1 0,-1 0 0,0 1 0,12 22 0,-21-30 86,-1-2 18,0 0-1,1-1 1,-1 0 0,13 12 0,-17-18-33,-1 0 0,1-1 1,-1 0-1,1 1 1,0-1-1,0 1 1,-1-1-1,1 0 1,0 1-1,-1-1 1,1 0-1,0 0 0,0 0 1,0 0-1,-1 0 1,1 0-1,0 0 1,0 0-1,-1 0 1,1 0-1,0 0 1,0 0-1,0 0 1,-1 0-1,1-1 0,0 1 1,0 0-1,-1-1 1,1 1-1,0-1 1,-1 1-1,1-1 1,-1 1-1,1-1 1,0 1-1,-1-1 0,1 1 1,-1-1-1,1 0 1,-1 1-1,0-1 1,1 0-1,0-1 1,2-4 8,0 0 1,-1 0-1,1 0 1,2-11-1,1-9 2,-2 0 0,0-1-1,-2 1 1,-1-1 0,-1 1-1,-2-1 1,-6-41-1,-3 13-27,-2 0 0,-32-83 0,29 98 9,-1 1-1,-1 1 1,-3 0 0,-1 2-1,-2 0 1,-55-63 0,72 91 28,-1 0 0,-1 0 1,0 1-1,0 0 0,0 1 1,-17-10-1,24 16-18,0-1 0,0 0 1,0 0-1,0 1 0,0-1 0,0 1 0,0 0 0,-1 0 1,1 0-1,0 0 0,0 0 0,0 0 0,0 0 0,0 0 1,0 1-1,-3 0 0,3 0-5,0 1 1,1-1-1,-1 0 0,0 1 1,0-1-1,1 1 0,-1 0 1,1-1-1,-1 1 0,1 0 0,0 0 1,0 0-1,0 0 0,0 0 1,0 0-1,0 0 0,1 0 1,-2 3-1,-1 10-105,0-1 0,1 1 0,0 0 0,1 29 1,10 61-1073,-8-97 1074,21 139-2126,9-4 307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15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1 523 26014,'0'18'-290,"0"0"0,2 1 1,0-1-1,1-1 0,1 1 1,0 0-1,2-1 0,0 0 1,1 0-1,0 0 0,1-1 1,1 0-1,1-1 0,18 23 1,-21-30-247,0 1 1,0-2 0,13 12-1,-18-17 365,0 0 1,1-1-1,0 1 0,-1-1 1,1 1-1,0-1 0,0 0 0,0 0 1,0 0-1,0-1 0,0 1 0,0 0 1,0-1-1,0 0 0,0 0 1,3 0-1,-3-1 81,-1 1 0,0 0 0,0-1-1,0 1 1,0-1 0,0 0 0,0 0 0,0 0 0,-1 0 0,1 0 0,0 0-1,0 0 1,-1 0 0,1-1 0,0 1 0,-1-1 0,0 1 0,1-1 0,-1 0 0,0 1-1,2-4 1,0-2 21,0 0 0,0-1-1,-1 1 1,2-12-1,-3 14 42,6-32 177,-2-1 1,-1 1-1,-3-74 1,-23-113 1002,12 144-600,-5 0 0,-26-83 0,41 163-545,0-1 0,0 1 0,0-1 0,0 1 0,0 0 0,0-1 0,0 1 0,0-1 0,0 1 0,0 0 0,0-1 0,-1 1 0,1 0 0,0-1 0,0 1 0,-1 0 0,1-1 0,0 1 0,0 0 0,-1-1 0,1 1 0,0 0 0,-1 0 0,1-1 0,0 1 0,-1 0 0,1 0 0,0 0 0,-1 0 0,1-1 0,-1 1 0,1 0 0,0 0 0,-1 0 0,1 0 0,-1 0 0,-6 7-126,4 4-78,0 0 0,0 0 0,1 1 0,1-1-1,0 0 1,1 22 0,-1 3-451,-1 72-1294,8 2 670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15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264 194 25669,'-29'13'-524,"1"0"-1,0 2 1,-41 28-1,60-36-49,-1 1 0,1-1 0,0 2 0,1-1 0,0 1 0,0 1 1,1-1-1,0 1 0,1 0 0,0 1 0,1 0 0,-6 15 0,9-22 485,1 0-1,0 0 1,0 0-1,1 1 1,-1-1 0,1 0-1,0 1 1,0-1-1,0 0 1,0 1-1,1-1 1,0 0 0,0 0-1,2 6 1,-2-8 122,0 0 0,0-1 1,0 1-1,1 0 0,-1-1 1,1 1-1,-1-1 0,1 1 0,-1-1 1,1 0-1,0 0 0,0 1 1,0-1-1,0 0 0,-1-1 0,1 1 1,0 0-1,1-1 0,-1 1 1,0-1-1,0 1 0,0-1 0,0 0 1,0 0-1,0 0 0,0 0 1,1 0-1,-1-1 0,0 1 0,3-2 1,7-1 81,0 0 1,0-2 0,-1 1 0,1-1-1,-1-1 1,-1 0 0,1-1-1,16-13 1,-9 4 8,1 0-1,-2-1 0,24-30 1,-33 36-112,0 0-1,-1 0 1,0-1 0,-1 0 0,0 0 0,-1 0-1,0-1 1,-1 0 0,5-26 0,-8 32-16,-1 0-1,1 0 1,-1 0 0,-1-1-1,1 1 1,-1 0 0,-1 1 0,1-1-1,-1 0 1,0 0 0,-1 0-1,1 1 1,-1 0 0,-1-1-1,1 1 1,-1 0 0,0 1 0,0-1-1,-1 1 1,-8-9 0,4 7 1,1 0 0,-1 1 1,0 0-1,0 0 1,-1 1-1,-13-6 0,19 9 10,-1 0 0,0 1 0,1 0 0,-1-1-1,0 1 1,0 1 0,0-1 0,0 1 0,0 0-1,0 0 1,0 0 0,0 1 0,0 0 0,0 0 0,-9 3-1,10-2 6,0 0-1,0 1 1,0 0-1,0-1 1,0 1-1,1 1 1,-1-1-1,1 0 1,0 1-1,0 0 1,-4 7-1,1-2-11,1 1-1,1 0 0,-1 1 1,-4 18-1,-1 23-430,2 0 0,2 1 0,2 55 0,4 55-351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16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4 410 24261,'-3'2'-368,"9"2"-234,24 7-853,-7-3 543,27 16-553,76 47 0,34 18 1847,-160-89-382,9 4 48,1 0 0,0 0 0,1-1-1,11 3 1,-19-5-35,-1-1 0,0 0 0,0 0-1,0 1 1,1-1 0,-1 0 0,0-1-1,0 1 1,0 0 0,1-1-1,-1 1 1,0-1 0,0 1 0,0-1-1,0 0 1,0 0 0,0 0 0,0 0-1,0-1 1,-1 1 0,1 0 0,0-1-1,-1 1 1,1-1 0,-1 0 0,1 1-1,1-4 1,0-4 16,0 0-1,0 0 1,-1 0-1,0 0 1,-1-1-1,0 1 0,0 0 1,-1-1-1,0 1 1,-3-14-1,-1-10-77,-2 0 0,-1 0 0,-2 1 0,-1 0 0,-2 1 0,-1 0-1,-1 0 1,-2 2 0,-1 0 0,-1 1 0,-1 0 0,-1 2-1,-30-30 1,44 50 53,-1 0 0,0 0 0,-1 1 0,1 0 0,-1 0 0,-15-6 0,21 10 9,0 0-1,0 0 1,0 1-1,-1-1 1,1 1-1,0-1 1,0 1-1,0 0 1,-1 0-1,1 0 1,0 0-1,0 0 1,0 1-1,-1-1 1,1 1-1,0-1 1,0 1-1,0 0 1,0 0-1,0 0 1,0 0-1,0 0 1,0 0-1,0 0 1,0 1-1,1-1 1,-1 1-1,1-1 1,-1 1-1,1 0 1,-1 0-1,1-1 1,0 1-1,-1 2 1,-3 6 22,1-1 1,1 1-1,0-1 0,0 1 1,1 0-1,-2 15 1,-3 74-78,7-96 36,-5 196-1199,-1 34-3882,-2-119 3582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16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0 393 23789,'0'10'16,"1"0"0,0 1 0,0-1 0,1 0 0,1 0 0,-1 0 0,1 0 0,1 0 0,0-1 0,1 0 0,-1 0-1,2 0 1,-1 0 0,10 11 0,-10-15-176,-1-1-1,1 1 1,0-1-1,1 0 1,-1 0-1,1 0 1,-1-1-1,1 0 1,0 0-1,1 0 1,-1-1-1,0 0 1,1 0-1,-1 0 1,1-1-1,0 0 0,-1-1 1,1 1-1,0-1 1,-1-1-1,1 1 1,13-3-1,-8-1-121,0 0 1,0 0-1,0-1 0,0 0 0,-1-1 0,0-1 0,0 0 0,-1 0 1,0-1-1,0 0 0,-1-1 0,0 0 0,13-16 0,-9 7 52,0 0-1,-1-1 0,0-1 0,-2 0 1,0-1-1,11-37 0,-17 44 480,0-1-1,-1 1 0,-1-1 1,-1 0-1,0 0 1,0 0-1,-2 0 1,0 0-1,-1 0 1,0 0-1,-5-16 0,5 24-119,0 0 0,-1 1 0,0-1 0,0 1 0,0 0 0,0 0 0,-1 0 0,0 0 0,-1 1 0,1-1 0,-1 1 0,0 0 0,0 1 0,0-1 0,-1 1 0,0 0 0,0 0 0,0 1 0,0 0 0,0 0 0,-1 0 0,1 1 0,-1 0 0,0 0 0,-9-1 0,11 2-125,1 1 1,0 0-1,-1-1 1,1 1 0,0 1-1,-1-1 1,1 1-1,0-1 1,0 1-1,-1 0 1,1 1-1,0-1 1,0 1-1,0 0 1,0 0-1,1 0 1,-1 0-1,0 1 1,1 0 0,0-1-1,0 1 1,-6 6-1,6-4-165,0 1 0,0-1 0,0 0 0,0 1-1,1-1 1,0 1 0,0 0 0,1 0 0,-1 0 0,1 0 0,0 0 0,1 0-1,0 0 1,0 0 0,1 10 0,11 41-2832,9 6 849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16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122 749 25141,'0'32'-542,"2"0"0,1-1 0,13 59 0,-16-88 486,2 5-228,0 0 0,1 0 0,-1 0 0,1 0 1,5 8-1,-7-13 182,0-1 0,1 1 0,-1-1 0,0 1 1,1-1-1,-1 1 0,1-1 0,-1 0 0,1 0 0,0 0 1,0 0-1,-1 0 0,1 0 0,0 0 0,0-1 0,0 1 1,0-1-1,0 1 0,0-1 0,0 0 0,0 0 0,0 0 1,0 0-1,2 0 0,0 0-25,0-1 0,-1 0 1,1 0-1,0 0 0,-1 0 0,1-1 0,0 1 0,-1-1 1,0 0-1,1 0 0,-1 0 0,0 0 0,0-1 1,0 1-1,3-4 0,2-4 26,0 0 0,0-1 0,9-17 0,-3 1 92,-2-1 0,0-1 0,-2 1 0,-1-2 0,-1 1 0,-2-1 0,-1-1 0,3-55 0,-7 47 130,-2 1-1,-2 0 1,-1-1-1,-1 1 1,-3 1 0,-20-64-1,16 71 83,-1 1-1,-1 1 1,-1 0-1,-1 1 1,-28-35-1,38 54-129,-1 1 0,1 0 0,-2 0 0,1 0 0,-1 1 0,0 0 0,-11-6 0,17 11-55,0 0 0,0 0-1,0 0 1,0 1 0,0-1-1,0 0 1,0 1-1,0 0 1,0-1 0,-1 1-1,1 0 1,0 0 0,0 0-1,0 0 1,0 1-1,-1-1 1,1 1 0,0-1-1,0 1 1,0 0 0,0-1-1,0 1 1,0 0-1,0 1 1,1-1 0,-1 0-1,0 0 1,1 1 0,-1-1-1,0 1 1,1-1-1,0 1 1,-1 0 0,1-1-1,0 1 1,-1 2-1,-6 12 22,1 0-1,1 0 1,1 0-1,0 1 0,1-1 1,0 1-1,-1 27 1,3-29-50,-37 364-2667,38-373 2533,-2 64-2256,2-67 2151,1 0 1,0 0-1,0 0 1,0 0-1,1 0 1,-1 0-1,1 0 0,0 0 1,-1 0-1,1 0 1,1 0-1,-1-1 0,0 1 1,4 5-1,-4-8 185,0 0-1,0 0 0,0 0 1,0 0-1,1 0 0,-1 0 1,0 0-1,0 0 0,0 0 1,0-1-1,0 1 0,0 0 0,0-1 1,0 1-1,0-1 0,0 1 1,0-1-1,0 1 0,0-1 1,0 0-1,0 1 0,0-1 1,1-1-1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17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281 200 23965,'-4'-1'31,"0"1"-1,0 1 1,1-1 0,-1 0 0,0 1-1,0 0 1,1 0 0,-1 0-1,1 0 1,-7 4 0,8-4-73,1 0 1,-1 1-1,1-1 1,-1 1-1,1-1 1,0 1-1,0 0 1,-1-1-1,1 1 1,0 0-1,1 0 1,-1 0-1,0 0 0,0 0 1,1 0-1,-1 0 1,1 0-1,0 0 1,0 0-1,0 1 1,0-1-1,0 0 1,0 3-1,2 16-400,1 0 0,1-1 0,9 29 0,26 62-318,-31-88 686,3 7 27,38 89-34,-42-105 122,0 0 0,1-1 0,0 0 1,1 0-1,1-1 0,11 12 0,-20-23-29,-1-1-1,0 1 1,1-1 0,-1 1-1,1-1 1,-1 0-1,1 1 1,0-1-1,-1 1 1,1-1-1,-1 0 1,1 0-1,0 1 1,-1-1-1,1 0 1,-1 0-1,1 0 1,0 0-1,-1 1 1,1-1-1,1 0 1,-2-1-3,1 1 1,-1 0-1,1-1 1,-1 1-1,0 0 0,1-1 1,-1 1-1,0-1 1,1 1-1,-1 0 0,0-1 1,1 1-1,-1-1 1,0 1-1,0-1 1,1 1-1,-1-1 0,0 1 1,0-1-1,0 0 1,2-39 241,-2 32-221,-18-250 204,9 199-245,-2 2 0,-28-84 0,34 125 49,0 1 1,-1-1-1,-1 1 1,0 0-1,-1 1 0,-1 0 1,0 0-1,-23-24 0,30 35-10,-1 0-1,-1 1 0,1-1 0,0 1 0,-1-1 0,1 1 0,-1 0 1,1 0-1,-1 1 0,0-1 0,0 1 0,0 0 0,0 0 0,0 0 1,0 1-1,0-1 0,0 1 0,-8 0 0,7 1-2,0 1 0,0-1-1,0 1 1,0 0 0,1 0-1,-1 0 1,1 1 0,-1-1-1,1 1 1,0 0 0,0 0 0,0 1-1,1-1 1,-1 1 0,-4 7-1,-3 3-120,1 2 0,0-1 0,1 1 0,-8 21 0,-22 72-5714,34-96 4263,-13 32-2036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17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312 531 22933,'-84'-58'-257,"83"57"224,0 0 1,0 0 0,0 0-1,-1 0 1,1 1 0,0-1-1,0 0 1,0 1 0,0-1-1,-1 1 1,1 0 0,0-1-1,-1 1 1,1 0 0,0 0-1,-1 0 1,1 0 0,0 0-1,-3 0 1,3 1 8,0 0 0,1 1 0,-1-1 0,0 0-1,0 1 1,1-1 0,-1 1 0,1-1 0,-1 1 0,1-1 0,-1 1 0,1-1 0,0 1 0,0-1 0,0 1 0,0-1-1,0 1 1,0 0 0,1 1 0,-1 20-16,2 0 0,1-1-1,0 1 1,2-1 0,10 30 0,-11-40 38,0 0 1,1 0-1,0 0 1,1-1-1,1 0 0,0 0 1,0-1-1,1 0 1,1 0-1,-1-1 1,14 11-1,-19-17-5,1 0 0,0 0-1,0-1 1,1 1 0,-1-1-1,0 0 1,1-1 0,-1 1-1,1-1 1,0 0 0,-1 0-1,1 0 1,0-1 0,0 1-1,-1-1 1,1 0 0,0-1-1,0 1 1,0-1-1,-1 0 1,1 0 0,-1 0-1,1-1 1,-1 0 0,1 1-1,-1-2 1,0 1 0,0 0-1,0-1 1,0 0 0,0 0-1,0 0 1,3-5 0,2-2-15,-2 0 1,1 0-1,-1-1 0,-1 0 1,0 0-1,-1-1 1,0 1-1,0-1 1,-2 0-1,1-1 0,1-16 1,1-13-38,-1 0 0,-3-45 0,-1 50 60,-2-1 1,-2 1-1,-2 0 0,-1 0 1,-14-44-1,16 66-1,-2 1-1,0-1 0,-1 2 1,0-1-1,-1 1 1,-15-20-1,16 26-1,0-1 0,0 1 0,-1 0 0,0 0 0,0 1 0,-1 0 0,0 1 0,0 0 0,0 0 0,-18-6 0,22 9-5,-1 1 0,1 0 0,-1 0-1,0 0 1,1 0 0,-1 1 0,0 0 0,0 0-1,1 1 1,-1-1 0,0 1 0,0 0-1,1 1 1,-1-1 0,1 1 0,0 1-1,-1-1 1,1 1 0,0-1 0,0 1 0,1 1-1,-1-1 1,0 1 0,1 0 0,0 0-1,0 0 1,-3 5 0,-8 10-37,2 0 0,0 2 0,1-1 1,1 1-1,-11 32 0,-63 218-2411,59-154 1235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18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72 140 22045,'-8'11'100,"0"1"1,0 1-1,1-1 1,0 1-1,1 0 1,1 1-1,0-1 1,1 1-1,0 0 1,1 0-1,1 1 1,-1 17-1,1 10-104,2-1 0,2 0 0,8 43-1,-1-27-159,18 60 1,-18-86-137,1 0 0,2 0 0,21 38 0,-31-65 201,1 1-1,-1-2 0,1 1 0,0 0 0,0 0 1,6 4-1,-9-8 67,1 1 0,0 0 0,0-1 0,-1 1 1,1-1-1,0 1 0,0-1 0,0 1 0,0-1 0,-1 0 0,1 1 0,0-1 0,0 0 1,0 0-1,0 0 0,0 1 0,0-1 0,0 0 0,0 0 0,0-1 0,0 1 1,0 0-1,0 0 0,0 0 0,0-1 0,0 1 0,-1 0 0,1-1 0,0 1 0,0-1 1,0 1-1,0-1 0,1 0 0,2-4-20,-1 1 1,1-1-1,-1 0 0,1 0 1,-1 0-1,-1 0 0,4-10 1,16-48 57,-5 2 167,-3-1 0,11-101 1,-15-131 177,-10 270-333,-2 0 0,0 0 1,-2 0-1,-10-40 0,12 59-15,1-1-2,-1 0 1,0 1-1,-1-1 1,-3-6-1,5 11 0,0 0 0,1 0 0,-1 0 0,0 0 0,0 0 0,0 0 0,0 0 0,0 0 0,0 1 0,0-1 0,0 0 0,0 1 0,0-1 0,0 1 0,0-1 0,0 1 0,-1-1 0,1 1 0,0 0 0,0 0 0,-1-1 0,1 1 0,0 0 0,0 0 0,-3 1 0,2-1 0,0 1 0,0-1-1,0 1 1,0 0 0,0 0 0,0 0-1,0 0 1,1 0 0,-1 0-1,0 1 1,1-1 0,-1 0-1,0 1 1,1-1 0,0 1-1,-1 0 1,1-1 0,0 1 0,-2 4-1,-1 3-4,0 1 0,-6 20 0,6-18 0,-13 51-526,3 1 1,3 1 0,2 0 0,0 85-1,7 13-735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18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239 0 25437,'-29'38'561,"12"35"215,8 20-808,14 44-40,11 10 16,-3 12 64,0-3 40,-12-15-8,-4-7-32,-16-24-376,-12-3-385,-19-24-1239,-6-22-3401,-16-47 632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20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243 271 14771,'-40'-13'643,"25"8"-554,1 0 0,-1 1 0,1 1 0,-23-3 0,36 6-74,0 0 0,-1 0 0,1 1 0,-1-1 0,1 0 0,0 1 0,-1-1-1,1 1 1,0-1 0,-1 1 0,1-1 0,0 1 0,0 0 0,0 0 0,-1 0 0,1 0-1,0 0 1,0 0 0,0 0 0,0 0 0,1 0 0,-1 0 0,0 0 0,0 1 0,1-1-1,-1 0 1,1 1 0,-1-1 0,1 0 0,-1 1 0,1-1 0,0 0 0,0 1 0,0-1-1,0 1 1,0 1 0,-1 9 90,1 0 0,0 0 0,3 17 0,-1-17-7,2 26 215,2-1 0,14 47 0,-15-66-208,1-1 0,1 1-1,0-2 1,2 1 0,0-1-1,20 27 1,-26-38-95,1-1 1,-1 0-1,1 0 0,0 0 1,0-1-1,1 1 0,-1-1 1,1 0-1,-1 0 0,1 0 1,0-1-1,0 0 1,0 0-1,1 0 0,-1 0 1,0-1-1,1 0 0,-1 0 1,1-1-1,-1 1 0,1-1 1,-1 0-1,1-1 0,-1 1 1,1-1-1,-1 0 0,0-1 1,9-2-1,-6 0-4,0 0-1,0-1 1,-1 0 0,1 0-1,-1 0 1,-1-1 0,1 0-1,-1 0 1,0-1-1,5-7 1,3-4 3,-2-1-1,18-38 1,-19 33-12,-1 0 0,-2-1 0,0 0 0,-2 0-1,-1-1 1,-1 0 0,2-34 0,-6 44 7,0-1 0,-1 1 0,0-1 0,-1 1 0,-1 0 1,-1 0-1,0 0 0,-1 0 0,-1 1 0,0 0 0,-1 0 0,-16-24 0,20 33 4,-1 1-1,-1 0 1,1 0 0,-1 0-1,0 0 1,0 1 0,0 0-1,0 0 1,-1 0-1,0 0 1,0 1 0,0 0-1,0 1 1,0-1 0,-1 1-1,1 0 1,-1 1 0,1-1-1,-1 1 1,0 1 0,1-1-1,-1 1 1,0 0-1,0 1 1,-9 1 0,4 2-193,0-1 1,1 2-1,0 0 1,0 0-1,0 1 0,0 0 1,1 1-1,0 0 1,0 0-1,-10 12 1,-4 5-1483,1 2 0,-28 41 0,-27 47-219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24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19 4969,'-33'-19'288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25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17 12451,'-19'0'286,"7"0"-119,0-1 0,-24-4 1,35 4 206,0 1 1,0 0-1,0-1 0,-1 1 1,1-1-1,0 1 1,0-1-1,0 1 0,0-1 1,0 0-1,0 1 1,0-1-1,-1-1 1,1 1 595,8 4-950,0 0 0,-1 1 0,0 0 0,1 0 0,-1 0 0,-1 1 0,7 6 0,-9-8-13,63 58 170,109 132 1,39 90 29,-158-206-172,269 374 249,59 81 290,20-14 32,408 393 261,-208-243-483,538 698 442,-32 33 449,-264-329-336,-464-594-823,775 982 520,-45 28-235,-621-787-808,263 364-1648,-487-698-915,-30-34 347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28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443 0 18092,'7'147'630,"-3"-97"-627,9 143-61,7 92 43,-3 64 15,-17 1012 58,-56 7 619,7-490 785,-24-5-5,65-792-1331,-19 153 251,15-159-198,-23 77-1,30-134-286,-12 28 0,16-46 102,1 0-1,0 0 1,0 1-1,0-1 1,0 0-1,0 0 1,0 0-1,0 0 1,0 0-1,0 0 1,0 1-1,0-1 1,0 0-1,-1 0 1,1 0-1,0 0 1,0 0-1,0 0 1,0 0-1,0 0 1,0 0 0,-1 1-1,1-1 1,0 0-1,0 0 1,0 0-1,0 0 1,0 0-1,-1 0 1,1 0-1,0 0 1,0 0-1,0 0 1,0 0-1,-1 0 1,1 0-1,0 0 1,0 0-1,0 0 1,0-1-1,0 1 1,-1 0-1,1 0 1,0 0-1,0 0 1,0 0-1,0 0 1,0 0-1,0 0 1,0 0-1,-1-1 1,1 1-1,0 0 1,0 0-1,0 0 1,0 0-1,0 0 1,0-1-1,-8-5-195,1 0-1,0-1 0,1 0 1,-1 0-1,1 0 0,1-1 1,-1 0-1,-6-14 0,-10-12-404,-88-143-1213,109 175 1821,-2-2 48,1 0 1,0 0-1,0 0 1,0 0-1,0 0 1,1 0-1,-1-1 1,0-4-1,2 8-33,0 1 0,0-1-1,0 0 1,1 1 0,-1-1 0,0 0 0,0 1-1,0-1 1,1 0 0,-1 1 0,0-1 0,0 0-1,1 1 1,-1-1 0,1 1 0,-1-1 0,1 1-1,-1-1 1,1 1 0,-1-1 0,2 0 0,0 0 11,0 0 0,0 0 1,0 0-1,0 1 0,1-1 1,-1 0-1,0 1 0,0 0 0,4-1 1,44-1 295,90 7 0,-120-3-274,176 15 361,640 87 836,15 27-700,-696-107-464,17 3-129,777 118 382,7-31 59,2-61-1241,-6-95-2539,-502-16 950,-449 58 2432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29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249 188 18092,'-22'6'373,"0"0"0,1 2-1,-31 15 1,43-19-317,1 2 0,-1-1 1,1 1-1,0 0 0,1 0 0,0 1 0,0 0 0,0 1 0,1 0 0,-9 13 0,8-8-72,1 1 0,0 0 0,1 0 0,1 1 0,0-1 0,1 1 0,1 0 0,0 0 0,1-1 0,0 2 0,3 17 0,0-8-8,1 0 1,1-1-1,1 1 1,1-1-1,19 45 1,-20-56 11,1-1 1,1 0-1,0 0 0,1 0 1,0-1-1,0 0 1,1-1-1,1 0 0,0 0 1,12 8-1,-16-13 14,0-1 0,1 0 0,0-1 0,0 1-1,0-1 1,0-1 0,0 1 0,0-1 0,1-1 0,-1 1 0,1-1-1,0 0 1,-1-1 0,1 0 0,0 0 0,-1-1 0,1 0 0,-1 0-1,15-5 1,-5 0 19,-1-1 0,0-1 0,0 0-1,-1-1 1,0-1 0,-1-1 0,0 0 0,0 0-1,-1-2 1,16-19 0,-3 1 24,-2-1 0,-2-1 0,30-57 1,-38 63-17,-1-1 0,-2 0 0,-1-1 0,-1 0 0,-2-1 0,-1 1 0,4-42 0,-10 58-18,0-1-1,0 1 1,-1 0-1,-1-1 1,0 1-1,-1 0 1,-1 0-1,-6-15 1,6 19-5,0 0-1,-1 1 1,0 0 0,0 0 0,-1 0 0,0 1 0,0-1 0,-1 2 0,0-1 0,-1 1 0,1 0 0,-14-8 0,12 9-12,-1 0 0,0 0 0,0 1 0,0 1 0,-1 0 0,1 0 0,-1 1 0,0 0 0,1 1 0,-1 0 0,0 0-1,0 2 1,0-1 0,0 1 0,1 1 0,-1 0 0,0 0 0,1 1 0,-19 8 0,11-3-241,1 1 0,0 0 0,1 1 0,0 1-1,0 0 1,1 2 0,1-1 0,0 2 0,1 0 0,-15 21-1,-33 59-1151,58-90 1347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29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 1 24669,'-13'13'-65,"1"2"-1,0-1 0,1 1 0,-17 32 1,23-35-69,0 0 1,1 0 0,0 0-1,1 0 1,0 0 0,1 1 0,0-1-1,1 16 1,1-7-125,1 1 0,1-1 0,1 0 0,1 1 0,13 38 0,-13-48 175,0 0 1,1-1-1,1 0 0,0 0 1,0 0-1,1-1 1,0 0-1,1 0 0,0-1 1,1 0-1,15 13 1,-18-18 120,1 0 0,-1-1 0,0 1-1,1-2 1,-1 1 0,1-1 0,0 0 0,0 0 0,0-1 0,0 0 0,0 0 0,0-1 0,0 1 0,1-2 0,-1 1 0,0-1 0,0 0-1,0-1 1,0 1 0,0-1 0,-1-1 0,9-3 0,-3 1 39,0-2 0,0 1 0,-1-2 0,0 1 0,0-1 0,0-1 0,-1 0 0,-1-1 0,1 0 0,12-19 0,-12 14-52,-1-1 1,0 0 0,-1 0-1,-1-1 1,-1 0 0,-1 0-1,0-1 1,-1 1-1,-1-1 1,2-29 0,-5 38-23,0 1 0,0-1 0,-1 0 0,-1 0 0,0 0 0,0 1 0,0-1 0,-1 1 0,0-1 1,-6-8-1,6 11-11,-1 0 0,0 1 0,-1-1 1,1 1-1,-1 0 0,0 0 1,0 1-1,-1-1 0,1 1 0,-1 0 1,0 1-1,0-1 0,0 1 1,-10-3-1,7 3-117,1 1 0,-1-1 0,-1 1 0,1 1 0,0 0 0,0 0 0,0 1 0,-1 0 0,1 0 0,0 1 0,0 1 0,-1-1 0,1 2 0,0-1 0,1 1 0,-15 6 0,13-3-551,0-1 0,0 1 1,1 1-1,0 0 1,0 0-1,1 0 0,-1 1 1,-7 11-1,-37 55-2101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0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178 438 18188,'-86'-28'7227,"84"28"-7283,2-1 43,0 1 1,0 0 0,0 0 0,0 0 0,-1 0-1,1 0 1,0 0 0,0 0 0,0 0-1,0 0 1,0 0 0,0 0 0,-1 0-1,1 0 1,0 0 0,0 0 0,0 0 0,0 0-1,0 0 1,-1 0 0,1 0 0,0 0-1,0 0 1,0 0 0,0 0 0,0 0-1,0 0 1,-1 0 0,1 0 0,0 0 0,0 0-1,0 0 1,0 0 0,0 1 0,0-1-1,0 0 1,-1 0 0,1 0 0,0 0-1,0 0 1,0 0 0,0 0 0,0 1 0,0-1-1,0 0 1,0 0 0,0 0 0,-2 4-187,1-3 154,0 1-1,0 0 1,0 0 0,0-1-1,0 1 1,0 0-1,1 0 1,-1 0-1,1 0 1,-1 0 0,1 0-1,0 0 1,0 0-1,0 0 1,0 0-1,0 0 1,0 0 0,1 0-1,-1 0 1,1 0-1,-1 0 1,1 0-1,0 0 1,0 0 0,0 0-1,0-1 1,0 1-1,0 0 1,0-1-1,3 3 1,-1 0 46,1-1 0,-1 0 0,1 0 0,-1 0 0,1-1 0,0 1-1,0-1 1,0 0 0,1 0 0,-1-1 0,0 1 0,1-1 0,-1 0 0,1 0 0,8 1 0,-4-2 18,-1-1 1,1 1-1,-1-2 0,0 1 1,0-1-1,0 0 1,0-1-1,10-4 0,7-5 32,0-2 0,-2-1-1,1 0 1,28-26 0,-29 21-37,1-1-1,-2-2 1,22-28 0,-36 41-9,0 0 0,-1-1 0,-1 0 0,0 0 0,0-1 0,-1 0 0,-1 0 0,0 0 0,-1 0 0,4-21 0,-7 29 0,1-1-1,-1 0 0,0 1 1,0-1-1,-1 1 0,1-1 0,-1 0 1,0 1-1,0-1 0,-1 1 0,0 0 1,1-1-1,-1 1 0,0 0 1,-1 0-1,-3-5 0,2 5 4,0 0 0,0 0 0,0 0 0,-1 1 0,0-1 0,0 1 1,0 0-1,0 0 0,0 1 0,0-1 0,-9-1 0,0 0 4,0 1 0,-1 1-1,1 0 1,-1 1 0,0 0 0,1 2 0,-1-1 0,1 2 0,-20 4-1,13-1-51,0 2 0,1 1 0,0 0 0,0 2 0,1 0-1,0 1 1,1 1 0,0 1 0,-16 14 0,21-15-285,2-1 1,-1 2-1,1-1 1,1 2 0,-10 17-1,15-23-231,0 1 1,1 0-1,0 0 0,0 1 1,1-1-1,1 1 0,0 0 0,0 0 1,0 11-1,2-15 153,0-1 0,1 1 0,-1-1 0,1 1 0,1-1 0,-1 0 0,1 0 1,2 7-1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0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664 633 21541,'-14'-1'62,"-35"-4"540,0 3 0,-65 5 0,101-2-578,0 0-1,0 1 0,0 1 1,0 0-1,1 1 0,-1 1 1,1-1-1,0 2 0,1 0 1,-1 0-1,1 1 0,0 0 0,-19 18 1,20-14-156,0 0 0,1 1 1,0 0-1,1 0 0,-8 17 0,13-26 78,1 1 0,0 0-1,1 0 1,-1 0 0,1 0-1,0 0 1,0 0 0,0 0-1,0 1 1,1-1-1,0 0 1,0 0 0,0 1-1,0-1 1,0 0 0,1 0-1,0 1 1,0-1 0,0 0-1,1 0 1,-1 0 0,4 5-1,-4-7 38,0-1 0,0 1 1,0-1-1,1 0 0,-1 1 0,1-1 0,-1 0 0,1 0 0,-1 0 0,1 0 0,0 0 0,-1 0 0,1 0 1,0 0-1,0-1 0,0 1 0,0-1 0,0 1 0,2-1 0,0 0 11,0 0 1,0 0-1,0-1 0,1 0 1,-1 1-1,0-1 0,0-1 1,6-2-1,5-3 74,0-1 0,-1-1 0,20-15 0,-34 24-65,49-37 81,-2-2 0,-1-3 0,-3-1 0,-1-2 1,-3-2-1,57-85 0,-85 112-163,0 0 0,-1-1 0,-1 0 0,-1 0 1,10-44-1,-16 55 38,0-1 0,-1 1 0,-1-1 0,1 0 0,-2 0 0,1 1 0,-1-1 0,-1 0 1,0 1-1,-1-1 0,0 1 0,0 0 0,-1 0 0,-9-16 0,7 16 34,-1 0 0,0 1 1,-1 0-1,0 1 0,0-1 0,0 2 0,-1-1 0,-1 1 0,1 1 0,-1-1 0,0 2 1,0-1-1,-1 1 0,0 1 0,0 0 0,0 1 0,0 0 0,-20-3 0,11 4 16,-1 0 0,1 2 0,0 0 0,0 1 0,-1 1-1,1 1 1,0 1 0,1 0 0,-1 2 0,-20 8 0,-1 6-600,1 1 0,2 1 0,0 2 1,-58 49-1,44-33-773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1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725 453 22781,'-16'-5'151,"5"0"185,0 1 0,-1 1 0,-19-4 0,27 7-333,0 0 1,1-1 0,-1 2-1,0-1 1,0 0-1,0 1 1,0 0 0,0 0-1,0 0 1,1 0-1,-1 0 1,0 1-1,1 0 1,-1 0 0,-3 2-1,0 2-146,0 0-1,0 0 0,1 1 0,0 0 1,0 0-1,0 0 0,1 1 1,0 0-1,-6 14 0,5-9-3,1 1 1,0 0-1,1 0 0,0 0 0,-2 21 0,6-31 132,0-1 0,0 1 0,0 0 0,0 0 1,1 0-1,-1-1 0,1 1 0,2 5 0,-3-9 15,0 1 1,0 0-1,1-1 1,-1 1-1,0 0 1,1-1 0,-1 1-1,0-1 1,1 1-1,-1-1 1,1 1-1,-1-1 1,1 1 0,-1-1-1,1 1 1,-1-1-1,1 0 1,0 1-1,-1-1 1,1 0-1,-1 1 1,1-1 0,0 0-1,-1 0 1,1 0-1,0 0 1,-1 0-1,1 0 1,0 0 0,0 0-1,-1 0 1,1 0-1,0 0 1,-1 0-1,1 0 1,0 0 0,-1 0-1,1-1 1,-1 1-1,1 0 1,0-1-1,-1 1 1,1 0-1,-1-1 1,1 1 0,-1-1-1,1 1 1,-1 0-1,1-1 1,-1 0-1,1 0 1,5-4 35,-1-1 0,0 1-1,0-1 1,0-1 0,-1 1 0,0-1-1,0 0 1,4-9 0,19-62 97,-21 57-132,-2 0 0,0 0 1,-1-1-1,-1 1 0,-1-1 1,-1 0-1,-1 1 0,-1-1 1,-1 1-1,-1-1 0,0 1 1,-2 0-1,0 1 0,-2 0 1,0 0-1,-1 0 0,-1 1 1,-1 0-1,-24-32 0,29 44 7,-1-1 0,0 1 0,0 0 0,0 0-1,-1 1 1,0 0 0,0 0 0,-1 1 0,1 0-1,-18-7 1,18 10-19,1 0-1,-1 0 1,0 1-1,1 0 1,-1 0 0,0 1-1,0 0 1,0 0-1,1 1 1,-1 0 0,0 0-1,0 1 1,1 0-1,-12 5 1,-1 2-327,1 1 0,0 1-1,0 1 1,1 1 0,1 0 0,-20 20 0,11-10-3324,-34 23 0,20-25 1329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1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962 323 21829,'-15'8'-17,"1"1"1,1 1 0,0 0 0,0 0-1,0 2 1,2 0 0,-1 0-1,2 1 1,0 0 0,0 1 0,1 0-1,1 0 1,0 1 0,1 0-1,1 1 1,0-1 0,1 1 0,-4 23-1,9-37 0,-1 0 0,1 1-1,-1-1 1,1 0 0,0 1-1,0-1 1,0 0 0,0 0-1,0 1 1,1-1-1,-1 0 1,1 0 0,-1 1-1,1-1 1,0 0 0,0 0-1,0 0 1,0 0 0,0 0-1,1 0 1,-1 0 0,0-1-1,1 1 1,-1 0 0,1-1-1,0 1 1,0-1 0,0 1-1,-1-1 1,4 2 0,-2-3 5,0 1 1,0 0 0,1-1 0,-1 1 0,0-1-1,0 0 1,0 0 0,0 0 0,0-1 0,1 1-1,-1-1 1,0 0 0,0 1 0,0-1 0,0-1-1,0 1 1,-1 0 0,1-1 0,0 1-1,-1-1 1,4-3 0,2-2 32,0 0 0,0-1 0,-1 0 0,-1-1 0,1 1 0,-1-1 0,-1-1 0,1 1 0,-2-1 0,7-18 0,-3 4 26,-1-1-1,-1 0 1,4-39 0,-8 44-38,-1 1 0,-1-1 1,-1 1-1,0-1 1,-2 1-1,0-1 1,-1 1-1,-1 0 1,-11-26-1,12 35-15,-1 0-1,0 0 0,-1 0 1,0 1-1,0-1 0,-1 2 1,0-1-1,0 1 0,-1 0 1,-1 0-1,1 1 0,-1 0 1,0 1-1,-1 0 0,1 0 1,-1 1-1,-19-7 0,15 7-5,-1 2 0,-1-1 0,1 2 1,0 0-1,-1 1 0,1 0 0,-1 1 0,1 1 0,-1 1 0,1 0 0,0 1 0,-23 7 1,13-1-74,0 1 1,1 1 0,0 1 0,0 1 0,1 1 0,-29 25 0,-25 26-2486,-93 103 1,46-35 15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1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880 375 21621,'-20'-14'59,"13"8"-130,-1 1 1,0 0-1,-1 0 0,-11-5 1,17 9-41,0 0 1,-1 0-1,1 0 1,0 1-1,0-1 0,-1 1 1,1 0-1,0 0 1,-1 0-1,1 1 1,0-1-1,0 1 1,-1-1-1,1 1 1,0 0-1,0 0 1,-4 2-1,-9 6 4,1 1 0,-1 0 1,2 1-1,0 0 0,0 1 0,1 1 0,0 0 0,1 1 0,1 0 0,0 1 0,1 0 0,0 1 0,2 0 0,0 0 0,0 1 0,2 0 0,-9 35 0,14-50 97,1 1 1,-1 0-1,1 0 1,0 0 0,0 0-1,0 0 1,0 0-1,0 0 1,1 0 0,1 5-1,-2-7 9,1 0 0,-1 0 1,1 0-1,-1 0 0,1 0 0,0 0 0,-1-1 1,1 1-1,0 0 0,0 0 0,-1-1 0,1 1 0,0 0 1,0-1-1,0 1 0,0-1 0,0 1 0,0-1 0,0 0 1,0 1-1,1-1 0,2 0 15,0 0-1,0 0 1,0 0-1,-1-1 1,1 1 0,0-1-1,0 0 1,-1-1 0,1 1-1,0-1 1,-1 1 0,0-1-1,1 0 1,5-5-1,10-7 69,-1-1-1,0-1 0,-1-1 0,-1 0 0,0-2 0,-2 1 0,0-2 0,13-24 0,-16 25-50,-2 0 0,0-1 0,-1 0-1,0 0 1,-2-1 0,-1 0 0,0 0-1,-2-1 1,2-26 0,-5 35-3,-1-1 0,0 1 0,-1-1 0,0 1-1,-1 0 1,-1-1 0,-8-18 0,9 25 4,0 0 0,0 0-1,-1 1 1,0 0 0,-1-1-1,1 2 1,-1-1 0,0 0 0,-1 1-1,1 0 1,-1 0 0,0 1 0,0 0-1,-1 0 1,-7-4 0,3 4 2,0 1 0,0 0 0,0 1 0,0 0 0,0 0 0,-1 1 0,1 1 0,0 0 0,-1 1 0,1 0 0,0 1 0,0 0 0,0 0 0,0 1 0,-14 6 0,-7 4-8,0 2 1,1 0 0,-52 37 0,39-20-281,1 2 0,1 1 0,-48 55 0,64-61-1466,2 1 1,-38 62-1,34-35-120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2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265 227 25942,'-7'-2'24,"-29"-5"-295,35 7 216,0 0 1,1 0 0,-1 0 0,0 0 0,0 0 0,0 0 0,0 0 0,0 0 0,0 0 0,0 1 0,0-1 0,0 0 0,1 1 0,-1-1 0,0 1 0,0-1-1,0 1 1,1-1 0,-1 1 0,0-1 0,1 1 0,-1 0 0,0-1 0,1 1 0,-1 0 0,1 0 0,-1-1 0,1 1 0,-1 0 0,1 0 0,0 0 0,-1 0 0,1 0-1,0 1 1,-1 12-520,0-1 1,3 21-1,0 6-158,-5 28 76,-23 135 1,22-181 775,4-17-80,-4 9 111,2-1 0,0 1 0,1 0 0,0 0 0,1 0 0,1 0 0,0 0 0,4 17 0,-5-29-142,1-1 1,-1 1 0,1 0-1,-1 0 1,1-1 0,0 1-1,-1-1 1,1 1 0,0-1-1,0 1 1,0-1 0,1 1-1,-1-1 1,0 0-1,0 0 1,1 1 0,-1-1-1,1 0 1,-1 0 0,1 0-1,-1-1 1,1 1 0,0 0-1,-1-1 1,1 1 0,0-1-1,-1 1 1,1-1 0,0 0-1,0 1 1,-1-1 0,1 0-1,0 0 1,0-1 0,0 1-1,-1 0 1,1 0 0,0-1-1,3-1 1,4-1 9,0-1 1,1 0-1,-2-1 1,1 0-1,16-12 0,1-4 4,-2-2-1,0 0 0,-1-1 0,22-31 0,-25 27-25,0 0 1,-1-2-1,-2 0 1,-1-1-1,11-32 0,-20 44 8,0-1-1,-2 1 0,-1-1 1,0 0-1,-1 0 0,-1 0 1,-1 0-1,-1 0 0,-1 0 1,-3-22-1,2 32 16,0 1 0,-1-1 0,0 0 1,0 1-1,-1 0 0,0 0 0,-1 0 0,0 0 0,-12-14 0,12 17 2,0 0-1,-1 1 0,0-1 1,0 2-1,0-1 0,-1 1 1,1-1-1,-1 2 0,0-1 1,0 1-1,-1 0 1,1 1-1,-10-3 0,8 3-9,0 1 0,0-1-1,0 2 1,0-1 0,0 1 0,0 1 0,1 0-1,-1 0 1,0 0 0,0 1 0,0 1-1,1-1 1,-15 8 0,11-4-9,0 1 1,1 1-1,1 0 0,-1 0 1,1 1-1,1 0 0,-1 1 1,-10 15-1,-1 6-50,1 0-1,2 2 1,1 0 0,2 1-1,-19 60 1,17-37-694,3 1 0,-14 118 0,25-134-976,2 0 1,6 65 0,-1-77 129,17 58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2.5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534 326 16444,'-43'-7'5609,"25"4"-5072,16 2-295,5 5-270,4 2 9,0 1 0,0-1 0,14 9 0,-18-13 20,0 0 1,1 0 0,-1 0 0,1-1-1,-1 1 1,1-1 0,0 0 0,0 0-1,-1 0 1,1 0 0,0-1-1,7 0 1,-10 0 0,-1 0 0,1 0 1,0-1-1,-1 1 0,1 0 0,0-1 0,-1 1 0,1 0 0,0-1 0,-1 1 0,1-1 0,-1 1 1,1-1-1,-1 1 0,1-1 0,-1 0 0,1 1 0,-1-1 0,1 0 0,-1 1 0,0-1 1,0 0-1,1 1 0,-1-1 0,0 0 0,0 0 0,0 1 0,0-1 0,0-1 0,1-25 57,-2 21-43,0-12 6,0-1-1,-2 1 1,0-1 0,-2 1 0,1 0 0,-2 0 0,-1 1 0,0-1 0,-1 2 0,-1-1 0,-19-26 0,23 36-11,-1 0 0,0 0 0,0 1-1,-1 0 1,0 0 0,0 1 0,-1-1 0,1 2 0,-1-1 0,0 1 0,-12-5 0,12 7-5,0 0 0,0 1 0,0 0 0,1 0 0,-1 0 0,0 1 0,0 0 0,0 1 0,0 0 0,0 0 0,0 1 0,0-1 0,0 2 0,-11 4 0,2 1-110,0 1 0,1 0 0,0 1 0,1 1 0,-22 19 0,9-3-891,-42 48 1,11 0-377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4.1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601 356 21477,'-6'0'98,"1"-1"0,-1 1-1,1 1 1,-1-1 0,0 1 0,1 0 0,-1 0 0,1 0 0,0 1 0,-1 0 0,1 0 0,0 0 0,0 1 0,0-1 0,1 1 0,-1 0 0,0 1 0,1-1 0,0 1 0,0 0 0,-6 7 0,2 0-176,0 0 1,0 1 0,1 0-1,0 0 1,1 1 0,0 0-1,-5 21 1,4-9 30,2 1-1,1 0 1,1 0 0,1 0-1,2 0 1,0 0 0,2 1 0,1-1-1,1 0 1,1-1 0,1 1-1,1-1 1,2 0 0,14 30-1,-22-52 47,26 47-25,-25-47 28,1 1 0,0-1 0,0 0 0,0 1 0,0-1 0,0 0 0,1-1 0,-1 1 0,1-1 0,4 3 0,-6-4 15,0 0-1,0 0 1,1-1 0,-1 1-1,0-1 1,0 1 0,0-1-1,0 0 1,0 0-1,1 0 1,-1 0 0,0 0-1,0-1 1,0 1 0,0-1-1,1 1 1,-1-1-1,0 0 1,0 0 0,0 0-1,0 0 1,-1 0 0,1 0-1,0 0 1,2-2 0,2-3 86,1-1 1,-1 1-1,0-1 1,-1-1-1,7-9 1,15-30-25,-1-2 1,-3 0 0,-2-1 0,-2-2-1,-3 0 1,-1-1 0,-4 0-1,7-65 1,-14 86-163,-2 1 1,-2-1-1,-1 1 0,-9-63 0,7 81 21,1 1 0,-2-1 0,0 1 0,0-1 0,-1 1 1,-1 0-1,0 1 0,-1 0 0,0 0 0,0 0 0,-1 1 0,-1 0 0,0 0 0,-16-13 0,18 18 33,0 0 0,0 1 0,0-1-1,-1 2 1,0-1 0,1 1 0,-1 0 0,-1 1-1,1 0 1,0 0 0,0 1 0,-1 0 0,1 0-1,0 1 1,-1 0 0,1 1 0,-1 0 0,1 0-1,0 1 1,0 0 0,-1 0 0,-8 4 0,0 1 19,1 1 1,1 1-1,-1 0 1,1 1-1,1 1 0,0 0 1,0 1-1,1 0 1,-18 23-1,0 4-152,3 2 0,1 1-1,-38 79 1,-44 146-1968,37-65 754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4.46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154 492 25838,'-4'-1'41,"-6"-2"63,-1 0 0,0 1 0,-11-1 0,20 3-113,0 0 0,0 0 0,0 0 0,0 0 0,0 0 0,-1 0 0,1 0 0,0 1 0,0-1 0,0 1 1,0 0-1,0-1 0,0 1 0,1 0 0,-1 0 0,0 0 0,0 0 0,1 1 0,-1-1 0,0 0 0,1 1 0,-3 3 1,2-2-27,1 0 1,0 0-1,0 0 0,0 0 1,0 0-1,1 0 1,-1 0-1,1 1 1,0-1-1,0 0 1,0 0-1,1 6 1,1 2-80,0 1 1,6 19-1,8 10-32,1 0 1,2-1-1,2-1 1,38 53-1,-50-79 115,1 0 0,1 0 0,0-1 0,24 19 0,-30-27 22,0 0 0,0 0 0,1-1 1,-1 0-1,1-1 0,0 1 0,-1-1 0,1 0 0,0 0 0,1-1 1,-1 1-1,0-1 0,0-1 0,0 1 0,1-1 0,6-1 1,-4-1 7,0 0 1,0-1-1,0 1 1,0-2-1,0 1 1,-1-2-1,1 1 1,-1-1-1,-1 0 1,1 0 0,10-10-1,3-6 13,0 0 0,23-32 0,-18 20-1,-2-1 1,-2 0-1,-1-2 0,-2-1 0,-1-1 1,-2 0-1,19-67 0,-30 83-9,-1 0 0,-1-1 0,-1 1 0,-1-1 0,-1 1 0,-4-40 0,1 46-11,0-1 0,-2 1 0,0 0 0,0 0 0,-1 1 0,-1 0 0,-1 0 0,0 0 0,-20-25 0,23 33 2,-1 0 0,-1 0 0,1 1 1,-1-1-1,0 2 0,0-1 1,-1 1-1,1 0 0,-1 1 0,0-1 1,-1 2-1,1-1 0,-1 1 1,1 1-1,-1-1 0,0 1 1,0 1-1,-12-1 0,8 2-2,0 0 1,0 2-1,0-1 0,0 2 0,0 0 1,0 0-1,1 1 0,-1 0 0,1 2 0,0-1 1,0 1-1,-13 10 0,4-1-59,0 1 0,2 1 0,0 1 0,1 1 0,-29 38 0,16-13-640,-47 90 1,57-92-135,-14 47 0,-1 30-588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4.83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568 327 24453,'-5'-1'32,"-2"0"30,-1 0 0,1 0 0,-1 0 0,1 1 0,-15 2 1,20-2-69,0 1 1,-1 0-1,1-1 1,0 1-1,0 0 1,0 1-1,0-1 1,0 0-1,0 0 1,1 1 0,-1-1-1,0 1 1,1 0-1,-1-1 1,1 1-1,-1 0 1,1 0-1,0 0 1,0 0-1,0 0 1,0 0 0,0 0-1,-1 3 1,-1 6-39,0 0 0,1 1 1,0-1-1,1 0 1,0 1-1,1-1 0,1 15 1,14 78-79,-14-96 107,4 19-75,2 0 1,0 0-1,20 46 0,-25-69 62,1 1 0,-1-1-1,0 0 1,1 0-1,0 0 1,0 0-1,0-1 1,1 1-1,-1-1 1,1 0-1,0 0 1,5 4-1,-6-6 17,-1 0 1,1 0-1,-1 0 0,1-1 0,-1 1 0,1-1 0,0 1 0,-1-1 1,1 0-1,0 0 0,-1 0 0,1 0 0,0-1 0,-1 1 0,1-1 1,0 0-1,-1 1 0,1-1 0,-1 0 0,1-1 0,-1 1 0,4-2 1,4-5 9,0 0 1,0-1 0,0 0 0,-1-1 0,0 0 0,-1 0-1,0-1 1,7-13 0,-11 17 4,15-21 9,-2-2 1,-1 0 0,-1 0 0,-2-2 0,11-34 0,-19 48-5,-1 1 1,0-1-1,-2 0 0,0 0 1,0 0-1,-2 0 1,0 0-1,-1 0 1,-1 0-1,-1 0 1,-7-23-1,5 25 1,-1 0 0,0 0 0,-2 1 0,1 0 0,-2 0 0,0 1 0,-1 0 0,0 1 0,-24-23 0,29 31-11,-1 0 0,0 0 1,0 1-1,0 0 0,0 0 1,-1 0-1,1 1 0,-1 0 1,0 0-1,0 1 1,0 0-1,-1 0 0,1 1 1,0 0-1,-1 0 0,1 0 1,-1 1-1,1 0 0,-1 1 1,1 0-1,0 0 0,-1 0 1,1 1-1,-10 4 0,3 0-16,-1 1 0,1 0-1,0 1 1,1 1-1,-16 12 1,-57 59-258,85-80 274,-229 231-2664,110-121 1194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5.2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213 3 25597,'0'0'4,"-1"0"0,1-1 0,0 1 0,-1 0 0,1 0 0,-1 0 0,1-1-1,-1 1 1,1 0 0,-1 0 0,1 0 0,-1 0 0,1 0 0,-1 0-1,1 0 1,-1 0 0,1 0 0,-1 0 0,1 0 0,-1 0 0,1 0 0,-1 0-1,1 1 1,-1-1 0,1 0 0,-1 0 0,1 0 0,-1 1 0,1-1-1,-1 0 1,1 1 0,0-1 0,-1 0 0,1 1 0,-1 0 0,0 2-31,0-1 0,1 1 0,-1 0 0,1 0 0,0 0-1,0-1 1,0 1 0,0 4 0,4 35-325,13 61-1,-9-59 182,-2-11 35,13 71-733,36 117 1,-50-207 632,0 0 1,9 15 0,-13-26 162,1 1 0,0-1 0,1 0 0,-1 0 0,0 0 1,1 0-1,0 0 0,0 0 0,0 0 0,5 3 1,-7-6 53,0 1 0,0-1 1,0 0-1,0 1 0,0-1 1,0 0-1,0 0 1,0 0-1,0 1 0,0-1 1,0 0-1,0 0 0,0-1 1,0 1-1,0 0 1,0 0-1,0 0 0,0-1 1,0 1-1,0-1 0,0 1 1,0-1-1,0 1 1,0-1-1,0 1 0,-1-1 1,2-1-1,1-1-3,0 0-1,0 0 1,-1 0-1,1 0 1,-1-1-1,3-5 1,5-14 61,-1 0 0,-1-1 0,-1 0 0,5-34 0,6-103 122,-15 122-90,-4-60 0,0 89-60,0 0-1,0-1 1,-1 1 0,-1 0 0,0-1 0,0 1 0,-1 1 0,0-1-1,-1 0 1,-9-14 0,12 21-11,-1 0 0,1 1 0,0-1 0,0 0 0,-1 1 0,0 0-1,1-1 1,-1 1 0,0 0 0,0 1 0,0-1 0,0 0 0,-1 1 0,1 0 0,0 0-1,0 0 1,-1 0 0,1 0 0,-5 0 0,3 1 0,1 1 0,-1-1 0,0 1 1,1 0-1,-1 0 0,1 1 0,0-1 0,-1 1 0,1 0 0,0 0 1,0 1-1,-6 4 0,-5 5-26,1 1 0,0 1-1,1 0 1,1 0 0,-18 28 0,-31 58-892,36-55-2174,-44 57 0,16-46 826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5.57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146 31 24549,'-7'39'-81,"2"0"0,2 0 0,1 0 0,2 0 0,2 1-1,7 43 1,0-31-794,2 0 1,3 0-1,36 89 0,-15-68-1037,-31-66 1574,0 0 0,0-1 0,1 0 0,0 0 0,0 0 0,10 8-1,-14-13 303,0 0-1,0 0 0,0-1 1,0 1-1,0 0 0,0-1 0,1 1 1,-1-1-1,0 0 0,0 1 1,1-1-1,-1 0 0,0 0 0,1 0 1,-1 1-1,0-1 0,0-1 1,1 1-1,-1 0 0,0 0 0,1 0 1,-1-1-1,0 1 0,0-1 1,0 1-1,2-2 0,0 1 18,0-1-1,0-1 0,-1 1 0,1 0 1,-1-1-1,0 1 0,0-1 1,0 1-1,3-5 0,3-8 45,0-1 0,-1 0 0,0-1 0,-1 1 0,6-33 0,7-90 105,-15 80-81,-5-97-1,-2 126-30,-1 0-1,-1 0 0,-1 0 1,-2 1-1,-12-30 1,18 52-18,-15-27-2,16 33-5,0 0 0,0 0 0,0 0 0,0 0 0,0 0 0,0 0 0,0 0 0,-1 0 0,1 0 0,0 0 1,-1 1-1,1-1 0,0 0 0,-1 1 0,1 0 0,-1-1 0,1 1 0,-1 0 0,1-1 0,-1 1 0,-2 0 0,2 1-8,-1-1 0,1 0 0,0 1 0,0-1 0,0 1 0,0 0 0,0 0 0,-1 0 0,1 0 0,1 0 0,-1 0 0,0 1 0,0-1 0,0 0 0,-2 3 0,-20 31-172,18-26 139,-26 45-166,-47 110 0,-4 68 214,63-172-494,3 1-1,2 1 1,-9 100-1,24-91-3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6.1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106 330 24309,'-1'1'-8,"1"-1"0,0 1 0,-1-1 0,1 1 0,0 0 0,-1-1 0,1 1 0,0 0 0,0-1 0,0 1 0,0 0 0,0-1 0,0 1 0,0 0 0,0-1 0,0 1 0,0 0 0,0-1 0,0 1 1,0 0-1,0-1 0,0 1 0,1 0 0,-1-1 0,0 1 0,1 0 0,-1-1 0,0 1 0,1-1 0,-1 1 0,1 0 0,19 13-1279,-16-11 957,2 0-186,0-1 1,0 1-1,0-1 1,0 0-1,0 0 1,1-1-1,-1 0 1,1 0-1,-1-1 1,0 1-1,1-2 1,-1 1-1,1 0 1,-1-1-1,1-1 1,-1 1-1,11-4 1,-12 3 465,-1 0 0,1 0 0,-1 0 0,1 0 0,-1-1 1,0 1-1,0-1 0,0 0 0,0 0 0,0-1 0,-1 1 0,0-1 1,0 0-1,0 0 0,0 0 0,0 0 0,-1 0 0,1-1 0,-1 1 1,0-1-1,-1 0 0,1 1 0,1-10 0,-3 11 347,0 0 0,0 0 0,0 0-1,0 0 1,0 0 0,-1 0 0,1 0 0,-1 0-1,0 0 1,0 0 0,0 0 0,0 0 0,0 0 0,-1 0-1,0 1 1,1-1 0,-4-3 0,2 3-134,0 0-1,0 0 1,-1 0 0,1 1 0,-1 0 0,1-1-1,-1 1 1,0 0 0,0 1 0,0-1 0,-8-1 0,8 1-185,0 1 1,0 1 0,0-1 0,0 1 0,0-1 0,0 1 0,0 0 0,-1 1 0,1-1 0,0 1-1,0 0 1,0 0 0,0 0 0,0 0 0,0 1 0,1-1 0,-1 1 0,0 0 0,1 0-1,-1 1 1,1-1 0,0 1 0,0 0 0,0 0 0,0 0 0,0 0 0,-3 4 0,1 6 0,0 0-1,0 0 1,1 1 0,1-1 0,0 1 0,1 0 0,0 0-1,1 17 1,-4 18-19,1-19 34,1-21 18,2 1 0,-1 0 0,2 0 0,-1 0-1,1 0 1,2 13 0,-2-22-5,0 0 0,0 0 0,0 0 0,0 0 0,0-1 0,1 1 0,-1 0 0,0 0 0,0 0 0,1-1-1,-1 1 1,0 0 0,1 0 0,-1-1 0,1 1 0,-1 0 0,1-1 0,-1 1 0,1-1 0,0 1 0,-1 0 0,1-1-1,0 1 1,-1-1 0,1 0 0,0 1 0,0-1 0,0 0 0,-1 1 0,1-1 0,0 0 0,0 0 0,0 0 0,-1 0 0,1 1-1,0-1 1,0 0 0,0-1 0,0 1 0,-1 0 0,1 0 0,0 0 0,0 0 0,0-1 0,-1 1 0,1 0 0,0-1 0,0 1-1,-1 0 1,2-1 0,3-3 33,0 1-1,0 0 1,-1-1-1,1 0 1,-1 0-1,5-6 1,18-25-1,-2-1-1,-2-1 1,-2-1 0,-1-1 0,-1 0 0,-3-2 0,21-76-1,-33 106-38,-2 0 0,1 0 0,-1-1 0,-1 1 0,0 0 0,0-1 0,-2-18 0,0 29 1,1 0-1,0-1 0,0 1 0,-1-1 0,1 1 0,-1 0 0,1-1 0,-1 1 0,1 0 0,-1 0 0,0 0 0,0-1 0,0 1 0,0 0 1,0 0-1,0 0 0,0 0 0,0 0 0,0 0 0,0 1 0,0-1 0,0 0 0,-1 1 0,1-1 0,0 0 0,-1 1 0,1-1 0,0 1 0,-1 0 1,1 0-1,0-1 0,-4 1 0,1 1-5,0-1 0,-1 1 1,1 0-1,0 0 0,0 0 0,-1 0 1,1 1-1,0 0 0,0 0 0,1 0 1,-5 3-1,-7 6-59,0 0 1,1 2-1,1 0 0,0 0 1,1 2-1,0-1 0,-10 17 1,-66 124-2682,52-89 572,-22 36 332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6.63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128 556 28102,'-3'0'-66,"0"-1"0,0 0-1,-1 1 1,1 0 0,0 0 0,0 0 0,0 0-1,-1 0 1,1 1 0,0-1 0,0 1 0,0 0-1,0 0 1,0 0 0,0 0 0,0 1-1,0-1 1,0 1 0,1 0 0,-1 0 0,0 0-1,1 0 1,0 0 0,-1 0 0,1 1 0,0-1-1,0 1 1,0 0 0,1-1 0,-3 6 0,-2 8-334,1 0 0,1 1 1,0 0-1,1 0 1,1 0-1,0 23 0,1-15 4,-10 50-1,10-71 497,2-9 61,2-5-88,0 1 1,1-1-1,0 1 1,0 0-1,11-15 1,224-417-173,-227 418 64,-2-1 0,0 0-1,9-36 1,-18 56 31,-1 0-1,1 0 1,-1-1 0,1 1-1,-1 0 1,0 0 0,-2-6-1,2 9 5,0 0 1,0 0-1,0 1 0,-1-1 0,1 0 0,0 1 0,-1-1 0,1 0 0,-1 0 0,1 1 0,-1-1 0,1 1 0,-1-1 0,1 0 0,-1 1 0,0-1 0,1 1 0,-1 0 0,0-1 0,1 1 1,-1-1-1,0 1 0,1 0 0,-1 0 0,0-1 0,0 1 0,0 0 0,1 0 0,-1 0 0,0 0 0,0 0 0,0 0 0,1 0 0,-1 0 0,0 0 0,0 0 0,0 0 0,1 1 1,-1-1-1,0 0 0,0 0 0,1 1 0,-1-1 0,0 1 0,0 0 0,-7 3 9,1 0 0,0 1 0,0 0 0,0 0 0,1 1 0,-1 0 0,2 0 0,-1 0 0,0 1 0,1-1-1,1 1 1,-8 13 0,-2 8 31,0 1 0,-9 32 0,12-28-21,1 0 0,2 1 0,-6 58 0,14-70-94,1-22 45,1-1 0,-1 0 0,0 0 0,0 0 0,-1 0 0,1 0 0,0 0 0,0 0 0,0 0 0,-1 0 0,1-1 0,0 1 0,-1 0 0,1 0 0,-1-1 0,1-2 0,222-450-10209,-218 445 10134,-2 3 83,1 0 1,-1 0-1,0-1 0,0 1 1,-1 0-1,0-1 1,0 0-1,1-7 0,-3 13 23,0 0 0,-1 1-1,1-1 1,0 0 0,0 1-1,0-1 1,-1 1 0,1-1 0,0 1-1,-1-1 1,1 1 0,0-1-1,-1 1 1,1-1 0,-1 1-1,1-1 1,-1 1 0,1-1-1,-1 1 1,1 0 0,-1-1 0,1 1-1,-1 0 1,0 0 0,1-1-1,-1 1 1,0 0 0,1 0-1,-1 0 1,1 0 0,-1 0 0,0 0-1,0 0 1,-24 1 73,4 4 122,0 1 0,0 1 1,1 0-1,1 2 0,-1 0 1,-30 20-1,11-2 445,-71 61 0,88-67-701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7.09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389 0 22197,'-13'32'-35,"1"-1"0,2 2 0,1-1 0,1 2 0,2-1 0,-3 68 0,8-26-208,17 143 0,-11-175 200,2-1 1,23 77-1,-28-114 42,0 0-1,0 0 1,0-1 0,1 1-1,-1 0 1,1-1 0,0 0-1,1 1 1,6 5 0,-9-9 2,1 1 1,-1-2 0,0 1 0,1 0 0,-1 0-1,1 0 1,0-1 0,-1 1 0,1-1 0,0 1 0,-1-1-1,1 0 1,0 1 0,-1-1 0,1 0 0,0 0 0,0 0-1,-1-1 1,1 1 0,0 0 0,-1-1 0,1 1-1,0-1 1,-1 1 0,1-1 0,-1 0 0,1 0 0,-1 1-1,3-3 1,3-3 14,-1 0 1,1 0-1,-1-1 0,0 1 0,-1-1 0,0-1 1,0 1-1,-1-1 0,1 0 0,3-11 0,-3 7 0,21-42-199,-2-2 1,-3-1 0,-3-1 0,-2-1-1,9-62 1,-22 98-35,-1 1-1,0-1 1,-2 0-1,0 0 1,-5-26-1,4 43 160,0-1 0,0 0 0,-1 0 0,0 1 0,0-1 0,-1 1 0,0-1 0,0 1 0,0 0 0,-1 0 0,1 0 0,-2 1 0,1-1 0,-1 1 0,1 0 0,-1 0 0,-1 1 0,1 0 0,-1-1 0,-10-4 0,10 6 39,0 1 1,0 0 0,-1 0-1,1 1 1,-1 0 0,1 0-1,-1 1 1,1 0 0,-1 0-1,1 0 1,-1 1 0,1 0-1,-1 0 1,1 0 0,0 1-1,-1 0 1,1 1-1,-10 4 1,-2 3 20,1 1-1,0 0 0,0 1 1,1 1-1,-14 15 1,0 2-27,1 2 0,2 0 0,-44 71 0,40-49-455,2 1 0,-24 68-1,-10 53-247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7.8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1 255 15939,'45'101'5618,"34"47"-4106,-58-114-1726,2-1 0,1-1 1,1-1-1,53 49 1,-65-68 184,1-1 1,1-1-1,-1 0 0,2-1 1,-1-1-1,29 11 1,-40-18 32,-1 1 1,0-1 0,0-1 0,0 1-1,1 0 1,-1-1 0,0 0 0,0 0-1,1 0 1,-1 0 0,0 0 0,1-1-1,-1 1 1,0-1 0,0 0-1,0 0 1,0 0 0,1 0 0,-1-1-1,-1 1 1,1-1 0,0 0 0,0 0-1,-1 0 1,1 0 0,-1 0 0,1-1-1,-1 1 1,2-4 0,4-6 66,-1 0 1,0-1-1,-2 1 1,1-1-1,5-21 0,-4 12-32,10-30-20,-2-1-1,13-91 1,-23 103-179,-2 1 0,-2-1 0,-1 1 0,-8-50 0,7 79 93,-1 0-1,0 1 1,-1-1-1,0 1 1,-1 0-1,0 0 1,-1 0-1,-9-15 1,12 22 54,0 0 0,-1 0 0,1 0 0,-1 0 1,0 1-1,0-1 0,0 1 0,0 0 0,0 0 0,0 0 0,0 0 1,-1 0-1,1 1 0,-1 0 0,1-1 0,-1 1 0,0 1 1,0-1-1,1 0 0,-1 1 0,0 0 0,0 0 0,1 0 0,-1 0 1,0 1-1,0-1 0,-5 2 0,-7 3 7,1 1 0,-1 0 0,1 1 1,1 0-1,-1 1 0,1 1 0,-16 13 0,-7 9-170,-41 42 0,46-40-200,-29 39 0,-12 40-112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38.31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59 69 26158,'-6'14'-178,"1"0"1,1 0 0,1 0 0,0 1 0,1-1 0,0 1 0,1 0 0,1-1 0,0 1-1,1 0 1,3 18 0,5 11-503,1 0-1,21 53 0,-28-87 624,0 0-1,1 0 1,1 0-1,-1 0 1,2-1 0,-1 0-1,9 10 1,-12-17 59,0 0-1,0 0 1,0 0 0,0-1 0,0 1-1,0-1 1,1 0 0,-1 1 0,0-1 0,1 0-1,-1-1 1,1 1 0,4 1 0,-4-2 13,1 0 1,0 0-1,-1 0 1,1-1-1,0 1 1,-1-1 0,1 0-1,-1 0 1,1 0-1,-1 0 1,0-1-1,5-2 1,6-4 59,0-2-1,0 0 1,-1 0-1,0-1 1,-1-1-1,0 0 1,-1-1-1,17-25 1,-5 2 34,-1 0 1,23-56-1,-38 76-138,0-1 1,-1 1 0,0-1-1,-2-1 1,4-24 0,-7 37-41,-1 1 1,0-1 0,0 1 0,0 0 0,0-1-1,-1 1 1,1 0 0,-1-1 0,0 1-1,0 0 1,-1 0 0,0 0 0,1 0 0,-1 0-1,0 0 1,-1 0 0,1 1 0,-1-1 0,0 1-1,1-1 1,-1 1 0,-1 0 0,1 0-1,0 1 1,-1-1 0,0 1 0,1-1 0,-5-1-1,-2 1-36,1-1-1,-1 2 1,0-1-1,0 1 1,0 1 0,0 0-1,0 0 1,0 1-1,0 0 1,0 1-1,0 0 1,0 0-1,0 1 1,1 1-1,-1 0 1,0 0-1,-8 5 1,4-2 179,0 0 0,1 1 1,1 1-1,-1 0 0,1 1 1,0 0-1,1 1 0,0 0 1,1 1-1,0 0 0,-9 15 1,6-5-36,2 0 1,1 1 0,0 0 0,2 1-1,0 0 1,2 1 0,1-1 0,0 1-1,2 0 1,-1 47 0,11 45-258,-7-116 217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3:41.33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1256 1 13523,'0'0'0,"-35"30"96,-52 47-1111,-32 33 672,-27 31 329,-13 19 78,1 12 784,14 4 195,20 5 92,24 3-206,25 9-442,19 11-108,21 13-291,17 13-8,22 14-80,20 8 8,29 4-64,30 0 72,-48-176-20,50 85 0,-39-89 32,63 80 0,-52-88 20,79 77 0,89 47-16,30-22-4,23-23 18,18-27 29,15-28-8,11-31 173,7-30 176,4-34 156,2-33-5,-8-34-15,-9-30-155,-22-31-209,-26-28-92,-201 108-46,93-85 0,-112 86 4,88-111 0,-106 113-86,0-1 0,41-89 0,-51 86-60,-1-1-1,22-96 0,-33 93-182,-1-1-1,2-102 1,-12 92-55,-3 0 0,-16-85-1,3 73-654,-48-140 1,26 119 94,-57-106 1,-94-103-681,-47 1 532,-44 14 866,-34 19 48,-24 33 400,-16 37 334,-7 44 9,0 44-349,5 50-747,249 56 45,-133 4 1,144 11 366,-141 24-1,-26 18-14281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07.61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9019.33203"/>
      <inkml:brushProperty name="anchorY" value="-17200.49609"/>
      <inkml:brushProperty name="scaleFactor" value="0.5"/>
    </inkml:brush>
  </inkml:definitions>
  <inkml:trace contextRef="#ctx0" brushRef="#br0">0 1 11466,'6'4'7901,"7"3"-9647,9 4 2688,11 1-920,10-1-8,8-2 158,7-3 22,3-4-14,2-4-13,-2-2-1003,-2-3-1051,-6-4-3180,-7-3 5174,-11 1-13401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07.90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0469.35156"/>
      <inkml:brushProperty name="anchorY" value="-18058.64844"/>
      <inkml:brushProperty name="scaleFactor" value="0.5"/>
    </inkml:brush>
  </inkml:definitions>
  <inkml:trace contextRef="#ctx0" brushRef="#br0">1 1 19772,'0'0'1545,"5"3"839,11 2-2881,17 3 715,20-1-303,21 0 16,18-2 46,11-2-37,2 3 7,-7 3-77,-74-4 10,32 8 0,-48-9 82,1-1-1,-1 1 0,0 0 0,1 0 1,7 7-1,-14-8 19,1 0 1,0 0-1,0 0 0,-1 0 1,1 0-1,-1 1 0,0-1 1,0 0-1,0 1 0,0 0 1,2 6-1,-4-3 1,1-1-1,0 0 0,-1-1 1,1 1-1,-2 0 1,1 0-1,-1 0 1,-2 12-1,-1-3 7,-1 0-1,-1 0 1,-12 24 0,-42 63-25,-23 10 36,-15 5-2,-8-7-454,0-10-569,9-18-2236,14-19 1651,51-40-6854,3-5-962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08.24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1334.43359"/>
      <inkml:brushProperty name="anchorY" value="-19929.82813"/>
      <inkml:brushProperty name="scaleFactor" value="0.5"/>
    </inkml:brush>
  </inkml:definitions>
  <inkml:trace contextRef="#ctx0" brushRef="#br0">261 0 10626,'0'0'0,"-4"2"232,-6 0-158,-3 1-30,0 0-2,-1 2 205,2 4 536,-1 5 1195,1 12 1766,0 14-1574,-3 20-872,-1 20-561,-2 21-539,-2 18-89,-2 11-80,1 6-26,3-6-224,4-10-229,5-18-1190,4-20-1675,9-25 1706,2-21-15604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08.64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0236.61719"/>
      <inkml:brushProperty name="anchorY" value="-20340.26563"/>
      <inkml:brushProperty name="scaleFactor" value="0.5"/>
    </inkml:brush>
  </inkml:definitions>
  <inkml:trace contextRef="#ctx0" brushRef="#br0">41 71 14171,'0'0'0,"-2"7"2753,-6 12 1652,-1 9-4580,-1 9 644,3 6-395,3 3-121,3 0-8,5-3 29,5-5-1,4-5 11,4-6 17,2-8-41,1-7 23,2-9-8,3-12 10,6-12-21,3-11-21,2-9-33,0-7-58,-5-5-61,-7 0 21,-8 1 164,-11 4 118,-5 41-36,-1 1-1,1-1 0,-1 0 1,-2-8-1,1 11-31,1 0 1,-1-1-1,0 1 0,0 0 1,0 0-1,-4-4 0,4 5-7,-1 0 0,1 0-1,-1 0 1,0 0 0,0 0-1,-7-3 1,6 3-8,0 1 0,0 0 0,-1 0 0,1 1 0,-10-3 1,8 3-44,0 1 1,0-1-1,-1 1 1,-9 1-1,7 0-54,0 0 0,0 1-1,-10 4 1,-27 15-942,1 8-157,9 5-1418,10 1-213,25-33 2478,-1 1 1,0 1 0,1-1 0,0 1-1,0 0 1,-2 6 0,4-9 176,-2 0 0,1 1 0,1-1 0,-1 1 0,0-1 0,0 1 0,0-1 0,1 1 0,-1-1 0,1 1 0,-1-1 0,1 1 0,0-1 0,1 3 0,0-3-158,-1 1 1,1-1 0,0 0-1,-1 1 1,1-1-1,0 0 1,0 0 0,0 0-1,0 0 1,0 0-1,4 1 1,0-1 66,1 1 0,-1-1 0,1 0 0,9 0 0,25-1-3425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09.04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1165.84375"/>
      <inkml:brushProperty name="anchorY" value="-21321.80078"/>
      <inkml:brushProperty name="scaleFactor" value="0.5"/>
    </inkml:brush>
  </inkml:definitions>
  <inkml:trace contextRef="#ctx0" brushRef="#br0">272 38 3353,'0'0'0,"8"-2"1232,13-4 1942,7-1-1404,-1-1-451,-3 1 62,-8 2 1205,-11 2-548,-13 5-402,-14 4-756,-10 8-43,-8 7-201,-4 7-283,-1 6-169,5 5-124,6 2-18,10 1-33,8-3-8,11-7-9,9-6-17,-4-25 28,1 0 1,0 0-1,-1 0 0,1 1 1,0-1-1,0 0 1,0 0-1,0 0 0,0 0 1,0 0-1,0 0 1,2 1-1,-1-1 2,0 0 1,-1 0-1,1-1 1,0 1-1,0-1 1,0 1-1,0-1 1,0 0-1,-1 0 0,4 1 1,-1-2 7,0 0 0,0 0 0,0 1 0,0-2-1,6-1 1,28-19 93,5-12-90,4-10 18,2-6-27,1 0 4,-4 4 25,-5 10 1,-7 11-17,-9 15-3,-24 10-17,0 0 0,0 0 0,0 0 0,-1 0 0,1 1 0,0-1 0,0 0 0,0 0 0,-1 0 0,1 0 0,0 1 0,0-1 0,-1 0 0,1 1-1,0-1 1,-1 1 0,1-1 0,0 1 0,-1-1 0,1 1 0,0 1 0,1 0 0,-1 0 1,0 0-1,0 0 0,0 0 0,-1 0 0,1 0 1,-1 0-1,1 1 0,-1-1 0,1 3 1,-2 40-1,-8 19-28,-9 17 8,-9 14-32,-9 13 45,-12 7 14,-9 2 249,-6-5 44,-4-14 41,0-19-125,59-72-313,-2 2-1,0-1 0,0 0 1,-13 7-1,21-15 33,-2 2-1,1 0 0,0-1 1,-1 0-1,1 0 0,-1 0 1,1 0-1,-1-1 0,1 1 1,-1-1-1,0 0 1,1 0-1,-5-1 0,7-1-80,-2 1-1,1 0 0,-1 0 1,1-1-1,0 1 1,-1-1-1,1 0 0,0 1 1,0-1-1,0 0 0,0 0 1,1 0-1,-1 0 1,0-1-1,1 1 0,0 0 1,-2-5-1,0-3-831,-1-1 1,1 1-1,1-1 0,0 0 0,-2-20 0,5-1 646,6-65 0,8-25-13680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09.19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0070.77344"/>
      <inkml:brushProperty name="anchorY" value="-21088.18359"/>
      <inkml:brushProperty name="scaleFactor" value="0.5"/>
    </inkml:brush>
  </inkml:definitions>
  <inkml:trace contextRef="#ctx0" brushRef="#br0">1 1 9914,'0'0'0,"8"9"944,13 16 2568,6 13-3647,2 13 723,-1 11-532,-3 9-24,-7 6 0,-9 5-40,-8-1-800,-8-6-1368,5-63 2208,-1 1 0,-7 21 0,-7 8-13972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09.36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1044.67188"/>
      <inkml:brushProperty name="anchorY" value="-22606.78906"/>
      <inkml:brushProperty name="scaleFactor" value="0.5"/>
    </inkml:brush>
  </inkml:definitions>
  <inkml:trace contextRef="#ctx0" brushRef="#br0">0 43 23829,'0'0'0,"4"2"-472,9 1-430,14-3-2780,17-6-5477,20-14 9519,-4-1-11519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09.67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2103.09375"/>
      <inkml:brushProperty name="anchorY" value="-23411.31055"/>
      <inkml:brushProperty name="scaleFactor" value="0.5"/>
    </inkml:brush>
  </inkml:definitions>
  <inkml:trace contextRef="#ctx0" brushRef="#br0">457 0 12283,'0'0'0,"-7"12"1936,-10 18 2176,-8 12-4160,-8 10 770,-6 6-580,-3 3-60,-3-2-66,-1-2 119,1-5 456,3-6 145,7-9-118,8-9-238,15-9-414,12-19 29,0 0 0,0 0-1,0 1 1,0-1 0,0 0-1,0 0 1,0 1 0,0-1-1,0 0 1,-1 0 0,1 1-1,0-1 1,0 0 0,0 0-1,0 1 1,0-1 0,1 0-1,-1 0 1,0 1 0,0-1-1,0 0 1,0 0 0,0 0-1,0 1 1,0-1 0,0 0-1,0 0 1,1 0 0,-1 1-1,0-1 1,0 0 0,0 0-1,0 0 1,1 1 0,-1-1-1,0 0 1,0 0 0,0 0-1,1 0 1,-1 0 0,22-1-540,17-9-269,15-5 119,9-2 53,4 5 117,-2 7 33,-57 5 440,1 1 0,1 0 0,16 4 0,-23-4 43,0 1 1,1-1 0,0 1 0,-1-1-1,1 1 1,-1 0 0,0 1-1,6 4 1,-8-5 30,0 0 1,1-1-1,-1 1 1,0 0-1,0 1 0,0-1 1,0 0-1,0 0 1,0 0-1,0 1 1,-1-1-1,1 0 0,-1 1 1,0 2-1,0 0 53,0 0 0,-1-1-1,0 1 1,0 0 0,0 0-1,0-1 1,-1 1 0,-2 5-1,-1 0 149,-1 1 0,-1 0-1,-10 13 1,2-4 251,-24 22-1,-26 17 287,-5-5-481,0-13-1086,57-35 273,-2 0-1,-20 6 1,30-11 432,0 0-1,0-1 1,-1 1 0,1-1-1,-1 0 1,1 0 0,-10-1-1,-5-1-9707,3-4-1318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09.86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0799.96484"/>
      <inkml:brushProperty name="anchorY" value="-23466.49805"/>
      <inkml:brushProperty name="scaleFactor" value="0.5"/>
    </inkml:brush>
  </inkml:definitions>
  <inkml:trace contextRef="#ctx0" brushRef="#br0">53 1 19012,'0'0'0,"7"11"1128,11 20 402,5 21-1693,3 24 434,-1 22-270,-6 19-10,-9 12-23,-11 7-72,-12-3-224,-11-12-520,-8-19-1513,24-83 54,-1 1 0,-12 19 0,17-32 2370,-1 1 0,-1 0 0,0-1 1,-12 13-1,15-15-2239,-2-1 1,1 0-1,-1 0 0,1 0 1,-9 4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0.28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9900.72461"/>
      <inkml:brushProperty name="anchorY" value="-23782.63672"/>
      <inkml:brushProperty name="scaleFactor" value="0.5"/>
    </inkml:brush>
  </inkml:definitions>
  <inkml:trace contextRef="#ctx0" brushRef="#br0">0 591 16732,'0'0'0,"0"5"3168,5 7 337,7 6-2953,12-1-816,16-2-255,-27-14 80,-1 1-1,21-1 0,-12-2-373,32-6-1,34-15-890,9-10-378,-1-6 1493,-6 1 5,-14 6 313,-17 9-4,-52 22 250,-1-2-1,1 1 0,0 0 1,10-1-1,-14 3 24,-1-1 0,0 0-1,0 0 1,0 0 0,0 0-1,0 1 1,0-1 0,0 0 0,0 1-1,0-1 1,0 1 0,0-1-1,0 1 1,0-1 0,0 1 0,0 0-1,0-1 1,-1 1 0,1 0-1,1 1 1,-1 0 51,0 0 0,0-1 0,0 1 0,-1 0 0,1 0 0,-1 0 0,1 0 0,-1 0 0,0 0-1,0 0 1,0 0 0,0 4 0,-5 38 702,-5 13 304,-1 7-105,1 0-576,4-7-611,3-13-1482,1-13-183,1-16-50,1-16 1945,0 1 1,0 0-1,0 0 1,0 0-1,0 0 1,0 0-1,0 0 1,0 0-1,0 0 1,0 0-1,0-1 1,0 1-1,0 0 1,0 0-1,0 0 1,0 0-1,0 0 1,0 0-1,0 0 1,0 0 0,0 0-1,0-1 1,0 1-1,0 0 1,0 0-1,0 0 1,0 0-1,-1 0 1,1 0-1,0 0 1,0 0-1,0 0 1,0 0-1,0 0 1,0 0-1,0 0 1,0 0-1,0 0 1,0-1-1,0 1 1,0 0-1,-1 0 1,1 0-1,0 0 1,0 0-1,0 0 1,0 0-1,0 0 1,0 0 0,0 0-1,0 0 1,0 0-1,-1 0 1,1 0-1,0 0 1,0 0-1,0 1 1,0-1-1,0 0 1,0 0-1,0 0 1,0 0-1,0 0 1,0 0-1,-8-23-97,-3-18 318,-1-18 386,1-17 276,4-12-483,7-8 62,10-3-479,11 1-308,10 9-999,-21 64 852,17-28-1,-18 39 176,1-1-1,15-17 1,-18 24 89,1 0 0,0 0 1,15-10-1,-17 14 164,-1 0 0,1 1 1,0 0-1,0 0 0,13-3 1,-14 4 47,1 1 1,-1 0-1,1 0 1,-1 1-1,1 0 1,9 0-1,-9 0 59,1 1-1,-1 1 0,1-1 0,-1 1 0,9 3 0,-6-1 22,1 0 0,-1 1 0,9 6 0,28 20-953,0 4 1019,-8-5-11399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0.55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1935.53125"/>
      <inkml:brushProperty name="anchorY" value="-24170.85547"/>
      <inkml:brushProperty name="scaleFactor" value="0.5"/>
    </inkml:brush>
  </inkml:definitions>
  <inkml:trace contextRef="#ctx0" brushRef="#br0">569 1 18116,'0'0'0,"-6"0"1344,-9 2 635,-7 3-2188,-7 4 458,-9 6-498,-8 6-83,-9 7-123,-5 6 166,-3 6 555,1 4-32,6 5 90,8 1-68,12 1-207,30-42-20,1 2 0,-7 18 0,10-23-12,0 0 1,0 1-1,1-1 0,-1 13 1,2-14-8,0-1 1,0 1 0,1-1-1,0 0 1,-1 1 0,2-1-1,0 5 1,0-6-4,0 0 1,0 0 0,0 0-1,0 0 1,0 0-1,0 0 1,1 0-1,4 4 1,-3-4 0,1 0 0,-1 0 0,1 0 0,0-1 0,0 1 0,7 1 0,-2-2-35,-1 1-1,1-2 1,18 2 0,-10-3-48,0-1 1,19-3 0,-11-1-265,31-10 0,33-18-822,0-11-1046,-6-7-1298,-12-4 2367,-17 9-13288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1.23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2887.58984"/>
      <inkml:brushProperty name="anchorY" value="-25306.06641"/>
      <inkml:brushProperty name="scaleFactor" value="0.5"/>
    </inkml:brush>
  </inkml:definitions>
  <inkml:trace contextRef="#ctx0" brushRef="#br0">4 74 15891,'0'0'0,"-2"3"1105,0 3-431,3 3-1090,11 0-396,15-2 273,17-5 615,19-5-160,15-8 104,13-7-388,5-6-3650,1-5 4585,-19 5-14513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1.52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4317.64063"/>
      <inkml:brushProperty name="anchorY" value="-26079.29297"/>
      <inkml:brushProperty name="scaleFactor" value="0.5"/>
    </inkml:brush>
  </inkml:definitions>
  <inkml:trace contextRef="#ctx0" brushRef="#br0">1 87 20828,'0'0'673,"1"0"64,9-2-1045,13-3 265,19-5-79,22-4 108,20-3 0,13 0 10,6 3 4,-5 6 0,-12 12 0,-73-2 0,-1 0 0,1 1 0,20 7 0,-29-6 0,1-2 0,1 1 0,-2 0 0,1 1 0,0-1 0,-1 1 0,1 0 0,6 8 0,-8-7 0,0 0 0,0 1 0,0-1 0,0 1 0,-1 0 0,1-1 0,-2 1 0,3 11 0,-3-5 1,0 0 1,0 1-1,-1-1 1,-1 0-1,-1 13 1,-3 3 34,-15 52 0,-29 45 140,-19 9-25,-16-2-105,-9-10-347,-1-21-1505,6-23-2987,74-67 4111,-3 1 0,-24 12 0,31-16-4295,-1-3 0,-21 9 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1.91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291.08594"/>
      <inkml:brushProperty name="anchorY" value="-27919.42578"/>
      <inkml:brushProperty name="scaleFactor" value="0.5"/>
    </inkml:brush>
  </inkml:definitions>
  <inkml:trace contextRef="#ctx0" brushRef="#br0">769 0 21621,'0'0'0,"-11"7"504,-19 12 103,-14 8-646,-15 7 116,-14 7-38,-8 5 18,-3 1 22,2 2 90,8-2 25,12-1-48,12-1-35,42-36-105,0 1 0,-11 16-1,15-19-6,0 0-1,0 0 1,1 1-1,-3 8 0,5-11-13,0 1-1,0 0 1,0-1-1,0 1 1,1 11-1,1-12-1,0 1-1,-1 0 1,2 0 0,-1-1-1,5 10 1,-3-8-6,0-1-1,0 0 1,1 0-1,9 11 1,-7-10 2,2 0 1,-1-1 0,13 10-1,-8-7 9,2-1-1,14 6 1,35 14-8,2-5-9,-3 1 34,-11 0-18,-45-20 11,1 1 0,-1-1 1,11 11-1,-15-13 2,0 1 0,-1-1 0,1 1 0,0-1 1,-1 1-1,1 0 0,-1 0 0,0 0 0,2 5 0,-3-4 1,1-1 0,-1 0-1,0 1 1,0-1 0,0 0 0,-1 0-1,1 1 1,-1-1 0,0 0 0,-1 3-1,-1 1 1,0 0 0,0-1 1,-1 0-1,0 0 0,-6 8 0,-1-2-2,0 1 1,-16 12 0,-39 25-111,-12-1-137,-1-9-650,6-12-631,65-26-265,-2 0 0,0 0 0,-18 1-1,27-3 1746,-1 0-1,0 0 0,-1 0 0,1 0 0,0-1 0,0 1 0,0-1 0,0 1 1,-1-1-1,1 0 0,0 0 0,0 0 0,0 0 0,-2-2 0,1 4-880,2-2 0,-1 0 0,1 1 0,0-1 0,0-1 0,-1 1 0,1 0 0,0 0 1,0 0-1,0 0 0,0-1 0,0 1 0,1-1 1,-2-1-1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2.22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3675"/>
      <inkml:brushProperty name="anchorY" value="-28210.71094"/>
      <inkml:brushProperty name="scaleFactor" value="0.5"/>
    </inkml:brush>
  </inkml:definitions>
  <inkml:trace contextRef="#ctx0" brushRef="#br0">0 41 21028,'0'0'0,"4"6"1033,6 11 998,5 13-2283,5 17 545,3 17-293,-1 16-36,-3 13-19,-5 8 30,-6 1 26,-4-5 31,-5-9 42,-4-10 10,0-15 48,-2-13-1,1-16 31,2-13-34,5-17-62,7-17-49,9-20-188,9-21-55,10-23-140,7-19 7,6-14 61,2-8 50,-1 3-86,-4 9-126,-6 14-647,-7 17-948,-6 18-3194,-8 15 3859,-6 15-12829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2.79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091.54688"/>
      <inkml:brushProperty name="anchorY" value="-29017.35938"/>
      <inkml:brushProperty name="scaleFactor" value="0.5"/>
    </inkml:brush>
  </inkml:definitions>
  <inkml:trace contextRef="#ctx0" brushRef="#br0">71 288 23253,'0'0'0,"-2"4"312,-2 7 644,-2 8-2265,1 8 518,4 11 292,3 10 102,4 11 445,1 9 145,-3 6 194,-4 3-5,-7-3-125,-5-7-105,-3-12-110,1-14-20,1-17-37,13-24 14,0 0-1,0 1 1,0-1 0,0 0-1,-1 1 1,1-1 0,0 0-1,0 0 1,-1 1 0,1-1-1,0 0 1,0 0 0,-1 1-1,1-1 1,0 0 0,-1 0-1,1 0 1,0 1 0,-1-1-1,1 0 1,0 0 0,-1 0-1,1 0 1,0 0 0,-1 0-1,1 0 1,0 0 0,-1 0-1,0 0 1,0-16-110,7-23 9,8-23-131,9-19-21,9-15 44,7-8-2,3 3 188,1 8 6,-3 15 122,-5 18 4,-7 22 82,-26 36-172,-1 0-1,1 1 1,0-1-1,-1 1 1,1 0-1,0-1 1,0 1-1,0 0 1,0 0-1,4-1 0,-5 2-10,0 0-1,0 0 0,0 0 0,0 0 0,0 0 0,0 0 0,0 1 1,-1-1-1,1 0 0,0 0 0,0 1 0,0-1 0,0 1 0,0-1 1,-1 1-1,1-1 0,0 1 0,0-1 0,-1 1 0,1 0 1,0-1-1,0 2 0,2 2 17,0-1 0,-1 1-1,1 0 1,-1 0 0,0 1 0,2 4 0,13 43 54,0 15 22,0 4-67,-1-2 7,1-10-62,1-16-50,-16-41 54,0 1 1,-1-1-1,1 1 1,0-1 0,0 0-1,0 0 1,0 0 0,4 4-1,-4-6 9,-1 1 0,0-1 0,0 1 0,1-1-1,-1 1 1,0-1 0,0 0 0,1 1 0,-1-1 0,0 0 0,0 0-1,1 0 1,-1 0 0,0 0 0,1 0 0,-1-1 0,2 1-1,0-2-17,1 1 0,-2-1 0,1 1 0,0-1 0,0 0 0,-1 0 0,1 0 0,4-4 0,27-35-210,3-16 27,2-13 8,0-6 103,-1-2 30,-2 4 91,-2 7 56,-3 11 142,-1 11 89,-3 16 108,-25 28-373,0 0-1,0-1 1,0 1 0,0 0 0,0 0-1,0 0 1,1 0 0,-1 0-1,4-1 1,-5 3-23,1-1 0,-1 0 0,0 0 1,1 0-1,-1 0 0,0 1 0,1-1 0,-1 0 0,0 1 1,0-1-1,1 1 0,-1 0 0,0-1 0,0 1 0,0 0 0,2 1 1,0 1 13,0 0 1,-1 1 0,1-1-1,-1 1 1,1-1 0,2 8-1,16 43 74,1 20-85,2 12-439,5 4-290,6-9-1171,-26-66 32,0 0 0,16 21 0,-20-32 1579,1 2 0,-1-1-1,1 0 1,0 0 0,0 0-1,10 5 1,-12-5-2212,2-2 1,0 1 0,1-1-1,-1 0 1,8 2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3.10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7092.23438"/>
      <inkml:brushProperty name="anchorY" value="-30130.07813"/>
      <inkml:brushProperty name="scaleFactor" value="0.5"/>
    </inkml:brush>
  </inkml:definitions>
  <inkml:trace contextRef="#ctx0" brushRef="#br0">1 163 23389,'0'0'0,"1"4"552,5 5 0,10 2-896,15-2-323,18-7-252,22-11-457,18-12-835,15-13-1108,9-10-1496,0-4 4717,-22 7-12168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3.42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8623.42188"/>
      <inkml:brushProperty name="anchorY" value="-30814.48438"/>
      <inkml:brushProperty name="scaleFactor" value="0.5"/>
    </inkml:brush>
  </inkml:definitions>
  <inkml:trace contextRef="#ctx0" brushRef="#br0">25 1 18404,'0'0'0,"-4"4"728,-6 10 0,3 9-1111,3 12 281,9 16 0,8 15 56,8 16 38,5 13 1,0 9-170,0 7-249,-4-1-1059,-2-5-172,-2-12-741,1-13 1064,-1-18-451,1-19-655,-17-40 2331,-1-1 0,1 1 0,-1-1 1,1 0-1,0 1 0,0-1 0,0 0 0,4 2 1,-6-2-563,1-1 0,0 0 1,1 0-1,-1 0 0,0 0 1,0-1-1,1 1 0,-1 0 1,0-1 0,4 1-1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4.95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9714"/>
      <inkml:brushProperty name="anchorY" value="-32772.82031"/>
      <inkml:brushProperty name="scaleFactor" value="0.5"/>
    </inkml:brush>
  </inkml:definitions>
  <inkml:trace contextRef="#ctx0" brushRef="#br0">213 810 9418,'0'1'7520,"1"8"-6331,0 7 346,0 9-847,0 7-266,-1 6-488,-1 2-178,-1-2-335,-1-6-71,-1-8-235,-2-9-245,-1-11 490,-3-11 113,-3-12 459,-4-13 44,-5-13 196,-4-10-28,-2-9 53,0-7 19,5-4 444,5-1-21,10 2 71,8 55-464,2-31-1,0 37-124,1-1 1,6-21-1,-6 26-38,1-1 0,0 0 0,9-13 0,-9 17-24,0-1-1,1 0 0,0 1 1,9-8-1,-10 10-9,0 0 0,1 1-1,0-1 1,1 1 0,7-4-1,-10 5-19,1 1 0,0 0 0,0 0 0,0 0 0,0 0 0,1 0 0,6 1 0,-7 0-8,0 0-1,0 1 0,0 0 1,-1 0-1,1 0 0,0 0 1,0 0-1,4 3 0,-3-1-4,0 0-1,-1 1 1,1-1 0,-1 1-1,1 0 1,3 5-1,0-1 17,-1 1 1,12 20-1,10 31 13,-3 8 10,-4 3 11,-2-3 5,-4-8-28,-4-12 9,-5-13-88,-2-13-70,-3-15 25,-1-15-82,1-15 95,-1-15 72,3-11 37,3-7-10,2-2-8,2 2-24,4 7 5,1 9-14,3 14 97,-18 25-83,1 0 1,-1-1-1,1 1 1,0 0-1,-1 0 1,1 0-1,0 0 1,-1 0-1,1 1 1,4-2-1,-5 2 1,1 0 0,0 0 0,0 0 0,-1 0 0,1 0 0,0 0 0,0 0 0,-1 1 0,1-1 0,0 0 0,0 1 1,1 0-1,24 17 40,1 9-69,1 6-19,1 0-121,1-4-157,0-6-207,-2-10-107,-1-9-253,-1-8-386,-4-7 42,-1-4 230,-4 0 493,-4 3 182,-5 2 303,-3 4 96,-2 2 480,1 3 2664,6 4-2434,2 1-89,4-2-320,2-4-65,2-7-160,0-6-59,-1-6-90,-2-7 33,-5-4 0,-6-2 7,-7-1 74,-6 2-76,-7 5-47,-5 6 22,-7 8-70,-4 11 46,25 4 42,-1 0 0,1 0-1,-1 0 1,1 0-1,-7 4 1,-26 19 186,0 14 87,3 12 35,7 8-56,8 2-25,17-50-253,0 2-1,0 22 1,2-28-7,1 1 0,-1 0 0,1 0 0,1 0 0,2 7 0,-3-10-20,1 0 0,0 0 0,0 0 0,0-1 0,0 1-1,1 0 1,5 6 0,-5-8 2,0 1-1,0 0 1,1 0-1,-1 0 1,1-1-1,0 0 1,6 3-1,-5-3-1,0 0 0,0-1 0,0 1 0,1-1 0,-1 0 0,7 0 0,-4-1-8,0 0 0,0 0 1,0-1-1,9-2 0,-6 1-2,1-2 1,17-6-1,26-15-107,0-9-22,-3-6-30,-4-2-4,-6 0 72,-5 1 89,-6 3 7,-7 5 64,-8 9 44,-6 8 179,-10 6-73,-8 9 62,-8 9 25,-4 8-34,-4 9 41,0 8-68,2 5-17,5 2-73,6-1-30,8-3-34,6-6-53,6-8 20,5-7-10,4-11-18,4-9 15,2-11-33,5-10-47,1-7-53,2-4-18,-1 1 36,-2 3 23,-5 6 107,-6 8-9,-6 6 87,-4 6 45,0 7 2,-2 7 16,2 9-66,1 7-28,1 7 5,3 3-35,1 2 8,-1-3-13,1-4-17,-3-6 14,-1-7-24,-2-8 7,1-8-22,-2-8-3,0-7-20,1-7 24,0-4 0,1-4-8,-1 1-16,1 2 14,-1 3-14,-2 6-6,-2 7-8,-1 4 57,-2 5 11,4 8 47,2 7-19,2 6-28,3 4-75,4 1-121,3-3-205,2-4-104,3-8-101,1-9 84,-1-11-74,-1-10-165,-4-9 215,-5-8 1,-3-7 291,-3-4 13,-1-3 166,-2 0-2,-1 3 116,-2 4 133,0 8 249,-1 10 130,0 9 285,3 8-226,-4 12-625,0-2 0,1 1 0,-1 0 1,0 0-1,0 0 0,0 0 1,1 0-1,-1 0 0,0 0 1,0 0-1,1 0 0,-1 0 0,0 0 1,0 0-1,1 0 0,-1 0 1,0 0-1,0 0 0,0 1 1,1-1-1,-1 0 0,0 0 0,0 0 1,0 0-1,1 0 0,-1 0 1,0 1-1,0-1 0,0 0 0,0 0 1,1 0-1,-1 1 0,10 18 354,3 19-228,1 22-67,1 17-56,1 12-38,2 5-547,3-4-269,5-11-1003,4-15-565,-27-58 1668,2 1 0,0 0 1,0 0-1,9 8 0,-13-13 704,2 0 1,-1 0-1,0 0 0,1-1 1,-1 1-1,1 0 0,0-1 0,-1 0 1,1 0-1,4 2 0,-6-1-1288,1-1-1,1-1 0,-1 1 0,0-1 0,0 1 0,0-1 1,1 0-1,-1 0 0,0 0 1,3 0-1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5.19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2581.08203"/>
      <inkml:brushProperty name="anchorY" value="-33489.27344"/>
      <inkml:brushProperty name="scaleFactor" value="0.5"/>
    </inkml:brush>
  </inkml:definitions>
  <inkml:trace contextRef="#ctx0" brushRef="#br0">383 0 23309,'0'0'0,"-15"19"592,-21 29 66,-14 20-869,-9 15-28,-3 8-69,6-6 15,9-11 19,13-18 44,15-17 10,18-37 213,0-1 1,1 1 0,-1-1-1,1 1 1,-1 0 0,1-1-1,0 1 1,-1 0 0,1-1-1,0 4 1,0-5 3,0 0 0,1 1 0,-1-1 0,0 0 0,0 0 0,0 1 0,0-1 0,0 0 0,1 0 1,-1 1-1,0-1 0,0 0 0,1 0 0,-1 0 0,0 1 0,0-1 0,1 0 0,-1 0 0,0 0 0,0 0 0,1 0 0,-1 1 0,0-1 0,1 0 0,-1 0 0,0 0 0,1 0 0,-1 0 0,0 0 0,0 0 0,1 0 0,-1 0 0,0 0 0,1 0 0,-1 0 0,0-1 0,1 1 0,-1 0 0,0 0 0,27-11-259,18-12-94,19-11-404,18-8-853,17-5-2149,14-5 2490,-16 9-15364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16.02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890.87592"/>
      <inkml:brushProperty name="anchorY" value="726.54919"/>
      <inkml:brushProperty name="scaleFactor" value="0.5"/>
    </inkml:brush>
  </inkml:definitions>
  <inkml:trace contextRef="#ctx0" brushRef="#br0">288 195 10298,'0'0'0,"1"7"440,1 12 551,1 22-1278,2 25 455,-4 35-138,-5 32 53,-8 25-39,-10 17 25,-7 1 12,-5-10 118,-1-24 500,1-30 733,2-35 528,30-71-1706,-1-1-1,0 0 0,0 0 0,-1 0 0,0 0 1,-5 5-1,9-9-225,-1-1-1,1 1 1,-1-1 0,1 1-1,-1-1 1,0 1 0,0-1 0,1 1-1,-1-1 1,0 0 0,1 1-1,-1-1 1,0 0 0,0 0 0,0 0-1,1 0 1,-1 1 0,0-1-1,0 0 1,0 0 0,1 0 0,-1-1-1,0 1 1,0 0 0,0 0-1,1 0 1,-1-1 0,0 1 0,0 0-1,1-1 1,-2 0 0,0 0 35,0-1 0,0 0 1,0 0-1,0-1 0,1 1 1,-1 0-1,1-1 0,-1 1 1,1-1-1,0 0 1,-2-4-1,-1-8 3,0-1-1,-2-21 1,-4-61 142,10-28-108,9-24-52,13-15-20,15-13-28,18-1 4,17 7-4,15 17 10,-61 118-2,46-54 0,-53 72-19,2-2 0,44-32 1,-51 43-5,1 0 0,1 2 1,0-1-1,28-9 0,-35 15-4,1 1-1,0 0 0,0 0 1,0 0-1,1 1 0,-1 1 1,19 1-1,-21 0-4,0 0 1,1 1-1,-1 1 0,0-1 0,1 1 1,-1 0-1,0 1 0,13 8 1,-14-6-38,1 1 0,0 0 1,0 0-1,-1 0 0,0 1 0,0 0 1,9 16-1,-8-10-30,0 1 1,0 1-1,-2 0 0,9 31 1,-10-23-47,0 2 0,-1 1 0,0 31 0,-4-21-35,-2 1 0,-6 39-1,0-34 202,-22 72 0,13-67 141,-29 61 0,22-65 76,-37 57 0,31-57-89,-39 42-1,38-52-276,-46 40 0,46-47-450,-49 31 0,56-43-1075,-2 0 0,-31 13 1,40-21 1599,-1 0 0,-1-1 1,-23 4-1,27-5-4702,-1-2 0,-27 2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17.99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909.46582"/>
      <inkml:brushProperty name="anchorY" value="382.74261"/>
      <inkml:brushProperty name="scaleFactor" value="0.5"/>
    </inkml:brush>
  </inkml:definitions>
  <inkml:trace contextRef="#ctx0" brushRef="#br0">164 537 3529,'0'0'0,"-2"9"1656,-5 13 850,-6 9-346,-5 7-250,-3 1-105,3-7 84,3-7-1210,5-9-68,4-6-300,3-5 97,8-8-42,7-6 45,9-7-139,7-7-209,8-6-12,4-7-9,3-4-30,0-3 16,-5 0 14,-7 2-24,-8 4-10,-11 5-53,-12 30 32,0 0 1,0 0-1,1 0 1,-1 0-1,0 0 1,0 0-1,-1-1 1,1 1-1,-1-3 1,1 4 10,-1 0 1,1-1-1,-1 1 1,0 0-1,1 0 1,-1 0-1,0 0 1,0 0-1,0 0 1,1 0-1,-1 0 1,0 0-1,0 0 0,-2 0 1,1 0-2,0 0 0,0 1-1,0-1 1,-1 0 0,1 1 0,0 0 0,0-1-1,-1 1 1,-3 0 0,0 1 14,0 0 0,0 1 1,0-1-1,-8 4 0,3 1 17,1 0-1,-17 11 1,-27 30 53,-1 21-30,1 16-27,10 7-70,11 2-76,28-74 54,-5 46 1,9-54 32,1 1 0,0 0 0,3 23 0,-2-30 24,1 1 0,-1 0 0,1-1 0,0 1 0,0-1 0,1 1 0,5 8 0,-6-11 9,1 1 0,0-1 0,0 0 0,0 1 0,0-1 0,1-1 0,-1 1 0,1 0 0,5 2 0,-4-2 1,0-1 0,1 0 0,-1 0 0,1-1 0,-1 1 0,1-1 0,9 0 0,-5 0 6,1-1 0,0 0-1,0-1 1,12-3 0,-3 0-9,37-13 0,28-18 8,5-12-4,1-10-168,-2-5-428,-3-3-103,-9-1-296,-10 3 146,-15 6 510,-16 8 44,-33 44 337,0 0-1,0 0 1,0-1 0,3-11-1,-6 16-27,1-1 0,-1 1 1,0-1-1,0 1 0,1-1 0,-1 1 0,0-1 0,-1 0 0,1 1 0,0-1 1,0 1-1,-1-1 0,1 0 0,-2-2 0,2 3 13,-1 1-1,1-1 0,-1 0 1,0 0-1,0 0 1,1 0-1,-1 1 0,0-1 1,0 0-1,0 1 1,0-1-1,0 1 0,0-1 1,0 1-1,0-1 1,0 1-1,0 0 0,0-1 1,-2 1-1,0 0 38,-1-1 0,1 1 0,-1 0 0,0 0 0,0 1-1,1-1 1,-5 2 0,-36 15 455,-4 14 12,-3 14-171,2 12 10,3 8-199,6 5-36,9-2-59,9-7-52,13-10 92,8-45-88,1-1 0,0 1 0,0 0 0,1 9 0,0-14-11,-1 1 0,1 0 0,-1 0 0,1-1 0,0 1-1,-1 0 1,1-1 0,0 1 0,0-1 0,0 1 0,0-1 0,3 3 0,-3-3-10,0 0 1,0 0-1,1-1 0,-1 1 1,0 0-1,1-1 1,-1 1-1,0-1 0,1 1 1,-1-1-1,1 0 0,-1 1 1,1-1-1,2 0 1,0-1 12,1 1 0,-1-1 0,0 0 0,0 0 0,0-1 0,6-2 0,37-22 100,10-15-92,8-10 62,2-5-107,1-2 48,-5 3-9,-4 6-27,-9 10 46,-7 10-23,-9 12-30,-30 16 10,-1 0 1,0 0-1,0 1 1,0-1-1,0 1 1,0-1-1,3 1 1,-5 1-2,1-1 1,-1 0 0,1 0-1,-1 1 1,0-1-1,1 1 1,-1-1 0,0 1-1,0-1 1,1 1 0,-1 0-1,0 0 1,2 1-1,-2-1 0,0 1-1,1-1 1,-1 1-1,0-1 1,0 1-1,0 0 1,0-1-1,-1 1 1,1 0-1,1 3 1,-1 25 11,-10 8 32,-8 1 2,-6-3 42,-2-7 28,2-8-24,3-12-82,19-9-7,1 0 1,-1 0-1,0 0 1,0 0 0,0 0-1,1 0 1,-1 0-1,0 0 1,0 0-1,0 0 1,1 0-1,-1-1 1,0 1 0,0 0-1,1-1 1,-1 1-1,-1-1 1,2 0-18,-1-1 0,0 1 0,0 0 0,1 0 0,-1 0-1,0 0 1,1-1 0,-1 1 0,1 0 0,0 0 0,-1-1 0,1-1 0,1-31-195,9-14-31,8-13-59,9-10 192,4-5-30,3-2 157,-2 2 20,-3 4 32,-3 8-56,-2 10 76,0 11 4,2 13-56,-23 27-19,0 0 0,0 1 0,1-1 0,-1 1 1,7-3-1,-7 4-8,0 0 0,0 0 0,0 0 0,-1 0 0,1 1 0,0 0 0,6-1 0,-5 1 1,0 0 0,-1 1 1,1 0-1,0-1 0,0 1 0,3 2 1,23 13 43,-3 10-60,-5 7 52,-6 6-10,-9 2 12,-8 1 102,-9-2 55,-6-5-9,-2-6 12,1-7-56,4-9-170,4-4 35,4-5-14,10 1-14,8 1 70,8 0 7,6 2-54,4 3 20,0 5-36,-2 4 8,-8 6-13,-8 4 12,-12-25 1,0 0 0,-1 0 1,0-1-1,0 1 1,0 7-1,-10 25 26,-10 1 47,-8-1-2,-5-6-43,1-4-23,5-8-425,7-7-172,6-5-530,6-4-378,7-4 557,8-5 246,8-5 518,9-4 40,6-6 99,5-2 32,4-3 28,0-1 52,2 1 44,-1 3 76,0 4 292,-2 6-57,-3 8 48,-5 9-84,-29-3-375,1 0 0,0 0 1,0-1-1,-1 1 0,1 1 1,0-1-1,-1 0 1,1 0-1,-1 1 0,3 1 1,-3-1-7,0-1 0,0 1 0,0 0 0,0-1 1,-1 1-1,1 0 0,0 0 0,-1 0 0,1 0 0,0 3 1,-1-1 4,0-1-1,0 1 1,-1 0 0,1 0 0,-1-1 0,-1 6 0,-13 27 105,-9 2-70,-9-1 29,-2-6 100,-1-8 25,3-10 0,31-12-185,-1-1 1,0 1-1,0-1 1,0 1-1,0-1 1,0 0-1,-4-1 1,6 0-24,0 1 0,-1 0 0,1-1 0,0 1 0,0-1 0,-1 0 0,1 1 0,0-1 0,0 0 0,0 0 0,0 0 0,0 0 0,0 0 0,-1-1 0,1 0-9,-1 0 0,1 0 1,0-1-1,0 1 0,0 0 0,1 0 0,-1-1 1,1 1-1,-1-4 0,2-36-179,9-15 12,7-12 96,6-9 108,7-5 144,8 1 28,8 2 139,7 7-179,8 9 14,-40 45-100,24-16 0,-29 24-56,1 1 0,18-9 0,-22 14-8,1-1 0,27-6 0,-32 11-24,0 0 0,0 0-1,0 0 1,18 2-1,-20 0 10,-1 0-1,1 1 0,0 0 1,-1 0-1,0 0 0,11 5 0,-13-3-1,1-1 0,0 1 0,0-1 0,-1 1 0,0 0-1,0 1 1,7 8 0,-6-6 9,-1 1-1,0-1 1,0 1-1,-1 0 1,5 15-1,-5-9 2,0 1-1,-1-1 0,1 23 1,-2-11 17,-5 42 1,-11 33 6,-7-2-13,-1-11-4,4-21 27,3-21 10,6-17-21,9-18 65,7-19-47,10-21-31,6-21-9,5-17-1,0-11-3,-1-5 140,-5 3 35,-5 8 176,-5 13-41,-5 17-188,-3 14-61,-3 20-173,-2 16 5,0 19 114,0 15-23,2 7 4,3 3-69,7-5 47,-8-41 14,1 0 0,0 1 0,6 11 0,-7-16 22,1 1 0,-1 0 0,0-1-1,1 0 1,-1 1 0,1-1 0,0 0 0,4 3-1,-4-4 4,0 0 0,1 1 0,-1-1 0,1 0 0,-1 0 0,1-1 0,-1 1-1,6-1 1,-3 0 0,1 0 1,-1 0-1,0-1 0,1 0 0,6-3 0,-3 1 21,1-1 0,17-8 1,21-18 2,-4-8-12,-6-3 87,-7-1-9,-6 0 81,-3 2-47,-1 5-46,-1 4-60,1 11-91,-21 20 62,1-1-1,-1 0 1,1 0 0,0 0 0,0 0 0,0 1-1,-1-1 1,1 1 0,0-1 0,3 1 0,-5 1 1,2-1-1,-1 0 1,0 0 0,1 1 0,-1-1 0,0 1 0,0-1 0,1 1-1,-1-1 1,0 1 0,0 0 0,0-1 0,0 1 0,2 2-1,-1-1-2,0 1-1,-1 0 0,1-1 0,0 1 0,-1 0 0,1 0 1,1 5-1,5 35 19,-7 10 16,-3 2-37,0-4-21,5-11-4,-2-38 31,0 1-1,0 0 1,0-1 0,0 1-1,0-1 1,0 1 0,0-1-1,3 5 1,-2-7 5,-1 1-1,0 0 0,1 0 1,-1 0-1,0 0 1,0-1-1,1 1 1,-1 0-1,1-1 1,-1 1-1,0-1 0,1 0 1,-1 1-1,1-1 1,-1 0-1,2 0 1,3 0-1,-2-1 1,1 1 0,0-1-1,-1 0 1,1-1-1,6-2 1,44-21-31,13-15 39,10-9-21,5-4-22,-1 2 45,-6 6 12,-11 11-104,-13 14 42,-48 19 25,0 0 0,0 0 0,0 1 0,0-1 0,0 1 1,9 0-1,-12 0 8,0 0 0,0 0 1,0 0-1,1 1 0,-1-1 1,0 1-1,0-1 0,0 0 1,0 1-1,0 0 0,0-1 1,0 1-1,0 0 0,0-1 1,0 1-1,0 0 0,0 0 1,1 1-1,-1-1 6,0 0-1,0 1 1,-1-1-1,1 1 1,0-1-1,-1 1 1,1-1 0,-1 1-1,0 0 1,1-1-1,-1 1 1,0-1-1,0 4 1,-4 26-54,-5 1-190,-1-3-16,5-7-252,7-7-173,-1-15 619,-1 1 1,1 0-1,-1-1 0,1 1 1,-1-1-1,1 1 1,-1-1-1,1 1 1,0-1-1,-1 1 1,1-1-1,0 1 1,0-1-1,-1 0 1,1 0-1,1 1 1,18 3-1140,5 2-1576,3 5 2241,-4-1-14017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18.43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522.59814"/>
      <inkml:brushProperty name="anchorY" value="-187.89256"/>
      <inkml:brushProperty name="scaleFactor" value="0.5"/>
    </inkml:brush>
  </inkml:definitions>
  <inkml:trace contextRef="#ctx0" brushRef="#br0">547 1 16540,'0'0'0,"-9"7"408,-16 11-1933,-11 9 786,-11 10-71,-10 7 431,-7 7 1275,-2 5-44,1 3 163,4 0-244,9-3-532,13-5-59,35-44-167,0 1 1,-1 0 0,-3 11-1,7-16-4,0-1-1,0 1 0,1-1 0,-1 1 1,1 0-1,0-1 0,0 1 0,-1 0 1,2-1-1,-1 4 0,1-5 3,-1 1 0,1-1 0,-1 0 0,1 0-1,-1 0 1,1 0 0,-1 1 0,1-1 0,0 0 0,0 0 0,0 0 0,0 0 0,0-1-1,0 1 1,0 0 0,0 0 0,0 0 0,1 0 0,1 0 17,0 0 1,0 0-1,0 0 0,0 0 1,0-1-1,0 1 1,0-1-1,0 0 0,4 0 1,2-1 93,-1 0-1,1 0 1,14-4 0,37-17 188,10-11 125,4-10-53,2-7-81,-1-5 6,-4-2-83,-9 0 18,-9 5-75,-13 6-9,-10 11-142,-11 17-2,-18 19-17,-1-1 1,0 0-1,1 0 0,-1 0 0,0-1 1,1 1-1,-1 0 0,0 0 0,1 0 1,-1 0-1,0 0 0,1 0 0,-1 0 1,0 0-1,1 0 0,-1 0 0,0 0 0,1 1 1,-1-1-1,0 0 0,1 0 0,-1 0 1,0 0-1,1 0 0,-1 1 0,0-1 1,0 0-1,1 0 0,-1 1 0,0-1 1,0 0-1,1 0 0,-1 1 0,0-1 1,0 0-1,0 0 0,1 1 0,-1-1 0,0 0 1,0 1-1,0-1 0,8 38-158,-7 43-557,-8 41-354,-11 41-2653,-13 31 2646,2-23-15215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18.85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487.69873"/>
      <inkml:brushProperty name="anchorY" value="-1898.36853"/>
      <inkml:brushProperty name="scaleFactor" value="0.5"/>
    </inkml:brush>
  </inkml:definitions>
  <inkml:trace contextRef="#ctx0" brushRef="#br0">0 1222 21485,'0'0'0,"2"-3"408,13-8-308,21-10-52,41-14-32,51-14-12,64-11 89,60-9 2,59-5 61,51-2 63,36-1 98,23 2 7,9 4-29,-5 2-33,-16 4-150,-24 4-17,-33 5-91,-38 3 7,-45 3-262,-43 0-106,-48 0-770,-43-2-595,-116 44 1474,-1-2 1,0 0-1,17-14 0,-2 3-10357,-11 0-1438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22.51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795.78516"/>
      <inkml:brushProperty name="anchorY" value="-1523.59277"/>
      <inkml:brushProperty name="scaleFactor" value="0.5"/>
    </inkml:brush>
  </inkml:definitions>
  <inkml:trace contextRef="#ctx0" brushRef="#br0">135 975 13667,'0'0'0,"-2"41"696,-3 68-784,-2 52-924,-5 49-597,-4 37 797,-2 6 134,-1-11 719,1-35 954,2-43-59,5-51 1375,3-41-254,5-45-769,3-45-312,7-50-1093,5-46-107,7-47-399,6-37 224,4-29 368,5-19 5,6-10 174,5-2-34,10 3 201,12 10-52,15 19-59,14 27 15,-71 156-203,56-72 0,-62 92-5,2 0 0,1 0 0,28-22 0,-38 36-11,2-1 0,0 1 0,0 0 1,1 1-1,27-10 0,-33 14-9,0 2 0,1-1 0,0 1 0,0 0 1,0 1-1,0 0 0,0 1 0,16 1 0,-20 1-5,1-1-1,0 1 1,0 0 0,0 0-1,0 1 1,-1 0 0,1 0-1,-1 1 1,1 0 0,-1 0-1,6 5 1,-5-2-3,0 0 0,1 1 0,-2 0 0,1 0 0,-1 1 1,-1 0-1,1 0 0,4 12 0,-4-4-39,0 1 0,-1 1 0,0-1 0,3 38 0,-6-22 1,-1 1 0,-7 59 1,-2-40-34,-20 79 0,-38 68 0,-27 6 652,-23-2 156,-14-12 224,-9-17 134,8-27-487,15-29-142,21-35-197,81-74-211,-2 1-1,-22 12 0,37-24-38,-1 1-1,1 0 1,-1 0-1,0 0 1,1 0-1,-1-1 1,0 1-1,0-1 1,0 1-1,1-1 0,-1 0 1,0 0-1,0 0 1,0 0-1,0 0 1,1 0-1,-1 0 1,0 0-1,0-1 1,-2 0-1,3 0 1,0 0-1,0 0 1,0 0 0,0-1-1,0 1 1,0 0-1,1-1 1,-1 1 0,1 0-1,-1-1 1,1 1-1,-1-1 1,1 1 0,0-1-1,-1 1 1,1-1 0,0 1-1,0-1 1,0 0-1,0 1 1,0-1 0,1 1-1,0-2 1,1-9-3,1-1 0,0 1 0,9-23 0,36-63 14,24-13 12,16 0-31,10 14-18,-72 75-10,49-32 1,-61 48 18,1-2 0,1 1-1,0 0 1,21-5 0,-28 10 7,1 0-1,0 1 1,0 0-1,-1 0 1,1 1-1,0 0 1,14 3-1,-16 0-2,1-1 0,-1 0-1,0 2 1,0-1 0,0 1 0,0 0-1,-1 0 1,12 9 0,-7-4-37,-1 1 0,0 1 0,0 0 0,-1 0 0,10 15 0,-2-1-367,-1 2 0,15 32 0,32 73-1670,-2 1 496,-36-76-7485,-2-2-1203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23.07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605.61523"/>
      <inkml:brushProperty name="anchorY" value="-3347.60718"/>
      <inkml:brushProperty name="scaleFactor" value="0.5"/>
    </inkml:brush>
  </inkml:definitions>
  <inkml:trace contextRef="#ctx0" brushRef="#br0">0 1493 14267,'0'0'0,"1"6"1128,4 8 131,4 3-1344,8 0 448,8-3-35,9-8 230,7-11 265,6-13-313,4-12 54,1-13-205,0-9-265,-2-6-59,-5-2-112,-6 0-45,-9 5-72,-11 6-128,-18 43 267,0 0 1,0 1-1,0-1 0,0-11 1,-1 15 33,0 0 0,0 0 0,-1 0 0,1 0 0,-1-1 0,1 1 0,-1 0 0,0 0 0,0 0 0,0 0 0,-1-2 0,1 3 11,0 0 0,0 0 0,0 0 0,0 0 0,0 1 0,-1-1 0,1 0 0,0 0 0,0 1 0,-1-1 0,1 1 0,0-1 0,-1 1 0,1-1 0,0 1 0,-3 0 0,0 0 4,0 0 0,1 1 0,-1-1 0,0 1 0,0 0-1,1 0 1,-7 2 0,1 3 20,0-1-1,0 1 1,-12 9 0,4 1 0,-22 24 0,-21 40 194,-1 19 46,8 8 184,12-2-31,33-79-225,-7 40 1,14-56-121,0 1 0,0 0 0,1-1 1,2 21-1,-1-28-52,0 1-1,0-1 1,0 1 0,0 0 0,0 0-1,1-1 1,0 1 0,0-1 0,0 1 0,0-1-1,5 6 1,-5-7 1,1 0-1,0 0 1,-1 0-1,1 0 1,0 0 0,0 0-1,0-1 1,1 1-1,-1-1 1,0 0-1,1 0 1,6 1 0,-3-1-2,0-1 1,1 0 0,-1 0 0,1-1 0,-1 0 0,1 0-1,7-3 1,0-1 5,1-1-1,0 0 0,19-11 1,-11 2 10,44-34 0,29-42 34,0-25-23,-5-22-21,-8-18 51,-11-13-54,-13-8-1,-11-4 28,-13 9-21,-9 15 17,-8 25 5,-8 35-29,-5 33 18,-5 39-6,-7 45 1,-7 47 18,-7 50-14,-10 43-4,-4 33-8,-3 18-26,5-2-60,10-16-162,16-29-1023,8-133 578,1 2 0,6 33 0,-6-55 472,0 0 1,0 1-1,1-1 0,1 0 0,-1 0 0,8 11 1,4 10-8829,4-10-1187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23.63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409.7793"/>
      <inkml:brushProperty name="anchorY" value="-4309.76465"/>
      <inkml:brushProperty name="scaleFactor" value="0.5"/>
    </inkml:brush>
  </inkml:definitions>
  <inkml:trace contextRef="#ctx0" brushRef="#br0">336 729 19956,'0'0'0,"-13"8"600,-18 13-345,-13 12-154,-7 12-117,-2 10-33,4 7-19,8 3-3,12-3 37,11-4 35,12-10 123,5-43-97,1 0-1,1 1 0,-1-1 1,1 1-1,2 4 1,-3-7-3,1-1 0,0 0 1,0 1-1,0-1 0,0 0 0,1 0 1,-1 0-1,1 0 0,2 4 1,-2-5-13,-1 0 1,1 0 0,0 0 0,-1 1-1,1-1 1,0-1 0,0 1 0,-1 0 0,1 0-1,0-1 1,4 1 0,-3-1 1,1 1 0,0-2 0,-1 1 0,1 0 0,-1-1 0,1 1 0,5-3 0,0 0 7,-1 0 1,1-1-1,9-5 0,33-26 18,6-13-11,0-6 8,-1-4 23,-9 3 39,-10 7 104,-12 12 104,-9 11 27,-12 14-61,-8 14-87,-5 15-108,-4 15-34,2 9-31,5 5-28,9-3-89,-2-39 75,1 1 0,-1 0 1,1 0-1,4 8 1,-4-12-3,-1 1 1,1-1-1,0 1 1,-1-1 0,1 0-1,0 1 1,1-1-1,4 3 1,-6-4 8,1 0-1,0 0 1,1 0-1,-1 0 1,0 0 0,0 0-1,0-1 1,1 1 0,-1-1-1,0 0 1,4 0 0,-2-1-14,-1 1 1,1-1-1,0 0 0,0 0 1,-1 0-1,1 0 1,-1-1-1,5-2 0,-1-1-32,1 0 0,0 0 0,11-12 0,28-34-113,3-17-8,1-15 86,0-11 56,-6-9 27,-6-5 37,-9-2 135,-8 2-26,-6 6 74,-4 9-25,-1 17-63,1 20-36,-12 54-76,1-1 1,0 0-1,0 0 0,1 0 1,-1-1-1,4-4 1,-5 9 0,0-2-1,1 1 1,-1 0 0,0 0 0,1 0 0,-1 0 0,0 0 0,1 0-1,-1-1 1,0 1 0,1 0 0,-1 0 0,0 0 0,1 0 0,-1 0 0,0 0-1,0 0 1,1 1 0,-1-1 0,0 0 0,1 0 0,-1 0 0,0 0-1,1 0 1,-1 0 0,0 1 0,0-1 0,1 0 0,-1 0 0,0 0-1,0 1 1,1-1 0,-1 0 0,0 0 0,0 0 0,0 1 0,1-1-1,-1 0 1,0 1 0,0-1 0,0 0 0,0 1 0,0-1 0,1 0-1,-1 0 1,0 1 0,0 0 0,8 46-13,-2 41-22,-9 37-256,-9 26-151,-5 9-777,-4-4-158,2-19-656,6-27 198,5-33-839,4-34 245,0-33 2002,2-9 134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24.50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809.59766"/>
      <inkml:brushProperty name="anchorY" value="-5535.26758"/>
      <inkml:brushProperty name="scaleFactor" value="0.5"/>
    </inkml:brush>
  </inkml:definitions>
  <inkml:trace contextRef="#ctx0" brushRef="#br0">8 603 12523,'0'0'0,"-2"4"1792,-2 6 1205,2 5-1568,7 4-691,9 3-71,16-3-487,19-4-56,-28-13-48,30 2 1,41-7 16,17-10-13,8-7 42,-1-4-81,-7 1 43,-17 6-99,-18 9-113,-67 8 110,1 1 0,0-1 0,0 1 0,12 2 0,-17-2 9,0 0 0,0 0 1,-1 0-1,1 0 0,-1 0 1,1 1-1,-1-1 0,0 1 1,0-1-1,0 1 0,4 3 1,-4-3 6,0 0 0,-1 0 0,1 0 1,-1 0-1,0 0 0,0 0 0,1 1 1,-2-1-1,1 0 0,0 1 0,1 3 0,0-1 1,-1 0 0,-1 0 0,1 0 0,-1 0 0,0 8 0,-2 27-275,-3-2-263,-1-7-211,1-10 10,1-7 32,3-14 708,1 0 0,0 0 0,0 1 0,0-1 0,0 0 0,-1 0 0,1 0 0,0 0 0,0 1 0,0-1 0,0 0 0,-1 0 0,1 0 0,0 0-1,0 0 1,0 0 0,-1 0 0,1 1 0,0-1 0,0 0 0,-1 0 0,1 0 0,0 0 0,0 0 0,0 0 0,-1 0 0,1 0 0,0 0 0,0 0 0,-1 0 0,1 0 0,0-1 0,-12-8 864,-4-12-321,-4-12 513,-3-9-139,1-10-532,3-8 4,9-5-328,9 45-42,2-30 0,1 35-44,0-1 1,7-22-1,-4 24-4,0 1 1,14-26-1,-12 29 17,0 0 1,1-1 0,13-14-1,-12 17-8,1-1 0,0 0-1,15-9 1,-16 13 12,0 0-1,1 0 1,0 1 0,12-4 0,-15 6-4,2 0 0,0 1 0,0-1 0,-1 2 1,10-1-1,-13 2 7,1-1-1,0 1 1,1 1 0,-1-1-1,0 1 1,-1 0 0,8 3-1,-8-2 2,1 0 0,-1 1 0,1-1 0,-1 1 0,0 0 0,-1 1 0,6 5 0,-5-3 5,0 0-1,1 1 1,-2-1-1,1 1 0,3 11 1,-2-6 3,0 2 1,5 27-1,2 34 0,-6 0 52,-2-10 88,1-11 24,6-15 58,-11-38-209,0 1 1,1-1 0,-1 1 0,1-1 0,-1 1-1,1-1 1,0 0 0,3 4 0,-3-5-12,-1 0 1,0 0-1,1-1 1,-1 1-1,1 0 1,0 0-1,-1-1 1,1 1-1,0-1 1,-1 1-1,1-1 0,0 0 1,2 1-1,-1-1 3,0 0 0,1-1 0,-1 1 0,0-1 0,0 0 0,1 1 0,4-4 0,-2 1-6,0 0 0,0-1-1,0 0 1,6-4 0,25-30 30,-2-12-1,-7-7 27,-8 1 58,-9 4 5,-11 10 3,0 39-112,-1 0 0,1 0 0,-1 0 1,0 0-1,0-1 0,-1 2 0,1-1 0,-2-4 1,1 6-13,1-1 1,0 1-1,0-1 1,-1 0-1,1 1 1,-1 0-1,0-1 1,1 1 0,-1 0-1,0 0 1,-3-1-1,3 0 1,-1 1 0,1 1 0,-1-1 1,0 0-1,0 1 0,1-1 0,-1 1 0,-5 0 0,-24 5-37,1 8-55,6 2-92,11 0 11,14-16 167,0 2-1,0-1 0,0 0 1,0 0-1,0 1 0,-1-1 1,1 0-1,0 1 0,0-1 1,0 0-1,0 0 0,0 1 1,0-1-1,0 0 0,0 1 0,0-1 1,0 0-1,0 1 0,0-1 1,0 0-1,0 0 0,0 1 1,0-1-1,0 0 0,0 1 1,0-1-1,1 0 0,-1 0 1,0 1-1,0-1 0,0 0 0,1 1 1,16 0-132,14-9 126,9-8-4,7-7 19,0-4 2,0-2 19,-1 1-23,-3 4 8,-2 4-13,0 5 13,0 7-4,0 9 10,-3 6-12,-6 9-5,-8 6 2,-22-19 2,1 0 1,-1 0 0,0 1-1,0-1 1,2 8 0,1 18 15,-8-1 32,-3-6 20,-2-6-42,2-8 25,6-12-36,10-14-38,13-15 10,12-13-17,11-10 13,7-5-4,1 2 19,-5 6-14,-7 14-4,-10 13 20,-30 26-3,-1-1 0,1 0-1,0 0 1,-1 1-1,1-1 1,0 0-1,-1 1 1,1-1-1,0 1 1,0 0 0,2-1-1,-2 1 2,-2 0-1,1 0 1,0 1 0,0-1-1,0 0 1,-1 0 0,1 1-1,0-1 1,0 0 0,-1 1-1,1-1 1,0 1 0,-1-1-1,1 1 1,0-1 0,-1 1-1,1-1 1,-1 1-1,1 0 1,0 1 0,13 23 26,2 11-15,10 4-22,12-2-173,-29-32-31,0 0 0,1-1-1,15 8 1,-13-9-161,1 0 0,-1 0 1,17 2-1,-14-5-1319,0 0 0,29-1 1,-24-1 773,37-9 0,7-4-13877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24.89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8400.91406"/>
      <inkml:brushProperty name="anchorY" value="-5953.0752"/>
      <inkml:brushProperty name="scaleFactor" value="0.5"/>
    </inkml:brush>
  </inkml:definitions>
  <inkml:trace contextRef="#ctx0" brushRef="#br0">76 1656 20060,'0'0'0,"-12"6"48,-16 7-653,4 0-887,13-3-264,30-12 2019,40-15 639,53-19 1584,57-20-749,63-19-294,56-17-286,55-14-483,44-9-156,34-6-274,22 1-32,5 5-129,-4 6-35,-19 6-28,-23 5-19,-36 4-250,-39 5-118,-49 6-505,-51 9-261,-58 9-655,-53 10-1043,-107 51 2565,0-1 1,-1-1 0,0 0-1,0 0 1,10-10-1,1 0-9042,-13 2-1120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25.85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4932.60742"/>
      <inkml:brushProperty name="anchorY" value="-5143.55664"/>
      <inkml:brushProperty name="scaleFactor" value="0.5"/>
    </inkml:brush>
  </inkml:definitions>
  <inkml:trace contextRef="#ctx0" brushRef="#br0">123 457 5825,'0'0'0,"-2"-11"-2712,-7-18 2622,-3-12 1324,-5-12 2293,-2-6-1448,0-3-561,3 3 200,4 8-333,4 12-486,3 13-533,2 10-84,2 8-234,2 6-28,0 2 100,1 2-68,0 2-4,7 7 33,2 10 127,1 9 76,-2 16 44,-2 18 18,-4 21-127,-3 19-72,-5 11 13,-4 4-72,-2-6 100,0-13 99,2-18 2,2-20 48,2-21-52,2-17-85,2-11 116,0-13-309,0 0 0,0 0 0,0 0 0,0 0 1,0 0-1,0-1 0,0 1 0,0 0 0,0 0 1,0 0-1,0 0 0,0 0 0,0 0 0,0 0 1,0 0-1,0 0 0,0 0 0,0 0 0,0 0 1,1 0-1,-1 0 0,0 0 0,0 0 0,0 0 1,0 0-1,0 0 0,0 0 0,0 0 0,0 0 1,0 0-1,0 0 0,0 0 0,0 0 0,0 0 1,0 0-1,0 0 0,0 0 0,0 0 0,0 0 1,0 0-1,0 0 0,1 0 0,-1 0 0,0 0 1,0 0-1,0 0 0,0 0 0,0 0 0,0 1 1,0-1-1,0 0 0,0 0 0,0 0 0,0 0 1,4-9 460,3-8-93,0-6-122,1-3-50,1-4-102,3 0-38,3 0-74,4 2-5,5 5 13,1 5-26,0 8 36,-1 8-11,-4 9-6,-3 8 13,-2 5-4,-3 2 1,1-1 9,2-3-21,4-8-3,6-7-83,5-9-118,4-6-47,0-7-428,-2-3-74,-4-2-56,-7 0-189,-5 3-191,-6 4-51,-4 6-698,-4 5 231,-1 2-765,-2 3 1836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26.63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6193.48242"/>
      <inkml:brushProperty name="anchorY" value="-6273.0542"/>
      <inkml:brushProperty name="scaleFactor" value="0.5"/>
    </inkml:brush>
  </inkml:definitions>
  <inkml:trace contextRef="#ctx0" brushRef="#br0">228 288 13691,'0'0'0,"-3"-2"312,-2 1-84,-7 5 108,-8 7 20,-5 8 323,-7 8 92,-2 5 136,-1 3-192,6-1-313,7-3-167,12-5-170,10-24-58,-1-1 0,1 0 1,0 1-1,0-1 0,0 1 0,0-1 0,0 1 0,0-1 0,1 1 0,-1-1 0,0 0 0,2 3 0,-2-3 1,1 0 0,-1 0 0,1 0 0,0 0-1,0 0 1,0 0 0,0 0 0,-1 0 0,1 0-1,0 0 1,1-1 0,-1 1 0,2 1 0,23 5 14,9-7 29,6-7 8,2-6-34,-4-4 58,-5-2-9,-8-1 5,-8 1 66,-7 4-46,-6 4 83,-3 4-52,-2 3-75,-2 3 13,0 0-76,-1 2-1,2 0-14,0 0 28,1-1 1,0 1 28,1-1 22,1 0-32,0 0 12,0 0-41,-1-1-46,8-7-17,6-5-84,4-4 20,2-3-12,2-5 37,-3-3 111,-4-2 36,-5-3 111,-4-1-41,-4-1 11,-3 0-93,-1 2-3,1 1-23,-1 5 19,2 7-17,-1 6-51,0 6-31,4 6-33,1 9 4,0 10 23,1 10 76,1 8-1,2 3 6,4-2 59,7-5-62,-17-28 11,0 1 1,1-1-1,-1 0 1,1 0-1,6 4 1,-6-5-6,0 0 1,1 0-1,0 0 1,-1 0-1,8 1 1,-6-2-1,1 0 0,-1 0 0,1-1 1,7 0-1,29-7 20,-2-6 40,-3-6 27,-10-2 33,-9-1 32,-12 3 78,-7 18-216,0 0-1,0 0 0,0 0 0,0 0 1,0 0-1,0 0 0,0 0 0,-1 0 1,1 0-1,0 0 0,-1 1 0,1-1 1,-1 0-1,1 0 0,-1-1 0,0 2 3,0-1 0,1 0 0,-1 0 0,0 1 0,0-1 0,0 0 0,0 1 0,0-1 0,0 1 0,0-1 0,0 1 0,0 0 0,-2-1 0,-19 3 143,-3 11-131,3 11-564,4 5-5975,7 0 6025,4-5-14639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28.90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7473.58203"/>
      <inkml:brushProperty name="anchorY" value="-7058.7373"/>
      <inkml:brushProperty name="scaleFactor" value="0.5"/>
    </inkml:brush>
  </inkml:definitions>
  <inkml:trace contextRef="#ctx0" brushRef="#br0">934 0 18852,'0'0'640,"-2"4"-354,-2 10-161,-3 28-200,-2 37 18,-6 51 36,-7 56-2,-7 57 42,-10 52 10,-8 47 10,-9 35 139,-9 24 308,-5 13 238,-5-1-181,-4-8 38,-2-20-146,-2-23-154,7-39-162,8-44-8,16-55-83,17-55 13,18-55 0,16-102-39,0-2 1,1 1-1,0 0 0,3 14 0,-4-21 0,2-2 1,-1 0-1,0 0 0,1 0 0,-1 0 1,1 0-1,0 0 0,-1-1 0,1 1 1,0 0-1,0 0 0,0-1 1,1 1-1,-1-1 0,0 1 0,3 1 1,-4 0-3,1-2 1,1 0-1,-1 0 1,0-1-1,0 1 1,0 0-1,1-1 1,-1 1-1,0-1 1,0 0 0,1 1-1,-1-1 1,1 0-1,-1 0 1,0 1-1,1-1 1,-1 0-1,0-1 1,3 1-1,-2 1 2,2-1-1,-1-1 0,1 0 0,-1 0 0,1 0 0,-1 0 1,6-3-1,25-15 36,-3-11-112,-4-9-22,-4-12-83,-4-12-115,-3-13-478,-2-12-566,0-12 564,-9 57-10024,1 0-1515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30.17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5959.5293"/>
      <inkml:brushProperty name="anchorY" value="-10965.77734"/>
      <inkml:brushProperty name="scaleFactor" value="0.5"/>
    </inkml:brush>
  </inkml:definitions>
  <inkml:trace contextRef="#ctx0" brushRef="#br0">1356 1 16011,'0'0'0,"-13"24"505,-21 47 223,-13 41 291,-13 50-61,-10 42-16,-9 39-251,-9 28-324,-7 16-301,-7 5 5,-4-8-40,-3-17-26,1-29 6,4-34-3,10-42-206,11-41-622,70-104-151,-1-1-1,-27 25 1,36-36 864,1-2 0,-1 1 1,0-1-1,0 1 0,0-1 0,0-1 0,0 1 0,0-1 1,-7 2-1,-9 4-8803,3-8-1034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30.47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3757.78125"/>
      <inkml:brushProperty name="anchorY" value="-13175.82813"/>
      <inkml:brushProperty name="scaleFactor" value="0.5"/>
    </inkml:brush>
  </inkml:definitions>
  <inkml:trace contextRef="#ctx0" brushRef="#br0">7 0 21925,'0'0'0,"-2"38"384,-1 65-392,2 49-75,4 52-460,5 42 21,5 25-435,1 15 297,-1 0 654,-3-8-89,-7-13 538,-7-19 51,-5-21 401,-3-25-319,5-31 28,12-31-62,-1-125-504,-2 1-1,1 0 1,1 0 0,0-1 0,8 18 0,-7-26-23,-2 0 0,0 0 0,1 0 0,0 0 1,0-1-1,0 1 0,0-1 0,1 0 0,0 0 0,0-1 1,0 1-1,6 2 0,0-5-13,-2 1-1,0 0 1,0 0-1,0-1 1,1 0 0,-1-1-1,0 0 1,0 0-1,17-3 1,6-5 3,-2 0 0,0-2 0,41-18 0,3-11-96,72-47-1,130-110-517,51-78-1488,38-71 1201,-211 196-9757,4-11-1408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4:31.70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6499.11719"/>
      <inkml:brushProperty name="anchorY" value="-15990.62891"/>
      <inkml:brushProperty name="scaleFactor" value="0.5"/>
    </inkml:brush>
  </inkml:definitions>
  <inkml:trace contextRef="#ctx0" brushRef="#br0">34 0 20492,'0'0'0,"-2"2"641,-4 7-664,-3 14 115,-1 23 1,4 38-115,6 41 52,10 45-7,13 39-28,14 26 9,12 12-4,10-8 9,7-20 128,0-35 77,-6-40-5,-8-41 14,-42-84-149,21 27 1,-28-43-58,-1 0 1,1-1-1,-1 1 0,1-1 1,-1 0-1,1 0 0,0 0 1,0 0-1,0 0 0,0 0 1,3 1-1,-3-3-7,-1 1 1,0-1-1,-1 0 0,1 0 0,0 0 1,-1 0-1,1 0 0,0 0 1,-1-1-1,1 1 0,0-1 0,-1 1 1,1-1-1,0 1 0,-1-1 0,1 0 1,-1 0-1,1 0 0,1-2 1,6-3 21,-2-1 1,0 0 0,-1 1-1,0-2 1,5-8 0,53-79 131,30-55-140,33-55 28,42-58-364,40-54-529,38-49 700,-141 212-11704,4-6-1702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6.61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3582.49219"/>
      <inkml:brushProperty name="anchorY" value="-34671.83203"/>
      <inkml:brushProperty name="scaleFactor" value="0.5"/>
    </inkml:brush>
  </inkml:definitions>
  <inkml:trace contextRef="#ctx0" brushRef="#br0">1 21 10378,'0'0'0,"8"0"1208,16 2 6097,18 0-8800,25 2 2131,27-2-848,24 0 160,19-2-24,6-3-419,-2-1-408,-14-4-1943,-19-1 2297,-29 1-14273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6.90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5517.37109"/>
      <inkml:brushProperty name="anchorY" value="-35497.94531"/>
      <inkml:brushProperty name="scaleFactor" value="0.5"/>
    </inkml:brush>
  </inkml:definitions>
  <inkml:trace contextRef="#ctx0" brushRef="#br0">21 0 21989,'0'0'0,"6"0"440,13 2-93,13 2-366,20 3 15,21 4-144,24 3-130,18 3-84,11 5-93,2 5 88,-13 9-185,-88-24 335,43 22 1,-60-27 141,0 0 1,1 1 0,-1 0 0,17 18 0,-23-19 29,1-1 1,-1 0 0,1 1-1,-2 0 1,1-1-1,-1 2 1,0-1-1,2 8 1,-4-7 12,1 0-1,-1 0 1,-1 0 0,0 0 0,0 0 0,0 0 0,-1 0 0,-2 10-1,0-4-4,-1 1 0,-1-1-1,0 0 1,-12 22 0,3-12 26,-1 0-1,-25 30 1,-61 54-7,-25-1-138,-17-6-203,-5-15-1275,5-19-693,104-52 1903,-48 12 0,-8-4-15134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7.59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4650.04688"/>
      <inkml:brushProperty name="anchorY" value="-35773.28906"/>
      <inkml:brushProperty name="scaleFactor" value="0.5"/>
    </inkml:brush>
  </inkml:definitions>
  <inkml:trace contextRef="#ctx0" brushRef="#br0">121 509 15131,'0'0'0,"-4"29"688,-6 46-270,-2 33-2687,0 31 285,2 16 214,4 3 12,3-17 1184,3-25 804,-2-34 1411,-2-35-465,1-40-1037,0-9-117,-7-33-124,-2-40-301,0-31 304,2-23 739,3-13 77,7-5 706,7-2 289,10 3-871,11 5-23,11 10-419,13 15-47,-38 91-235,34-47 0,-34 55 6,1 1-1,28-27 0,-31 34-64,0 0 0,0 1 1,2 0-1,14-7 0,-17 10-18,0 1 0,0 0 1,1 1-1,-1 0 0,15-2 0,-18 5-27,1 0 0,1 0 0,-1 0 0,0 1 0,1 0 0,13 4 0,-15-2-3,1 0 1,0 0-1,0 1 0,-1 1 0,0-1 1,12 10-1,-13-7-5,1 1 0,0 0 0,-1 0 1,0 0-1,-1 1 0,7 12 0,-5-6 0,-1 0 1,0 1-1,-1 1 0,5 17 1,-6-8-10,-1 0 0,2 46 0,-5-35-2,-9 67 0,1-63 36,-18 64 0,11-62 128,-26 56 1,22-61 269,-33 52-1,29-56-29,-34 40 0,35-48-74,-35 31-1,41-42-205,-2-1 0,-21 14 1,31-23-107,0-1 0,-1 0 0,0 0 1,0 0-1,-11 3 0,17-6-9,-1 0 1,0-1-1,1 1 1,-1-1-1,0 0 1,0 0-1,1 0 0,-1 0 1,0 0-1,0 0 1,1-1-1,-1 1 1,-3-2-1,5 2-8,-1-1 0,0 0 0,1 0 0,0 0 0,-1 0 1,1 0-1,0 0 0,-1 0 0,1 0 0,0 0 0,0-1 0,0 1 0,0 0 0,0-1 0,0 1 0,0-1 0,1 1 1,-2-3-1,1 0-7,0 0-1,0 0 1,1-1 0,-1 1 0,1 0 0,0-1 0,0 1-1,1-7 1,1 1-12,0-1 0,1 0 0,6-16 0,-1 10-20,17-31 0,-13 30 27,25-29 0,-22 32 2,31-27 0,-32 33-15,0-1-1,30-14 0,-31 19 14,1 0-1,-1 1 0,26-6 1,-27 10-5,1-1 0,0 0 1,-1 1-1,21 3 1,-18 0-63,0 0 1,0 0-1,25 12 1,-18-7-290,-1 2-1,22 14 1,44 32-1098,0 4-3920,4-5 4963,-17-12-13696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6464.98438"/>
      <inkml:brushProperty name="anchorY" value="-37177.25391"/>
      <inkml:brushProperty name="scaleFactor" value="0.5"/>
    </inkml:brush>
  </inkml:definitions>
  <inkml:trace contextRef="#ctx0" brushRef="#br0">412 1 20948,'0'0'0,"-14"4"665,-22 9 176,-12 9-1170,-10 10 317,-2 11-171,2 7 48,9 6 106,10 3 0,12-2 27,10-4 0,11-10-64,6-39 58,0 0 0,1 0 0,-1 0 0,1 0 0,0-1 0,2 8 0,-2-10 3,0 1-1,-1-1 1,1 1-1,0 0 1,0-1-1,1 0 1,-1 1-1,0-1 0,0 0 1,1 1-1,-1-1 1,4 2-1,-4-2-2,2 0 0,-1 0 0,0-1 0,0 1 0,0 0 0,1-1-1,-1 0 1,0 1 0,0-1 0,5 0 0,-2-1 5,0 1-1,1-1 1,-1 0 0,0-1-1,7-2 1,31-18-10,6-11 1,3-8 4,-2-4 0,-1-1-10,-6 4 41,-8 4 62,-9 11 134,-9 8 61,-8 7 88,-4 7-106,-5 3-101,1 7-66,-1 9-115,1 13 12,2 11-71,4 11-69,4 3-236,4 1-127,5-8-459,4-11-665,-23-33 1296,1 1 0,0 0 0,1-1 0,-1 1-1,0-1 1,0 1 0,1-1 0,-1 0-1,0 0 1,4 1 0,-4-2 266,0 0 1,0 0-1,0 0 1,0 0-1,0 0 1,0 0 0,0 0-1,0-1 1,-1 1-1,1-1 1,0 1-1,0-1 1,3-1-1,20-11-16356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8.42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7531.88672"/>
      <inkml:brushProperty name="anchorY" value="-38490.1875"/>
      <inkml:brushProperty name="scaleFactor" value="0.5"/>
    </inkml:brush>
  </inkml:definitions>
  <inkml:trace contextRef="#ctx0" brushRef="#br0">120 0 16107,'0'0'0,"-2"2"1249,-3 5 195,1 8-1689,2 11 475,4 17-180,3 22 123,1 25 88,0 25 5,-5 20-26,-4 12-89,-5 5-247,-3-2-199,-2-12-981,-1-18-700,-1-26-684,-4-27-175,17-64 2810,1 1-1,-1-1 1,1 1 0,-1-1 0,0 1 0,-1-1 0,1 0 0,-1 0 0,-2 3 0,5-3-841,-1-2 1,-1 0-1,1 1 0,0-1 0,0 0 1,-1 0-1,1 0 0,-1 0 1,1 0-1,-1 0 0,0-1 0,1 1 2,-3 0-2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8.61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6565.30859"/>
      <inkml:brushProperty name="anchorY" value="-39061.70313"/>
      <inkml:brushProperty name="scaleFactor" value="0.5"/>
    </inkml:brush>
  </inkml:definitions>
  <inkml:trace contextRef="#ctx0" brushRef="#br0">0 228 17636,'0'0'1536,"8"-1"346,10 0-1602,18-3-165,21-2-22,23-5-94,25-5-18,20-7 43,15-4-107,6-5-1069,-1-4-726,-8-3 575,-82 24-7941,-3-1-1234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9.45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8515.93359"/>
      <inkml:brushProperty name="anchorY" value="-39681.01172"/>
      <inkml:brushProperty name="scaleFactor" value="0.5"/>
    </inkml:brush>
  </inkml:definitions>
  <inkml:trace contextRef="#ctx0" brushRef="#br0">0 544 18724,'0'0'3154,"8"-4"-3157,13-5 90,21-5-99,28-6 52,30-6 41,35-7 43,31-5-21,28-5 2,24-5-74,10-1 1,3-2-15,-11 1-18,-18 3 4,-26 7-69,-27 9-55,-30 8-362,-29 10-211,-28 9-1180,-57 4 1475,0 0 0,0 0 1,0 1-1,0-1 0,6 3 0,-10-3 287,0 0 0,-1 0 0,1 0 1,-1 0-1,1 1 0,-1-1 0,1 0 0,0 0 0,-1 1 0,1-1 0,-1 0 0,0 1 0,1-1 0,-1 0 0,1 1 0,-1-1 0,1 1 0,-1-1 1,0 1-1,1-1 0,-1 1 0,0-1 0,0 1 0,1-1 0,-1 1 0,0-1 0,0 1 0,0 0 0,1 0-37,-1 0-1,0 0 1,-1 1-1,1-1 1,0 0-1,-1 0 1,1 0-1,-1 0 1,1 0-1,-1 0 1,1 0-1,-1 0 0,1 0 1,-1-1-1,0 1 1,-1 1-1,-27 22-320,-3-2-11713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9.69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1772.04297"/>
      <inkml:brushProperty name="anchorY" value="-40063.60156"/>
      <inkml:brushProperty name="scaleFactor" value="0.5"/>
    </inkml:brush>
  </inkml:definitions>
  <inkml:trace contextRef="#ctx0" brushRef="#br0">2 0 15771,'0'0'0,"-1"4"1561,1 9 578,2 14-2425,5 16 589,8 22-255,5 21-46,5 22 36,2 18-19,-2 12 16,-5 8-33,-5-2 20,-6-8-26,-4-19-12,-4-22-278,-2-27-1238,-1-30-1363,4-31 2410,-1-8-135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19.94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2792.92188"/>
      <inkml:brushProperty name="anchorY" value="-42261.07813"/>
      <inkml:brushProperty name="scaleFactor" value="0.5"/>
    </inkml:brush>
  </inkml:definitions>
  <inkml:trace contextRef="#ctx0" brushRef="#br0">0 241 13427,'0'0'0,"3"-1"2296,7-2 1270,7 0-2313,11 3-504,13 4-315,13 9-365,9 8-8,3 9-87,-3 6 10,-9 2 10,-10-3 14,-14-5 82,-11-9 71,-8-6 88,-7-7 22,-6-13-52,-2-11-72,3-12-141,5-11-88,10-11-335,11-9-169,12-9-1099,11-5-1750,7-7 1933,-6 14-15919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0.69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4371.05469"/>
      <inkml:brushProperty name="anchorY" value="-42867.73047"/>
      <inkml:brushProperty name="scaleFactor" value="0.5"/>
    </inkml:brush>
  </inkml:definitions>
  <inkml:trace contextRef="#ctx0" brushRef="#br0">353 427 25485,'0'0'0,"-1"8"433,0 11-627,4 5-539,7-2-258,-8-21 864,0 1 0,0 0 0,0 0 0,0 0 0,0 0 1,0-1-1,4 3 0,-4-4 88,0 1 0,1 0 0,-1-1 1,1 1-1,-1-1 0,1 1 0,-1-1 0,1 0 1,3 0-1,-1-2 24,0 1 0,0 0 0,-1 0 0,1-1 0,7-3 0,-5 1 73,1 0-1,-1-1 1,10-8-1,22-26 148,-5-11-25,-7-7-52,-10-3-157,-15 45-6,0 0 1,-1-17-1,-1 18-50,-1-1 0,-3-16 0,2 18 7,-1 0 0,-6-16 0,5 21 42,0-1 0,0 1 0,-9-13 1,9 16 13,0 0 0,0 0-1,-1 0 1,-10-8 0,11 11 18,0-1 1,0 1-1,-1 0 0,1 0 1,-1 0-1,1 0 0,-6 0 1,4 1-5,0 0 1,0 1-1,0-1 0,0 1 1,0 1-1,-7 0 0,3 2 6,1-1 0,0 1 0,-1 0 0,-9 6 0,4-1-5,0 0 0,-17 14 1,11-6 2,-23 23 1,-21 33 3,5 10 8,7 9 17,12-2 90,12-6 4,26-70-72,0 2 1,-2 25 0,5-35-26,0 1 1,0 0 0,0-1 0,1 1 0,0 0 0,3 10 0,-3-14-21,0 1 1,0-1-1,1 0 1,-1 1-1,0-1 1,1 0 0,0 0-1,-1 0 1,1 0-1,0 0 1,0-1-1,0 1 1,4 2 0,-3-2-1,1-1 1,-1 1 0,1-1-1,-1 0 1,1 0 0,0 0-1,0 0 1,-1 0 0,9-1-1,-3 0-22,1-1 1,0 0-1,-1-1 0,15-4 1,-1 0-59,31-15 1,33-22-62,7-10-5,0-3 73,-7 2 37,-11 5 22,-15 10-10,-18 11 54,-15 10 42,-12 8 74,-9 6 12,-6 3-24,-3 2-53,-1 1-61,0 1-15,8 4-12,4 3 7,10-1-3,7-1 10,7-5 17,8-3-5,5-7-6,4-6-17,6-6 33,2-6-30,-1-3 19,-3-3-24,-8-1-2,-11 1 8,-15 3-50,-19 26 48,-1 1-1,1-1 1,0 0-1,-1 0 1,1 1 0,-1-1-1,0 0 1,1 0-1,-1 0 1,0 0-1,0-2 1,-1 3-2,1-1 0,-1 1 1,1 0-1,-1 0 0,1 0 1,-1 0-1,0 0 0,1 0 0,-1 0 1,0 0-1,0 0 0,0 0 0,0 0 1,0 0-1,0 1 0,-1-2 1,-2 0-6,1 1 1,-1-1 0,1 1-1,-1 0 1,1 0 0,-1 0-1,-4 0 1,-1 1 0,0 0-1,0 0 1,-12 3 0,-40 12-29,40-6 38,-27 13-1,-23 24 68,1 12 86,5 11 9,12 4-21,40-53-80,-14 32 0,23-42-47,0 2-1,0 0 1,-3 19 0,6-26-11,1 1 1,-1 1 0,1-1-1,0 0 1,1 0 0,-1 0-1,3 7 1,-2-10-5,0 0 0,1 1 1,-1-1-1,1 1 0,0-1 0,0 0 0,0 1 0,0-1 1,1 0-1,4 5 0,-2-5 2,-1 1 0,1-1 0,0 0 1,-1 0-1,1-1 0,0 0 0,1 1 0,5 0 0,-1 0-5,2-1 0,-1 0-1,0-1 1,16 0 0,-4-1-1,44-6 0,36-17-341,9-13-344,2-11-800,-6-7-1427,-9-1 962,-59 32-6794,-4 0-1066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1.33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6533.30469"/>
      <inkml:brushProperty name="anchorY" value="-43660.56641"/>
      <inkml:brushProperty name="scaleFactor" value="0.5"/>
    </inkml:brush>
  </inkml:definitions>
  <inkml:trace contextRef="#ctx0" brushRef="#br0">264 1 17636,'0'0'0,"-4"14"944,-5 29-457,-3 23-747,-1 28-562,1 20-350,1 10 93,0 0 290,3-9 678,2-16 168,1-21 678,2-23 148,1-22 142,5-19-126,-3-14-893,1 1-1,-1-1 1,0 0-1,0 0 1,1 0-1,-1 0 1,0 0-1,0-1 1,1 1-1,-1 0 1,0 0 0,0 0-1,1 0 1,-1 0-1,0 0 1,0 0-1,0 0 1,1-1-1,-1 1 1,0 0-1,0 0 1,0 0-1,1 0 1,-1-1-1,0 1 1,0 0-1,0 0 1,0 0-1,0-1 1,1 1-1,-1 0 1,0 0-1,0-1 1,0 1-1,0 0 1,14-21 194,8-13-183,7-9 57,7-6-70,6-1-2,8 3 1,5 6-3,1 10-93,-3 12-2,-48 18 74,2 0-1,-1 0 1,0 0 0,0 1-1,8 0 1,-12 1 14,1-1 0,0 1 0,-1-1 0,1 1 0,0 0 0,-1 0 0,1 0 0,-1 0 0,1 0 0,3 3 0,-5-2 5,0-1-1,1 1 1,-1-1 0,0 1 0,1 0 0,-1-1 0,0 1 0,0 0 0,0 0 0,0 0 0,-1 0-1,1 0 1,0 3 0,0 0-2,-1-1 0,0 1 0,0 0 0,0 0 0,-1-1 0,1 1 0,-3 6 0,-1-1 5,1 1 0,-2 0-1,-7 14 1,-1-5-17,-19 27 0,-33 25 80,-15 1-28,-8-7 96,-2-10-71,8-15-133,13-14-596,62-26 198,0 1 1,0 0-1,-1-1 0,-13 0 1,20-1 258,-1 0 1,1 0-1,-1 0 0,1 0 1,-1 0-1,1-1 1,-1 1-1,1-1 1,-1 1-1,1-1 0,-1 1 1,1-1-1,0 0 1,-1 0-1,1 0 1,0 0-1,-2-2 1,3 2 205,-1 0 0,1 0 0,0-1 0,-1 1 1,1 0-1,0 0 0,-1-1 0,1 1 1,0 0-1,0-1 0,0 1 0,0-1 1,1 1-1,-1 0 0,0-1 0,0 1 1,1 0-1,-1 0 0,1-1 0,0 0 1,-2-1-2246,3-2 0,0 0 0,0 1 0,0-1 0,4-4 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2.69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5438.93359"/>
      <inkml:brushProperty name="anchorY" value="-43923.83594"/>
      <inkml:brushProperty name="scaleFactor" value="0.5"/>
    </inkml:brush>
  </inkml:definitions>
  <inkml:trace contextRef="#ctx0" brushRef="#br0">372 551 13619,'0'0'0,"-4"1"1344,-7 5 215,-8 5-453,-10 7-353,-8 7-203,-7 8 151,-2 5-34,2 5-40,2 1-298,8-3-205,7-4-28,9-9-69,7-9-24,6-7 10,5-8-16,7-8-33,7-9-9,9-6-47,7-6 20,6-2 0,5 2 64,-1 4 20,-5 6 45,-5 7 39,-9 8-6,-8 6-22,-7 5 36,-8 5-68,-3 1 20,-2 0-36,1 0-20,1-2-164,4-1-171,5-2-709,7-3-163,8-5-876,8-7-26,6-8 221,5-9 1036,4-8 383,2-5 132,1-3 480,-2 0 67,-5 0 323,-6 4 691,-6 3 958,-9 8 27,-6 7-579,-5 5-250,-4 3-743,-9 2-191,-7 5-283,-8 5-38,-6 8-66,-3 5-6,-2 6 15,2 4 3,3 1-38,6 0 3,8-3-40,8-3 0,10-5-30,8-3 15,8-2-6,7 0 10,1 1-30,-2 3-1,-5 5-10,-7 3-26,-14-23 71,1 1 0,0-1 0,-1 1 0,0-1 0,1 1 1,-2 4-1,1-4-12,-1 0 0,0 0 1,0-1-1,0 1 0,-3 7 1,-16 17-360,-11-4-166,-6-6-801,-5-8 147,1-9-410,2-10 322,34 7 1140,0-1 0,0 1 0,0-1 0,-8-6 0,10 6 22,-1-1 0,0 1-1,0-1 1,1 0-1,-4-5 1,6 6 66,-1-1-1,0 0 1,0 0 0,0 0 0,1 0 0,-2-5 0,2 5 13,0-1 1,1 1 0,-1-1-1,1 0 1,1-6-1,0 6 52,-1 1 0,1-1 0,1 0 0,-1 1 0,4-8 0,-3 7 21,1 0 0,0 0 0,1 0 1,6-7-1,22-16 255,11 3 71,7 5 81,5 2-11,6 2 152,5 1-21,3 1 136,2 2 24,1 1 48,-4 1-211,-6 1-224,-9 1-12,-11 0-228,-11-1 180,-9-1 167,-8-2-114,-7-1-4,-6-4-189,-6-3-185,-6-2 57,-5-2 55,-1-2 97,-3 2 16,-1 1-31,-4 3 110,-2 5-42,-1 5 35,2 6-25,3 10-132,21-5-69,0 1-1,0-1 1,0 0 0,0 1 0,1-1-1,-1 1 1,0 0 0,-1 3 0,1-1-11,0-1-1,0 1 1,1-1 0,0 1 0,-1 0 0,0 5 0,0 36 41,11 12-48,12 6-44,11 0-119,-22-48 35,23 27 0,-24-34-30,1 1 0,-1-1 0,18 11 0,-17-14-74,-1 0 0,1-1 0,0 0 0,18 5 0,-17-8-75,1 1 1,0-1-1,-1-1 1,22 0-1,-16-3-324,1 1-1,-1-2 1,20-6-1,-13 2-348,47-23-1,25-25-744,-6-13 1245,-9-8-87,-61 54 585,25-36-1,-31 38 104,20-42-1,-24 43 229,13-44-1,-17 43 327,6-38 1,-9 38 771,1-31 1,-5-10 1156,-4 11-905,-1 16-516,0 12-636,1 11-187,5 13-351,0-1 0,-1-1-1,1 1 1,0 0 0,0 0-1,0 0 1,0 0 0,0 0 0,0 0-1,0 0 1,0 0 0,-1 0-1,1 0 1,0 0 0,0 0-1,0 0 1,0 0 0,0 0 0,0 0-1,-1 0 1,1 0 0,0 0-1,0 0 1,0 0 0,0 0 0,0 0-1,0 0 1,0 0 0,-1 0-1,1 0 1,0 0 0,0 1-1,0-1 1,0 0 0,0 0 0,0 0-1,0 0 1,0 0 0,0 0-1,0 0 1,0 0 0,-1 0-1,1 1 1,0-1 0,0 0 0,0 0-1,0 0 1,0 0 0,0 0-1,0 0 1,0 0 0,0 1 0,-4 19 71,0 24-104,-1 25 17,-1 20-56,0 15-24,2 4-42,2-1-30,4-11 33,2-15 51,2-18-14,1-20-47,-2-16-190,-1-14-89,-3-12 410,-1-1 0,0 0-1,0 0 1,0 0-1,0 0 1,0 0-1,0 0 1,0 0-1,0 0 1,0 0-1,0 1 1,0-1-1,0 0 1,0 0-1,0 0 1,0 0-1,1 0 1,-1 0-1,0 0 1,0 0-1,0 0 1,0 0-1,0 0 1,0 0-1,0 0 1,0 0-1,1 0 1,-1 0-1,0 0 1,0 0-1,0 0 1,0 0-1,0 0 1,0 0-1,0 0 1,0 0-1,1 0 1,-1 0-1,0 0 1,0 0-1,0 0 1,0 0-1,0 0 1,0 0-1,0 0 1,0 0-1,0 0 1,1 0-1,-1 0 1,0 0 0,0-1-1,4-9-578,-4-12 356,-5-10-46,-8-6 340,-11-4 91,-11 3 275,-10 5 159,35 28-321,-1 1 0,-20-8 0,21 10-156,-1 0 0,1 1 1,-14-2-1,16 4-15,0 0 1,-1 0-1,1 1 1,-13 2-1,15-2-22,0 1-1,-1 1 0,0-1 0,1 1 1,-9 5-1,11-5-38,0 0 1,0 1 0,0-1 0,0 1-1,0 0 1,0 0 0,-3 6-1,5-5-7,0-1 0,-1 1 0,1 0 0,0 0 0,1 1 0,-1-1 0,-1 9 0,5-9-37,-2 1 0,1-1 0,-1 1 0,1 0 0,0-1 0,1 1 0,-1 0 0,4 6 0,1-5-43,-2 1 0,2 0 1,-1 0-1,1-1 1,0 0-1,8 7 0,-1-7-216,0 2-1,0 0 0,0-1 0,22 8 0,-9-8-1082,0 1 1,48 7 0,-32-12 443,78 0 1,25-6-16300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3.37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7953.6875"/>
      <inkml:brushProperty name="anchorY" value="-45146.50781"/>
      <inkml:brushProperty name="scaleFactor" value="0.5"/>
    </inkml:brush>
  </inkml:definitions>
  <inkml:trace contextRef="#ctx0" brushRef="#br0">0 128 20364,'1'0'1217,"7"4"792,11 3-2466,17 3 604,18 0-390,19-2-17,15-7 20,10-6-22,2-8-207,-1-7-220,-8-7-1800,-12-6-4020,-62 25 6539,29-21 0,-2-4-13876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3.64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9653.26172"/>
      <inkml:brushProperty name="anchorY" value="-45865.99609"/>
      <inkml:brushProperty name="scaleFactor" value="0.5"/>
    </inkml:brush>
  </inkml:definitions>
  <inkml:trace contextRef="#ctx0" brushRef="#br0">0 1 22565,'0'0'0,"7"1"680,12 4 374,20 3-1331,23 1 357,29 0-245,25 0-76,17-1-117,8 0-12,-7 5 75,-18 8 36,-101-16 214,1 1-1,1 0 1,23 12 0,-33-13 12,-1-1-1,1 1 1,-1 0 0,0 0 0,-1 0 0,1 1-1,-1 0 1,5 6 0,-7-6 1,0 0 0,0 0 0,-1 0 0,0 0 1,0 0-1,0 1 0,0-1 0,-1 1 0,0-1 0,0 7 0,-1 0-18,0 0 0,-1 0 0,-1-1-1,0 1 1,-6 19 0,0-7-40,-2 1 0,-19 37 0,-47 63-134,-22 3 123,-16-5-375,-1-16-1199,5-20-2913,86-72 3956,-45 24 0,52-29-6561,-34 12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4.01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0791.49219"/>
      <inkml:brushProperty name="anchorY" value="-47841.99219"/>
      <inkml:brushProperty name="scaleFactor" value="0.5"/>
    </inkml:brush>
  </inkml:definitions>
  <inkml:trace contextRef="#ctx0" brushRef="#br0">1178 1 20948,'0'0'0,"-20"8"617,-34 13 55,-23 10-651,-25 11 59,-18 9-53,-12 8 205,-6 7 244,4 7 252,9 2-16,17-1-216,23-6-222,71-55-360,0 1 1,-15 18 0,26-27 51,0-1-1,0 1 1,0 0 0,0 1 0,0-1 0,1 0-1,-3 11 1,5-14 5,0 1-1,-1-1 0,1 1 1,0-1-1,0 1 0,0-1 1,1 1-1,-1-1 0,0 0 1,1 1-1,0-1 0,-1 0 1,1 1-1,0-1 0,3 4 1,-2-1-17,1-2 0,0 1 0,0 0 0,0-1 0,1 0 0,-1 0 0,1 0 1,0 0-1,5 3 0,2 2-67,2-1 0,25 10 0,42 15-267,9 1-120,-2 4-7,-10 6 59,-62-32 327,0 0 1,18 17 0,-28-20 93,2-1 0,-1 1 1,-1 0-1,1 0 0,5 13 1,-8-13-15,0 0 1,-1 0-1,1 0 1,-2 0 0,1 1-1,0 12 1,-2-11-30,-1 1 1,0 0 0,0-1-1,-1 0 1,-5 16 0,2-10-20,-1-1 0,-1 1 1,-13 21-1,10-21-295,-3 1 0,-25 28 0,23-30-266,-2 0 1,-30 21-1,32-28-933,0 1 0,-2-1 0,-27 11 0,32-16 1633,-1 1 1,-1-1-1,0-1 0,-24 2 0,25-1-4176,-3-2 0,-31-3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4.27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8879.45313"/>
      <inkml:brushProperty name="anchorY" value="-48477.19922"/>
      <inkml:brushProperty name="scaleFactor" value="0.5"/>
    </inkml:brush>
  </inkml:definitions>
  <inkml:trace contextRef="#ctx0" brushRef="#br0">0 0 11899,'0'0'0,"8"9"3328,15 14 4034,9 15-8136,11 18 1676,11 18-826,5 19-300,0 15-3,-7 9-98,-10 4 82,-12-7 156,-11-11 41,-10-20 263,-6-24 78,-3-20 127,-3-24-44,4-24-217,7-27-214,10-27-543,10-27-236,12-25-1857,9-21-5873,6-15 8914,-7 23-12431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5.05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0402.60938"/>
      <inkml:brushProperty name="anchorY" value="-49647.32422"/>
      <inkml:brushProperty name="scaleFactor" value="0.5"/>
    </inkml:brush>
  </inkml:definitions>
  <inkml:trace contextRef="#ctx0" brushRef="#br0">109 152 15531,'0'0'0,"-2"13"1417,-4 19 587,-4 19-2268,-3 17 591,-1 14-283,0 8-48,1-1 37,2-6-41,2-12 12,2-16-4,2-16 75,2-16 155,2-11 101,2-10 23,2-11-57,3-10-134,4-9-189,3-7-23,4-3-88,2-2-17,3 1 17,0 2 0,0 1 74,-2 1-29,-3 0 23,-6 0 14,-6 0 174,-5-1 129,-5 0 273,-2-1-13,0 0-241,3 0-56,3 1-139,7 2-18,5 4-27,5 4-10,3 7-27,0 6 6,-17 13 3,-1 0 0,1-1 0,-1 1 1,1 0-1,0 0 0,-1-1 1,1 1-1,0 0 0,-1 1 0,3-1 1,-2 1-1,-1 0 0,1-1 0,0 1 1,-1 0-1,1 0 0,-1 0 1,1 0-1,-1 0 0,1 0 0,1 2 1,13 26 10,-3 15-14,-3 15 24,-3 11 3,-1 3 18,1-1-3,3-8-26,4-11 8,-12-47-15,1 1 0,0-1 0,0 1 0,5 5 0,-6-10-2,0 1 0,0-1 1,0 0-1,0 0 0,0 1 0,1-2 0,-1 1 1,1 0-1,3 1 0,-3-2 1,-1 0 1,1 0-1,-1-1 1,1 1-1,0-1 1,-1 1-1,1-1 1,0 0-1,-1 0 1,6-1-1,-3 1 3,0-2-1,0 1 1,0 0-1,-1-1 1,1 0-1,5-3 1,-1 0 21,0-1 0,0 0 1,7-8-1,26-30 151,-3-11 171,-4-6-12,-3 0-10,-4 2-53,-3 7-61,-3 11 32,-3 11-45,-3 11-45,-15 19-152,0-1 0,0 1 0,0-1 1,-1 1-1,1-1 0,0 1 0,0 0 0,0-1 0,0 1 0,0 0 0,0 0 0,0 0 0,0-1 0,0 1 0,1 0 1,-1 1-3,0-1 0,1 0 0,-1 1 0,0-1 1,0 0-1,0 1 0,0 0 0,0-1 0,0 1 0,0-1 1,0 1-1,0 0 0,1 1 0,15 21-16,1 11-5,4 7-60,4 2-31,4-5-108,-23-32 170,-1 0 0,1 0 0,9 6 0,-11-11 20,0 2-1,0-1 1,0 0 0,0-1-1,1 1 1,7 1-1,-7-3 5,1 0 0,-1 0 0,1 0-1,0-1 1,11-2 0,-7 0 7,0-1 1,0 0-1,14-7 0,-6 1-30,26-19 0,20-22 5,-5-7 26,-7-2-5,-10 4 33,-9 9 85,-8 11 62,-6 15 45,-19 21-195,-1-1 0,1 1 0,0-1 0,-1 1 0,1-1 0,0 1 0,-1 0 0,1-1 1,0 1-1,0 0 0,0 0 0,-1-1 0,1 1 0,0 0 0,0 0 0,0 0 0,-1 0 0,2 0 0,0 1 0,-1 0 0,0-1 0,0 1-1,0 0 1,0 0 0,0-1 0,-1 1 0,1 0 0,0 0-1,0 0 1,-1 0 0,1 0 0,0 0 0,-1 0 0,1 1-1,13 34 3,1 18-508,1 14-351,4 3-1190,6-4-7395,-20-54 9634,2 1 0,9 14 0,10 11-13507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6.02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2794"/>
      <inkml:brushProperty name="anchorY" value="-50748.25"/>
      <inkml:brushProperty name="scaleFactor" value="0.5"/>
    </inkml:brush>
  </inkml:definitions>
  <inkml:trace contextRef="#ctx0" brushRef="#br0">0 123 21197,'0'0'0,"6"0"720,10 0 485,17-2-1333,21-3 168,23-4-456,21-4-148,16-4-447,7-3-973,-2-1-1673,-7 1 2345,-25 4-14768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7.19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4477.17969"/>
      <inkml:brushProperty name="anchorY" value="-51472.21875"/>
      <inkml:brushProperty name="scaleFactor" value="0.5"/>
    </inkml:brush>
  </inkml:definitions>
  <inkml:trace contextRef="#ctx0" brushRef="#br0">14 138 8986,'0'0'0,"1"-3"832,2-7 1513,1-1-2487,2 0 1149,3 5-420,4 10 262,4 16 209,5 19-11,2 23 130,1 20-312,-5 16-623,-8 12 25,-10 7-240,-11 3-7,-10-5-15,-7-11 88,-2-20 217,1-21 27,4-21 282,21-40-564,1 1 0,-1-1 1,0 1-1,0-1 0,0 0 0,-1 0 0,-2 2 0,5-4-48,0 0 0,-1 1 0,1-1-1,0 0 1,-1 0 0,1 0-1,-1 0 1,1 0 0,0 1 0,-1-1-1,1 0 1,0 0 0,-1 0-1,1 0 1,-1 0 0,1 0-1,0 0 1,-1 0 0,1 0 0,-1-1-1,1 1 1,0 0 0,-1 0-1,1 0 1,0 0 0,-1 0 0,1-1-1,0 1 1,-1 0 0,1 0-1,0-1 1,-1 1 0,1 0-1,0 0 1,-1-1 0,0-1 13,0-1 0,0 1 0,0 0 0,1 0 0,-1 0 0,0-1 0,1 1 0,0 0 0,-1-3 0,0-44 40,6-21 41,7-19-23,7-13-26,8-11-11,9-7-36,11-1-29,12 2 6,11 10-34,9 14 17,-58 74-51,41-33 0,-44 40 17,2 1-1,25-14 1,-33 21-34,1 0 0,1 1 1,25-7-1,-32 11 29,1-1-1,0 1 1,0 1-1,0-1 1,0 1-1,12 2 1,-16-1 38,0 0 0,1 0 0,-1 0 1,1 1-1,-1 0 0,0 0 0,1 0 1,-1 0-1,0 1 0,5 4 0,-6-4-4,1 1 0,-1 0 0,1 0 0,-1 0 0,0 0-1,0 1 1,0-1 0,-1 1 0,3 7 0,-3-4-6,1 1-1,-1 0 1,-1 0 0,1 0-1,-1 0 1,-1 10 0,0-2-16,-2 1 1,0 0 0,-4 18-1,-1-11 58,-18 48-1,11-40 172,-21 35-1,-26 26 1023,-6-12-248,2-15-154,13-20-125,13-17-517,13-15-45,26-15-105,0 0 0,0 0 0,-1 0 0,1 0 0,0 1 0,0-1 0,-1 0 0,1 0 0,0 0 0,0 0 0,-1 0 0,1 0 1,0 0-1,0 0 0,-1 0 0,1 0 0,0 0 0,0 0 0,-1 0 0,1 0 0,0 0 0,-1 0 0,1 0 0,0 0 0,0 0 0,-1 0 0,1 0 0,0 0 0,0-1 0,-1 1 0,1 0 0,0 0 0,0 0 1,0 0-1,-1-1 0,1 1 0,0 0 0,0 0 0,0 0 0,0-1 0,-1 1 0,8-19-203,17-15-43,17-13 63,13-5 100,10-2 49,5 6 25,2 11 11,-57 32 3,1 0-1,26-6 1,-30 10 0,0-1 0,1 1 0,21 1 0,-23 2 2,0-1-1,0 1 1,0 0 0,13 5 0,-11-3 2,-1 1 0,0 0 0,15 10 0,30 23-559,0 4-704,3-5 821,-36-22-10338,1-1-1499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7.79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6467.26563"/>
      <inkml:brushProperty name="anchorY" value="-52821.0625"/>
      <inkml:brushProperty name="scaleFactor" value="0.5"/>
    </inkml:brush>
  </inkml:definitions>
  <inkml:trace contextRef="#ctx0" brushRef="#br0">201 89 22061,'0'0'0,"-4"10"608,-7 20 392,-4 23-1727,-3 27 172,-1 21-234,2 16-123,1 4 388,2-6 326,2-16 318,2-18 130,2-23 434,2-21-237,2-16-30,4-22-412,0 1 0,-1 0 0,1 0 0,0 0 1,0 0-1,0 0 0,0 0 0,0 0 0,0 0 0,0 0 0,0-1 0,0 1 0,0 0 1,0 0-1,0 0 0,0 0 0,0 0 0,0 0 0,-1 0 0,1 0 0,0 0 0,0 0 1,0 0-1,0 0 0,0 0 0,0 0 0,0 0 0,0 0 0,0 0 0,-1 0 0,1 0 1,0 0-1,0 0 0,0 0 0,0 0 0,0 0 0,0 0 0,0 0 0,0 0 0,0 0 0,-1 0 1,1 0-1,0 0 0,0 0 0,0 0 0,0 0 0,0 1 0,0-1 0,0 0 0,0 0 1,0 0-1,0 0 0,0 0 0,0 0 0,0 0 0,0 0 0,0 0 0,-1 0 0,1 0 1,0 1-1,0-1 0,0 0 0,0 0 0,0 0 0,-3-17 39,2-18-4,3-16-21,2-16-21,6-14 22,5-11 3,9-8 18,7-3 25,8 3 40,10 5-17,6 10-67,-36 61-14,23-24-1,-26 33-57,30-25 0,-33 31 10,0-1 1,22-9-1,-28 16 3,0-1-1,1 1 1,0 0 0,15-2-1,-20 4 17,2 1-1,-1-1 1,0 1-1,0 0 1,1 0 0,-1 0-1,0 1 1,6 1-1,-9-2 12,1 1 0,0 0 0,1 0 0,-1 0 0,0 0-1,-1 0 1,1 1 0,0-1 0,0 0 0,0 1 0,-1-1 0,1 1 0,2 3 0,-3-3-1,0 0-1,1 1 1,-1-1 0,0 1 0,0 0 0,0 0 0,0 0-1,-1-1 1,1 1 0,-1 6 0,0-4 5,0 1 0,-1 0 0,0 0 0,0 0 0,-1 0 1,-1 6-1,-2 0-5,0-1 0,-13 23 1,-25 26 94,-10 1 84,-2-3 124,6-8-6,10-8-105,15-10-95,23-30-92,0-1-1,0 1 1,0 0 0,0 0-1,1 0 1,-1 0-1,0 0 1,1 0-1,0-1 1,-1 5 0,1-5 2,0 0 0,0 0 0,0-1 0,1 1 1,-1 0-1,0 0 0,0 0 0,1 0 0,-1 0 1,1-1-1,-1 1 0,1 0 0,-1 0 0,1-1 1,-1 1-1,1 0 0,-1-1 0,1 1 0,1 0 1,1 2-10,-1-2 1,1 1-1,0-1 1,-1 1-1,1-1 1,0 0-1,4 1 1,31 7-63,8 0-75,2 1-14,-5 3-82,-10 3 46,-32-15 189,0 1 0,1-1 1,0 0-1,-1 1 0,1 0 1,-1-1-1,0 1 0,1 0 1,-1 0-1,2 3 0,-3-4 6,0 1-1,0-1 0,0 1 0,1-1 0,-1 1 1,0 0-1,0-1 0,0 1 0,-1-1 1,1 1-1,0-1 0,-1 1 0,1-1 0,-2 4 1,0-1 11,0 0 0,-1 0 0,0 0 0,0 0 0,0-1 0,-4 5 0,-35 27 101,-17 4 150,-12 1 34,-6-2-43,0-3-52,7-7-265,16-8-258,16-7-758,16-8-796,23-5 1825,-1 0-1,0 0 1,0 0 0,0-1-1,0 1 1,0 0-1,0 0 1,0 0-1,1 0 1,-1 0 0,0 0-1,0 0 1,0 0-1,0 0 1,0-1 0,0 1-1,0 0 1,0 0-1,0 0 1,0 0 0,0 0-1,0 0 1,0 0-1,0-1 1,0 1 0,0 0-1,0 0 1,0 0-1,0 0 1,0 0 0,0 0-1,0 0 1,0-1-1,0 1 1,0 0 0,0 0-1,0 0 1,0 0-1,-1 0 1,1 0 0,0 0-1,0 0 1,0 0-1,0 0 1,0-1 0,0 1-1,0 0 1,0 0-1,0 0 1,0 0 0,-1 0-1,1 0 1,0 0-1,0 0 1,0 0-1,0 0 1,0 0 0,0 0-1,0 0 1,-1 0-1,1 0 1,0 0 0,0 0-1,0 0 1,0 0-1,0 0 1,-1 0 0,21-14-3968,22-11 3936,0 2-12994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8.29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5523.83594"/>
      <inkml:brushProperty name="anchorY" value="-52725.38672"/>
      <inkml:brushProperty name="scaleFactor" value="0.5"/>
    </inkml:brush>
  </inkml:definitions>
  <inkml:trace contextRef="#ctx0" brushRef="#br0">286 1 15651,'0'0'0,"-3"9"2561,-6 20 1316,-8 24-4447,-6 30 1137,-7 28-922,-5 22-102,0 11-658,1 1 48,4-12 396,5-18-81,6-25-252,4-30-1250,5-33 1873,9-24-46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8.47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4384.80859"/>
      <inkml:brushProperty name="anchorY" value="-53019.34375"/>
      <inkml:brushProperty name="scaleFactor" value="0.5"/>
    </inkml:brush>
  </inkml:definitions>
  <inkml:trace contextRef="#ctx0" brushRef="#br0">0 32 25846,'0'0'0,"6"1"568,12 3 448,21 0-2695,26-2 433,32-6-1448,29-4-1963,21-8 2294,-19 1-14358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8.66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5856.59375"/>
      <inkml:brushProperty name="anchorY" value="-53834.42969"/>
      <inkml:brushProperty name="scaleFactor" value="0.5"/>
    </inkml:brush>
  </inkml:definitions>
  <inkml:trace contextRef="#ctx0" brushRef="#br0">31 11 19460,'0'0'0,"-4"8"1633,-6 12-141,0 7-968,3 3-497,7 1-29,1-29-10,0 1-1,0 0 1,0 0-1,0 0 1,0 0-1,0-1 1,3 5-1,-2-6 6,0 2 0,-1-1 0,1 0 0,0-1 0,0 1 0,1 0 1,-1-1-1,5 3 0,-3-3 11,0 0 0,0 0 0,0 0 0,0 0 0,0 0 1,0-1-1,5 0 0,0-1-56,0 0 1,0 0-1,14-4 0,-7-1-573,30-13 1,23-22-1606,4-13 800,-43 31-8228,0-2-1257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9.01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7056.98438"/>
      <inkml:brushProperty name="anchorY" value="-54671.03906"/>
      <inkml:brushProperty name="scaleFactor" value="0.5"/>
    </inkml:brush>
  </inkml:definitions>
  <inkml:trace contextRef="#ctx0" brushRef="#br0">1242 0 18956,'0'0'0,"-1"6"1216,-5 13 150,-7 19-1005,-8 33-95,-13 38-92,-14 45-158,-17 44 16,-19 38-24,-17 27 2,-15 17-21,-11 2-32,-5-12-225,3-22-125,11-36-1269,14-39-1852,20-45 2161,26-43-15974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29.42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4968.66406"/>
      <inkml:brushProperty name="anchorY" value="-56596.04688"/>
      <inkml:brushProperty name="scaleFactor" value="0.5"/>
    </inkml:brush>
  </inkml:definitions>
  <inkml:trace contextRef="#ctx0" brushRef="#br0">658 1 16852,'0'0'0,"-5"1"1600,-6 1-270,-6-1-1230,-6 0-384,-4-1 18,-8-2 38,-5 0 203,-6 1 762,-5 2 18,-1 4 101,2 4-318,5 5-262,6 2-84,11 2-292,11 2-62,17-19 146,-1 0-1,1 1 1,-1-1-1,1 0 1,0 1-1,-1-1 0,1 1 1,0-1-1,0 0 1,0 1-1,0-1 0,0 1 1,1 1-1,-1-1-4,1 0 0,-1 0 0,1 0 0,0 0-1,0 0 1,0 0 0,0-1 0,0 1 0,3 2-1,18 19-83,11-1 33,4 3 73,1 3-11,-5 7 10,-29-28 0,1 0 0,-1 0 0,6 13 0,-9-13 1,1-1 1,0 1-1,-1 0 1,1-1-1,-1 9 1,-2-7 3,1 0 0,-1-1 0,0 1 0,-4 14 0,2-12 26,-1 0 0,0 0 0,-10 15 0,6-12 17,-1 0 0,-15 16 0,-27 22 79,-5-6-7,0-9-455,6-12-291,45-23 222,0 1 1,-1 0-1,0-1 1,0 0-1,-6 0 1,10-1-51,0 0 1,-1 0-1,1 0 0,0-1 1,0 1-1,0 0 0,0-1 1,0 0-1,-1 1 0,1-1 1,-3-2-1,4 1 407,0 1 0,-1 0 0,1 0 0,0 0 0,0-1 0,0 1 0,0 0 0,0-1 0,1 1 0,-1-1 0,0 1 0,1-1 0,-1 0 0,1 1 0,-1-3 0,-5-23-14152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30.12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3464.88672"/>
      <inkml:brushProperty name="anchorY" value="-56364.17188"/>
      <inkml:brushProperty name="scaleFactor" value="0.5"/>
    </inkml:brush>
  </inkml:definitions>
  <inkml:trace contextRef="#ctx0" brushRef="#br0">205 190 11338,'0'0'0,"4"9"713,7 17 1418,3 12-1311,1 11-1051,-3 9-369,-7 0-1135,-7-4 1127,0-45 454,1 0 0,-1 0 1,-4 10-1,4-15 102,0 1 0,0-1-1,-1 0 1,1 1 0,-7 6 0,8-9 71,-1 0 1,0 0-1,-1 0 1,1 0-1,0-1 0,0 1 1,-1-1-1,1 1 1,-5 1-1,5-3 5,-1 1-1,0 0 0,0-1 1,1 1-1,-1-1 0,0 0 1,0 0-1,1 0 0,-6-1 1,4 0 1,0 0-1,0 0 1,0 0 0,-1-1 0,1 0-1,-6-3 1,3 0 0,0 0 0,0 0 0,-8-10 0,6 6-103,1-1 1,-10-15-1,-13-32-128,8-9 4,19 46 170,-5-30 1,8 31 218,0-32-1,2 34 14,7-31 0,-5 34 71,0 0-1,7-15 0,13-16 1721,-20 39-1648,1 0-1,1 1 0,-1 0 0,6-6 0,-7 8-74,1 0-1,0 0 1,0 0-1,0 0 0,6-2 1,-6 3-144,0 0 0,0 1 1,1-1-1,-1 1 0,8-1 0,28 0 356,9 5-562,11 1-245,9 1-919,7-3-238,2 0-227,-1-1 363,-9 0 928,-10 1 186,-17 1 410,-16 1 495,-25-4-651,0 0 0,0 0 0,0 0 0,1 0 0,-1 0 0,0 0 0,0 0 0,0 0 0,1 0 0,-1 0 1,0 0-1,0 0 0,0 0 0,1 0 0,-1 0 0,0 0 0,0 1 0,0-1 0,0 0 0,1 0 0,-1 0 0,0 0 0,0 0 0,0 1 0,0-1 0,0 0 0,1 0 0,-1 0 0,0 0 0,0 1 0,0-1 0,0 0 0,0 0 0,0 0 0,0 1 0,0-1 0,0 0 1,0 0-1,0 0 0,0 1 0,0-1 0,-13 9 914,-17 4-248,-12 4 97,-8 5 268,-2 6-68,2 3-354,4 4-109,5 2-300,5 2-84,8 0-116,5-3-16,8-4-8,7-5-32,6-8 36,7-7-2,8-8 56,6-7 14,7-7-9,6-7-31,7-6-215,5-4-43,6-4-144,5 0 45,0 3 105,-2 5 77,-12 6 192,-11 7 42,-28 10-71,-1 0-1,0 0 1,0 0 0,1-1-1,-1 1 1,0 0 0,1 0 0,-1 1-1,0-1 1,0 0 0,1 0-1,0 1 1,-1-1-10,-1 0 0,0 1 0,1-1 1,-1 0-1,0 0 0,0 1 0,1-1 0,-1 0 0,0 1 0,0-1 1,1 0-1,-1 1 0,0-1 0,0 0 0,0 1 0,1-1 0,-1 1 0,0-1 1,0 0-1,0 1 0,0-1 0,0 1 0,0-1 0,0 0 0,0 1 1,0-1-1,0 1 0,0-1 0,0 1 0,-10 23 157,-13 14-74,-12 14-46,-7 14 15,-5 13-86,-1 11 79,2 10-64,0 7-1,1 0-46,-3-3-64,-4-8 90,-2-12 4,2-15 206,3-17-34,41-44-218,0-1 1,-17 11-1,23-17 32,0 0 0,-1 1 0,1-1 0,-1 0-1,1 0 1,-1 0 0,0-1 0,1 1 0,-1-1 0,-3 1 0,5-2-37,0 1 0,0 0 0,0-1 1,0 1-1,0-1 0,0 1 0,0-1 1,0 1-1,0-1 0,0 1 1,0-1-1,1 0 0,-1 1 0,0-1 1,0 0-1,1 0 0,-1 0 0,0 1 1,1-1-1,-1 0 0,1 0 0,-1 0 1,0-1-1,0-4-317,0 1 0,-1 0 1,1-1-1,1 1 0,-1 0 0,1-10 0,2-5 12,6-34-1,6-18-14791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32.78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2573.38281"/>
      <inkml:brushProperty name="anchorY" value="-56452.50781"/>
      <inkml:brushProperty name="scaleFactor" value="0.5"/>
    </inkml:brush>
  </inkml:definitions>
  <inkml:trace contextRef="#ctx0" brushRef="#br0">74 792 11682,'0'0'0,"-3"10"369,-5 17-225,-3 9-235,0 5-142,0 2-6,0-6 52,4-8 191,1-9 454,3-8 119,1-6 1294,2-9-643,2-10-530,3-10-207,6-10-395,4-8 168,6-6-88,5-3 146,6-1 197,4 2-95,3 6-102,4 6-40,0 12-195,-38 23-68,1-1 0,0 1 0,0 1 0,12-3 0,-16 5-18,1-2 0,0 1 0,0 1 1,0-1-1,0 0 0,0 1 0,0 0 0,0-1 1,5 3-1,-6-1-1,0-1 1,1 1 0,-1-1-1,0 1 1,0 0-1,0-1 1,0 1 0,0 0-1,0 1 1,2 3-1,-1-2 1,-1 1-1,1 0 1,-2 0-1,1 0 0,0 0 1,1 7-1,-2-1 0,1 0 0,-1 22 0,-5 30 9,-6 0-11,-1-5-6,0-8 10,6-12-40,6-13 2,0-24 27,-1-1 0,0 1 0,0-1 0,0 1 0,0 0 0,1-1 0,-1 1 0,0-1 0,1 1 0,-1-1 0,0 1 0,1-1 0,-1 1 0,1-1 0,-1 1 0,0-1 0,1 1 0,-1-1 0,1 0 0,0 1 0,0-1 0,-1 0-7,1 1 1,0-1-1,0 0 0,-1 0 0,1 0 0,0 0 0,0 0 0,-1 0 0,1-1 0,0 1 0,-1 0 0,1 0 0,0 0 0,0-1 0,-1 1 0,1 0 1,0-1-1,0 0 0,20-17-407,7-14-243,5-12 317,4-10 74,3-5 181,2-2 54,1 4 144,1 6 84,-1 10 146,-2 13 65,-36 26-342,-1 0-1,1 0 1,0 0-1,0 0 0,7-1 1,-9 2-34,-1 1 0,1 0-1,0 0 1,-1 0 0,1 0 0,0 0 0,-1 1-1,1-1 1,4 2 0,-5-1-15,0 0 1,0 1-1,1-1 0,-1 0 1,-1 1-1,1-1 1,0 1-1,0-1 0,0 1 1,2 4-1,-1-2 1,-1 0 0,1 0 0,-1 1 0,0-1 1,3 10-1,-3-1 7,0-1 1,2 20-1,-2 31 5,-4-3-22,0-7 5,1-13-4,3-13 9,4-13-11,-5-14 1,-1 0 1,0 1 0,1-1-1,-1 0 1,1 0 0,-1 0-1,1 1 1,-1-1 0,1 0-1,-1 0 1,0 0 0,1 0-1,-1 0 1,1 0 0,-1 0-1,1 0 1,-1 0 0,1 0-1,-1 0 1,1 0 0,-1-1-1,1 1 1,0 0 0,16-10-54,6-9-155,6-6-164,3-2-69,1 0 38,-2 2 189,-4 5 29,-6 5 202,-7 5-44,-6 5 252,-4 3-120,0 10 104,-1 5-6,-1 4-155,-1 2 76,-2-1-171,-1-3 44,2-5 8,-1-2-8,1-4-52,8-5 16,4-4-391,3-5-12,0-4-412,-1-4 21,-5-1 39,-6-1 164,-8 2 412,-8 3 28,-9 3 365,-7 3 81,-4 5 319,-1 1 17,4 3-91,7 1-133,8 0-348,5 0-57,11-3-182,10 0 38,12 0 47,10 2 64,9 3 43,5 4 24,4 1 28,2 1-32,0 0 68,-3-1-48,-7-2 16,-7 0 52,-10-3 96,-10 0 23,-7-2 208,-5-1-109,-3 0-37,-2 0 15,-9 0-292,-5 2 52,-4 2-4,-3 1-40,-1 1 40,3-1-40,5-1-240,11-4-157,12-5-419,15-6-91,16-6-47,12-4 104,8-2 511,4 1 178,0 4 146,-2 6 75,-7 7 151,-7 9 332,-41-3-435,0 1-1,0 0 1,0 0 0,8 4 0,-10-4-22,-1 0 0,1 0 0,0 1 0,-1-1 0,0 1 0,4 4 0,-4-4-28,0 0 0,0 1 0,0-1-1,-1 1 1,4 7 0,7 22 210,-3 1-116,-2-2-68,2-4-20,4-9 52,-13-18-93,0 0-1,1 0 0,-1 0 1,1 0-1,-1-1 0,0 1 1,1 0-1,-1-1 0,1 1 1,0-1-1,1 1 0,0-1-1,0 0-1,0 0 1,0 0-1,0 0 1,-1-1-1,1 1 1,4-2-1,28-16 200,6-11-69,5-16-80,5-12 51,6-13-78,4-14-36,8-10 8,4-8-8,4-3 0,1 5 140,-4 12 240,-7 20 81,-55 58-299,1-1 1,19-12 0,-28 21-121,0 0 0,0 0 0,0 0 0,0 0 0,1 1 0,-1 0 0,0-1 0,8 0 0,-10 3-31,0-1 0,0 0-1,-1 0 1,1 0 0,0 1-1,0-1 1,-1 1 0,1-1-1,0 1 1,-1-1 0,1 1-1,-1 0 1,1 0 0,-1 0-1,1 0 1,-1 0 0,1 0-1,1 3 1,0-1 0,-1 0-1,1 1 1,-1-1 0,0 1-1,0-1 1,0 1 0,-1 0 0,0 0-1,2 6 1,1 3 9,-2 1 0,3 25 0,-1 44 92,-4 10-80,-1 3-32,1-5 8,2-9 20,0-14-8,-1-15-24,-6-14-272,4-37 228,0 0 0,0 0 0,0 0 0,0 0 0,0 0 0,0 0 1,0 0-1,0 0 0,-1-1 0,-2 4 0,2-4-48,0 1 0,1-1-1,-1 0 1,0 0 0,0 0 0,0 0-1,0-1 1,0 1 0,0 0 0,-1-1-1,-2 1 1,-2 0-159,0-1-1,1 1 1,-1-1-1,-8-2 1,-46-6-1052,-18-5 337,-19 0 1031,-14 3 653,-1 7 1924,6 8 66,80-2-1723,-33 8-1,52-8-741,-2-1 0,0 2 0,1-1 0,-13 8 0,23-11-213,-3 1 0,1 0 0,0 0 1,-1-1-1,1 2 0,0-1 0,0 0 1,0 0-1,0 0 0,0 0 0,0 1 1,0-1-1,0 0 0,0 1 0,1-1 1,-1 1-1,1-1 0,-1 1 0,1-1 1,-1 1-1,1 2 0,2-3-11,-2 1 1,1 1-1,0-1 0,0 0 0,0 0 0,1 0 1,-1 0-1,0 0 0,1-1 0,-1 1 1,1 0-1,0-1 0,-1 1 0,1-1 0,0 1 1,4 1-1,10 2-208,-2 1 0,1 0 1,27 5-1,106 9-1125,66-19 517,-120-1-9974,11-5-1510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33.58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6117.1875"/>
      <inkml:brushProperty name="anchorY" value="-57370.71094"/>
      <inkml:brushProperty name="scaleFactor" value="0.5"/>
    </inkml:brush>
  </inkml:definitions>
  <inkml:trace contextRef="#ctx0" brushRef="#br0">2049 1 19852,'0'0'0,"-37"80"-1448,-66 123-2437,-51 82 1415,-53 69 1622,-38 38 191,-19 6 826,-2-19-85,18-39-136,28-49-2274,43-54 2027,50-70-9002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39.53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3222.35156"/>
      <inkml:brushProperty name="anchorY" value="-59650.35938"/>
      <inkml:brushProperty name="scaleFactor" value="0.5"/>
    </inkml:brush>
  </inkml:definitions>
  <inkml:trace contextRef="#ctx0" brushRef="#br0">5 404 21213,'0'0'0,"9"13"-361,16 24-213,9 24 42,5 25 30,0 25 337,-4 19 46,-7 11 114,-8 6-10,-11-6 15,-8-12 19,-5-19-43,-5-24 32,1-27-39,-2-23 67,10-36-29,0 0-1,0 1 1,0-1 0,0 1 0,0-1-1,-1 0 1,1 1 0,0-1-1,0 1 1,-1-1 0,1 0 0,0 1-1,0-1 1,-1 0 0,1 1-1,0-1 1,-1 0 0,1 1 0,0-1-1,-1 0 1,1 0 0,-1 1-1,1-1 1,0 0 0,-1 0-1,1 0 1,-1 0 0,1 0 0,-1 0-1,1 0 1,-1 1 0,1-1-1,-2-1 13,2 1 0,-1-1 0,0 0 0,0 1 0,0-1-1,0 0 1,1 0 0,-1 0 0,0 0 0,1 0 0,-1 0-1,0 0 1,1 0 0,-1 0 0,0-1 0,-12-38 554,-2-22 70,1-20-44,4-17-174,9-17-69,12-15-134,17-13-137,20-5-68,21 2-42,17 12 18,-60 101-2,45-46 0,-48 58-23,54-42 1,-61 53-12,1-1 1,1 2-1,25-11 0,-33 16 2,1 1 1,0 1-1,0 0 0,0 0 0,18-1 0,-24 4 15,0-1-1,0 1 1,1 1 0,-1-1-1,1 1 1,-1 0 0,0 0 0,1 1-1,-1-1 1,6 4 0,-7-4 6,-1 2 0,1-1 0,-1 0 0,1 1 0,-1-1 0,0 1 0,0 0 0,0 0 0,-1 1 0,1-1 0,-1 0 0,3 6 0,-3-4 1,1 1 1,-1 0 0,-1 0 0,1 1-1,-1-1 1,0 0 0,0 1 0,0 12 0,-3-5-13,1 0 0,-1 1 0,-1-1 0,-6 20 0,-1-8 21,-1 1 1,-16 29 0,4-17 17,-31 41 1,-46 39 163,-17-10-100,80-79-20,-47 28 0,51-37-68,-52 23-1,63-34-125,-2 0-1,-33 8 1,44-14-79,-1-1 1,0-1-1,-28 2 0,38-4 103,-1 0-1,-1 0 1,1-1-1,0 1 0,0-1 1,0 0-1,0-1 1,-1 1-1,-4-4 1,8 5 25,0-1 0,0 0 0,0-1 0,0 1 0,0 0 0,0-1 0,1 1 0,-1-1 0,0 0 0,1 0 0,-1 0 0,1 0 0,0 0 0,-1 0 0,1 0 0,-1-3 0,2 3-30,-1-1-1,0 0 0,1 0 0,-1-1 1,1 1-1,0 0 0,0 0 1,0 0-1,0-1 0,1 1 0,-1 0 1,3-5-1,-1 1-78,0-1-1,2-1 1,-1 2 0,1-1 0,6-8-1,-2 3-100,3-1-1,15-17 1,-10 15-110,27-22 0,-24 24 295,26-16 0,19-4-7,-7 14 177,-10 11 333,-43 9-226,0 0 0,1 0 0,-1 0 0,0 1 0,0-1 1,7 3-1,-9-3-35,0 1-1,1 0 1,-1 0 0,0 0 0,0 0 0,0 1 0,0-1 0,0 0 0,-1 1 0,4 2 0,-3-2 84,0 1 1,-1-1-1,1 1 1,-1-1 0,1 1-1,-1 0 1,0-1 0,1 6-1,7 33 1451,-4 13-578,-2 12 56,0 9-726,-1 5-52,3-3-274,3-6-28,3-12-53,2-13 20,0-16 27,0-14 20,-12-15-68,-1-1 1,1 0 0,0 1-1,-1-1 1,1 0 0,-1 0-1,1 1 1,0-1 0,-1 0 0,1 0-1,0 0 1,-1 0 0,1 0-1,0 0 1,-1 0 0,1 0-1,0 0 1,-1 0 0,1-1-1,1 1 1,14-12 103,5-13-54,2-9-10,2-6-46,-1-4-9,-6 2-1,-7 2-3,-10 5 56,-7 7 58,-8 6 62,-5 6 37,-1 7 5,-2 6-79,3 4-78,5 3-113,4-1-229,4 0-78,3-2-176,7-6 5,6-8-140,7-10 50,4-10 192,4-11 25,2-7 156,0-5 45,-2-4 139,-2-1 36,-2 0 217,-2 2 106,-4 3 639,-1 6 97,-4 8-140,-2 12-67,-4 10-268,-2 9-155,-3 13-287,-1 14-8,-2 18-119,0 18 17,1 16 24,1 14-19,1 6 26,1 2-26,1-7-28,2-10-96,3-15-246,5-16-152,-10-39 470,0-1 0,0 0 0,1 1 0,-1-1 0,1 0 0,-1 1 0,1-1 0,0 0 0,2 2 0,-3-3 21,1 0 1,-1 0-1,0 0 0,1 0 0,-1 0 0,1 0 1,0-1-1,-1 1 0,1-1 0,-1 1 1,1-1-1,0 0 0,2 1 0,-1-1 6,0 0 0,0 0 0,0 0 0,0-1 0,0 1 0,0-1 0,5-1 0,25-12-180,1-5 142,-3-2 81,-7 3 36,-7 4 58,-7 5 18,-4 4 28,-4 2 52,-2 2 6,-1 2 32,2 5-44,3 6-22,2 6-31,4 3-89,5 3-16,7-2-153,6-3 1,8-8-57,4-8-20,2-10 47,0-8-35,-2-7 21,-5-2 4,-7 1 73,-8 4 37,-8 5 124,-7 7-47,-8 9 42,-5 12-35,-6 15-65,-4 15 36,-4 15-15,-5 14 2,-6 10 0,-4 8 18,-9 1-23,-4-3 8,-6-10 15,-3-12-23,44-53 16,-30 22-1,35-29-9,-1 0 0,0 0 0,-14 5 0,19-10-9,0 0 0,0 0 0,-1-1 0,1 1 0,-1-1 0,-7 0 0,10-1-5,0-1 0,0 1 0,0 0-1,0-1 1,0 0 0,0 0 0,0 0 0,0-1-1,-5-2 1,6 1-16,0 0 0,0 1 0,0-1 0,0 0 0,0 0 0,1 0 0,-1 0-1,1 0 1,0-1 0,-3-4 0,3 0-80,-1 0-1,0 0 0,1 0 1,0 0-1,-1-16 1,4 7-85,-1 1 1,1-1 0,5-22-1,1 11-183,17-50 1,-8 43 132,25-46 0,37-35-271,15 7 671,10 12-8,-1 16 72,-6 18-59,-11 20-67,-69 36-49,1 1 1,22-5 0,-32 9 3,0 1 0,1 0 0,-1 0 0,1 1 0,11 0-1,-16 0-22,1 1 0,0-1-1,-1 1 1,1 0-1,-1 0 1,1 0 0,-1 1-1,1-1 1,4 4-1,-5-3-1,-1-1 0,0 1 0,0 0 1,0 0-1,0 0 0,0 1 0,0-1 0,-1 0 0,1 1 0,-1-1 0,2 5 0,0-2 7,-2 0 1,1 0-1,-1 0 1,0 0 0,0 0-1,0 10 1,-1-5-4,0 1-1,-1 0 1,-2 11 0,-9 39 26,-4-2-59,-1-5 16,3-13-59,3-12 61,4-11-20,2-12 54,3-14 24,2-12-42,4-13-21,4-10-4,5-6-49,6-4 49,8-2-83,7-1 80,8 5-34,5 4 29,2 11 40,-39 30-37,1 0 0,17-6 0,-22 10 9,1 0 0,-1 0 0,1 0 0,12 0 0,-16 2-7,2 0 1,-1 0-1,0 1 0,0-1 0,0 1 0,0 0 0,6 2 1,-8-2 2,1 0 1,0 1 0,0-1-1,-1 1 1,1 0 0,-1 0-1,1 0 1,-1 0 0,3 4-1,-1-3 9,-1 1-1,0 1 0,0-1 0,0 1 0,3 7 1,7 28 72,-6 3 38,-3-3-18,-3-7-20,2-7-30,1-9-40,5-10-30,3-8-5,3-9 7,1-6-23,2-4 62,0-3 10,0-2 47,-1 0 28,-3 2 5,-3 5 40,-3 5-84,-3 5 17,1 9-7,-1 9-49,1 8-5,0 9-11,4 2-37,5 1-37,5-5-67,8-7 24,5-9-4,3-9-2,2-8 124,0-7-73,-1-3 66,-3-1-26,-3 0 18,-5 1-5,-5 3 2,-5 2 28,-5 3-17,-4 4 53,-3 2 32,-3 2-62,-1 2 87,-1 0-54,0 1-21,0-1-20,0 1-45,1-1-9,4-2-29,3-4 42,6-3-24,2-5-1,2-4-26,-1-2-4,-3 0 28,0 1 46,-3 4 128,-4 4-14,-6 5 53,-8 5-18,-4 8-19,-2 6-22,1 7-15,4 5-8,5 1-55,7 1 32,8-2-40,6-4-18,7-3 13,5-4-25,4-5-3,5-3 10,1-6-79,0-3 13,-3-4-35,-3-4 15,-5-2 68,-5-2-1,-7-1 52,-5 0 27,-4 1 126,-3-2 34,-4-1 84,-4-2-43,-3-7-139,-5-6-14,-5-10-128,-1-10-2,0-13-46,1-11-13,5-11-27,5-7-23,5 0 32,5 5-12,5 14 32,4 16 20,4 17 33,-14 39 21,0 1-1,-1 0 1,2 0-1,-1 0 1,0 0-1,1 0 1,2-2-1,-3 3 1,0 0 1,0 1-1,0-1 0,0 1 0,0 0 1,1 0-1,-1 0 0,0 0 1,4-1-1,24-2-24,6 8 22,5 3-16,2 4 6,0 2 35,-5 7 18,-33-16-28,0 0 0,-1 1 0,1-1 0,6 9-1,-8-7 6,0-1-1,0 1 0,0-1 0,-1 1 0,3 11 0,-2-5-1,-2 0-1,1 0 1,-1 16 0,-3-5-4,-6 38 1,-16 40 20,-13 10 2,-8 1-2,-1-8 48,5-15-5,11-22-98,13-22-90,18-45 97,-2 1 0,1 0 0,0-1 1,0 1-1,-1 0 0,1 0 1,0 0-1,0 0 0,0 0 1,0-1-1,0 1 0,0 0 0,0 0 1,0 0-1,1 0 0,-1-1 1,0 1-1,0 0 0,1 0 1,-1 0-1,1-1 0,0 2 0,0-1-6,0-1 0,0 0-1,0 1 1,1-1-1,-1 0 1,0 0 0,0 0-1,0 0 1,0 0-1,0-1 1,0 1 0,0 0-1,0 0 1,0-1-1,0 1 1,0-1 0,0 1-1,0-1 1,2 0-1,43-23-769,20-14-451,14-5 74,7 4-916,-6 12 1751,-47 17-8525,-3 2-1063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40.14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7578.15625"/>
      <inkml:brushProperty name="anchorY" value="-60827.41406"/>
      <inkml:brushProperty name="scaleFactor" value="0.5"/>
    </inkml:brush>
  </inkml:definitions>
  <inkml:trace contextRef="#ctx0" brushRef="#br0">0 284 21645,'0'0'0,"6"2"760,13 3 271,14 2-946,19-1-516,20-3-212,22-8-499,18-10-639,12-14 75,5-12-355,-6-9-45,-12-8-184,-22-1 2042,-25 9-12575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40.41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9452.35156"/>
      <inkml:brushProperty name="anchorY" value="-61390.41797"/>
      <inkml:brushProperty name="scaleFactor" value="0.5"/>
    </inkml:brush>
  </inkml:definitions>
  <inkml:trace contextRef="#ctx0" brushRef="#br0">149 0 16011,'-4'3'4545,"2"-2"-3644,9 2-384,12 1-30,22-1-67,24 0-53,25 0-135,21 0-38,11 4-158,4 5-12,-8 9-18,-87-13-38,40 16 0,-59-18 26,1 1 1,0 0-1,-1 0 0,15 13 1,-20-14-6,-1 0-1,0 1 1,0-1 0,0 1 0,-1 1 0,0-1 0,5 9-1,-8-8 6,1 0 0,0-1 0,-1 1 0,0 0 0,-1 1 0,1-1 0,-1 0 0,-1 9 0,0-2-2,-1-1 0,-1 1 0,0 0 1,-8 24-1,1-14 0,-1 0-1,-22 40 1,-52 65 9,-65 34-108,-21-5-405,-11-14-403,10-34-8392,139-95 9203,-3 2 0,-50 15 0,60-20-4485,-3-4 1,-33 7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41.40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8457.90625"/>
      <inkml:brushProperty name="anchorY" value="-61855.84375"/>
      <inkml:brushProperty name="scaleFactor" value="0.5"/>
    </inkml:brush>
  </inkml:definitions>
  <inkml:trace contextRef="#ctx0" brushRef="#br0">452 36 15915,'0'0'0,"-6"-7"817,-9-7-729,-3 1 124,-3 11 302,20 5-448,-1-2-1,1 0 1,-1 0-1,1 0 1,-1 0-1,1 0 1,-1 0-1,1 0 0,0 1 1,0-1-1,0 1 1,-2 2-1,-1 10 192,1-3 0,0 0-1,-3 16 1,-4 90 913,6 70-381,7 76-301,3 79-798,0 70-449,-5 58-979,-9 36-532,-9 9 1006,-10-8 540,-8-29 797,-8-37 35,-5-44 56,-4-48 32,1-56-1712,7-59 1524,27-145-7556,1-15-960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42.35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7159.72656"/>
      <inkml:brushProperty name="anchorY" value="-66730.35156"/>
      <inkml:brushProperty name="scaleFactor" value="0.5"/>
    </inkml:brush>
  </inkml:definitions>
  <inkml:trace contextRef="#ctx0" brushRef="#br0">174 16 19636,'0'0'0,"-2"3"976,-3 10 234,-3 16-1439,-1 26 359,-1 36-316,3 38-8,1 37-18,0 27-68,0 11 279,-4-3 74,-2-22 431,-1-31-102,-3-39 80,12-88-280,-10 29-1,14-48-198,0 1 0,-1-1 0,0 1 0,0-1 0,0 0 0,0 1-1,-1-1 1,1 0 0,-1 0 0,1 0 0,-4 3 0,5-5-3,0 1 1,-1-1 0,1 0-1,-1 0 1,1 0-1,-1 0 1,1 0-1,0 0 1,-1 0-1,1 0 1,-1 0 0,1 0-1,-1 0 1,1 0-1,-1 0 1,1 0-1,0-1 1,-1 1-1,1 0 1,-1 0 0,1 0-1,0-1 1,-1 1-1,1 0 1,-1 0-1,1-1 1,0 1-1,-1 0 1,1-1 0,0 1-1,0 0 1,-1-1-1,1 1 1,0-1-1,0 1 1,0 0 0,-1-1-1,1 1 1,0-1-1,0 1 1,0-1-1,0 0 1,-2-6-12,-1-1-1,1 1 1,1-1 0,-2-8 0,-2-62-26,7-27 42,8-19 34,9-15 59,10-11-39,12-8 26,13-4-62,13 3-20,10 9 2,7 21 23,-59 94-32,35-34 0,-43 51-45,2 0 1,25-18 0,-34 28 21,1 0 0,0 1 0,1 1 0,14-7 0,-22 11 8,1 0 1,-1 1-1,1 0 1,0 0-1,-1 0 1,1 0-1,0 0 1,0 1-1,8 1 0,-10-1 11,-1 0 0,1 1 0,-1-1-1,1 1 1,-1 0 0,1 0 0,-1 0-1,0 0 1,1 0 0,-1 1 0,0-1-1,0 1 1,0-1 0,0 1 0,3 3-1,-3-1 9,1 0 0,-1 0 0,1 0 0,-1 0 0,0 1 0,0-1 0,-1 1-1,0-1 1,2 9 0,-1-1-5,-1 1 1,0 1-1,-2 23 0,-1-8 88,-10 40 0,-19 43 158,-13 6 289,-8-2-13,-1-12-57,5-18-61,11-22-434,18-22-71,19-41 96,0-1 0,0 1 0,0-1 0,-1 1 0,1 0 1,0-1-1,0 1 0,0 0 0,0-1 0,0 1 1,0 0-1,-1-1 0,2 1 0,-1-1 0,0 1 0,0 0 1,0-1-1,0 1 0,0 0 0,0-1 0,1 1 0,-1 0 1,0-1-1,1 1 0,-1-1 0,0 1 0,1-1 1,-1 1-1,1 0 0,1 0-12,-1-1 0,1 1-1,-1-1 1,1 0 0,-1 0 0,1 1 0,-1-1-1,1 0 1,-1-1 0,1 1 0,-1 0 0,1 0 0,-1-1-1,1 1 1,1-1 0,45-17-343,17-11 18,9-6 0,1 1-8,-5 5 98,-12 10 46,-53 19 190,1-2 0,1 1-1,-1 0 1,10 1 0,-16 0 20,1 0 0,0 0 1,0 0-1,0 0 0,0 0 1,0 1-1,-1-1 0,1 0 1,0 1-1,0-1 0,0 0 1,-1 1-1,1-1 0,0 1 1,0-1-1,-1 1 0,1-1 1,0 1-1,-1-1 0,1 1 1,-1 0-1,1 0 0,0 1 1,-1 0 11,0-1 0,0 1-1,0 0 1,0 0 0,0-1 0,0 1 0,0 0 0,-1 0 0,1-1 0,-1 1 0,1 0 0,-1-1 0,1 1 0,-3 2 0,-25 42 197,-25 14 106,-20 11-44,-20 4-90,-15-3-65,-6-11-307,1-14-82,83-37-124,-40 9 0,56-17 65,-1 1 0,-1-2 0,-19 0 0,32-1 34,-1-1 1,0 1 0,0-1 0,-1 0-1,1 0 1,0 0 0,0 0-1,1-1 1,-1 0 0,0 0 0,-4-3-1,6 4-110,1-1 1,-1 0-1,0 1 0,1-1 0,-1 0 0,1 0 1,0 0-1,0 0 0,0 0 0,0 0 0,0 0 0,0-1 1,0 1-1,1 0 0,-1-1 0,1 1 0,-1-5 0,2 2 400,-1-1 0,1-1-1,0 1 1,0 0 0,0 0-1,1 0 1,0 0 0,4-7-1,-4 2-3564,4-3 0,12-20 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42.97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6256.90625"/>
      <inkml:brushProperty name="anchorY" value="-66936.33594"/>
      <inkml:brushProperty name="scaleFactor" value="0.5"/>
    </inkml:brush>
  </inkml:definitions>
  <inkml:trace contextRef="#ctx0" brushRef="#br0">17 0 19316,'0'0'0,"6"6"1280,7 11-74,3 9-847,-1 12-211,-4 12-108,-7 12-51,-8 8 8,-6 5 95,-6 1 105,-2-8-15,2-10-2,4-14-124,7-16-49,5-27-9,0-1 1,0 1-1,0 0 1,0-1-1,0 1 0,0-1 1,0 1-1,0 0 1,0-1-1,0 1 1,1-1-1,-1 1 0,0-1 1,0 1-1,0-1 1,1 1-1,-1 0 1,0-1-1,1 1 0,-1-1 1,1 1-1,0-1 2,-1 1-1,1-1 0,-1 0 1,1 0-1,-1 0 0,1 0 1,0 0-1,-1 0 0,1 0 1,-1 0-1,1 0 0,0 0 1,-1 0-1,1 0 0,-1 0 1,1-1-1,-1 1 0,1 0 1,-1 0-1,1-1 0,0 1 1,23-16-8,10-11-3,6-11-118,5-8-69,-1-6-211,-4-5-45,-7 1 89,-9 2 16,-22 45 347,1 0 0,-1 0 1,1-13-1,-3 17 35,1-1 1,-1 1 0,-1-1-1,1 0 1,-2-8-1,0 11 23,1-1 0,-1 0-1,1 1 1,-1-1 0,0 1-1,0-1 1,-4-5 0,3 5 32,-1 0 0,1 1 0,-1-1 1,0 1-1,-8-6 0,6 5 41,-1 0 0,0 1 0,-12-5 0,-25-5 298,2 6-260,9 4-46,10 2-121,16-1-21,19-2-71,21-4 32,21-6-24,18-4-4,12 2-36,6 3-38,-5 10-113,-68 4 190,2 1 0,19 3-1,-31-2 55,1-1 0,-1 1 0,1 0 0,0 0 0,10 7 0,-14-7 18,0 0 0,0 0 0,-1 0 1,1 1-1,-1-1 0,1 1 0,-1 0 0,-1 0 1,4 4-1,-4-3 39,0 0 0,0 0-1,0 0 1,-1 0 0,1 0 0,-1 1 0,0-1 0,0 8 0,-1-2 47,0-1-1,-1 1 1,0-1-1,-4 16 1,1-4 285,-13 33 0,-16 27 333,-2-2-102,3-9-139,8-13-425,13-16-17,11-41-16,0 0 0,0 0 0,0 0 0,0 1 0,0-1 0,0 0 0,0 0 0,0 1 0,1-1 0,-1 0 0,0 0 0,1 1 0,-1-1 0,1 0 0,-1 0 0,1 0 0,0 2 0,0-3 2,0 1-1,0-1 1,0 1-1,0-1 1,0 1-1,0-1 1,0 1-1,0-1 1,0 0-1,0 0 1,0 1-1,0-1 1,0 0-1,0 0 1,0 0-1,0 0 1,0 0-1,0 0 1,0 0-1,1-1 1,4-1 0,0 1 0,0-1 0,0-1 0,9-4 1,38-26-51,9-14 61,3-11-12,-3-6-21,-10-1 27,-13 4-10,-33 50 30,-1-1 1,8-20-1,-12 27-7,0 0 0,0-1 0,0 1 0,0-1 1,-1 0-1,0-7 0,0 10-4,-1 0 0,1-1 0,-1 1 1,0 0-1,0 0 0,0-1 0,0 1 0,-1 0 0,-2-4 0,2 4-2,0 0 0,0 0-1,0 1 1,-1-1-1,0 0 1,1 1 0,-1 0-1,-6-4 1,4 3-1,-1 0 0,0 0-1,0 0 1,-13-3 0,9 4-8,-1 0 1,-21-1-1,-29 4-28,-3 8-249,0 8-128,7 3-559,7 3-544,16-5-2903,19-9 1959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43.32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7551.25"/>
      <inkml:brushProperty name="anchorY" value="-67993.01563"/>
      <inkml:brushProperty name="scaleFactor" value="0.5"/>
    </inkml:brush>
  </inkml:definitions>
  <inkml:trace contextRef="#ctx0" brushRef="#br0">852 1 21149,'0'0'0,"-12"4"440,-18 7-75,-14 7-706,-14 7-46,-10 8-72,-8 7 508,-6 9 376,-2 10 557,1 10 101,7 8-211,11 2-115,15-4-693,40-57-48,-14 32 1,21-42-55,0 2 1,1-1-1,0 1 1,-2 10-1,4-14 6,-1 0 0,1-1 1,1 1-1,-1-1 0,1 1 0,2 9 0,-2-10 17,1 0 0,-1-1 0,1 1 0,1-1 0,-1 1 0,1-1 0,3 5 0,-2-2-9,1-1-1,1 0 1,-1 0-1,8 5 1,27 22-47,2 0-45,-7 1-76,-31-29 158,0 1 0,0-1-1,0 1 1,3 9 0,-6-11 20,0 0 0,0 0-1,0 0 1,-1 0 0,1 0 0,-1 0 0,0 0-1,0 5 1,-1-3-8,0-1 0,0 1 0,-1-1 0,1 0 1,-1 1-1,-4 7 0,1-5-68,0 0 1,-1 1 0,-10 12-1,6-10-115,-1 0 0,-13 11 0,14-15-219,-2 1-1,-17 9 1,23-14-43,-1 0-1,0-1 1,-1 1 0,-13 2-1,19-6-27,-1 1 0,0 0-1,-1 0 1,1 0-1,0-1 1,0 1-1,0-1 1,0 0-1,0 0 1,0 0 0,-5-2-1,6 0 437,-1 1 1,1 0-1,-1 0 0,1 0 0,-1-1 0,1 1 1,0-1-1,0 0 0,0 1 0,1-1 0,-3-6 1,0 6-2733,1-3 1,0 0-1,1-1 1,-4-11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43.65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5853.17188"/>
      <inkml:brushProperty name="anchorY" value="-68214.07031"/>
      <inkml:brushProperty name="scaleFactor" value="0.5"/>
    </inkml:brush>
  </inkml:definitions>
  <inkml:trace contextRef="#ctx0" brushRef="#br0">0 1432 18612,'0'0'0,"5"4"1496,10 4 318,10 1-1230,18-3-208,19-8-212,22-16-273,18-18-6,14-22-50,7-20 47,0-14-7,-8-13-43,-14-8-135,-73 75 142,25-43 0,-35 49 34,24-60 0,-31 61 23,15-63 0,-20 63 97,-2 0-1,1-32 1,-4 31 19,-6-56 1,1 57 0,-12-48 1,9 52 38,-17-41 1,18 52-18,-3 0 0,-14-25 0,18 34-17,-1-1 1,0 1-1,0 0 0,0 0 0,-9-6 1,12 12-9,0-1 1,-1 0 0,1 0 0,-1 0 0,1 1 0,-1-1 0,0 1 0,1 0 0,-1 0 0,0 0-1,-6 0 1,6 2-3,0-1-1,0 1 0,-1 0 1,1 0-1,0 0 0,0 0 1,0 1-1,0-1 0,0 1 1,0 0-1,-4 3 0,-1 4-2,1-2-1,0 1 1,0 0-1,0 1 1,-8 12-1,-2 8 22,-25 50 0,-22 78-43,-1 43 26,-1 29-10,5 13-9,10-8-62,12-22-225,19-40-1481,19-133-98,2 52-1,1-83 1650,-1 2-1,2 0 0,0-1 1,0 0-1,0 1 0,7 14 1,-10-18-1253,3-2 1,-1 0 0,1 0-1,0-1 1,0 1 0,0 0-1,1-1 1,-1 0 0,1 1 0,3 2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44.68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7116.78125"/>
      <inkml:brushProperty name="anchorY" value="-69517.8125"/>
      <inkml:brushProperty name="scaleFactor" value="0.5"/>
    </inkml:brush>
  </inkml:definitions>
  <inkml:trace contextRef="#ctx0" brushRef="#br0">107 1256 21549,'0'0'0,"-8"6"1288,-7 9 794,-1 3-2897,6 2-440,10-20 1127,0 2 0,0-1 0,0 0 1,0 1-1,0-1 0,0 0 0,0 0 0,0 1 0,0-1 1,0 0-1,1 1 0,0 1 0,1-2-45,-1 0-1,0 0 0,1 0 0,-1 1 1,0-1-1,1 0 0,-1 0 1,0-1-1,1 1 0,0 0 1,-1 0-1,3 0 0,2 0-289,1 0 0,-1 0 0,0 0 0,9 0 0,41-6-269,9-9 367,-2-6 529,-5-3 88,-12-3 154,-11-1-41,-32 23-319,0 0 0,1 0 0,-1 0 0,0 0 0,2-5 0,-3 5-19,-1 1 0,1-1 1,-1 1-1,0-1 1,0 1-1,1-7 1,-2 6 20,0 1 0,0-1 1,0 1-1,0-1 1,-1 0-1,-1-5 0,-11-22 387,-8 2 60,-8 5-40,-8 8-155,29 15-216,1-1 0,0 1 0,-15-1 0,13 3-1,0 0 0,1 1 0,-17 4 0,14-2-2,0 0 1,0 1-1,-11 7 0,9-3 100,0 1 0,-17 14 0,15-8 46,-23 27 0,23-23-107,-16 30 0,-7 26 160,32-58-262,-11 39 1,15-45-14,0 2 0,1-1 0,0 18 0,2-26-24,0 1 1,0 1-1,1-1 1,-1 1-1,1-1 1,0 0-1,4 8 1,-3-10-6,0 0-1,0 1 1,0-1-1,0 0 1,1 0 0,0-1-1,0 1 1,0-1-1,4 4 1,-2-5-35,1 1 0,-1 0 0,0-1 0,1 1 0,-1-1 0,1-1 0,11 3 0,-5-4-81,1 1-1,-1-2 1,1 1 0,16-4-1,-6-2-105,-1 0-1,33-13 0,61-37-453,12-25-37,9-23 28,2-20 461,0-17 94,-9-11 142,-12-7 160,-17 0 252,-18 5 74,-19 17 405,-17 21-227,-17 30 487,-12 28-401,-13 35-325,-8 36-10,-8 42-382,-6 38 47,-5 31-1,-6 22 30,-2 10 133,-2-1 13,4-13-59,4-19-3,7-27-178,6-29-103,4-25-272,7-20-5,-1-22 372,0 0-1,0 0 0,0 0 0,0 1 0,0-1 0,0 0 0,0 0 0,0 0 0,0 0 0,0 0 0,0 0 0,0 0 1,0 0-1,0 1 0,0-1 0,0 0 0,0 0 0,0 0 0,1 0 0,-1 0 0,0 0 0,0 0 0,0 0 1,0 0-1,0 0 0,0 0 0,0 0 0,0 1 0,1-1 0,-1 0 0,0 0 0,0 0 0,0 0 0,0 0 0,0 0 1,0 0-1,0 0 0,1 0 0,-1 0 0,0 0 0,0 0 0,0-1 0,0 1 0,0 0 0,0 0 0,0 0 0,1 0 1,-1 0-1,0 0 0,0 0 0,0 0 0,0 0 0,0 0 0,0 0 0,0 0 0,0 0 0,0-1 0,1 1 1,-1 0-1,0 0 0,0 0 0,0 0 0,0 0 0,0 0 0,0 0 0,0-1 0,0 1 0,0 0 0,9-18-287,-1-17 104,-1-12-14,-8-6 8,-8-1-145,6 47 317,0-2-1,0 1 1,-8-14 0,7 18 6,1-1 0,-1 0 0,0 1 1,0 0-1,0 0 0,-7-5 0,7 8 35,0-2-1,0 1 1,-1 0-1,1 0 1,0 1-1,-1 0 1,0-1-1,-6 1 1,5 1 27,-1 0 0,0 0 0,0 0 0,0 1 0,0 0 0,-9 3-1,4 1 92,0-1-1,0 1 0,-20 13 0,13-6 143,-33 29 0,-20 29 354,7 8-139,15-1-402,42-62-93,0 2 0,-8 23 1,15-34-57,-1 1 1,0 0-1,1 0 1,0 0-1,1 0 0,0 12 1,0-16 22,1 1 1,0 0 0,-1-1-1,1 1 1,1-1-1,-1 1 1,0-1-1,1 1 1,0-1-1,0 0 1,3 5-1,-2-5-5,0 0 0,1-1 0,-1 1-1,0 0 1,1-1 0,0 1 0,-1-1-1,1 0 1,0 0 0,6 1 0,-1 0-19,1-1 0,0 0 0,-1-1 0,1 1 0,12-2 0,-2 0-34,1-2 0,27-4-1,56-18-191,10-12-194,5-8 88,0-3 141,-4-2 46,-9 2 194,-11 3-23,-15 4 116,-15 5 50,-19 7 674,-17 7-147,-29 20-617,1 1-1,0-1 1,0 0-1,-1 1 1,1-1-1,0 0 1,-1 0 0,1 0-1,-1 0 1,1 1-1,-1-1 1,0 0 0,1 0-1,-1 0 1,1-2-1,-1 3-17,0-1 0,0 1 0,-1-1 0,1 1 0,0-1 0,0 1-1,0-1 1,-1 1 0,1 0 0,0-1 0,0 1 0,-1-1 0,1 1-1,0 0 1,-1-1 0,1 1 0,0 0 0,-1-1 0,1 1 0,-1 0 0,1 0-1,-1-1 1,1 1 0,0 0 0,-1 0 0,1 0 0,-1 0 0,-26-5 281,-14 6-12,-11 5-86,-7 6 1,-2 6 19,-1 4-17,2 3-96,5 4-1,7 1-52,9 1-48,12-1-27,25-26 5,0-1 0,0 1 0,0 0 0,0 0 0,-2 6 0,4-8-4,-1 0 0,1 0 0,0 0-1,0 0 1,0 1 0,0-1 0,0 0 0,0 0 0,1 0 0,-1 0 0,1 2 0,0-1-9,1-1 0,-1 0 1,0 1-1,1-1 1,-1 0-1,1 0 1,0 0-1,-1 0 1,4 3-1,0-2-24,0 1 1,0-1-1,0 0 0,11 5 0,34 9-211,12-3 32,4-3 16,-3-2-88,-8 0 0,-16 0 14,-37-8 250,1 0 0,-1 0 0,0 0-1,0 0 1,1 0 0,-1 0-1,0 0 1,2 3 0,-4-4 21,0 1-1,0-1 1,0 1 0,1-1 0,-1 1 0,0-1 0,0 1-1,0-1 1,1 1 0,-1-1 0,0 1 0,0-1 0,0 1 0,0-1-1,0 1 1,0-1 0,0 1 0,0-1 0,0 1 0,0-1-1,-1 1 1,1-1 0,0 1 0,0-1 0,0 1 0,-1-1-1,1 1 1,0-1 0,-1 1 0,-1 2-39,0-1 0,-1 1 0,1-1 0,-1 0 0,1 0 0,-6 4 1,-38 17-1028,-20 0-570,-16-4 1014,47-11-9181,-2-1-1293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3T17:45:45.05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9502.40625"/>
      <inkml:brushProperty name="anchorY" value="-70622.28125"/>
      <inkml:brushProperty name="scaleFactor" value="0.5"/>
    </inkml:brush>
  </inkml:definitions>
  <inkml:trace contextRef="#ctx0" brushRef="#br0">30 683 12163,'0'0'0,"-6"2"3160,-6 3 2260,1 1-4501,10 1 24,16-2-422,30-2-318,35-6 17,47-9 93,48-10-25,53-9-50,49-10-37,46-10-142,39-10-59,31-9-620,23-9-115,13-5-1073,4-4-1445,-10-5 1401,-250 55-6997,-9 0-1011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A809B1F-000D-67EF-7B47-44AB3591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6A7FFA4-863B-392E-596D-751859470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3B95958-5616-81AC-39A1-017E58C372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56411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BA9C33A-21FC-C888-85F6-29236CF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78664869-2AD0-667D-9582-0E862BCA9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465AA74-FB29-90B6-5E8A-BBDE839B1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439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E44D2BB-0376-FF92-6B54-863B36EFE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8CC5616-FF84-D896-BC19-05FE924CD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31580E4-32FA-001F-3511-C34B07E26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5774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DB144A18-19B5-7D2B-FA12-7FEEE7DD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03B4D51D-7C27-38C0-7F17-A9E74BA73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00F3A85-6077-B174-55CC-B9CD8B2CD8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10873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0F94542-AE5A-E81D-AB4D-25EE7D9A4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65A106C-BEA8-D079-372B-B5C7F81AE0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064D290-A8C8-B971-F806-B4FF683EA7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10242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CD3126D3-BC35-988C-C333-C9A3F8EE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88F1C0FB-1E6D-32EE-9076-236859FFF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F401B845-0F43-A899-6C4A-60D9E932E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493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8917AA8-758B-0727-38CC-4E280E9B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E158FD21-C884-5901-0462-B62160235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6A4168C-B4C4-1C41-9966-A3D3E6DDDC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73269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C58E125-4B3C-947C-C698-03872DD4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978D168-B94C-16EA-8483-9C5A88E3F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98F464D-29B8-6F25-9B91-CB1D8FAFE2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56718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C37B9EF-E319-8BA2-8670-E754C6E63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5170045-4728-AFAE-8882-EE0C105EB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5061D80-568D-9BFA-AEE9-78FAE0478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02964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4C0D4C5-B809-BA11-A8E5-6557B0770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01025ED3-0419-C3A7-DD89-514315FBB9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EC69E31-4F74-890F-AE6B-341A0B56D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50192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B6DBD87-49CB-F7BB-2F88-570FBADA4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A53FD43C-F035-0FE2-1D67-B016CDDDBF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AEA5A469-C944-FBCB-83DB-4968A654AD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159541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BFBFB24-99C8-49A8-9A42-A384880A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D7DE81C3-6619-D89C-478F-CA05CC79D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B170634-A511-155A-34C3-6F2F9E55C5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53071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4694584-8276-21A7-5B73-20A0FEFC8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D74EEA16-0438-DD73-942F-B5BD4058A2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FE132B1-5A7C-D8A6-378A-06972CD9B3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921707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E26C7D2-0D7E-F1DB-510D-D06BF961A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973ECF60-D221-7AD3-882B-AD78C4F84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AA0A146-3580-9387-5483-27DC9AB9E1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32362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DF9E618-8E1B-BA00-EB33-77C978C21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E98B6D3-6BE7-AECD-40A5-1D70447ADA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3F951D6-826C-31AC-7AA4-A571641C5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24052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E7D6627-04A6-03C4-7779-E2DDF468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96B2ED0-7DD9-23E3-75C6-07D6C43D59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77A23C79-A9E5-606B-A478-60B52BF66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1465961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D282985D-A136-08C0-11F4-B1663995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B8605DCC-1C2B-C53C-C444-2ABCAA5E4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C332D36E-DB12-4DCF-6B1A-2DF9FFF1A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2601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5E56C11-72A3-A361-2747-F10687021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9578ECC2-FFB0-8503-33AF-BF8497F68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95303D01-F7FF-9391-99BB-8A5A9C6FD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07219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D45A7A1A-8468-414A-D6A8-3EC48D833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42700783-BF13-33A0-6DFD-02FD00BA4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A7791C0-E38D-37BB-3035-0E6E9C6E6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795103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A0173A6-45B1-2648-417C-31109F8F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DE653C0-1926-4E8C-0C4A-81FD69FF81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72170CC-719D-1141-0CE2-F70A4B5BD2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618849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8BCFF7C-B956-A147-0311-677B8F8A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58791E8C-93C0-CDF0-E99B-7C9BCE0CDE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9B9B3DD-D7FF-36E3-403C-D2523EEF96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09426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FDFDC5B-6953-C218-BD08-A7167C023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FE35821-607A-123A-A028-0EF35E8C6D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A4E24A88-9F04-B3CE-B157-F9CEE4BF01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077327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B783301-49B6-90F6-818D-E3ACB9490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5FACC512-65AA-51A0-2282-1656BC64FF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324E3C51-B39F-26EA-5892-C896380757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19380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50EF634-8B31-A97B-9271-00F419ED0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DC732AF-9E7B-5F70-21B8-E71DC26371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04E303A5-8A13-8545-E2D0-8D485594C9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971785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97EEE5A-32C6-C80C-D45B-6B0C00CFB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5EFF9643-D3F9-C94F-4E05-B1C60B7D1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90E5CF60-EA04-8949-32DC-C929D4E89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192507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4C8B187-B5D8-FD7D-9302-A07FEC3A7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0491D913-C6CE-CB2C-5421-D453A23C59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F41A863-3CDE-BEED-30D1-9C889177BD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98595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221450" y="2439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221450" y="2006304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4788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656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472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8876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87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FF000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47513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53940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011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userDrawn="1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549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662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2858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.png"/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0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3.png"/><Relationship Id="rId84" Type="http://schemas.openxmlformats.org/officeDocument/2006/relationships/image" Target="../media/image41.png"/><Relationship Id="rId89" Type="http://schemas.openxmlformats.org/officeDocument/2006/relationships/customXml" Target="../ink/ink44.xml"/><Relationship Id="rId112" Type="http://schemas.openxmlformats.org/officeDocument/2006/relationships/image" Target="../media/image55.png"/><Relationship Id="rId16" Type="http://schemas.openxmlformats.org/officeDocument/2006/relationships/image" Target="../media/image7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5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28.png"/><Relationship Id="rId74" Type="http://schemas.openxmlformats.org/officeDocument/2006/relationships/image" Target="../media/image36.png"/><Relationship Id="rId79" Type="http://schemas.openxmlformats.org/officeDocument/2006/relationships/customXml" Target="../ink/ink39.xml"/><Relationship Id="rId102" Type="http://schemas.openxmlformats.org/officeDocument/2006/relationships/image" Target="../media/image50.png"/><Relationship Id="rId123" Type="http://schemas.openxmlformats.org/officeDocument/2006/relationships/customXml" Target="../ink/ink61.xml"/><Relationship Id="rId128" Type="http://schemas.openxmlformats.org/officeDocument/2006/relationships/image" Target="../media/image63.png"/><Relationship Id="rId5" Type="http://schemas.openxmlformats.org/officeDocument/2006/relationships/customXml" Target="../ink/ink2.xml"/><Relationship Id="rId90" Type="http://schemas.openxmlformats.org/officeDocument/2006/relationships/image" Target="../media/image44.png"/><Relationship Id="rId95" Type="http://schemas.openxmlformats.org/officeDocument/2006/relationships/customXml" Target="../ink/ink47.xml"/><Relationship Id="rId22" Type="http://schemas.openxmlformats.org/officeDocument/2006/relationships/image" Target="../media/image10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3.png"/><Relationship Id="rId64" Type="http://schemas.openxmlformats.org/officeDocument/2006/relationships/image" Target="../media/image31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58.png"/><Relationship Id="rId80" Type="http://schemas.openxmlformats.org/officeDocument/2006/relationships/image" Target="../media/image39.png"/><Relationship Id="rId85" Type="http://schemas.openxmlformats.org/officeDocument/2006/relationships/customXml" Target="../ink/ink42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18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3.png"/><Relationship Id="rId124" Type="http://schemas.openxmlformats.org/officeDocument/2006/relationships/image" Target="../media/image61.png"/><Relationship Id="rId54" Type="http://schemas.openxmlformats.org/officeDocument/2006/relationships/image" Target="../media/image26.png"/><Relationship Id="rId70" Type="http://schemas.openxmlformats.org/officeDocument/2006/relationships/image" Target="../media/image34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49" Type="http://schemas.openxmlformats.org/officeDocument/2006/relationships/customXml" Target="../ink/ink24.xml"/><Relationship Id="rId114" Type="http://schemas.openxmlformats.org/officeDocument/2006/relationships/image" Target="../media/image56.png"/><Relationship Id="rId119" Type="http://schemas.openxmlformats.org/officeDocument/2006/relationships/customXml" Target="../ink/ink59.xml"/><Relationship Id="rId44" Type="http://schemas.openxmlformats.org/officeDocument/2006/relationships/image" Target="../media/image21.png"/><Relationship Id="rId60" Type="http://schemas.openxmlformats.org/officeDocument/2006/relationships/image" Target="../media/image29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2.png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6.png"/><Relationship Id="rId50" Type="http://schemas.openxmlformats.org/officeDocument/2006/relationships/image" Target="../media/image24.png"/><Relationship Id="rId55" Type="http://schemas.openxmlformats.org/officeDocument/2006/relationships/customXml" Target="../ink/ink27.xml"/><Relationship Id="rId76" Type="http://schemas.openxmlformats.org/officeDocument/2006/relationships/image" Target="../media/image37.png"/><Relationship Id="rId97" Type="http://schemas.openxmlformats.org/officeDocument/2006/relationships/customXml" Target="../ink/ink48.xml"/><Relationship Id="rId104" Type="http://schemas.openxmlformats.org/officeDocument/2006/relationships/image" Target="../media/image51.png"/><Relationship Id="rId120" Type="http://schemas.openxmlformats.org/officeDocument/2006/relationships/image" Target="../media/image59.png"/><Relationship Id="rId125" Type="http://schemas.openxmlformats.org/officeDocument/2006/relationships/customXml" Target="../ink/ink62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29" Type="http://schemas.openxmlformats.org/officeDocument/2006/relationships/customXml" Target="../ink/ink14.xml"/><Relationship Id="rId24" Type="http://schemas.openxmlformats.org/officeDocument/2006/relationships/image" Target="../media/image11.png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66" Type="http://schemas.openxmlformats.org/officeDocument/2006/relationships/image" Target="../media/image32.png"/><Relationship Id="rId87" Type="http://schemas.openxmlformats.org/officeDocument/2006/relationships/customXml" Target="../ink/ink43.xml"/><Relationship Id="rId110" Type="http://schemas.openxmlformats.org/officeDocument/2006/relationships/image" Target="../media/image54.png"/><Relationship Id="rId115" Type="http://schemas.openxmlformats.org/officeDocument/2006/relationships/customXml" Target="../ink/ink57.xml"/><Relationship Id="rId61" Type="http://schemas.openxmlformats.org/officeDocument/2006/relationships/customXml" Target="../ink/ink30.xml"/><Relationship Id="rId82" Type="http://schemas.openxmlformats.org/officeDocument/2006/relationships/image" Target="../media/image40.png"/><Relationship Id="rId19" Type="http://schemas.openxmlformats.org/officeDocument/2006/relationships/customXml" Target="../ink/ink9.xml"/><Relationship Id="rId14" Type="http://schemas.openxmlformats.org/officeDocument/2006/relationships/image" Target="../media/image6.png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56" Type="http://schemas.openxmlformats.org/officeDocument/2006/relationships/image" Target="../media/image27.png"/><Relationship Id="rId77" Type="http://schemas.openxmlformats.org/officeDocument/2006/relationships/customXml" Target="../ink/ink38.xml"/><Relationship Id="rId100" Type="http://schemas.openxmlformats.org/officeDocument/2006/relationships/image" Target="../media/image49.png"/><Relationship Id="rId105" Type="http://schemas.openxmlformats.org/officeDocument/2006/relationships/customXml" Target="../ink/ink52.xml"/><Relationship Id="rId126" Type="http://schemas.openxmlformats.org/officeDocument/2006/relationships/image" Target="../media/image62.png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72" Type="http://schemas.openxmlformats.org/officeDocument/2006/relationships/image" Target="../media/image35.png"/><Relationship Id="rId93" Type="http://schemas.openxmlformats.org/officeDocument/2006/relationships/customXml" Target="../ink/ink46.xml"/><Relationship Id="rId98" Type="http://schemas.openxmlformats.org/officeDocument/2006/relationships/image" Target="../media/image48.png"/><Relationship Id="rId121" Type="http://schemas.openxmlformats.org/officeDocument/2006/relationships/customXml" Target="../ink/ink60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2.png"/><Relationship Id="rId67" Type="http://schemas.openxmlformats.org/officeDocument/2006/relationships/customXml" Target="../ink/ink33.xml"/><Relationship Id="rId116" Type="http://schemas.openxmlformats.org/officeDocument/2006/relationships/image" Target="../media/image57.png"/><Relationship Id="rId20" Type="http://schemas.openxmlformats.org/officeDocument/2006/relationships/image" Target="../media/image9.png"/><Relationship Id="rId41" Type="http://schemas.openxmlformats.org/officeDocument/2006/relationships/customXml" Target="../ink/ink20.xml"/><Relationship Id="rId62" Type="http://schemas.openxmlformats.org/officeDocument/2006/relationships/image" Target="../media/image30.png"/><Relationship Id="rId83" Type="http://schemas.openxmlformats.org/officeDocument/2006/relationships/customXml" Target="../ink/ink41.xml"/><Relationship Id="rId88" Type="http://schemas.openxmlformats.org/officeDocument/2006/relationships/image" Target="../media/image43.png"/><Relationship Id="rId111" Type="http://schemas.openxmlformats.org/officeDocument/2006/relationships/customXml" Target="../ink/ink55.xml"/><Relationship Id="rId15" Type="http://schemas.openxmlformats.org/officeDocument/2006/relationships/customXml" Target="../ink/ink7.xml"/><Relationship Id="rId36" Type="http://schemas.openxmlformats.org/officeDocument/2006/relationships/image" Target="../media/image17.png"/><Relationship Id="rId57" Type="http://schemas.openxmlformats.org/officeDocument/2006/relationships/customXml" Target="../ink/ink28.xml"/><Relationship Id="rId106" Type="http://schemas.openxmlformats.org/officeDocument/2006/relationships/image" Target="../media/image52.png"/><Relationship Id="rId127" Type="http://schemas.openxmlformats.org/officeDocument/2006/relationships/customXml" Target="../ink/ink63.xml"/><Relationship Id="rId10" Type="http://schemas.openxmlformats.org/officeDocument/2006/relationships/image" Target="../media/image4.png"/><Relationship Id="rId31" Type="http://schemas.openxmlformats.org/officeDocument/2006/relationships/customXml" Target="../ink/ink15.xml"/><Relationship Id="rId52" Type="http://schemas.openxmlformats.org/officeDocument/2006/relationships/image" Target="../media/image25.png"/><Relationship Id="rId73" Type="http://schemas.openxmlformats.org/officeDocument/2006/relationships/customXml" Target="../ink/ink36.xml"/><Relationship Id="rId78" Type="http://schemas.openxmlformats.org/officeDocument/2006/relationships/image" Target="../media/image38.png"/><Relationship Id="rId94" Type="http://schemas.openxmlformats.org/officeDocument/2006/relationships/image" Target="../media/image46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0.png"/><Relationship Id="rId4" Type="http://schemas.openxmlformats.org/officeDocument/2006/relationships/image" Target="../media/image1.png"/><Relationship Id="rId9" Type="http://schemas.openxmlformats.org/officeDocument/2006/relationships/customXml" Target="../ink/ink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1.xml"/><Relationship Id="rId21" Type="http://schemas.openxmlformats.org/officeDocument/2006/relationships/customXml" Target="../ink/ink73.xml"/><Relationship Id="rId42" Type="http://schemas.openxmlformats.org/officeDocument/2006/relationships/image" Target="../media/image83.png"/><Relationship Id="rId63" Type="http://schemas.openxmlformats.org/officeDocument/2006/relationships/customXml" Target="../ink/ink94.xml"/><Relationship Id="rId84" Type="http://schemas.openxmlformats.org/officeDocument/2006/relationships/image" Target="../media/image104.png"/><Relationship Id="rId138" Type="http://schemas.openxmlformats.org/officeDocument/2006/relationships/image" Target="../media/image131.png"/><Relationship Id="rId159" Type="http://schemas.openxmlformats.org/officeDocument/2006/relationships/customXml" Target="../ink/ink142.xml"/><Relationship Id="rId107" Type="http://schemas.openxmlformats.org/officeDocument/2006/relationships/customXml" Target="../ink/ink116.xml"/><Relationship Id="rId11" Type="http://schemas.openxmlformats.org/officeDocument/2006/relationships/customXml" Target="../ink/ink68.xml"/><Relationship Id="rId32" Type="http://schemas.openxmlformats.org/officeDocument/2006/relationships/image" Target="../media/image78.png"/><Relationship Id="rId53" Type="http://schemas.openxmlformats.org/officeDocument/2006/relationships/customXml" Target="../ink/ink89.xml"/><Relationship Id="rId74" Type="http://schemas.openxmlformats.org/officeDocument/2006/relationships/image" Target="../media/image99.png"/><Relationship Id="rId128" Type="http://schemas.openxmlformats.org/officeDocument/2006/relationships/image" Target="../media/image126.png"/><Relationship Id="rId149" Type="http://schemas.openxmlformats.org/officeDocument/2006/relationships/customXml" Target="../ink/ink137.xml"/><Relationship Id="rId5" Type="http://schemas.openxmlformats.org/officeDocument/2006/relationships/customXml" Target="../ink/ink65.xml"/><Relationship Id="rId95" Type="http://schemas.openxmlformats.org/officeDocument/2006/relationships/customXml" Target="../ink/ink110.xml"/><Relationship Id="rId160" Type="http://schemas.openxmlformats.org/officeDocument/2006/relationships/image" Target="../media/image142.png"/><Relationship Id="rId22" Type="http://schemas.openxmlformats.org/officeDocument/2006/relationships/image" Target="../media/image73.png"/><Relationship Id="rId43" Type="http://schemas.openxmlformats.org/officeDocument/2006/relationships/customXml" Target="../ink/ink84.xml"/><Relationship Id="rId64" Type="http://schemas.openxmlformats.org/officeDocument/2006/relationships/image" Target="../media/image94.png"/><Relationship Id="rId118" Type="http://schemas.openxmlformats.org/officeDocument/2006/relationships/image" Target="../media/image121.png"/><Relationship Id="rId139" Type="http://schemas.openxmlformats.org/officeDocument/2006/relationships/customXml" Target="../ink/ink132.xml"/><Relationship Id="rId85" Type="http://schemas.openxmlformats.org/officeDocument/2006/relationships/customXml" Target="../ink/ink105.xml"/><Relationship Id="rId150" Type="http://schemas.openxmlformats.org/officeDocument/2006/relationships/image" Target="../media/image137.png"/><Relationship Id="rId12" Type="http://schemas.openxmlformats.org/officeDocument/2006/relationships/image" Target="../media/image68.png"/><Relationship Id="rId17" Type="http://schemas.openxmlformats.org/officeDocument/2006/relationships/customXml" Target="../ink/ink71.xml"/><Relationship Id="rId33" Type="http://schemas.openxmlformats.org/officeDocument/2006/relationships/customXml" Target="../ink/ink79.xml"/><Relationship Id="rId38" Type="http://schemas.openxmlformats.org/officeDocument/2006/relationships/image" Target="../media/image81.png"/><Relationship Id="rId59" Type="http://schemas.openxmlformats.org/officeDocument/2006/relationships/customXml" Target="../ink/ink92.xml"/><Relationship Id="rId103" Type="http://schemas.openxmlformats.org/officeDocument/2006/relationships/customXml" Target="../ink/ink114.xml"/><Relationship Id="rId108" Type="http://schemas.openxmlformats.org/officeDocument/2006/relationships/image" Target="../media/image116.png"/><Relationship Id="rId124" Type="http://schemas.openxmlformats.org/officeDocument/2006/relationships/image" Target="../media/image124.png"/><Relationship Id="rId129" Type="http://schemas.openxmlformats.org/officeDocument/2006/relationships/customXml" Target="../ink/ink127.xml"/><Relationship Id="rId54" Type="http://schemas.openxmlformats.org/officeDocument/2006/relationships/image" Target="../media/image89.png"/><Relationship Id="rId70" Type="http://schemas.openxmlformats.org/officeDocument/2006/relationships/image" Target="../media/image97.png"/><Relationship Id="rId75" Type="http://schemas.openxmlformats.org/officeDocument/2006/relationships/customXml" Target="../ink/ink100.xml"/><Relationship Id="rId91" Type="http://schemas.openxmlformats.org/officeDocument/2006/relationships/customXml" Target="../ink/ink108.xml"/><Relationship Id="rId96" Type="http://schemas.openxmlformats.org/officeDocument/2006/relationships/image" Target="../media/image110.png"/><Relationship Id="rId140" Type="http://schemas.openxmlformats.org/officeDocument/2006/relationships/image" Target="../media/image132.png"/><Relationship Id="rId145" Type="http://schemas.openxmlformats.org/officeDocument/2006/relationships/customXml" Target="../ink/ink135.xml"/><Relationship Id="rId161" Type="http://schemas.openxmlformats.org/officeDocument/2006/relationships/customXml" Target="../ink/ink143.xml"/><Relationship Id="rId166" Type="http://schemas.openxmlformats.org/officeDocument/2006/relationships/image" Target="../media/image14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23" Type="http://schemas.openxmlformats.org/officeDocument/2006/relationships/customXml" Target="../ink/ink74.xml"/><Relationship Id="rId28" Type="http://schemas.openxmlformats.org/officeDocument/2006/relationships/image" Target="../media/image76.png"/><Relationship Id="rId49" Type="http://schemas.openxmlformats.org/officeDocument/2006/relationships/customXml" Target="../ink/ink87.xml"/><Relationship Id="rId114" Type="http://schemas.openxmlformats.org/officeDocument/2006/relationships/image" Target="../media/image119.png"/><Relationship Id="rId119" Type="http://schemas.openxmlformats.org/officeDocument/2006/relationships/customXml" Target="../ink/ink122.xml"/><Relationship Id="rId44" Type="http://schemas.openxmlformats.org/officeDocument/2006/relationships/image" Target="../media/image84.png"/><Relationship Id="rId60" Type="http://schemas.openxmlformats.org/officeDocument/2006/relationships/image" Target="../media/image92.png"/><Relationship Id="rId65" Type="http://schemas.openxmlformats.org/officeDocument/2006/relationships/customXml" Target="../ink/ink95.xml"/><Relationship Id="rId81" Type="http://schemas.openxmlformats.org/officeDocument/2006/relationships/customXml" Target="../ink/ink103.xml"/><Relationship Id="rId86" Type="http://schemas.openxmlformats.org/officeDocument/2006/relationships/image" Target="../media/image105.png"/><Relationship Id="rId130" Type="http://schemas.openxmlformats.org/officeDocument/2006/relationships/image" Target="../media/image127.png"/><Relationship Id="rId135" Type="http://schemas.openxmlformats.org/officeDocument/2006/relationships/customXml" Target="../ink/ink130.xml"/><Relationship Id="rId151" Type="http://schemas.openxmlformats.org/officeDocument/2006/relationships/customXml" Target="../ink/ink138.xml"/><Relationship Id="rId156" Type="http://schemas.openxmlformats.org/officeDocument/2006/relationships/image" Target="../media/image140.png"/><Relationship Id="rId13" Type="http://schemas.openxmlformats.org/officeDocument/2006/relationships/customXml" Target="../ink/ink69.xml"/><Relationship Id="rId18" Type="http://schemas.openxmlformats.org/officeDocument/2006/relationships/image" Target="../media/image71.png"/><Relationship Id="rId39" Type="http://schemas.openxmlformats.org/officeDocument/2006/relationships/customXml" Target="../ink/ink82.xml"/><Relationship Id="rId109" Type="http://schemas.openxmlformats.org/officeDocument/2006/relationships/customXml" Target="../ink/ink117.xml"/><Relationship Id="rId34" Type="http://schemas.openxmlformats.org/officeDocument/2006/relationships/image" Target="../media/image79.png"/><Relationship Id="rId50" Type="http://schemas.openxmlformats.org/officeDocument/2006/relationships/image" Target="../media/image87.png"/><Relationship Id="rId55" Type="http://schemas.openxmlformats.org/officeDocument/2006/relationships/customXml" Target="../ink/ink90.xml"/><Relationship Id="rId76" Type="http://schemas.openxmlformats.org/officeDocument/2006/relationships/image" Target="../media/image100.png"/><Relationship Id="rId97" Type="http://schemas.openxmlformats.org/officeDocument/2006/relationships/customXml" Target="../ink/ink111.xml"/><Relationship Id="rId104" Type="http://schemas.openxmlformats.org/officeDocument/2006/relationships/image" Target="../media/image114.png"/><Relationship Id="rId120" Type="http://schemas.openxmlformats.org/officeDocument/2006/relationships/image" Target="../media/image122.png"/><Relationship Id="rId125" Type="http://schemas.openxmlformats.org/officeDocument/2006/relationships/customXml" Target="../ink/ink125.xml"/><Relationship Id="rId141" Type="http://schemas.openxmlformats.org/officeDocument/2006/relationships/customXml" Target="../ink/ink133.xml"/><Relationship Id="rId146" Type="http://schemas.openxmlformats.org/officeDocument/2006/relationships/image" Target="../media/image135.png"/><Relationship Id="rId7" Type="http://schemas.openxmlformats.org/officeDocument/2006/relationships/customXml" Target="../ink/ink66.xml"/><Relationship Id="rId71" Type="http://schemas.openxmlformats.org/officeDocument/2006/relationships/customXml" Target="../ink/ink98.xml"/><Relationship Id="rId92" Type="http://schemas.openxmlformats.org/officeDocument/2006/relationships/image" Target="../media/image108.png"/><Relationship Id="rId162" Type="http://schemas.openxmlformats.org/officeDocument/2006/relationships/image" Target="../media/image143.png"/><Relationship Id="rId2" Type="http://schemas.openxmlformats.org/officeDocument/2006/relationships/notesSlide" Target="../notesSlides/notesSlide19.xml"/><Relationship Id="rId29" Type="http://schemas.openxmlformats.org/officeDocument/2006/relationships/customXml" Target="../ink/ink77.xml"/><Relationship Id="rId24" Type="http://schemas.openxmlformats.org/officeDocument/2006/relationships/image" Target="../media/image74.png"/><Relationship Id="rId40" Type="http://schemas.openxmlformats.org/officeDocument/2006/relationships/image" Target="../media/image82.png"/><Relationship Id="rId45" Type="http://schemas.openxmlformats.org/officeDocument/2006/relationships/customXml" Target="../ink/ink85.xml"/><Relationship Id="rId66" Type="http://schemas.openxmlformats.org/officeDocument/2006/relationships/image" Target="../media/image95.png"/><Relationship Id="rId87" Type="http://schemas.openxmlformats.org/officeDocument/2006/relationships/customXml" Target="../ink/ink106.xml"/><Relationship Id="rId110" Type="http://schemas.openxmlformats.org/officeDocument/2006/relationships/image" Target="../media/image117.png"/><Relationship Id="rId115" Type="http://schemas.openxmlformats.org/officeDocument/2006/relationships/customXml" Target="../ink/ink120.xml"/><Relationship Id="rId131" Type="http://schemas.openxmlformats.org/officeDocument/2006/relationships/customXml" Target="../ink/ink128.xml"/><Relationship Id="rId136" Type="http://schemas.openxmlformats.org/officeDocument/2006/relationships/image" Target="../media/image130.png"/><Relationship Id="rId157" Type="http://schemas.openxmlformats.org/officeDocument/2006/relationships/customXml" Target="../ink/ink141.xml"/><Relationship Id="rId61" Type="http://schemas.openxmlformats.org/officeDocument/2006/relationships/customXml" Target="../ink/ink93.xml"/><Relationship Id="rId82" Type="http://schemas.openxmlformats.org/officeDocument/2006/relationships/image" Target="../media/image103.png"/><Relationship Id="rId152" Type="http://schemas.openxmlformats.org/officeDocument/2006/relationships/image" Target="../media/image138.png"/><Relationship Id="rId19" Type="http://schemas.openxmlformats.org/officeDocument/2006/relationships/customXml" Target="../ink/ink72.xml"/><Relationship Id="rId14" Type="http://schemas.openxmlformats.org/officeDocument/2006/relationships/image" Target="../media/image69.png"/><Relationship Id="rId30" Type="http://schemas.openxmlformats.org/officeDocument/2006/relationships/image" Target="../media/image77.png"/><Relationship Id="rId35" Type="http://schemas.openxmlformats.org/officeDocument/2006/relationships/customXml" Target="../ink/ink80.xml"/><Relationship Id="rId56" Type="http://schemas.openxmlformats.org/officeDocument/2006/relationships/image" Target="../media/image90.png"/><Relationship Id="rId77" Type="http://schemas.openxmlformats.org/officeDocument/2006/relationships/customXml" Target="../ink/ink101.xml"/><Relationship Id="rId100" Type="http://schemas.openxmlformats.org/officeDocument/2006/relationships/image" Target="../media/image112.png"/><Relationship Id="rId105" Type="http://schemas.openxmlformats.org/officeDocument/2006/relationships/customXml" Target="../ink/ink115.xml"/><Relationship Id="rId126" Type="http://schemas.openxmlformats.org/officeDocument/2006/relationships/image" Target="../media/image125.png"/><Relationship Id="rId147" Type="http://schemas.openxmlformats.org/officeDocument/2006/relationships/customXml" Target="../ink/ink136.xml"/><Relationship Id="rId8" Type="http://schemas.openxmlformats.org/officeDocument/2006/relationships/image" Target="../media/image66.png"/><Relationship Id="rId51" Type="http://schemas.openxmlformats.org/officeDocument/2006/relationships/customXml" Target="../ink/ink88.xml"/><Relationship Id="rId72" Type="http://schemas.openxmlformats.org/officeDocument/2006/relationships/image" Target="../media/image98.png"/><Relationship Id="rId93" Type="http://schemas.openxmlformats.org/officeDocument/2006/relationships/customXml" Target="../ink/ink109.xml"/><Relationship Id="rId98" Type="http://schemas.openxmlformats.org/officeDocument/2006/relationships/image" Target="../media/image111.png"/><Relationship Id="rId121" Type="http://schemas.openxmlformats.org/officeDocument/2006/relationships/customXml" Target="../ink/ink123.xml"/><Relationship Id="rId142" Type="http://schemas.openxmlformats.org/officeDocument/2006/relationships/image" Target="../media/image133.png"/><Relationship Id="rId163" Type="http://schemas.openxmlformats.org/officeDocument/2006/relationships/customXml" Target="../ink/ink144.xml"/><Relationship Id="rId3" Type="http://schemas.openxmlformats.org/officeDocument/2006/relationships/customXml" Target="../ink/ink64.xml"/><Relationship Id="rId25" Type="http://schemas.openxmlformats.org/officeDocument/2006/relationships/customXml" Target="../ink/ink75.xml"/><Relationship Id="rId46" Type="http://schemas.openxmlformats.org/officeDocument/2006/relationships/image" Target="../media/image85.png"/><Relationship Id="rId67" Type="http://schemas.openxmlformats.org/officeDocument/2006/relationships/customXml" Target="../ink/ink96.xml"/><Relationship Id="rId116" Type="http://schemas.openxmlformats.org/officeDocument/2006/relationships/image" Target="../media/image120.png"/><Relationship Id="rId137" Type="http://schemas.openxmlformats.org/officeDocument/2006/relationships/customXml" Target="../ink/ink131.xml"/><Relationship Id="rId158" Type="http://schemas.openxmlformats.org/officeDocument/2006/relationships/image" Target="../media/image141.png"/><Relationship Id="rId20" Type="http://schemas.openxmlformats.org/officeDocument/2006/relationships/image" Target="../media/image72.png"/><Relationship Id="rId41" Type="http://schemas.openxmlformats.org/officeDocument/2006/relationships/customXml" Target="../ink/ink83.xml"/><Relationship Id="rId62" Type="http://schemas.openxmlformats.org/officeDocument/2006/relationships/image" Target="../media/image93.png"/><Relationship Id="rId83" Type="http://schemas.openxmlformats.org/officeDocument/2006/relationships/customXml" Target="../ink/ink104.xml"/><Relationship Id="rId88" Type="http://schemas.openxmlformats.org/officeDocument/2006/relationships/image" Target="../media/image106.png"/><Relationship Id="rId111" Type="http://schemas.openxmlformats.org/officeDocument/2006/relationships/customXml" Target="../ink/ink118.xml"/><Relationship Id="rId132" Type="http://schemas.openxmlformats.org/officeDocument/2006/relationships/image" Target="../media/image128.png"/><Relationship Id="rId153" Type="http://schemas.openxmlformats.org/officeDocument/2006/relationships/customXml" Target="../ink/ink139.xml"/><Relationship Id="rId15" Type="http://schemas.openxmlformats.org/officeDocument/2006/relationships/customXml" Target="../ink/ink70.xml"/><Relationship Id="rId36" Type="http://schemas.openxmlformats.org/officeDocument/2006/relationships/image" Target="../media/image80.png"/><Relationship Id="rId57" Type="http://schemas.openxmlformats.org/officeDocument/2006/relationships/customXml" Target="../ink/ink91.xml"/><Relationship Id="rId106" Type="http://schemas.openxmlformats.org/officeDocument/2006/relationships/image" Target="../media/image115.png"/><Relationship Id="rId127" Type="http://schemas.openxmlformats.org/officeDocument/2006/relationships/customXml" Target="../ink/ink126.xml"/><Relationship Id="rId10" Type="http://schemas.openxmlformats.org/officeDocument/2006/relationships/image" Target="../media/image67.png"/><Relationship Id="rId31" Type="http://schemas.openxmlformats.org/officeDocument/2006/relationships/customXml" Target="../ink/ink78.xml"/><Relationship Id="rId52" Type="http://schemas.openxmlformats.org/officeDocument/2006/relationships/image" Target="../media/image88.png"/><Relationship Id="rId73" Type="http://schemas.openxmlformats.org/officeDocument/2006/relationships/customXml" Target="../ink/ink99.xml"/><Relationship Id="rId78" Type="http://schemas.openxmlformats.org/officeDocument/2006/relationships/image" Target="../media/image101.png"/><Relationship Id="rId94" Type="http://schemas.openxmlformats.org/officeDocument/2006/relationships/image" Target="../media/image109.png"/><Relationship Id="rId99" Type="http://schemas.openxmlformats.org/officeDocument/2006/relationships/customXml" Target="../ink/ink112.xml"/><Relationship Id="rId101" Type="http://schemas.openxmlformats.org/officeDocument/2006/relationships/customXml" Target="../ink/ink113.xml"/><Relationship Id="rId122" Type="http://schemas.openxmlformats.org/officeDocument/2006/relationships/image" Target="../media/image123.png"/><Relationship Id="rId143" Type="http://schemas.openxmlformats.org/officeDocument/2006/relationships/customXml" Target="../ink/ink134.xml"/><Relationship Id="rId148" Type="http://schemas.openxmlformats.org/officeDocument/2006/relationships/image" Target="../media/image136.png"/><Relationship Id="rId164" Type="http://schemas.openxmlformats.org/officeDocument/2006/relationships/image" Target="../media/image144.png"/><Relationship Id="rId4" Type="http://schemas.openxmlformats.org/officeDocument/2006/relationships/image" Target="../media/image64.png"/><Relationship Id="rId9" Type="http://schemas.openxmlformats.org/officeDocument/2006/relationships/customXml" Target="../ink/ink67.xml"/><Relationship Id="rId26" Type="http://schemas.openxmlformats.org/officeDocument/2006/relationships/image" Target="../media/image75.png"/><Relationship Id="rId47" Type="http://schemas.openxmlformats.org/officeDocument/2006/relationships/customXml" Target="../ink/ink86.xml"/><Relationship Id="rId68" Type="http://schemas.openxmlformats.org/officeDocument/2006/relationships/image" Target="../media/image96.png"/><Relationship Id="rId89" Type="http://schemas.openxmlformats.org/officeDocument/2006/relationships/customXml" Target="../ink/ink107.xml"/><Relationship Id="rId112" Type="http://schemas.openxmlformats.org/officeDocument/2006/relationships/image" Target="../media/image118.png"/><Relationship Id="rId133" Type="http://schemas.openxmlformats.org/officeDocument/2006/relationships/customXml" Target="../ink/ink129.xml"/><Relationship Id="rId154" Type="http://schemas.openxmlformats.org/officeDocument/2006/relationships/image" Target="../media/image139.png"/><Relationship Id="rId16" Type="http://schemas.openxmlformats.org/officeDocument/2006/relationships/image" Target="../media/image70.png"/><Relationship Id="rId37" Type="http://schemas.openxmlformats.org/officeDocument/2006/relationships/customXml" Target="../ink/ink81.xml"/><Relationship Id="rId58" Type="http://schemas.openxmlformats.org/officeDocument/2006/relationships/image" Target="../media/image91.png"/><Relationship Id="rId79" Type="http://schemas.openxmlformats.org/officeDocument/2006/relationships/customXml" Target="../ink/ink102.xml"/><Relationship Id="rId102" Type="http://schemas.openxmlformats.org/officeDocument/2006/relationships/image" Target="../media/image113.png"/><Relationship Id="rId123" Type="http://schemas.openxmlformats.org/officeDocument/2006/relationships/customXml" Target="../ink/ink124.xml"/><Relationship Id="rId144" Type="http://schemas.openxmlformats.org/officeDocument/2006/relationships/image" Target="../media/image134.png"/><Relationship Id="rId90" Type="http://schemas.openxmlformats.org/officeDocument/2006/relationships/image" Target="../media/image107.png"/><Relationship Id="rId165" Type="http://schemas.openxmlformats.org/officeDocument/2006/relationships/customXml" Target="../ink/ink145.xml"/><Relationship Id="rId27" Type="http://schemas.openxmlformats.org/officeDocument/2006/relationships/customXml" Target="../ink/ink76.xml"/><Relationship Id="rId48" Type="http://schemas.openxmlformats.org/officeDocument/2006/relationships/image" Target="../media/image86.png"/><Relationship Id="rId69" Type="http://schemas.openxmlformats.org/officeDocument/2006/relationships/customXml" Target="../ink/ink97.xml"/><Relationship Id="rId113" Type="http://schemas.openxmlformats.org/officeDocument/2006/relationships/customXml" Target="../ink/ink119.xml"/><Relationship Id="rId134" Type="http://schemas.openxmlformats.org/officeDocument/2006/relationships/image" Target="../media/image129.png"/><Relationship Id="rId80" Type="http://schemas.openxmlformats.org/officeDocument/2006/relationships/image" Target="../media/image102.png"/><Relationship Id="rId155" Type="http://schemas.openxmlformats.org/officeDocument/2006/relationships/customXml" Target="../ink/ink140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3.xml"/><Relationship Id="rId21" Type="http://schemas.openxmlformats.org/officeDocument/2006/relationships/customXml" Target="../ink/ink155.xml"/><Relationship Id="rId42" Type="http://schemas.openxmlformats.org/officeDocument/2006/relationships/image" Target="../media/image165.png"/><Relationship Id="rId63" Type="http://schemas.openxmlformats.org/officeDocument/2006/relationships/customXml" Target="../ink/ink176.xml"/><Relationship Id="rId84" Type="http://schemas.openxmlformats.org/officeDocument/2006/relationships/image" Target="../media/image185.png"/><Relationship Id="rId138" Type="http://schemas.openxmlformats.org/officeDocument/2006/relationships/image" Target="../media/image212.png"/><Relationship Id="rId159" Type="http://schemas.openxmlformats.org/officeDocument/2006/relationships/customXml" Target="../ink/ink224.xml"/><Relationship Id="rId170" Type="http://schemas.openxmlformats.org/officeDocument/2006/relationships/image" Target="../media/image228.png"/><Relationship Id="rId191" Type="http://schemas.openxmlformats.org/officeDocument/2006/relationships/customXml" Target="../ink/ink240.xml"/><Relationship Id="rId205" Type="http://schemas.openxmlformats.org/officeDocument/2006/relationships/customXml" Target="../ink/ink247.xml"/><Relationship Id="rId107" Type="http://schemas.openxmlformats.org/officeDocument/2006/relationships/customXml" Target="../ink/ink198.xml"/><Relationship Id="rId11" Type="http://schemas.openxmlformats.org/officeDocument/2006/relationships/customXml" Target="../ink/ink150.xml"/><Relationship Id="rId32" Type="http://schemas.openxmlformats.org/officeDocument/2006/relationships/image" Target="../media/image160.png"/><Relationship Id="rId53" Type="http://schemas.openxmlformats.org/officeDocument/2006/relationships/customXml" Target="../ink/ink171.xml"/><Relationship Id="rId74" Type="http://schemas.openxmlformats.org/officeDocument/2006/relationships/image" Target="../media/image181.png"/><Relationship Id="rId128" Type="http://schemas.openxmlformats.org/officeDocument/2006/relationships/image" Target="../media/image207.png"/><Relationship Id="rId149" Type="http://schemas.openxmlformats.org/officeDocument/2006/relationships/customXml" Target="../ink/ink219.xml"/><Relationship Id="rId5" Type="http://schemas.openxmlformats.org/officeDocument/2006/relationships/customXml" Target="../ink/ink147.xml"/><Relationship Id="rId95" Type="http://schemas.openxmlformats.org/officeDocument/2006/relationships/customXml" Target="../ink/ink192.xml"/><Relationship Id="rId160" Type="http://schemas.openxmlformats.org/officeDocument/2006/relationships/image" Target="../media/image223.png"/><Relationship Id="rId181" Type="http://schemas.openxmlformats.org/officeDocument/2006/relationships/customXml" Target="../ink/ink235.xml"/><Relationship Id="rId216" Type="http://schemas.openxmlformats.org/officeDocument/2006/relationships/image" Target="../media/image251.png"/><Relationship Id="rId22" Type="http://schemas.openxmlformats.org/officeDocument/2006/relationships/image" Target="../media/image155.png"/><Relationship Id="rId43" Type="http://schemas.openxmlformats.org/officeDocument/2006/relationships/customXml" Target="../ink/ink166.xml"/><Relationship Id="rId64" Type="http://schemas.openxmlformats.org/officeDocument/2006/relationships/image" Target="../media/image176.png"/><Relationship Id="rId118" Type="http://schemas.openxmlformats.org/officeDocument/2006/relationships/image" Target="../media/image202.png"/><Relationship Id="rId139" Type="http://schemas.openxmlformats.org/officeDocument/2006/relationships/customXml" Target="../ink/ink214.xml"/><Relationship Id="rId85" Type="http://schemas.openxmlformats.org/officeDocument/2006/relationships/customXml" Target="../ink/ink187.xml"/><Relationship Id="rId150" Type="http://schemas.openxmlformats.org/officeDocument/2006/relationships/image" Target="../media/image218.png"/><Relationship Id="rId171" Type="http://schemas.openxmlformats.org/officeDocument/2006/relationships/customXml" Target="../ink/ink230.xml"/><Relationship Id="rId192" Type="http://schemas.openxmlformats.org/officeDocument/2006/relationships/image" Target="../media/image239.png"/><Relationship Id="rId206" Type="http://schemas.openxmlformats.org/officeDocument/2006/relationships/image" Target="../media/image246.png"/><Relationship Id="rId12" Type="http://schemas.openxmlformats.org/officeDocument/2006/relationships/image" Target="../media/image150.png"/><Relationship Id="rId33" Type="http://schemas.openxmlformats.org/officeDocument/2006/relationships/customXml" Target="../ink/ink161.xml"/><Relationship Id="rId108" Type="http://schemas.openxmlformats.org/officeDocument/2006/relationships/image" Target="../media/image197.png"/><Relationship Id="rId129" Type="http://schemas.openxmlformats.org/officeDocument/2006/relationships/customXml" Target="../ink/ink209.xml"/><Relationship Id="rId54" Type="http://schemas.openxmlformats.org/officeDocument/2006/relationships/image" Target="../media/image171.png"/><Relationship Id="rId75" Type="http://schemas.openxmlformats.org/officeDocument/2006/relationships/customXml" Target="../ink/ink182.xml"/><Relationship Id="rId96" Type="http://schemas.openxmlformats.org/officeDocument/2006/relationships/image" Target="../media/image191.png"/><Relationship Id="rId140" Type="http://schemas.openxmlformats.org/officeDocument/2006/relationships/image" Target="../media/image213.png"/><Relationship Id="rId161" Type="http://schemas.openxmlformats.org/officeDocument/2006/relationships/customXml" Target="../ink/ink225.xml"/><Relationship Id="rId182" Type="http://schemas.openxmlformats.org/officeDocument/2006/relationships/image" Target="../media/image234.png"/><Relationship Id="rId217" Type="http://schemas.openxmlformats.org/officeDocument/2006/relationships/customXml" Target="../ink/ink253.xml"/><Relationship Id="rId6" Type="http://schemas.openxmlformats.org/officeDocument/2006/relationships/image" Target="../media/image147.png"/><Relationship Id="rId23" Type="http://schemas.openxmlformats.org/officeDocument/2006/relationships/customXml" Target="../ink/ink156.xml"/><Relationship Id="rId119" Type="http://schemas.openxmlformats.org/officeDocument/2006/relationships/customXml" Target="../ink/ink204.xml"/><Relationship Id="rId44" Type="http://schemas.openxmlformats.org/officeDocument/2006/relationships/image" Target="../media/image166.png"/><Relationship Id="rId65" Type="http://schemas.openxmlformats.org/officeDocument/2006/relationships/customXml" Target="../ink/ink177.xml"/><Relationship Id="rId86" Type="http://schemas.openxmlformats.org/officeDocument/2006/relationships/image" Target="../media/image186.png"/><Relationship Id="rId130" Type="http://schemas.openxmlformats.org/officeDocument/2006/relationships/image" Target="../media/image208.png"/><Relationship Id="rId151" Type="http://schemas.openxmlformats.org/officeDocument/2006/relationships/customXml" Target="../ink/ink220.xml"/><Relationship Id="rId172" Type="http://schemas.openxmlformats.org/officeDocument/2006/relationships/image" Target="../media/image229.png"/><Relationship Id="rId193" Type="http://schemas.openxmlformats.org/officeDocument/2006/relationships/customXml" Target="../ink/ink241.xml"/><Relationship Id="rId207" Type="http://schemas.openxmlformats.org/officeDocument/2006/relationships/customXml" Target="../ink/ink248.xml"/><Relationship Id="rId13" Type="http://schemas.openxmlformats.org/officeDocument/2006/relationships/customXml" Target="../ink/ink151.xml"/><Relationship Id="rId109" Type="http://schemas.openxmlformats.org/officeDocument/2006/relationships/customXml" Target="../ink/ink199.xml"/><Relationship Id="rId34" Type="http://schemas.openxmlformats.org/officeDocument/2006/relationships/image" Target="../media/image161.png"/><Relationship Id="rId55" Type="http://schemas.openxmlformats.org/officeDocument/2006/relationships/customXml" Target="../ink/ink172.xml"/><Relationship Id="rId76" Type="http://schemas.openxmlformats.org/officeDocument/2006/relationships/image" Target="../media/image182.png"/><Relationship Id="rId97" Type="http://schemas.openxmlformats.org/officeDocument/2006/relationships/customXml" Target="../ink/ink193.xml"/><Relationship Id="rId120" Type="http://schemas.openxmlformats.org/officeDocument/2006/relationships/image" Target="../media/image203.png"/><Relationship Id="rId141" Type="http://schemas.openxmlformats.org/officeDocument/2006/relationships/customXml" Target="../ink/ink215.xml"/><Relationship Id="rId7" Type="http://schemas.openxmlformats.org/officeDocument/2006/relationships/customXml" Target="../ink/ink148.xml"/><Relationship Id="rId162" Type="http://schemas.openxmlformats.org/officeDocument/2006/relationships/image" Target="../media/image224.png"/><Relationship Id="rId183" Type="http://schemas.openxmlformats.org/officeDocument/2006/relationships/customXml" Target="../ink/ink236.xml"/><Relationship Id="rId218" Type="http://schemas.openxmlformats.org/officeDocument/2006/relationships/image" Target="../media/image252.png"/><Relationship Id="rId24" Type="http://schemas.openxmlformats.org/officeDocument/2006/relationships/image" Target="../media/image156.png"/><Relationship Id="rId45" Type="http://schemas.openxmlformats.org/officeDocument/2006/relationships/customXml" Target="../ink/ink167.xml"/><Relationship Id="rId66" Type="http://schemas.openxmlformats.org/officeDocument/2006/relationships/image" Target="../media/image177.png"/><Relationship Id="rId87" Type="http://schemas.openxmlformats.org/officeDocument/2006/relationships/customXml" Target="../ink/ink188.xml"/><Relationship Id="rId110" Type="http://schemas.openxmlformats.org/officeDocument/2006/relationships/image" Target="../media/image198.png"/><Relationship Id="rId131" Type="http://schemas.openxmlformats.org/officeDocument/2006/relationships/customXml" Target="../ink/ink210.xml"/><Relationship Id="rId152" Type="http://schemas.openxmlformats.org/officeDocument/2006/relationships/image" Target="../media/image219.png"/><Relationship Id="rId173" Type="http://schemas.openxmlformats.org/officeDocument/2006/relationships/customXml" Target="../ink/ink231.xml"/><Relationship Id="rId194" Type="http://schemas.openxmlformats.org/officeDocument/2006/relationships/image" Target="../media/image240.png"/><Relationship Id="rId208" Type="http://schemas.openxmlformats.org/officeDocument/2006/relationships/image" Target="../media/image247.png"/><Relationship Id="rId14" Type="http://schemas.openxmlformats.org/officeDocument/2006/relationships/image" Target="../media/image151.png"/><Relationship Id="rId30" Type="http://schemas.openxmlformats.org/officeDocument/2006/relationships/image" Target="../media/image159.png"/><Relationship Id="rId35" Type="http://schemas.openxmlformats.org/officeDocument/2006/relationships/customXml" Target="../ink/ink162.xml"/><Relationship Id="rId56" Type="http://schemas.openxmlformats.org/officeDocument/2006/relationships/image" Target="../media/image172.png"/><Relationship Id="rId77" Type="http://schemas.openxmlformats.org/officeDocument/2006/relationships/customXml" Target="../ink/ink183.xml"/><Relationship Id="rId100" Type="http://schemas.openxmlformats.org/officeDocument/2006/relationships/image" Target="../media/image193.png"/><Relationship Id="rId105" Type="http://schemas.openxmlformats.org/officeDocument/2006/relationships/customXml" Target="../ink/ink197.xml"/><Relationship Id="rId126" Type="http://schemas.openxmlformats.org/officeDocument/2006/relationships/image" Target="../media/image206.png"/><Relationship Id="rId147" Type="http://schemas.openxmlformats.org/officeDocument/2006/relationships/customXml" Target="../ink/ink218.xml"/><Relationship Id="rId168" Type="http://schemas.openxmlformats.org/officeDocument/2006/relationships/image" Target="../media/image227.png"/><Relationship Id="rId8" Type="http://schemas.openxmlformats.org/officeDocument/2006/relationships/image" Target="../media/image148.png"/><Relationship Id="rId51" Type="http://schemas.openxmlformats.org/officeDocument/2006/relationships/customXml" Target="../ink/ink170.xml"/><Relationship Id="rId72" Type="http://schemas.openxmlformats.org/officeDocument/2006/relationships/image" Target="../media/image180.png"/><Relationship Id="rId93" Type="http://schemas.openxmlformats.org/officeDocument/2006/relationships/customXml" Target="../ink/ink191.xml"/><Relationship Id="rId98" Type="http://schemas.openxmlformats.org/officeDocument/2006/relationships/image" Target="../media/image192.png"/><Relationship Id="rId121" Type="http://schemas.openxmlformats.org/officeDocument/2006/relationships/customXml" Target="../ink/ink205.xml"/><Relationship Id="rId142" Type="http://schemas.openxmlformats.org/officeDocument/2006/relationships/image" Target="../media/image214.png"/><Relationship Id="rId163" Type="http://schemas.openxmlformats.org/officeDocument/2006/relationships/customXml" Target="../ink/ink226.xml"/><Relationship Id="rId184" Type="http://schemas.openxmlformats.org/officeDocument/2006/relationships/image" Target="../media/image235.png"/><Relationship Id="rId189" Type="http://schemas.openxmlformats.org/officeDocument/2006/relationships/customXml" Target="../ink/ink239.xml"/><Relationship Id="rId3" Type="http://schemas.openxmlformats.org/officeDocument/2006/relationships/customXml" Target="../ink/ink146.xml"/><Relationship Id="rId214" Type="http://schemas.openxmlformats.org/officeDocument/2006/relationships/image" Target="../media/image250.png"/><Relationship Id="rId25" Type="http://schemas.openxmlformats.org/officeDocument/2006/relationships/customXml" Target="../ink/ink157.xml"/><Relationship Id="rId46" Type="http://schemas.openxmlformats.org/officeDocument/2006/relationships/image" Target="../media/image167.png"/><Relationship Id="rId67" Type="http://schemas.openxmlformats.org/officeDocument/2006/relationships/customXml" Target="../ink/ink178.xml"/><Relationship Id="rId116" Type="http://schemas.openxmlformats.org/officeDocument/2006/relationships/image" Target="../media/image201.png"/><Relationship Id="rId137" Type="http://schemas.openxmlformats.org/officeDocument/2006/relationships/customXml" Target="../ink/ink213.xml"/><Relationship Id="rId158" Type="http://schemas.openxmlformats.org/officeDocument/2006/relationships/image" Target="../media/image222.png"/><Relationship Id="rId20" Type="http://schemas.openxmlformats.org/officeDocument/2006/relationships/image" Target="../media/image154.png"/><Relationship Id="rId41" Type="http://schemas.openxmlformats.org/officeDocument/2006/relationships/customXml" Target="../ink/ink165.xml"/><Relationship Id="rId62" Type="http://schemas.openxmlformats.org/officeDocument/2006/relationships/image" Target="../media/image175.png"/><Relationship Id="rId83" Type="http://schemas.openxmlformats.org/officeDocument/2006/relationships/customXml" Target="../ink/ink186.xml"/><Relationship Id="rId88" Type="http://schemas.openxmlformats.org/officeDocument/2006/relationships/image" Target="../media/image187.png"/><Relationship Id="rId111" Type="http://schemas.openxmlformats.org/officeDocument/2006/relationships/customXml" Target="../ink/ink200.xml"/><Relationship Id="rId132" Type="http://schemas.openxmlformats.org/officeDocument/2006/relationships/image" Target="../media/image209.png"/><Relationship Id="rId153" Type="http://schemas.openxmlformats.org/officeDocument/2006/relationships/customXml" Target="../ink/ink221.xml"/><Relationship Id="rId174" Type="http://schemas.openxmlformats.org/officeDocument/2006/relationships/image" Target="../media/image230.png"/><Relationship Id="rId179" Type="http://schemas.openxmlformats.org/officeDocument/2006/relationships/customXml" Target="../ink/ink234.xml"/><Relationship Id="rId195" Type="http://schemas.openxmlformats.org/officeDocument/2006/relationships/customXml" Target="../ink/ink242.xml"/><Relationship Id="rId209" Type="http://schemas.openxmlformats.org/officeDocument/2006/relationships/customXml" Target="../ink/ink249.xml"/><Relationship Id="rId190" Type="http://schemas.openxmlformats.org/officeDocument/2006/relationships/image" Target="../media/image238.png"/><Relationship Id="rId204" Type="http://schemas.openxmlformats.org/officeDocument/2006/relationships/image" Target="../media/image245.png"/><Relationship Id="rId15" Type="http://schemas.openxmlformats.org/officeDocument/2006/relationships/customXml" Target="../ink/ink152.xml"/><Relationship Id="rId36" Type="http://schemas.openxmlformats.org/officeDocument/2006/relationships/image" Target="../media/image162.png"/><Relationship Id="rId57" Type="http://schemas.openxmlformats.org/officeDocument/2006/relationships/customXml" Target="../ink/ink173.xml"/><Relationship Id="rId106" Type="http://schemas.openxmlformats.org/officeDocument/2006/relationships/image" Target="../media/image196.png"/><Relationship Id="rId127" Type="http://schemas.openxmlformats.org/officeDocument/2006/relationships/customXml" Target="../ink/ink208.xml"/><Relationship Id="rId10" Type="http://schemas.openxmlformats.org/officeDocument/2006/relationships/image" Target="../media/image149.png"/><Relationship Id="rId31" Type="http://schemas.openxmlformats.org/officeDocument/2006/relationships/customXml" Target="../ink/ink160.xml"/><Relationship Id="rId52" Type="http://schemas.openxmlformats.org/officeDocument/2006/relationships/image" Target="../media/image170.png"/><Relationship Id="rId73" Type="http://schemas.openxmlformats.org/officeDocument/2006/relationships/customXml" Target="../ink/ink181.xml"/><Relationship Id="rId78" Type="http://schemas.openxmlformats.org/officeDocument/2006/relationships/image" Target="../media/image105.png"/><Relationship Id="rId94" Type="http://schemas.openxmlformats.org/officeDocument/2006/relationships/image" Target="../media/image190.png"/><Relationship Id="rId99" Type="http://schemas.openxmlformats.org/officeDocument/2006/relationships/customXml" Target="../ink/ink194.xml"/><Relationship Id="rId101" Type="http://schemas.openxmlformats.org/officeDocument/2006/relationships/customXml" Target="../ink/ink195.xml"/><Relationship Id="rId122" Type="http://schemas.openxmlformats.org/officeDocument/2006/relationships/image" Target="../media/image204.png"/><Relationship Id="rId143" Type="http://schemas.openxmlformats.org/officeDocument/2006/relationships/customXml" Target="../ink/ink216.xml"/><Relationship Id="rId148" Type="http://schemas.openxmlformats.org/officeDocument/2006/relationships/image" Target="../media/image217.png"/><Relationship Id="rId164" Type="http://schemas.openxmlformats.org/officeDocument/2006/relationships/image" Target="../media/image225.png"/><Relationship Id="rId169" Type="http://schemas.openxmlformats.org/officeDocument/2006/relationships/customXml" Target="../ink/ink229.xml"/><Relationship Id="rId185" Type="http://schemas.openxmlformats.org/officeDocument/2006/relationships/customXml" Target="../ink/ink237.xml"/><Relationship Id="rId4" Type="http://schemas.openxmlformats.org/officeDocument/2006/relationships/image" Target="../media/image146.png"/><Relationship Id="rId9" Type="http://schemas.openxmlformats.org/officeDocument/2006/relationships/customXml" Target="../ink/ink149.xml"/><Relationship Id="rId180" Type="http://schemas.openxmlformats.org/officeDocument/2006/relationships/image" Target="../media/image233.png"/><Relationship Id="rId210" Type="http://schemas.openxmlformats.org/officeDocument/2006/relationships/image" Target="../media/image248.png"/><Relationship Id="rId215" Type="http://schemas.openxmlformats.org/officeDocument/2006/relationships/customXml" Target="../ink/ink252.xml"/><Relationship Id="rId26" Type="http://schemas.openxmlformats.org/officeDocument/2006/relationships/image" Target="../media/image157.png"/><Relationship Id="rId47" Type="http://schemas.openxmlformats.org/officeDocument/2006/relationships/customXml" Target="../ink/ink168.xml"/><Relationship Id="rId68" Type="http://schemas.openxmlformats.org/officeDocument/2006/relationships/image" Target="../media/image178.png"/><Relationship Id="rId89" Type="http://schemas.openxmlformats.org/officeDocument/2006/relationships/customXml" Target="../ink/ink189.xml"/><Relationship Id="rId112" Type="http://schemas.openxmlformats.org/officeDocument/2006/relationships/image" Target="../media/image199.png"/><Relationship Id="rId133" Type="http://schemas.openxmlformats.org/officeDocument/2006/relationships/customXml" Target="../ink/ink211.xml"/><Relationship Id="rId154" Type="http://schemas.openxmlformats.org/officeDocument/2006/relationships/image" Target="../media/image220.png"/><Relationship Id="rId175" Type="http://schemas.openxmlformats.org/officeDocument/2006/relationships/customXml" Target="../ink/ink232.xml"/><Relationship Id="rId196" Type="http://schemas.openxmlformats.org/officeDocument/2006/relationships/image" Target="../media/image241.png"/><Relationship Id="rId200" Type="http://schemas.openxmlformats.org/officeDocument/2006/relationships/image" Target="../media/image243.png"/><Relationship Id="rId16" Type="http://schemas.openxmlformats.org/officeDocument/2006/relationships/image" Target="../media/image152.png"/><Relationship Id="rId37" Type="http://schemas.openxmlformats.org/officeDocument/2006/relationships/customXml" Target="../ink/ink163.xml"/><Relationship Id="rId58" Type="http://schemas.openxmlformats.org/officeDocument/2006/relationships/image" Target="../media/image173.png"/><Relationship Id="rId79" Type="http://schemas.openxmlformats.org/officeDocument/2006/relationships/customXml" Target="../ink/ink184.xml"/><Relationship Id="rId102" Type="http://schemas.openxmlformats.org/officeDocument/2006/relationships/image" Target="../media/image194.png"/><Relationship Id="rId123" Type="http://schemas.openxmlformats.org/officeDocument/2006/relationships/customXml" Target="../ink/ink206.xml"/><Relationship Id="rId144" Type="http://schemas.openxmlformats.org/officeDocument/2006/relationships/image" Target="../media/image215.png"/><Relationship Id="rId90" Type="http://schemas.openxmlformats.org/officeDocument/2006/relationships/image" Target="../media/image188.png"/><Relationship Id="rId165" Type="http://schemas.openxmlformats.org/officeDocument/2006/relationships/customXml" Target="../ink/ink227.xml"/><Relationship Id="rId186" Type="http://schemas.openxmlformats.org/officeDocument/2006/relationships/image" Target="../media/image236.png"/><Relationship Id="rId211" Type="http://schemas.openxmlformats.org/officeDocument/2006/relationships/customXml" Target="../ink/ink250.xml"/><Relationship Id="rId27" Type="http://schemas.openxmlformats.org/officeDocument/2006/relationships/customXml" Target="../ink/ink158.xml"/><Relationship Id="rId48" Type="http://schemas.openxmlformats.org/officeDocument/2006/relationships/image" Target="../media/image168.png"/><Relationship Id="rId69" Type="http://schemas.openxmlformats.org/officeDocument/2006/relationships/customXml" Target="../ink/ink179.xml"/><Relationship Id="rId113" Type="http://schemas.openxmlformats.org/officeDocument/2006/relationships/customXml" Target="../ink/ink201.xml"/><Relationship Id="rId134" Type="http://schemas.openxmlformats.org/officeDocument/2006/relationships/image" Target="../media/image210.png"/><Relationship Id="rId80" Type="http://schemas.openxmlformats.org/officeDocument/2006/relationships/image" Target="../media/image183.png"/><Relationship Id="rId155" Type="http://schemas.openxmlformats.org/officeDocument/2006/relationships/customXml" Target="../ink/ink222.xml"/><Relationship Id="rId176" Type="http://schemas.openxmlformats.org/officeDocument/2006/relationships/image" Target="../media/image231.png"/><Relationship Id="rId197" Type="http://schemas.openxmlformats.org/officeDocument/2006/relationships/customXml" Target="../ink/ink243.xml"/><Relationship Id="rId201" Type="http://schemas.openxmlformats.org/officeDocument/2006/relationships/customXml" Target="../ink/ink245.xml"/><Relationship Id="rId17" Type="http://schemas.openxmlformats.org/officeDocument/2006/relationships/customXml" Target="../ink/ink153.xml"/><Relationship Id="rId38" Type="http://schemas.openxmlformats.org/officeDocument/2006/relationships/image" Target="../media/image163.png"/><Relationship Id="rId59" Type="http://schemas.openxmlformats.org/officeDocument/2006/relationships/customXml" Target="../ink/ink174.xml"/><Relationship Id="rId103" Type="http://schemas.openxmlformats.org/officeDocument/2006/relationships/customXml" Target="../ink/ink196.xml"/><Relationship Id="rId124" Type="http://schemas.openxmlformats.org/officeDocument/2006/relationships/image" Target="../media/image205.png"/><Relationship Id="rId70" Type="http://schemas.openxmlformats.org/officeDocument/2006/relationships/image" Target="../media/image179.png"/><Relationship Id="rId91" Type="http://schemas.openxmlformats.org/officeDocument/2006/relationships/customXml" Target="../ink/ink190.xml"/><Relationship Id="rId145" Type="http://schemas.openxmlformats.org/officeDocument/2006/relationships/customXml" Target="../ink/ink217.xml"/><Relationship Id="rId166" Type="http://schemas.openxmlformats.org/officeDocument/2006/relationships/image" Target="../media/image226.png"/><Relationship Id="rId187" Type="http://schemas.openxmlformats.org/officeDocument/2006/relationships/customXml" Target="../ink/ink238.xml"/><Relationship Id="rId1" Type="http://schemas.openxmlformats.org/officeDocument/2006/relationships/slideLayout" Target="../slideLayouts/slideLayout3.xml"/><Relationship Id="rId212" Type="http://schemas.openxmlformats.org/officeDocument/2006/relationships/image" Target="../media/image249.png"/><Relationship Id="rId28" Type="http://schemas.openxmlformats.org/officeDocument/2006/relationships/image" Target="../media/image158.png"/><Relationship Id="rId49" Type="http://schemas.openxmlformats.org/officeDocument/2006/relationships/customXml" Target="../ink/ink169.xml"/><Relationship Id="rId114" Type="http://schemas.openxmlformats.org/officeDocument/2006/relationships/image" Target="../media/image200.png"/><Relationship Id="rId60" Type="http://schemas.openxmlformats.org/officeDocument/2006/relationships/image" Target="../media/image174.png"/><Relationship Id="rId81" Type="http://schemas.openxmlformats.org/officeDocument/2006/relationships/customXml" Target="../ink/ink185.xml"/><Relationship Id="rId135" Type="http://schemas.openxmlformats.org/officeDocument/2006/relationships/customXml" Target="../ink/ink212.xml"/><Relationship Id="rId156" Type="http://schemas.openxmlformats.org/officeDocument/2006/relationships/image" Target="../media/image221.png"/><Relationship Id="rId177" Type="http://schemas.openxmlformats.org/officeDocument/2006/relationships/customXml" Target="../ink/ink233.xml"/><Relationship Id="rId198" Type="http://schemas.openxmlformats.org/officeDocument/2006/relationships/image" Target="../media/image242.png"/><Relationship Id="rId202" Type="http://schemas.openxmlformats.org/officeDocument/2006/relationships/image" Target="../media/image244.png"/><Relationship Id="rId18" Type="http://schemas.openxmlformats.org/officeDocument/2006/relationships/image" Target="../media/image153.png"/><Relationship Id="rId39" Type="http://schemas.openxmlformats.org/officeDocument/2006/relationships/customXml" Target="../ink/ink164.xml"/><Relationship Id="rId50" Type="http://schemas.openxmlformats.org/officeDocument/2006/relationships/image" Target="../media/image169.png"/><Relationship Id="rId104" Type="http://schemas.openxmlformats.org/officeDocument/2006/relationships/image" Target="../media/image195.png"/><Relationship Id="rId125" Type="http://schemas.openxmlformats.org/officeDocument/2006/relationships/customXml" Target="../ink/ink207.xml"/><Relationship Id="rId146" Type="http://schemas.openxmlformats.org/officeDocument/2006/relationships/image" Target="../media/image216.png"/><Relationship Id="rId167" Type="http://schemas.openxmlformats.org/officeDocument/2006/relationships/customXml" Target="../ink/ink228.xml"/><Relationship Id="rId188" Type="http://schemas.openxmlformats.org/officeDocument/2006/relationships/image" Target="../media/image237.png"/><Relationship Id="rId71" Type="http://schemas.openxmlformats.org/officeDocument/2006/relationships/customXml" Target="../ink/ink180.xml"/><Relationship Id="rId92" Type="http://schemas.openxmlformats.org/officeDocument/2006/relationships/image" Target="../media/image189.png"/><Relationship Id="rId213" Type="http://schemas.openxmlformats.org/officeDocument/2006/relationships/customXml" Target="../ink/ink251.xml"/><Relationship Id="rId2" Type="http://schemas.openxmlformats.org/officeDocument/2006/relationships/notesSlide" Target="../notesSlides/notesSlide20.xml"/><Relationship Id="rId29" Type="http://schemas.openxmlformats.org/officeDocument/2006/relationships/customXml" Target="../ink/ink159.xml"/><Relationship Id="rId40" Type="http://schemas.openxmlformats.org/officeDocument/2006/relationships/image" Target="../media/image164.png"/><Relationship Id="rId115" Type="http://schemas.openxmlformats.org/officeDocument/2006/relationships/customXml" Target="../ink/ink202.xml"/><Relationship Id="rId136" Type="http://schemas.openxmlformats.org/officeDocument/2006/relationships/image" Target="../media/image211.png"/><Relationship Id="rId157" Type="http://schemas.openxmlformats.org/officeDocument/2006/relationships/customXml" Target="../ink/ink223.xml"/><Relationship Id="rId178" Type="http://schemas.openxmlformats.org/officeDocument/2006/relationships/image" Target="../media/image232.png"/><Relationship Id="rId61" Type="http://schemas.openxmlformats.org/officeDocument/2006/relationships/customXml" Target="../ink/ink175.xml"/><Relationship Id="rId82" Type="http://schemas.openxmlformats.org/officeDocument/2006/relationships/image" Target="../media/image184.png"/><Relationship Id="rId199" Type="http://schemas.openxmlformats.org/officeDocument/2006/relationships/customXml" Target="../ink/ink244.xml"/><Relationship Id="rId203" Type="http://schemas.openxmlformats.org/officeDocument/2006/relationships/customXml" Target="../ink/ink246.xml"/><Relationship Id="rId19" Type="http://schemas.openxmlformats.org/officeDocument/2006/relationships/customXml" Target="../ink/ink154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11.xml"/><Relationship Id="rId21" Type="http://schemas.openxmlformats.org/officeDocument/2006/relationships/customXml" Target="../ink/ink263.xml"/><Relationship Id="rId42" Type="http://schemas.openxmlformats.org/officeDocument/2006/relationships/image" Target="../media/image272.png"/><Relationship Id="rId63" Type="http://schemas.openxmlformats.org/officeDocument/2006/relationships/customXml" Target="../ink/ink284.xml"/><Relationship Id="rId84" Type="http://schemas.openxmlformats.org/officeDocument/2006/relationships/image" Target="../media/image293.png"/><Relationship Id="rId138" Type="http://schemas.openxmlformats.org/officeDocument/2006/relationships/image" Target="../media/image320.png"/><Relationship Id="rId159" Type="http://schemas.openxmlformats.org/officeDocument/2006/relationships/customXml" Target="../ink/ink332.xml"/><Relationship Id="rId170" Type="http://schemas.openxmlformats.org/officeDocument/2006/relationships/image" Target="../media/image336.png"/><Relationship Id="rId107" Type="http://schemas.openxmlformats.org/officeDocument/2006/relationships/customXml" Target="../ink/ink306.xml"/><Relationship Id="rId11" Type="http://schemas.openxmlformats.org/officeDocument/2006/relationships/customXml" Target="../ink/ink258.xml"/><Relationship Id="rId32" Type="http://schemas.openxmlformats.org/officeDocument/2006/relationships/image" Target="../media/image267.png"/><Relationship Id="rId53" Type="http://schemas.openxmlformats.org/officeDocument/2006/relationships/customXml" Target="../ink/ink279.xml"/><Relationship Id="rId74" Type="http://schemas.openxmlformats.org/officeDocument/2006/relationships/image" Target="../media/image288.png"/><Relationship Id="rId128" Type="http://schemas.openxmlformats.org/officeDocument/2006/relationships/image" Target="../media/image315.png"/><Relationship Id="rId149" Type="http://schemas.openxmlformats.org/officeDocument/2006/relationships/customXml" Target="../ink/ink327.xml"/><Relationship Id="rId5" Type="http://schemas.openxmlformats.org/officeDocument/2006/relationships/customXml" Target="../ink/ink255.xml"/><Relationship Id="rId95" Type="http://schemas.openxmlformats.org/officeDocument/2006/relationships/customXml" Target="../ink/ink300.xml"/><Relationship Id="rId160" Type="http://schemas.openxmlformats.org/officeDocument/2006/relationships/image" Target="../media/image331.png"/><Relationship Id="rId22" Type="http://schemas.openxmlformats.org/officeDocument/2006/relationships/image" Target="../media/image262.png"/><Relationship Id="rId43" Type="http://schemas.openxmlformats.org/officeDocument/2006/relationships/customXml" Target="../ink/ink274.xml"/><Relationship Id="rId64" Type="http://schemas.openxmlformats.org/officeDocument/2006/relationships/image" Target="../media/image283.png"/><Relationship Id="rId118" Type="http://schemas.openxmlformats.org/officeDocument/2006/relationships/image" Target="../media/image310.png"/><Relationship Id="rId139" Type="http://schemas.openxmlformats.org/officeDocument/2006/relationships/customXml" Target="../ink/ink322.xml"/><Relationship Id="rId85" Type="http://schemas.openxmlformats.org/officeDocument/2006/relationships/customXml" Target="../ink/ink295.xml"/><Relationship Id="rId150" Type="http://schemas.openxmlformats.org/officeDocument/2006/relationships/image" Target="../media/image326.png"/><Relationship Id="rId12" Type="http://schemas.openxmlformats.org/officeDocument/2006/relationships/image" Target="../media/image257.png"/><Relationship Id="rId33" Type="http://schemas.openxmlformats.org/officeDocument/2006/relationships/customXml" Target="../ink/ink269.xml"/><Relationship Id="rId108" Type="http://schemas.openxmlformats.org/officeDocument/2006/relationships/image" Target="../media/image305.png"/><Relationship Id="rId129" Type="http://schemas.openxmlformats.org/officeDocument/2006/relationships/customXml" Target="../ink/ink317.xml"/><Relationship Id="rId54" Type="http://schemas.openxmlformats.org/officeDocument/2006/relationships/image" Target="../media/image278.png"/><Relationship Id="rId70" Type="http://schemas.openxmlformats.org/officeDocument/2006/relationships/image" Target="../media/image286.png"/><Relationship Id="rId75" Type="http://schemas.openxmlformats.org/officeDocument/2006/relationships/customXml" Target="../ink/ink290.xml"/><Relationship Id="rId91" Type="http://schemas.openxmlformats.org/officeDocument/2006/relationships/customXml" Target="../ink/ink298.xml"/><Relationship Id="rId96" Type="http://schemas.openxmlformats.org/officeDocument/2006/relationships/image" Target="../media/image299.png"/><Relationship Id="rId140" Type="http://schemas.openxmlformats.org/officeDocument/2006/relationships/image" Target="../media/image321.png"/><Relationship Id="rId145" Type="http://schemas.openxmlformats.org/officeDocument/2006/relationships/customXml" Target="../ink/ink325.xml"/><Relationship Id="rId161" Type="http://schemas.openxmlformats.org/officeDocument/2006/relationships/customXml" Target="../ink/ink333.xml"/><Relationship Id="rId166" Type="http://schemas.openxmlformats.org/officeDocument/2006/relationships/image" Target="../media/image3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4.png"/><Relationship Id="rId23" Type="http://schemas.openxmlformats.org/officeDocument/2006/relationships/customXml" Target="../ink/ink264.xml"/><Relationship Id="rId28" Type="http://schemas.openxmlformats.org/officeDocument/2006/relationships/image" Target="../media/image265.png"/><Relationship Id="rId49" Type="http://schemas.openxmlformats.org/officeDocument/2006/relationships/customXml" Target="../ink/ink277.xml"/><Relationship Id="rId114" Type="http://schemas.openxmlformats.org/officeDocument/2006/relationships/image" Target="../media/image308.png"/><Relationship Id="rId119" Type="http://schemas.openxmlformats.org/officeDocument/2006/relationships/customXml" Target="../ink/ink312.xml"/><Relationship Id="rId44" Type="http://schemas.openxmlformats.org/officeDocument/2006/relationships/image" Target="../media/image273.png"/><Relationship Id="rId60" Type="http://schemas.openxmlformats.org/officeDocument/2006/relationships/image" Target="../media/image281.png"/><Relationship Id="rId65" Type="http://schemas.openxmlformats.org/officeDocument/2006/relationships/customXml" Target="../ink/ink285.xml"/><Relationship Id="rId81" Type="http://schemas.openxmlformats.org/officeDocument/2006/relationships/customXml" Target="../ink/ink293.xml"/><Relationship Id="rId86" Type="http://schemas.openxmlformats.org/officeDocument/2006/relationships/image" Target="../media/image294.png"/><Relationship Id="rId130" Type="http://schemas.openxmlformats.org/officeDocument/2006/relationships/image" Target="../media/image316.png"/><Relationship Id="rId135" Type="http://schemas.openxmlformats.org/officeDocument/2006/relationships/customXml" Target="../ink/ink320.xml"/><Relationship Id="rId151" Type="http://schemas.openxmlformats.org/officeDocument/2006/relationships/customXml" Target="../ink/ink328.xml"/><Relationship Id="rId156" Type="http://schemas.openxmlformats.org/officeDocument/2006/relationships/image" Target="../media/image329.png"/><Relationship Id="rId13" Type="http://schemas.openxmlformats.org/officeDocument/2006/relationships/customXml" Target="../ink/ink259.xml"/><Relationship Id="rId18" Type="http://schemas.openxmlformats.org/officeDocument/2006/relationships/image" Target="../media/image260.png"/><Relationship Id="rId39" Type="http://schemas.openxmlformats.org/officeDocument/2006/relationships/customXml" Target="../ink/ink272.xml"/><Relationship Id="rId109" Type="http://schemas.openxmlformats.org/officeDocument/2006/relationships/customXml" Target="../ink/ink307.xml"/><Relationship Id="rId34" Type="http://schemas.openxmlformats.org/officeDocument/2006/relationships/image" Target="../media/image268.png"/><Relationship Id="rId50" Type="http://schemas.openxmlformats.org/officeDocument/2006/relationships/image" Target="../media/image276.png"/><Relationship Id="rId55" Type="http://schemas.openxmlformats.org/officeDocument/2006/relationships/customXml" Target="../ink/ink280.xml"/><Relationship Id="rId76" Type="http://schemas.openxmlformats.org/officeDocument/2006/relationships/image" Target="../media/image289.png"/><Relationship Id="rId97" Type="http://schemas.openxmlformats.org/officeDocument/2006/relationships/customXml" Target="../ink/ink301.xml"/><Relationship Id="rId104" Type="http://schemas.openxmlformats.org/officeDocument/2006/relationships/image" Target="../media/image303.png"/><Relationship Id="rId120" Type="http://schemas.openxmlformats.org/officeDocument/2006/relationships/image" Target="../media/image311.png"/><Relationship Id="rId125" Type="http://schemas.openxmlformats.org/officeDocument/2006/relationships/customXml" Target="../ink/ink315.xml"/><Relationship Id="rId141" Type="http://schemas.openxmlformats.org/officeDocument/2006/relationships/customXml" Target="../ink/ink323.xml"/><Relationship Id="rId146" Type="http://schemas.openxmlformats.org/officeDocument/2006/relationships/image" Target="../media/image324.png"/><Relationship Id="rId167" Type="http://schemas.openxmlformats.org/officeDocument/2006/relationships/customXml" Target="../ink/ink336.xml"/><Relationship Id="rId7" Type="http://schemas.openxmlformats.org/officeDocument/2006/relationships/customXml" Target="../ink/ink256.xml"/><Relationship Id="rId71" Type="http://schemas.openxmlformats.org/officeDocument/2006/relationships/customXml" Target="../ink/ink288.xml"/><Relationship Id="rId92" Type="http://schemas.openxmlformats.org/officeDocument/2006/relationships/image" Target="../media/image297.png"/><Relationship Id="rId162" Type="http://schemas.openxmlformats.org/officeDocument/2006/relationships/image" Target="../media/image332.png"/><Relationship Id="rId2" Type="http://schemas.openxmlformats.org/officeDocument/2006/relationships/notesSlide" Target="../notesSlides/notesSlide21.xml"/><Relationship Id="rId29" Type="http://schemas.openxmlformats.org/officeDocument/2006/relationships/customXml" Target="../ink/ink267.xml"/><Relationship Id="rId24" Type="http://schemas.openxmlformats.org/officeDocument/2006/relationships/image" Target="../media/image263.png"/><Relationship Id="rId40" Type="http://schemas.openxmlformats.org/officeDocument/2006/relationships/image" Target="../media/image271.png"/><Relationship Id="rId45" Type="http://schemas.openxmlformats.org/officeDocument/2006/relationships/customXml" Target="../ink/ink275.xml"/><Relationship Id="rId66" Type="http://schemas.openxmlformats.org/officeDocument/2006/relationships/image" Target="../media/image284.png"/><Relationship Id="rId87" Type="http://schemas.openxmlformats.org/officeDocument/2006/relationships/customXml" Target="../ink/ink296.xml"/><Relationship Id="rId110" Type="http://schemas.openxmlformats.org/officeDocument/2006/relationships/image" Target="../media/image306.png"/><Relationship Id="rId115" Type="http://schemas.openxmlformats.org/officeDocument/2006/relationships/customXml" Target="../ink/ink310.xml"/><Relationship Id="rId131" Type="http://schemas.openxmlformats.org/officeDocument/2006/relationships/customXml" Target="../ink/ink318.xml"/><Relationship Id="rId136" Type="http://schemas.openxmlformats.org/officeDocument/2006/relationships/image" Target="../media/image319.png"/><Relationship Id="rId157" Type="http://schemas.openxmlformats.org/officeDocument/2006/relationships/customXml" Target="../ink/ink331.xml"/><Relationship Id="rId61" Type="http://schemas.openxmlformats.org/officeDocument/2006/relationships/customXml" Target="../ink/ink283.xml"/><Relationship Id="rId82" Type="http://schemas.openxmlformats.org/officeDocument/2006/relationships/image" Target="../media/image292.png"/><Relationship Id="rId152" Type="http://schemas.openxmlformats.org/officeDocument/2006/relationships/image" Target="../media/image327.png"/><Relationship Id="rId19" Type="http://schemas.openxmlformats.org/officeDocument/2006/relationships/customXml" Target="../ink/ink262.xml"/><Relationship Id="rId14" Type="http://schemas.openxmlformats.org/officeDocument/2006/relationships/image" Target="../media/image258.png"/><Relationship Id="rId30" Type="http://schemas.openxmlformats.org/officeDocument/2006/relationships/image" Target="../media/image266.png"/><Relationship Id="rId35" Type="http://schemas.openxmlformats.org/officeDocument/2006/relationships/customXml" Target="../ink/ink270.xml"/><Relationship Id="rId56" Type="http://schemas.openxmlformats.org/officeDocument/2006/relationships/image" Target="../media/image279.png"/><Relationship Id="rId77" Type="http://schemas.openxmlformats.org/officeDocument/2006/relationships/customXml" Target="../ink/ink291.xml"/><Relationship Id="rId100" Type="http://schemas.openxmlformats.org/officeDocument/2006/relationships/image" Target="../media/image301.png"/><Relationship Id="rId105" Type="http://schemas.openxmlformats.org/officeDocument/2006/relationships/customXml" Target="../ink/ink305.xml"/><Relationship Id="rId126" Type="http://schemas.openxmlformats.org/officeDocument/2006/relationships/image" Target="../media/image314.png"/><Relationship Id="rId147" Type="http://schemas.openxmlformats.org/officeDocument/2006/relationships/customXml" Target="../ink/ink326.xml"/><Relationship Id="rId168" Type="http://schemas.openxmlformats.org/officeDocument/2006/relationships/image" Target="../media/image335.png"/><Relationship Id="rId8" Type="http://schemas.openxmlformats.org/officeDocument/2006/relationships/image" Target="../media/image255.png"/><Relationship Id="rId51" Type="http://schemas.openxmlformats.org/officeDocument/2006/relationships/customXml" Target="../ink/ink278.xml"/><Relationship Id="rId72" Type="http://schemas.openxmlformats.org/officeDocument/2006/relationships/image" Target="../media/image287.png"/><Relationship Id="rId93" Type="http://schemas.openxmlformats.org/officeDocument/2006/relationships/customXml" Target="../ink/ink299.xml"/><Relationship Id="rId98" Type="http://schemas.openxmlformats.org/officeDocument/2006/relationships/image" Target="../media/image300.png"/><Relationship Id="rId121" Type="http://schemas.openxmlformats.org/officeDocument/2006/relationships/customXml" Target="../ink/ink313.xml"/><Relationship Id="rId142" Type="http://schemas.openxmlformats.org/officeDocument/2006/relationships/image" Target="../media/image322.png"/><Relationship Id="rId163" Type="http://schemas.openxmlformats.org/officeDocument/2006/relationships/customXml" Target="../ink/ink334.xml"/><Relationship Id="rId3" Type="http://schemas.openxmlformats.org/officeDocument/2006/relationships/customXml" Target="../ink/ink254.xml"/><Relationship Id="rId25" Type="http://schemas.openxmlformats.org/officeDocument/2006/relationships/customXml" Target="../ink/ink265.xml"/><Relationship Id="rId46" Type="http://schemas.openxmlformats.org/officeDocument/2006/relationships/image" Target="../media/image274.png"/><Relationship Id="rId67" Type="http://schemas.openxmlformats.org/officeDocument/2006/relationships/customXml" Target="../ink/ink286.xml"/><Relationship Id="rId116" Type="http://schemas.openxmlformats.org/officeDocument/2006/relationships/image" Target="../media/image309.png"/><Relationship Id="rId137" Type="http://schemas.openxmlformats.org/officeDocument/2006/relationships/customXml" Target="../ink/ink321.xml"/><Relationship Id="rId158" Type="http://schemas.openxmlformats.org/officeDocument/2006/relationships/image" Target="../media/image330.png"/><Relationship Id="rId20" Type="http://schemas.openxmlformats.org/officeDocument/2006/relationships/image" Target="../media/image261.png"/><Relationship Id="rId41" Type="http://schemas.openxmlformats.org/officeDocument/2006/relationships/customXml" Target="../ink/ink273.xml"/><Relationship Id="rId62" Type="http://schemas.openxmlformats.org/officeDocument/2006/relationships/image" Target="../media/image282.png"/><Relationship Id="rId83" Type="http://schemas.openxmlformats.org/officeDocument/2006/relationships/customXml" Target="../ink/ink294.xml"/><Relationship Id="rId88" Type="http://schemas.openxmlformats.org/officeDocument/2006/relationships/image" Target="../media/image295.png"/><Relationship Id="rId111" Type="http://schemas.openxmlformats.org/officeDocument/2006/relationships/customXml" Target="../ink/ink308.xml"/><Relationship Id="rId132" Type="http://schemas.openxmlformats.org/officeDocument/2006/relationships/image" Target="../media/image317.png"/><Relationship Id="rId153" Type="http://schemas.openxmlformats.org/officeDocument/2006/relationships/customXml" Target="../ink/ink329.xml"/><Relationship Id="rId15" Type="http://schemas.openxmlformats.org/officeDocument/2006/relationships/customXml" Target="../ink/ink260.xml"/><Relationship Id="rId36" Type="http://schemas.openxmlformats.org/officeDocument/2006/relationships/image" Target="../media/image269.png"/><Relationship Id="rId57" Type="http://schemas.openxmlformats.org/officeDocument/2006/relationships/customXml" Target="../ink/ink281.xml"/><Relationship Id="rId106" Type="http://schemas.openxmlformats.org/officeDocument/2006/relationships/image" Target="../media/image304.png"/><Relationship Id="rId127" Type="http://schemas.openxmlformats.org/officeDocument/2006/relationships/customXml" Target="../ink/ink316.xml"/><Relationship Id="rId10" Type="http://schemas.openxmlformats.org/officeDocument/2006/relationships/image" Target="../media/image256.png"/><Relationship Id="rId31" Type="http://schemas.openxmlformats.org/officeDocument/2006/relationships/customXml" Target="../ink/ink268.xml"/><Relationship Id="rId52" Type="http://schemas.openxmlformats.org/officeDocument/2006/relationships/image" Target="../media/image277.png"/><Relationship Id="rId73" Type="http://schemas.openxmlformats.org/officeDocument/2006/relationships/customXml" Target="../ink/ink289.xml"/><Relationship Id="rId78" Type="http://schemas.openxmlformats.org/officeDocument/2006/relationships/image" Target="../media/image290.png"/><Relationship Id="rId94" Type="http://schemas.openxmlformats.org/officeDocument/2006/relationships/image" Target="../media/image298.png"/><Relationship Id="rId99" Type="http://schemas.openxmlformats.org/officeDocument/2006/relationships/customXml" Target="../ink/ink302.xml"/><Relationship Id="rId101" Type="http://schemas.openxmlformats.org/officeDocument/2006/relationships/customXml" Target="../ink/ink303.xml"/><Relationship Id="rId122" Type="http://schemas.openxmlformats.org/officeDocument/2006/relationships/image" Target="../media/image312.png"/><Relationship Id="rId143" Type="http://schemas.openxmlformats.org/officeDocument/2006/relationships/customXml" Target="../ink/ink324.xml"/><Relationship Id="rId148" Type="http://schemas.openxmlformats.org/officeDocument/2006/relationships/image" Target="../media/image325.png"/><Relationship Id="rId164" Type="http://schemas.openxmlformats.org/officeDocument/2006/relationships/image" Target="../media/image333.png"/><Relationship Id="rId169" Type="http://schemas.openxmlformats.org/officeDocument/2006/relationships/customXml" Target="../ink/ink337.xml"/><Relationship Id="rId4" Type="http://schemas.openxmlformats.org/officeDocument/2006/relationships/image" Target="../media/image253.png"/><Relationship Id="rId9" Type="http://schemas.openxmlformats.org/officeDocument/2006/relationships/customXml" Target="../ink/ink257.xml"/><Relationship Id="rId26" Type="http://schemas.openxmlformats.org/officeDocument/2006/relationships/image" Target="../media/image264.png"/><Relationship Id="rId47" Type="http://schemas.openxmlformats.org/officeDocument/2006/relationships/customXml" Target="../ink/ink276.xml"/><Relationship Id="rId68" Type="http://schemas.openxmlformats.org/officeDocument/2006/relationships/image" Target="../media/image285.png"/><Relationship Id="rId89" Type="http://schemas.openxmlformats.org/officeDocument/2006/relationships/customXml" Target="../ink/ink297.xml"/><Relationship Id="rId112" Type="http://schemas.openxmlformats.org/officeDocument/2006/relationships/image" Target="../media/image307.png"/><Relationship Id="rId133" Type="http://schemas.openxmlformats.org/officeDocument/2006/relationships/customXml" Target="../ink/ink319.xml"/><Relationship Id="rId154" Type="http://schemas.openxmlformats.org/officeDocument/2006/relationships/image" Target="../media/image328.png"/><Relationship Id="rId16" Type="http://schemas.openxmlformats.org/officeDocument/2006/relationships/image" Target="../media/image259.png"/><Relationship Id="rId37" Type="http://schemas.openxmlformats.org/officeDocument/2006/relationships/customXml" Target="../ink/ink271.xml"/><Relationship Id="rId58" Type="http://schemas.openxmlformats.org/officeDocument/2006/relationships/image" Target="../media/image280.png"/><Relationship Id="rId79" Type="http://schemas.openxmlformats.org/officeDocument/2006/relationships/customXml" Target="../ink/ink292.xml"/><Relationship Id="rId102" Type="http://schemas.openxmlformats.org/officeDocument/2006/relationships/image" Target="../media/image302.png"/><Relationship Id="rId123" Type="http://schemas.openxmlformats.org/officeDocument/2006/relationships/customXml" Target="../ink/ink314.xml"/><Relationship Id="rId144" Type="http://schemas.openxmlformats.org/officeDocument/2006/relationships/image" Target="../media/image323.png"/><Relationship Id="rId90" Type="http://schemas.openxmlformats.org/officeDocument/2006/relationships/image" Target="../media/image296.png"/><Relationship Id="rId165" Type="http://schemas.openxmlformats.org/officeDocument/2006/relationships/customXml" Target="../ink/ink335.xml"/><Relationship Id="rId27" Type="http://schemas.openxmlformats.org/officeDocument/2006/relationships/customXml" Target="../ink/ink266.xml"/><Relationship Id="rId48" Type="http://schemas.openxmlformats.org/officeDocument/2006/relationships/image" Target="../media/image275.png"/><Relationship Id="rId69" Type="http://schemas.openxmlformats.org/officeDocument/2006/relationships/customXml" Target="../ink/ink287.xml"/><Relationship Id="rId113" Type="http://schemas.openxmlformats.org/officeDocument/2006/relationships/customXml" Target="../ink/ink309.xml"/><Relationship Id="rId134" Type="http://schemas.openxmlformats.org/officeDocument/2006/relationships/image" Target="../media/image318.png"/><Relationship Id="rId80" Type="http://schemas.openxmlformats.org/officeDocument/2006/relationships/image" Target="../media/image291.png"/><Relationship Id="rId155" Type="http://schemas.openxmlformats.org/officeDocument/2006/relationships/customXml" Target="../ink/ink330.xml"/><Relationship Id="rId17" Type="http://schemas.openxmlformats.org/officeDocument/2006/relationships/customXml" Target="../ink/ink261.xml"/><Relationship Id="rId38" Type="http://schemas.openxmlformats.org/officeDocument/2006/relationships/image" Target="../media/image270.png"/><Relationship Id="rId59" Type="http://schemas.openxmlformats.org/officeDocument/2006/relationships/customXml" Target="../ink/ink282.xml"/><Relationship Id="rId103" Type="http://schemas.openxmlformats.org/officeDocument/2006/relationships/customXml" Target="../ink/ink304.xml"/><Relationship Id="rId124" Type="http://schemas.openxmlformats.org/officeDocument/2006/relationships/image" Target="../media/image313.png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47.png"/><Relationship Id="rId21" Type="http://schemas.openxmlformats.org/officeDocument/2006/relationships/customXml" Target="../ink/ink347.xml"/><Relationship Id="rId42" Type="http://schemas.openxmlformats.org/officeDocument/2006/relationships/image" Target="../media/image355.png"/><Relationship Id="rId47" Type="http://schemas.openxmlformats.org/officeDocument/2006/relationships/customXml" Target="../ink/ink360.xml"/><Relationship Id="rId63" Type="http://schemas.openxmlformats.org/officeDocument/2006/relationships/customXml" Target="../ink/ink368.xml"/><Relationship Id="rId68" Type="http://schemas.openxmlformats.org/officeDocument/2006/relationships/image" Target="../media/image368.png"/><Relationship Id="rId84" Type="http://schemas.openxmlformats.org/officeDocument/2006/relationships/image" Target="../media/image376.png"/><Relationship Id="rId89" Type="http://schemas.openxmlformats.org/officeDocument/2006/relationships/customXml" Target="../ink/ink381.xml"/><Relationship Id="rId112" Type="http://schemas.openxmlformats.org/officeDocument/2006/relationships/image" Target="../media/image390.png"/><Relationship Id="rId16" Type="http://schemas.openxmlformats.org/officeDocument/2006/relationships/image" Target="../media/image342.png"/><Relationship Id="rId107" Type="http://schemas.openxmlformats.org/officeDocument/2006/relationships/customXml" Target="../ink/ink390.xml"/><Relationship Id="rId11" Type="http://schemas.openxmlformats.org/officeDocument/2006/relationships/customXml" Target="../ink/ink342.xml"/><Relationship Id="rId32" Type="http://schemas.openxmlformats.org/officeDocument/2006/relationships/image" Target="../media/image350.png"/><Relationship Id="rId37" Type="http://schemas.openxmlformats.org/officeDocument/2006/relationships/customXml" Target="../ink/ink355.xml"/><Relationship Id="rId53" Type="http://schemas.openxmlformats.org/officeDocument/2006/relationships/customXml" Target="../ink/ink363.xml"/><Relationship Id="rId58" Type="http://schemas.openxmlformats.org/officeDocument/2006/relationships/image" Target="../media/image363.png"/><Relationship Id="rId74" Type="http://schemas.openxmlformats.org/officeDocument/2006/relationships/image" Target="../media/image371.png"/><Relationship Id="rId79" Type="http://schemas.openxmlformats.org/officeDocument/2006/relationships/customXml" Target="../ink/ink376.xml"/><Relationship Id="rId102" Type="http://schemas.openxmlformats.org/officeDocument/2006/relationships/image" Target="../media/image385.png"/><Relationship Id="rId5" Type="http://schemas.openxmlformats.org/officeDocument/2006/relationships/customXml" Target="../ink/ink339.xml"/><Relationship Id="rId90" Type="http://schemas.openxmlformats.org/officeDocument/2006/relationships/image" Target="../media/image379.png"/><Relationship Id="rId95" Type="http://schemas.openxmlformats.org/officeDocument/2006/relationships/customXml" Target="../ink/ink384.xml"/><Relationship Id="rId22" Type="http://schemas.openxmlformats.org/officeDocument/2006/relationships/image" Target="../media/image345.png"/><Relationship Id="rId27" Type="http://schemas.openxmlformats.org/officeDocument/2006/relationships/customXml" Target="../ink/ink350.xml"/><Relationship Id="rId43" Type="http://schemas.openxmlformats.org/officeDocument/2006/relationships/customXml" Target="../ink/ink358.xml"/><Relationship Id="rId48" Type="http://schemas.openxmlformats.org/officeDocument/2006/relationships/image" Target="../media/image358.png"/><Relationship Id="rId64" Type="http://schemas.openxmlformats.org/officeDocument/2006/relationships/image" Target="../media/image366.png"/><Relationship Id="rId69" Type="http://schemas.openxmlformats.org/officeDocument/2006/relationships/customXml" Target="../ink/ink371.xml"/><Relationship Id="rId113" Type="http://schemas.openxmlformats.org/officeDocument/2006/relationships/customXml" Target="../ink/ink393.xml"/><Relationship Id="rId80" Type="http://schemas.openxmlformats.org/officeDocument/2006/relationships/image" Target="../media/image374.png"/><Relationship Id="rId85" Type="http://schemas.openxmlformats.org/officeDocument/2006/relationships/customXml" Target="../ink/ink379.xml"/><Relationship Id="rId12" Type="http://schemas.openxmlformats.org/officeDocument/2006/relationships/image" Target="../media/image340.png"/><Relationship Id="rId17" Type="http://schemas.openxmlformats.org/officeDocument/2006/relationships/customXml" Target="../ink/ink345.xml"/><Relationship Id="rId33" Type="http://schemas.openxmlformats.org/officeDocument/2006/relationships/customXml" Target="../ink/ink353.xml"/><Relationship Id="rId38" Type="http://schemas.openxmlformats.org/officeDocument/2006/relationships/image" Target="../media/image353.png"/><Relationship Id="rId59" Type="http://schemas.openxmlformats.org/officeDocument/2006/relationships/customXml" Target="../ink/ink366.xml"/><Relationship Id="rId103" Type="http://schemas.openxmlformats.org/officeDocument/2006/relationships/customXml" Target="../ink/ink388.xml"/><Relationship Id="rId108" Type="http://schemas.openxmlformats.org/officeDocument/2006/relationships/image" Target="../media/image388.png"/><Relationship Id="rId54" Type="http://schemas.openxmlformats.org/officeDocument/2006/relationships/image" Target="../media/image361.png"/><Relationship Id="rId70" Type="http://schemas.openxmlformats.org/officeDocument/2006/relationships/image" Target="../media/image369.png"/><Relationship Id="rId75" Type="http://schemas.openxmlformats.org/officeDocument/2006/relationships/customXml" Target="../ink/ink374.xml"/><Relationship Id="rId91" Type="http://schemas.openxmlformats.org/officeDocument/2006/relationships/customXml" Target="../ink/ink382.xml"/><Relationship Id="rId96" Type="http://schemas.openxmlformats.org/officeDocument/2006/relationships/image" Target="../media/image38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7.png"/><Relationship Id="rId15" Type="http://schemas.openxmlformats.org/officeDocument/2006/relationships/customXml" Target="../ink/ink344.xml"/><Relationship Id="rId23" Type="http://schemas.openxmlformats.org/officeDocument/2006/relationships/customXml" Target="../ink/ink348.xml"/><Relationship Id="rId28" Type="http://schemas.openxmlformats.org/officeDocument/2006/relationships/image" Target="../media/image348.png"/><Relationship Id="rId36" Type="http://schemas.openxmlformats.org/officeDocument/2006/relationships/image" Target="../media/image352.png"/><Relationship Id="rId49" Type="http://schemas.openxmlformats.org/officeDocument/2006/relationships/customXml" Target="../ink/ink361.xml"/><Relationship Id="rId57" Type="http://schemas.openxmlformats.org/officeDocument/2006/relationships/customXml" Target="../ink/ink365.xml"/><Relationship Id="rId106" Type="http://schemas.openxmlformats.org/officeDocument/2006/relationships/image" Target="../media/image387.png"/><Relationship Id="rId114" Type="http://schemas.openxmlformats.org/officeDocument/2006/relationships/image" Target="../media/image391.png"/><Relationship Id="rId10" Type="http://schemas.openxmlformats.org/officeDocument/2006/relationships/image" Target="../media/image339.png"/><Relationship Id="rId31" Type="http://schemas.openxmlformats.org/officeDocument/2006/relationships/customXml" Target="../ink/ink352.xml"/><Relationship Id="rId44" Type="http://schemas.openxmlformats.org/officeDocument/2006/relationships/image" Target="../media/image356.png"/><Relationship Id="rId52" Type="http://schemas.openxmlformats.org/officeDocument/2006/relationships/image" Target="../media/image360.png"/><Relationship Id="rId60" Type="http://schemas.openxmlformats.org/officeDocument/2006/relationships/image" Target="../media/image364.png"/><Relationship Id="rId65" Type="http://schemas.openxmlformats.org/officeDocument/2006/relationships/customXml" Target="../ink/ink369.xml"/><Relationship Id="rId73" Type="http://schemas.openxmlformats.org/officeDocument/2006/relationships/customXml" Target="../ink/ink373.xml"/><Relationship Id="rId78" Type="http://schemas.openxmlformats.org/officeDocument/2006/relationships/image" Target="../media/image373.png"/><Relationship Id="rId81" Type="http://schemas.openxmlformats.org/officeDocument/2006/relationships/customXml" Target="../ink/ink377.xml"/><Relationship Id="rId86" Type="http://schemas.openxmlformats.org/officeDocument/2006/relationships/image" Target="../media/image377.png"/><Relationship Id="rId94" Type="http://schemas.openxmlformats.org/officeDocument/2006/relationships/image" Target="../media/image381.png"/><Relationship Id="rId99" Type="http://schemas.openxmlformats.org/officeDocument/2006/relationships/customXml" Target="../ink/ink386.xml"/><Relationship Id="rId101" Type="http://schemas.openxmlformats.org/officeDocument/2006/relationships/customXml" Target="../ink/ink387.xml"/><Relationship Id="rId4" Type="http://schemas.openxmlformats.org/officeDocument/2006/relationships/image" Target="../media/image4100.png"/><Relationship Id="rId9" Type="http://schemas.openxmlformats.org/officeDocument/2006/relationships/customXml" Target="../ink/ink341.xml"/><Relationship Id="rId13" Type="http://schemas.openxmlformats.org/officeDocument/2006/relationships/customXml" Target="../ink/ink343.xml"/><Relationship Id="rId18" Type="http://schemas.openxmlformats.org/officeDocument/2006/relationships/image" Target="../media/image343.png"/><Relationship Id="rId39" Type="http://schemas.openxmlformats.org/officeDocument/2006/relationships/customXml" Target="../ink/ink356.xml"/><Relationship Id="rId109" Type="http://schemas.openxmlformats.org/officeDocument/2006/relationships/customXml" Target="../ink/ink391.xml"/><Relationship Id="rId34" Type="http://schemas.openxmlformats.org/officeDocument/2006/relationships/image" Target="../media/image351.png"/><Relationship Id="rId50" Type="http://schemas.openxmlformats.org/officeDocument/2006/relationships/image" Target="../media/image359.png"/><Relationship Id="rId55" Type="http://schemas.openxmlformats.org/officeDocument/2006/relationships/customXml" Target="../ink/ink364.xml"/><Relationship Id="rId76" Type="http://schemas.openxmlformats.org/officeDocument/2006/relationships/image" Target="../media/image372.png"/><Relationship Id="rId97" Type="http://schemas.openxmlformats.org/officeDocument/2006/relationships/customXml" Target="../ink/ink385.xml"/><Relationship Id="rId104" Type="http://schemas.openxmlformats.org/officeDocument/2006/relationships/image" Target="../media/image386.png"/><Relationship Id="rId7" Type="http://schemas.openxmlformats.org/officeDocument/2006/relationships/customXml" Target="../ink/ink340.xml"/><Relationship Id="rId71" Type="http://schemas.openxmlformats.org/officeDocument/2006/relationships/customXml" Target="../ink/ink372.xml"/><Relationship Id="rId92" Type="http://schemas.openxmlformats.org/officeDocument/2006/relationships/image" Target="../media/image380.png"/><Relationship Id="rId2" Type="http://schemas.openxmlformats.org/officeDocument/2006/relationships/notesSlide" Target="../notesSlides/notesSlide22.xml"/><Relationship Id="rId29" Type="http://schemas.openxmlformats.org/officeDocument/2006/relationships/customXml" Target="../ink/ink351.xml"/><Relationship Id="rId24" Type="http://schemas.openxmlformats.org/officeDocument/2006/relationships/image" Target="../media/image346.png"/><Relationship Id="rId40" Type="http://schemas.openxmlformats.org/officeDocument/2006/relationships/image" Target="../media/image354.png"/><Relationship Id="rId45" Type="http://schemas.openxmlformats.org/officeDocument/2006/relationships/customXml" Target="../ink/ink359.xml"/><Relationship Id="rId66" Type="http://schemas.openxmlformats.org/officeDocument/2006/relationships/image" Target="../media/image367.png"/><Relationship Id="rId87" Type="http://schemas.openxmlformats.org/officeDocument/2006/relationships/customXml" Target="../ink/ink380.xml"/><Relationship Id="rId110" Type="http://schemas.openxmlformats.org/officeDocument/2006/relationships/image" Target="../media/image389.png"/><Relationship Id="rId61" Type="http://schemas.openxmlformats.org/officeDocument/2006/relationships/customXml" Target="../ink/ink367.xml"/><Relationship Id="rId82" Type="http://schemas.openxmlformats.org/officeDocument/2006/relationships/image" Target="../media/image375.png"/><Relationship Id="rId19" Type="http://schemas.openxmlformats.org/officeDocument/2006/relationships/customXml" Target="../ink/ink346.xml"/><Relationship Id="rId14" Type="http://schemas.openxmlformats.org/officeDocument/2006/relationships/image" Target="../media/image341.png"/><Relationship Id="rId30" Type="http://schemas.openxmlformats.org/officeDocument/2006/relationships/image" Target="../media/image349.png"/><Relationship Id="rId35" Type="http://schemas.openxmlformats.org/officeDocument/2006/relationships/customXml" Target="../ink/ink354.xml"/><Relationship Id="rId56" Type="http://schemas.openxmlformats.org/officeDocument/2006/relationships/image" Target="../media/image362.png"/><Relationship Id="rId77" Type="http://schemas.openxmlformats.org/officeDocument/2006/relationships/customXml" Target="../ink/ink375.xml"/><Relationship Id="rId100" Type="http://schemas.openxmlformats.org/officeDocument/2006/relationships/image" Target="../media/image384.png"/><Relationship Id="rId105" Type="http://schemas.openxmlformats.org/officeDocument/2006/relationships/customXml" Target="../ink/ink389.xml"/><Relationship Id="rId8" Type="http://schemas.openxmlformats.org/officeDocument/2006/relationships/image" Target="../media/image338.png"/><Relationship Id="rId51" Type="http://schemas.openxmlformats.org/officeDocument/2006/relationships/customXml" Target="../ink/ink362.xml"/><Relationship Id="rId72" Type="http://schemas.openxmlformats.org/officeDocument/2006/relationships/image" Target="../media/image370.png"/><Relationship Id="rId93" Type="http://schemas.openxmlformats.org/officeDocument/2006/relationships/customXml" Target="../ink/ink383.xml"/><Relationship Id="rId98" Type="http://schemas.openxmlformats.org/officeDocument/2006/relationships/image" Target="../media/image383.png"/><Relationship Id="rId3" Type="http://schemas.openxmlformats.org/officeDocument/2006/relationships/customXml" Target="../ink/ink338.xml"/><Relationship Id="rId25" Type="http://schemas.openxmlformats.org/officeDocument/2006/relationships/customXml" Target="../ink/ink349.xml"/><Relationship Id="rId46" Type="http://schemas.openxmlformats.org/officeDocument/2006/relationships/image" Target="../media/image357.png"/><Relationship Id="rId67" Type="http://schemas.openxmlformats.org/officeDocument/2006/relationships/customXml" Target="../ink/ink370.xml"/><Relationship Id="rId20" Type="http://schemas.openxmlformats.org/officeDocument/2006/relationships/image" Target="../media/image344.png"/><Relationship Id="rId41" Type="http://schemas.openxmlformats.org/officeDocument/2006/relationships/customXml" Target="../ink/ink357.xml"/><Relationship Id="rId62" Type="http://schemas.openxmlformats.org/officeDocument/2006/relationships/image" Target="../media/image365.png"/><Relationship Id="rId83" Type="http://schemas.openxmlformats.org/officeDocument/2006/relationships/customXml" Target="../ink/ink378.xml"/><Relationship Id="rId88" Type="http://schemas.openxmlformats.org/officeDocument/2006/relationships/image" Target="../media/image378.png"/><Relationship Id="rId111" Type="http://schemas.openxmlformats.org/officeDocument/2006/relationships/customXml" Target="../ink/ink39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52.xml"/><Relationship Id="rId21" Type="http://schemas.openxmlformats.org/officeDocument/2006/relationships/customXml" Target="../ink/ink404.xml"/><Relationship Id="rId42" Type="http://schemas.openxmlformats.org/officeDocument/2006/relationships/image" Target="../media/image412.png"/><Relationship Id="rId63" Type="http://schemas.openxmlformats.org/officeDocument/2006/relationships/customXml" Target="../ink/ink425.xml"/><Relationship Id="rId84" Type="http://schemas.openxmlformats.org/officeDocument/2006/relationships/image" Target="../media/image433.png"/><Relationship Id="rId138" Type="http://schemas.openxmlformats.org/officeDocument/2006/relationships/image" Target="../media/image460.png"/><Relationship Id="rId159" Type="http://schemas.openxmlformats.org/officeDocument/2006/relationships/customXml" Target="../ink/ink473.xml"/><Relationship Id="rId170" Type="http://schemas.openxmlformats.org/officeDocument/2006/relationships/image" Target="../media/image476.png"/><Relationship Id="rId191" Type="http://schemas.openxmlformats.org/officeDocument/2006/relationships/customXml" Target="../ink/ink489.xml"/><Relationship Id="rId205" Type="http://schemas.openxmlformats.org/officeDocument/2006/relationships/customXml" Target="../ink/ink496.xml"/><Relationship Id="rId107" Type="http://schemas.openxmlformats.org/officeDocument/2006/relationships/customXml" Target="../ink/ink447.xml"/><Relationship Id="rId11" Type="http://schemas.openxmlformats.org/officeDocument/2006/relationships/customXml" Target="../ink/ink399.xml"/><Relationship Id="rId32" Type="http://schemas.openxmlformats.org/officeDocument/2006/relationships/image" Target="../media/image407.png"/><Relationship Id="rId53" Type="http://schemas.openxmlformats.org/officeDocument/2006/relationships/customXml" Target="../ink/ink420.xml"/><Relationship Id="rId74" Type="http://schemas.openxmlformats.org/officeDocument/2006/relationships/image" Target="../media/image428.png"/><Relationship Id="rId128" Type="http://schemas.openxmlformats.org/officeDocument/2006/relationships/image" Target="../media/image455.png"/><Relationship Id="rId149" Type="http://schemas.openxmlformats.org/officeDocument/2006/relationships/customXml" Target="../ink/ink468.xml"/><Relationship Id="rId5" Type="http://schemas.openxmlformats.org/officeDocument/2006/relationships/customXml" Target="../ink/ink396.xml"/><Relationship Id="rId95" Type="http://schemas.openxmlformats.org/officeDocument/2006/relationships/customXml" Target="../ink/ink441.xml"/><Relationship Id="rId160" Type="http://schemas.openxmlformats.org/officeDocument/2006/relationships/image" Target="../media/image471.png"/><Relationship Id="rId181" Type="http://schemas.openxmlformats.org/officeDocument/2006/relationships/customXml" Target="../ink/ink484.xml"/><Relationship Id="rId22" Type="http://schemas.openxmlformats.org/officeDocument/2006/relationships/image" Target="../media/image402.png"/><Relationship Id="rId43" Type="http://schemas.openxmlformats.org/officeDocument/2006/relationships/customXml" Target="../ink/ink415.xml"/><Relationship Id="rId64" Type="http://schemas.openxmlformats.org/officeDocument/2006/relationships/image" Target="../media/image423.png"/><Relationship Id="rId118" Type="http://schemas.openxmlformats.org/officeDocument/2006/relationships/image" Target="../media/image450.png"/><Relationship Id="rId139" Type="http://schemas.openxmlformats.org/officeDocument/2006/relationships/customXml" Target="../ink/ink463.xml"/><Relationship Id="rId85" Type="http://schemas.openxmlformats.org/officeDocument/2006/relationships/customXml" Target="../ink/ink436.xml"/><Relationship Id="rId150" Type="http://schemas.openxmlformats.org/officeDocument/2006/relationships/image" Target="../media/image466.png"/><Relationship Id="rId171" Type="http://schemas.openxmlformats.org/officeDocument/2006/relationships/customXml" Target="../ink/ink479.xml"/><Relationship Id="rId192" Type="http://schemas.openxmlformats.org/officeDocument/2006/relationships/image" Target="../media/image487.png"/><Relationship Id="rId206" Type="http://schemas.openxmlformats.org/officeDocument/2006/relationships/image" Target="../media/image494.png"/><Relationship Id="rId12" Type="http://schemas.openxmlformats.org/officeDocument/2006/relationships/image" Target="../media/image397.png"/><Relationship Id="rId33" Type="http://schemas.openxmlformats.org/officeDocument/2006/relationships/customXml" Target="../ink/ink410.xml"/><Relationship Id="rId108" Type="http://schemas.openxmlformats.org/officeDocument/2006/relationships/image" Target="../media/image445.png"/><Relationship Id="rId129" Type="http://schemas.openxmlformats.org/officeDocument/2006/relationships/customXml" Target="../ink/ink458.xml"/><Relationship Id="rId54" Type="http://schemas.openxmlformats.org/officeDocument/2006/relationships/image" Target="../media/image418.png"/><Relationship Id="rId75" Type="http://schemas.openxmlformats.org/officeDocument/2006/relationships/customXml" Target="../ink/ink431.xml"/><Relationship Id="rId96" Type="http://schemas.openxmlformats.org/officeDocument/2006/relationships/image" Target="../media/image439.png"/><Relationship Id="rId140" Type="http://schemas.openxmlformats.org/officeDocument/2006/relationships/image" Target="../media/image461.png"/><Relationship Id="rId161" Type="http://schemas.openxmlformats.org/officeDocument/2006/relationships/customXml" Target="../ink/ink474.xml"/><Relationship Id="rId182" Type="http://schemas.openxmlformats.org/officeDocument/2006/relationships/image" Target="../media/image482.png"/><Relationship Id="rId6" Type="http://schemas.openxmlformats.org/officeDocument/2006/relationships/image" Target="../media/image394.png"/><Relationship Id="rId23" Type="http://schemas.openxmlformats.org/officeDocument/2006/relationships/customXml" Target="../ink/ink405.xml"/><Relationship Id="rId119" Type="http://schemas.openxmlformats.org/officeDocument/2006/relationships/customXml" Target="../ink/ink453.xml"/><Relationship Id="rId44" Type="http://schemas.openxmlformats.org/officeDocument/2006/relationships/image" Target="../media/image413.png"/><Relationship Id="rId65" Type="http://schemas.openxmlformats.org/officeDocument/2006/relationships/customXml" Target="../ink/ink426.xml"/><Relationship Id="rId86" Type="http://schemas.openxmlformats.org/officeDocument/2006/relationships/image" Target="../media/image434.png"/><Relationship Id="rId130" Type="http://schemas.openxmlformats.org/officeDocument/2006/relationships/image" Target="../media/image456.png"/><Relationship Id="rId151" Type="http://schemas.openxmlformats.org/officeDocument/2006/relationships/customXml" Target="../ink/ink469.xml"/><Relationship Id="rId172" Type="http://schemas.openxmlformats.org/officeDocument/2006/relationships/image" Target="../media/image477.png"/><Relationship Id="rId193" Type="http://schemas.openxmlformats.org/officeDocument/2006/relationships/customXml" Target="../ink/ink490.xml"/><Relationship Id="rId207" Type="http://schemas.openxmlformats.org/officeDocument/2006/relationships/customXml" Target="../ink/ink497.xml"/><Relationship Id="rId13" Type="http://schemas.openxmlformats.org/officeDocument/2006/relationships/customXml" Target="../ink/ink400.xml"/><Relationship Id="rId109" Type="http://schemas.openxmlformats.org/officeDocument/2006/relationships/customXml" Target="../ink/ink448.xml"/><Relationship Id="rId34" Type="http://schemas.openxmlformats.org/officeDocument/2006/relationships/image" Target="../media/image408.png"/><Relationship Id="rId55" Type="http://schemas.openxmlformats.org/officeDocument/2006/relationships/customXml" Target="../ink/ink421.xml"/><Relationship Id="rId76" Type="http://schemas.openxmlformats.org/officeDocument/2006/relationships/image" Target="../media/image429.png"/><Relationship Id="rId97" Type="http://schemas.openxmlformats.org/officeDocument/2006/relationships/customXml" Target="../ink/ink442.xml"/><Relationship Id="rId120" Type="http://schemas.openxmlformats.org/officeDocument/2006/relationships/image" Target="../media/image451.png"/><Relationship Id="rId141" Type="http://schemas.openxmlformats.org/officeDocument/2006/relationships/customXml" Target="../ink/ink464.xml"/><Relationship Id="rId7" Type="http://schemas.openxmlformats.org/officeDocument/2006/relationships/customXml" Target="../ink/ink397.xml"/><Relationship Id="rId162" Type="http://schemas.openxmlformats.org/officeDocument/2006/relationships/image" Target="../media/image472.png"/><Relationship Id="rId183" Type="http://schemas.openxmlformats.org/officeDocument/2006/relationships/customXml" Target="../ink/ink485.xml"/><Relationship Id="rId24" Type="http://schemas.openxmlformats.org/officeDocument/2006/relationships/image" Target="../media/image403.png"/><Relationship Id="rId45" Type="http://schemas.openxmlformats.org/officeDocument/2006/relationships/customXml" Target="../ink/ink416.xml"/><Relationship Id="rId66" Type="http://schemas.openxmlformats.org/officeDocument/2006/relationships/image" Target="../media/image424.png"/><Relationship Id="rId87" Type="http://schemas.openxmlformats.org/officeDocument/2006/relationships/customXml" Target="../ink/ink437.xml"/><Relationship Id="rId110" Type="http://schemas.openxmlformats.org/officeDocument/2006/relationships/image" Target="../media/image446.png"/><Relationship Id="rId131" Type="http://schemas.openxmlformats.org/officeDocument/2006/relationships/customXml" Target="../ink/ink459.xml"/><Relationship Id="rId61" Type="http://schemas.openxmlformats.org/officeDocument/2006/relationships/customXml" Target="../ink/ink424.xml"/><Relationship Id="rId82" Type="http://schemas.openxmlformats.org/officeDocument/2006/relationships/image" Target="../media/image432.png"/><Relationship Id="rId152" Type="http://schemas.openxmlformats.org/officeDocument/2006/relationships/image" Target="../media/image467.png"/><Relationship Id="rId173" Type="http://schemas.openxmlformats.org/officeDocument/2006/relationships/customXml" Target="../ink/ink480.xml"/><Relationship Id="rId194" Type="http://schemas.openxmlformats.org/officeDocument/2006/relationships/image" Target="../media/image488.png"/><Relationship Id="rId199" Type="http://schemas.openxmlformats.org/officeDocument/2006/relationships/customXml" Target="../ink/ink493.xml"/><Relationship Id="rId203" Type="http://schemas.openxmlformats.org/officeDocument/2006/relationships/customXml" Target="../ink/ink495.xml"/><Relationship Id="rId208" Type="http://schemas.openxmlformats.org/officeDocument/2006/relationships/image" Target="../media/image495.png"/><Relationship Id="rId19" Type="http://schemas.openxmlformats.org/officeDocument/2006/relationships/customXml" Target="../ink/ink403.xml"/><Relationship Id="rId14" Type="http://schemas.openxmlformats.org/officeDocument/2006/relationships/image" Target="../media/image398.png"/><Relationship Id="rId30" Type="http://schemas.openxmlformats.org/officeDocument/2006/relationships/image" Target="../media/image406.png"/><Relationship Id="rId35" Type="http://schemas.openxmlformats.org/officeDocument/2006/relationships/customXml" Target="../ink/ink411.xml"/><Relationship Id="rId56" Type="http://schemas.openxmlformats.org/officeDocument/2006/relationships/image" Target="../media/image419.png"/><Relationship Id="rId77" Type="http://schemas.openxmlformats.org/officeDocument/2006/relationships/customXml" Target="../ink/ink432.xml"/><Relationship Id="rId100" Type="http://schemas.openxmlformats.org/officeDocument/2006/relationships/image" Target="../media/image441.png"/><Relationship Id="rId105" Type="http://schemas.openxmlformats.org/officeDocument/2006/relationships/customXml" Target="../ink/ink446.xml"/><Relationship Id="rId126" Type="http://schemas.openxmlformats.org/officeDocument/2006/relationships/image" Target="../media/image454.png"/><Relationship Id="rId147" Type="http://schemas.openxmlformats.org/officeDocument/2006/relationships/customXml" Target="../ink/ink467.xml"/><Relationship Id="rId168" Type="http://schemas.openxmlformats.org/officeDocument/2006/relationships/image" Target="../media/image475.png"/><Relationship Id="rId8" Type="http://schemas.openxmlformats.org/officeDocument/2006/relationships/image" Target="../media/image395.png"/><Relationship Id="rId51" Type="http://schemas.openxmlformats.org/officeDocument/2006/relationships/customXml" Target="../ink/ink419.xml"/><Relationship Id="rId72" Type="http://schemas.openxmlformats.org/officeDocument/2006/relationships/image" Target="../media/image427.png"/><Relationship Id="rId93" Type="http://schemas.openxmlformats.org/officeDocument/2006/relationships/customXml" Target="../ink/ink440.xml"/><Relationship Id="rId98" Type="http://schemas.openxmlformats.org/officeDocument/2006/relationships/image" Target="../media/image440.png"/><Relationship Id="rId121" Type="http://schemas.openxmlformats.org/officeDocument/2006/relationships/customXml" Target="../ink/ink454.xml"/><Relationship Id="rId142" Type="http://schemas.openxmlformats.org/officeDocument/2006/relationships/image" Target="../media/image462.png"/><Relationship Id="rId163" Type="http://schemas.openxmlformats.org/officeDocument/2006/relationships/customXml" Target="../ink/ink475.xml"/><Relationship Id="rId184" Type="http://schemas.openxmlformats.org/officeDocument/2006/relationships/image" Target="../media/image483.png"/><Relationship Id="rId189" Type="http://schemas.openxmlformats.org/officeDocument/2006/relationships/customXml" Target="../ink/ink488.xml"/><Relationship Id="rId3" Type="http://schemas.openxmlformats.org/officeDocument/2006/relationships/customXml" Target="../ink/ink395.xml"/><Relationship Id="rId25" Type="http://schemas.openxmlformats.org/officeDocument/2006/relationships/customXml" Target="../ink/ink406.xml"/><Relationship Id="rId46" Type="http://schemas.openxmlformats.org/officeDocument/2006/relationships/image" Target="../media/image414.png"/><Relationship Id="rId67" Type="http://schemas.openxmlformats.org/officeDocument/2006/relationships/customXml" Target="../ink/ink427.xml"/><Relationship Id="rId116" Type="http://schemas.openxmlformats.org/officeDocument/2006/relationships/image" Target="../media/image449.png"/><Relationship Id="rId137" Type="http://schemas.openxmlformats.org/officeDocument/2006/relationships/customXml" Target="../ink/ink462.xml"/><Relationship Id="rId158" Type="http://schemas.openxmlformats.org/officeDocument/2006/relationships/image" Target="../media/image470.png"/><Relationship Id="rId20" Type="http://schemas.openxmlformats.org/officeDocument/2006/relationships/image" Target="../media/image401.png"/><Relationship Id="rId41" Type="http://schemas.openxmlformats.org/officeDocument/2006/relationships/customXml" Target="../ink/ink414.xml"/><Relationship Id="rId62" Type="http://schemas.openxmlformats.org/officeDocument/2006/relationships/image" Target="../media/image422.png"/><Relationship Id="rId83" Type="http://schemas.openxmlformats.org/officeDocument/2006/relationships/customXml" Target="../ink/ink435.xml"/><Relationship Id="rId88" Type="http://schemas.openxmlformats.org/officeDocument/2006/relationships/image" Target="../media/image435.png"/><Relationship Id="rId111" Type="http://schemas.openxmlformats.org/officeDocument/2006/relationships/customXml" Target="../ink/ink449.xml"/><Relationship Id="rId132" Type="http://schemas.openxmlformats.org/officeDocument/2006/relationships/image" Target="../media/image457.png"/><Relationship Id="rId153" Type="http://schemas.openxmlformats.org/officeDocument/2006/relationships/customXml" Target="../ink/ink470.xml"/><Relationship Id="rId174" Type="http://schemas.openxmlformats.org/officeDocument/2006/relationships/image" Target="../media/image478.png"/><Relationship Id="rId179" Type="http://schemas.openxmlformats.org/officeDocument/2006/relationships/customXml" Target="../ink/ink483.xml"/><Relationship Id="rId195" Type="http://schemas.openxmlformats.org/officeDocument/2006/relationships/customXml" Target="../ink/ink491.xml"/><Relationship Id="rId209" Type="http://schemas.openxmlformats.org/officeDocument/2006/relationships/customXml" Target="../ink/ink498.xml"/><Relationship Id="rId190" Type="http://schemas.openxmlformats.org/officeDocument/2006/relationships/image" Target="../media/image486.png"/><Relationship Id="rId204" Type="http://schemas.openxmlformats.org/officeDocument/2006/relationships/image" Target="../media/image493.png"/><Relationship Id="rId15" Type="http://schemas.openxmlformats.org/officeDocument/2006/relationships/customXml" Target="../ink/ink401.xml"/><Relationship Id="rId36" Type="http://schemas.openxmlformats.org/officeDocument/2006/relationships/image" Target="../media/image409.png"/><Relationship Id="rId57" Type="http://schemas.openxmlformats.org/officeDocument/2006/relationships/customXml" Target="../ink/ink422.xml"/><Relationship Id="rId106" Type="http://schemas.openxmlformats.org/officeDocument/2006/relationships/image" Target="../media/image444.png"/><Relationship Id="rId127" Type="http://schemas.openxmlformats.org/officeDocument/2006/relationships/customXml" Target="../ink/ink457.xml"/><Relationship Id="rId10" Type="http://schemas.openxmlformats.org/officeDocument/2006/relationships/image" Target="../media/image396.png"/><Relationship Id="rId31" Type="http://schemas.openxmlformats.org/officeDocument/2006/relationships/customXml" Target="../ink/ink409.xml"/><Relationship Id="rId52" Type="http://schemas.openxmlformats.org/officeDocument/2006/relationships/image" Target="../media/image417.png"/><Relationship Id="rId73" Type="http://schemas.openxmlformats.org/officeDocument/2006/relationships/customXml" Target="../ink/ink430.xml"/><Relationship Id="rId78" Type="http://schemas.openxmlformats.org/officeDocument/2006/relationships/image" Target="../media/image430.png"/><Relationship Id="rId94" Type="http://schemas.openxmlformats.org/officeDocument/2006/relationships/image" Target="../media/image438.png"/><Relationship Id="rId99" Type="http://schemas.openxmlformats.org/officeDocument/2006/relationships/customXml" Target="../ink/ink443.xml"/><Relationship Id="rId101" Type="http://schemas.openxmlformats.org/officeDocument/2006/relationships/customXml" Target="../ink/ink444.xml"/><Relationship Id="rId122" Type="http://schemas.openxmlformats.org/officeDocument/2006/relationships/image" Target="../media/image452.png"/><Relationship Id="rId143" Type="http://schemas.openxmlformats.org/officeDocument/2006/relationships/customXml" Target="../ink/ink465.xml"/><Relationship Id="rId148" Type="http://schemas.openxmlformats.org/officeDocument/2006/relationships/image" Target="../media/image465.png"/><Relationship Id="rId164" Type="http://schemas.openxmlformats.org/officeDocument/2006/relationships/image" Target="../media/image473.png"/><Relationship Id="rId169" Type="http://schemas.openxmlformats.org/officeDocument/2006/relationships/customXml" Target="../ink/ink478.xml"/><Relationship Id="rId185" Type="http://schemas.openxmlformats.org/officeDocument/2006/relationships/customXml" Target="../ink/ink486.xml"/><Relationship Id="rId4" Type="http://schemas.openxmlformats.org/officeDocument/2006/relationships/image" Target="../media/image393.png"/><Relationship Id="rId9" Type="http://schemas.openxmlformats.org/officeDocument/2006/relationships/customXml" Target="../ink/ink398.xml"/><Relationship Id="rId180" Type="http://schemas.openxmlformats.org/officeDocument/2006/relationships/image" Target="../media/image481.png"/><Relationship Id="rId210" Type="http://schemas.openxmlformats.org/officeDocument/2006/relationships/image" Target="../media/image496.png"/><Relationship Id="rId26" Type="http://schemas.openxmlformats.org/officeDocument/2006/relationships/image" Target="../media/image404.png"/><Relationship Id="rId47" Type="http://schemas.openxmlformats.org/officeDocument/2006/relationships/customXml" Target="../ink/ink417.xml"/><Relationship Id="rId68" Type="http://schemas.openxmlformats.org/officeDocument/2006/relationships/image" Target="../media/image425.png"/><Relationship Id="rId89" Type="http://schemas.openxmlformats.org/officeDocument/2006/relationships/customXml" Target="../ink/ink438.xml"/><Relationship Id="rId112" Type="http://schemas.openxmlformats.org/officeDocument/2006/relationships/image" Target="../media/image447.png"/><Relationship Id="rId133" Type="http://schemas.openxmlformats.org/officeDocument/2006/relationships/customXml" Target="../ink/ink460.xml"/><Relationship Id="rId154" Type="http://schemas.openxmlformats.org/officeDocument/2006/relationships/image" Target="../media/image468.png"/><Relationship Id="rId175" Type="http://schemas.openxmlformats.org/officeDocument/2006/relationships/customXml" Target="../ink/ink481.xml"/><Relationship Id="rId196" Type="http://schemas.openxmlformats.org/officeDocument/2006/relationships/image" Target="../media/image489.png"/><Relationship Id="rId200" Type="http://schemas.openxmlformats.org/officeDocument/2006/relationships/image" Target="../media/image491.png"/><Relationship Id="rId16" Type="http://schemas.openxmlformats.org/officeDocument/2006/relationships/image" Target="../media/image399.png"/><Relationship Id="rId37" Type="http://schemas.openxmlformats.org/officeDocument/2006/relationships/customXml" Target="../ink/ink412.xml"/><Relationship Id="rId58" Type="http://schemas.openxmlformats.org/officeDocument/2006/relationships/image" Target="../media/image420.png"/><Relationship Id="rId79" Type="http://schemas.openxmlformats.org/officeDocument/2006/relationships/customXml" Target="../ink/ink433.xml"/><Relationship Id="rId102" Type="http://schemas.openxmlformats.org/officeDocument/2006/relationships/image" Target="../media/image442.png"/><Relationship Id="rId123" Type="http://schemas.openxmlformats.org/officeDocument/2006/relationships/customXml" Target="../ink/ink455.xml"/><Relationship Id="rId144" Type="http://schemas.openxmlformats.org/officeDocument/2006/relationships/image" Target="../media/image463.png"/><Relationship Id="rId90" Type="http://schemas.openxmlformats.org/officeDocument/2006/relationships/image" Target="../media/image436.png"/><Relationship Id="rId165" Type="http://schemas.openxmlformats.org/officeDocument/2006/relationships/customXml" Target="../ink/ink476.xml"/><Relationship Id="rId186" Type="http://schemas.openxmlformats.org/officeDocument/2006/relationships/image" Target="../media/image484.png"/><Relationship Id="rId27" Type="http://schemas.openxmlformats.org/officeDocument/2006/relationships/customXml" Target="../ink/ink407.xml"/><Relationship Id="rId48" Type="http://schemas.openxmlformats.org/officeDocument/2006/relationships/image" Target="../media/image415.png"/><Relationship Id="rId69" Type="http://schemas.openxmlformats.org/officeDocument/2006/relationships/customXml" Target="../ink/ink428.xml"/><Relationship Id="rId113" Type="http://schemas.openxmlformats.org/officeDocument/2006/relationships/customXml" Target="../ink/ink450.xml"/><Relationship Id="rId134" Type="http://schemas.openxmlformats.org/officeDocument/2006/relationships/image" Target="../media/image458.png"/><Relationship Id="rId80" Type="http://schemas.openxmlformats.org/officeDocument/2006/relationships/image" Target="../media/image431.png"/><Relationship Id="rId155" Type="http://schemas.openxmlformats.org/officeDocument/2006/relationships/customXml" Target="../ink/ink471.xml"/><Relationship Id="rId176" Type="http://schemas.openxmlformats.org/officeDocument/2006/relationships/image" Target="../media/image479.png"/><Relationship Id="rId197" Type="http://schemas.openxmlformats.org/officeDocument/2006/relationships/customXml" Target="../ink/ink492.xml"/><Relationship Id="rId201" Type="http://schemas.openxmlformats.org/officeDocument/2006/relationships/customXml" Target="../ink/ink494.xml"/><Relationship Id="rId17" Type="http://schemas.openxmlformats.org/officeDocument/2006/relationships/customXml" Target="../ink/ink402.xml"/><Relationship Id="rId38" Type="http://schemas.openxmlformats.org/officeDocument/2006/relationships/image" Target="../media/image410.png"/><Relationship Id="rId59" Type="http://schemas.openxmlformats.org/officeDocument/2006/relationships/customXml" Target="../ink/ink423.xml"/><Relationship Id="rId103" Type="http://schemas.openxmlformats.org/officeDocument/2006/relationships/customXml" Target="../ink/ink445.xml"/><Relationship Id="rId124" Type="http://schemas.openxmlformats.org/officeDocument/2006/relationships/image" Target="../media/image453.png"/><Relationship Id="rId70" Type="http://schemas.openxmlformats.org/officeDocument/2006/relationships/image" Target="../media/image426.png"/><Relationship Id="rId91" Type="http://schemas.openxmlformats.org/officeDocument/2006/relationships/customXml" Target="../ink/ink439.xml"/><Relationship Id="rId145" Type="http://schemas.openxmlformats.org/officeDocument/2006/relationships/customXml" Target="../ink/ink466.xml"/><Relationship Id="rId166" Type="http://schemas.openxmlformats.org/officeDocument/2006/relationships/image" Target="../media/image474.png"/><Relationship Id="rId187" Type="http://schemas.openxmlformats.org/officeDocument/2006/relationships/customXml" Target="../ink/ink487.xml"/><Relationship Id="rId1" Type="http://schemas.openxmlformats.org/officeDocument/2006/relationships/slideLayout" Target="../slideLayouts/slideLayout3.xml"/><Relationship Id="rId28" Type="http://schemas.openxmlformats.org/officeDocument/2006/relationships/image" Target="../media/image405.png"/><Relationship Id="rId49" Type="http://schemas.openxmlformats.org/officeDocument/2006/relationships/customXml" Target="../ink/ink418.xml"/><Relationship Id="rId114" Type="http://schemas.openxmlformats.org/officeDocument/2006/relationships/image" Target="../media/image448.png"/><Relationship Id="rId60" Type="http://schemas.openxmlformats.org/officeDocument/2006/relationships/image" Target="../media/image421.png"/><Relationship Id="rId81" Type="http://schemas.openxmlformats.org/officeDocument/2006/relationships/customXml" Target="../ink/ink434.xml"/><Relationship Id="rId135" Type="http://schemas.openxmlformats.org/officeDocument/2006/relationships/customXml" Target="../ink/ink461.xml"/><Relationship Id="rId156" Type="http://schemas.openxmlformats.org/officeDocument/2006/relationships/image" Target="../media/image469.png"/><Relationship Id="rId177" Type="http://schemas.openxmlformats.org/officeDocument/2006/relationships/customXml" Target="../ink/ink482.xml"/><Relationship Id="rId198" Type="http://schemas.openxmlformats.org/officeDocument/2006/relationships/image" Target="../media/image490.png"/><Relationship Id="rId202" Type="http://schemas.openxmlformats.org/officeDocument/2006/relationships/image" Target="../media/image492.png"/><Relationship Id="rId18" Type="http://schemas.openxmlformats.org/officeDocument/2006/relationships/image" Target="../media/image400.png"/><Relationship Id="rId39" Type="http://schemas.openxmlformats.org/officeDocument/2006/relationships/customXml" Target="../ink/ink413.xml"/><Relationship Id="rId50" Type="http://schemas.openxmlformats.org/officeDocument/2006/relationships/image" Target="../media/image416.png"/><Relationship Id="rId104" Type="http://schemas.openxmlformats.org/officeDocument/2006/relationships/image" Target="../media/image443.png"/><Relationship Id="rId125" Type="http://schemas.openxmlformats.org/officeDocument/2006/relationships/customXml" Target="../ink/ink456.xml"/><Relationship Id="rId146" Type="http://schemas.openxmlformats.org/officeDocument/2006/relationships/image" Target="../media/image464.png"/><Relationship Id="rId167" Type="http://schemas.openxmlformats.org/officeDocument/2006/relationships/customXml" Target="../ink/ink477.xml"/><Relationship Id="rId188" Type="http://schemas.openxmlformats.org/officeDocument/2006/relationships/image" Target="../media/image485.png"/><Relationship Id="rId71" Type="http://schemas.openxmlformats.org/officeDocument/2006/relationships/customXml" Target="../ink/ink429.xml"/><Relationship Id="rId92" Type="http://schemas.openxmlformats.org/officeDocument/2006/relationships/image" Target="../media/image437.png"/><Relationship Id="rId2" Type="http://schemas.openxmlformats.org/officeDocument/2006/relationships/notesSlide" Target="../notesSlides/notesSlide25.xml"/><Relationship Id="rId29" Type="http://schemas.openxmlformats.org/officeDocument/2006/relationships/customXml" Target="../ink/ink408.xml"/><Relationship Id="rId40" Type="http://schemas.openxmlformats.org/officeDocument/2006/relationships/image" Target="../media/image411.png"/><Relationship Id="rId115" Type="http://schemas.openxmlformats.org/officeDocument/2006/relationships/customXml" Target="../ink/ink451.xml"/><Relationship Id="rId136" Type="http://schemas.openxmlformats.org/officeDocument/2006/relationships/image" Target="../media/image459.png"/><Relationship Id="rId157" Type="http://schemas.openxmlformats.org/officeDocument/2006/relationships/customXml" Target="../ink/ink472.xml"/><Relationship Id="rId178" Type="http://schemas.openxmlformats.org/officeDocument/2006/relationships/image" Target="../media/image480.png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56.xml"/><Relationship Id="rId21" Type="http://schemas.openxmlformats.org/officeDocument/2006/relationships/customXml" Target="../ink/ink508.xml"/><Relationship Id="rId42" Type="http://schemas.openxmlformats.org/officeDocument/2006/relationships/image" Target="../media/image516.png"/><Relationship Id="rId63" Type="http://schemas.openxmlformats.org/officeDocument/2006/relationships/customXml" Target="../ink/ink529.xml"/><Relationship Id="rId84" Type="http://schemas.openxmlformats.org/officeDocument/2006/relationships/image" Target="../media/image537.png"/><Relationship Id="rId138" Type="http://schemas.openxmlformats.org/officeDocument/2006/relationships/image" Target="../media/image564.png"/><Relationship Id="rId159" Type="http://schemas.openxmlformats.org/officeDocument/2006/relationships/customXml" Target="../ink/ink577.xml"/><Relationship Id="rId170" Type="http://schemas.openxmlformats.org/officeDocument/2006/relationships/image" Target="../media/image580.png"/><Relationship Id="rId191" Type="http://schemas.openxmlformats.org/officeDocument/2006/relationships/customXml" Target="../ink/ink593.xml"/><Relationship Id="rId205" Type="http://schemas.openxmlformats.org/officeDocument/2006/relationships/customXml" Target="../ink/ink600.xml"/><Relationship Id="rId226" Type="http://schemas.openxmlformats.org/officeDocument/2006/relationships/image" Target="../media/image608.png"/><Relationship Id="rId247" Type="http://schemas.openxmlformats.org/officeDocument/2006/relationships/customXml" Target="../ink/ink621.xml"/><Relationship Id="rId107" Type="http://schemas.openxmlformats.org/officeDocument/2006/relationships/customXml" Target="../ink/ink551.xml"/><Relationship Id="rId11" Type="http://schemas.openxmlformats.org/officeDocument/2006/relationships/customXml" Target="../ink/ink503.xml"/><Relationship Id="rId32" Type="http://schemas.openxmlformats.org/officeDocument/2006/relationships/image" Target="../media/image511.png"/><Relationship Id="rId53" Type="http://schemas.openxmlformats.org/officeDocument/2006/relationships/customXml" Target="../ink/ink524.xml"/><Relationship Id="rId74" Type="http://schemas.openxmlformats.org/officeDocument/2006/relationships/image" Target="../media/image532.png"/><Relationship Id="rId128" Type="http://schemas.openxmlformats.org/officeDocument/2006/relationships/image" Target="../media/image559.png"/><Relationship Id="rId149" Type="http://schemas.openxmlformats.org/officeDocument/2006/relationships/customXml" Target="../ink/ink572.xml"/><Relationship Id="rId5" Type="http://schemas.openxmlformats.org/officeDocument/2006/relationships/customXml" Target="../ink/ink500.xml"/><Relationship Id="rId95" Type="http://schemas.openxmlformats.org/officeDocument/2006/relationships/customXml" Target="../ink/ink545.xml"/><Relationship Id="rId160" Type="http://schemas.openxmlformats.org/officeDocument/2006/relationships/image" Target="../media/image575.png"/><Relationship Id="rId181" Type="http://schemas.openxmlformats.org/officeDocument/2006/relationships/customXml" Target="../ink/ink588.xml"/><Relationship Id="rId216" Type="http://schemas.openxmlformats.org/officeDocument/2006/relationships/image" Target="../media/image603.png"/><Relationship Id="rId237" Type="http://schemas.openxmlformats.org/officeDocument/2006/relationships/customXml" Target="../ink/ink616.xml"/><Relationship Id="rId22" Type="http://schemas.openxmlformats.org/officeDocument/2006/relationships/image" Target="../media/image506.png"/><Relationship Id="rId43" Type="http://schemas.openxmlformats.org/officeDocument/2006/relationships/customXml" Target="../ink/ink519.xml"/><Relationship Id="rId64" Type="http://schemas.openxmlformats.org/officeDocument/2006/relationships/image" Target="../media/image527.png"/><Relationship Id="rId118" Type="http://schemas.openxmlformats.org/officeDocument/2006/relationships/image" Target="../media/image554.png"/><Relationship Id="rId139" Type="http://schemas.openxmlformats.org/officeDocument/2006/relationships/customXml" Target="../ink/ink567.xml"/><Relationship Id="rId85" Type="http://schemas.openxmlformats.org/officeDocument/2006/relationships/customXml" Target="../ink/ink540.xml"/><Relationship Id="rId150" Type="http://schemas.openxmlformats.org/officeDocument/2006/relationships/image" Target="../media/image570.png"/><Relationship Id="rId171" Type="http://schemas.openxmlformats.org/officeDocument/2006/relationships/customXml" Target="../ink/ink583.xml"/><Relationship Id="rId192" Type="http://schemas.openxmlformats.org/officeDocument/2006/relationships/image" Target="../media/image591.png"/><Relationship Id="rId206" Type="http://schemas.openxmlformats.org/officeDocument/2006/relationships/image" Target="../media/image598.png"/><Relationship Id="rId227" Type="http://schemas.openxmlformats.org/officeDocument/2006/relationships/customXml" Target="../ink/ink611.xml"/><Relationship Id="rId248" Type="http://schemas.openxmlformats.org/officeDocument/2006/relationships/image" Target="../media/image619.png"/><Relationship Id="rId12" Type="http://schemas.openxmlformats.org/officeDocument/2006/relationships/image" Target="../media/image501.png"/><Relationship Id="rId33" Type="http://schemas.openxmlformats.org/officeDocument/2006/relationships/customXml" Target="../ink/ink514.xml"/><Relationship Id="rId108" Type="http://schemas.openxmlformats.org/officeDocument/2006/relationships/image" Target="../media/image549.png"/><Relationship Id="rId129" Type="http://schemas.openxmlformats.org/officeDocument/2006/relationships/customXml" Target="../ink/ink562.xml"/><Relationship Id="rId54" Type="http://schemas.openxmlformats.org/officeDocument/2006/relationships/image" Target="../media/image522.png"/><Relationship Id="rId75" Type="http://schemas.openxmlformats.org/officeDocument/2006/relationships/customXml" Target="../ink/ink535.xml"/><Relationship Id="rId96" Type="http://schemas.openxmlformats.org/officeDocument/2006/relationships/image" Target="../media/image543.png"/><Relationship Id="rId140" Type="http://schemas.openxmlformats.org/officeDocument/2006/relationships/image" Target="../media/image565.png"/><Relationship Id="rId161" Type="http://schemas.openxmlformats.org/officeDocument/2006/relationships/customXml" Target="../ink/ink578.xml"/><Relationship Id="rId182" Type="http://schemas.openxmlformats.org/officeDocument/2006/relationships/image" Target="../media/image586.png"/><Relationship Id="rId217" Type="http://schemas.openxmlformats.org/officeDocument/2006/relationships/customXml" Target="../ink/ink606.xml"/><Relationship Id="rId6" Type="http://schemas.openxmlformats.org/officeDocument/2006/relationships/image" Target="../media/image498.png"/><Relationship Id="rId238" Type="http://schemas.openxmlformats.org/officeDocument/2006/relationships/image" Target="../media/image614.png"/><Relationship Id="rId23" Type="http://schemas.openxmlformats.org/officeDocument/2006/relationships/customXml" Target="../ink/ink509.xml"/><Relationship Id="rId119" Type="http://schemas.openxmlformats.org/officeDocument/2006/relationships/customXml" Target="../ink/ink557.xml"/><Relationship Id="rId44" Type="http://schemas.openxmlformats.org/officeDocument/2006/relationships/image" Target="../media/image517.png"/><Relationship Id="rId65" Type="http://schemas.openxmlformats.org/officeDocument/2006/relationships/customXml" Target="../ink/ink530.xml"/><Relationship Id="rId86" Type="http://schemas.openxmlformats.org/officeDocument/2006/relationships/image" Target="../media/image538.png"/><Relationship Id="rId130" Type="http://schemas.openxmlformats.org/officeDocument/2006/relationships/image" Target="../media/image560.png"/><Relationship Id="rId151" Type="http://schemas.openxmlformats.org/officeDocument/2006/relationships/customXml" Target="../ink/ink573.xml"/><Relationship Id="rId172" Type="http://schemas.openxmlformats.org/officeDocument/2006/relationships/image" Target="../media/image581.png"/><Relationship Id="rId193" Type="http://schemas.openxmlformats.org/officeDocument/2006/relationships/customXml" Target="../ink/ink594.xml"/><Relationship Id="rId207" Type="http://schemas.openxmlformats.org/officeDocument/2006/relationships/customXml" Target="../ink/ink601.xml"/><Relationship Id="rId228" Type="http://schemas.openxmlformats.org/officeDocument/2006/relationships/image" Target="../media/image609.png"/><Relationship Id="rId249" Type="http://schemas.openxmlformats.org/officeDocument/2006/relationships/customXml" Target="../ink/ink622.xml"/><Relationship Id="rId13" Type="http://schemas.openxmlformats.org/officeDocument/2006/relationships/customXml" Target="../ink/ink504.xml"/><Relationship Id="rId109" Type="http://schemas.openxmlformats.org/officeDocument/2006/relationships/customXml" Target="../ink/ink552.xml"/><Relationship Id="rId34" Type="http://schemas.openxmlformats.org/officeDocument/2006/relationships/image" Target="../media/image512.png"/><Relationship Id="rId55" Type="http://schemas.openxmlformats.org/officeDocument/2006/relationships/customXml" Target="../ink/ink525.xml"/><Relationship Id="rId76" Type="http://schemas.openxmlformats.org/officeDocument/2006/relationships/image" Target="../media/image533.png"/><Relationship Id="rId97" Type="http://schemas.openxmlformats.org/officeDocument/2006/relationships/customXml" Target="../ink/ink546.xml"/><Relationship Id="rId120" Type="http://schemas.openxmlformats.org/officeDocument/2006/relationships/image" Target="../media/image555.png"/><Relationship Id="rId141" Type="http://schemas.openxmlformats.org/officeDocument/2006/relationships/customXml" Target="../ink/ink568.xml"/><Relationship Id="rId7" Type="http://schemas.openxmlformats.org/officeDocument/2006/relationships/customXml" Target="../ink/ink501.xml"/><Relationship Id="rId162" Type="http://schemas.openxmlformats.org/officeDocument/2006/relationships/image" Target="../media/image576.png"/><Relationship Id="rId183" Type="http://schemas.openxmlformats.org/officeDocument/2006/relationships/customXml" Target="../ink/ink589.xml"/><Relationship Id="rId218" Type="http://schemas.openxmlformats.org/officeDocument/2006/relationships/image" Target="../media/image604.png"/><Relationship Id="rId239" Type="http://schemas.openxmlformats.org/officeDocument/2006/relationships/customXml" Target="../ink/ink617.xml"/><Relationship Id="rId250" Type="http://schemas.openxmlformats.org/officeDocument/2006/relationships/image" Target="../media/image620.png"/><Relationship Id="rId24" Type="http://schemas.openxmlformats.org/officeDocument/2006/relationships/image" Target="../media/image507.png"/><Relationship Id="rId45" Type="http://schemas.openxmlformats.org/officeDocument/2006/relationships/customXml" Target="../ink/ink520.xml"/><Relationship Id="rId66" Type="http://schemas.openxmlformats.org/officeDocument/2006/relationships/image" Target="../media/image528.png"/><Relationship Id="rId87" Type="http://schemas.openxmlformats.org/officeDocument/2006/relationships/customXml" Target="../ink/ink541.xml"/><Relationship Id="rId110" Type="http://schemas.openxmlformats.org/officeDocument/2006/relationships/image" Target="../media/image550.png"/><Relationship Id="rId131" Type="http://schemas.openxmlformats.org/officeDocument/2006/relationships/customXml" Target="../ink/ink563.xml"/><Relationship Id="rId152" Type="http://schemas.openxmlformats.org/officeDocument/2006/relationships/image" Target="../media/image571.png"/><Relationship Id="rId173" Type="http://schemas.openxmlformats.org/officeDocument/2006/relationships/customXml" Target="../ink/ink584.xml"/><Relationship Id="rId194" Type="http://schemas.openxmlformats.org/officeDocument/2006/relationships/image" Target="../media/image592.png"/><Relationship Id="rId208" Type="http://schemas.openxmlformats.org/officeDocument/2006/relationships/image" Target="../media/image599.png"/><Relationship Id="rId229" Type="http://schemas.openxmlformats.org/officeDocument/2006/relationships/customXml" Target="../ink/ink612.xml"/><Relationship Id="rId240" Type="http://schemas.openxmlformats.org/officeDocument/2006/relationships/image" Target="../media/image615.png"/><Relationship Id="rId14" Type="http://schemas.openxmlformats.org/officeDocument/2006/relationships/image" Target="../media/image502.png"/><Relationship Id="rId35" Type="http://schemas.openxmlformats.org/officeDocument/2006/relationships/customXml" Target="../ink/ink515.xml"/><Relationship Id="rId56" Type="http://schemas.openxmlformats.org/officeDocument/2006/relationships/image" Target="../media/image523.png"/><Relationship Id="rId77" Type="http://schemas.openxmlformats.org/officeDocument/2006/relationships/customXml" Target="../ink/ink536.xml"/><Relationship Id="rId100" Type="http://schemas.openxmlformats.org/officeDocument/2006/relationships/image" Target="../media/image545.png"/><Relationship Id="rId8" Type="http://schemas.openxmlformats.org/officeDocument/2006/relationships/image" Target="../media/image499.png"/><Relationship Id="rId98" Type="http://schemas.openxmlformats.org/officeDocument/2006/relationships/image" Target="../media/image544.png"/><Relationship Id="rId121" Type="http://schemas.openxmlformats.org/officeDocument/2006/relationships/customXml" Target="../ink/ink558.xml"/><Relationship Id="rId142" Type="http://schemas.openxmlformats.org/officeDocument/2006/relationships/image" Target="../media/image566.png"/><Relationship Id="rId163" Type="http://schemas.openxmlformats.org/officeDocument/2006/relationships/customXml" Target="../ink/ink579.xml"/><Relationship Id="rId184" Type="http://schemas.openxmlformats.org/officeDocument/2006/relationships/image" Target="../media/image587.png"/><Relationship Id="rId219" Type="http://schemas.openxmlformats.org/officeDocument/2006/relationships/customXml" Target="../ink/ink607.xml"/><Relationship Id="rId230" Type="http://schemas.openxmlformats.org/officeDocument/2006/relationships/image" Target="../media/image610.png"/><Relationship Id="rId251" Type="http://schemas.openxmlformats.org/officeDocument/2006/relationships/customXml" Target="../ink/ink623.xml"/><Relationship Id="rId25" Type="http://schemas.openxmlformats.org/officeDocument/2006/relationships/customXml" Target="../ink/ink510.xml"/><Relationship Id="rId46" Type="http://schemas.openxmlformats.org/officeDocument/2006/relationships/image" Target="../media/image518.png"/><Relationship Id="rId67" Type="http://schemas.openxmlformats.org/officeDocument/2006/relationships/customXml" Target="../ink/ink531.xml"/><Relationship Id="rId88" Type="http://schemas.openxmlformats.org/officeDocument/2006/relationships/image" Target="../media/image539.png"/><Relationship Id="rId111" Type="http://schemas.openxmlformats.org/officeDocument/2006/relationships/customXml" Target="../ink/ink553.xml"/><Relationship Id="rId132" Type="http://schemas.openxmlformats.org/officeDocument/2006/relationships/image" Target="../media/image561.png"/><Relationship Id="rId153" Type="http://schemas.openxmlformats.org/officeDocument/2006/relationships/customXml" Target="../ink/ink574.xml"/><Relationship Id="rId174" Type="http://schemas.openxmlformats.org/officeDocument/2006/relationships/image" Target="../media/image582.png"/><Relationship Id="rId195" Type="http://schemas.openxmlformats.org/officeDocument/2006/relationships/customXml" Target="../ink/ink595.xml"/><Relationship Id="rId209" Type="http://schemas.openxmlformats.org/officeDocument/2006/relationships/customXml" Target="../ink/ink602.xml"/><Relationship Id="rId220" Type="http://schemas.openxmlformats.org/officeDocument/2006/relationships/image" Target="../media/image605.png"/><Relationship Id="rId241" Type="http://schemas.openxmlformats.org/officeDocument/2006/relationships/customXml" Target="../ink/ink618.xml"/><Relationship Id="rId15" Type="http://schemas.openxmlformats.org/officeDocument/2006/relationships/customXml" Target="../ink/ink505.xml"/><Relationship Id="rId36" Type="http://schemas.openxmlformats.org/officeDocument/2006/relationships/image" Target="../media/image513.png"/><Relationship Id="rId57" Type="http://schemas.openxmlformats.org/officeDocument/2006/relationships/customXml" Target="../ink/ink526.xml"/><Relationship Id="rId78" Type="http://schemas.openxmlformats.org/officeDocument/2006/relationships/image" Target="../media/image534.png"/><Relationship Id="rId99" Type="http://schemas.openxmlformats.org/officeDocument/2006/relationships/customXml" Target="../ink/ink547.xml"/><Relationship Id="rId101" Type="http://schemas.openxmlformats.org/officeDocument/2006/relationships/customXml" Target="../ink/ink548.xml"/><Relationship Id="rId122" Type="http://schemas.openxmlformats.org/officeDocument/2006/relationships/image" Target="../media/image556.png"/><Relationship Id="rId143" Type="http://schemas.openxmlformats.org/officeDocument/2006/relationships/customXml" Target="../ink/ink569.xml"/><Relationship Id="rId164" Type="http://schemas.openxmlformats.org/officeDocument/2006/relationships/image" Target="../media/image577.png"/><Relationship Id="rId185" Type="http://schemas.openxmlformats.org/officeDocument/2006/relationships/customXml" Target="../ink/ink590.xml"/><Relationship Id="rId9" Type="http://schemas.openxmlformats.org/officeDocument/2006/relationships/customXml" Target="../ink/ink502.xml"/><Relationship Id="rId210" Type="http://schemas.openxmlformats.org/officeDocument/2006/relationships/image" Target="../media/image600.png"/><Relationship Id="rId26" Type="http://schemas.openxmlformats.org/officeDocument/2006/relationships/image" Target="../media/image508.png"/><Relationship Id="rId231" Type="http://schemas.openxmlformats.org/officeDocument/2006/relationships/customXml" Target="../ink/ink613.xml"/><Relationship Id="rId252" Type="http://schemas.openxmlformats.org/officeDocument/2006/relationships/image" Target="../media/image621.png"/><Relationship Id="rId47" Type="http://schemas.openxmlformats.org/officeDocument/2006/relationships/customXml" Target="../ink/ink521.xml"/><Relationship Id="rId68" Type="http://schemas.openxmlformats.org/officeDocument/2006/relationships/image" Target="../media/image529.png"/><Relationship Id="rId89" Type="http://schemas.openxmlformats.org/officeDocument/2006/relationships/customXml" Target="../ink/ink542.xml"/><Relationship Id="rId112" Type="http://schemas.openxmlformats.org/officeDocument/2006/relationships/image" Target="../media/image551.png"/><Relationship Id="rId133" Type="http://schemas.openxmlformats.org/officeDocument/2006/relationships/customXml" Target="../ink/ink564.xml"/><Relationship Id="rId154" Type="http://schemas.openxmlformats.org/officeDocument/2006/relationships/image" Target="../media/image572.png"/><Relationship Id="rId175" Type="http://schemas.openxmlformats.org/officeDocument/2006/relationships/customXml" Target="../ink/ink585.xml"/><Relationship Id="rId196" Type="http://schemas.openxmlformats.org/officeDocument/2006/relationships/image" Target="../media/image593.png"/><Relationship Id="rId200" Type="http://schemas.openxmlformats.org/officeDocument/2006/relationships/image" Target="../media/image595.png"/><Relationship Id="rId16" Type="http://schemas.openxmlformats.org/officeDocument/2006/relationships/image" Target="../media/image503.png"/><Relationship Id="rId221" Type="http://schemas.openxmlformats.org/officeDocument/2006/relationships/customXml" Target="../ink/ink608.xml"/><Relationship Id="rId242" Type="http://schemas.openxmlformats.org/officeDocument/2006/relationships/image" Target="../media/image616.png"/><Relationship Id="rId37" Type="http://schemas.openxmlformats.org/officeDocument/2006/relationships/customXml" Target="../ink/ink516.xml"/><Relationship Id="rId58" Type="http://schemas.openxmlformats.org/officeDocument/2006/relationships/image" Target="../media/image524.png"/><Relationship Id="rId79" Type="http://schemas.openxmlformats.org/officeDocument/2006/relationships/customXml" Target="../ink/ink537.xml"/><Relationship Id="rId102" Type="http://schemas.openxmlformats.org/officeDocument/2006/relationships/image" Target="../media/image546.png"/><Relationship Id="rId123" Type="http://schemas.openxmlformats.org/officeDocument/2006/relationships/customXml" Target="../ink/ink559.xml"/><Relationship Id="rId144" Type="http://schemas.openxmlformats.org/officeDocument/2006/relationships/image" Target="../media/image567.png"/><Relationship Id="rId90" Type="http://schemas.openxmlformats.org/officeDocument/2006/relationships/image" Target="../media/image540.png"/><Relationship Id="rId165" Type="http://schemas.openxmlformats.org/officeDocument/2006/relationships/customXml" Target="../ink/ink580.xml"/><Relationship Id="rId186" Type="http://schemas.openxmlformats.org/officeDocument/2006/relationships/image" Target="../media/image588.png"/><Relationship Id="rId211" Type="http://schemas.openxmlformats.org/officeDocument/2006/relationships/customXml" Target="../ink/ink603.xml"/><Relationship Id="rId232" Type="http://schemas.openxmlformats.org/officeDocument/2006/relationships/image" Target="../media/image611.png"/><Relationship Id="rId253" Type="http://schemas.openxmlformats.org/officeDocument/2006/relationships/customXml" Target="../ink/ink624.xml"/><Relationship Id="rId27" Type="http://schemas.openxmlformats.org/officeDocument/2006/relationships/customXml" Target="../ink/ink511.xml"/><Relationship Id="rId48" Type="http://schemas.openxmlformats.org/officeDocument/2006/relationships/image" Target="../media/image519.png"/><Relationship Id="rId69" Type="http://schemas.openxmlformats.org/officeDocument/2006/relationships/customXml" Target="../ink/ink532.xml"/><Relationship Id="rId113" Type="http://schemas.openxmlformats.org/officeDocument/2006/relationships/customXml" Target="../ink/ink554.xml"/><Relationship Id="rId134" Type="http://schemas.openxmlformats.org/officeDocument/2006/relationships/image" Target="../media/image562.png"/><Relationship Id="rId80" Type="http://schemas.openxmlformats.org/officeDocument/2006/relationships/image" Target="../media/image535.png"/><Relationship Id="rId155" Type="http://schemas.openxmlformats.org/officeDocument/2006/relationships/customXml" Target="../ink/ink575.xml"/><Relationship Id="rId176" Type="http://schemas.openxmlformats.org/officeDocument/2006/relationships/image" Target="../media/image583.png"/><Relationship Id="rId197" Type="http://schemas.openxmlformats.org/officeDocument/2006/relationships/customXml" Target="../ink/ink596.xml"/><Relationship Id="rId201" Type="http://schemas.openxmlformats.org/officeDocument/2006/relationships/customXml" Target="../ink/ink598.xml"/><Relationship Id="rId222" Type="http://schemas.openxmlformats.org/officeDocument/2006/relationships/image" Target="../media/image606.png"/><Relationship Id="rId243" Type="http://schemas.openxmlformats.org/officeDocument/2006/relationships/customXml" Target="../ink/ink619.xml"/><Relationship Id="rId17" Type="http://schemas.openxmlformats.org/officeDocument/2006/relationships/customXml" Target="../ink/ink506.xml"/><Relationship Id="rId38" Type="http://schemas.openxmlformats.org/officeDocument/2006/relationships/image" Target="../media/image514.png"/><Relationship Id="rId59" Type="http://schemas.openxmlformats.org/officeDocument/2006/relationships/customXml" Target="../ink/ink527.xml"/><Relationship Id="rId103" Type="http://schemas.openxmlformats.org/officeDocument/2006/relationships/customXml" Target="../ink/ink549.xml"/><Relationship Id="rId124" Type="http://schemas.openxmlformats.org/officeDocument/2006/relationships/image" Target="../media/image557.png"/><Relationship Id="rId70" Type="http://schemas.openxmlformats.org/officeDocument/2006/relationships/image" Target="../media/image530.png"/><Relationship Id="rId91" Type="http://schemas.openxmlformats.org/officeDocument/2006/relationships/customXml" Target="../ink/ink543.xml"/><Relationship Id="rId145" Type="http://schemas.openxmlformats.org/officeDocument/2006/relationships/customXml" Target="../ink/ink570.xml"/><Relationship Id="rId166" Type="http://schemas.openxmlformats.org/officeDocument/2006/relationships/image" Target="../media/image578.png"/><Relationship Id="rId187" Type="http://schemas.openxmlformats.org/officeDocument/2006/relationships/customXml" Target="../ink/ink591.xml"/><Relationship Id="rId1" Type="http://schemas.openxmlformats.org/officeDocument/2006/relationships/slideLayout" Target="../slideLayouts/slideLayout3.xml"/><Relationship Id="rId212" Type="http://schemas.openxmlformats.org/officeDocument/2006/relationships/image" Target="../media/image601.png"/><Relationship Id="rId233" Type="http://schemas.openxmlformats.org/officeDocument/2006/relationships/customXml" Target="../ink/ink614.xml"/><Relationship Id="rId254" Type="http://schemas.openxmlformats.org/officeDocument/2006/relationships/image" Target="../media/image622.png"/><Relationship Id="rId28" Type="http://schemas.openxmlformats.org/officeDocument/2006/relationships/image" Target="../media/image509.png"/><Relationship Id="rId49" Type="http://schemas.openxmlformats.org/officeDocument/2006/relationships/customXml" Target="../ink/ink522.xml"/><Relationship Id="rId114" Type="http://schemas.openxmlformats.org/officeDocument/2006/relationships/image" Target="../media/image552.png"/><Relationship Id="rId60" Type="http://schemas.openxmlformats.org/officeDocument/2006/relationships/image" Target="../media/image525.png"/><Relationship Id="rId81" Type="http://schemas.openxmlformats.org/officeDocument/2006/relationships/customXml" Target="../ink/ink538.xml"/><Relationship Id="rId135" Type="http://schemas.openxmlformats.org/officeDocument/2006/relationships/customXml" Target="../ink/ink565.xml"/><Relationship Id="rId156" Type="http://schemas.openxmlformats.org/officeDocument/2006/relationships/image" Target="../media/image573.png"/><Relationship Id="rId177" Type="http://schemas.openxmlformats.org/officeDocument/2006/relationships/customXml" Target="../ink/ink586.xml"/><Relationship Id="rId198" Type="http://schemas.openxmlformats.org/officeDocument/2006/relationships/image" Target="../media/image594.png"/><Relationship Id="rId202" Type="http://schemas.openxmlformats.org/officeDocument/2006/relationships/image" Target="../media/image596.png"/><Relationship Id="rId223" Type="http://schemas.openxmlformats.org/officeDocument/2006/relationships/customXml" Target="../ink/ink609.xml"/><Relationship Id="rId244" Type="http://schemas.openxmlformats.org/officeDocument/2006/relationships/image" Target="../media/image617.png"/><Relationship Id="rId18" Type="http://schemas.openxmlformats.org/officeDocument/2006/relationships/image" Target="../media/image504.png"/><Relationship Id="rId39" Type="http://schemas.openxmlformats.org/officeDocument/2006/relationships/customXml" Target="../ink/ink517.xml"/><Relationship Id="rId50" Type="http://schemas.openxmlformats.org/officeDocument/2006/relationships/image" Target="../media/image520.png"/><Relationship Id="rId104" Type="http://schemas.openxmlformats.org/officeDocument/2006/relationships/image" Target="../media/image547.png"/><Relationship Id="rId125" Type="http://schemas.openxmlformats.org/officeDocument/2006/relationships/customXml" Target="../ink/ink560.xml"/><Relationship Id="rId146" Type="http://schemas.openxmlformats.org/officeDocument/2006/relationships/image" Target="../media/image568.png"/><Relationship Id="rId167" Type="http://schemas.openxmlformats.org/officeDocument/2006/relationships/customXml" Target="../ink/ink581.xml"/><Relationship Id="rId188" Type="http://schemas.openxmlformats.org/officeDocument/2006/relationships/image" Target="../media/image589.png"/><Relationship Id="rId71" Type="http://schemas.openxmlformats.org/officeDocument/2006/relationships/customXml" Target="../ink/ink533.xml"/><Relationship Id="rId92" Type="http://schemas.openxmlformats.org/officeDocument/2006/relationships/image" Target="../media/image541.png"/><Relationship Id="rId213" Type="http://schemas.openxmlformats.org/officeDocument/2006/relationships/customXml" Target="../ink/ink604.xml"/><Relationship Id="rId234" Type="http://schemas.openxmlformats.org/officeDocument/2006/relationships/image" Target="../media/image612.png"/><Relationship Id="rId2" Type="http://schemas.openxmlformats.org/officeDocument/2006/relationships/notesSlide" Target="../notesSlides/notesSlide26.xml"/><Relationship Id="rId29" Type="http://schemas.openxmlformats.org/officeDocument/2006/relationships/customXml" Target="../ink/ink512.xml"/><Relationship Id="rId255" Type="http://schemas.openxmlformats.org/officeDocument/2006/relationships/customXml" Target="../ink/ink625.xml"/><Relationship Id="rId40" Type="http://schemas.openxmlformats.org/officeDocument/2006/relationships/image" Target="../media/image515.png"/><Relationship Id="rId115" Type="http://schemas.openxmlformats.org/officeDocument/2006/relationships/customXml" Target="../ink/ink555.xml"/><Relationship Id="rId136" Type="http://schemas.openxmlformats.org/officeDocument/2006/relationships/image" Target="../media/image563.png"/><Relationship Id="rId157" Type="http://schemas.openxmlformats.org/officeDocument/2006/relationships/customXml" Target="../ink/ink576.xml"/><Relationship Id="rId178" Type="http://schemas.openxmlformats.org/officeDocument/2006/relationships/image" Target="../media/image584.png"/><Relationship Id="rId61" Type="http://schemas.openxmlformats.org/officeDocument/2006/relationships/customXml" Target="../ink/ink528.xml"/><Relationship Id="rId82" Type="http://schemas.openxmlformats.org/officeDocument/2006/relationships/image" Target="../media/image536.png"/><Relationship Id="rId199" Type="http://schemas.openxmlformats.org/officeDocument/2006/relationships/customXml" Target="../ink/ink597.xml"/><Relationship Id="rId203" Type="http://schemas.openxmlformats.org/officeDocument/2006/relationships/customXml" Target="../ink/ink599.xml"/><Relationship Id="rId19" Type="http://schemas.openxmlformats.org/officeDocument/2006/relationships/customXml" Target="../ink/ink507.xml"/><Relationship Id="rId224" Type="http://schemas.openxmlformats.org/officeDocument/2006/relationships/image" Target="../media/image607.png"/><Relationship Id="rId245" Type="http://schemas.openxmlformats.org/officeDocument/2006/relationships/customXml" Target="../ink/ink620.xml"/><Relationship Id="rId30" Type="http://schemas.openxmlformats.org/officeDocument/2006/relationships/image" Target="../media/image510.png"/><Relationship Id="rId105" Type="http://schemas.openxmlformats.org/officeDocument/2006/relationships/customXml" Target="../ink/ink550.xml"/><Relationship Id="rId126" Type="http://schemas.openxmlformats.org/officeDocument/2006/relationships/image" Target="../media/image558.png"/><Relationship Id="rId147" Type="http://schemas.openxmlformats.org/officeDocument/2006/relationships/customXml" Target="../ink/ink571.xml"/><Relationship Id="rId168" Type="http://schemas.openxmlformats.org/officeDocument/2006/relationships/image" Target="../media/image579.png"/><Relationship Id="rId51" Type="http://schemas.openxmlformats.org/officeDocument/2006/relationships/customXml" Target="../ink/ink523.xml"/><Relationship Id="rId72" Type="http://schemas.openxmlformats.org/officeDocument/2006/relationships/image" Target="../media/image531.png"/><Relationship Id="rId93" Type="http://schemas.openxmlformats.org/officeDocument/2006/relationships/customXml" Target="../ink/ink544.xml"/><Relationship Id="rId189" Type="http://schemas.openxmlformats.org/officeDocument/2006/relationships/customXml" Target="../ink/ink592.xml"/><Relationship Id="rId3" Type="http://schemas.openxmlformats.org/officeDocument/2006/relationships/customXml" Target="../ink/ink499.xml"/><Relationship Id="rId214" Type="http://schemas.openxmlformats.org/officeDocument/2006/relationships/image" Target="../media/image602.png"/><Relationship Id="rId235" Type="http://schemas.openxmlformats.org/officeDocument/2006/relationships/customXml" Target="../ink/ink615.xml"/><Relationship Id="rId256" Type="http://schemas.openxmlformats.org/officeDocument/2006/relationships/image" Target="../media/image623.png"/><Relationship Id="rId116" Type="http://schemas.openxmlformats.org/officeDocument/2006/relationships/image" Target="../media/image553.png"/><Relationship Id="rId137" Type="http://schemas.openxmlformats.org/officeDocument/2006/relationships/customXml" Target="../ink/ink566.xml"/><Relationship Id="rId158" Type="http://schemas.openxmlformats.org/officeDocument/2006/relationships/image" Target="../media/image574.png"/><Relationship Id="rId20" Type="http://schemas.openxmlformats.org/officeDocument/2006/relationships/image" Target="../media/image505.png"/><Relationship Id="rId41" Type="http://schemas.openxmlformats.org/officeDocument/2006/relationships/customXml" Target="../ink/ink518.xml"/><Relationship Id="rId62" Type="http://schemas.openxmlformats.org/officeDocument/2006/relationships/image" Target="../media/image526.png"/><Relationship Id="rId83" Type="http://schemas.openxmlformats.org/officeDocument/2006/relationships/customXml" Target="../ink/ink539.xml"/><Relationship Id="rId179" Type="http://schemas.openxmlformats.org/officeDocument/2006/relationships/customXml" Target="../ink/ink587.xml"/><Relationship Id="rId190" Type="http://schemas.openxmlformats.org/officeDocument/2006/relationships/image" Target="../media/image590.png"/><Relationship Id="rId204" Type="http://schemas.openxmlformats.org/officeDocument/2006/relationships/image" Target="../media/image597.png"/><Relationship Id="rId225" Type="http://schemas.openxmlformats.org/officeDocument/2006/relationships/customXml" Target="../ink/ink610.xml"/><Relationship Id="rId246" Type="http://schemas.openxmlformats.org/officeDocument/2006/relationships/image" Target="../media/image618.png"/><Relationship Id="rId106" Type="http://schemas.openxmlformats.org/officeDocument/2006/relationships/image" Target="../media/image548.png"/><Relationship Id="rId127" Type="http://schemas.openxmlformats.org/officeDocument/2006/relationships/customXml" Target="../ink/ink561.xml"/><Relationship Id="rId10" Type="http://schemas.openxmlformats.org/officeDocument/2006/relationships/image" Target="../media/image500.png"/><Relationship Id="rId31" Type="http://schemas.openxmlformats.org/officeDocument/2006/relationships/customXml" Target="../ink/ink513.xml"/><Relationship Id="rId52" Type="http://schemas.openxmlformats.org/officeDocument/2006/relationships/image" Target="../media/image521.png"/><Relationship Id="rId73" Type="http://schemas.openxmlformats.org/officeDocument/2006/relationships/customXml" Target="../ink/ink534.xml"/><Relationship Id="rId94" Type="http://schemas.openxmlformats.org/officeDocument/2006/relationships/image" Target="../media/image542.png"/><Relationship Id="rId148" Type="http://schemas.openxmlformats.org/officeDocument/2006/relationships/image" Target="../media/image569.png"/><Relationship Id="rId169" Type="http://schemas.openxmlformats.org/officeDocument/2006/relationships/customXml" Target="../ink/ink582.xml"/><Relationship Id="rId4" Type="http://schemas.openxmlformats.org/officeDocument/2006/relationships/image" Target="../media/image497.png"/><Relationship Id="rId180" Type="http://schemas.openxmlformats.org/officeDocument/2006/relationships/image" Target="../media/image585.png"/><Relationship Id="rId215" Type="http://schemas.openxmlformats.org/officeDocument/2006/relationships/customXml" Target="../ink/ink605.xml"/><Relationship Id="rId236" Type="http://schemas.openxmlformats.org/officeDocument/2006/relationships/image" Target="../media/image6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583644C7-D4DF-543E-6801-D112434A16B3}"/>
              </a:ext>
            </a:extLst>
          </p:cNvPr>
          <p:cNvSpPr txBox="1">
            <a:spLocks/>
          </p:cNvSpPr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GB" dirty="0">
                <a:solidFill>
                  <a:srgbClr val="FF0000"/>
                </a:solidFill>
              </a:rPr>
              <a:t>Time Series Analysis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Advanced Machine Learning</a:t>
            </a:r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931FCB0E-A5A6-B716-2963-FEF651776A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Science at Zindua School | By Chris Aloo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27B9577-7C38-1C8E-892C-664663F9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889C7FD-3FA7-D1FA-4F10-9B23985AB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Checkpoint</a:t>
            </a:r>
            <a:endParaRPr dirty="0"/>
          </a:p>
        </p:txBody>
      </p:sp>
      <p:sp>
        <p:nvSpPr>
          <p:cNvPr id="4" name="Google Shape;29;p4">
            <a:extLst>
              <a:ext uri="{FF2B5EF4-FFF2-40B4-BE49-F238E27FC236}">
                <a16:creationId xmlns:a16="http://schemas.microsoft.com/office/drawing/2014/main" id="{AAD2AB00-5B36-FFCB-3E6E-D975131B5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Week 1 Project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Week 2 Project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Project ReadMe and Project Review Rubric 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51336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8F52D25-38D8-2A86-85C8-0846A3BD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EF3944A-EAD5-EE28-C376-A58B05C4B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</a:t>
            </a:r>
            <a:r>
              <a:rPr lang="en-GB" dirty="0" err="1"/>
              <a:t>TimeSeries</a:t>
            </a:r>
            <a:endParaRPr lang="en-GB"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47DB140-3CE5-A333-2682-DAE22A2876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34392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4291F75-EB2A-ADCD-BB16-DB1EFCBE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5B17210-8CAA-840C-123E-7F8BD72904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Introduction to Time Series	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407D8477-2015-584D-8ECC-3A2AA1874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Time Series  Data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Date Time Features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Time Resampling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Time Shifting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Visualizing Time Series Data 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855953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07D6FE2-BAE8-6C80-D962-F41CA5C12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ECB46A0C-240D-3148-3E35-2F479FACE8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Introduction to Time Series	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B0585DFF-605B-A98F-7302-70445F6D86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837391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000" dirty="0"/>
              <a:t> A time series is a collection of observations  made sequentially in time.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000" b="1" u="sng" dirty="0"/>
              <a:t>Examples</a:t>
            </a:r>
            <a:r>
              <a:rPr lang="en-US" sz="2000" dirty="0"/>
              <a:t>: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In Economics,  daily closing stock prices, weekly interest rates, monthly price indices and yearly earnings.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In  Meteorology, hourly wind speed, daily temperature and annual rainfall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In Social Sciences annual birth rates, mortality rates, accident rates and various crime rates.</a:t>
            </a:r>
          </a:p>
        </p:txBody>
      </p:sp>
    </p:spTree>
    <p:extLst>
      <p:ext uri="{BB962C8B-B14F-4D97-AF65-F5344CB8AC3E}">
        <p14:creationId xmlns:p14="http://schemas.microsoft.com/office/powerpoint/2010/main" val="517507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27B72F3-618B-EFF4-B6A7-5E8F57B4C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79989A34-1C1E-138C-C2FE-7D59A8B951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Introduction to Time Series	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5FCA3551-6861-0042-AC66-D635F11A83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8373910" cy="380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In Engineering   electric signals, voltage and sound.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In Geophysics ocean waves, earth noise in an area.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EEG and EKG tracings in Medicine.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In Agriculture annual crop production prices.</a:t>
            </a:r>
          </a:p>
          <a:p>
            <a:pPr marL="146050" indent="0">
              <a:buNone/>
            </a:pPr>
            <a:endParaRPr lang="en-US" sz="2000" dirty="0"/>
          </a:p>
          <a:p>
            <a:pPr marL="146050" indent="0">
              <a:buNone/>
            </a:pPr>
            <a:r>
              <a:rPr lang="en-US" sz="2000" b="1" dirty="0"/>
              <a:t>Discrete and Continuous Time Series 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1800" dirty="0"/>
              <a:t>A time series is said to be discrete when observations are taken only at specific time points.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1800" dirty="0"/>
              <a:t>A time series is said to be continuous when observations are made continuously.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dirty="0"/>
              <a:t>   </a:t>
            </a:r>
            <a:r>
              <a:rPr lang="en-US" altLang="en-US" sz="1200" dirty="0"/>
              <a:t>During this lecture</a:t>
            </a:r>
            <a:r>
              <a:rPr lang="en-US" altLang="en-US" sz="1400" dirty="0"/>
              <a:t> w</a:t>
            </a:r>
            <a:r>
              <a:rPr lang="en-US" altLang="en-US" sz="1200" dirty="0"/>
              <a:t>e consider only discrete time series that is when observations are taken at equal intervals.</a:t>
            </a:r>
          </a:p>
          <a:p>
            <a:pPr marL="14605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87240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D18478F-1416-8CE9-BA35-39FD7814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34BEFDA-A1E4-03EA-A5FE-83A7DD308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Time Series Analysis with Stats Models 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0766574-838B-B901-7C64-8350FD9174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84525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902C7C2-BDDC-D95E-A868-349C3826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B4F3F977-A9D4-2DA4-169D-2DAC860ABD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Objectives of Time Series Analysis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9B7C3CBE-9AE7-B9D0-1A75-0F1C3E9055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8373910" cy="380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GB" sz="2000" dirty="0"/>
              <a:t>To understand the variability of the time series.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/>
              <a:t>To identify the regular and irregular oscillations of the time series.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/>
              <a:t>To describe the characteristics  of the oscillations.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/>
              <a:t>To understand physical processes that give rise to each of these oscillations. </a:t>
            </a:r>
          </a:p>
        </p:txBody>
      </p:sp>
    </p:spTree>
    <p:extLst>
      <p:ext uri="{BB962C8B-B14F-4D97-AF65-F5344CB8AC3E}">
        <p14:creationId xmlns:p14="http://schemas.microsoft.com/office/powerpoint/2010/main" val="3958986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D0EDB0D-A452-62E3-A9E2-68562882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44006FA-1490-6852-8142-4E7FAD794C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Time Series Analysis </a:t>
            </a:r>
            <a:endParaRPr dirty="0"/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FE59E376-2747-F3F3-13F2-21ADB6C5E3CC}"/>
              </a:ext>
            </a:extLst>
          </p:cNvPr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1409410240"/>
              </p:ext>
            </p:extLst>
          </p:nvPr>
        </p:nvGraphicFramePr>
        <p:xfrm>
          <a:off x="442763" y="1236373"/>
          <a:ext cx="8075596" cy="3354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Google Shape;28;p4">
            <a:extLst>
              <a:ext uri="{FF2B5EF4-FFF2-40B4-BE49-F238E27FC236}">
                <a16:creationId xmlns:a16="http://schemas.microsoft.com/office/drawing/2014/main" id="{330A16E0-FBD9-D70B-AC6E-2C01295CE77E}"/>
              </a:ext>
            </a:extLst>
          </p:cNvPr>
          <p:cNvSpPr txBox="1">
            <a:spLocks/>
          </p:cNvSpPr>
          <p:nvPr/>
        </p:nvSpPr>
        <p:spPr>
          <a:xfrm>
            <a:off x="322034" y="863581"/>
            <a:ext cx="3183166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sz="2000" b="0" dirty="0"/>
              <a:t>Example Time Series Plot</a:t>
            </a:r>
          </a:p>
        </p:txBody>
      </p:sp>
    </p:spTree>
    <p:extLst>
      <p:ext uri="{BB962C8B-B14F-4D97-AF65-F5344CB8AC3E}">
        <p14:creationId xmlns:p14="http://schemas.microsoft.com/office/powerpoint/2010/main" val="898985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EFFC874-BBED-8CBA-A551-1A0476800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502F6914-8A60-68BB-6E52-04C8D449D0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Components of a Time Series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B6FC6-C014-F4BC-F3BB-1237C3C921DC}"/>
              </a:ext>
            </a:extLst>
          </p:cNvPr>
          <p:cNvSpPr txBox="1"/>
          <p:nvPr/>
        </p:nvSpPr>
        <p:spPr>
          <a:xfrm>
            <a:off x="322034" y="1025988"/>
            <a:ext cx="8321452" cy="459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indent="-311150">
              <a:lnSpc>
                <a:spcPct val="115000"/>
              </a:lnSpc>
              <a:buClr>
                <a:schemeClr val="accent1"/>
              </a:buClr>
              <a:buSzPts val="1300"/>
              <a:buFont typeface="Wingdings" panose="05000000000000000000" pitchFamily="2" charset="2"/>
              <a:buChar char="Ø"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altLang="en-US" dirty="0"/>
              <a:t>A time series is a collection of data obtained by observing a response variable at periodic points in time. </a:t>
            </a:r>
            <a:r>
              <a:rPr lang="en-US" altLang="en-US" dirty="0" err="1"/>
              <a:t>Xt</a:t>
            </a:r>
            <a:r>
              <a:rPr lang="en-US" altLang="en-US" dirty="0"/>
              <a:t>  is used to denote the value of the variable x at time t.</a:t>
            </a:r>
          </a:p>
          <a:p>
            <a:pPr eaLnBrk="1" hangingPunct="1"/>
            <a:r>
              <a:rPr lang="en-US" altLang="en-US" dirty="0"/>
              <a:t>Time Frame (How far can we predict?)</a:t>
            </a:r>
          </a:p>
          <a:p>
            <a:pPr lvl="1" eaLnBrk="1" hangingPunct="1"/>
            <a:r>
              <a:rPr lang="en-US" altLang="en-US" sz="1800" dirty="0"/>
              <a:t>Short-term (1 - 2 periods)</a:t>
            </a:r>
          </a:p>
          <a:p>
            <a:pPr lvl="1" eaLnBrk="1" hangingPunct="1"/>
            <a:r>
              <a:rPr lang="en-US" altLang="en-US" sz="1800" dirty="0"/>
              <a:t>Medium-term (5 - 10 periods)</a:t>
            </a:r>
          </a:p>
          <a:p>
            <a:pPr lvl="1" eaLnBrk="1" hangingPunct="1"/>
            <a:r>
              <a:rPr lang="en-US" altLang="en-US" sz="1800" dirty="0"/>
              <a:t>Long-term (12+ periods)</a:t>
            </a:r>
          </a:p>
          <a:p>
            <a:pPr lvl="1" eaLnBrk="1" hangingPunct="1"/>
            <a:r>
              <a:rPr lang="en-US" altLang="en-US" sz="1800" dirty="0"/>
              <a:t>No line of demarcation</a:t>
            </a:r>
          </a:p>
          <a:p>
            <a:r>
              <a:rPr lang="en-US" altLang="en-US" sz="2000" dirty="0"/>
              <a:t>A time series is made up of one or more components of the following : </a:t>
            </a:r>
            <a:r>
              <a:rPr lang="en-US" altLang="en-US" sz="1800" u="sng" dirty="0"/>
              <a:t>Trend , Seasonal Variations, </a:t>
            </a:r>
            <a:r>
              <a:rPr lang="en-US" altLang="en-US" sz="1800" dirty="0"/>
              <a:t> Cyclical Variations , </a:t>
            </a:r>
            <a:r>
              <a:rPr lang="en-US" altLang="en-US" sz="1800" u="sng" dirty="0"/>
              <a:t>Irregular Variations </a:t>
            </a:r>
          </a:p>
        </p:txBody>
      </p:sp>
    </p:spTree>
    <p:extLst>
      <p:ext uri="{BB962C8B-B14F-4D97-AF65-F5344CB8AC3E}">
        <p14:creationId xmlns:p14="http://schemas.microsoft.com/office/powerpoint/2010/main" val="175171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BA6B08D-F052-FC74-0928-C8B89B6E1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75088454-E435-3080-3077-9BD1A0D8F0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Trend 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1DDAC-8436-6C55-AAF7-E5D0E4E608C2}"/>
              </a:ext>
            </a:extLst>
          </p:cNvPr>
          <p:cNvSpPr txBox="1"/>
          <p:nvPr/>
        </p:nvSpPr>
        <p:spPr>
          <a:xfrm>
            <a:off x="322034" y="1025988"/>
            <a:ext cx="8499932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Measures the average change in the variable per unit time. In other words it measures the change in the mean level of the time series.</a:t>
            </a:r>
          </a:p>
        </p:txBody>
      </p:sp>
    </p:spTree>
    <p:extLst>
      <p:ext uri="{BB962C8B-B14F-4D97-AF65-F5344CB8AC3E}">
        <p14:creationId xmlns:p14="http://schemas.microsoft.com/office/powerpoint/2010/main" val="2629681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B000B9C-1DFC-4909-8337-9BBF65A42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D3E09A62-A5EF-3A34-D0C4-A64FA90B72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Seasonal variations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1010C-67BC-4DFA-56A7-EFBA3436386F}"/>
              </a:ext>
            </a:extLst>
          </p:cNvPr>
          <p:cNvSpPr txBox="1"/>
          <p:nvPr/>
        </p:nvSpPr>
        <p:spPr>
          <a:xfrm>
            <a:off x="322034" y="1025988"/>
            <a:ext cx="8499932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Periodic variations   that occur with some degree of regulations  within a year or shorter. </a:t>
            </a:r>
          </a:p>
        </p:txBody>
      </p:sp>
    </p:spTree>
    <p:extLst>
      <p:ext uri="{BB962C8B-B14F-4D97-AF65-F5344CB8AC3E}">
        <p14:creationId xmlns:p14="http://schemas.microsoft.com/office/powerpoint/2010/main" val="3313549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81C57D4-A9D4-41D0-653E-2FD5545F8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DC89E5D4-2F75-9FAB-8F28-C77FC5DAB5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Cyclical variations 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4F174-C6D3-B13B-20C0-84B025B89BB4}"/>
              </a:ext>
            </a:extLst>
          </p:cNvPr>
          <p:cNvSpPr txBox="1"/>
          <p:nvPr/>
        </p:nvSpPr>
        <p:spPr>
          <a:xfrm>
            <a:off x="322034" y="1025988"/>
            <a:ext cx="8499932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Recurring up and down  movement which  are extended over  a long period. (usually, 2 years or more)</a:t>
            </a:r>
          </a:p>
        </p:txBody>
      </p:sp>
    </p:spTree>
    <p:extLst>
      <p:ext uri="{BB962C8B-B14F-4D97-AF65-F5344CB8AC3E}">
        <p14:creationId xmlns:p14="http://schemas.microsoft.com/office/powerpoint/2010/main" val="1730185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D7D2142-B6E5-399F-DF27-241234B65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D851B46F-C6DF-A01E-05BB-0221D95810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Irregular variations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491748-F6E2-4440-A627-C33AD150D363}"/>
              </a:ext>
            </a:extLst>
          </p:cNvPr>
          <p:cNvSpPr txBox="1"/>
          <p:nvPr/>
        </p:nvSpPr>
        <p:spPr>
          <a:xfrm>
            <a:off x="322034" y="1025988"/>
            <a:ext cx="8499932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Random Fluctuations which happen due to errors.</a:t>
            </a:r>
          </a:p>
        </p:txBody>
      </p:sp>
    </p:spTree>
    <p:extLst>
      <p:ext uri="{BB962C8B-B14F-4D97-AF65-F5344CB8AC3E}">
        <p14:creationId xmlns:p14="http://schemas.microsoft.com/office/powerpoint/2010/main" val="4081305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760A613-AD07-01EB-E7A9-06D447D0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72D9FE3-0963-F67E-4ACC-7E8563E803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ETS Decomposition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0475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EB7D563-46DD-2C83-035A-AF55DB25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FEFC5C4A-7DFB-A337-C4B5-7D18A9617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MA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3218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D5106C6-8230-35A2-6264-97CF98ED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1681535-B747-215A-B59C-82E5177CEC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34502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 lvl="1"/>
            <a:r>
              <a:rPr lang="en-GB" dirty="0"/>
              <a:t>Holt-Winters Methods</a:t>
            </a:r>
            <a:endParaRPr b="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4835E8-111B-302D-D8DE-C0250C644132}"/>
                  </a:ext>
                </a:extLst>
              </p14:cNvPr>
              <p14:cNvContentPartPr/>
              <p14:nvPr/>
            </p14:nvContentPartPr>
            <p14:xfrm>
              <a:off x="698625" y="1450380"/>
              <a:ext cx="155880" cy="1792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4835E8-111B-302D-D8DE-C0250C6441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2505" y="1444260"/>
                <a:ext cx="168120" cy="180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24C95A-17FD-28F0-164A-D6C58305E7F4}"/>
                  </a:ext>
                </a:extLst>
              </p14:cNvPr>
              <p14:cNvContentPartPr/>
              <p14:nvPr/>
            </p14:nvContentPartPr>
            <p14:xfrm>
              <a:off x="311985" y="3206460"/>
              <a:ext cx="3182040" cy="226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24C95A-17FD-28F0-164A-D6C58305E7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5865" y="3200340"/>
                <a:ext cx="31942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5AFFC18-6E78-9E6A-AC85-4575892E51A2}"/>
                  </a:ext>
                </a:extLst>
              </p14:cNvPr>
              <p14:cNvContentPartPr/>
              <p14:nvPr/>
            </p14:nvContentPartPr>
            <p14:xfrm>
              <a:off x="1080945" y="2779860"/>
              <a:ext cx="82440" cy="140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5AFFC18-6E78-9E6A-AC85-4575892E51A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4825" y="2773740"/>
                <a:ext cx="946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F8A652-E82E-AD0C-84F0-79DD7884C521}"/>
                  </a:ext>
                </a:extLst>
              </p14:cNvPr>
              <p14:cNvContentPartPr/>
              <p14:nvPr/>
            </p14:nvContentPartPr>
            <p14:xfrm>
              <a:off x="1374345" y="2607420"/>
              <a:ext cx="64440" cy="92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F8A652-E82E-AD0C-84F0-79DD7884C52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68225" y="2601300"/>
                <a:ext cx="766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C836A36-E6D9-6433-3945-413BA5CA9727}"/>
                  </a:ext>
                </a:extLst>
              </p14:cNvPr>
              <p14:cNvContentPartPr/>
              <p14:nvPr/>
            </p14:nvContentPartPr>
            <p14:xfrm>
              <a:off x="1592145" y="2324460"/>
              <a:ext cx="132840" cy="187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C836A36-E6D9-6433-3945-413BA5CA972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86025" y="2318340"/>
                <a:ext cx="14508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A51080D-4FFF-F845-EB3C-1EC5DDE5EA3D}"/>
                  </a:ext>
                </a:extLst>
              </p14:cNvPr>
              <p14:cNvContentPartPr/>
              <p14:nvPr/>
            </p14:nvContentPartPr>
            <p14:xfrm>
              <a:off x="1990305" y="2079660"/>
              <a:ext cx="84240" cy="1306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A51080D-4FFF-F845-EB3C-1EC5DDE5EA3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84185" y="2073540"/>
                <a:ext cx="964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D2D3149-FDE0-7A20-F75A-E19978C35B24}"/>
                  </a:ext>
                </a:extLst>
              </p14:cNvPr>
              <p14:cNvContentPartPr/>
              <p14:nvPr/>
            </p14:nvContentPartPr>
            <p14:xfrm>
              <a:off x="2325465" y="1858980"/>
              <a:ext cx="165960" cy="161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D2D3149-FDE0-7A20-F75A-E19978C35B2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319345" y="1852860"/>
                <a:ext cx="1782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0DAB5EA-58A5-072A-82F6-A5086B12D728}"/>
                  </a:ext>
                </a:extLst>
              </p14:cNvPr>
              <p14:cNvContentPartPr/>
              <p14:nvPr/>
            </p14:nvContentPartPr>
            <p14:xfrm>
              <a:off x="2925585" y="1691940"/>
              <a:ext cx="83160" cy="63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0DAB5EA-58A5-072A-82F6-A5086B12D72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19465" y="1685820"/>
                <a:ext cx="95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ED5B7D8-D58C-DC6C-AC8C-4021E2C92FD0}"/>
                  </a:ext>
                </a:extLst>
              </p14:cNvPr>
              <p14:cNvContentPartPr/>
              <p14:nvPr/>
            </p14:nvContentPartPr>
            <p14:xfrm>
              <a:off x="978705" y="3348300"/>
              <a:ext cx="109440" cy="424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ED5B7D8-D58C-DC6C-AC8C-4021E2C92FD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72585" y="3342180"/>
                <a:ext cx="12168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EC77EB7-0FE3-598A-FD80-06B5CADCF99A}"/>
                  </a:ext>
                </a:extLst>
              </p14:cNvPr>
              <p14:cNvContentPartPr/>
              <p14:nvPr/>
            </p14:nvContentPartPr>
            <p14:xfrm>
              <a:off x="806265" y="3554940"/>
              <a:ext cx="238680" cy="102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EC77EB7-0FE3-598A-FD80-06B5CADCF99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00145" y="3548820"/>
                <a:ext cx="25092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92D5026-C83C-49EA-FCEB-BC576D3B53DE}"/>
                  </a:ext>
                </a:extLst>
              </p14:cNvPr>
              <p14:cNvContentPartPr/>
              <p14:nvPr/>
            </p14:nvContentPartPr>
            <p14:xfrm>
              <a:off x="1155825" y="3692820"/>
              <a:ext cx="11520" cy="2206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92D5026-C83C-49EA-FCEB-BC576D3B53D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49705" y="3686700"/>
                <a:ext cx="237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774CAD8-6F83-ECD1-F9D7-1DE1D4502090}"/>
                  </a:ext>
                </a:extLst>
              </p14:cNvPr>
              <p14:cNvContentPartPr/>
              <p14:nvPr/>
            </p14:nvContentPartPr>
            <p14:xfrm>
              <a:off x="1520865" y="3413820"/>
              <a:ext cx="123840" cy="4068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774CAD8-6F83-ECD1-F9D7-1DE1D450209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514745" y="3407700"/>
                <a:ext cx="13608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29603A1-18CF-A520-E70E-BA80FB2D305B}"/>
                  </a:ext>
                </a:extLst>
              </p14:cNvPr>
              <p14:cNvContentPartPr/>
              <p14:nvPr/>
            </p14:nvContentPartPr>
            <p14:xfrm>
              <a:off x="1405305" y="3602460"/>
              <a:ext cx="220680" cy="64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29603A1-18CF-A520-E70E-BA80FB2D305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399185" y="3596340"/>
                <a:ext cx="23292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FB1229F-502D-F20B-A8C0-883A2A16D6A9}"/>
                  </a:ext>
                </a:extLst>
              </p14:cNvPr>
              <p14:cNvContentPartPr/>
              <p14:nvPr/>
            </p14:nvContentPartPr>
            <p14:xfrm>
              <a:off x="1732905" y="3631980"/>
              <a:ext cx="267480" cy="168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FB1229F-502D-F20B-A8C0-883A2A16D6A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726785" y="3625860"/>
                <a:ext cx="2797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8B65D0F-69EA-FD78-FD40-340F71E52910}"/>
                  </a:ext>
                </a:extLst>
              </p14:cNvPr>
              <p14:cNvContentPartPr/>
              <p14:nvPr/>
            </p14:nvContentPartPr>
            <p14:xfrm>
              <a:off x="2249505" y="3550620"/>
              <a:ext cx="234360" cy="32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8B65D0F-69EA-FD78-FD40-340F71E5291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243385" y="3544500"/>
                <a:ext cx="2466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BE0DA71-A814-ECF9-E360-B270AB0CFBF8}"/>
                  </a:ext>
                </a:extLst>
              </p14:cNvPr>
              <p14:cNvContentPartPr/>
              <p14:nvPr/>
            </p14:nvContentPartPr>
            <p14:xfrm>
              <a:off x="2750625" y="3588060"/>
              <a:ext cx="90720" cy="165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BE0DA71-A814-ECF9-E360-B270AB0CFBF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744505" y="3581940"/>
                <a:ext cx="10296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2113D48-D2C9-F03E-4306-B17B2FBA6AB8}"/>
                  </a:ext>
                </a:extLst>
              </p14:cNvPr>
              <p14:cNvContentPartPr/>
              <p14:nvPr/>
            </p14:nvContentPartPr>
            <p14:xfrm>
              <a:off x="1088865" y="1676460"/>
              <a:ext cx="1899720" cy="12016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2113D48-D2C9-F03E-4306-B17B2FBA6AB8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82745" y="1670340"/>
                <a:ext cx="1911960" cy="121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0E4651AB-10DC-6865-6C82-4022E603926A}"/>
              </a:ext>
            </a:extLst>
          </p:cNvPr>
          <p:cNvGrpSpPr/>
          <p:nvPr/>
        </p:nvGrpSpPr>
        <p:grpSpPr>
          <a:xfrm>
            <a:off x="3149145" y="3321660"/>
            <a:ext cx="2045880" cy="804240"/>
            <a:chOff x="3149145" y="3321660"/>
            <a:chExt cx="2045880" cy="80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75C5913-2E22-313F-5252-D9264F4CF5BC}"/>
                    </a:ext>
                  </a:extLst>
                </p14:cNvPr>
                <p14:cNvContentPartPr/>
                <p14:nvPr/>
              </p14:nvContentPartPr>
              <p14:xfrm>
                <a:off x="3233025" y="3465660"/>
                <a:ext cx="167760" cy="492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75C5913-2E22-313F-5252-D9264F4CF5B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26905" y="3459540"/>
                  <a:ext cx="18000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5E50783-1E00-54E4-C006-B9CAA76734F0}"/>
                    </a:ext>
                  </a:extLst>
                </p14:cNvPr>
                <p14:cNvContentPartPr/>
                <p14:nvPr/>
              </p14:nvContentPartPr>
              <p14:xfrm>
                <a:off x="3149145" y="3700740"/>
                <a:ext cx="377640" cy="96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5E50783-1E00-54E4-C006-B9CAA76734F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43025" y="3694620"/>
                  <a:ext cx="389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D7FCED1-DEA2-AB78-1151-55F4210C8EDB}"/>
                    </a:ext>
                  </a:extLst>
                </p14:cNvPr>
                <p14:cNvContentPartPr/>
                <p14:nvPr/>
              </p14:nvContentPartPr>
              <p14:xfrm>
                <a:off x="3439305" y="3745380"/>
                <a:ext cx="300960" cy="216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D7FCED1-DEA2-AB78-1151-55F4210C8ED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33185" y="3739260"/>
                  <a:ext cx="3132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22F8DC4-F96D-367E-04FB-A3E6EDCE3940}"/>
                    </a:ext>
                  </a:extLst>
                </p14:cNvPr>
                <p14:cNvContentPartPr/>
                <p14:nvPr/>
              </p14:nvContentPartPr>
              <p14:xfrm>
                <a:off x="3504465" y="3395820"/>
                <a:ext cx="3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22F8DC4-F96D-367E-04FB-A3E6EDCE394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98345" y="33897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7DB291B-E53B-89BA-6ADD-31A98BC8861A}"/>
                    </a:ext>
                  </a:extLst>
                </p14:cNvPr>
                <p14:cNvContentPartPr/>
                <p14:nvPr/>
              </p14:nvContentPartPr>
              <p14:xfrm>
                <a:off x="3474945" y="3321660"/>
                <a:ext cx="597600" cy="82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7DB291B-E53B-89BA-6ADD-31A98BC8861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68825" y="3315540"/>
                  <a:ext cx="609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E328583-9FF0-7623-F38B-ADCEC96290F4}"/>
                    </a:ext>
                  </a:extLst>
                </p14:cNvPr>
                <p14:cNvContentPartPr/>
                <p14:nvPr/>
              </p14:nvContentPartPr>
              <p14:xfrm>
                <a:off x="3943305" y="3367020"/>
                <a:ext cx="58320" cy="574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E328583-9FF0-7623-F38B-ADCEC96290F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937185" y="3360900"/>
                  <a:ext cx="7056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B94ACB3-46D1-BBEB-C112-92396F62959E}"/>
                    </a:ext>
                  </a:extLst>
                </p14:cNvPr>
                <p14:cNvContentPartPr/>
                <p14:nvPr/>
              </p14:nvContentPartPr>
              <p14:xfrm>
                <a:off x="4076145" y="3888300"/>
                <a:ext cx="303120" cy="237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B94ACB3-46D1-BBEB-C112-92396F62959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070025" y="3882180"/>
                  <a:ext cx="3153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70712E-1320-5886-11A6-7B3C38728CFF}"/>
                    </a:ext>
                  </a:extLst>
                </p14:cNvPr>
                <p14:cNvContentPartPr/>
                <p14:nvPr/>
              </p14:nvContentPartPr>
              <p14:xfrm>
                <a:off x="4344345" y="3925380"/>
                <a:ext cx="327240" cy="120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70712E-1320-5886-11A6-7B3C38728CF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38225" y="3919260"/>
                  <a:ext cx="3394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2C19E52-1390-D9F6-67CF-BDFFE8534AF7}"/>
                    </a:ext>
                  </a:extLst>
                </p14:cNvPr>
                <p14:cNvContentPartPr/>
                <p14:nvPr/>
              </p14:nvContentPartPr>
              <p14:xfrm>
                <a:off x="4814865" y="3838260"/>
                <a:ext cx="173880" cy="73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2C19E52-1390-D9F6-67CF-BDFFE8534AF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808745" y="3832140"/>
                  <a:ext cx="1861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62074EA-813D-271A-15C4-4F69E80A53B2}"/>
                    </a:ext>
                  </a:extLst>
                </p14:cNvPr>
                <p14:cNvContentPartPr/>
                <p14:nvPr/>
              </p14:nvContentPartPr>
              <p14:xfrm>
                <a:off x="4896945" y="3799740"/>
                <a:ext cx="80640" cy="167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62074EA-813D-271A-15C4-4F69E80A53B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890825" y="3793620"/>
                  <a:ext cx="928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79E9BDB-E878-BE4D-57D3-B6E1BAB2F254}"/>
                    </a:ext>
                  </a:extLst>
                </p14:cNvPr>
                <p14:cNvContentPartPr/>
                <p14:nvPr/>
              </p14:nvContentPartPr>
              <p14:xfrm>
                <a:off x="5112945" y="3739260"/>
                <a:ext cx="82080" cy="289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79E9BDB-E878-BE4D-57D3-B6E1BAB2F25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06825" y="3733140"/>
                  <a:ext cx="94320" cy="30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1B53B6F-4258-EE9F-255C-B6FCF2DB82A3}"/>
                  </a:ext>
                </a:extLst>
              </p14:cNvPr>
              <p14:cNvContentPartPr/>
              <p14:nvPr/>
            </p14:nvContentPartPr>
            <p14:xfrm>
              <a:off x="2953665" y="1546860"/>
              <a:ext cx="777960" cy="1400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1B53B6F-4258-EE9F-255C-B6FCF2DB82A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947545" y="1540740"/>
                <a:ext cx="7902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8C559FE-8F82-BBE6-01DC-8DD7364F1A13}"/>
                  </a:ext>
                </a:extLst>
              </p14:cNvPr>
              <p14:cNvContentPartPr/>
              <p14:nvPr/>
            </p14:nvContentPartPr>
            <p14:xfrm>
              <a:off x="2666025" y="1210260"/>
              <a:ext cx="1395360" cy="5961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8C559FE-8F82-BBE6-01DC-8DD7364F1A1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659905" y="1204140"/>
                <a:ext cx="1407600" cy="60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F84993E-922E-FA87-F8C0-1973B80E50A2}"/>
                  </a:ext>
                </a:extLst>
              </p14:cNvPr>
              <p14:cNvContentPartPr/>
              <p14:nvPr/>
            </p14:nvContentPartPr>
            <p14:xfrm>
              <a:off x="8357265" y="1932060"/>
              <a:ext cx="357480" cy="424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F84993E-922E-FA87-F8C0-1973B80E50A2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351145" y="1925940"/>
                <a:ext cx="36972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E6F3910E-88CC-0D34-06BC-2E94A3570CB2}"/>
              </a:ext>
            </a:extLst>
          </p:cNvPr>
          <p:cNvGrpSpPr/>
          <p:nvPr/>
        </p:nvGrpSpPr>
        <p:grpSpPr>
          <a:xfrm>
            <a:off x="183825" y="688980"/>
            <a:ext cx="9108000" cy="3198960"/>
            <a:chOff x="183825" y="688980"/>
            <a:chExt cx="9108000" cy="319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40B6E9A-9D4E-FFA5-CED5-22AFECE24089}"/>
                    </a:ext>
                  </a:extLst>
                </p14:cNvPr>
                <p14:cNvContentPartPr/>
                <p14:nvPr/>
              </p14:nvContentPartPr>
              <p14:xfrm>
                <a:off x="183825" y="688980"/>
                <a:ext cx="4117680" cy="2865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40B6E9A-9D4E-FFA5-CED5-22AFECE2408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77705" y="682860"/>
                  <a:ext cx="4129920" cy="28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A323B9-08AB-B878-018D-025A9238ACAC}"/>
                    </a:ext>
                  </a:extLst>
                </p14:cNvPr>
                <p14:cNvContentPartPr/>
                <p14:nvPr/>
              </p14:nvContentPartPr>
              <p14:xfrm>
                <a:off x="2966625" y="1152300"/>
                <a:ext cx="1045440" cy="554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A323B9-08AB-B878-018D-025A9238ACA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960505" y="1146180"/>
                  <a:ext cx="105768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FB21DDB-9EA9-90CF-F7DF-C1E14104860D}"/>
                    </a:ext>
                  </a:extLst>
                </p14:cNvPr>
                <p14:cNvContentPartPr/>
                <p14:nvPr/>
              </p14:nvContentPartPr>
              <p14:xfrm>
                <a:off x="3658905" y="1131420"/>
                <a:ext cx="447120" cy="255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FB21DDB-9EA9-90CF-F7DF-C1E14104860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652785" y="1125300"/>
                  <a:ext cx="4593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DECCCD-AF51-6F7F-CF4D-FF09709D8D3A}"/>
                    </a:ext>
                  </a:extLst>
                </p14:cNvPr>
                <p14:cNvContentPartPr/>
                <p14:nvPr/>
              </p14:nvContentPartPr>
              <p14:xfrm>
                <a:off x="3415545" y="1184700"/>
                <a:ext cx="612000" cy="343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DECCCD-AF51-6F7F-CF4D-FF09709D8D3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409425" y="1178580"/>
                  <a:ext cx="6242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4D1B0DA-CA42-C10B-B121-A9C49E5F8DF0}"/>
                    </a:ext>
                  </a:extLst>
                </p14:cNvPr>
                <p14:cNvContentPartPr/>
                <p14:nvPr/>
              </p14:nvContentPartPr>
              <p14:xfrm>
                <a:off x="3652065" y="1538220"/>
                <a:ext cx="336600" cy="249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4D1B0DA-CA42-C10B-B121-A9C49E5F8DF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645945" y="1532100"/>
                  <a:ext cx="3488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32823E-C77A-BF6F-4D1F-FF578D8F6F24}"/>
                    </a:ext>
                  </a:extLst>
                </p14:cNvPr>
                <p14:cNvContentPartPr/>
                <p14:nvPr/>
              </p14:nvContentPartPr>
              <p14:xfrm>
                <a:off x="3969225" y="1462620"/>
                <a:ext cx="533160" cy="270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32823E-C77A-BF6F-4D1F-FF578D8F6F2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963105" y="1456500"/>
                  <a:ext cx="5454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E97890C-2A89-9BCE-F9EF-D6CEDEF59873}"/>
                    </a:ext>
                  </a:extLst>
                </p14:cNvPr>
                <p14:cNvContentPartPr/>
                <p14:nvPr/>
              </p14:nvContentPartPr>
              <p14:xfrm>
                <a:off x="4326705" y="1516980"/>
                <a:ext cx="164160" cy="73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E97890C-2A89-9BCE-F9EF-D6CEDEF5987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320585" y="1510860"/>
                  <a:ext cx="176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26A2248-7EEE-0554-616A-28D4AC3D0BCF}"/>
                    </a:ext>
                  </a:extLst>
                </p14:cNvPr>
                <p14:cNvContentPartPr/>
                <p14:nvPr/>
              </p14:nvContentPartPr>
              <p14:xfrm>
                <a:off x="4288185" y="969780"/>
                <a:ext cx="251640" cy="206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26A2248-7EEE-0554-616A-28D4AC3D0BC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282065" y="963660"/>
                  <a:ext cx="263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9556DEB-ACA8-E1A5-DD5E-B090AF521846}"/>
                    </a:ext>
                  </a:extLst>
                </p14:cNvPr>
                <p14:cNvContentPartPr/>
                <p14:nvPr/>
              </p14:nvContentPartPr>
              <p14:xfrm>
                <a:off x="4581585" y="936660"/>
                <a:ext cx="136080" cy="247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9556DEB-ACA8-E1A5-DD5E-B090AF52184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575465" y="930540"/>
                  <a:ext cx="1483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CDF1E70-4ECD-946F-0F57-AE03AC694C71}"/>
                    </a:ext>
                  </a:extLst>
                </p14:cNvPr>
                <p14:cNvContentPartPr/>
                <p14:nvPr/>
              </p14:nvContentPartPr>
              <p14:xfrm>
                <a:off x="4598865" y="962220"/>
                <a:ext cx="180360" cy="126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CDF1E70-4ECD-946F-0F57-AE03AC694C7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592745" y="956100"/>
                  <a:ext cx="1926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6CA1912-3F8F-3099-EF61-765526B97F51}"/>
                    </a:ext>
                  </a:extLst>
                </p14:cNvPr>
                <p14:cNvContentPartPr/>
                <p14:nvPr/>
              </p14:nvContentPartPr>
              <p14:xfrm>
                <a:off x="4607505" y="930540"/>
                <a:ext cx="169200" cy="44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6CA1912-3F8F-3099-EF61-765526B97F5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601385" y="924420"/>
                  <a:ext cx="181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817D27D-AE06-80E6-4663-3300C9934494}"/>
                    </a:ext>
                  </a:extLst>
                </p14:cNvPr>
                <p14:cNvContentPartPr/>
                <p14:nvPr/>
              </p14:nvContentPartPr>
              <p14:xfrm>
                <a:off x="4719105" y="916860"/>
                <a:ext cx="231840" cy="215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817D27D-AE06-80E6-4663-3300C993449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712985" y="910740"/>
                  <a:ext cx="2440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31FA57B-A577-5071-C0C2-81E1436DBF4C}"/>
                    </a:ext>
                  </a:extLst>
                </p14:cNvPr>
                <p14:cNvContentPartPr/>
                <p14:nvPr/>
              </p14:nvContentPartPr>
              <p14:xfrm>
                <a:off x="5555025" y="1265700"/>
                <a:ext cx="136080" cy="2622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31FA57B-A577-5071-C0C2-81E1436DBF4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548905" y="1259580"/>
                  <a:ext cx="148320" cy="263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89F7FB6-5BE3-9EEA-9882-5BB9B5960EF0}"/>
                    </a:ext>
                  </a:extLst>
                </p14:cNvPr>
                <p14:cNvContentPartPr/>
                <p14:nvPr/>
              </p14:nvContentPartPr>
              <p14:xfrm>
                <a:off x="4524705" y="3139860"/>
                <a:ext cx="3567960" cy="65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89F7FB6-5BE3-9EEA-9882-5BB9B5960EF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518585" y="3133740"/>
                  <a:ext cx="35802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D4F22DC-777E-D981-FDBE-E498EB790288}"/>
                    </a:ext>
                  </a:extLst>
                </p14:cNvPr>
                <p14:cNvContentPartPr/>
                <p14:nvPr/>
              </p14:nvContentPartPr>
              <p14:xfrm>
                <a:off x="5723865" y="1940340"/>
                <a:ext cx="2626920" cy="1098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D4F22DC-777E-D981-FDBE-E498EB79028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717745" y="1934220"/>
                  <a:ext cx="2639160" cy="11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26EB4F0-6685-2A1B-A6EA-0AA37360FD43}"/>
                    </a:ext>
                  </a:extLst>
                </p14:cNvPr>
                <p14:cNvContentPartPr/>
                <p14:nvPr/>
              </p14:nvContentPartPr>
              <p14:xfrm>
                <a:off x="5742945" y="1665660"/>
                <a:ext cx="3548880" cy="1234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26EB4F0-6685-2A1B-A6EA-0AA37360FD4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736825" y="1659540"/>
                  <a:ext cx="3561120" cy="12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E495ED6-3FE3-5EB6-09F5-C3BD3C4846AE}"/>
                    </a:ext>
                  </a:extLst>
                </p14:cNvPr>
                <p14:cNvContentPartPr/>
                <p14:nvPr/>
              </p14:nvContentPartPr>
              <p14:xfrm>
                <a:off x="8336385" y="1735500"/>
                <a:ext cx="38880" cy="231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E495ED6-3FE3-5EB6-09F5-C3BD3C4846A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330265" y="1729380"/>
                  <a:ext cx="511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727BEFA-1FE3-8203-4754-ACD0BB8022CE}"/>
                    </a:ext>
                  </a:extLst>
                </p14:cNvPr>
                <p14:cNvContentPartPr/>
                <p14:nvPr/>
              </p14:nvContentPartPr>
              <p14:xfrm>
                <a:off x="8335305" y="2064900"/>
                <a:ext cx="43200" cy="275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727BEFA-1FE3-8203-4754-ACD0BB8022C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329185" y="2058780"/>
                  <a:ext cx="554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2333F54-69C8-10B7-6CDA-E8F8BC913269}"/>
                    </a:ext>
                  </a:extLst>
                </p14:cNvPr>
                <p14:cNvContentPartPr/>
                <p14:nvPr/>
              </p14:nvContentPartPr>
              <p14:xfrm>
                <a:off x="8399385" y="2407980"/>
                <a:ext cx="5400" cy="23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2333F54-69C8-10B7-6CDA-E8F8BC91326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393265" y="2401860"/>
                  <a:ext cx="176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E514318-C0C9-9DF8-0AEF-72267DCE9679}"/>
                    </a:ext>
                  </a:extLst>
                </p14:cNvPr>
                <p14:cNvContentPartPr/>
                <p14:nvPr/>
              </p14:nvContentPartPr>
              <p14:xfrm>
                <a:off x="8351505" y="2617500"/>
                <a:ext cx="14040" cy="185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E514318-C0C9-9DF8-0AEF-72267DCE967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345385" y="2611380"/>
                  <a:ext cx="26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F4FA345-62F6-1361-DAAF-75534AFA007D}"/>
                    </a:ext>
                  </a:extLst>
                </p14:cNvPr>
                <p14:cNvContentPartPr/>
                <p14:nvPr/>
              </p14:nvContentPartPr>
              <p14:xfrm>
                <a:off x="8165025" y="3192060"/>
                <a:ext cx="117720" cy="379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F4FA345-62F6-1361-DAAF-75534AFA007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158905" y="3185940"/>
                  <a:ext cx="1299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E5161AF-39E5-8952-CC58-034C46720F4B}"/>
                    </a:ext>
                  </a:extLst>
                </p14:cNvPr>
                <p14:cNvContentPartPr/>
                <p14:nvPr/>
              </p14:nvContentPartPr>
              <p14:xfrm>
                <a:off x="8048385" y="3320940"/>
                <a:ext cx="341640" cy="127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E5161AF-39E5-8952-CC58-034C46720F4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042265" y="3314820"/>
                  <a:ext cx="3538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0B5BEE3-B901-B05A-2A1F-3F4E6731E21C}"/>
                    </a:ext>
                  </a:extLst>
                </p14:cNvPr>
                <p14:cNvContentPartPr/>
                <p14:nvPr/>
              </p14:nvContentPartPr>
              <p14:xfrm>
                <a:off x="8314425" y="3393300"/>
                <a:ext cx="144000" cy="191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0B5BEE3-B901-B05A-2A1F-3F4E6731E21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308305" y="3387180"/>
                  <a:ext cx="156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63B3EDC-94F5-398C-5EF7-7F831340C89C}"/>
                    </a:ext>
                  </a:extLst>
                </p14:cNvPr>
                <p14:cNvContentPartPr/>
                <p14:nvPr/>
              </p14:nvContentPartPr>
              <p14:xfrm>
                <a:off x="8536905" y="3391500"/>
                <a:ext cx="105120" cy="43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63B3EDC-94F5-398C-5EF7-7F831340C89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530785" y="3385380"/>
                  <a:ext cx="117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D857E49-D982-DFB5-F46C-D272884415FF}"/>
                    </a:ext>
                  </a:extLst>
                </p14:cNvPr>
                <p14:cNvContentPartPr/>
                <p14:nvPr/>
              </p14:nvContentPartPr>
              <p14:xfrm>
                <a:off x="8609625" y="3367740"/>
                <a:ext cx="40680" cy="191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D857E49-D982-DFB5-F46C-D272884415F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603505" y="3361620"/>
                  <a:ext cx="529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B8478B3-5606-EB3B-1DCC-4E43DF806F33}"/>
                    </a:ext>
                  </a:extLst>
                </p14:cNvPr>
                <p14:cNvContentPartPr/>
                <p14:nvPr/>
              </p14:nvContentPartPr>
              <p14:xfrm>
                <a:off x="8810865" y="3274860"/>
                <a:ext cx="2160" cy="205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B8478B3-5606-EB3B-1DCC-4E43DF806F3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804745" y="3268740"/>
                  <a:ext cx="144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2029CA7-E2DB-1848-3DB1-72364AC66150}"/>
                    </a:ext>
                  </a:extLst>
                </p14:cNvPr>
                <p14:cNvContentPartPr/>
                <p14:nvPr/>
              </p14:nvContentPartPr>
              <p14:xfrm>
                <a:off x="8347185" y="1729020"/>
                <a:ext cx="392400" cy="315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2029CA7-E2DB-1848-3DB1-72364AC6615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341065" y="1722900"/>
                  <a:ext cx="4046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B036085-BC42-9019-8878-84DF1F7A058A}"/>
                    </a:ext>
                  </a:extLst>
                </p14:cNvPr>
                <p14:cNvContentPartPr/>
                <p14:nvPr/>
              </p14:nvContentPartPr>
              <p14:xfrm>
                <a:off x="8453025" y="1550100"/>
                <a:ext cx="135720" cy="210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B036085-BC42-9019-8878-84DF1F7A058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446905" y="1543980"/>
                  <a:ext cx="1479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2AC79F5-0803-D788-5F4B-8D97DDF489DE}"/>
                    </a:ext>
                  </a:extLst>
                </p14:cNvPr>
                <p14:cNvContentPartPr/>
                <p14:nvPr/>
              </p14:nvContentPartPr>
              <p14:xfrm>
                <a:off x="8626545" y="1540740"/>
                <a:ext cx="90720" cy="192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2AC79F5-0803-D788-5F4B-8D97DDF489D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620425" y="1534620"/>
                  <a:ext cx="102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C416867-80D6-C559-F419-1AB0B1DD8223}"/>
                    </a:ext>
                  </a:extLst>
                </p14:cNvPr>
                <p14:cNvContentPartPr/>
                <p14:nvPr/>
              </p14:nvContentPartPr>
              <p14:xfrm>
                <a:off x="8617905" y="1578540"/>
                <a:ext cx="123120" cy="70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C416867-80D6-C559-F419-1AB0B1DD822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611785" y="1572420"/>
                  <a:ext cx="1353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C1930BD-D703-FAA4-A176-4E448375306C}"/>
                    </a:ext>
                  </a:extLst>
                </p14:cNvPr>
                <p14:cNvContentPartPr/>
                <p14:nvPr/>
              </p14:nvContentPartPr>
              <p14:xfrm>
                <a:off x="8697105" y="1533180"/>
                <a:ext cx="60120" cy="8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C1930BD-D703-FAA4-A176-4E448375306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690985" y="1527060"/>
                  <a:ext cx="723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7E441D9-3C45-230B-6F3B-9563125F60BF}"/>
                    </a:ext>
                  </a:extLst>
                </p14:cNvPr>
                <p14:cNvContentPartPr/>
                <p14:nvPr/>
              </p14:nvContentPartPr>
              <p14:xfrm>
                <a:off x="8703945" y="1544340"/>
                <a:ext cx="105120" cy="166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7E441D9-3C45-230B-6F3B-9563125F60B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697825" y="1538220"/>
                  <a:ext cx="117360" cy="178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85540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2840F16C-959B-0B06-7F67-3898DC5C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6A0A2D3-0437-5F74-62DB-38AE07F44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General Forecasting Methods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D139807-87C3-5466-0D6C-E89A51CCD9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56003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DEE9718-261F-2CD8-8BFB-C7137561D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4C88C4BD-1443-BC6A-F03E-CB4BC19778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Difference </a:t>
            </a:r>
            <a:endParaRPr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17E06A1-B179-8CF8-663D-BE1DB719AB1C}"/>
              </a:ext>
            </a:extLst>
          </p:cNvPr>
          <p:cNvGrpSpPr/>
          <p:nvPr/>
        </p:nvGrpSpPr>
        <p:grpSpPr>
          <a:xfrm>
            <a:off x="520065" y="1101900"/>
            <a:ext cx="711720" cy="835560"/>
            <a:chOff x="520065" y="1101900"/>
            <a:chExt cx="711720" cy="83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6102512-C4C6-1A28-BCFC-C6F88BF8859C}"/>
                    </a:ext>
                  </a:extLst>
                </p14:cNvPr>
                <p14:cNvContentPartPr/>
                <p14:nvPr/>
              </p14:nvContentPartPr>
              <p14:xfrm>
                <a:off x="520065" y="1101900"/>
                <a:ext cx="457920" cy="580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6102512-C4C6-1A28-BCFC-C6F88BF8859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3945" y="1095780"/>
                  <a:ext cx="47016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F1DDC47-534C-DE3A-3530-75025D5C87A8}"/>
                    </a:ext>
                  </a:extLst>
                </p14:cNvPr>
                <p14:cNvContentPartPr/>
                <p14:nvPr/>
              </p14:nvContentPartPr>
              <p14:xfrm>
                <a:off x="576585" y="1172820"/>
                <a:ext cx="308520" cy="521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F1DDC47-534C-DE3A-3530-75025D5C87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0465" y="1166700"/>
                  <a:ext cx="32076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A343E2-5540-ED65-0BDC-7973BA8B7181}"/>
                    </a:ext>
                  </a:extLst>
                </p14:cNvPr>
                <p14:cNvContentPartPr/>
                <p14:nvPr/>
              </p14:nvContentPartPr>
              <p14:xfrm>
                <a:off x="998865" y="1582500"/>
                <a:ext cx="136080" cy="196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A343E2-5540-ED65-0BDC-7973BA8B71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92745" y="1576380"/>
                  <a:ext cx="1483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25EE37B-6F5C-69BB-BAF8-F2F006F69A79}"/>
                    </a:ext>
                  </a:extLst>
                </p14:cNvPr>
                <p14:cNvContentPartPr/>
                <p14:nvPr/>
              </p14:nvContentPartPr>
              <p14:xfrm>
                <a:off x="982665" y="1678980"/>
                <a:ext cx="154080" cy="50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25EE37B-6F5C-69BB-BAF8-F2F006F69A7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76545" y="1672860"/>
                  <a:ext cx="166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A133410-DACE-869A-AA06-777C380B1DE8}"/>
                    </a:ext>
                  </a:extLst>
                </p14:cNvPr>
                <p14:cNvContentPartPr/>
                <p14:nvPr/>
              </p14:nvContentPartPr>
              <p14:xfrm>
                <a:off x="1201545" y="1745940"/>
                <a:ext cx="30240" cy="191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A133410-DACE-869A-AA06-777C380B1DE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95425" y="1739820"/>
                  <a:ext cx="4248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84F709-D4C6-0CCB-46B5-C95ACA8486BA}"/>
              </a:ext>
            </a:extLst>
          </p:cNvPr>
          <p:cNvGrpSpPr/>
          <p:nvPr/>
        </p:nvGrpSpPr>
        <p:grpSpPr>
          <a:xfrm>
            <a:off x="1548585" y="1183980"/>
            <a:ext cx="1987560" cy="756360"/>
            <a:chOff x="1548585" y="1183980"/>
            <a:chExt cx="1987560" cy="75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D5CC862-0343-1FC8-1B00-AFA82BA59799}"/>
                    </a:ext>
                  </a:extLst>
                </p14:cNvPr>
                <p14:cNvContentPartPr/>
                <p14:nvPr/>
              </p14:nvContentPartPr>
              <p14:xfrm>
                <a:off x="1603305" y="1243020"/>
                <a:ext cx="413640" cy="481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D5CC862-0343-1FC8-1B00-AFA82BA5979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97185" y="1236900"/>
                  <a:ext cx="42588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EAAFAFB-17B8-1ECA-404A-044ADE26639B}"/>
                    </a:ext>
                  </a:extLst>
                </p14:cNvPr>
                <p14:cNvContentPartPr/>
                <p14:nvPr/>
              </p14:nvContentPartPr>
              <p14:xfrm>
                <a:off x="1548585" y="1414380"/>
                <a:ext cx="376920" cy="264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EAAFAFB-17B8-1ECA-404A-044ADE26639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42465" y="1408260"/>
                  <a:ext cx="3891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F404AE-68AD-A97A-F2D5-579E4E250F87}"/>
                    </a:ext>
                  </a:extLst>
                </p14:cNvPr>
                <p14:cNvContentPartPr/>
                <p14:nvPr/>
              </p14:nvContentPartPr>
              <p14:xfrm>
                <a:off x="2139705" y="1561980"/>
                <a:ext cx="89280" cy="294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F404AE-68AD-A97A-F2D5-579E4E250F8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33585" y="1555860"/>
                  <a:ext cx="1015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664691B-B5C2-3669-DC14-BBE069D1F176}"/>
                    </a:ext>
                  </a:extLst>
                </p14:cNvPr>
                <p14:cNvContentPartPr/>
                <p14:nvPr/>
              </p14:nvContentPartPr>
              <p14:xfrm>
                <a:off x="2089305" y="1711740"/>
                <a:ext cx="120600" cy="54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664691B-B5C2-3669-DC14-BBE069D1F17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083185" y="1705620"/>
                  <a:ext cx="132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49F44F4-B165-0BDC-4193-94D8185DCFE4}"/>
                    </a:ext>
                  </a:extLst>
                </p14:cNvPr>
                <p14:cNvContentPartPr/>
                <p14:nvPr/>
              </p14:nvContentPartPr>
              <p14:xfrm>
                <a:off x="2422665" y="1739460"/>
                <a:ext cx="186480" cy="110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49F44F4-B165-0BDC-4193-94D8185DCFE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16545" y="1733340"/>
                  <a:ext cx="198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EF6F908-7C07-E7D6-AA72-D16B5320023B}"/>
                    </a:ext>
                  </a:extLst>
                </p14:cNvPr>
                <p14:cNvContentPartPr/>
                <p14:nvPr/>
              </p14:nvContentPartPr>
              <p14:xfrm>
                <a:off x="3080385" y="1275420"/>
                <a:ext cx="169920" cy="529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EF6F908-7C07-E7D6-AA72-D16B5320023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74265" y="1269300"/>
                  <a:ext cx="18216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C8D1133-5C30-DB58-4D10-A5D99B4B0742}"/>
                    </a:ext>
                  </a:extLst>
                </p14:cNvPr>
                <p14:cNvContentPartPr/>
                <p14:nvPr/>
              </p14:nvContentPartPr>
              <p14:xfrm>
                <a:off x="2970945" y="1594020"/>
                <a:ext cx="222120" cy="29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C8D1133-5C30-DB58-4D10-A5D99B4B074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964825" y="1587900"/>
                  <a:ext cx="234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6ACD1B8-097D-4515-F5AE-6042E51541BB}"/>
                    </a:ext>
                  </a:extLst>
                </p14:cNvPr>
                <p14:cNvContentPartPr/>
                <p14:nvPr/>
              </p14:nvContentPartPr>
              <p14:xfrm>
                <a:off x="2669985" y="1183980"/>
                <a:ext cx="503640" cy="435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6ACD1B8-097D-4515-F5AE-6042E51541B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663865" y="1177860"/>
                  <a:ext cx="51588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AEC3DC4-FB29-E16D-50B6-62BC49D6AF8D}"/>
                    </a:ext>
                  </a:extLst>
                </p14:cNvPr>
                <p14:cNvContentPartPr/>
                <p14:nvPr/>
              </p14:nvContentPartPr>
              <p14:xfrm>
                <a:off x="3360465" y="1702380"/>
                <a:ext cx="175680" cy="237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AEC3DC4-FB29-E16D-50B6-62BC49D6AF8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54345" y="1696260"/>
                  <a:ext cx="18792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B450BB8-9234-68AE-13F7-459D9A27D107}"/>
                  </a:ext>
                </a:extLst>
              </p14:cNvPr>
              <p14:cNvContentPartPr/>
              <p14:nvPr/>
            </p14:nvContentPartPr>
            <p14:xfrm>
              <a:off x="1128105" y="2157420"/>
              <a:ext cx="132840" cy="115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B450BB8-9234-68AE-13F7-459D9A27D10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21985" y="2151300"/>
                <a:ext cx="1450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53B96B8-18AE-FC2B-E553-B6366C6741A2}"/>
                  </a:ext>
                </a:extLst>
              </p14:cNvPr>
              <p14:cNvContentPartPr/>
              <p14:nvPr/>
            </p14:nvContentPartPr>
            <p14:xfrm>
              <a:off x="2472345" y="2054100"/>
              <a:ext cx="203400" cy="17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53B96B8-18AE-FC2B-E553-B6366C6741A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466225" y="2047980"/>
                <a:ext cx="2156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47080B6-6928-0181-0699-2D6EBC52298F}"/>
                  </a:ext>
                </a:extLst>
              </p14:cNvPr>
              <p14:cNvContentPartPr/>
              <p14:nvPr/>
            </p14:nvContentPartPr>
            <p14:xfrm>
              <a:off x="3321945" y="2091540"/>
              <a:ext cx="160920" cy="284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47080B6-6928-0181-0699-2D6EBC52298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315825" y="2085420"/>
                <a:ext cx="17316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37B24DD9-DE57-7A7D-883C-D691F1F3964D}"/>
              </a:ext>
            </a:extLst>
          </p:cNvPr>
          <p:cNvGrpSpPr/>
          <p:nvPr/>
        </p:nvGrpSpPr>
        <p:grpSpPr>
          <a:xfrm>
            <a:off x="4038705" y="1682580"/>
            <a:ext cx="435240" cy="38880"/>
            <a:chOff x="4038705" y="1682580"/>
            <a:chExt cx="435240" cy="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2F6016-7DB2-AFCD-F20F-C8D27C02FFA7}"/>
                    </a:ext>
                  </a:extLst>
                </p14:cNvPr>
                <p14:cNvContentPartPr/>
                <p14:nvPr/>
              </p14:nvContentPartPr>
              <p14:xfrm>
                <a:off x="4038705" y="1695540"/>
                <a:ext cx="148680" cy="25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2F6016-7DB2-AFCD-F20F-C8D27C02FFA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032585" y="1689420"/>
                  <a:ext cx="1609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E3DE75A-8488-1A76-EE2C-3BD4C60B8F6B}"/>
                    </a:ext>
                  </a:extLst>
                </p14:cNvPr>
                <p14:cNvContentPartPr/>
                <p14:nvPr/>
              </p14:nvContentPartPr>
              <p14:xfrm>
                <a:off x="4389705" y="1682580"/>
                <a:ext cx="84240" cy="25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E3DE75A-8488-1A76-EE2C-3BD4C60B8F6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83585" y="1676460"/>
                  <a:ext cx="9648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C801723-20FF-5948-F1D1-71D37863F96C}"/>
                  </a:ext>
                </a:extLst>
              </p14:cNvPr>
              <p14:cNvContentPartPr/>
              <p14:nvPr/>
            </p14:nvContentPartPr>
            <p14:xfrm>
              <a:off x="4907025" y="1666380"/>
              <a:ext cx="119160" cy="122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C801723-20FF-5948-F1D1-71D37863F96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900905" y="1660260"/>
                <a:ext cx="13140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245920E1-6891-FC9F-B593-80AA3306E14D}"/>
              </a:ext>
            </a:extLst>
          </p:cNvPr>
          <p:cNvGrpSpPr/>
          <p:nvPr/>
        </p:nvGrpSpPr>
        <p:grpSpPr>
          <a:xfrm>
            <a:off x="5333985" y="999660"/>
            <a:ext cx="2012040" cy="798840"/>
            <a:chOff x="5333985" y="999660"/>
            <a:chExt cx="2012040" cy="79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3D0E3F7-DC15-3BED-19F2-AD80BD1FEACE}"/>
                    </a:ext>
                  </a:extLst>
                </p14:cNvPr>
                <p14:cNvContentPartPr/>
                <p14:nvPr/>
              </p14:nvContentPartPr>
              <p14:xfrm>
                <a:off x="5333985" y="1570620"/>
                <a:ext cx="90000" cy="37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3D0E3F7-DC15-3BED-19F2-AD80BD1FEAC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327865" y="1564500"/>
                  <a:ext cx="102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588095A-7907-CA81-98AA-BAAB274205D6}"/>
                    </a:ext>
                  </a:extLst>
                </p14:cNvPr>
                <p14:cNvContentPartPr/>
                <p14:nvPr/>
              </p14:nvContentPartPr>
              <p14:xfrm>
                <a:off x="5609745" y="1481340"/>
                <a:ext cx="321120" cy="118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588095A-7907-CA81-98AA-BAAB274205D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03625" y="1475220"/>
                  <a:ext cx="333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163866A-2E66-115E-2118-B5D27A8D3BB6}"/>
                    </a:ext>
                  </a:extLst>
                </p14:cNvPr>
                <p14:cNvContentPartPr/>
                <p14:nvPr/>
              </p14:nvContentPartPr>
              <p14:xfrm>
                <a:off x="6530625" y="1091460"/>
                <a:ext cx="33480" cy="12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163866A-2E66-115E-2118-B5D27A8D3BB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524505" y="1085340"/>
                  <a:ext cx="45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C844B73-57D5-81A2-25C3-F4FD101A2494}"/>
                    </a:ext>
                  </a:extLst>
                </p14:cNvPr>
                <p14:cNvContentPartPr/>
                <p14:nvPr/>
              </p14:nvContentPartPr>
              <p14:xfrm>
                <a:off x="6119145" y="999660"/>
                <a:ext cx="787680" cy="687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C844B73-57D5-81A2-25C3-F4FD101A249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113025" y="993540"/>
                  <a:ext cx="79992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AD9ABEF-9539-3EEF-C55A-52022264605C}"/>
                    </a:ext>
                  </a:extLst>
                </p14:cNvPr>
                <p14:cNvContentPartPr/>
                <p14:nvPr/>
              </p14:nvContentPartPr>
              <p14:xfrm>
                <a:off x="6273945" y="1089300"/>
                <a:ext cx="590400" cy="637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AD9ABEF-9539-3EEF-C55A-52022264605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267825" y="1083180"/>
                  <a:ext cx="60264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496C235-DAB5-8312-5F78-207F070CC3D8}"/>
                    </a:ext>
                  </a:extLst>
                </p14:cNvPr>
                <p14:cNvContentPartPr/>
                <p14:nvPr/>
              </p14:nvContentPartPr>
              <p14:xfrm>
                <a:off x="6965145" y="1488900"/>
                <a:ext cx="121320" cy="309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496C235-DAB5-8312-5F78-207F070CC3D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959025" y="1482780"/>
                  <a:ext cx="1335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E1D8D98-9950-E9D8-E184-8D31A39C4AFC}"/>
                    </a:ext>
                  </a:extLst>
                </p14:cNvPr>
                <p14:cNvContentPartPr/>
                <p14:nvPr/>
              </p14:nvContentPartPr>
              <p14:xfrm>
                <a:off x="6859305" y="1569180"/>
                <a:ext cx="269280" cy="136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E1D8D98-9950-E9D8-E184-8D31A39C4AF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853185" y="1563060"/>
                  <a:ext cx="2815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DAEF2F7-F5B0-1C81-9FAB-24A4C747A588}"/>
                    </a:ext>
                  </a:extLst>
                </p14:cNvPr>
                <p14:cNvContentPartPr/>
                <p14:nvPr/>
              </p14:nvContentPartPr>
              <p14:xfrm>
                <a:off x="7145145" y="1640820"/>
                <a:ext cx="200880" cy="126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DAEF2F7-F5B0-1C81-9FAB-24A4C747A58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139025" y="1634700"/>
                  <a:ext cx="21312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842D6B8-6B76-5478-5BBC-06F8CFD22B5D}"/>
              </a:ext>
            </a:extLst>
          </p:cNvPr>
          <p:cNvGrpSpPr/>
          <p:nvPr/>
        </p:nvGrpSpPr>
        <p:grpSpPr>
          <a:xfrm>
            <a:off x="427185" y="2406540"/>
            <a:ext cx="714960" cy="907560"/>
            <a:chOff x="427185" y="2406540"/>
            <a:chExt cx="714960" cy="90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E62E93E-130E-6303-391B-5A725843D00A}"/>
                    </a:ext>
                  </a:extLst>
                </p14:cNvPr>
                <p14:cNvContentPartPr/>
                <p14:nvPr/>
              </p14:nvContentPartPr>
              <p14:xfrm>
                <a:off x="427185" y="2571060"/>
                <a:ext cx="468360" cy="497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E62E93E-130E-6303-391B-5A725843D00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21065" y="2564940"/>
                  <a:ext cx="48060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B1E69F7-D510-6277-6046-47D9D97400EF}"/>
                    </a:ext>
                  </a:extLst>
                </p14:cNvPr>
                <p14:cNvContentPartPr/>
                <p14:nvPr/>
              </p14:nvContentPartPr>
              <p14:xfrm>
                <a:off x="449145" y="2549820"/>
                <a:ext cx="507600" cy="563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B1E69F7-D510-6277-6046-47D9D97400E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43025" y="2543700"/>
                  <a:ext cx="51984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A802F8E-4F77-5502-D730-152168239F80}"/>
                    </a:ext>
                  </a:extLst>
                </p14:cNvPr>
                <p14:cNvContentPartPr/>
                <p14:nvPr/>
              </p14:nvContentPartPr>
              <p14:xfrm>
                <a:off x="1027305" y="2956980"/>
                <a:ext cx="114840" cy="357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A802F8E-4F77-5502-D730-152168239F8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21185" y="2950860"/>
                  <a:ext cx="1270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AED2D0D-3276-BA8A-6547-8D66564FFCCB}"/>
                    </a:ext>
                  </a:extLst>
                </p14:cNvPr>
                <p14:cNvContentPartPr/>
                <p14:nvPr/>
              </p14:nvContentPartPr>
              <p14:xfrm>
                <a:off x="910305" y="3080100"/>
                <a:ext cx="223200" cy="59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AED2D0D-3276-BA8A-6547-8D66564FFCC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04185" y="3073980"/>
                  <a:ext cx="235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4B86C6C-DD0F-B993-4A08-BA9584FED860}"/>
                    </a:ext>
                  </a:extLst>
                </p14:cNvPr>
                <p14:cNvContentPartPr/>
                <p14:nvPr/>
              </p14:nvContentPartPr>
              <p14:xfrm>
                <a:off x="977625" y="2406540"/>
                <a:ext cx="135360" cy="189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4B86C6C-DD0F-B993-4A08-BA9584FED86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71505" y="2400420"/>
                  <a:ext cx="14760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124289D-CAA7-B1D7-D4BB-D8E8E2C34DD3}"/>
              </a:ext>
            </a:extLst>
          </p:cNvPr>
          <p:cNvGrpSpPr/>
          <p:nvPr/>
        </p:nvGrpSpPr>
        <p:grpSpPr>
          <a:xfrm>
            <a:off x="1459305" y="2710380"/>
            <a:ext cx="406080" cy="165960"/>
            <a:chOff x="1459305" y="2710380"/>
            <a:chExt cx="406080" cy="16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F4B5A3C-A4BE-6F81-408B-25CB2875CB8F}"/>
                    </a:ext>
                  </a:extLst>
                </p14:cNvPr>
                <p14:cNvContentPartPr/>
                <p14:nvPr/>
              </p14:nvContentPartPr>
              <p14:xfrm>
                <a:off x="1549665" y="2710380"/>
                <a:ext cx="304920" cy="19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F4B5A3C-A4BE-6F81-408B-25CB2875CB8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543545" y="2704260"/>
                  <a:ext cx="3171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A5BA66B-CEFB-979E-8373-284E3E5445DE}"/>
                    </a:ext>
                  </a:extLst>
                </p14:cNvPr>
                <p14:cNvContentPartPr/>
                <p14:nvPr/>
              </p14:nvContentPartPr>
              <p14:xfrm>
                <a:off x="1459305" y="2824140"/>
                <a:ext cx="406080" cy="52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A5BA66B-CEFB-979E-8373-284E3E5445D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453185" y="2818020"/>
                  <a:ext cx="41832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0A711F9-BE94-3CF0-BC06-24EEEAC8723E}"/>
              </a:ext>
            </a:extLst>
          </p:cNvPr>
          <p:cNvGrpSpPr/>
          <p:nvPr/>
        </p:nvGrpSpPr>
        <p:grpSpPr>
          <a:xfrm>
            <a:off x="2255625" y="2346780"/>
            <a:ext cx="2357640" cy="859680"/>
            <a:chOff x="2255625" y="2346780"/>
            <a:chExt cx="2357640" cy="85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6159146-CB99-AC36-C09C-25B0862C33FF}"/>
                    </a:ext>
                  </a:extLst>
                </p14:cNvPr>
                <p14:cNvContentPartPr/>
                <p14:nvPr/>
              </p14:nvContentPartPr>
              <p14:xfrm>
                <a:off x="2255625" y="2346780"/>
                <a:ext cx="625320" cy="601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6159146-CB99-AC36-C09C-25B0862C33F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249505" y="2340660"/>
                  <a:ext cx="63756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4D2E235-7B6D-E79D-D761-2FE0CC060AAC}"/>
                    </a:ext>
                  </a:extLst>
                </p14:cNvPr>
                <p14:cNvContentPartPr/>
                <p14:nvPr/>
              </p14:nvContentPartPr>
              <p14:xfrm>
                <a:off x="2340225" y="2359380"/>
                <a:ext cx="450000" cy="607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4D2E235-7B6D-E79D-D761-2FE0CC060AA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334105" y="2353260"/>
                  <a:ext cx="46224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D7B2FC6-466D-C07B-6ECE-FC64C8197B98}"/>
                    </a:ext>
                  </a:extLst>
                </p14:cNvPr>
                <p14:cNvContentPartPr/>
                <p14:nvPr/>
              </p14:nvContentPartPr>
              <p14:xfrm>
                <a:off x="2980305" y="2784900"/>
                <a:ext cx="122400" cy="421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D7B2FC6-466D-C07B-6ECE-FC64C8197B9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974185" y="2778780"/>
                  <a:ext cx="13464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B8C0477-83E5-B009-3C51-573953A80FD6}"/>
                    </a:ext>
                  </a:extLst>
                </p14:cNvPr>
                <p14:cNvContentPartPr/>
                <p14:nvPr/>
              </p14:nvContentPartPr>
              <p14:xfrm>
                <a:off x="2826585" y="3007380"/>
                <a:ext cx="259920" cy="54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B8C0477-83E5-B009-3C51-573953A80FD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820465" y="3001260"/>
                  <a:ext cx="2721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FA25000-E547-3788-D7D2-F10C657E1370}"/>
                    </a:ext>
                  </a:extLst>
                </p14:cNvPr>
                <p14:cNvContentPartPr/>
                <p14:nvPr/>
              </p14:nvContentPartPr>
              <p14:xfrm>
                <a:off x="3447945" y="2926380"/>
                <a:ext cx="326520" cy="38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FA25000-E547-3788-D7D2-F10C657E137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441825" y="2920260"/>
                  <a:ext cx="338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DE70709-5EBB-F745-85E2-EAC7078805B2}"/>
                    </a:ext>
                  </a:extLst>
                </p14:cNvPr>
                <p14:cNvContentPartPr/>
                <p14:nvPr/>
              </p14:nvContentPartPr>
              <p14:xfrm>
                <a:off x="3270465" y="3134460"/>
                <a:ext cx="288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DE70709-5EBB-F745-85E2-EAC7078805B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264345" y="3128340"/>
                  <a:ext cx="15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648747D-CB11-00A3-B08C-1D60C3F8C662}"/>
                    </a:ext>
                  </a:extLst>
                </p14:cNvPr>
                <p14:cNvContentPartPr/>
                <p14:nvPr/>
              </p14:nvContentPartPr>
              <p14:xfrm>
                <a:off x="3239865" y="3132300"/>
                <a:ext cx="360" cy="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648747D-CB11-00A3-B08C-1D60C3F8C66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233745" y="31261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1C1B744-0E6D-30DD-6F60-CD22296B7C6D}"/>
                    </a:ext>
                  </a:extLst>
                </p14:cNvPr>
                <p14:cNvContentPartPr/>
                <p14:nvPr/>
              </p14:nvContentPartPr>
              <p14:xfrm>
                <a:off x="4191705" y="2381700"/>
                <a:ext cx="200880" cy="696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1C1B744-0E6D-30DD-6F60-CD22296B7C6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185585" y="2375580"/>
                  <a:ext cx="21312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A5D3712-5249-4024-8224-2A7ABA47A2AC}"/>
                    </a:ext>
                  </a:extLst>
                </p14:cNvPr>
                <p14:cNvContentPartPr/>
                <p14:nvPr/>
              </p14:nvContentPartPr>
              <p14:xfrm>
                <a:off x="4017465" y="2492580"/>
                <a:ext cx="412920" cy="583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A5D3712-5249-4024-8224-2A7ABA47A2A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011345" y="2486460"/>
                  <a:ext cx="42516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7D7E639-0598-99E8-31EB-F557224C38E3}"/>
                    </a:ext>
                  </a:extLst>
                </p14:cNvPr>
                <p14:cNvContentPartPr/>
                <p14:nvPr/>
              </p14:nvContentPartPr>
              <p14:xfrm>
                <a:off x="4480425" y="2832420"/>
                <a:ext cx="132840" cy="365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7D7E639-0598-99E8-31EB-F557224C38E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474305" y="2826300"/>
                  <a:ext cx="14508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9AB0DD3-2438-6A79-7908-574F13FB7BE2}"/>
                    </a:ext>
                  </a:extLst>
                </p14:cNvPr>
                <p14:cNvContentPartPr/>
                <p14:nvPr/>
              </p14:nvContentPartPr>
              <p14:xfrm>
                <a:off x="4403385" y="3042660"/>
                <a:ext cx="199440" cy="54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9AB0DD3-2438-6A79-7908-574F13FB7BE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397265" y="3036540"/>
                  <a:ext cx="21168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D32A23D-275C-CA62-6603-E179A6B56D6D}"/>
              </a:ext>
            </a:extLst>
          </p:cNvPr>
          <p:cNvGrpSpPr/>
          <p:nvPr/>
        </p:nvGrpSpPr>
        <p:grpSpPr>
          <a:xfrm>
            <a:off x="4949505" y="2870940"/>
            <a:ext cx="229680" cy="363960"/>
            <a:chOff x="4949505" y="2870940"/>
            <a:chExt cx="22968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81C3779-1580-089C-7BA5-96EB2F9C6C68}"/>
                    </a:ext>
                  </a:extLst>
                </p14:cNvPr>
                <p14:cNvContentPartPr/>
                <p14:nvPr/>
              </p14:nvContentPartPr>
              <p14:xfrm>
                <a:off x="4949505" y="2969220"/>
                <a:ext cx="97560" cy="59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81C3779-1580-089C-7BA5-96EB2F9C6C6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943385" y="2963100"/>
                  <a:ext cx="1098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1EAD9E9-ED4E-36F9-8122-A7074C3C946E}"/>
                    </a:ext>
                  </a:extLst>
                </p14:cNvPr>
                <p14:cNvContentPartPr/>
                <p14:nvPr/>
              </p14:nvContentPartPr>
              <p14:xfrm>
                <a:off x="5126625" y="2870940"/>
                <a:ext cx="52560" cy="363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1EAD9E9-ED4E-36F9-8122-A7074C3C946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120505" y="2864820"/>
                  <a:ext cx="64800" cy="37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04C0536-0976-55D5-4666-88ABDAE851B2}"/>
              </a:ext>
            </a:extLst>
          </p:cNvPr>
          <p:cNvGrpSpPr/>
          <p:nvPr/>
        </p:nvGrpSpPr>
        <p:grpSpPr>
          <a:xfrm>
            <a:off x="2475945" y="3564300"/>
            <a:ext cx="390240" cy="458280"/>
            <a:chOff x="2475945" y="3564300"/>
            <a:chExt cx="390240" cy="45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F619A94-EAB6-E031-3A52-DD5E087FADAC}"/>
                    </a:ext>
                  </a:extLst>
                </p14:cNvPr>
                <p14:cNvContentPartPr/>
                <p14:nvPr/>
              </p14:nvContentPartPr>
              <p14:xfrm>
                <a:off x="2475945" y="3564300"/>
                <a:ext cx="390240" cy="267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F619A94-EAB6-E031-3A52-DD5E087FADA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469825" y="3558180"/>
                  <a:ext cx="4024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B0CD474-EF82-1023-8E2A-CF24AC6140C6}"/>
                    </a:ext>
                  </a:extLst>
                </p14:cNvPr>
                <p14:cNvContentPartPr/>
                <p14:nvPr/>
              </p14:nvContentPartPr>
              <p14:xfrm>
                <a:off x="2677905" y="3621180"/>
                <a:ext cx="37800" cy="401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B0CD474-EF82-1023-8E2A-CF24AC6140C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671785" y="3615060"/>
                  <a:ext cx="50040" cy="41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4F05B62-56A7-688E-21BA-6C87C33F17FA}"/>
                  </a:ext>
                </a:extLst>
              </p14:cNvPr>
              <p14:cNvContentPartPr/>
              <p14:nvPr/>
            </p14:nvContentPartPr>
            <p14:xfrm>
              <a:off x="3518145" y="3598500"/>
              <a:ext cx="360000" cy="3636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4F05B62-56A7-688E-21BA-6C87C33F17FA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512025" y="3592380"/>
                <a:ext cx="37224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4D4B39BD-9111-6FBC-B72E-11EBEA9E959C}"/>
                  </a:ext>
                </a:extLst>
              </p14:cNvPr>
              <p14:cNvContentPartPr/>
              <p14:nvPr/>
            </p14:nvContentPartPr>
            <p14:xfrm>
              <a:off x="3105585" y="3970380"/>
              <a:ext cx="24480" cy="1864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4D4B39BD-9111-6FBC-B72E-11EBEA9E959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3099465" y="3964260"/>
                <a:ext cx="36720" cy="19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31B9F136-48E4-AA97-0F90-AC96124F4EE9}"/>
              </a:ext>
            </a:extLst>
          </p:cNvPr>
          <p:cNvGrpSpPr/>
          <p:nvPr/>
        </p:nvGrpSpPr>
        <p:grpSpPr>
          <a:xfrm>
            <a:off x="4294305" y="3584460"/>
            <a:ext cx="686520" cy="496800"/>
            <a:chOff x="4294305" y="3584460"/>
            <a:chExt cx="686520" cy="49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C63B925-B2C0-2C83-5C70-31FF9D00EE0E}"/>
                    </a:ext>
                  </a:extLst>
                </p14:cNvPr>
                <p14:cNvContentPartPr/>
                <p14:nvPr/>
              </p14:nvContentPartPr>
              <p14:xfrm>
                <a:off x="4436865" y="3584460"/>
                <a:ext cx="375480" cy="464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C63B925-B2C0-2C83-5C70-31FF9D00EE0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430745" y="3578340"/>
                  <a:ext cx="38772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81B0B82-4CAB-A4AE-679D-53E5FB11EA36}"/>
                    </a:ext>
                  </a:extLst>
                </p14:cNvPr>
                <p14:cNvContentPartPr/>
                <p14:nvPr/>
              </p14:nvContentPartPr>
              <p14:xfrm>
                <a:off x="4294305" y="3927900"/>
                <a:ext cx="84960" cy="153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81B0B82-4CAB-A4AE-679D-53E5FB11EA3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288185" y="3921780"/>
                  <a:ext cx="97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23BB12-DB72-AE89-2B8B-42E3A85C5297}"/>
                    </a:ext>
                  </a:extLst>
                </p14:cNvPr>
                <p14:cNvContentPartPr/>
                <p14:nvPr/>
              </p14:nvContentPartPr>
              <p14:xfrm>
                <a:off x="4882185" y="3913140"/>
                <a:ext cx="98640" cy="116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D23BB12-DB72-AE89-2B8B-42E3A85C529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876065" y="3907020"/>
                  <a:ext cx="11088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E59B3D6-EA5A-9CBA-BF69-0ED1931F32C5}"/>
              </a:ext>
            </a:extLst>
          </p:cNvPr>
          <p:cNvGrpSpPr/>
          <p:nvPr/>
        </p:nvGrpSpPr>
        <p:grpSpPr>
          <a:xfrm>
            <a:off x="5363145" y="3487260"/>
            <a:ext cx="375120" cy="553680"/>
            <a:chOff x="5363145" y="3487260"/>
            <a:chExt cx="375120" cy="55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BDAE318-2EF5-B341-BE4C-646BB7CA8BE8}"/>
                    </a:ext>
                  </a:extLst>
                </p14:cNvPr>
                <p14:cNvContentPartPr/>
                <p14:nvPr/>
              </p14:nvContentPartPr>
              <p14:xfrm>
                <a:off x="5363145" y="3487260"/>
                <a:ext cx="375120" cy="359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BDAE318-2EF5-B341-BE4C-646BB7CA8BE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357025" y="3481140"/>
                  <a:ext cx="3873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B690C21-B009-BD3F-CCEE-DE51FC6D61EB}"/>
                    </a:ext>
                  </a:extLst>
                </p14:cNvPr>
                <p14:cNvContentPartPr/>
                <p14:nvPr/>
              </p14:nvContentPartPr>
              <p14:xfrm>
                <a:off x="5449905" y="3914220"/>
                <a:ext cx="164880" cy="126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B690C21-B009-BD3F-CCEE-DE51FC6D61E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443785" y="3908100"/>
                  <a:ext cx="17712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3EB53AD-B999-FCD8-1E71-C2A6447E1913}"/>
              </a:ext>
            </a:extLst>
          </p:cNvPr>
          <p:cNvGrpSpPr/>
          <p:nvPr/>
        </p:nvGrpSpPr>
        <p:grpSpPr>
          <a:xfrm>
            <a:off x="6092865" y="3449460"/>
            <a:ext cx="534600" cy="528480"/>
            <a:chOff x="6092865" y="3449460"/>
            <a:chExt cx="534600" cy="5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4AB2E58-A9CA-23E0-9319-49D46797E164}"/>
                    </a:ext>
                  </a:extLst>
                </p14:cNvPr>
                <p14:cNvContentPartPr/>
                <p14:nvPr/>
              </p14:nvContentPartPr>
              <p14:xfrm>
                <a:off x="6374385" y="3449460"/>
                <a:ext cx="253080" cy="313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4AB2E58-A9CA-23E0-9319-49D46797E16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368265" y="3443340"/>
                  <a:ext cx="2653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4607785-18DE-98F4-6D78-8AB62E0F896E}"/>
                    </a:ext>
                  </a:extLst>
                </p14:cNvPr>
                <p14:cNvContentPartPr/>
                <p14:nvPr/>
              </p14:nvContentPartPr>
              <p14:xfrm>
                <a:off x="6092865" y="3861300"/>
                <a:ext cx="110520" cy="116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4607785-18DE-98F4-6D78-8AB62E0F896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086745" y="3855180"/>
                  <a:ext cx="12276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A4C1046-F9B9-1068-2F1D-DDCD7B747694}"/>
              </a:ext>
            </a:extLst>
          </p:cNvPr>
          <p:cNvGrpSpPr/>
          <p:nvPr/>
        </p:nvGrpSpPr>
        <p:grpSpPr>
          <a:xfrm>
            <a:off x="361305" y="3542700"/>
            <a:ext cx="754920" cy="412560"/>
            <a:chOff x="361305" y="3542700"/>
            <a:chExt cx="754920" cy="41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6C3D941-EA13-D3D6-D6E0-643EB7779454}"/>
                    </a:ext>
                  </a:extLst>
                </p14:cNvPr>
                <p14:cNvContentPartPr/>
                <p14:nvPr/>
              </p14:nvContentPartPr>
              <p14:xfrm>
                <a:off x="414225" y="3542700"/>
                <a:ext cx="194760" cy="303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6C3D941-EA13-D3D6-D6E0-643EB777945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08105" y="3536580"/>
                  <a:ext cx="2070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9F62A67-3D51-72C8-406B-A33518B5B08E}"/>
                    </a:ext>
                  </a:extLst>
                </p14:cNvPr>
                <p14:cNvContentPartPr/>
                <p14:nvPr/>
              </p14:nvContentPartPr>
              <p14:xfrm>
                <a:off x="361305" y="3635940"/>
                <a:ext cx="297360" cy="204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9F62A67-3D51-72C8-406B-A33518B5B08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55185" y="3629820"/>
                  <a:ext cx="3096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E04D010-8EEC-8002-9561-C83F5712BF47}"/>
                    </a:ext>
                  </a:extLst>
                </p14:cNvPr>
                <p14:cNvContentPartPr/>
                <p14:nvPr/>
              </p14:nvContentPartPr>
              <p14:xfrm>
                <a:off x="875745" y="3700020"/>
                <a:ext cx="158760" cy="255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E04D010-8EEC-8002-9561-C83F5712BF4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69625" y="3693900"/>
                  <a:ext cx="171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79E449C-6BD5-A791-B025-42C55E50A50A}"/>
                    </a:ext>
                  </a:extLst>
                </p14:cNvPr>
                <p14:cNvContentPartPr/>
                <p14:nvPr/>
              </p14:nvContentPartPr>
              <p14:xfrm>
                <a:off x="846945" y="3826380"/>
                <a:ext cx="269280" cy="85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79E449C-6BD5-A791-B025-42C55E50A50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40825" y="3820260"/>
                  <a:ext cx="28152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FD05F0E-B5AE-AD03-C350-B0025E02CEDC}"/>
              </a:ext>
            </a:extLst>
          </p:cNvPr>
          <p:cNvGrpSpPr/>
          <p:nvPr/>
        </p:nvGrpSpPr>
        <p:grpSpPr>
          <a:xfrm>
            <a:off x="396945" y="4127340"/>
            <a:ext cx="817200" cy="678240"/>
            <a:chOff x="396945" y="4127340"/>
            <a:chExt cx="817200" cy="67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796492D-DF6E-9C38-409A-40A67B6880EB}"/>
                    </a:ext>
                  </a:extLst>
                </p14:cNvPr>
                <p14:cNvContentPartPr/>
                <p14:nvPr/>
              </p14:nvContentPartPr>
              <p14:xfrm>
                <a:off x="396945" y="4259820"/>
                <a:ext cx="464040" cy="442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796492D-DF6E-9C38-409A-40A67B6880E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90825" y="4253700"/>
                  <a:ext cx="47628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691D430-D3F5-F635-1B93-032751BDA076}"/>
                    </a:ext>
                  </a:extLst>
                </p14:cNvPr>
                <p14:cNvContentPartPr/>
                <p14:nvPr/>
              </p14:nvContentPartPr>
              <p14:xfrm>
                <a:off x="481545" y="4285380"/>
                <a:ext cx="339120" cy="441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691D430-D3F5-F635-1B93-032751BDA07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75425" y="4279260"/>
                  <a:ext cx="35136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B8ACD56-1643-6176-E3DA-B0EAED567A8C}"/>
                    </a:ext>
                  </a:extLst>
                </p14:cNvPr>
                <p14:cNvContentPartPr/>
                <p14:nvPr/>
              </p14:nvContentPartPr>
              <p14:xfrm>
                <a:off x="1092825" y="4127340"/>
                <a:ext cx="90720" cy="157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B8ACD56-1643-6176-E3DA-B0EAED567A8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86705" y="4121220"/>
                  <a:ext cx="1029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9E7CB07-E69C-52BF-DB1E-00898A7EE9F8}"/>
                    </a:ext>
                  </a:extLst>
                </p14:cNvPr>
                <p14:cNvContentPartPr/>
                <p14:nvPr/>
              </p14:nvContentPartPr>
              <p14:xfrm>
                <a:off x="1095345" y="4552500"/>
                <a:ext cx="77040" cy="253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9E7CB07-E69C-52BF-DB1E-00898A7EE9F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89225" y="4546380"/>
                  <a:ext cx="892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DD9FF6C-E583-479D-DC57-67407921A290}"/>
                    </a:ext>
                  </a:extLst>
                </p14:cNvPr>
                <p14:cNvContentPartPr/>
                <p14:nvPr/>
              </p14:nvContentPartPr>
              <p14:xfrm>
                <a:off x="989505" y="4654380"/>
                <a:ext cx="224640" cy="77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DD9FF6C-E583-479D-DC57-67407921A29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83385" y="4648260"/>
                  <a:ext cx="23688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BBD3A33-C858-AD5C-CD25-6FDB0B58C597}"/>
              </a:ext>
            </a:extLst>
          </p:cNvPr>
          <p:cNvGrpSpPr/>
          <p:nvPr/>
        </p:nvGrpSpPr>
        <p:grpSpPr>
          <a:xfrm>
            <a:off x="1807425" y="4493100"/>
            <a:ext cx="302400" cy="180000"/>
            <a:chOff x="1807425" y="4493100"/>
            <a:chExt cx="302400" cy="18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533ACA0-F368-24FD-B759-089F6015F424}"/>
                    </a:ext>
                  </a:extLst>
                </p14:cNvPr>
                <p14:cNvContentPartPr/>
                <p14:nvPr/>
              </p14:nvContentPartPr>
              <p14:xfrm>
                <a:off x="1807425" y="4493100"/>
                <a:ext cx="302400" cy="45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533ACA0-F368-24FD-B759-089F6015F42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801305" y="4486980"/>
                  <a:ext cx="314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D3D9D41-3EA7-232A-3EEE-89F638058ADB}"/>
                    </a:ext>
                  </a:extLst>
                </p14:cNvPr>
                <p14:cNvContentPartPr/>
                <p14:nvPr/>
              </p14:nvContentPartPr>
              <p14:xfrm>
                <a:off x="1858545" y="4637820"/>
                <a:ext cx="247680" cy="35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D3D9D41-3EA7-232A-3EEE-89F638058AD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852425" y="4631700"/>
                  <a:ext cx="25992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BF8D08B-4C28-A3F8-1634-B8B7B16D1840}"/>
              </a:ext>
            </a:extLst>
          </p:cNvPr>
          <p:cNvGrpSpPr/>
          <p:nvPr/>
        </p:nvGrpSpPr>
        <p:grpSpPr>
          <a:xfrm>
            <a:off x="2545785" y="4302660"/>
            <a:ext cx="1149120" cy="669960"/>
            <a:chOff x="2545785" y="4302660"/>
            <a:chExt cx="1149120" cy="66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0B1BAA0-6D2E-3382-04B1-2358C278BABD}"/>
                    </a:ext>
                  </a:extLst>
                </p14:cNvPr>
                <p14:cNvContentPartPr/>
                <p14:nvPr/>
              </p14:nvContentPartPr>
              <p14:xfrm>
                <a:off x="2545785" y="4363860"/>
                <a:ext cx="13320" cy="264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0B1BAA0-6D2E-3382-04B1-2358C278BAB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539665" y="4357740"/>
                  <a:ext cx="255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1F84F0F-EBF3-A256-4CF5-F0A59C2C3D63}"/>
                    </a:ext>
                  </a:extLst>
                </p14:cNvPr>
                <p14:cNvContentPartPr/>
                <p14:nvPr/>
              </p14:nvContentPartPr>
              <p14:xfrm>
                <a:off x="2725065" y="4645020"/>
                <a:ext cx="116640" cy="207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1F84F0F-EBF3-A256-4CF5-F0A59C2C3D6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718945" y="4638900"/>
                  <a:ext cx="1288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E44F528-0139-0824-B04E-81BE9A310B47}"/>
                    </a:ext>
                  </a:extLst>
                </p14:cNvPr>
                <p14:cNvContentPartPr/>
                <p14:nvPr/>
              </p14:nvContentPartPr>
              <p14:xfrm>
                <a:off x="3041145" y="4436580"/>
                <a:ext cx="113040" cy="17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E44F528-0139-0824-B04E-81BE9A310B4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035025" y="4430460"/>
                  <a:ext cx="125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8EF1A2C-5615-38B0-B44C-D9C760765852}"/>
                    </a:ext>
                  </a:extLst>
                </p14:cNvPr>
                <p14:cNvContentPartPr/>
                <p14:nvPr/>
              </p14:nvContentPartPr>
              <p14:xfrm>
                <a:off x="3349305" y="4302660"/>
                <a:ext cx="273600" cy="199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8EF1A2C-5615-38B0-B44C-D9C76076585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343185" y="4296540"/>
                  <a:ext cx="2858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CF22F63-535F-B9B0-35CC-52119166F8E9}"/>
                    </a:ext>
                  </a:extLst>
                </p14:cNvPr>
                <p14:cNvContentPartPr/>
                <p14:nvPr/>
              </p14:nvContentPartPr>
              <p14:xfrm>
                <a:off x="3399705" y="4358100"/>
                <a:ext cx="119880" cy="275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CF22F63-535F-B9B0-35CC-52119166F8E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393585" y="4351980"/>
                  <a:ext cx="1321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B2BAC70-99E4-E694-E4D3-EF1C622AACB6}"/>
                    </a:ext>
                  </a:extLst>
                </p14:cNvPr>
                <p14:cNvContentPartPr/>
                <p14:nvPr/>
              </p14:nvContentPartPr>
              <p14:xfrm>
                <a:off x="3480345" y="4623780"/>
                <a:ext cx="214560" cy="348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B2BAC70-99E4-E694-E4D3-EF1C622AACB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474225" y="4617660"/>
                  <a:ext cx="226800" cy="36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02F6D0D-B019-6E49-E112-FB083A693B13}"/>
              </a:ext>
            </a:extLst>
          </p:cNvPr>
          <p:cNvGrpSpPr/>
          <p:nvPr/>
        </p:nvGrpSpPr>
        <p:grpSpPr>
          <a:xfrm>
            <a:off x="3879945" y="4209420"/>
            <a:ext cx="1228320" cy="542520"/>
            <a:chOff x="3879945" y="4209420"/>
            <a:chExt cx="1228320" cy="54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647C158-26EF-1E0E-2ED8-1A628E9D22A0}"/>
                    </a:ext>
                  </a:extLst>
                </p14:cNvPr>
                <p14:cNvContentPartPr/>
                <p14:nvPr/>
              </p14:nvContentPartPr>
              <p14:xfrm>
                <a:off x="3879945" y="4428660"/>
                <a:ext cx="157680" cy="29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647C158-26EF-1E0E-2ED8-1A628E9D22A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873825" y="4422540"/>
                  <a:ext cx="169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4CB4C9F-A967-79A1-336D-1C8D067C50C2}"/>
                    </a:ext>
                  </a:extLst>
                </p14:cNvPr>
                <p14:cNvContentPartPr/>
                <p14:nvPr/>
              </p14:nvContentPartPr>
              <p14:xfrm>
                <a:off x="4250745" y="4322100"/>
                <a:ext cx="14040" cy="310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4CB4C9F-A967-79A1-336D-1C8D067C50C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244625" y="4315980"/>
                  <a:ext cx="262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C9F9751-3E7A-1A06-7792-850A82720B8E}"/>
                    </a:ext>
                  </a:extLst>
                </p14:cNvPr>
                <p14:cNvContentPartPr/>
                <p14:nvPr/>
              </p14:nvContentPartPr>
              <p14:xfrm>
                <a:off x="4662945" y="4402380"/>
                <a:ext cx="177840" cy="36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C9F9751-3E7A-1A06-7792-850A82720B8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656825" y="4396260"/>
                  <a:ext cx="1900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CDF1755-9171-2BBE-E0AE-BD8B608D5926}"/>
                    </a:ext>
                  </a:extLst>
                </p14:cNvPr>
                <p14:cNvContentPartPr/>
                <p14:nvPr/>
              </p14:nvContentPartPr>
              <p14:xfrm>
                <a:off x="4412745" y="4597140"/>
                <a:ext cx="70200" cy="154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CDF1755-9171-2BBE-E0AE-BD8B608D592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406625" y="4591020"/>
                  <a:ext cx="824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E5D6AF2-E7E4-8D25-034D-B8F81FB06A91}"/>
                    </a:ext>
                  </a:extLst>
                </p14:cNvPr>
                <p14:cNvContentPartPr/>
                <p14:nvPr/>
              </p14:nvContentPartPr>
              <p14:xfrm>
                <a:off x="5067585" y="4209420"/>
                <a:ext cx="40680" cy="397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E5D6AF2-E7E4-8D25-034D-B8F81FB06A9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061465" y="4203300"/>
                  <a:ext cx="52920" cy="40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23DA0FB-7F5C-DC6F-EADD-C1D52C8A2385}"/>
                  </a:ext>
                </a:extLst>
              </p14:cNvPr>
              <p14:cNvContentPartPr/>
              <p14:nvPr/>
            </p14:nvContentPartPr>
            <p14:xfrm>
              <a:off x="2449665" y="4873620"/>
              <a:ext cx="2358000" cy="8532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23DA0FB-7F5C-DC6F-EADD-C1D52C8A2385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2443545" y="4867500"/>
                <a:ext cx="2370240" cy="9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6504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1519BD0-3432-5FA2-186F-F7F515626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E53EA2EB-3619-84CA-3CDE-37E6AE0B19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Difference </a:t>
            </a:r>
            <a:endParaRPr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1FBFA38-5670-7711-ABC9-502AB6575C99}"/>
              </a:ext>
            </a:extLst>
          </p:cNvPr>
          <p:cNvGrpSpPr/>
          <p:nvPr/>
        </p:nvGrpSpPr>
        <p:grpSpPr>
          <a:xfrm>
            <a:off x="294705" y="1141500"/>
            <a:ext cx="1020600" cy="1063080"/>
            <a:chOff x="294705" y="1141500"/>
            <a:chExt cx="1020600" cy="10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16189D-8AE0-BC9E-77FB-4BBA933CCBFE}"/>
                    </a:ext>
                  </a:extLst>
                </p14:cNvPr>
                <p14:cNvContentPartPr/>
                <p14:nvPr/>
              </p14:nvContentPartPr>
              <p14:xfrm>
                <a:off x="294705" y="1314300"/>
                <a:ext cx="617400" cy="639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16189D-8AE0-BC9E-77FB-4BBA933CCBF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8585" y="1308180"/>
                  <a:ext cx="62964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9D674EC-8E1C-6BBE-4842-D7399655462B}"/>
                    </a:ext>
                  </a:extLst>
                </p14:cNvPr>
                <p14:cNvContentPartPr/>
                <p14:nvPr/>
              </p14:nvContentPartPr>
              <p14:xfrm>
                <a:off x="439065" y="1295220"/>
                <a:ext cx="350280" cy="729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9D674EC-8E1C-6BBE-4842-D7399655462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2945" y="1289100"/>
                  <a:ext cx="362520" cy="74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E7558A8-21FA-2DE4-F58D-889D25571108}"/>
                    </a:ext>
                  </a:extLst>
                </p14:cNvPr>
                <p14:cNvContentPartPr/>
                <p14:nvPr/>
              </p14:nvContentPartPr>
              <p14:xfrm>
                <a:off x="937305" y="1938900"/>
                <a:ext cx="206280" cy="265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E7558A8-21FA-2DE4-F58D-889D2557110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1185" y="1932780"/>
                  <a:ext cx="2185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DA6994A-2542-DB26-815F-61BBF3841CE6}"/>
                    </a:ext>
                  </a:extLst>
                </p14:cNvPr>
                <p14:cNvContentPartPr/>
                <p14:nvPr/>
              </p14:nvContentPartPr>
              <p14:xfrm>
                <a:off x="1084545" y="1141500"/>
                <a:ext cx="90000" cy="239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DA6994A-2542-DB26-815F-61BBF3841CE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8425" y="1135380"/>
                  <a:ext cx="1022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4C22E9A-9ECA-9058-CA0A-937F8C221A10}"/>
                    </a:ext>
                  </a:extLst>
                </p14:cNvPr>
                <p14:cNvContentPartPr/>
                <p14:nvPr/>
              </p14:nvContentPartPr>
              <p14:xfrm>
                <a:off x="1211625" y="1146540"/>
                <a:ext cx="103680" cy="244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4C22E9A-9ECA-9058-CA0A-937F8C221A1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05505" y="1140420"/>
                  <a:ext cx="11592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815877A-F99D-617F-EB83-278E50241DB5}"/>
              </a:ext>
            </a:extLst>
          </p:cNvPr>
          <p:cNvGrpSpPr/>
          <p:nvPr/>
        </p:nvGrpSpPr>
        <p:grpSpPr>
          <a:xfrm>
            <a:off x="219825" y="2356860"/>
            <a:ext cx="889200" cy="339840"/>
            <a:chOff x="219825" y="2356860"/>
            <a:chExt cx="88920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F8BF462-A6E5-DFD2-26F6-8DAB7C5CC535}"/>
                    </a:ext>
                  </a:extLst>
                </p14:cNvPr>
                <p14:cNvContentPartPr/>
                <p14:nvPr/>
              </p14:nvContentPartPr>
              <p14:xfrm>
                <a:off x="219825" y="2356860"/>
                <a:ext cx="889200" cy="104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F8BF462-A6E5-DFD2-26F6-8DAB7C5CC53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3705" y="2350740"/>
                  <a:ext cx="9014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60B3772-3742-C55C-32CC-A40D228C6592}"/>
                    </a:ext>
                  </a:extLst>
                </p14:cNvPr>
                <p14:cNvContentPartPr/>
                <p14:nvPr/>
              </p14:nvContentPartPr>
              <p14:xfrm>
                <a:off x="349425" y="2571060"/>
                <a:ext cx="574920" cy="1256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60B3772-3742-C55C-32CC-A40D228C659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3305" y="2564940"/>
                  <a:ext cx="58716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AFC5893-AC13-05FA-54CF-2352C8B61F6C}"/>
              </a:ext>
            </a:extLst>
          </p:cNvPr>
          <p:cNvGrpSpPr/>
          <p:nvPr/>
        </p:nvGrpSpPr>
        <p:grpSpPr>
          <a:xfrm>
            <a:off x="1700505" y="920460"/>
            <a:ext cx="7667640" cy="4161600"/>
            <a:chOff x="1700505" y="920460"/>
            <a:chExt cx="7667640" cy="416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131A1F6-6A32-6D84-0635-525030B5F1DC}"/>
                    </a:ext>
                  </a:extLst>
                </p14:cNvPr>
                <p14:cNvContentPartPr/>
                <p14:nvPr/>
              </p14:nvContentPartPr>
              <p14:xfrm>
                <a:off x="1700505" y="1648380"/>
                <a:ext cx="287280" cy="52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131A1F6-6A32-6D84-0635-525030B5F1D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94385" y="1642260"/>
                  <a:ext cx="2995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8DEE258-3FFF-30D1-576D-EA5CC61A34AF}"/>
                    </a:ext>
                  </a:extLst>
                </p14:cNvPr>
                <p14:cNvContentPartPr/>
                <p14:nvPr/>
              </p14:nvContentPartPr>
              <p14:xfrm>
                <a:off x="1717065" y="1734780"/>
                <a:ext cx="180360" cy="29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8DEE258-3FFF-30D1-576D-EA5CC61A34A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10945" y="1728660"/>
                  <a:ext cx="1926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CDE6C62-A907-5229-D57D-5CA24FA5FFE3}"/>
                    </a:ext>
                  </a:extLst>
                </p14:cNvPr>
                <p14:cNvContentPartPr/>
                <p14:nvPr/>
              </p14:nvContentPartPr>
              <p14:xfrm>
                <a:off x="3837465" y="1649100"/>
                <a:ext cx="233280" cy="43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CDE6C62-A907-5229-D57D-5CA24FA5FFE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831345" y="1642980"/>
                  <a:ext cx="245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B1172D6-93DC-A9AA-6FE6-B1C4D490CF19}"/>
                    </a:ext>
                  </a:extLst>
                </p14:cNvPr>
                <p14:cNvContentPartPr/>
                <p14:nvPr/>
              </p14:nvContentPartPr>
              <p14:xfrm>
                <a:off x="1867905" y="2587260"/>
                <a:ext cx="260640" cy="43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B1172D6-93DC-A9AA-6FE6-B1C4D490CF1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61785" y="2581140"/>
                  <a:ext cx="272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4E90641-3575-99E3-F79A-A1E5C2FE8A64}"/>
                    </a:ext>
                  </a:extLst>
                </p14:cNvPr>
                <p14:cNvContentPartPr/>
                <p14:nvPr/>
              </p14:nvContentPartPr>
              <p14:xfrm>
                <a:off x="1969785" y="2740260"/>
                <a:ext cx="170280" cy="10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4E90641-3575-99E3-F79A-A1E5C2FE8A6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963665" y="2734140"/>
                  <a:ext cx="1825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7414C40-A2BD-1913-C94B-E4C0C061E418}"/>
                    </a:ext>
                  </a:extLst>
                </p14:cNvPr>
                <p14:cNvContentPartPr/>
                <p14:nvPr/>
              </p14:nvContentPartPr>
              <p14:xfrm>
                <a:off x="3173985" y="2545500"/>
                <a:ext cx="2160" cy="72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7414C40-A2BD-1913-C94B-E4C0C061E41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67865" y="2539380"/>
                  <a:ext cx="144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5DC1C3F-CD31-6E3D-724E-9823B4F65714}"/>
                    </a:ext>
                  </a:extLst>
                </p14:cNvPr>
                <p14:cNvContentPartPr/>
                <p14:nvPr/>
              </p14:nvContentPartPr>
              <p14:xfrm>
                <a:off x="2785545" y="2511660"/>
                <a:ext cx="402480" cy="394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5DC1C3F-CD31-6E3D-724E-9823B4F6571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779425" y="2505540"/>
                  <a:ext cx="4147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CAD94CF-72D3-0EF0-76F1-0A59AB010FA0}"/>
                    </a:ext>
                  </a:extLst>
                </p14:cNvPr>
                <p14:cNvContentPartPr/>
                <p14:nvPr/>
              </p14:nvContentPartPr>
              <p14:xfrm>
                <a:off x="2820465" y="2462700"/>
                <a:ext cx="385200" cy="326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CAD94CF-72D3-0EF0-76F1-0A59AB010FA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14345" y="2456580"/>
                  <a:ext cx="3974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4460D13-FBA3-0D0B-F290-DB416E65DEC8}"/>
                    </a:ext>
                  </a:extLst>
                </p14:cNvPr>
                <p14:cNvContentPartPr/>
                <p14:nvPr/>
              </p14:nvContentPartPr>
              <p14:xfrm>
                <a:off x="3309705" y="2793900"/>
                <a:ext cx="73080" cy="248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4460D13-FBA3-0D0B-F290-DB416E65DEC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303585" y="2787780"/>
                  <a:ext cx="853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C1EB2AD-FF5D-2F3C-9AEE-D798F71D023E}"/>
                    </a:ext>
                  </a:extLst>
                </p14:cNvPr>
                <p14:cNvContentPartPr/>
                <p14:nvPr/>
              </p14:nvContentPartPr>
              <p14:xfrm>
                <a:off x="3239865" y="2898300"/>
                <a:ext cx="132480" cy="601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C1EB2AD-FF5D-2F3C-9AEE-D798F71D023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33745" y="2892180"/>
                  <a:ext cx="1447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C76E54E-F380-326A-B89A-614DA21A2C48}"/>
                    </a:ext>
                  </a:extLst>
                </p14:cNvPr>
                <p14:cNvContentPartPr/>
                <p14:nvPr/>
              </p14:nvContentPartPr>
              <p14:xfrm>
                <a:off x="3638745" y="2715780"/>
                <a:ext cx="265680" cy="29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C76E54E-F380-326A-B89A-614DA21A2C4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632625" y="2709660"/>
                  <a:ext cx="277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47E18BC-829E-8074-C59E-7DD0B7808EB7}"/>
                    </a:ext>
                  </a:extLst>
                </p14:cNvPr>
                <p14:cNvContentPartPr/>
                <p14:nvPr/>
              </p14:nvContentPartPr>
              <p14:xfrm>
                <a:off x="2568105" y="1185060"/>
                <a:ext cx="534960" cy="653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47E18BC-829E-8074-C59E-7DD0B7808EB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561985" y="1178940"/>
                  <a:ext cx="54720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E2229D5-4324-6940-5A94-D21860A4A1BB}"/>
                    </a:ext>
                  </a:extLst>
                </p14:cNvPr>
                <p14:cNvContentPartPr/>
                <p14:nvPr/>
              </p14:nvContentPartPr>
              <p14:xfrm>
                <a:off x="2495385" y="1366500"/>
                <a:ext cx="417960" cy="600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E2229D5-4324-6940-5A94-D21860A4A1B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89265" y="1360380"/>
                  <a:ext cx="430200" cy="6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B4DDE17-403D-F082-E623-648288CBA984}"/>
                    </a:ext>
                  </a:extLst>
                </p14:cNvPr>
                <p14:cNvContentPartPr/>
                <p14:nvPr/>
              </p14:nvContentPartPr>
              <p14:xfrm>
                <a:off x="3221505" y="1850700"/>
                <a:ext cx="85320" cy="328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B4DDE17-403D-F082-E623-648288CBA98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15385" y="1844580"/>
                  <a:ext cx="975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FED051C-B8C2-50C6-C342-9EC9E53CBBB6}"/>
                    </a:ext>
                  </a:extLst>
                </p14:cNvPr>
                <p14:cNvContentPartPr/>
                <p14:nvPr/>
              </p14:nvContentPartPr>
              <p14:xfrm>
                <a:off x="3072465" y="2025660"/>
                <a:ext cx="261720" cy="45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FED051C-B8C2-50C6-C342-9EC9E53CBBB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066345" y="2019540"/>
                  <a:ext cx="2739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BC76208-41A3-717D-45C5-281070641971}"/>
                    </a:ext>
                  </a:extLst>
                </p14:cNvPr>
                <p14:cNvContentPartPr/>
                <p14:nvPr/>
              </p14:nvContentPartPr>
              <p14:xfrm>
                <a:off x="3577905" y="1017660"/>
                <a:ext cx="111240" cy="213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BC76208-41A3-717D-45C5-28107064197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571785" y="1011540"/>
                  <a:ext cx="1234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D12DCFF-0801-DCF2-C9DD-65DC3D38FEA5}"/>
                    </a:ext>
                  </a:extLst>
                </p14:cNvPr>
                <p14:cNvContentPartPr/>
                <p14:nvPr/>
              </p14:nvContentPartPr>
              <p14:xfrm>
                <a:off x="2765385" y="2075340"/>
                <a:ext cx="52200" cy="2156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D12DCFF-0801-DCF2-C9DD-65DC3D38FEA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759265" y="2069220"/>
                  <a:ext cx="644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A4B6F10-AC38-8571-D238-B08EA4987AC2}"/>
                    </a:ext>
                  </a:extLst>
                </p14:cNvPr>
                <p14:cNvContentPartPr/>
                <p14:nvPr/>
              </p14:nvContentPartPr>
              <p14:xfrm>
                <a:off x="2607345" y="2199180"/>
                <a:ext cx="340920" cy="1627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A4B6F10-AC38-8571-D238-B08EA4987AC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601225" y="2193060"/>
                  <a:ext cx="353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5385545-6A2B-770C-4735-8F75C72600E9}"/>
                    </a:ext>
                  </a:extLst>
                </p14:cNvPr>
                <p14:cNvContentPartPr/>
                <p14:nvPr/>
              </p14:nvContentPartPr>
              <p14:xfrm>
                <a:off x="5274225" y="920460"/>
                <a:ext cx="158040" cy="2325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5385545-6A2B-770C-4735-8F75C72600E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268105" y="914340"/>
                  <a:ext cx="1702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151D784-8782-5E5E-01DD-EBD6A78A437E}"/>
                    </a:ext>
                  </a:extLst>
                </p14:cNvPr>
                <p14:cNvContentPartPr/>
                <p14:nvPr/>
              </p14:nvContentPartPr>
              <p14:xfrm>
                <a:off x="4508505" y="1137900"/>
                <a:ext cx="519480" cy="7412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151D784-8782-5E5E-01DD-EBD6A78A437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02385" y="1131780"/>
                  <a:ext cx="53172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D10F8E3-BA90-F2C3-37C2-31DF7912E0F5}"/>
                    </a:ext>
                  </a:extLst>
                </p14:cNvPr>
                <p14:cNvContentPartPr/>
                <p14:nvPr/>
              </p14:nvContentPartPr>
              <p14:xfrm>
                <a:off x="4487985" y="1233660"/>
                <a:ext cx="357840" cy="543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D10F8E3-BA90-F2C3-37C2-31DF7912E0F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481865" y="1227540"/>
                  <a:ext cx="3700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45F1A3A-6C56-26DC-92ED-C3BF1A9F5611}"/>
                    </a:ext>
                  </a:extLst>
                </p14:cNvPr>
                <p14:cNvContentPartPr/>
                <p14:nvPr/>
              </p14:nvContentPartPr>
              <p14:xfrm>
                <a:off x="5039145" y="1744860"/>
                <a:ext cx="102600" cy="2469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45F1A3A-6C56-26DC-92ED-C3BF1A9F561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033025" y="1738740"/>
                  <a:ext cx="1148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31EE0D4-E4E7-DEE1-FB17-F49DCE809E75}"/>
                    </a:ext>
                  </a:extLst>
                </p14:cNvPr>
                <p14:cNvContentPartPr/>
                <p14:nvPr/>
              </p14:nvContentPartPr>
              <p14:xfrm>
                <a:off x="4936905" y="1843140"/>
                <a:ext cx="246960" cy="93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31EE0D4-E4E7-DEE1-FB17-F49DCE809E7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930785" y="1837020"/>
                  <a:ext cx="2592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A1F1FEC-AEC5-1D1E-510E-C4BFE8B234E1}"/>
                    </a:ext>
                  </a:extLst>
                </p14:cNvPr>
                <p14:cNvContentPartPr/>
                <p14:nvPr/>
              </p14:nvContentPartPr>
              <p14:xfrm>
                <a:off x="5379345" y="1811460"/>
                <a:ext cx="155520" cy="56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A1F1FEC-AEC5-1D1E-510E-C4BFE8B234E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373225" y="1805340"/>
                  <a:ext cx="1677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D89AFB9-6F00-05F8-20CE-984A5F5B2DB0}"/>
                    </a:ext>
                  </a:extLst>
                </p14:cNvPr>
                <p14:cNvContentPartPr/>
                <p14:nvPr/>
              </p14:nvContentPartPr>
              <p14:xfrm>
                <a:off x="5804145" y="1707420"/>
                <a:ext cx="16560" cy="208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D89AFB9-6F00-05F8-20CE-984A5F5B2DB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98025" y="1701300"/>
                  <a:ext cx="28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0BD26C0-2C49-BAEE-61BB-4CF6A21C68AF}"/>
                    </a:ext>
                  </a:extLst>
                </p14:cNvPr>
                <p14:cNvContentPartPr/>
                <p14:nvPr/>
              </p14:nvContentPartPr>
              <p14:xfrm>
                <a:off x="4535865" y="2018820"/>
                <a:ext cx="1881000" cy="1245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0BD26C0-2C49-BAEE-61BB-4CF6A21C68A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529745" y="2012700"/>
                  <a:ext cx="18932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298F962-4B9E-A7DB-1F84-0FB300FC3025}"/>
                    </a:ext>
                  </a:extLst>
                </p14:cNvPr>
                <p14:cNvContentPartPr/>
                <p14:nvPr/>
              </p14:nvContentPartPr>
              <p14:xfrm>
                <a:off x="4192425" y="4612620"/>
                <a:ext cx="245520" cy="320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298F962-4B9E-A7DB-1F84-0FB300FC302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186305" y="4606500"/>
                  <a:ext cx="2577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FF2AC03-9E8C-E2D6-1698-67501A627720}"/>
                    </a:ext>
                  </a:extLst>
                </p14:cNvPr>
                <p14:cNvContentPartPr/>
                <p14:nvPr/>
              </p14:nvContentPartPr>
              <p14:xfrm>
                <a:off x="4216545" y="4475100"/>
                <a:ext cx="30960" cy="3625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FF2AC03-9E8C-E2D6-1698-67501A62772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210425" y="4468980"/>
                  <a:ext cx="432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08584D2-FCF8-5841-4334-2380638E5D1B}"/>
                    </a:ext>
                  </a:extLst>
                </p14:cNvPr>
                <p14:cNvContentPartPr/>
                <p14:nvPr/>
              </p14:nvContentPartPr>
              <p14:xfrm>
                <a:off x="4084065" y="4627740"/>
                <a:ext cx="252000" cy="302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08584D2-FCF8-5841-4334-2380638E5D1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077945" y="4621620"/>
                  <a:ext cx="2642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66AA569-AD12-D141-2B35-F744671C483D}"/>
                    </a:ext>
                  </a:extLst>
                </p14:cNvPr>
                <p14:cNvContentPartPr/>
                <p14:nvPr/>
              </p14:nvContentPartPr>
              <p14:xfrm>
                <a:off x="6533505" y="4595340"/>
                <a:ext cx="345240" cy="464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66AA569-AD12-D141-2B35-F744671C483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527385" y="4589220"/>
                  <a:ext cx="357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208541F-B427-6ADD-D585-2E9E73AC12AD}"/>
                    </a:ext>
                  </a:extLst>
                </p14:cNvPr>
                <p14:cNvContentPartPr/>
                <p14:nvPr/>
              </p14:nvContentPartPr>
              <p14:xfrm>
                <a:off x="6729705" y="3621180"/>
                <a:ext cx="360" cy="3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208541F-B427-6ADD-D585-2E9E73AC12A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723585" y="36150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1600FF6-9D4D-4A65-71D2-30D509D8789F}"/>
                    </a:ext>
                  </a:extLst>
                </p14:cNvPr>
                <p14:cNvContentPartPr/>
                <p14:nvPr/>
              </p14:nvContentPartPr>
              <p14:xfrm>
                <a:off x="2100105" y="3520380"/>
                <a:ext cx="330480" cy="475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1600FF6-9D4D-4A65-71D2-30D509D8789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093985" y="3514260"/>
                  <a:ext cx="3427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C28B1FC-E627-8043-BADA-45BAEA15A34F}"/>
                    </a:ext>
                  </a:extLst>
                </p14:cNvPr>
                <p14:cNvContentPartPr/>
                <p14:nvPr/>
              </p14:nvContentPartPr>
              <p14:xfrm>
                <a:off x="2182905" y="3654660"/>
                <a:ext cx="257400" cy="565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C28B1FC-E627-8043-BADA-45BAEA15A34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176785" y="3648540"/>
                  <a:ext cx="2696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3CC73AE-6F18-6486-C190-1B4550E6AD01}"/>
                    </a:ext>
                  </a:extLst>
                </p14:cNvPr>
                <p14:cNvContentPartPr/>
                <p14:nvPr/>
              </p14:nvContentPartPr>
              <p14:xfrm>
                <a:off x="3001905" y="3386460"/>
                <a:ext cx="505800" cy="5090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3CC73AE-6F18-6486-C190-1B4550E6AD0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995785" y="3380340"/>
                  <a:ext cx="51804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C30C2BF-8F63-E490-7671-CDB8A05D7865}"/>
                    </a:ext>
                  </a:extLst>
                </p14:cNvPr>
                <p14:cNvContentPartPr/>
                <p14:nvPr/>
              </p14:nvContentPartPr>
              <p14:xfrm>
                <a:off x="3048705" y="3456300"/>
                <a:ext cx="339120" cy="450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C30C2BF-8F63-E490-7671-CDB8A05D786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042585" y="3450180"/>
                  <a:ext cx="35136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CEA89C4-C4C0-307E-6EA1-848F096B6B6D}"/>
                    </a:ext>
                  </a:extLst>
                </p14:cNvPr>
                <p14:cNvContentPartPr/>
                <p14:nvPr/>
              </p14:nvContentPartPr>
              <p14:xfrm>
                <a:off x="3641625" y="3773460"/>
                <a:ext cx="119160" cy="300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CEA89C4-C4C0-307E-6EA1-848F096B6B6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635505" y="3767340"/>
                  <a:ext cx="1314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C833F9F-5DF2-811C-97B2-1B71AB45FAC0}"/>
                    </a:ext>
                  </a:extLst>
                </p14:cNvPr>
                <p14:cNvContentPartPr/>
                <p14:nvPr/>
              </p14:nvContentPartPr>
              <p14:xfrm>
                <a:off x="3527505" y="3895140"/>
                <a:ext cx="270360" cy="59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C833F9F-5DF2-811C-97B2-1B71AB45FAC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521385" y="3889020"/>
                  <a:ext cx="2826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BF91903-6AE6-85FE-F1B7-876F4994379C}"/>
                    </a:ext>
                  </a:extLst>
                </p14:cNvPr>
                <p14:cNvContentPartPr/>
                <p14:nvPr/>
              </p14:nvContentPartPr>
              <p14:xfrm>
                <a:off x="2066985" y="4430460"/>
                <a:ext cx="291240" cy="676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BF91903-6AE6-85FE-F1B7-876F4994379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060865" y="4424340"/>
                  <a:ext cx="303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DC8982B-3938-150A-E511-2ADC098CD1DC}"/>
                    </a:ext>
                  </a:extLst>
                </p14:cNvPr>
                <p14:cNvContentPartPr/>
                <p14:nvPr/>
              </p14:nvContentPartPr>
              <p14:xfrm>
                <a:off x="2199105" y="4543500"/>
                <a:ext cx="239400" cy="464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DC8982B-3938-150A-E511-2ADC098CD1D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192985" y="4537380"/>
                  <a:ext cx="2516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831F53C-55F2-7692-913F-F6B9B8ED71A8}"/>
                    </a:ext>
                  </a:extLst>
                </p14:cNvPr>
                <p14:cNvContentPartPr/>
                <p14:nvPr/>
              </p14:nvContentPartPr>
              <p14:xfrm>
                <a:off x="3057345" y="4365660"/>
                <a:ext cx="324000" cy="3733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831F53C-55F2-7692-913F-F6B9B8ED71A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051225" y="4359540"/>
                  <a:ext cx="33624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9601732-CA15-8437-884E-35F8E7E0648B}"/>
                    </a:ext>
                  </a:extLst>
                </p14:cNvPr>
                <p14:cNvContentPartPr/>
                <p14:nvPr/>
              </p14:nvContentPartPr>
              <p14:xfrm>
                <a:off x="3056265" y="4336860"/>
                <a:ext cx="332640" cy="4816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9601732-CA15-8437-884E-35F8E7E0648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050145" y="4330740"/>
                  <a:ext cx="34488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8F8C8FE-75AB-0F65-3270-24A7743DD396}"/>
                    </a:ext>
                  </a:extLst>
                </p14:cNvPr>
                <p14:cNvContentPartPr/>
                <p14:nvPr/>
              </p14:nvContentPartPr>
              <p14:xfrm>
                <a:off x="3507345" y="4638540"/>
                <a:ext cx="316800" cy="2761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8F8C8FE-75AB-0F65-3270-24A7743DD39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501225" y="4632420"/>
                  <a:ext cx="3290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DA57057-8490-6E82-7E68-BE7EB9D5ACE1}"/>
                    </a:ext>
                  </a:extLst>
                </p14:cNvPr>
                <p14:cNvContentPartPr/>
                <p14:nvPr/>
              </p14:nvContentPartPr>
              <p14:xfrm>
                <a:off x="2685465" y="3347940"/>
                <a:ext cx="340560" cy="10490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DA57057-8490-6E82-7E68-BE7EB9D5ACE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679345" y="3341820"/>
                  <a:ext cx="352800" cy="10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EA34428-AFC3-43A4-58FB-9F417462845B}"/>
                    </a:ext>
                  </a:extLst>
                </p14:cNvPr>
                <p14:cNvContentPartPr/>
                <p14:nvPr/>
              </p14:nvContentPartPr>
              <p14:xfrm>
                <a:off x="4351545" y="2455140"/>
                <a:ext cx="402480" cy="4834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EA34428-AFC3-43A4-58FB-9F417462845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345425" y="2449020"/>
                  <a:ext cx="41472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3B31DE0-E6B7-292B-5A5B-130130D08ADA}"/>
                    </a:ext>
                  </a:extLst>
                </p14:cNvPr>
                <p14:cNvContentPartPr/>
                <p14:nvPr/>
              </p14:nvContentPartPr>
              <p14:xfrm>
                <a:off x="4416345" y="2478180"/>
                <a:ext cx="274320" cy="392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3B31DE0-E6B7-292B-5A5B-130130D08AD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410225" y="2472060"/>
                  <a:ext cx="28656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0605EAF-A445-BB12-511F-E2EE26A71DB8}"/>
                    </a:ext>
                  </a:extLst>
                </p14:cNvPr>
                <p14:cNvContentPartPr/>
                <p14:nvPr/>
              </p14:nvContentPartPr>
              <p14:xfrm>
                <a:off x="4981905" y="2805060"/>
                <a:ext cx="117360" cy="282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0605EAF-A445-BB12-511F-E2EE26A71DB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975785" y="2798940"/>
                  <a:ext cx="1296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290E20C-6379-4D9D-3D6E-0ED6F5AD79E3}"/>
                    </a:ext>
                  </a:extLst>
                </p14:cNvPr>
                <p14:cNvContentPartPr/>
                <p14:nvPr/>
              </p14:nvContentPartPr>
              <p14:xfrm>
                <a:off x="4866705" y="2898300"/>
                <a:ext cx="190080" cy="507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290E20C-6379-4D9D-3D6E-0ED6F5AD79E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860585" y="2892180"/>
                  <a:ext cx="202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FB0E4B9-ECF1-A7EA-6FBD-6C4FE418253E}"/>
                    </a:ext>
                  </a:extLst>
                </p14:cNvPr>
                <p14:cNvContentPartPr/>
                <p14:nvPr/>
              </p14:nvContentPartPr>
              <p14:xfrm>
                <a:off x="5291865" y="2855460"/>
                <a:ext cx="184680" cy="471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FB0E4B9-ECF1-A7EA-6FBD-6C4FE418253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285745" y="2849340"/>
                  <a:ext cx="196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A4B82AD-07B1-13DB-40B9-64E58923168C}"/>
                    </a:ext>
                  </a:extLst>
                </p14:cNvPr>
                <p14:cNvContentPartPr/>
                <p14:nvPr/>
              </p14:nvContentPartPr>
              <p14:xfrm>
                <a:off x="5627745" y="2706780"/>
                <a:ext cx="31320" cy="3254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A4B82AD-07B1-13DB-40B9-64E58923168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621625" y="2700660"/>
                  <a:ext cx="435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E694A40-59B5-DDBE-4EE2-395D7287FC1F}"/>
                    </a:ext>
                  </a:extLst>
                </p14:cNvPr>
                <p14:cNvContentPartPr/>
                <p14:nvPr/>
              </p14:nvContentPartPr>
              <p14:xfrm>
                <a:off x="4255065" y="3639900"/>
                <a:ext cx="283680" cy="590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E694A40-59B5-DDBE-4EE2-395D7287FC1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248945" y="3633780"/>
                  <a:ext cx="2959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4E3B751-5689-EA54-0A7A-EFE1C49A592A}"/>
                    </a:ext>
                  </a:extLst>
                </p14:cNvPr>
                <p14:cNvContentPartPr/>
                <p14:nvPr/>
              </p14:nvContentPartPr>
              <p14:xfrm>
                <a:off x="4838985" y="3479700"/>
                <a:ext cx="457200" cy="5749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4E3B751-5689-EA54-0A7A-EFE1C49A592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832865" y="3473580"/>
                  <a:ext cx="46944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5312D95-78AC-0704-AF08-EB6E4BD339B9}"/>
                    </a:ext>
                  </a:extLst>
                </p14:cNvPr>
                <p14:cNvContentPartPr/>
                <p14:nvPr/>
              </p14:nvContentPartPr>
              <p14:xfrm>
                <a:off x="4894425" y="3525780"/>
                <a:ext cx="433080" cy="4946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5312D95-78AC-0704-AF08-EB6E4BD339B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888305" y="3519660"/>
                  <a:ext cx="44532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63A71F8-82F4-14EA-54CC-E314DEC51484}"/>
                    </a:ext>
                  </a:extLst>
                </p14:cNvPr>
                <p14:cNvContentPartPr/>
                <p14:nvPr/>
              </p14:nvContentPartPr>
              <p14:xfrm>
                <a:off x="5458905" y="3891180"/>
                <a:ext cx="146160" cy="2329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63A71F8-82F4-14EA-54CC-E314DEC5148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452785" y="3885060"/>
                  <a:ext cx="158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B5517DA-CC7D-C587-B312-48F20CCC2954}"/>
                    </a:ext>
                  </a:extLst>
                </p14:cNvPr>
                <p14:cNvContentPartPr/>
                <p14:nvPr/>
              </p14:nvContentPartPr>
              <p14:xfrm>
                <a:off x="5420745" y="3939060"/>
                <a:ext cx="362160" cy="113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B5517DA-CC7D-C587-B312-48F20CCC295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414625" y="3932940"/>
                  <a:ext cx="374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B13D705-BB58-191C-FEA2-7D30F1E7ECD7}"/>
                    </a:ext>
                  </a:extLst>
                </p14:cNvPr>
                <p14:cNvContentPartPr/>
                <p14:nvPr/>
              </p14:nvContentPartPr>
              <p14:xfrm>
                <a:off x="5969025" y="3971100"/>
                <a:ext cx="143640" cy="10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B13D705-BB58-191C-FEA2-7D30F1E7ECD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962905" y="3964980"/>
                  <a:ext cx="155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E3DC7F0-A7E5-C4F0-AA75-7335E795CBF7}"/>
                    </a:ext>
                  </a:extLst>
                </p14:cNvPr>
                <p14:cNvContentPartPr/>
                <p14:nvPr/>
              </p14:nvContentPartPr>
              <p14:xfrm>
                <a:off x="6340545" y="3851580"/>
                <a:ext cx="5400" cy="2469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E3DC7F0-A7E5-C4F0-AA75-7335E795CBF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334425" y="3845460"/>
                  <a:ext cx="176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5733151-244F-F823-326F-6CBEEA09A478}"/>
                    </a:ext>
                  </a:extLst>
                </p14:cNvPr>
                <p14:cNvContentPartPr/>
                <p14:nvPr/>
              </p14:nvContentPartPr>
              <p14:xfrm>
                <a:off x="6642585" y="3565740"/>
                <a:ext cx="387000" cy="525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5733151-244F-F823-326F-6CBEEA09A47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636465" y="3559620"/>
                  <a:ext cx="3992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E86B41E-3313-A38A-092D-ED6E4FD8BFCA}"/>
                    </a:ext>
                  </a:extLst>
                </p14:cNvPr>
                <p14:cNvContentPartPr/>
                <p14:nvPr/>
              </p14:nvContentPartPr>
              <p14:xfrm>
                <a:off x="7257105" y="3205740"/>
                <a:ext cx="416880" cy="7405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E86B41E-3313-A38A-092D-ED6E4FD8BFC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250985" y="3199620"/>
                  <a:ext cx="42912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0216C4C-83EB-D908-A19A-F2CB5BBD7421}"/>
                    </a:ext>
                  </a:extLst>
                </p14:cNvPr>
                <p14:cNvContentPartPr/>
                <p14:nvPr/>
              </p14:nvContentPartPr>
              <p14:xfrm>
                <a:off x="7329825" y="3412380"/>
                <a:ext cx="284760" cy="4914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0216C4C-83EB-D908-A19A-F2CB5BBD742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323705" y="3406260"/>
                  <a:ext cx="29700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C8AF2E8-E8F1-FE5D-DFEB-63C1653E93D0}"/>
                    </a:ext>
                  </a:extLst>
                </p14:cNvPr>
                <p14:cNvContentPartPr/>
                <p14:nvPr/>
              </p14:nvContentPartPr>
              <p14:xfrm>
                <a:off x="7681905" y="3851940"/>
                <a:ext cx="153720" cy="334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C8AF2E8-E8F1-FE5D-DFEB-63C1653E93D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675785" y="3845820"/>
                  <a:ext cx="1659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25223C0-9425-4EA3-0A8F-FE0CCB8C5C2F}"/>
                    </a:ext>
                  </a:extLst>
                </p14:cNvPr>
                <p14:cNvContentPartPr/>
                <p14:nvPr/>
              </p14:nvContentPartPr>
              <p14:xfrm>
                <a:off x="7659945" y="4009980"/>
                <a:ext cx="165240" cy="39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25223C0-9425-4EA3-0A8F-FE0CCB8C5C2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653825" y="4003860"/>
                  <a:ext cx="1774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C678D18-A205-F151-4609-F9343D1EA678}"/>
                    </a:ext>
                  </a:extLst>
                </p14:cNvPr>
                <p14:cNvContentPartPr/>
                <p14:nvPr/>
              </p14:nvContentPartPr>
              <p14:xfrm>
                <a:off x="7936785" y="4000980"/>
                <a:ext cx="156600" cy="345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C678D18-A205-F151-4609-F9343D1EA67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930665" y="3994860"/>
                  <a:ext cx="168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7869F41-DFCD-59E0-38AE-781490B1A657}"/>
                    </a:ext>
                  </a:extLst>
                </p14:cNvPr>
                <p14:cNvContentPartPr/>
                <p14:nvPr/>
              </p14:nvContentPartPr>
              <p14:xfrm>
                <a:off x="8171505" y="3869580"/>
                <a:ext cx="41400" cy="288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7869F41-DFCD-59E0-38AE-781490B1A65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165385" y="3863460"/>
                  <a:ext cx="536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0DCAF3C-7CE2-D4E3-9383-8FA200E4C443}"/>
                    </a:ext>
                  </a:extLst>
                </p14:cNvPr>
                <p14:cNvContentPartPr/>
                <p14:nvPr/>
              </p14:nvContentPartPr>
              <p14:xfrm>
                <a:off x="7222545" y="2972820"/>
                <a:ext cx="221760" cy="13500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0DCAF3C-7CE2-D4E3-9383-8FA200E4C44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216425" y="2966700"/>
                  <a:ext cx="234000" cy="13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29CC027-B895-1542-4060-3807B3C5C054}"/>
                    </a:ext>
                  </a:extLst>
                </p14:cNvPr>
                <p14:cNvContentPartPr/>
                <p14:nvPr/>
              </p14:nvContentPartPr>
              <p14:xfrm>
                <a:off x="7970985" y="3562500"/>
                <a:ext cx="243720" cy="9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29CC027-B895-1542-4060-3807B3C5C05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964865" y="3556380"/>
                  <a:ext cx="255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F6A4FAB-92CF-6566-AA04-D98EF71F612C}"/>
                    </a:ext>
                  </a:extLst>
                </p14:cNvPr>
                <p14:cNvContentPartPr/>
                <p14:nvPr/>
              </p14:nvContentPartPr>
              <p14:xfrm>
                <a:off x="8404425" y="3289260"/>
                <a:ext cx="268200" cy="4914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F6A4FAB-92CF-6566-AA04-D98EF71F612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398305" y="3283140"/>
                  <a:ext cx="28044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76C8582-897B-40C7-A9B4-3F261E1840EC}"/>
                    </a:ext>
                  </a:extLst>
                </p14:cNvPr>
                <p14:cNvContentPartPr/>
                <p14:nvPr/>
              </p14:nvContentPartPr>
              <p14:xfrm>
                <a:off x="8419905" y="3334260"/>
                <a:ext cx="310320" cy="4640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76C8582-897B-40C7-A9B4-3F261E1840E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413785" y="3328140"/>
                  <a:ext cx="32256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ADB55EC-B0D7-B4FE-54FC-C7996B6390CC}"/>
                    </a:ext>
                  </a:extLst>
                </p14:cNvPr>
                <p14:cNvContentPartPr/>
                <p14:nvPr/>
              </p14:nvContentPartPr>
              <p14:xfrm>
                <a:off x="8823465" y="3782460"/>
                <a:ext cx="129240" cy="3171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ADB55EC-B0D7-B4FE-54FC-C7996B6390C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817345" y="3776340"/>
                  <a:ext cx="1414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F3989A1-2222-9E00-6FEA-D7E50ED23CDD}"/>
                    </a:ext>
                  </a:extLst>
                </p14:cNvPr>
                <p14:cNvContentPartPr/>
                <p14:nvPr/>
              </p14:nvContentPartPr>
              <p14:xfrm>
                <a:off x="8673345" y="3947340"/>
                <a:ext cx="206280" cy="550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F3989A1-2222-9E00-6FEA-D7E50ED23CD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667225" y="3941220"/>
                  <a:ext cx="2185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6E55EF0-570B-F024-1B6F-2B4145318B90}"/>
                    </a:ext>
                  </a:extLst>
                </p14:cNvPr>
                <p14:cNvContentPartPr/>
                <p14:nvPr/>
              </p14:nvContentPartPr>
              <p14:xfrm>
                <a:off x="8069625" y="3879300"/>
                <a:ext cx="278640" cy="2732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6E55EF0-570B-F024-1B6F-2B4145318B9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063505" y="3873180"/>
                  <a:ext cx="2908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3F89A5D-D63A-3C82-EE6B-79DAF3B33354}"/>
                    </a:ext>
                  </a:extLst>
                </p14:cNvPr>
                <p14:cNvContentPartPr/>
                <p14:nvPr/>
              </p14:nvContentPartPr>
              <p14:xfrm>
                <a:off x="9002025" y="3926820"/>
                <a:ext cx="85680" cy="190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3F89A5D-D63A-3C82-EE6B-79DAF3B3335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995905" y="3920700"/>
                  <a:ext cx="97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D1DD03E-D163-B31E-BA7D-B51E4FFB24CD}"/>
                    </a:ext>
                  </a:extLst>
                </p14:cNvPr>
                <p14:cNvContentPartPr/>
                <p14:nvPr/>
              </p14:nvContentPartPr>
              <p14:xfrm>
                <a:off x="9110385" y="3820980"/>
                <a:ext cx="32040" cy="2768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D1DD03E-D163-B31E-BA7D-B51E4FFB24C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104265" y="3814860"/>
                  <a:ext cx="442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D631111-0F8C-D6B8-B31E-021CA7F48664}"/>
                    </a:ext>
                  </a:extLst>
                </p14:cNvPr>
                <p14:cNvContentPartPr/>
                <p14:nvPr/>
              </p14:nvContentPartPr>
              <p14:xfrm>
                <a:off x="8757225" y="2931420"/>
                <a:ext cx="379440" cy="7156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D631111-0F8C-D6B8-B31E-021CA7F4866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751105" y="2925300"/>
                  <a:ext cx="391680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99B5C4F-D4AE-8F36-23D8-239C65875A0C}"/>
                    </a:ext>
                  </a:extLst>
                </p14:cNvPr>
                <p14:cNvContentPartPr/>
                <p14:nvPr/>
              </p14:nvContentPartPr>
              <p14:xfrm>
                <a:off x="8950185" y="4184940"/>
                <a:ext cx="111240" cy="2170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99B5C4F-D4AE-8F36-23D8-239C65875A0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944065" y="4178820"/>
                  <a:ext cx="1234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193BE05-2B55-685D-0ED4-EA0E1EAD47E8}"/>
                    </a:ext>
                  </a:extLst>
                </p14:cNvPr>
                <p14:cNvContentPartPr/>
                <p14:nvPr/>
              </p14:nvContentPartPr>
              <p14:xfrm>
                <a:off x="4818825" y="4198260"/>
                <a:ext cx="732600" cy="507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193BE05-2B55-685D-0ED4-EA0E1EAD47E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812705" y="4192140"/>
                  <a:ext cx="744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3343367-5369-2345-EBFD-1F58BF874874}"/>
                    </a:ext>
                  </a:extLst>
                </p14:cNvPr>
                <p14:cNvContentPartPr/>
                <p14:nvPr/>
              </p14:nvContentPartPr>
              <p14:xfrm>
                <a:off x="8785665" y="4257300"/>
                <a:ext cx="221040" cy="687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3343367-5369-2345-EBFD-1F58BF87487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779545" y="4251180"/>
                  <a:ext cx="233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58E69D0-B441-F73A-BD4D-7CB860F4A266}"/>
                    </a:ext>
                  </a:extLst>
                </p14:cNvPr>
                <p14:cNvContentPartPr/>
                <p14:nvPr/>
              </p14:nvContentPartPr>
              <p14:xfrm>
                <a:off x="5741865" y="3402300"/>
                <a:ext cx="657360" cy="6976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58E69D0-B441-F73A-BD4D-7CB860F4A26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735745" y="3396180"/>
                  <a:ext cx="669600" cy="7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9615FA8-CFA1-3653-DCE9-40EA4BAAAD5D}"/>
                    </a:ext>
                  </a:extLst>
                </p14:cNvPr>
                <p14:cNvContentPartPr/>
                <p14:nvPr/>
              </p14:nvContentPartPr>
              <p14:xfrm>
                <a:off x="3841785" y="4812060"/>
                <a:ext cx="164160" cy="320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9615FA8-CFA1-3653-DCE9-40EA4BAAAD5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835665" y="4805940"/>
                  <a:ext cx="176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7EE6480-B216-7985-336C-8201629E7259}"/>
                    </a:ext>
                  </a:extLst>
                </p14:cNvPr>
                <p14:cNvContentPartPr/>
                <p14:nvPr/>
              </p14:nvContentPartPr>
              <p14:xfrm>
                <a:off x="4333185" y="3852660"/>
                <a:ext cx="245160" cy="313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7EE6480-B216-7985-336C-8201629E725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327065" y="3846540"/>
                  <a:ext cx="2574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D4F294C-15F4-9A0B-7BC9-E3B60F5A379C}"/>
                    </a:ext>
                  </a:extLst>
                </p14:cNvPr>
                <p14:cNvContentPartPr/>
                <p14:nvPr/>
              </p14:nvContentPartPr>
              <p14:xfrm>
                <a:off x="6632145" y="3740700"/>
                <a:ext cx="313560" cy="687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D4F294C-15F4-9A0B-7BC9-E3B60F5A379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626025" y="3734580"/>
                  <a:ext cx="3258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78CC5B2-5373-E7CE-F41F-360FEAD87C5B}"/>
                    </a:ext>
                  </a:extLst>
                </p14:cNvPr>
                <p14:cNvContentPartPr/>
                <p14:nvPr/>
              </p14:nvContentPartPr>
              <p14:xfrm>
                <a:off x="4462065" y="4571220"/>
                <a:ext cx="418680" cy="3657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78CC5B2-5373-E7CE-F41F-360FEAD87C5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455945" y="4565100"/>
                  <a:ext cx="4309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81464C0-8562-7479-3061-C057234354EC}"/>
                    </a:ext>
                  </a:extLst>
                </p14:cNvPr>
                <p14:cNvContentPartPr/>
                <p14:nvPr/>
              </p14:nvContentPartPr>
              <p14:xfrm>
                <a:off x="4983705" y="4419300"/>
                <a:ext cx="412560" cy="4312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81464C0-8562-7479-3061-C057234354E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977585" y="4413180"/>
                  <a:ext cx="42480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8B7924C-3DF6-0DD5-AF30-46C6CFDF4B3D}"/>
                    </a:ext>
                  </a:extLst>
                </p14:cNvPr>
                <p14:cNvContentPartPr/>
                <p14:nvPr/>
              </p14:nvContentPartPr>
              <p14:xfrm>
                <a:off x="4975425" y="4532340"/>
                <a:ext cx="291600" cy="3607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8B7924C-3DF6-0DD5-AF30-46C6CFDF4B3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969305" y="4526220"/>
                  <a:ext cx="3038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3CE4654-CEFE-83E9-542D-149E7EA16B9D}"/>
                    </a:ext>
                  </a:extLst>
                </p14:cNvPr>
                <p14:cNvContentPartPr/>
                <p14:nvPr/>
              </p14:nvContentPartPr>
              <p14:xfrm>
                <a:off x="5370705" y="4785780"/>
                <a:ext cx="119160" cy="1224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3CE4654-CEFE-83E9-542D-149E7EA16B9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364585" y="4779660"/>
                  <a:ext cx="131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7090D07-5D44-3ED2-5FAD-70FF0454DD87}"/>
                    </a:ext>
                  </a:extLst>
                </p14:cNvPr>
                <p14:cNvContentPartPr/>
                <p14:nvPr/>
              </p14:nvContentPartPr>
              <p14:xfrm>
                <a:off x="5374665" y="4796940"/>
                <a:ext cx="129960" cy="291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7090D07-5D44-3ED2-5FAD-70FF0454DD8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368545" y="4790820"/>
                  <a:ext cx="142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9A93A1C-602F-4A1F-A33A-1046594FD934}"/>
                    </a:ext>
                  </a:extLst>
                </p14:cNvPr>
                <p14:cNvContentPartPr/>
                <p14:nvPr/>
              </p14:nvContentPartPr>
              <p14:xfrm>
                <a:off x="5612985" y="4800900"/>
                <a:ext cx="160200" cy="216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9A93A1C-602F-4A1F-A33A-1046594FD93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606865" y="4794780"/>
                  <a:ext cx="172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7214A44-8E0E-C9C5-F1A5-BBAFD90D698E}"/>
                    </a:ext>
                  </a:extLst>
                </p14:cNvPr>
                <p14:cNvContentPartPr/>
                <p14:nvPr/>
              </p14:nvContentPartPr>
              <p14:xfrm>
                <a:off x="5889825" y="4559340"/>
                <a:ext cx="25920" cy="4698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7214A44-8E0E-C9C5-F1A5-BBAFD90D698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883705" y="4553220"/>
                  <a:ext cx="3816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D189585-A4C2-2816-2F15-7F78461F1EAE}"/>
                    </a:ext>
                  </a:extLst>
                </p14:cNvPr>
                <p14:cNvContentPartPr/>
                <p14:nvPr/>
              </p14:nvContentPartPr>
              <p14:xfrm>
                <a:off x="6349905" y="4548540"/>
                <a:ext cx="397080" cy="1519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D189585-A4C2-2816-2F15-7F78461F1EA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343785" y="4542420"/>
                  <a:ext cx="409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FFBE8BB-8392-E05F-5366-FA862146D757}"/>
                    </a:ext>
                  </a:extLst>
                </p14:cNvPr>
                <p14:cNvContentPartPr/>
                <p14:nvPr/>
              </p14:nvContentPartPr>
              <p14:xfrm>
                <a:off x="6638985" y="4462140"/>
                <a:ext cx="27000" cy="4244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FFBE8BB-8392-E05F-5366-FA862146D75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632865" y="4456020"/>
                  <a:ext cx="3924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E26CC05-1BAA-8DCA-51B0-E03559D960F8}"/>
                    </a:ext>
                  </a:extLst>
                </p14:cNvPr>
                <p14:cNvContentPartPr/>
                <p14:nvPr/>
              </p14:nvContentPartPr>
              <p14:xfrm>
                <a:off x="6645825" y="3593100"/>
                <a:ext cx="329400" cy="338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E26CC05-1BAA-8DCA-51B0-E03559D960F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639705" y="3586980"/>
                  <a:ext cx="341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59E3F15-E6D8-7815-25EF-1794B678B5EE}"/>
                    </a:ext>
                  </a:extLst>
                </p14:cNvPr>
                <p14:cNvContentPartPr/>
                <p14:nvPr/>
              </p14:nvContentPartPr>
              <p14:xfrm>
                <a:off x="8032185" y="3581220"/>
                <a:ext cx="182520" cy="19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59E3F15-E6D8-7815-25EF-1794B678B5E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026065" y="3575100"/>
                  <a:ext cx="1947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E3D47C6-4EC6-4566-FC70-4C0407EF9127}"/>
                    </a:ext>
                  </a:extLst>
                </p14:cNvPr>
                <p14:cNvContentPartPr/>
                <p14:nvPr/>
              </p14:nvContentPartPr>
              <p14:xfrm>
                <a:off x="8097705" y="3885060"/>
                <a:ext cx="125640" cy="3319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E3D47C6-4EC6-4566-FC70-4C0407EF912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091585" y="3878940"/>
                  <a:ext cx="13788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C001208-49A5-21C4-5F34-7FE416BCC591}"/>
                    </a:ext>
                  </a:extLst>
                </p14:cNvPr>
                <p14:cNvContentPartPr/>
                <p14:nvPr/>
              </p14:nvContentPartPr>
              <p14:xfrm>
                <a:off x="9021825" y="3840780"/>
                <a:ext cx="346320" cy="3319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C001208-49A5-21C4-5F34-7FE416BCC59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015705" y="3834660"/>
                  <a:ext cx="3585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F74C8DA-9FDD-65BA-0C5D-2F409621A61E}"/>
                    </a:ext>
                  </a:extLst>
                </p14:cNvPr>
                <p14:cNvContentPartPr/>
                <p14:nvPr/>
              </p14:nvContentPartPr>
              <p14:xfrm>
                <a:off x="6972705" y="4554300"/>
                <a:ext cx="411120" cy="4845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F74C8DA-9FDD-65BA-0C5D-2F409621A61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966585" y="4548180"/>
                  <a:ext cx="42336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1EEFDA0-0164-DD54-77D8-98A7E3B88FDC}"/>
                    </a:ext>
                  </a:extLst>
                </p14:cNvPr>
                <p14:cNvContentPartPr/>
                <p14:nvPr/>
              </p14:nvContentPartPr>
              <p14:xfrm>
                <a:off x="6983145" y="4649340"/>
                <a:ext cx="371880" cy="3358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1EEFDA0-0164-DD54-77D8-98A7E3B88FD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977025" y="4643220"/>
                  <a:ext cx="3841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73A3594-7793-54EB-E17C-8362FC0DB5E2}"/>
                    </a:ext>
                  </a:extLst>
                </p14:cNvPr>
                <p14:cNvContentPartPr/>
                <p14:nvPr/>
              </p14:nvContentPartPr>
              <p14:xfrm>
                <a:off x="7432425" y="4907100"/>
                <a:ext cx="108720" cy="1749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73A3594-7793-54EB-E17C-8362FC0DB5E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426305" y="4900980"/>
                  <a:ext cx="1209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47A9B2E-BA56-CD66-3D46-228CDEBFB66B}"/>
                    </a:ext>
                  </a:extLst>
                </p14:cNvPr>
                <p14:cNvContentPartPr/>
                <p14:nvPr/>
              </p14:nvContentPartPr>
              <p14:xfrm>
                <a:off x="7405065" y="4935900"/>
                <a:ext cx="193320" cy="471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47A9B2E-BA56-CD66-3D46-228CDEBFB66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398945" y="4929780"/>
                  <a:ext cx="205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4D9C8A6-B033-A461-8034-2B8F6B623573}"/>
                    </a:ext>
                  </a:extLst>
                </p14:cNvPr>
                <p14:cNvContentPartPr/>
                <p14:nvPr/>
              </p14:nvContentPartPr>
              <p14:xfrm>
                <a:off x="7815465" y="4855620"/>
                <a:ext cx="208440" cy="453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4D9C8A6-B033-A461-8034-2B8F6B62357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809345" y="4849500"/>
                  <a:ext cx="220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E648E37-D489-469F-93B4-E8ED914E4AA6}"/>
                    </a:ext>
                  </a:extLst>
                </p14:cNvPr>
                <p14:cNvContentPartPr/>
                <p14:nvPr/>
              </p14:nvContentPartPr>
              <p14:xfrm>
                <a:off x="8164665" y="4689300"/>
                <a:ext cx="25200" cy="2793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E648E37-D489-469F-93B4-E8ED914E4AA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158545" y="4683180"/>
                  <a:ext cx="374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4B7C7D1-A218-0376-6A6B-35FA9ED2E456}"/>
                    </a:ext>
                  </a:extLst>
                </p14:cNvPr>
                <p14:cNvContentPartPr/>
                <p14:nvPr/>
              </p14:nvContentPartPr>
              <p14:xfrm>
                <a:off x="8032545" y="4694700"/>
                <a:ext cx="343800" cy="3308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4B7C7D1-A218-0376-6A6B-35FA9ED2E45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026425" y="4688580"/>
                  <a:ext cx="3560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FE9B99B-26DC-D204-6A7E-F0988EA99DE8}"/>
                    </a:ext>
                  </a:extLst>
                </p14:cNvPr>
                <p14:cNvContentPartPr/>
                <p14:nvPr/>
              </p14:nvContentPartPr>
              <p14:xfrm>
                <a:off x="5917905" y="4568700"/>
                <a:ext cx="70560" cy="2250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FE9B99B-26DC-D204-6A7E-F0988EA99DE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911785" y="4562580"/>
                  <a:ext cx="82800" cy="237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7937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F6B48EC-F767-A9DC-7532-93822FC90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31E18E7-BB88-2CC6-A95D-D789EAEEC3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Introduction to Forecasting</a:t>
            </a:r>
            <a:endParaRPr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10AC7FA-D888-48E5-BF81-256439CAF921}"/>
              </a:ext>
            </a:extLst>
          </p:cNvPr>
          <p:cNvGrpSpPr/>
          <p:nvPr/>
        </p:nvGrpSpPr>
        <p:grpSpPr>
          <a:xfrm>
            <a:off x="600345" y="1169940"/>
            <a:ext cx="7682040" cy="3510360"/>
            <a:chOff x="600345" y="1169940"/>
            <a:chExt cx="7682040" cy="351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EFE8ECD-A367-C923-6A07-5AC95028E08B}"/>
                    </a:ext>
                  </a:extLst>
                </p14:cNvPr>
                <p14:cNvContentPartPr/>
                <p14:nvPr/>
              </p14:nvContentPartPr>
              <p14:xfrm>
                <a:off x="1871145" y="2162100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EFE8ECD-A367-C923-6A07-5AC95028E08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65025" y="21559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4D0292-3D60-7554-A161-B4F0422B91D9}"/>
                    </a:ext>
                  </a:extLst>
                </p14:cNvPr>
                <p14:cNvContentPartPr/>
                <p14:nvPr/>
              </p14:nvContentPartPr>
              <p14:xfrm>
                <a:off x="830745" y="1357500"/>
                <a:ext cx="603360" cy="473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14D0292-3D60-7554-A161-B4F0422B91D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4625" y="1351380"/>
                  <a:ext cx="61560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28647D0-4E4E-5E19-8CF5-A9A2505821F7}"/>
                    </a:ext>
                  </a:extLst>
                </p14:cNvPr>
                <p14:cNvContentPartPr/>
                <p14:nvPr/>
              </p14:nvContentPartPr>
              <p14:xfrm>
                <a:off x="1519785" y="1574580"/>
                <a:ext cx="335880" cy="223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28647D0-4E4E-5E19-8CF5-A9A2505821F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13665" y="1568460"/>
                  <a:ext cx="3481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208BA16-8348-7E24-9369-BF41935D0947}"/>
                    </a:ext>
                  </a:extLst>
                </p14:cNvPr>
                <p14:cNvContentPartPr/>
                <p14:nvPr/>
              </p14:nvContentPartPr>
              <p14:xfrm>
                <a:off x="1814985" y="1573500"/>
                <a:ext cx="193680" cy="186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208BA16-8348-7E24-9369-BF41935D094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08865" y="1567380"/>
                  <a:ext cx="2059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D9C0FAE-53C3-8AF4-84B6-C82969D3CBCF}"/>
                    </a:ext>
                  </a:extLst>
                </p14:cNvPr>
                <p14:cNvContentPartPr/>
                <p14:nvPr/>
              </p14:nvContentPartPr>
              <p14:xfrm>
                <a:off x="2132505" y="1637940"/>
                <a:ext cx="189000" cy="250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D9C0FAE-53C3-8AF4-84B6-C82969D3CBC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26385" y="1631820"/>
                  <a:ext cx="2012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DA709EA-F12E-FE3B-91F6-88208AFE9B2A}"/>
                    </a:ext>
                  </a:extLst>
                </p14:cNvPr>
                <p14:cNvContentPartPr/>
                <p14:nvPr/>
              </p14:nvContentPartPr>
              <p14:xfrm>
                <a:off x="2830545" y="1169940"/>
                <a:ext cx="371880" cy="522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DA709EA-F12E-FE3B-91F6-88208AFE9B2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24425" y="1163820"/>
                  <a:ext cx="38412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ABF190-4C9F-9467-7AFB-495A7B48EA2E}"/>
                    </a:ext>
                  </a:extLst>
                </p14:cNvPr>
                <p14:cNvContentPartPr/>
                <p14:nvPr/>
              </p14:nvContentPartPr>
              <p14:xfrm>
                <a:off x="3320145" y="1456500"/>
                <a:ext cx="246600" cy="270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ABF190-4C9F-9467-7AFB-495A7B48EA2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14025" y="1450380"/>
                  <a:ext cx="2588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0AD922F-B7DA-50F3-4167-B86CD91B00E5}"/>
                    </a:ext>
                  </a:extLst>
                </p14:cNvPr>
                <p14:cNvContentPartPr/>
                <p14:nvPr/>
              </p14:nvContentPartPr>
              <p14:xfrm>
                <a:off x="3181545" y="1505100"/>
                <a:ext cx="306360" cy="214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0AD922F-B7DA-50F3-4167-B86CD91B00E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75425" y="1498980"/>
                  <a:ext cx="318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FC0C6E2-2A14-FBB3-B45C-C76121546E69}"/>
                    </a:ext>
                  </a:extLst>
                </p14:cNvPr>
                <p14:cNvContentPartPr/>
                <p14:nvPr/>
              </p14:nvContentPartPr>
              <p14:xfrm>
                <a:off x="3603105" y="1774020"/>
                <a:ext cx="213480" cy="197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FC0C6E2-2A14-FBB3-B45C-C76121546E6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96985" y="1767900"/>
                  <a:ext cx="2257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7554F21-5AAE-0A07-5539-AB37F2A9DAC0}"/>
                    </a:ext>
                  </a:extLst>
                </p14:cNvPr>
                <p14:cNvContentPartPr/>
                <p14:nvPr/>
              </p14:nvContentPartPr>
              <p14:xfrm>
                <a:off x="3746385" y="1363260"/>
                <a:ext cx="689040" cy="682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7554F21-5AAE-0A07-5539-AB37F2A9DAC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740265" y="1357140"/>
                  <a:ext cx="70128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141AA46-9F80-02B1-ECF7-C23BC17A8208}"/>
                    </a:ext>
                  </a:extLst>
                </p14:cNvPr>
                <p14:cNvContentPartPr/>
                <p14:nvPr/>
              </p14:nvContentPartPr>
              <p14:xfrm>
                <a:off x="4502745" y="1216740"/>
                <a:ext cx="336600" cy="792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141AA46-9F80-02B1-ECF7-C23BC17A820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496625" y="1210620"/>
                  <a:ext cx="348840" cy="80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33C7106-8541-B1C6-3608-DFB4EB022FDC}"/>
                    </a:ext>
                  </a:extLst>
                </p14:cNvPr>
                <p14:cNvContentPartPr/>
                <p14:nvPr/>
              </p14:nvContentPartPr>
              <p14:xfrm>
                <a:off x="5109705" y="1458660"/>
                <a:ext cx="452880" cy="25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33C7106-8541-B1C6-3608-DFB4EB022FD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103585" y="1452540"/>
                  <a:ext cx="465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A88270-5040-8B1D-0308-ED3405DF1D56}"/>
                    </a:ext>
                  </a:extLst>
                </p14:cNvPr>
                <p14:cNvContentPartPr/>
                <p14:nvPr/>
              </p14:nvContentPartPr>
              <p14:xfrm>
                <a:off x="5229225" y="1608420"/>
                <a:ext cx="275040" cy="71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A88270-5040-8B1D-0308-ED3405DF1D5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223105" y="1602300"/>
                  <a:ext cx="2872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48A74CA-5B06-88C8-688A-EDB471299B01}"/>
                    </a:ext>
                  </a:extLst>
                </p14:cNvPr>
                <p14:cNvContentPartPr/>
                <p14:nvPr/>
              </p14:nvContentPartPr>
              <p14:xfrm>
                <a:off x="600345" y="2138700"/>
                <a:ext cx="469800" cy="549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48A74CA-5B06-88C8-688A-EDB471299B0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4225" y="2132580"/>
                  <a:ext cx="48204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CCD31A9-9756-E03C-C9E3-3DF6D3A58BC8}"/>
                    </a:ext>
                  </a:extLst>
                </p14:cNvPr>
                <p14:cNvContentPartPr/>
                <p14:nvPr/>
              </p14:nvContentPartPr>
              <p14:xfrm>
                <a:off x="1106505" y="2474220"/>
                <a:ext cx="155880" cy="540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CCD31A9-9756-E03C-C9E3-3DF6D3A58BC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00385" y="2468100"/>
                  <a:ext cx="16812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F4A735F-C784-46CB-F8ED-81A24566FEC8}"/>
                    </a:ext>
                  </a:extLst>
                </p14:cNvPr>
                <p14:cNvContentPartPr/>
                <p14:nvPr/>
              </p14:nvContentPartPr>
              <p14:xfrm>
                <a:off x="1376505" y="2367300"/>
                <a:ext cx="550080" cy="313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F4A735F-C784-46CB-F8ED-81A24566FEC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70385" y="2361180"/>
                  <a:ext cx="5623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6134C04-EB8F-485C-DA81-DDEEABDE7AAF}"/>
                    </a:ext>
                  </a:extLst>
                </p14:cNvPr>
                <p14:cNvContentPartPr/>
                <p14:nvPr/>
              </p14:nvContentPartPr>
              <p14:xfrm>
                <a:off x="1991025" y="2333460"/>
                <a:ext cx="801720" cy="188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6134C04-EB8F-485C-DA81-DDEEABDE7AA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984905" y="2327340"/>
                  <a:ext cx="8139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1E6184-A9F3-2022-16D8-195BE158AC81}"/>
                    </a:ext>
                  </a:extLst>
                </p14:cNvPr>
                <p14:cNvContentPartPr/>
                <p14:nvPr/>
              </p14:nvContentPartPr>
              <p14:xfrm>
                <a:off x="1046745" y="2691660"/>
                <a:ext cx="1296360" cy="195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1E6184-A9F3-2022-16D8-195BE158AC8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40625" y="2685540"/>
                  <a:ext cx="1308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BF218ED-BBE3-7AD1-E4C8-589E28BB4FC3}"/>
                    </a:ext>
                  </a:extLst>
                </p14:cNvPr>
                <p14:cNvContentPartPr/>
                <p14:nvPr/>
              </p14:nvContentPartPr>
              <p14:xfrm>
                <a:off x="836145" y="3073980"/>
                <a:ext cx="279000" cy="594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BF218ED-BBE3-7AD1-E4C8-589E28BB4FC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0025" y="3067860"/>
                  <a:ext cx="29124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A81995F-92AC-2006-A060-7742A09BB590}"/>
                    </a:ext>
                  </a:extLst>
                </p14:cNvPr>
                <p14:cNvContentPartPr/>
                <p14:nvPr/>
              </p14:nvContentPartPr>
              <p14:xfrm>
                <a:off x="1041705" y="3175500"/>
                <a:ext cx="724320" cy="336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A81995F-92AC-2006-A060-7742A09BB59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5585" y="3169380"/>
                  <a:ext cx="7365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9544174-23DE-92CD-63AD-2A4B64F0301F}"/>
                    </a:ext>
                  </a:extLst>
                </p14:cNvPr>
                <p14:cNvContentPartPr/>
                <p14:nvPr/>
              </p14:nvContentPartPr>
              <p14:xfrm>
                <a:off x="1825425" y="3221580"/>
                <a:ext cx="743760" cy="263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9544174-23DE-92CD-63AD-2A4B64F0301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819305" y="3215460"/>
                  <a:ext cx="7560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788F350-9665-717E-DFAB-12618F6B8612}"/>
                    </a:ext>
                  </a:extLst>
                </p14:cNvPr>
                <p14:cNvContentPartPr/>
                <p14:nvPr/>
              </p14:nvContentPartPr>
              <p14:xfrm>
                <a:off x="926505" y="3523980"/>
                <a:ext cx="1509840" cy="169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788F350-9665-717E-DFAB-12618F6B861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20385" y="3517860"/>
                  <a:ext cx="1522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7211DB5-3CC1-B20B-28EC-2EF67DA32AEE}"/>
                    </a:ext>
                  </a:extLst>
                </p14:cNvPr>
                <p14:cNvContentPartPr/>
                <p14:nvPr/>
              </p14:nvContentPartPr>
              <p14:xfrm>
                <a:off x="2775825" y="2895060"/>
                <a:ext cx="537480" cy="1096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7211DB5-3CC1-B20B-28EC-2EF67DA32AE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69705" y="2888940"/>
                  <a:ext cx="549720" cy="11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6A7042B-0238-0F4D-446F-179CAB637734}"/>
                    </a:ext>
                  </a:extLst>
                </p14:cNvPr>
                <p14:cNvContentPartPr/>
                <p14:nvPr/>
              </p14:nvContentPartPr>
              <p14:xfrm>
                <a:off x="3149145" y="2942580"/>
                <a:ext cx="426960" cy="530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6A7042B-0238-0F4D-446F-179CAB63773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143025" y="2936460"/>
                  <a:ext cx="43920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FD02AE6-F4FE-62A0-E10B-C7E79B4B8A51}"/>
                    </a:ext>
                  </a:extLst>
                </p14:cNvPr>
                <p14:cNvContentPartPr/>
                <p14:nvPr/>
              </p14:nvContentPartPr>
              <p14:xfrm>
                <a:off x="4675905" y="2274060"/>
                <a:ext cx="174600" cy="2287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FD02AE6-F4FE-62A0-E10B-C7E79B4B8A5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69785" y="2267940"/>
                  <a:ext cx="186840" cy="23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C5D9BFD-EA52-8E9E-24B5-74E487B651C8}"/>
                    </a:ext>
                  </a:extLst>
                </p14:cNvPr>
                <p14:cNvContentPartPr/>
                <p14:nvPr/>
              </p14:nvContentPartPr>
              <p14:xfrm>
                <a:off x="3486465" y="4047420"/>
                <a:ext cx="4673520" cy="63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C5D9BFD-EA52-8E9E-24B5-74E487B651C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480345" y="4041300"/>
                  <a:ext cx="46857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42466DE-92DC-607A-4894-4FBA09E7A53E}"/>
                    </a:ext>
                  </a:extLst>
                </p14:cNvPr>
                <p14:cNvContentPartPr/>
                <p14:nvPr/>
              </p14:nvContentPartPr>
              <p14:xfrm>
                <a:off x="7741305" y="4271700"/>
                <a:ext cx="369360" cy="305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42466DE-92DC-607A-4894-4FBA09E7A53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735185" y="4265580"/>
                  <a:ext cx="3816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6F57524-6C20-CA75-B3FB-01FA2BDA1EC8}"/>
                    </a:ext>
                  </a:extLst>
                </p14:cNvPr>
                <p14:cNvContentPartPr/>
                <p14:nvPr/>
              </p14:nvContentPartPr>
              <p14:xfrm>
                <a:off x="7703505" y="4333980"/>
                <a:ext cx="360360" cy="241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6F57524-6C20-CA75-B3FB-01FA2BDA1EC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697385" y="4327860"/>
                  <a:ext cx="372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5020CEB-1D7A-1F19-26A2-8CEC606525E1}"/>
                    </a:ext>
                  </a:extLst>
                </p14:cNvPr>
                <p14:cNvContentPartPr/>
                <p14:nvPr/>
              </p14:nvContentPartPr>
              <p14:xfrm>
                <a:off x="8200665" y="4493100"/>
                <a:ext cx="20160" cy="187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5020CEB-1D7A-1F19-26A2-8CEC606525E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94545" y="4486980"/>
                  <a:ext cx="32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A5FAEF9-54E5-3905-69F4-9E423BFD563C}"/>
                    </a:ext>
                  </a:extLst>
                </p14:cNvPr>
                <p14:cNvContentPartPr/>
                <p14:nvPr/>
              </p14:nvContentPartPr>
              <p14:xfrm>
                <a:off x="4087305" y="2338140"/>
                <a:ext cx="363240" cy="365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A5FAEF9-54E5-3905-69F4-9E423BFD563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081185" y="2332020"/>
                  <a:ext cx="37548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7F99B9E-7C59-1818-6D6E-0468E3F9D150}"/>
                    </a:ext>
                  </a:extLst>
                </p14:cNvPr>
                <p14:cNvContentPartPr/>
                <p14:nvPr/>
              </p14:nvContentPartPr>
              <p14:xfrm>
                <a:off x="3985065" y="2428860"/>
                <a:ext cx="387720" cy="345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7F99B9E-7C59-1818-6D6E-0468E3F9D15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978945" y="2422740"/>
                  <a:ext cx="3999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A5E69F6-2022-7F52-FB08-C7DAEC940996}"/>
                    </a:ext>
                  </a:extLst>
                </p14:cNvPr>
                <p14:cNvContentPartPr/>
                <p14:nvPr/>
              </p14:nvContentPartPr>
              <p14:xfrm>
                <a:off x="4376025" y="2684820"/>
                <a:ext cx="157680" cy="215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A5E69F6-2022-7F52-FB08-C7DAEC94099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369905" y="2678700"/>
                  <a:ext cx="1699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0225953-BE8D-377B-318A-0EE201DFBF55}"/>
                    </a:ext>
                  </a:extLst>
                </p14:cNvPr>
                <p14:cNvContentPartPr/>
                <p14:nvPr/>
              </p14:nvContentPartPr>
              <p14:xfrm>
                <a:off x="5016465" y="3545220"/>
                <a:ext cx="144000" cy="180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0225953-BE8D-377B-318A-0EE201DFBF5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010345" y="3539100"/>
                  <a:ext cx="156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63AED5E-C303-0CAB-8FF0-16C0EFC1F5EC}"/>
                    </a:ext>
                  </a:extLst>
                </p14:cNvPr>
                <p14:cNvContentPartPr/>
                <p14:nvPr/>
              </p14:nvContentPartPr>
              <p14:xfrm>
                <a:off x="5397705" y="3248940"/>
                <a:ext cx="195120" cy="194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3AED5E-C303-0CAB-8FF0-16C0EFC1F5E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391585" y="3242820"/>
                  <a:ext cx="2073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FE6C67B-2797-0FF9-80AE-C523260A3DCC}"/>
                    </a:ext>
                  </a:extLst>
                </p14:cNvPr>
                <p14:cNvContentPartPr/>
                <p14:nvPr/>
              </p14:nvContentPartPr>
              <p14:xfrm>
                <a:off x="6033105" y="2821980"/>
                <a:ext cx="185040" cy="234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FE6C67B-2797-0FF9-80AE-C523260A3DC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026985" y="2815860"/>
                  <a:ext cx="1972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8F96870-726F-15CB-B49D-07786157215A}"/>
                    </a:ext>
                  </a:extLst>
                </p14:cNvPr>
                <p14:cNvContentPartPr/>
                <p14:nvPr/>
              </p14:nvContentPartPr>
              <p14:xfrm>
                <a:off x="6556905" y="2156340"/>
                <a:ext cx="709560" cy="463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8F96870-726F-15CB-B49D-07786157215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550785" y="2150220"/>
                  <a:ext cx="72180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FD615D0-9204-42CF-84C4-9F153DD87D51}"/>
                    </a:ext>
                  </a:extLst>
                </p14:cNvPr>
                <p14:cNvContentPartPr/>
                <p14:nvPr/>
              </p14:nvContentPartPr>
              <p14:xfrm>
                <a:off x="7547985" y="1764660"/>
                <a:ext cx="272880" cy="300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FD615D0-9204-42CF-84C4-9F153DD87D5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541865" y="1758540"/>
                  <a:ext cx="28512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08EC31F-1420-1689-6C33-E17F30BC06C4}"/>
                    </a:ext>
                  </a:extLst>
                </p14:cNvPr>
                <p14:cNvContentPartPr/>
                <p14:nvPr/>
              </p14:nvContentPartPr>
              <p14:xfrm>
                <a:off x="7981065" y="1390260"/>
                <a:ext cx="301320" cy="270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08EC31F-1420-1689-6C33-E17F30BC06C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74945" y="1384140"/>
                  <a:ext cx="3135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B262C8C-9787-01E5-ECE0-675BB57E208E}"/>
                    </a:ext>
                  </a:extLst>
                </p14:cNvPr>
                <p14:cNvContentPartPr/>
                <p14:nvPr/>
              </p14:nvContentPartPr>
              <p14:xfrm>
                <a:off x="6739065" y="3091260"/>
                <a:ext cx="358920" cy="61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B262C8C-9787-01E5-ECE0-675BB57E208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32945" y="3085140"/>
                  <a:ext cx="3711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41EBFED-BD6C-CC59-1E0D-331A07B032E7}"/>
                    </a:ext>
                  </a:extLst>
                </p14:cNvPr>
                <p14:cNvContentPartPr/>
                <p14:nvPr/>
              </p14:nvContentPartPr>
              <p14:xfrm>
                <a:off x="6907905" y="3021060"/>
                <a:ext cx="42120" cy="207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41EBFED-BD6C-CC59-1E0D-331A07B032E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901785" y="3014940"/>
                  <a:ext cx="54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5335F81-07FB-94D5-44B6-3B0BA71A441D}"/>
                    </a:ext>
                  </a:extLst>
                </p14:cNvPr>
                <p14:cNvContentPartPr/>
                <p14:nvPr/>
              </p14:nvContentPartPr>
              <p14:xfrm>
                <a:off x="7176105" y="3027900"/>
                <a:ext cx="149760" cy="226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5335F81-07FB-94D5-44B6-3B0BA71A441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69985" y="3021780"/>
                  <a:ext cx="1620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793F87A-3840-1960-2454-DE2DC0A05080}"/>
                    </a:ext>
                  </a:extLst>
                </p14:cNvPr>
                <p14:cNvContentPartPr/>
                <p14:nvPr/>
              </p14:nvContentPartPr>
              <p14:xfrm>
                <a:off x="7384185" y="3091620"/>
                <a:ext cx="180720" cy="119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793F87A-3840-1960-2454-DE2DC0A0508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378065" y="3085500"/>
                  <a:ext cx="1929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F87A08E-3563-3997-8CD2-785431E70AD1}"/>
                    </a:ext>
                  </a:extLst>
                </p14:cNvPr>
                <p14:cNvContentPartPr/>
                <p14:nvPr/>
              </p14:nvContentPartPr>
              <p14:xfrm>
                <a:off x="6933825" y="3331740"/>
                <a:ext cx="615240" cy="60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F87A08E-3563-3997-8CD2-785431E70AD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927705" y="3325620"/>
                  <a:ext cx="6274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179253D-233E-D3D8-413A-F155B4AAB617}"/>
                    </a:ext>
                  </a:extLst>
                </p14:cNvPr>
                <p14:cNvContentPartPr/>
                <p14:nvPr/>
              </p14:nvContentPartPr>
              <p14:xfrm>
                <a:off x="5141745" y="4353060"/>
                <a:ext cx="398880" cy="57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179253D-233E-D3D8-413A-F155B4AAB61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135625" y="4346940"/>
                  <a:ext cx="4111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73B714-381E-0D3C-15E1-FB0F6DE2051A}"/>
                    </a:ext>
                  </a:extLst>
                </p14:cNvPr>
                <p14:cNvContentPartPr/>
                <p14:nvPr/>
              </p14:nvContentPartPr>
              <p14:xfrm>
                <a:off x="5295465" y="4259100"/>
                <a:ext cx="395280" cy="347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73B714-381E-0D3C-15E1-FB0F6DE2051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289345" y="4252980"/>
                  <a:ext cx="4075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A324E85-3B90-11DA-6579-E05750D1A22D}"/>
                    </a:ext>
                  </a:extLst>
                </p14:cNvPr>
                <p14:cNvContentPartPr/>
                <p14:nvPr/>
              </p14:nvContentPartPr>
              <p14:xfrm>
                <a:off x="4197825" y="3260100"/>
                <a:ext cx="312120" cy="514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A324E85-3B90-11DA-6579-E05750D1A22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191705" y="3253980"/>
                  <a:ext cx="32436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98B05D3-46FA-C3DE-7F85-222C11260995}"/>
                    </a:ext>
                  </a:extLst>
                </p14:cNvPr>
                <p14:cNvContentPartPr/>
                <p14:nvPr/>
              </p14:nvContentPartPr>
              <p14:xfrm>
                <a:off x="4947705" y="2560980"/>
                <a:ext cx="142560" cy="110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98B05D3-46FA-C3DE-7F85-222C1126099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941585" y="2554860"/>
                  <a:ext cx="1548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D38BCAC-2F6D-CE11-B670-1A04289827C0}"/>
                    </a:ext>
                  </a:extLst>
                </p14:cNvPr>
                <p14:cNvContentPartPr/>
                <p14:nvPr/>
              </p14:nvContentPartPr>
              <p14:xfrm>
                <a:off x="5106825" y="2575380"/>
                <a:ext cx="136800" cy="158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D38BCAC-2F6D-CE11-B670-1A04289827C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100705" y="2569260"/>
                  <a:ext cx="149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D5C410A-BB81-5331-6DDB-A8A05D22ED60}"/>
                    </a:ext>
                  </a:extLst>
                </p14:cNvPr>
                <p14:cNvContentPartPr/>
                <p14:nvPr/>
              </p14:nvContentPartPr>
              <p14:xfrm>
                <a:off x="5131665" y="2728380"/>
                <a:ext cx="245520" cy="217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D5C410A-BB81-5331-6DDB-A8A05D22ED6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125545" y="2722260"/>
                  <a:ext cx="2577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EAE25EF-DB21-95F7-81A7-5DC876947926}"/>
                    </a:ext>
                  </a:extLst>
                </p14:cNvPr>
                <p14:cNvContentPartPr/>
                <p14:nvPr/>
              </p14:nvContentPartPr>
              <p14:xfrm>
                <a:off x="4804425" y="2789940"/>
                <a:ext cx="150840" cy="165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EAE25EF-DB21-95F7-81A7-5DC87694792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798305" y="2783820"/>
                  <a:ext cx="163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2E7B091-C38A-656B-BEDF-26375E96EA65}"/>
                    </a:ext>
                  </a:extLst>
                </p14:cNvPr>
                <p14:cNvContentPartPr/>
                <p14:nvPr/>
              </p14:nvContentPartPr>
              <p14:xfrm>
                <a:off x="5015385" y="3033300"/>
                <a:ext cx="273240" cy="117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2E7B091-C38A-656B-BEDF-26375E96EA6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009265" y="3027180"/>
                  <a:ext cx="2854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F574AF5-6A7F-49FE-52CC-8D9BA3DD72A8}"/>
                    </a:ext>
                  </a:extLst>
                </p14:cNvPr>
                <p14:cNvContentPartPr/>
                <p14:nvPr/>
              </p14:nvContentPartPr>
              <p14:xfrm>
                <a:off x="5009265" y="2819460"/>
                <a:ext cx="69480" cy="102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F574AF5-6A7F-49FE-52CC-8D9BA3DD72A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003145" y="2813340"/>
                  <a:ext cx="817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235F193-8A64-4589-6D89-AD411515D32D}"/>
                    </a:ext>
                  </a:extLst>
                </p14:cNvPr>
                <p14:cNvContentPartPr/>
                <p14:nvPr/>
              </p14:nvContentPartPr>
              <p14:xfrm>
                <a:off x="5341545" y="2940060"/>
                <a:ext cx="109440" cy="131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235F193-8A64-4589-6D89-AD411515D32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335425" y="2933940"/>
                  <a:ext cx="121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453294C-EE55-4E8D-5E96-78C0CBEF99DF}"/>
                    </a:ext>
                  </a:extLst>
                </p14:cNvPr>
                <p14:cNvContentPartPr/>
                <p14:nvPr/>
              </p14:nvContentPartPr>
              <p14:xfrm>
                <a:off x="5531265" y="3034740"/>
                <a:ext cx="138600" cy="119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453294C-EE55-4E8D-5E96-78C0CBEF99D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525145" y="3028620"/>
                  <a:ext cx="150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10F45AF-4026-CC43-590F-BE20C01171FE}"/>
                    </a:ext>
                  </a:extLst>
                </p14:cNvPr>
                <p14:cNvContentPartPr/>
                <p14:nvPr/>
              </p14:nvContentPartPr>
              <p14:xfrm>
                <a:off x="5835105" y="3369540"/>
                <a:ext cx="192240" cy="171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10F45AF-4026-CC43-590F-BE20C01171F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828985" y="3363420"/>
                  <a:ext cx="2044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0577954-FA95-AFC6-657C-398E13B37143}"/>
                    </a:ext>
                  </a:extLst>
                </p14:cNvPr>
                <p14:cNvContentPartPr/>
                <p14:nvPr/>
              </p14:nvContentPartPr>
              <p14:xfrm>
                <a:off x="5200425" y="3175140"/>
                <a:ext cx="119880" cy="159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0577954-FA95-AFC6-657C-398E13B3714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194305" y="3169020"/>
                  <a:ext cx="132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58E73D6-DE03-8487-C67A-F473539141A3}"/>
                    </a:ext>
                  </a:extLst>
                </p14:cNvPr>
                <p14:cNvContentPartPr/>
                <p14:nvPr/>
              </p14:nvContentPartPr>
              <p14:xfrm>
                <a:off x="5544585" y="3574380"/>
                <a:ext cx="164880" cy="249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58E73D6-DE03-8487-C67A-F473539141A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538465" y="3568260"/>
                  <a:ext cx="1771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25F3340-158D-D2F3-32EB-5ABE4600DD41}"/>
                    </a:ext>
                  </a:extLst>
                </p14:cNvPr>
                <p14:cNvContentPartPr/>
                <p14:nvPr/>
              </p14:nvContentPartPr>
              <p14:xfrm>
                <a:off x="5630265" y="3379620"/>
                <a:ext cx="86400" cy="1440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25F3340-158D-D2F3-32EB-5ABE4600DD4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624145" y="3373500"/>
                  <a:ext cx="98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95EF8AB-B84C-3941-3308-87B0C0ACA21C}"/>
                    </a:ext>
                  </a:extLst>
                </p14:cNvPr>
                <p14:cNvContentPartPr/>
                <p14:nvPr/>
              </p14:nvContentPartPr>
              <p14:xfrm>
                <a:off x="5912505" y="3591300"/>
                <a:ext cx="136080" cy="210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95EF8AB-B84C-3941-3308-87B0C0ACA21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906385" y="3585180"/>
                  <a:ext cx="14832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BCF460E-2E58-5344-1FC3-83950F1AE59B}"/>
              </a:ext>
            </a:extLst>
          </p:cNvPr>
          <p:cNvGrpSpPr/>
          <p:nvPr/>
        </p:nvGrpSpPr>
        <p:grpSpPr>
          <a:xfrm>
            <a:off x="518985" y="4246860"/>
            <a:ext cx="2230200" cy="1091520"/>
            <a:chOff x="518985" y="4246860"/>
            <a:chExt cx="2230200" cy="10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85C8595-A1BC-F7A0-4170-D418906462FE}"/>
                    </a:ext>
                  </a:extLst>
                </p14:cNvPr>
                <p14:cNvContentPartPr/>
                <p14:nvPr/>
              </p14:nvContentPartPr>
              <p14:xfrm>
                <a:off x="518985" y="4281060"/>
                <a:ext cx="308880" cy="678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85C8595-A1BC-F7A0-4170-D418906462F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12865" y="4274940"/>
                  <a:ext cx="32112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D9AFE87-6094-0FE8-0B08-15937B7DEBAC}"/>
                    </a:ext>
                  </a:extLst>
                </p14:cNvPr>
                <p14:cNvContentPartPr/>
                <p14:nvPr/>
              </p14:nvContentPartPr>
              <p14:xfrm>
                <a:off x="893025" y="4640700"/>
                <a:ext cx="159120" cy="21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D9AFE87-6094-0FE8-0B08-15937B7DEBA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86905" y="4634580"/>
                  <a:ext cx="1713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758EA04-E5BC-FF61-CB91-7FA0BBF06709}"/>
                    </a:ext>
                  </a:extLst>
                </p14:cNvPr>
                <p14:cNvContentPartPr/>
                <p14:nvPr/>
              </p14:nvContentPartPr>
              <p14:xfrm>
                <a:off x="1278945" y="4465380"/>
                <a:ext cx="19080" cy="3769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758EA04-E5BC-FF61-CB91-7FA0BBF0670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272825" y="4459260"/>
                  <a:ext cx="313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AA9966B-8B6E-BDBC-554A-8F1122F007AC}"/>
                    </a:ext>
                  </a:extLst>
                </p14:cNvPr>
                <p14:cNvContentPartPr/>
                <p14:nvPr/>
              </p14:nvContentPartPr>
              <p14:xfrm>
                <a:off x="1466865" y="4841220"/>
                <a:ext cx="136080" cy="239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AA9966B-8B6E-BDBC-554A-8F1122F007A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460745" y="4835100"/>
                  <a:ext cx="1483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E66F073-40A3-3D68-8423-D78C5866F931}"/>
                    </a:ext>
                  </a:extLst>
                </p14:cNvPr>
                <p14:cNvContentPartPr/>
                <p14:nvPr/>
              </p14:nvContentPartPr>
              <p14:xfrm>
                <a:off x="1922625" y="4669860"/>
                <a:ext cx="23400" cy="17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E66F073-40A3-3D68-8423-D78C5866F93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916505" y="4663740"/>
                  <a:ext cx="35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465B09C-453B-8CDC-A88B-239964E303A4}"/>
                    </a:ext>
                  </a:extLst>
                </p14:cNvPr>
                <p14:cNvContentPartPr/>
                <p14:nvPr/>
              </p14:nvContentPartPr>
              <p14:xfrm>
                <a:off x="1933785" y="4616940"/>
                <a:ext cx="281520" cy="54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465B09C-453B-8CDC-A88B-239964E303A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927665" y="4610820"/>
                  <a:ext cx="2937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77F9610-AD26-5FE6-854A-5077FCF09B5A}"/>
                    </a:ext>
                  </a:extLst>
                </p14:cNvPr>
                <p14:cNvContentPartPr/>
                <p14:nvPr/>
              </p14:nvContentPartPr>
              <p14:xfrm>
                <a:off x="2073105" y="4533060"/>
                <a:ext cx="32400" cy="374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77F9610-AD26-5FE6-854A-5077FCF09B5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066985" y="4526940"/>
                  <a:ext cx="4464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4FDC4DA-D712-3676-54FE-D8295D90E364}"/>
                    </a:ext>
                  </a:extLst>
                </p14:cNvPr>
                <p14:cNvContentPartPr/>
                <p14:nvPr/>
              </p14:nvContentPartPr>
              <p14:xfrm>
                <a:off x="2378385" y="4450260"/>
                <a:ext cx="29160" cy="4316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4FDC4DA-D712-3676-54FE-D8295D90E36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372265" y="4444140"/>
                  <a:ext cx="414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4B69F21-2E6B-39FB-B5A4-64C8A485CDEB}"/>
                    </a:ext>
                  </a:extLst>
                </p14:cNvPr>
                <p14:cNvContentPartPr/>
                <p14:nvPr/>
              </p14:nvContentPartPr>
              <p14:xfrm>
                <a:off x="2423025" y="4246860"/>
                <a:ext cx="326160" cy="1091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4B69F21-2E6B-39FB-B5A4-64C8A485CDE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416905" y="4240740"/>
                  <a:ext cx="338400" cy="11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F81F9EE-CE77-CA5B-BDCF-A6B9994D7812}"/>
              </a:ext>
            </a:extLst>
          </p:cNvPr>
          <p:cNvGrpSpPr/>
          <p:nvPr/>
        </p:nvGrpSpPr>
        <p:grpSpPr>
          <a:xfrm>
            <a:off x="4417785" y="2044380"/>
            <a:ext cx="5078160" cy="1764360"/>
            <a:chOff x="4417785" y="2044380"/>
            <a:chExt cx="5078160" cy="176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80D716E-0EFE-6BE9-F356-9C2D0E03470E}"/>
                    </a:ext>
                  </a:extLst>
                </p14:cNvPr>
                <p14:cNvContentPartPr/>
                <p14:nvPr/>
              </p14:nvContentPartPr>
              <p14:xfrm>
                <a:off x="5018625" y="2591580"/>
                <a:ext cx="217800" cy="348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80D716E-0EFE-6BE9-F356-9C2D0E03470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012505" y="2585460"/>
                  <a:ext cx="2300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C632CBC-7B1D-9D85-344A-26764392E31D}"/>
                    </a:ext>
                  </a:extLst>
                </p14:cNvPr>
                <p14:cNvContentPartPr/>
                <p14:nvPr/>
              </p14:nvContentPartPr>
              <p14:xfrm>
                <a:off x="4989465" y="2821260"/>
                <a:ext cx="265320" cy="247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C632CBC-7B1D-9D85-344A-26764392E31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983345" y="2815140"/>
                  <a:ext cx="2775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CA1C86C-B457-7AAB-A526-3D70E8580098}"/>
                    </a:ext>
                  </a:extLst>
                </p14:cNvPr>
                <p14:cNvContentPartPr/>
                <p14:nvPr/>
              </p14:nvContentPartPr>
              <p14:xfrm>
                <a:off x="5204385" y="2893260"/>
                <a:ext cx="250560" cy="244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CA1C86C-B457-7AAB-A526-3D70E858009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198265" y="2887140"/>
                  <a:ext cx="2628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AEF2D31-CBDD-3269-D1C8-0F7EAF6FEB26}"/>
                    </a:ext>
                  </a:extLst>
                </p14:cNvPr>
                <p14:cNvContentPartPr/>
                <p14:nvPr/>
              </p14:nvContentPartPr>
              <p14:xfrm>
                <a:off x="5170185" y="3006300"/>
                <a:ext cx="383760" cy="162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AEF2D31-CBDD-3269-D1C8-0F7EAF6FEB2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164065" y="3000180"/>
                  <a:ext cx="3960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9E07B3E-8A6A-E66B-82A3-80FC14D860A0}"/>
                    </a:ext>
                  </a:extLst>
                </p14:cNvPr>
                <p14:cNvContentPartPr/>
                <p14:nvPr/>
              </p14:nvContentPartPr>
              <p14:xfrm>
                <a:off x="4886865" y="2566740"/>
                <a:ext cx="267840" cy="312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9E07B3E-8A6A-E66B-82A3-80FC14D860A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880745" y="2560620"/>
                  <a:ext cx="2800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D6F3456-30DA-2402-ED0C-C193E1FE182A}"/>
                    </a:ext>
                  </a:extLst>
                </p14:cNvPr>
                <p14:cNvContentPartPr/>
                <p14:nvPr/>
              </p14:nvContentPartPr>
              <p14:xfrm>
                <a:off x="5047065" y="2915940"/>
                <a:ext cx="189000" cy="213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D6F3456-30DA-2402-ED0C-C193E1FE182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040945" y="2909820"/>
                  <a:ext cx="201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E5E60BF-66A9-F98B-82C9-2E5A02A01D77}"/>
                    </a:ext>
                  </a:extLst>
                </p14:cNvPr>
                <p14:cNvContentPartPr/>
                <p14:nvPr/>
              </p14:nvContentPartPr>
              <p14:xfrm>
                <a:off x="5231025" y="3065340"/>
                <a:ext cx="151200" cy="2041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E5E60BF-66A9-F98B-82C9-2E5A02A01D7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224905" y="3059220"/>
                  <a:ext cx="1634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E6392E6-14FE-FABC-64F0-308A3BDB2159}"/>
                    </a:ext>
                  </a:extLst>
                </p14:cNvPr>
                <p14:cNvContentPartPr/>
                <p14:nvPr/>
              </p14:nvContentPartPr>
              <p14:xfrm>
                <a:off x="5764185" y="3419940"/>
                <a:ext cx="176400" cy="191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E6392E6-14FE-FABC-64F0-308A3BDB215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758065" y="3413820"/>
                  <a:ext cx="188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A38E56E-F30E-9138-E9F0-12C6085514B6}"/>
                    </a:ext>
                  </a:extLst>
                </p14:cNvPr>
                <p14:cNvContentPartPr/>
                <p14:nvPr/>
              </p14:nvContentPartPr>
              <p14:xfrm>
                <a:off x="5627385" y="3596340"/>
                <a:ext cx="381960" cy="169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A38E56E-F30E-9138-E9F0-12C6085514B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621265" y="3590220"/>
                  <a:ext cx="394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DFFF59E-1FD8-1C36-CF93-DE3FF86885EF}"/>
                    </a:ext>
                  </a:extLst>
                </p14:cNvPr>
                <p14:cNvContentPartPr/>
                <p14:nvPr/>
              </p14:nvContentPartPr>
              <p14:xfrm>
                <a:off x="6019065" y="3607140"/>
                <a:ext cx="229680" cy="201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DFFF59E-1FD8-1C36-CF93-DE3FF86885E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012945" y="3601020"/>
                  <a:ext cx="2419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4D87726-F0EE-628A-0441-2A268AEDB4F7}"/>
                    </a:ext>
                  </a:extLst>
                </p14:cNvPr>
                <p14:cNvContentPartPr/>
                <p14:nvPr/>
              </p14:nvContentPartPr>
              <p14:xfrm>
                <a:off x="5656545" y="3345060"/>
                <a:ext cx="200160" cy="143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4D87726-F0EE-628A-0441-2A268AEDB4F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650425" y="3338940"/>
                  <a:ext cx="212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F95567B-E305-7F51-6670-B7E38EFB4D18}"/>
                    </a:ext>
                  </a:extLst>
                </p14:cNvPr>
                <p14:cNvContentPartPr/>
                <p14:nvPr/>
              </p14:nvContentPartPr>
              <p14:xfrm>
                <a:off x="5398065" y="2247780"/>
                <a:ext cx="233280" cy="86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F95567B-E305-7F51-6670-B7E38EFB4D1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391945" y="2241660"/>
                  <a:ext cx="2455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34EDAC2-DDD0-787F-F48C-82950E44F47B}"/>
                    </a:ext>
                  </a:extLst>
                </p14:cNvPr>
                <p14:cNvContentPartPr/>
                <p14:nvPr/>
              </p14:nvContentPartPr>
              <p14:xfrm>
                <a:off x="5625225" y="2044380"/>
                <a:ext cx="291240" cy="300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34EDAC2-DDD0-787F-F48C-82950E44F47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619105" y="2038260"/>
                  <a:ext cx="3034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2621A37-CC2E-C6B7-C4D4-E9613D9BE1E9}"/>
                    </a:ext>
                  </a:extLst>
                </p14:cNvPr>
                <p14:cNvContentPartPr/>
                <p14:nvPr/>
              </p14:nvContentPartPr>
              <p14:xfrm>
                <a:off x="5981625" y="2085060"/>
                <a:ext cx="153000" cy="282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2621A37-CC2E-C6B7-C4D4-E9613D9BE1E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975505" y="2078940"/>
                  <a:ext cx="1652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A0BB98D-65D4-4D9C-267E-7BF6713518C4}"/>
                    </a:ext>
                  </a:extLst>
                </p14:cNvPr>
                <p14:cNvContentPartPr/>
                <p14:nvPr/>
              </p14:nvContentPartPr>
              <p14:xfrm>
                <a:off x="5324265" y="2387820"/>
                <a:ext cx="654120" cy="203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A0BB98D-65D4-4D9C-267E-7BF6713518C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318145" y="2381700"/>
                  <a:ext cx="6663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BE5408F-B0C9-3C44-3413-28C94F3F202F}"/>
                    </a:ext>
                  </a:extLst>
                </p14:cNvPr>
                <p14:cNvContentPartPr/>
                <p14:nvPr/>
              </p14:nvContentPartPr>
              <p14:xfrm>
                <a:off x="4417785" y="2680500"/>
                <a:ext cx="5078160" cy="439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BE5408F-B0C9-3C44-3413-28C94F3F202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411665" y="2674380"/>
                  <a:ext cx="5090400" cy="451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01096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1B82F7B-85E2-69A8-6F13-AAD75B88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080C0F3-63D3-E9DB-05E1-251B0658A0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Introduction to Forecasting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310EAC06-2050-E449-3C05-2F02B0748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ACF/PACF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AR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Descriptive Stats and Tests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Choosing ARIMA Orders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ARMA, ARIMA and SARIMA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SARIMAX </a:t>
            </a:r>
            <a:endParaRPr sz="1600" dirty="0">
              <a:solidFill>
                <a:schemeClr val="tx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28F2C6-3023-F292-E694-B023A69F5C70}"/>
                  </a:ext>
                </a:extLst>
              </p14:cNvPr>
              <p14:cNvContentPartPr/>
              <p14:nvPr/>
            </p14:nvContentPartPr>
            <p14:xfrm>
              <a:off x="1393560" y="1095120"/>
              <a:ext cx="2496600" cy="1573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28F2C6-3023-F292-E694-B023A69F5C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4200" y="1085760"/>
                <a:ext cx="2515320" cy="159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2D82741A-851E-6940-E2D0-12E7337EA8A1}"/>
              </a:ext>
            </a:extLst>
          </p:cNvPr>
          <p:cNvGrpSpPr/>
          <p:nvPr/>
        </p:nvGrpSpPr>
        <p:grpSpPr>
          <a:xfrm>
            <a:off x="1872225" y="1010460"/>
            <a:ext cx="7290720" cy="3936960"/>
            <a:chOff x="1872225" y="1010460"/>
            <a:chExt cx="7290720" cy="393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B01E300-2B1D-350F-4B0A-8F4B1B852E29}"/>
                    </a:ext>
                  </a:extLst>
                </p14:cNvPr>
                <p14:cNvContentPartPr/>
                <p14:nvPr/>
              </p14:nvContentPartPr>
              <p14:xfrm>
                <a:off x="4893705" y="1025220"/>
                <a:ext cx="343800" cy="608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B01E300-2B1D-350F-4B0A-8F4B1B852E2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87585" y="1019100"/>
                  <a:ext cx="35604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ED9B3AC-70BB-5806-9481-710E88E0AF3E}"/>
                    </a:ext>
                  </a:extLst>
                </p14:cNvPr>
                <p14:cNvContentPartPr/>
                <p14:nvPr/>
              </p14:nvContentPartPr>
              <p14:xfrm>
                <a:off x="4816665" y="1330140"/>
                <a:ext cx="442800" cy="135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ED9B3AC-70BB-5806-9481-710E88E0AF3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810545" y="1324020"/>
                  <a:ext cx="455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75C2FC8-5FFB-4E22-5CD2-84C1CD495FE5}"/>
                    </a:ext>
                  </a:extLst>
                </p14:cNvPr>
                <p14:cNvContentPartPr/>
                <p14:nvPr/>
              </p14:nvContentPartPr>
              <p14:xfrm>
                <a:off x="5332905" y="1388100"/>
                <a:ext cx="123120" cy="135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75C2FC8-5FFB-4E22-5CD2-84C1CD495FE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26785" y="1381980"/>
                  <a:ext cx="1353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E33F771-71F4-AE9E-142B-E57BE22B9583}"/>
                    </a:ext>
                  </a:extLst>
                </p14:cNvPr>
                <p14:cNvContentPartPr/>
                <p14:nvPr/>
              </p14:nvContentPartPr>
              <p14:xfrm>
                <a:off x="5581665" y="1165260"/>
                <a:ext cx="54000" cy="373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E33F771-71F4-AE9E-142B-E57BE22B958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75545" y="1159140"/>
                  <a:ext cx="6624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4017885-7863-BCE4-A739-5A20ABA66AA0}"/>
                    </a:ext>
                  </a:extLst>
                </p14:cNvPr>
                <p14:cNvContentPartPr/>
                <p14:nvPr/>
              </p14:nvContentPartPr>
              <p14:xfrm>
                <a:off x="5499585" y="1362180"/>
                <a:ext cx="322920" cy="128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4017885-7863-BCE4-A739-5A20ABA66AA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93465" y="1356060"/>
                  <a:ext cx="335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1AC8EC3-0CDF-BCA7-126D-77B72FD7D214}"/>
                    </a:ext>
                  </a:extLst>
                </p14:cNvPr>
                <p14:cNvContentPartPr/>
                <p14:nvPr/>
              </p14:nvContentPartPr>
              <p14:xfrm>
                <a:off x="6231105" y="1313940"/>
                <a:ext cx="4680" cy="31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1AC8EC3-0CDF-BCA7-126D-77B72FD7D21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24985" y="1307820"/>
                  <a:ext cx="169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27D761C-DBD2-2027-686A-2D8219C857A6}"/>
                    </a:ext>
                  </a:extLst>
                </p14:cNvPr>
                <p14:cNvContentPartPr/>
                <p14:nvPr/>
              </p14:nvContentPartPr>
              <p14:xfrm>
                <a:off x="5960025" y="1043940"/>
                <a:ext cx="1029960" cy="568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27D761C-DBD2-2027-686A-2D8219C857A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53905" y="1037820"/>
                  <a:ext cx="104220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2B9548B-C453-C57D-695F-DC1A27BC0520}"/>
                    </a:ext>
                  </a:extLst>
                </p14:cNvPr>
                <p14:cNvContentPartPr/>
                <p14:nvPr/>
              </p14:nvContentPartPr>
              <p14:xfrm>
                <a:off x="7034985" y="1010460"/>
                <a:ext cx="920880" cy="391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2B9548B-C453-C57D-695F-DC1A27BC052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028865" y="1004340"/>
                  <a:ext cx="9331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CA566AA-FEEB-B156-5354-30BE69C51794}"/>
                    </a:ext>
                  </a:extLst>
                </p14:cNvPr>
                <p14:cNvContentPartPr/>
                <p14:nvPr/>
              </p14:nvContentPartPr>
              <p14:xfrm>
                <a:off x="5549625" y="1453980"/>
                <a:ext cx="2108160" cy="148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CA566AA-FEEB-B156-5354-30BE69C5179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543505" y="1447860"/>
                  <a:ext cx="2120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305A83-BD3A-1A96-B297-B90C0F0C212A}"/>
                    </a:ext>
                  </a:extLst>
                </p14:cNvPr>
                <p14:cNvContentPartPr/>
                <p14:nvPr/>
              </p14:nvContentPartPr>
              <p14:xfrm>
                <a:off x="5219145" y="1904700"/>
                <a:ext cx="358560" cy="365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305A83-BD3A-1A96-B297-B90C0F0C212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213025" y="1898580"/>
                  <a:ext cx="3708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1B44A09-06B1-BA51-B260-E95620777D94}"/>
                    </a:ext>
                  </a:extLst>
                </p14:cNvPr>
                <p14:cNvContentPartPr/>
                <p14:nvPr/>
              </p14:nvContentPartPr>
              <p14:xfrm>
                <a:off x="5616945" y="1974180"/>
                <a:ext cx="1172880" cy="179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1B44A09-06B1-BA51-B260-E95620777D9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10825" y="1968060"/>
                  <a:ext cx="1185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A1E5B93-7E47-1BED-6682-8D9553071C8A}"/>
                    </a:ext>
                  </a:extLst>
                </p14:cNvPr>
                <p14:cNvContentPartPr/>
                <p14:nvPr/>
              </p14:nvContentPartPr>
              <p14:xfrm>
                <a:off x="5613705" y="2256060"/>
                <a:ext cx="970920" cy="77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A1E5B93-7E47-1BED-6682-8D9553071C8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07585" y="2249940"/>
                  <a:ext cx="983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1504AB5-6FD0-5549-FB76-E8D9F2FC42A3}"/>
                    </a:ext>
                  </a:extLst>
                </p14:cNvPr>
                <p14:cNvContentPartPr/>
                <p14:nvPr/>
              </p14:nvContentPartPr>
              <p14:xfrm>
                <a:off x="7358985" y="1700580"/>
                <a:ext cx="320400" cy="642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1504AB5-6FD0-5549-FB76-E8D9F2FC42A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352865" y="1694460"/>
                  <a:ext cx="33264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27B60B7-2E57-5524-9D66-E716BA1BF197}"/>
                    </a:ext>
                  </a:extLst>
                </p14:cNvPr>
                <p14:cNvContentPartPr/>
                <p14:nvPr/>
              </p14:nvContentPartPr>
              <p14:xfrm>
                <a:off x="7614945" y="1899300"/>
                <a:ext cx="377640" cy="319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27B60B7-2E57-5524-9D66-E716BA1BF19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608825" y="1893180"/>
                  <a:ext cx="3898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3AE5185-7D0B-D371-644D-4097F4D0DC4C}"/>
                    </a:ext>
                  </a:extLst>
                </p14:cNvPr>
                <p14:cNvContentPartPr/>
                <p14:nvPr/>
              </p14:nvContentPartPr>
              <p14:xfrm>
                <a:off x="7621785" y="1945740"/>
                <a:ext cx="360720" cy="242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3AE5185-7D0B-D371-644D-4097F4D0DC4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615665" y="1939620"/>
                  <a:ext cx="3729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9963307-4E8A-D7F8-13A8-E383C0D7F56B}"/>
                    </a:ext>
                  </a:extLst>
                </p14:cNvPr>
                <p14:cNvContentPartPr/>
                <p14:nvPr/>
              </p14:nvContentPartPr>
              <p14:xfrm>
                <a:off x="8035425" y="2190180"/>
                <a:ext cx="84960" cy="122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9963307-4E8A-D7F8-13A8-E383C0D7F56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29305" y="2184060"/>
                  <a:ext cx="972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349E7ED-D1A0-A3AC-2860-067D32BECEE0}"/>
                    </a:ext>
                  </a:extLst>
                </p14:cNvPr>
                <p14:cNvContentPartPr/>
                <p14:nvPr/>
              </p14:nvContentPartPr>
              <p14:xfrm>
                <a:off x="7967385" y="2215380"/>
                <a:ext cx="245160" cy="56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349E7ED-D1A0-A3AC-2860-067D32BECEE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961265" y="2209260"/>
                  <a:ext cx="2574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E8E78E-27A1-1167-9003-8307DB8F9A3D}"/>
                    </a:ext>
                  </a:extLst>
                </p14:cNvPr>
                <p14:cNvContentPartPr/>
                <p14:nvPr/>
              </p14:nvContentPartPr>
              <p14:xfrm>
                <a:off x="8292825" y="2222940"/>
                <a:ext cx="72720" cy="203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E8E78E-27A1-1167-9003-8307DB8F9A3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86705" y="2216820"/>
                  <a:ext cx="849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A570BC9-68AE-735A-CD5E-D704E86B3892}"/>
                    </a:ext>
                  </a:extLst>
                </p14:cNvPr>
                <p14:cNvContentPartPr/>
                <p14:nvPr/>
              </p14:nvContentPartPr>
              <p14:xfrm>
                <a:off x="8343945" y="1827660"/>
                <a:ext cx="396360" cy="403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A570BC9-68AE-735A-CD5E-D704E86B389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37825" y="1821540"/>
                  <a:ext cx="4086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B5E5682-6A77-A6FA-32E7-D2D14A1FA7AF}"/>
                    </a:ext>
                  </a:extLst>
                </p14:cNvPr>
                <p14:cNvContentPartPr/>
                <p14:nvPr/>
              </p14:nvContentPartPr>
              <p14:xfrm>
                <a:off x="8461665" y="1936740"/>
                <a:ext cx="229320" cy="307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B5E5682-6A77-A6FA-32E7-D2D14A1FA7A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55545" y="1930620"/>
                  <a:ext cx="2415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719DAEC-476E-756B-A474-C90CB5B6549F}"/>
                    </a:ext>
                  </a:extLst>
                </p14:cNvPr>
                <p14:cNvContentPartPr/>
                <p14:nvPr/>
              </p14:nvContentPartPr>
              <p14:xfrm>
                <a:off x="8609625" y="2190540"/>
                <a:ext cx="183960" cy="90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719DAEC-476E-756B-A474-C90CB5B6549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03505" y="2184420"/>
                  <a:ext cx="1962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D9BA0F6-0C88-B991-CA27-1D3D80091B51}"/>
                    </a:ext>
                  </a:extLst>
                </p14:cNvPr>
                <p14:cNvContentPartPr/>
                <p14:nvPr/>
              </p14:nvContentPartPr>
              <p14:xfrm>
                <a:off x="8830305" y="2189460"/>
                <a:ext cx="84240" cy="33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D9BA0F6-0C88-B991-CA27-1D3D80091B5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24185" y="2183340"/>
                  <a:ext cx="96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588C843-D92C-4947-52E3-B0A234BF353C}"/>
                    </a:ext>
                  </a:extLst>
                </p14:cNvPr>
                <p14:cNvContentPartPr/>
                <p14:nvPr/>
              </p14:nvContentPartPr>
              <p14:xfrm>
                <a:off x="8948385" y="2204220"/>
                <a:ext cx="14760" cy="147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588C843-D92C-4947-52E3-B0A234BF353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942265" y="2198100"/>
                  <a:ext cx="27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88F2058-480E-6B5C-29BB-502EF79ED0B2}"/>
                    </a:ext>
                  </a:extLst>
                </p14:cNvPr>
                <p14:cNvContentPartPr/>
                <p14:nvPr/>
              </p14:nvContentPartPr>
              <p14:xfrm>
                <a:off x="8866305" y="1704900"/>
                <a:ext cx="291240" cy="857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88F2058-480E-6B5C-29BB-502EF79ED0B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860185" y="1698780"/>
                  <a:ext cx="303480" cy="86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30E5197-5F21-93C2-7F5F-DBEE92756FA2}"/>
                    </a:ext>
                  </a:extLst>
                </p14:cNvPr>
                <p14:cNvContentPartPr/>
                <p14:nvPr/>
              </p14:nvContentPartPr>
              <p14:xfrm>
                <a:off x="6690465" y="2521740"/>
                <a:ext cx="2472480" cy="235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30E5197-5F21-93C2-7F5F-DBEE92756FA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684345" y="2515620"/>
                  <a:ext cx="24847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853BB7-9BC6-9871-2D5C-28571B7EBE6E}"/>
                    </a:ext>
                  </a:extLst>
                </p14:cNvPr>
                <p14:cNvContentPartPr/>
                <p14:nvPr/>
              </p14:nvContentPartPr>
              <p14:xfrm>
                <a:off x="7194825" y="2647020"/>
                <a:ext cx="1920960" cy="191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853BB7-9BC6-9871-2D5C-28571B7EBE6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188705" y="2640900"/>
                  <a:ext cx="1933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39A6EF9-4ECC-68B7-D436-4B1244AD2AEF}"/>
                    </a:ext>
                  </a:extLst>
                </p14:cNvPr>
                <p14:cNvContentPartPr/>
                <p14:nvPr/>
              </p14:nvContentPartPr>
              <p14:xfrm>
                <a:off x="4755105" y="2890380"/>
                <a:ext cx="546480" cy="577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39A6EF9-4ECC-68B7-D436-4B1244AD2AE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748985" y="2884260"/>
                  <a:ext cx="5587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F0F0CF6-39D1-E308-07F1-78AC29D6AEB5}"/>
                    </a:ext>
                  </a:extLst>
                </p14:cNvPr>
                <p14:cNvContentPartPr/>
                <p14:nvPr/>
              </p14:nvContentPartPr>
              <p14:xfrm>
                <a:off x="4697145" y="3030060"/>
                <a:ext cx="712440" cy="577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F0F0CF6-39D1-E308-07F1-78AC29D6AEB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691025" y="3023940"/>
                  <a:ext cx="72468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4C7671B-6661-FA59-D31E-6FE46C51304B}"/>
                    </a:ext>
                  </a:extLst>
                </p14:cNvPr>
                <p14:cNvContentPartPr/>
                <p14:nvPr/>
              </p14:nvContentPartPr>
              <p14:xfrm>
                <a:off x="5427585" y="3396900"/>
                <a:ext cx="275040" cy="319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4C7671B-6661-FA59-D31E-6FE46C51304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421465" y="3390780"/>
                  <a:ext cx="2872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638BF9B-CC8E-6771-04B5-CF7A12E74CBF}"/>
                    </a:ext>
                  </a:extLst>
                </p14:cNvPr>
                <p14:cNvContentPartPr/>
                <p14:nvPr/>
              </p14:nvContentPartPr>
              <p14:xfrm>
                <a:off x="4833585" y="4010700"/>
                <a:ext cx="391320" cy="338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638BF9B-CC8E-6771-04B5-CF7A12E74CB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827465" y="4004580"/>
                  <a:ext cx="4035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35C2D34-D65F-EF7C-46F6-9E455E51FDF8}"/>
                    </a:ext>
                  </a:extLst>
                </p14:cNvPr>
                <p14:cNvContentPartPr/>
                <p14:nvPr/>
              </p14:nvContentPartPr>
              <p14:xfrm>
                <a:off x="4867065" y="3994500"/>
                <a:ext cx="441000" cy="327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35C2D34-D65F-EF7C-46F6-9E455E51FDF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860945" y="3988380"/>
                  <a:ext cx="4532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19D9147-A813-B749-5F4F-5B1F3B6EFE61}"/>
                    </a:ext>
                  </a:extLst>
                </p14:cNvPr>
                <p14:cNvContentPartPr/>
                <p14:nvPr/>
              </p14:nvContentPartPr>
              <p14:xfrm>
                <a:off x="5335785" y="4269900"/>
                <a:ext cx="240840" cy="106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19D9147-A813-B749-5F4F-5B1F3B6EFE6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329665" y="4263780"/>
                  <a:ext cx="253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7856659-15A4-522B-6E26-E290F8DCCDCA}"/>
                    </a:ext>
                  </a:extLst>
                </p14:cNvPr>
                <p14:cNvContentPartPr/>
                <p14:nvPr/>
              </p14:nvContentPartPr>
              <p14:xfrm>
                <a:off x="5657625" y="4195020"/>
                <a:ext cx="180720" cy="65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7856659-15A4-522B-6E26-E290F8DCCDC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651505" y="4188900"/>
                  <a:ext cx="192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7142AA7-F5F2-5750-596E-0E8294DE32C6}"/>
                    </a:ext>
                  </a:extLst>
                </p14:cNvPr>
                <p14:cNvContentPartPr/>
                <p14:nvPr/>
              </p14:nvContentPartPr>
              <p14:xfrm>
                <a:off x="5854545" y="4093500"/>
                <a:ext cx="86760" cy="471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7142AA7-F5F2-5750-596E-0E8294DE32C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848425" y="4087380"/>
                  <a:ext cx="9900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42ABCA5-B98F-86A1-8556-69397D1C3FBE}"/>
                    </a:ext>
                  </a:extLst>
                </p14:cNvPr>
                <p14:cNvContentPartPr/>
                <p14:nvPr/>
              </p14:nvContentPartPr>
              <p14:xfrm>
                <a:off x="5072625" y="4537380"/>
                <a:ext cx="1110960" cy="93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42ABCA5-B98F-86A1-8556-69397D1C3FB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066505" y="4531260"/>
                  <a:ext cx="11232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D13383F-962E-5E7A-9B00-B17C66457C68}"/>
                    </a:ext>
                  </a:extLst>
                </p14:cNvPr>
                <p14:cNvContentPartPr/>
                <p14:nvPr/>
              </p14:nvContentPartPr>
              <p14:xfrm>
                <a:off x="6212385" y="3329580"/>
                <a:ext cx="356760" cy="795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D13383F-962E-5E7A-9B00-B17C66457C6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206265" y="3323460"/>
                  <a:ext cx="369000" cy="80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A0B7814-F03C-9BEE-9808-1CFFBFF20750}"/>
                    </a:ext>
                  </a:extLst>
                </p14:cNvPr>
                <p14:cNvContentPartPr/>
                <p14:nvPr/>
              </p14:nvContentPartPr>
              <p14:xfrm>
                <a:off x="6721785" y="3373860"/>
                <a:ext cx="71280" cy="592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A0B7814-F03C-9BEE-9808-1CFFBFF2075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715665" y="3367740"/>
                  <a:ext cx="8352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C0DED05-8BF5-E8F0-5E63-0ACCBEAEBD7D}"/>
                    </a:ext>
                  </a:extLst>
                </p14:cNvPr>
                <p14:cNvContentPartPr/>
                <p14:nvPr/>
              </p14:nvContentPartPr>
              <p14:xfrm>
                <a:off x="6923385" y="3720180"/>
                <a:ext cx="355320" cy="131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C0DED05-8BF5-E8F0-5E63-0ACCBEAEBD7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917265" y="3714060"/>
                  <a:ext cx="367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9AA66F5-C4B9-16AB-9FF0-2F3FB21D82A7}"/>
                    </a:ext>
                  </a:extLst>
                </p14:cNvPr>
                <p14:cNvContentPartPr/>
                <p14:nvPr/>
              </p14:nvContentPartPr>
              <p14:xfrm>
                <a:off x="6864705" y="3697500"/>
                <a:ext cx="469440" cy="636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9AA66F5-C4B9-16AB-9FF0-2F3FB21D82A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58585" y="3691380"/>
                  <a:ext cx="48168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D1EC1EB-96DD-1F92-A866-7084AC4526B3}"/>
                    </a:ext>
                  </a:extLst>
                </p14:cNvPr>
                <p14:cNvContentPartPr/>
                <p14:nvPr/>
              </p14:nvContentPartPr>
              <p14:xfrm>
                <a:off x="6777225" y="3949860"/>
                <a:ext cx="484200" cy="95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D1EC1EB-96DD-1F92-A866-7084AC4526B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771105" y="3943740"/>
                  <a:ext cx="496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AF5E0E5-3ABC-3363-6ABE-0DF3F7E82963}"/>
                    </a:ext>
                  </a:extLst>
                </p14:cNvPr>
                <p14:cNvContentPartPr/>
                <p14:nvPr/>
              </p14:nvContentPartPr>
              <p14:xfrm>
                <a:off x="1996785" y="3072540"/>
                <a:ext cx="711360" cy="604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AF5E0E5-3ABC-3363-6ABE-0DF3F7E8296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990665" y="3066420"/>
                  <a:ext cx="72360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03A89F4-34F2-21CE-E918-55C9A81A679F}"/>
                    </a:ext>
                  </a:extLst>
                </p14:cNvPr>
                <p14:cNvContentPartPr/>
                <p14:nvPr/>
              </p14:nvContentPartPr>
              <p14:xfrm>
                <a:off x="2145465" y="3164700"/>
                <a:ext cx="520920" cy="555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03A89F4-34F2-21CE-E918-55C9A81A679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139345" y="3158580"/>
                  <a:ext cx="53316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8880B05-4E82-3E42-F6D4-64377F432A09}"/>
                    </a:ext>
                  </a:extLst>
                </p14:cNvPr>
                <p14:cNvContentPartPr/>
                <p14:nvPr/>
              </p14:nvContentPartPr>
              <p14:xfrm>
                <a:off x="2670345" y="3475380"/>
                <a:ext cx="286200" cy="300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8880B05-4E82-3E42-F6D4-64377F432A0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664225" y="3469260"/>
                  <a:ext cx="2984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1D7D582-4170-6987-B682-2B7326E55375}"/>
                    </a:ext>
                  </a:extLst>
                </p14:cNvPr>
                <p14:cNvContentPartPr/>
                <p14:nvPr/>
              </p14:nvContentPartPr>
              <p14:xfrm>
                <a:off x="1872225" y="4107180"/>
                <a:ext cx="537120" cy="517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1D7D582-4170-6987-B682-2B7326E5537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866105" y="4101060"/>
                  <a:ext cx="54936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91D9034-E795-3A05-9ED6-3137CE871397}"/>
                    </a:ext>
                  </a:extLst>
                </p14:cNvPr>
                <p14:cNvContentPartPr/>
                <p14:nvPr/>
              </p14:nvContentPartPr>
              <p14:xfrm>
                <a:off x="1967265" y="4172700"/>
                <a:ext cx="413640" cy="500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91D9034-E795-3A05-9ED6-3137CE87139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961145" y="4166580"/>
                  <a:ext cx="42588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8CA00C2-0446-518E-0B1D-7428F15D9F93}"/>
                    </a:ext>
                  </a:extLst>
                </p14:cNvPr>
                <p14:cNvContentPartPr/>
                <p14:nvPr/>
              </p14:nvContentPartPr>
              <p14:xfrm>
                <a:off x="2494665" y="4508220"/>
                <a:ext cx="195120" cy="216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8CA00C2-0446-518E-0B1D-7428F15D9F9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488545" y="4502100"/>
                  <a:ext cx="2073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7F1B6A7-4BBB-2323-BC96-66E948152B22}"/>
                    </a:ext>
                  </a:extLst>
                </p14:cNvPr>
                <p14:cNvContentPartPr/>
                <p14:nvPr/>
              </p14:nvContentPartPr>
              <p14:xfrm>
                <a:off x="2830185" y="4525500"/>
                <a:ext cx="200880" cy="114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7F1B6A7-4BBB-2323-BC96-66E948152B2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824065" y="4519380"/>
                  <a:ext cx="213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FF9F700-E8C8-7C73-33EC-9827072A1361}"/>
                    </a:ext>
                  </a:extLst>
                </p14:cNvPr>
                <p14:cNvContentPartPr/>
                <p14:nvPr/>
              </p14:nvContentPartPr>
              <p14:xfrm>
                <a:off x="3040425" y="4492740"/>
                <a:ext cx="402120" cy="267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FF9F700-E8C8-7C73-33EC-9827072A136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034305" y="4486620"/>
                  <a:ext cx="4143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0A8C3F4-3A8F-9496-4E21-B49CDF79FE33}"/>
                    </a:ext>
                  </a:extLst>
                </p14:cNvPr>
                <p14:cNvContentPartPr/>
                <p14:nvPr/>
              </p14:nvContentPartPr>
              <p14:xfrm>
                <a:off x="3362985" y="3242100"/>
                <a:ext cx="426240" cy="1488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0A8C3F4-3A8F-9496-4E21-B49CDF79FE3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356865" y="3235980"/>
                  <a:ext cx="438480" cy="15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AB0E79E-F7EA-27D8-F06A-33F199822A13}"/>
                    </a:ext>
                  </a:extLst>
                </p14:cNvPr>
                <p14:cNvContentPartPr/>
                <p14:nvPr/>
              </p14:nvContentPartPr>
              <p14:xfrm>
                <a:off x="3985785" y="3559620"/>
                <a:ext cx="53280" cy="532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AB0E79E-F7EA-27D8-F06A-33F199822A1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979665" y="3553500"/>
                  <a:ext cx="6552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4F80CDD-A30E-D842-A009-FA7BBCF8144B}"/>
                    </a:ext>
                  </a:extLst>
                </p14:cNvPr>
                <p14:cNvContentPartPr/>
                <p14:nvPr/>
              </p14:nvContentPartPr>
              <p14:xfrm>
                <a:off x="4125825" y="3895140"/>
                <a:ext cx="196200" cy="109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4F80CDD-A30E-D842-A009-FA7BBCF8144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119705" y="3889020"/>
                  <a:ext cx="2084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4E55F93-060C-0AC2-024C-D47E776E6A13}"/>
                    </a:ext>
                  </a:extLst>
                </p14:cNvPr>
                <p14:cNvContentPartPr/>
                <p14:nvPr/>
              </p14:nvContentPartPr>
              <p14:xfrm>
                <a:off x="4028625" y="3857700"/>
                <a:ext cx="370080" cy="724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4E55F93-060C-0AC2-024C-D47E776E6A1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022505" y="3851580"/>
                  <a:ext cx="382320" cy="73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83DABD3-13CE-A2A8-C127-69695C3AE394}"/>
                    </a:ext>
                  </a:extLst>
                </p14:cNvPr>
                <p14:cNvContentPartPr/>
                <p14:nvPr/>
              </p14:nvContentPartPr>
              <p14:xfrm>
                <a:off x="4504905" y="4005660"/>
                <a:ext cx="96840" cy="296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83DABD3-13CE-A2A8-C127-69695C3AE39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498785" y="3999540"/>
                  <a:ext cx="1090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D2B1483-915E-15EA-DF43-5967FB4CF9C8}"/>
                    </a:ext>
                  </a:extLst>
                </p14:cNvPr>
                <p14:cNvContentPartPr/>
                <p14:nvPr/>
              </p14:nvContentPartPr>
              <p14:xfrm>
                <a:off x="3982545" y="4757700"/>
                <a:ext cx="374040" cy="94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D2B1483-915E-15EA-DF43-5967FB4CF9C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976425" y="4751580"/>
                  <a:ext cx="386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F5CC4C6-FEBD-441F-1125-D325465213BF}"/>
                    </a:ext>
                  </a:extLst>
                </p14:cNvPr>
                <p14:cNvContentPartPr/>
                <p14:nvPr/>
              </p14:nvContentPartPr>
              <p14:xfrm>
                <a:off x="4087305" y="4854900"/>
                <a:ext cx="373320" cy="92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F5CC4C6-FEBD-441F-1125-D325465213B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081185" y="4848780"/>
                  <a:ext cx="385560" cy="10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96695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D3FEA04-4960-FAEC-73C4-C33D8BD9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6ADD2516-E4FD-0CF2-50D6-5E9F8C0F5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Introduction to Forecasting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B8039548-5288-5116-262F-2411A71FCD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ACF/PACF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AR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Descriptive Stats and Tests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Choosing ARIMA Orders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ARMA, ARIMA and SARIMA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SARIMAX </a:t>
            </a:r>
            <a:endParaRPr sz="1600" dirty="0">
              <a:solidFill>
                <a:schemeClr val="tx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884FB4-26E9-58ED-9A0A-BA7D028EE378}"/>
                  </a:ext>
                </a:extLst>
              </p14:cNvPr>
              <p14:cNvContentPartPr/>
              <p14:nvPr/>
            </p14:nvContentPartPr>
            <p14:xfrm>
              <a:off x="1393560" y="1095120"/>
              <a:ext cx="2496600" cy="1573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884FB4-26E9-58ED-9A0A-BA7D028EE3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4200" y="1085760"/>
                <a:ext cx="2515320" cy="159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3907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9488F315-49E2-2A56-AB86-48EBE1FA1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C1356B37-9518-2C9D-F3C2-F32E2AA26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PROPHET Library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32D9C99-FAC9-1354-C221-1B93E51963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24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8619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A8735A2-0EA5-6BA8-4D67-08E1B746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E7834C96-E0AE-E68C-5FAA-3C535A3EF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540528E-6033-F490-8738-2A8C4A5F833D}"/>
                  </a:ext>
                </a:extLst>
              </p14:cNvPr>
              <p14:cNvContentPartPr/>
              <p14:nvPr/>
            </p14:nvContentPartPr>
            <p14:xfrm>
              <a:off x="430425" y="3504540"/>
              <a:ext cx="14760" cy="1429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540528E-6033-F490-8738-2A8C4A5F83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305" y="3498420"/>
                <a:ext cx="2700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B7772B5-7801-3471-4933-E681F29702A8}"/>
                  </a:ext>
                </a:extLst>
              </p14:cNvPr>
              <p14:cNvContentPartPr/>
              <p14:nvPr/>
            </p14:nvContentPartPr>
            <p14:xfrm>
              <a:off x="383265" y="3885780"/>
              <a:ext cx="11520" cy="252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B7772B5-7801-3471-4933-E681F29702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7145" y="3879660"/>
                <a:ext cx="2376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57AE8F6D-F2CC-FAB7-D12E-F4CC2F87E722}"/>
              </a:ext>
            </a:extLst>
          </p:cNvPr>
          <p:cNvGrpSpPr/>
          <p:nvPr/>
        </p:nvGrpSpPr>
        <p:grpSpPr>
          <a:xfrm>
            <a:off x="330705" y="4025100"/>
            <a:ext cx="55440" cy="191520"/>
            <a:chOff x="330705" y="4025100"/>
            <a:chExt cx="5544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6B3948F-EE47-ED6E-7B8D-F389AB05303D}"/>
                    </a:ext>
                  </a:extLst>
                </p14:cNvPr>
                <p14:cNvContentPartPr/>
                <p14:nvPr/>
              </p14:nvContentPartPr>
              <p14:xfrm>
                <a:off x="380025" y="4025100"/>
                <a:ext cx="6120" cy="40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6B3948F-EE47-ED6E-7B8D-F389AB05303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3905" y="4018980"/>
                  <a:ext cx="183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0D4B51F-4534-6C99-7987-8F646F49CBBE}"/>
                    </a:ext>
                  </a:extLst>
                </p14:cNvPr>
                <p14:cNvContentPartPr/>
                <p14:nvPr/>
              </p14:nvContentPartPr>
              <p14:xfrm>
                <a:off x="330705" y="4172700"/>
                <a:ext cx="30960" cy="43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0D4B51F-4534-6C99-7987-8F646F49CBB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4585" y="4166580"/>
                  <a:ext cx="4320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B785350-94D4-8B00-8FFB-D52CA06B7437}"/>
              </a:ext>
            </a:extLst>
          </p:cNvPr>
          <p:cNvGrpSpPr/>
          <p:nvPr/>
        </p:nvGrpSpPr>
        <p:grpSpPr>
          <a:xfrm>
            <a:off x="1355265" y="4390500"/>
            <a:ext cx="392400" cy="409320"/>
            <a:chOff x="1355265" y="4390500"/>
            <a:chExt cx="392400" cy="40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5D9B0A9-EA1D-8BB1-114B-F70888970460}"/>
                    </a:ext>
                  </a:extLst>
                </p14:cNvPr>
                <p14:cNvContentPartPr/>
                <p14:nvPr/>
              </p14:nvContentPartPr>
              <p14:xfrm>
                <a:off x="1355265" y="4390500"/>
                <a:ext cx="156600" cy="245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5D9B0A9-EA1D-8BB1-114B-F7088897046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49145" y="4384380"/>
                  <a:ext cx="1688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C8826F9-2CA9-CA31-5F64-B1ADC9B9D763}"/>
                    </a:ext>
                  </a:extLst>
                </p14:cNvPr>
                <p14:cNvContentPartPr/>
                <p14:nvPr/>
              </p14:nvContentPartPr>
              <p14:xfrm>
                <a:off x="1619145" y="4390500"/>
                <a:ext cx="128520" cy="409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C8826F9-2CA9-CA31-5F64-B1ADC9B9D76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13025" y="4384380"/>
                  <a:ext cx="140760" cy="42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F7191FE-F79B-9E04-7C4B-FFF9D0422A59}"/>
                  </a:ext>
                </a:extLst>
              </p14:cNvPr>
              <p14:cNvContentPartPr/>
              <p14:nvPr/>
            </p14:nvContentPartPr>
            <p14:xfrm>
              <a:off x="-472095" y="2078580"/>
              <a:ext cx="377640" cy="496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F7191FE-F79B-9E04-7C4B-FFF9D0422A5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478215" y="2072460"/>
                <a:ext cx="38988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1800840-89D6-E152-24F5-26096DC59424}"/>
                  </a:ext>
                </a:extLst>
              </p14:cNvPr>
              <p14:cNvContentPartPr/>
              <p14:nvPr/>
            </p14:nvContentPartPr>
            <p14:xfrm>
              <a:off x="-855855" y="1835220"/>
              <a:ext cx="27720" cy="2617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1800840-89D6-E152-24F5-26096DC5942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861975" y="1829100"/>
                <a:ext cx="3996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2318CDC-2AE8-4F54-AD67-7CA86CFFB6D9}"/>
                  </a:ext>
                </a:extLst>
              </p14:cNvPr>
              <p14:cNvContentPartPr/>
              <p14:nvPr/>
            </p14:nvContentPartPr>
            <p14:xfrm>
              <a:off x="-781335" y="2569980"/>
              <a:ext cx="193320" cy="3661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2318CDC-2AE8-4F54-AD67-7CA86CFFB6D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-787455" y="2563860"/>
                <a:ext cx="20556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BCD920F-1AE6-BB69-B0D7-BF2A97DE5FD0}"/>
                  </a:ext>
                </a:extLst>
              </p14:cNvPr>
              <p14:cNvContentPartPr/>
              <p14:nvPr/>
            </p14:nvContentPartPr>
            <p14:xfrm>
              <a:off x="-698895" y="3189180"/>
              <a:ext cx="183240" cy="2869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BCD920F-1AE6-BB69-B0D7-BF2A97DE5FD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-705015" y="3183060"/>
                <a:ext cx="19548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BBBEA22-0D2E-F0A5-2A71-5CE46BC5DBEA}"/>
                  </a:ext>
                </a:extLst>
              </p14:cNvPr>
              <p14:cNvContentPartPr/>
              <p14:nvPr/>
            </p14:nvContentPartPr>
            <p14:xfrm>
              <a:off x="-949815" y="4442340"/>
              <a:ext cx="366480" cy="4093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BBBEA22-0D2E-F0A5-2A71-5CE46BC5DBE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-955935" y="4436220"/>
                <a:ext cx="37872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ED3F89C-AF49-1E8D-4913-28E3D63BF5BC}"/>
                  </a:ext>
                </a:extLst>
              </p14:cNvPr>
              <p14:cNvContentPartPr/>
              <p14:nvPr/>
            </p14:nvContentPartPr>
            <p14:xfrm>
              <a:off x="-569295" y="4493460"/>
              <a:ext cx="149400" cy="2026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ED3F89C-AF49-1E8D-4913-28E3D63BF5B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-575415" y="4487340"/>
                <a:ext cx="16164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3BF1C0C-217F-661B-7944-3C5661DBF168}"/>
                  </a:ext>
                </a:extLst>
              </p14:cNvPr>
              <p14:cNvContentPartPr/>
              <p14:nvPr/>
            </p14:nvContentPartPr>
            <p14:xfrm>
              <a:off x="-862335" y="5010060"/>
              <a:ext cx="266760" cy="2077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3BF1C0C-217F-661B-7944-3C5661DBF16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-868455" y="5003940"/>
                <a:ext cx="2790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01CEA15-1828-8B9C-7B1B-6A801F6E5B3D}"/>
                  </a:ext>
                </a:extLst>
              </p14:cNvPr>
              <p14:cNvContentPartPr/>
              <p14:nvPr/>
            </p14:nvContentPartPr>
            <p14:xfrm>
              <a:off x="-496215" y="4984140"/>
              <a:ext cx="108360" cy="2487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01CEA15-1828-8B9C-7B1B-6A801F6E5B3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-502335" y="4978020"/>
                <a:ext cx="120600" cy="26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F38600A8-7DD9-F8ED-D67E-E5755CA69A88}"/>
              </a:ext>
            </a:extLst>
          </p:cNvPr>
          <p:cNvGrpSpPr/>
          <p:nvPr/>
        </p:nvGrpSpPr>
        <p:grpSpPr>
          <a:xfrm>
            <a:off x="2025" y="4344420"/>
            <a:ext cx="1196280" cy="927360"/>
            <a:chOff x="2025" y="4344420"/>
            <a:chExt cx="1196280" cy="92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F8F03DA-6772-A4D6-10AD-17715A3EE8E7}"/>
                    </a:ext>
                  </a:extLst>
                </p14:cNvPr>
                <p14:cNvContentPartPr/>
                <p14:nvPr/>
              </p14:nvContentPartPr>
              <p14:xfrm>
                <a:off x="33345" y="4344420"/>
                <a:ext cx="365760" cy="413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F8F03DA-6772-A4D6-10AD-17715A3EE8E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225" y="4338300"/>
                  <a:ext cx="37800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340DFE1-98D2-E42C-EDAF-780596A85544}"/>
                    </a:ext>
                  </a:extLst>
                </p14:cNvPr>
                <p14:cNvContentPartPr/>
                <p14:nvPr/>
              </p14:nvContentPartPr>
              <p14:xfrm>
                <a:off x="421425" y="4601460"/>
                <a:ext cx="273240" cy="147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340DFE1-98D2-E42C-EDAF-780596A8554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5305" y="4595340"/>
                  <a:ext cx="2854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C71F4EB-2A2C-4F4D-419E-59C2C86E97FB}"/>
                    </a:ext>
                  </a:extLst>
                </p14:cNvPr>
                <p14:cNvContentPartPr/>
                <p14:nvPr/>
              </p14:nvContentPartPr>
              <p14:xfrm>
                <a:off x="779625" y="4612620"/>
                <a:ext cx="81360" cy="61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C71F4EB-2A2C-4F4D-419E-59C2C86E97F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73505" y="4606500"/>
                  <a:ext cx="936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56DC8CD-887B-1230-B45E-3514BFD62C1E}"/>
                    </a:ext>
                  </a:extLst>
                </p14:cNvPr>
                <p14:cNvContentPartPr/>
                <p14:nvPr/>
              </p14:nvContentPartPr>
              <p14:xfrm>
                <a:off x="921465" y="4497420"/>
                <a:ext cx="139680" cy="275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56DC8CD-887B-1230-B45E-3514BFD62C1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5345" y="4491300"/>
                  <a:ext cx="1519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2FD01D2-8BD7-F1FF-9F34-3C3F20305F8F}"/>
                    </a:ext>
                  </a:extLst>
                </p14:cNvPr>
                <p14:cNvContentPartPr/>
                <p14:nvPr/>
              </p14:nvContentPartPr>
              <p14:xfrm>
                <a:off x="1016505" y="4528020"/>
                <a:ext cx="181800" cy="183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2FD01D2-8BD7-F1FF-9F34-3C3F20305F8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10385" y="4521900"/>
                  <a:ext cx="194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9AF2D2B-13A3-BCC2-8F69-247E08AF31B7}"/>
                    </a:ext>
                  </a:extLst>
                </p14:cNvPr>
                <p14:cNvContentPartPr/>
                <p14:nvPr/>
              </p14:nvContentPartPr>
              <p14:xfrm>
                <a:off x="436185" y="4611180"/>
                <a:ext cx="202320" cy="172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9AF2D2B-13A3-BCC2-8F69-247E08AF31B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0065" y="4605060"/>
                  <a:ext cx="214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04CF9EA-7F7C-AD89-32A4-C6F9406CC7BE}"/>
                    </a:ext>
                  </a:extLst>
                </p14:cNvPr>
                <p14:cNvContentPartPr/>
                <p14:nvPr/>
              </p14:nvContentPartPr>
              <p14:xfrm>
                <a:off x="131985" y="4912140"/>
                <a:ext cx="118080" cy="255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04CF9EA-7F7C-AD89-32A4-C6F9406CC7B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25865" y="4906020"/>
                  <a:ext cx="1303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2AB516D-FF48-83F1-4DBE-5C0D4E117CE5}"/>
                    </a:ext>
                  </a:extLst>
                </p14:cNvPr>
                <p14:cNvContentPartPr/>
                <p14:nvPr/>
              </p14:nvContentPartPr>
              <p14:xfrm>
                <a:off x="2025" y="5026260"/>
                <a:ext cx="180360" cy="63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2AB516D-FF48-83F1-4DBE-5C0D4E117CE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-4095" y="5020140"/>
                  <a:ext cx="1926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0C036B9-F032-528D-8089-5008A71783FB}"/>
                    </a:ext>
                  </a:extLst>
                </p14:cNvPr>
                <p14:cNvContentPartPr/>
                <p14:nvPr/>
              </p14:nvContentPartPr>
              <p14:xfrm>
                <a:off x="295065" y="5053620"/>
                <a:ext cx="177480" cy="190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C036B9-F032-528D-8089-5008A71783F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8945" y="5047500"/>
                  <a:ext cx="189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A614FEB-5F51-29F0-F6D7-51157A83F656}"/>
                    </a:ext>
                  </a:extLst>
                </p14:cNvPr>
                <p14:cNvContentPartPr/>
                <p14:nvPr/>
              </p14:nvContentPartPr>
              <p14:xfrm>
                <a:off x="597825" y="5023740"/>
                <a:ext cx="157320" cy="40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A614FEB-5F51-29F0-F6D7-51157A83F65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91705" y="5017620"/>
                  <a:ext cx="1695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50F6A08-B015-A7A5-B6EE-9442F51DA195}"/>
                    </a:ext>
                  </a:extLst>
                </p14:cNvPr>
                <p14:cNvContentPartPr/>
                <p14:nvPr/>
              </p14:nvContentPartPr>
              <p14:xfrm>
                <a:off x="653985" y="4936620"/>
                <a:ext cx="34560" cy="335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50F6A08-B015-A7A5-B6EE-9442F51DA19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47865" y="4930500"/>
                  <a:ext cx="468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9E3AFF1-C87D-EA40-1517-6046F7331A13}"/>
                    </a:ext>
                  </a:extLst>
                </p14:cNvPr>
                <p14:cNvContentPartPr/>
                <p14:nvPr/>
              </p14:nvContentPartPr>
              <p14:xfrm>
                <a:off x="899145" y="4980540"/>
                <a:ext cx="40320" cy="243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9E3AFF1-C87D-EA40-1517-6046F7331A1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93025" y="4974420"/>
                  <a:ext cx="52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B1A5068-85BA-7BC4-0F18-8DA44CE0285C}"/>
                    </a:ext>
                  </a:extLst>
                </p14:cNvPr>
                <p14:cNvContentPartPr/>
                <p14:nvPr/>
              </p14:nvContentPartPr>
              <p14:xfrm>
                <a:off x="272745" y="4748340"/>
                <a:ext cx="861480" cy="125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B1A5068-85BA-7BC4-0F18-8DA44CE0285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66625" y="4742220"/>
                  <a:ext cx="87372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D72BC58-1016-602F-06DF-C2BF710D7385}"/>
              </a:ext>
            </a:extLst>
          </p:cNvPr>
          <p:cNvGrpSpPr/>
          <p:nvPr/>
        </p:nvGrpSpPr>
        <p:grpSpPr>
          <a:xfrm>
            <a:off x="31905" y="1006500"/>
            <a:ext cx="3186000" cy="2263320"/>
            <a:chOff x="31905" y="1006500"/>
            <a:chExt cx="3186000" cy="22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6C9418F-E546-235E-1921-E3EB4A571DC2}"/>
                    </a:ext>
                  </a:extLst>
                </p14:cNvPr>
                <p14:cNvContentPartPr/>
                <p14:nvPr/>
              </p14:nvContentPartPr>
              <p14:xfrm>
                <a:off x="575505" y="1006500"/>
                <a:ext cx="523800" cy="550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6C9418F-E546-235E-1921-E3EB4A571DC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69385" y="1000380"/>
                  <a:ext cx="53604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D88F0C3-1638-0EAD-04FE-EAE67E4FAC51}"/>
                    </a:ext>
                  </a:extLst>
                </p14:cNvPr>
                <p14:cNvContentPartPr/>
                <p14:nvPr/>
              </p14:nvContentPartPr>
              <p14:xfrm>
                <a:off x="615465" y="1180380"/>
                <a:ext cx="392040" cy="411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D88F0C3-1638-0EAD-04FE-EAE67E4FAC5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09345" y="1174260"/>
                  <a:ext cx="40428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68103DE-2D25-7C65-7877-2E2A545844AB}"/>
                    </a:ext>
                  </a:extLst>
                </p14:cNvPr>
                <p14:cNvContentPartPr/>
                <p14:nvPr/>
              </p14:nvContentPartPr>
              <p14:xfrm>
                <a:off x="1159785" y="1392420"/>
                <a:ext cx="84600" cy="314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68103DE-2D25-7C65-7877-2E2A545844A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53665" y="1386300"/>
                  <a:ext cx="968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6492389-D8A7-4166-596C-ACB97006EE13}"/>
                    </a:ext>
                  </a:extLst>
                </p14:cNvPr>
                <p14:cNvContentPartPr/>
                <p14:nvPr/>
              </p14:nvContentPartPr>
              <p14:xfrm>
                <a:off x="1047465" y="1582860"/>
                <a:ext cx="189720" cy="47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6492389-D8A7-4166-596C-ACB97006EE1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41345" y="1576740"/>
                  <a:ext cx="201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7E9DA35-F62E-703A-5E07-9333824D28B2}"/>
                    </a:ext>
                  </a:extLst>
                </p14:cNvPr>
                <p14:cNvContentPartPr/>
                <p14:nvPr/>
              </p14:nvContentPartPr>
              <p14:xfrm>
                <a:off x="1434465" y="1388820"/>
                <a:ext cx="196920" cy="24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7E9DA35-F62E-703A-5E07-9333824D28B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428345" y="1382700"/>
                  <a:ext cx="2091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8E8B1CA-8748-198C-FDB1-288528591E80}"/>
                    </a:ext>
                  </a:extLst>
                </p14:cNvPr>
                <p14:cNvContentPartPr/>
                <p14:nvPr/>
              </p14:nvContentPartPr>
              <p14:xfrm>
                <a:off x="1919745" y="1048260"/>
                <a:ext cx="311760" cy="705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8E8B1CA-8748-198C-FDB1-288528591E8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913625" y="1042140"/>
                  <a:ext cx="32400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8F4FC4D-CB78-D980-345E-ED9336B88B5A}"/>
                    </a:ext>
                  </a:extLst>
                </p14:cNvPr>
                <p14:cNvContentPartPr/>
                <p14:nvPr/>
              </p14:nvContentPartPr>
              <p14:xfrm>
                <a:off x="2323305" y="1180740"/>
                <a:ext cx="496800" cy="473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8F4FC4D-CB78-D980-345E-ED9336B88B5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317185" y="1174620"/>
                  <a:ext cx="50904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D79F5AA-C7DB-066F-3D5B-835E0F272C6B}"/>
                    </a:ext>
                  </a:extLst>
                </p14:cNvPr>
                <p14:cNvContentPartPr/>
                <p14:nvPr/>
              </p14:nvContentPartPr>
              <p14:xfrm>
                <a:off x="2712105" y="1459020"/>
                <a:ext cx="118800" cy="21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D79F5AA-C7DB-066F-3D5B-835E0F272C6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705985" y="1452900"/>
                  <a:ext cx="131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DA9E347-70BA-2384-FB8F-01F90E90DC45}"/>
                    </a:ext>
                  </a:extLst>
                </p14:cNvPr>
                <p14:cNvContentPartPr/>
                <p14:nvPr/>
              </p14:nvContentPartPr>
              <p14:xfrm>
                <a:off x="2875185" y="1118820"/>
                <a:ext cx="342720" cy="443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DA9E347-70BA-2384-FB8F-01F90E90DC4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869065" y="1112700"/>
                  <a:ext cx="35496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69B7766-32B8-C8BB-7B3C-CAE2E465683C}"/>
                    </a:ext>
                  </a:extLst>
                </p14:cNvPr>
                <p14:cNvContentPartPr/>
                <p14:nvPr/>
              </p14:nvContentPartPr>
              <p14:xfrm>
                <a:off x="118305" y="1811460"/>
                <a:ext cx="46080" cy="402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69B7766-32B8-C8BB-7B3C-CAE2E465683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2185" y="1805340"/>
                  <a:ext cx="583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260723-E050-06C3-513C-CCCFA9A5EB3C}"/>
                    </a:ext>
                  </a:extLst>
                </p14:cNvPr>
                <p14:cNvContentPartPr/>
                <p14:nvPr/>
              </p14:nvContentPartPr>
              <p14:xfrm>
                <a:off x="31905" y="2071020"/>
                <a:ext cx="158400" cy="48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260723-E050-06C3-513C-CCCFA9A5EB3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5785" y="2064900"/>
                  <a:ext cx="1706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4CC7ACC-1FB4-EB0A-402E-2DC00B627DAC}"/>
                    </a:ext>
                  </a:extLst>
                </p14:cNvPr>
                <p14:cNvContentPartPr/>
                <p14:nvPr/>
              </p14:nvContentPartPr>
              <p14:xfrm>
                <a:off x="261585" y="2103420"/>
                <a:ext cx="30240" cy="216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4CC7ACC-1FB4-EB0A-402E-2DC00B627DA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55465" y="2097300"/>
                  <a:ext cx="424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C29699-2DD8-A07A-11BC-E0A1A0E2DA21}"/>
                    </a:ext>
                  </a:extLst>
                </p14:cNvPr>
                <p14:cNvContentPartPr/>
                <p14:nvPr/>
              </p14:nvContentPartPr>
              <p14:xfrm>
                <a:off x="155385" y="2550900"/>
                <a:ext cx="129240" cy="221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C29699-2DD8-A07A-11BC-E0A1A0E2DA2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49265" y="2544780"/>
                  <a:ext cx="1414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9ACEA05-27A0-E4DE-4A5C-30FFBE246BAA}"/>
                    </a:ext>
                  </a:extLst>
                </p14:cNvPr>
                <p14:cNvContentPartPr/>
                <p14:nvPr/>
              </p14:nvContentPartPr>
              <p14:xfrm>
                <a:off x="170145" y="2584740"/>
                <a:ext cx="135360" cy="67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9ACEA05-27A0-E4DE-4A5C-30FFBE246BA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64025" y="2578620"/>
                  <a:ext cx="147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550C0F7-1AD3-1B13-B3B6-B18AC2C8F85A}"/>
                    </a:ext>
                  </a:extLst>
                </p14:cNvPr>
                <p14:cNvContentPartPr/>
                <p14:nvPr/>
              </p14:nvContentPartPr>
              <p14:xfrm>
                <a:off x="374625" y="2570340"/>
                <a:ext cx="64440" cy="128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550C0F7-1AD3-1B13-B3B6-B18AC2C8F85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68505" y="2564220"/>
                  <a:ext cx="766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284BBD6-2477-CA18-622E-D907B1A1FCC5}"/>
                    </a:ext>
                  </a:extLst>
                </p14:cNvPr>
                <p14:cNvContentPartPr/>
                <p14:nvPr/>
              </p14:nvContentPartPr>
              <p14:xfrm>
                <a:off x="449145" y="2024940"/>
                <a:ext cx="162360" cy="18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284BBD6-2477-CA18-622E-D907B1A1FCC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43025" y="2018820"/>
                  <a:ext cx="174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BBFF161-9006-A746-EC4E-8988E22C91C7}"/>
                    </a:ext>
                  </a:extLst>
                </p14:cNvPr>
                <p14:cNvContentPartPr/>
                <p14:nvPr/>
              </p14:nvContentPartPr>
              <p14:xfrm>
                <a:off x="604665" y="2437140"/>
                <a:ext cx="164880" cy="27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BBFF161-9006-A746-EC4E-8988E22C91C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98545" y="2431020"/>
                  <a:ext cx="1771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FF751A0-6F23-A682-0CFC-5DAB5FA55174}"/>
                    </a:ext>
                  </a:extLst>
                </p14:cNvPr>
                <p14:cNvContentPartPr/>
                <p14:nvPr/>
              </p14:nvContentPartPr>
              <p14:xfrm>
                <a:off x="246825" y="2984340"/>
                <a:ext cx="89640" cy="285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FF751A0-6F23-A682-0CFC-5DAB5FA5517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40705" y="2978220"/>
                  <a:ext cx="1018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5A8E1D5-CFB7-6766-AB45-91AD2B2D4C61}"/>
                    </a:ext>
                  </a:extLst>
                </p14:cNvPr>
                <p14:cNvContentPartPr/>
                <p14:nvPr/>
              </p14:nvContentPartPr>
              <p14:xfrm>
                <a:off x="221985" y="3115020"/>
                <a:ext cx="155880" cy="78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5A8E1D5-CFB7-6766-AB45-91AD2B2D4C6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15865" y="3108900"/>
                  <a:ext cx="1681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EABC754-00FF-E9C2-CF3A-D7340C2B9E8D}"/>
                    </a:ext>
                  </a:extLst>
                </p14:cNvPr>
                <p14:cNvContentPartPr/>
                <p14:nvPr/>
              </p14:nvContentPartPr>
              <p14:xfrm>
                <a:off x="391905" y="3077580"/>
                <a:ext cx="118800" cy="178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EABC754-00FF-E9C2-CF3A-D7340C2B9E8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85785" y="3071460"/>
                  <a:ext cx="131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4F9281F-3A90-2297-A710-6F5A5001CF3C}"/>
                    </a:ext>
                  </a:extLst>
                </p14:cNvPr>
                <p14:cNvContentPartPr/>
                <p14:nvPr/>
              </p14:nvContentPartPr>
              <p14:xfrm>
                <a:off x="635985" y="3070020"/>
                <a:ext cx="149040" cy="22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4F9281F-3A90-2297-A710-6F5A5001CF3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29865" y="3063900"/>
                  <a:ext cx="1612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7059AB4-6712-D0AE-C5C0-54E4CB0BA84B}"/>
                    </a:ext>
                  </a:extLst>
                </p14:cNvPr>
                <p14:cNvContentPartPr/>
                <p14:nvPr/>
              </p14:nvContentPartPr>
              <p14:xfrm>
                <a:off x="942705" y="1916940"/>
                <a:ext cx="291960" cy="311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7059AB4-6712-D0AE-C5C0-54E4CB0BA84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36585" y="1910820"/>
                  <a:ext cx="3042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C31B431-E944-349C-21CB-4BF5D6275213}"/>
                    </a:ext>
                  </a:extLst>
                </p14:cNvPr>
                <p14:cNvContentPartPr/>
                <p14:nvPr/>
              </p14:nvContentPartPr>
              <p14:xfrm>
                <a:off x="1320705" y="1912980"/>
                <a:ext cx="152640" cy="185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C31B431-E944-349C-21CB-4BF5D627521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314585" y="1906860"/>
                  <a:ext cx="1648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09C2E1E-37A0-0669-D6AB-93964B1E2CB7}"/>
                    </a:ext>
                  </a:extLst>
                </p14:cNvPr>
                <p14:cNvContentPartPr/>
                <p14:nvPr/>
              </p14:nvContentPartPr>
              <p14:xfrm>
                <a:off x="1117305" y="2325540"/>
                <a:ext cx="165960" cy="236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09C2E1E-37A0-0669-D6AB-93964B1E2CB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11185" y="2319420"/>
                  <a:ext cx="1782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3B52461-CED8-3181-4E1B-22974190FCB7}"/>
                    </a:ext>
                  </a:extLst>
                </p14:cNvPr>
                <p14:cNvContentPartPr/>
                <p14:nvPr/>
              </p14:nvContentPartPr>
              <p14:xfrm>
                <a:off x="1397025" y="2281260"/>
                <a:ext cx="174240" cy="133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3B52461-CED8-3181-4E1B-22974190FCB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390905" y="2275140"/>
                  <a:ext cx="186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BF8DCC3-DEC9-C64E-119A-C3E8F7C4EEAC}"/>
                    </a:ext>
                  </a:extLst>
                </p14:cNvPr>
                <p14:cNvContentPartPr/>
                <p14:nvPr/>
              </p14:nvContentPartPr>
              <p14:xfrm>
                <a:off x="1082385" y="2862300"/>
                <a:ext cx="241560" cy="269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BF8DCC3-DEC9-C64E-119A-C3E8F7C4EEA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76265" y="2856180"/>
                  <a:ext cx="2538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01DF21C-8C17-82D3-1F07-2E5CB8FB4A0D}"/>
                    </a:ext>
                  </a:extLst>
                </p14:cNvPr>
                <p14:cNvContentPartPr/>
                <p14:nvPr/>
              </p14:nvContentPartPr>
              <p14:xfrm>
                <a:off x="1422585" y="2820540"/>
                <a:ext cx="150120" cy="311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01DF21C-8C17-82D3-1F07-2E5CB8FB4A0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416465" y="2814420"/>
                  <a:ext cx="1623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0DC0BE1-E6E1-5943-691B-29920AFD3433}"/>
                    </a:ext>
                  </a:extLst>
                </p14:cNvPr>
                <p14:cNvContentPartPr/>
                <p14:nvPr/>
              </p14:nvContentPartPr>
              <p14:xfrm>
                <a:off x="1691505" y="1825860"/>
                <a:ext cx="275760" cy="481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0DC0BE1-E6E1-5943-691B-29920AFD343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685385" y="1819740"/>
                  <a:ext cx="28800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D641CEA-F4E2-D33B-4BC8-AEFB815B635E}"/>
                    </a:ext>
                  </a:extLst>
                </p14:cNvPr>
                <p14:cNvContentPartPr/>
                <p14:nvPr/>
              </p14:nvContentPartPr>
              <p14:xfrm>
                <a:off x="1715265" y="2463780"/>
                <a:ext cx="458640" cy="432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D641CEA-F4E2-D33B-4BC8-AEFB815B635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709145" y="2457660"/>
                  <a:ext cx="470880" cy="44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71E734B-DB40-605B-AE1F-7D965EFFDB06}"/>
              </a:ext>
            </a:extLst>
          </p:cNvPr>
          <p:cNvGrpSpPr/>
          <p:nvPr/>
        </p:nvGrpSpPr>
        <p:grpSpPr>
          <a:xfrm>
            <a:off x="3193065" y="1535700"/>
            <a:ext cx="5949360" cy="2122560"/>
            <a:chOff x="3193065" y="1535700"/>
            <a:chExt cx="5949360" cy="21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6A05EE5-165D-AFA6-797F-7DB57DBF7A92}"/>
                    </a:ext>
                  </a:extLst>
                </p14:cNvPr>
                <p14:cNvContentPartPr/>
                <p14:nvPr/>
              </p14:nvContentPartPr>
              <p14:xfrm>
                <a:off x="3444705" y="1537500"/>
                <a:ext cx="429840" cy="996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6A05EE5-165D-AFA6-797F-7DB57DBF7A9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438585" y="1531380"/>
                  <a:ext cx="442080" cy="10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A27C637-64CA-3882-4EA8-D2265C262E8B}"/>
                    </a:ext>
                  </a:extLst>
                </p14:cNvPr>
                <p14:cNvContentPartPr/>
                <p14:nvPr/>
              </p14:nvContentPartPr>
              <p14:xfrm>
                <a:off x="3193065" y="2011260"/>
                <a:ext cx="537480" cy="169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A27C637-64CA-3882-4EA8-D2265C262E8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186945" y="2005140"/>
                  <a:ext cx="5497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CA9474D-EB9A-702A-CBC9-A53078626A8D}"/>
                    </a:ext>
                  </a:extLst>
                </p14:cNvPr>
                <p14:cNvContentPartPr/>
                <p14:nvPr/>
              </p14:nvContentPartPr>
              <p14:xfrm>
                <a:off x="3897585" y="1683660"/>
                <a:ext cx="208440" cy="683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CA9474D-EB9A-702A-CBC9-A53078626A8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891465" y="1677540"/>
                  <a:ext cx="220680" cy="6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95EA907-D20E-2C20-EA45-8CE2443526BD}"/>
                    </a:ext>
                  </a:extLst>
                </p14:cNvPr>
                <p14:cNvContentPartPr/>
                <p14:nvPr/>
              </p14:nvContentPartPr>
              <p14:xfrm>
                <a:off x="4184505" y="1835220"/>
                <a:ext cx="179640" cy="373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95EA907-D20E-2C20-EA45-8CE2443526B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178385" y="1829100"/>
                  <a:ext cx="1918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C7EFEFE-E875-F53D-920C-24440CCD1BA3}"/>
                    </a:ext>
                  </a:extLst>
                </p14:cNvPr>
                <p14:cNvContentPartPr/>
                <p14:nvPr/>
              </p14:nvContentPartPr>
              <p14:xfrm>
                <a:off x="4082265" y="1989660"/>
                <a:ext cx="295920" cy="99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C7EFEFE-E875-F53D-920C-24440CCD1BA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076145" y="1983540"/>
                  <a:ext cx="308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4524368-A193-2C4E-94AD-61038A289DB9}"/>
                    </a:ext>
                  </a:extLst>
                </p14:cNvPr>
                <p14:cNvContentPartPr/>
                <p14:nvPr/>
              </p14:nvContentPartPr>
              <p14:xfrm>
                <a:off x="4473585" y="2080020"/>
                <a:ext cx="193320" cy="205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4524368-A193-2C4E-94AD-61038A289DB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467465" y="2073900"/>
                  <a:ext cx="2055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AD4B129-64FA-5BF6-B33B-910526284B30}"/>
                    </a:ext>
                  </a:extLst>
                </p14:cNvPr>
                <p14:cNvContentPartPr/>
                <p14:nvPr/>
              </p14:nvContentPartPr>
              <p14:xfrm>
                <a:off x="4748985" y="2076060"/>
                <a:ext cx="114840" cy="17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AD4B129-64FA-5BF6-B33B-910526284B3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742865" y="2069940"/>
                  <a:ext cx="127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A360BBF-62A4-2D22-6FF8-93B67A6D0213}"/>
                    </a:ext>
                  </a:extLst>
                </p14:cNvPr>
                <p14:cNvContentPartPr/>
                <p14:nvPr/>
              </p14:nvContentPartPr>
              <p14:xfrm>
                <a:off x="4778865" y="1994340"/>
                <a:ext cx="29520" cy="272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A360BBF-62A4-2D22-6FF8-93B67A6D021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772745" y="1988220"/>
                  <a:ext cx="417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3AF574C-C1F6-382A-BEB3-BB766B8B3DC0}"/>
                    </a:ext>
                  </a:extLst>
                </p14:cNvPr>
                <p14:cNvContentPartPr/>
                <p14:nvPr/>
              </p14:nvContentPartPr>
              <p14:xfrm>
                <a:off x="5039505" y="1907220"/>
                <a:ext cx="10440" cy="275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3AF574C-C1F6-382A-BEB3-BB766B8B3DC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033385" y="1901100"/>
                  <a:ext cx="226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478EE04-3EF9-D3C1-583D-FC2CB28B68F2}"/>
                    </a:ext>
                  </a:extLst>
                </p14:cNvPr>
                <p14:cNvContentPartPr/>
                <p14:nvPr/>
              </p14:nvContentPartPr>
              <p14:xfrm>
                <a:off x="4993065" y="1535700"/>
                <a:ext cx="202680" cy="179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478EE04-3EF9-D3C1-583D-FC2CB28B68F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986945" y="1529580"/>
                  <a:ext cx="2149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2663AF1-C35A-183B-3F1F-D3F385A55B0C}"/>
                    </a:ext>
                  </a:extLst>
                </p14:cNvPr>
                <p14:cNvContentPartPr/>
                <p14:nvPr/>
              </p14:nvContentPartPr>
              <p14:xfrm>
                <a:off x="5011425" y="2513100"/>
                <a:ext cx="14760" cy="2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2663AF1-C35A-183B-3F1F-D3F385A55B0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005305" y="2506980"/>
                  <a:ext cx="2700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5F9FA99-CF9D-B5DF-FA94-683911944852}"/>
                    </a:ext>
                  </a:extLst>
                </p14:cNvPr>
                <p14:cNvContentPartPr/>
                <p14:nvPr/>
              </p14:nvContentPartPr>
              <p14:xfrm>
                <a:off x="5114385" y="1653780"/>
                <a:ext cx="195120" cy="695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5F9FA99-CF9D-B5DF-FA94-68391194485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108265" y="1647660"/>
                  <a:ext cx="20736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1E54696-2B6D-6EB5-71F1-B0D574C365B1}"/>
                    </a:ext>
                  </a:extLst>
                </p14:cNvPr>
                <p14:cNvContentPartPr/>
                <p14:nvPr/>
              </p14:nvContentPartPr>
              <p14:xfrm>
                <a:off x="5601825" y="1860780"/>
                <a:ext cx="203400" cy="24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1E54696-2B6D-6EB5-71F1-B0D574C365B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595705" y="1854660"/>
                  <a:ext cx="215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672C8BB-ABA8-B25E-D1AD-4581B2221A85}"/>
                    </a:ext>
                  </a:extLst>
                </p14:cNvPr>
                <p14:cNvContentPartPr/>
                <p14:nvPr/>
              </p14:nvContentPartPr>
              <p14:xfrm>
                <a:off x="5695065" y="1953300"/>
                <a:ext cx="118800" cy="23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672C8BB-ABA8-B25E-D1AD-4581B2221A8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688945" y="1947180"/>
                  <a:ext cx="131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65C9993-F7F1-64DA-0B39-29A770F6C798}"/>
                    </a:ext>
                  </a:extLst>
                </p14:cNvPr>
                <p14:cNvContentPartPr/>
                <p14:nvPr/>
              </p14:nvContentPartPr>
              <p14:xfrm>
                <a:off x="3794985" y="2727660"/>
                <a:ext cx="726480" cy="5486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65C9993-F7F1-64DA-0B39-29A770F6C79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788865" y="2721540"/>
                  <a:ext cx="73872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227AA75-35BF-0E08-AE13-8238851B1DE2}"/>
                    </a:ext>
                  </a:extLst>
                </p14:cNvPr>
                <p14:cNvContentPartPr/>
                <p14:nvPr/>
              </p14:nvContentPartPr>
              <p14:xfrm>
                <a:off x="4363065" y="3165780"/>
                <a:ext cx="182520" cy="158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227AA75-35BF-0E08-AE13-8238851B1DE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356945" y="3159660"/>
                  <a:ext cx="1947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9513A03-3B61-4221-E1A0-CA6338CE0B8C}"/>
                    </a:ext>
                  </a:extLst>
                </p14:cNvPr>
                <p14:cNvContentPartPr/>
                <p14:nvPr/>
              </p14:nvContentPartPr>
              <p14:xfrm>
                <a:off x="4724505" y="2823060"/>
                <a:ext cx="270000" cy="103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9513A03-3B61-4221-E1A0-CA6338CE0B8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718385" y="2816940"/>
                  <a:ext cx="282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1E030AB-8D2C-8622-CB8A-E887B48C5F96}"/>
                    </a:ext>
                  </a:extLst>
                </p14:cNvPr>
                <p14:cNvContentPartPr/>
                <p14:nvPr/>
              </p14:nvContentPartPr>
              <p14:xfrm>
                <a:off x="4881465" y="2756460"/>
                <a:ext cx="61920" cy="439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1E030AB-8D2C-8622-CB8A-E887B48C5F9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875345" y="2750340"/>
                  <a:ext cx="7416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358E194-75D7-8EEB-8FA7-AE624CBFF164}"/>
                    </a:ext>
                  </a:extLst>
                </p14:cNvPr>
                <p14:cNvContentPartPr/>
                <p14:nvPr/>
              </p14:nvContentPartPr>
              <p14:xfrm>
                <a:off x="5154705" y="2587980"/>
                <a:ext cx="451800" cy="525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358E194-75D7-8EEB-8FA7-AE624CBFF16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148585" y="2581860"/>
                  <a:ext cx="46404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0F79258-D999-85C5-7B6B-3E880AB5A033}"/>
                    </a:ext>
                  </a:extLst>
                </p14:cNvPr>
                <p14:cNvContentPartPr/>
                <p14:nvPr/>
              </p14:nvContentPartPr>
              <p14:xfrm>
                <a:off x="5601825" y="3016740"/>
                <a:ext cx="56520" cy="370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0F79258-D999-85C5-7B6B-3E880AB5A03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595705" y="3010620"/>
                  <a:ext cx="687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D4859EB-D662-ACE4-64A4-F115F2A47E8C}"/>
                    </a:ext>
                  </a:extLst>
                </p14:cNvPr>
                <p14:cNvContentPartPr/>
                <p14:nvPr/>
              </p14:nvContentPartPr>
              <p14:xfrm>
                <a:off x="5817105" y="2575380"/>
                <a:ext cx="306720" cy="5166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D4859EB-D662-ACE4-64A4-F115F2A47E8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810985" y="2569260"/>
                  <a:ext cx="31896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F152F5E-D4C1-999F-B7C9-32475B8EC032}"/>
                    </a:ext>
                  </a:extLst>
                </p14:cNvPr>
                <p14:cNvContentPartPr/>
                <p14:nvPr/>
              </p14:nvContentPartPr>
              <p14:xfrm>
                <a:off x="5810265" y="2683020"/>
                <a:ext cx="205920" cy="404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F152F5E-D4C1-999F-B7C9-32475B8EC03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804145" y="2676900"/>
                  <a:ext cx="2181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A9EE2E6-34CD-1561-EB2F-5F03FFFF2E5C}"/>
                    </a:ext>
                  </a:extLst>
                </p14:cNvPr>
                <p14:cNvContentPartPr/>
                <p14:nvPr/>
              </p14:nvContentPartPr>
              <p14:xfrm>
                <a:off x="6131025" y="2948700"/>
                <a:ext cx="89640" cy="270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A9EE2E6-34CD-1561-EB2F-5F03FFFF2E5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124905" y="2942580"/>
                  <a:ext cx="1018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80DD282-BD4B-DC0A-B571-E612F2901DC1}"/>
                    </a:ext>
                  </a:extLst>
                </p14:cNvPr>
                <p14:cNvContentPartPr/>
                <p14:nvPr/>
              </p14:nvContentPartPr>
              <p14:xfrm>
                <a:off x="6055065" y="3073260"/>
                <a:ext cx="185760" cy="61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80DD282-BD4B-DC0A-B571-E612F2901DC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048945" y="3067140"/>
                  <a:ext cx="198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C095FB5-0C7F-15C9-5F66-5F34D192AB34}"/>
                    </a:ext>
                  </a:extLst>
                </p14:cNvPr>
                <p14:cNvContentPartPr/>
                <p14:nvPr/>
              </p14:nvContentPartPr>
              <p14:xfrm>
                <a:off x="6300945" y="3148500"/>
                <a:ext cx="15480" cy="285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C095FB5-0C7F-15C9-5F66-5F34D192AB3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294825" y="3142380"/>
                  <a:ext cx="277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7337F3E-B23B-D5D1-C3C7-471DE4764B00}"/>
                    </a:ext>
                  </a:extLst>
                </p14:cNvPr>
                <p14:cNvContentPartPr/>
                <p14:nvPr/>
              </p14:nvContentPartPr>
              <p14:xfrm>
                <a:off x="6412905" y="2766900"/>
                <a:ext cx="210240" cy="421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7337F3E-B23B-D5D1-C3C7-471DE4764B0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406785" y="2760780"/>
                  <a:ext cx="222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FE7FB4A-2179-F2CB-26BF-80A6995D9700}"/>
                    </a:ext>
                  </a:extLst>
                </p14:cNvPr>
                <p14:cNvContentPartPr/>
                <p14:nvPr/>
              </p14:nvContentPartPr>
              <p14:xfrm>
                <a:off x="6510105" y="2612100"/>
                <a:ext cx="31320" cy="397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FE7FB4A-2179-F2CB-26BF-80A6995D970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503985" y="2605980"/>
                  <a:ext cx="4356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2B65B91-B0B3-19C5-3914-30C02DB93854}"/>
                    </a:ext>
                  </a:extLst>
                </p14:cNvPr>
                <p14:cNvContentPartPr/>
                <p14:nvPr/>
              </p14:nvContentPartPr>
              <p14:xfrm>
                <a:off x="6785865" y="2886420"/>
                <a:ext cx="83880" cy="234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2B65B91-B0B3-19C5-3914-30C02DB9385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779745" y="2880300"/>
                  <a:ext cx="96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8200551-B531-9036-A42B-BBC2A4538217}"/>
                    </a:ext>
                  </a:extLst>
                </p14:cNvPr>
                <p14:cNvContentPartPr/>
                <p14:nvPr/>
              </p14:nvContentPartPr>
              <p14:xfrm>
                <a:off x="6937785" y="2904420"/>
                <a:ext cx="12960" cy="9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8200551-B531-9036-A42B-BBC2A453821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931665" y="2898300"/>
                  <a:ext cx="25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8AEA3FB-EEA0-1B67-92B9-1A3B490B921E}"/>
                    </a:ext>
                  </a:extLst>
                </p14:cNvPr>
                <p14:cNvContentPartPr/>
                <p14:nvPr/>
              </p14:nvContentPartPr>
              <p14:xfrm>
                <a:off x="7087545" y="2885340"/>
                <a:ext cx="32760" cy="10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8AEA3FB-EEA0-1B67-92B9-1A3B490B921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081425" y="2879220"/>
                  <a:ext cx="450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4026AF5-494B-6E83-00B7-E394AAA28C65}"/>
                    </a:ext>
                  </a:extLst>
                </p14:cNvPr>
                <p14:cNvContentPartPr/>
                <p14:nvPr/>
              </p14:nvContentPartPr>
              <p14:xfrm>
                <a:off x="7352145" y="2881380"/>
                <a:ext cx="10800" cy="1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4026AF5-494B-6E83-00B7-E394AAA28C6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346025" y="2875260"/>
                  <a:ext cx="2304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458D243-17A8-F6C8-9FC7-AAEE926955B5}"/>
                    </a:ext>
                  </a:extLst>
                </p14:cNvPr>
                <p14:cNvContentPartPr/>
                <p14:nvPr/>
              </p14:nvContentPartPr>
              <p14:xfrm>
                <a:off x="7490385" y="2870940"/>
                <a:ext cx="16560" cy="19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458D243-17A8-F6C8-9FC7-AAEE926955B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484265" y="2864820"/>
                  <a:ext cx="28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0C50DB7-C463-7B03-A38B-3C441387063C}"/>
                    </a:ext>
                  </a:extLst>
                </p14:cNvPr>
                <p14:cNvContentPartPr/>
                <p14:nvPr/>
              </p14:nvContentPartPr>
              <p14:xfrm>
                <a:off x="7565985" y="2877060"/>
                <a:ext cx="33840" cy="20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0C50DB7-C463-7B03-A38B-3C441387063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559865" y="2870940"/>
                  <a:ext cx="460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4E5FD3F-C6F6-316B-4EDB-36E95BC3854A}"/>
                    </a:ext>
                  </a:extLst>
                </p14:cNvPr>
                <p14:cNvContentPartPr/>
                <p14:nvPr/>
              </p14:nvContentPartPr>
              <p14:xfrm>
                <a:off x="7828425" y="2483580"/>
                <a:ext cx="14760" cy="390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4E5FD3F-C6F6-316B-4EDB-36E95BC3854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822305" y="2477460"/>
                  <a:ext cx="2700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D1D424B-9645-53E6-80AE-E778603370FB}"/>
                    </a:ext>
                  </a:extLst>
                </p14:cNvPr>
                <p14:cNvContentPartPr/>
                <p14:nvPr/>
              </p14:nvContentPartPr>
              <p14:xfrm>
                <a:off x="7623585" y="2727660"/>
                <a:ext cx="249480" cy="61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D1D424B-9645-53E6-80AE-E778603370F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617465" y="2721540"/>
                  <a:ext cx="2617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34772E3-60D7-C107-EAD5-BB08206F839A}"/>
                    </a:ext>
                  </a:extLst>
                </p14:cNvPr>
                <p14:cNvContentPartPr/>
                <p14:nvPr/>
              </p14:nvContentPartPr>
              <p14:xfrm>
                <a:off x="7959465" y="2478180"/>
                <a:ext cx="470160" cy="504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34772E3-60D7-C107-EAD5-BB08206F839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953345" y="2472060"/>
                  <a:ext cx="48240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7E325ED-707C-4BF1-51E8-E1D9B0FA1E65}"/>
                    </a:ext>
                  </a:extLst>
                </p14:cNvPr>
                <p14:cNvContentPartPr/>
                <p14:nvPr/>
              </p14:nvContentPartPr>
              <p14:xfrm>
                <a:off x="8209665" y="3008460"/>
                <a:ext cx="228240" cy="1688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7E325ED-707C-4BF1-51E8-E1D9B0FA1E6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203545" y="3002340"/>
                  <a:ext cx="2404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3A9BD9D-7D56-F9AB-13BC-D02F7F843711}"/>
                    </a:ext>
                  </a:extLst>
                </p14:cNvPr>
                <p14:cNvContentPartPr/>
                <p14:nvPr/>
              </p14:nvContentPartPr>
              <p14:xfrm>
                <a:off x="8459865" y="2384940"/>
                <a:ext cx="223920" cy="519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3A9BD9D-7D56-F9AB-13BC-D02F7F84371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453745" y="2378820"/>
                  <a:ext cx="23616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5F08132-0DE2-718E-C645-6A84E396567C}"/>
                    </a:ext>
                  </a:extLst>
                </p14:cNvPr>
                <p14:cNvContentPartPr/>
                <p14:nvPr/>
              </p14:nvContentPartPr>
              <p14:xfrm>
                <a:off x="8481105" y="2548380"/>
                <a:ext cx="165960" cy="352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5F08132-0DE2-718E-C645-6A84E396567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474985" y="2542260"/>
                  <a:ext cx="17820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F87105F-9289-EF80-2063-564A84E7C80F}"/>
                    </a:ext>
                  </a:extLst>
                </p14:cNvPr>
                <p14:cNvContentPartPr/>
                <p14:nvPr/>
              </p14:nvContentPartPr>
              <p14:xfrm>
                <a:off x="8737425" y="2766900"/>
                <a:ext cx="61920" cy="271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F87105F-9289-EF80-2063-564A84E7C80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731305" y="2760780"/>
                  <a:ext cx="741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89538C1-A92A-48C7-F4CA-36795577B796}"/>
                    </a:ext>
                  </a:extLst>
                </p14:cNvPr>
                <p14:cNvContentPartPr/>
                <p14:nvPr/>
              </p14:nvContentPartPr>
              <p14:xfrm>
                <a:off x="8660745" y="2904060"/>
                <a:ext cx="160200" cy="48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89538C1-A92A-48C7-F4CA-36795577B79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654625" y="2897940"/>
                  <a:ext cx="1724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C0E379E-E675-692D-017A-696B8B189AE8}"/>
                    </a:ext>
                  </a:extLst>
                </p14:cNvPr>
                <p14:cNvContentPartPr/>
                <p14:nvPr/>
              </p14:nvContentPartPr>
              <p14:xfrm>
                <a:off x="8889705" y="2906940"/>
                <a:ext cx="252720" cy="151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C0E379E-E675-692D-017A-696B8B189AE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883585" y="2900820"/>
                  <a:ext cx="264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F5546D2-3D92-6CC5-9169-8922ADDB64B9}"/>
                    </a:ext>
                  </a:extLst>
                </p14:cNvPr>
                <p14:cNvContentPartPr/>
                <p14:nvPr/>
              </p14:nvContentPartPr>
              <p14:xfrm>
                <a:off x="5135985" y="3326700"/>
                <a:ext cx="3726360" cy="331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F5546D2-3D92-6CC5-9169-8922ADDB64B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129865" y="3320580"/>
                  <a:ext cx="373860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E1C03F5-4982-610A-89E2-EC93806D76E2}"/>
              </a:ext>
            </a:extLst>
          </p:cNvPr>
          <p:cNvGrpSpPr/>
          <p:nvPr/>
        </p:nvGrpSpPr>
        <p:grpSpPr>
          <a:xfrm>
            <a:off x="3397905" y="3114300"/>
            <a:ext cx="342360" cy="125640"/>
            <a:chOff x="3397905" y="3114300"/>
            <a:chExt cx="342360" cy="1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EFEB768-17C5-1CEF-BF8E-BECFE26F005E}"/>
                    </a:ext>
                  </a:extLst>
                </p14:cNvPr>
                <p14:cNvContentPartPr/>
                <p14:nvPr/>
              </p14:nvContentPartPr>
              <p14:xfrm>
                <a:off x="3397905" y="3114300"/>
                <a:ext cx="257400" cy="403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EFEB768-17C5-1CEF-BF8E-BECFE26F005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391785" y="3108180"/>
                  <a:ext cx="269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474D3D0-9E43-BA44-6BA6-300AC94FBB93}"/>
                    </a:ext>
                  </a:extLst>
                </p14:cNvPr>
                <p14:cNvContentPartPr/>
                <p14:nvPr/>
              </p14:nvContentPartPr>
              <p14:xfrm>
                <a:off x="3571785" y="3212220"/>
                <a:ext cx="168480" cy="277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474D3D0-9E43-BA44-6BA6-300AC94FBB9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565665" y="3206100"/>
                  <a:ext cx="18072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6BEBBE36-CFD9-58FF-9BFF-AEA4005F7D89}"/>
                  </a:ext>
                </a:extLst>
              </p14:cNvPr>
              <p14:cNvContentPartPr/>
              <p14:nvPr/>
            </p14:nvContentPartPr>
            <p14:xfrm>
              <a:off x="3965625" y="3472140"/>
              <a:ext cx="605520" cy="795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6BEBBE36-CFD9-58FF-9BFF-AEA4005F7D89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3959505" y="3466020"/>
                <a:ext cx="617760" cy="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D6C5328-0E09-E695-9458-F9889A779F3F}"/>
              </a:ext>
            </a:extLst>
          </p:cNvPr>
          <p:cNvGrpSpPr/>
          <p:nvPr/>
        </p:nvGrpSpPr>
        <p:grpSpPr>
          <a:xfrm>
            <a:off x="5259825" y="3399420"/>
            <a:ext cx="1008360" cy="118800"/>
            <a:chOff x="5259825" y="3399420"/>
            <a:chExt cx="1008360" cy="11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26F5EB6-8D3A-1252-3348-C513D2FA69D2}"/>
                    </a:ext>
                  </a:extLst>
                </p14:cNvPr>
                <p14:cNvContentPartPr/>
                <p14:nvPr/>
              </p14:nvContentPartPr>
              <p14:xfrm>
                <a:off x="5259825" y="3480420"/>
                <a:ext cx="326520" cy="378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26F5EB6-8D3A-1252-3348-C513D2FA69D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253705" y="3474300"/>
                  <a:ext cx="338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1E026AE-325A-F3E5-2BC9-709DA62D700E}"/>
                    </a:ext>
                  </a:extLst>
                </p14:cNvPr>
                <p14:cNvContentPartPr/>
                <p14:nvPr/>
              </p14:nvContentPartPr>
              <p14:xfrm>
                <a:off x="5897385" y="3399420"/>
                <a:ext cx="370800" cy="662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1E026AE-325A-F3E5-2BC9-709DA62D700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891265" y="3393300"/>
                  <a:ext cx="383040" cy="7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90598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2276AE6-A303-1FD3-7A68-8BC2949FD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77566AD0-D716-FE69-5B2A-BE5F66875D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C0D5C9B-5FFA-6A31-B7B7-83F5F551893A}"/>
              </a:ext>
            </a:extLst>
          </p:cNvPr>
          <p:cNvGrpSpPr/>
          <p:nvPr/>
        </p:nvGrpSpPr>
        <p:grpSpPr>
          <a:xfrm>
            <a:off x="1212705" y="1666020"/>
            <a:ext cx="834120" cy="1194120"/>
            <a:chOff x="1212705" y="1666020"/>
            <a:chExt cx="834120" cy="11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F0C0176-E967-1917-5ABF-A56E6609D160}"/>
                    </a:ext>
                  </a:extLst>
                </p14:cNvPr>
                <p14:cNvContentPartPr/>
                <p14:nvPr/>
              </p14:nvContentPartPr>
              <p14:xfrm>
                <a:off x="1302705" y="2604900"/>
                <a:ext cx="194040" cy="255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F0C0176-E967-1917-5ABF-A56E6609D16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96585" y="2598780"/>
                  <a:ext cx="2062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2C7D063-550C-4FFA-4010-BF8B295C16B3}"/>
                    </a:ext>
                  </a:extLst>
                </p14:cNvPr>
                <p14:cNvContentPartPr/>
                <p14:nvPr/>
              </p14:nvContentPartPr>
              <p14:xfrm>
                <a:off x="1582785" y="2569980"/>
                <a:ext cx="150480" cy="200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2C7D063-550C-4FFA-4010-BF8B295C16B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76665" y="2563860"/>
                  <a:ext cx="162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D0B4C94-B493-C6BA-917E-FEC86EC3D9ED}"/>
                    </a:ext>
                  </a:extLst>
                </p14:cNvPr>
                <p14:cNvContentPartPr/>
                <p14:nvPr/>
              </p14:nvContentPartPr>
              <p14:xfrm>
                <a:off x="1861425" y="2663940"/>
                <a:ext cx="185400" cy="181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D0B4C94-B493-C6BA-917E-FEC86EC3D9E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55305" y="2657820"/>
                  <a:ext cx="1976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3F1F86A-FE56-FC35-6A4A-3D9BDA544F5C}"/>
                    </a:ext>
                  </a:extLst>
                </p14:cNvPr>
                <p14:cNvContentPartPr/>
                <p14:nvPr/>
              </p14:nvContentPartPr>
              <p14:xfrm>
                <a:off x="1521225" y="2055540"/>
                <a:ext cx="158040" cy="316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3F1F86A-FE56-FC35-6A4A-3D9BDA544F5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15105" y="2049420"/>
                  <a:ext cx="1702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BDB9EFD-3920-948E-E865-FB841E0D879D}"/>
                    </a:ext>
                  </a:extLst>
                </p14:cNvPr>
                <p14:cNvContentPartPr/>
                <p14:nvPr/>
              </p14:nvContentPartPr>
              <p14:xfrm>
                <a:off x="1212705" y="2127900"/>
                <a:ext cx="158400" cy="244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BDB9EFD-3920-948E-E865-FB841E0D879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06585" y="2121780"/>
                  <a:ext cx="1706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563989C-9DC5-25F5-B874-E08AEB980598}"/>
                    </a:ext>
                  </a:extLst>
                </p14:cNvPr>
                <p14:cNvContentPartPr/>
                <p14:nvPr/>
              </p14:nvContentPartPr>
              <p14:xfrm>
                <a:off x="1819305" y="2312940"/>
                <a:ext cx="138240" cy="182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563989C-9DC5-25F5-B874-E08AEB98059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13185" y="2306820"/>
                  <a:ext cx="150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C6DEDA6-A07E-8EFC-11EE-3B8123814912}"/>
                    </a:ext>
                  </a:extLst>
                </p14:cNvPr>
                <p14:cNvContentPartPr/>
                <p14:nvPr/>
              </p14:nvContentPartPr>
              <p14:xfrm>
                <a:off x="1353105" y="2303580"/>
                <a:ext cx="164880" cy="160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C6DEDA6-A07E-8EFC-11EE-3B812381491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46985" y="2297460"/>
                  <a:ext cx="177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E2D6D03-09D8-75D3-7968-6929C42F22B3}"/>
                    </a:ext>
                  </a:extLst>
                </p14:cNvPr>
                <p14:cNvContentPartPr/>
                <p14:nvPr/>
              </p14:nvContentPartPr>
              <p14:xfrm>
                <a:off x="1266345" y="1666020"/>
                <a:ext cx="75240" cy="232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E2D6D03-09D8-75D3-7968-6929C42F22B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60225" y="1659900"/>
                  <a:ext cx="8748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859360E-023F-C8FE-A737-C47F6AAD292E}"/>
              </a:ext>
            </a:extLst>
          </p:cNvPr>
          <p:cNvGrpSpPr/>
          <p:nvPr/>
        </p:nvGrpSpPr>
        <p:grpSpPr>
          <a:xfrm>
            <a:off x="229185" y="742260"/>
            <a:ext cx="4524480" cy="4842000"/>
            <a:chOff x="229185" y="742260"/>
            <a:chExt cx="4524480" cy="484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939F523-EA09-993E-4EAF-6FD8FBB74607}"/>
                    </a:ext>
                  </a:extLst>
                </p14:cNvPr>
                <p14:cNvContentPartPr/>
                <p14:nvPr/>
              </p14:nvContentPartPr>
              <p14:xfrm>
                <a:off x="741105" y="1502220"/>
                <a:ext cx="245520" cy="2336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939F523-EA09-993E-4EAF-6FD8FBB7460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4985" y="1496100"/>
                  <a:ext cx="257760" cy="23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77E28E5-8ABE-B9C0-A822-2A5A6125B6F5}"/>
                    </a:ext>
                  </a:extLst>
                </p14:cNvPr>
                <p14:cNvContentPartPr/>
                <p14:nvPr/>
              </p14:nvContentPartPr>
              <p14:xfrm>
                <a:off x="374265" y="3175860"/>
                <a:ext cx="3502080" cy="53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77E28E5-8ABE-B9C0-A822-2A5A6125B6F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8145" y="3169740"/>
                  <a:ext cx="3514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8DB9CD2-9A1A-91ED-031A-F9383FC85C9D}"/>
                    </a:ext>
                  </a:extLst>
                </p14:cNvPr>
                <p14:cNvContentPartPr/>
                <p14:nvPr/>
              </p14:nvContentPartPr>
              <p14:xfrm>
                <a:off x="3497625" y="3424260"/>
                <a:ext cx="272880" cy="336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8DB9CD2-9A1A-91ED-031A-F9383FC85C9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91505" y="3418140"/>
                  <a:ext cx="2851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C927432-E912-5906-B16F-82C0FA71F472}"/>
                    </a:ext>
                  </a:extLst>
                </p14:cNvPr>
                <p14:cNvContentPartPr/>
                <p14:nvPr/>
              </p14:nvContentPartPr>
              <p14:xfrm>
                <a:off x="3415905" y="3514620"/>
                <a:ext cx="234360" cy="358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C927432-E912-5906-B16F-82C0FA71F47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09785" y="3508500"/>
                  <a:ext cx="2466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6E81E3D-5A93-D3D7-F5B5-735F9CC650BF}"/>
                    </a:ext>
                  </a:extLst>
                </p14:cNvPr>
                <p14:cNvContentPartPr/>
                <p14:nvPr/>
              </p14:nvContentPartPr>
              <p14:xfrm>
                <a:off x="3851865" y="3718740"/>
                <a:ext cx="59400" cy="514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6E81E3D-5A93-D3D7-F5B5-735F9CC650B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45745" y="3712620"/>
                  <a:ext cx="7164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557DA1F-DA43-8921-4390-E947EC1903D4}"/>
                    </a:ext>
                  </a:extLst>
                </p14:cNvPr>
                <p14:cNvContentPartPr/>
                <p14:nvPr/>
              </p14:nvContentPartPr>
              <p14:xfrm>
                <a:off x="463545" y="1657020"/>
                <a:ext cx="155520" cy="372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557DA1F-DA43-8921-4390-E947EC1903D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57425" y="1650900"/>
                  <a:ext cx="1677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5DA5FFD-792F-E6A2-B43B-11140BE4DDAC}"/>
                    </a:ext>
                  </a:extLst>
                </p14:cNvPr>
                <p14:cNvContentPartPr/>
                <p14:nvPr/>
              </p14:nvContentPartPr>
              <p14:xfrm>
                <a:off x="229185" y="1783380"/>
                <a:ext cx="330840" cy="245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5DA5FFD-792F-E6A2-B43B-11140BE4DDA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23065" y="1777260"/>
                  <a:ext cx="3430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01276FB-85FE-BD9F-C51B-644D95B80163}"/>
                    </a:ext>
                  </a:extLst>
                </p14:cNvPr>
                <p14:cNvContentPartPr/>
                <p14:nvPr/>
              </p14:nvContentPartPr>
              <p14:xfrm>
                <a:off x="655785" y="1937100"/>
                <a:ext cx="131760" cy="123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01276FB-85FE-BD9F-C51B-644D95B8016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49665" y="1930980"/>
                  <a:ext cx="1440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22B624F-AE53-17F6-0BA7-F6B56717F37D}"/>
                    </a:ext>
                  </a:extLst>
                </p14:cNvPr>
                <p14:cNvContentPartPr/>
                <p14:nvPr/>
              </p14:nvContentPartPr>
              <p14:xfrm>
                <a:off x="1916145" y="1282980"/>
                <a:ext cx="145440" cy="352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22B624F-AE53-17F6-0BA7-F6B56717F37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910025" y="1276860"/>
                  <a:ext cx="1576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60D6FAE-8787-F3A2-79E0-664644E3CA38}"/>
                    </a:ext>
                  </a:extLst>
                </p14:cNvPr>
                <p14:cNvContentPartPr/>
                <p14:nvPr/>
              </p14:nvContentPartPr>
              <p14:xfrm>
                <a:off x="2371905" y="1365060"/>
                <a:ext cx="131760" cy="206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60D6FAE-8787-F3A2-79E0-664644E3CA3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65785" y="1358940"/>
                  <a:ext cx="1440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6D37C38-00F8-9B54-FFBE-CC2A39EB1797}"/>
                    </a:ext>
                  </a:extLst>
                </p14:cNvPr>
                <p14:cNvContentPartPr/>
                <p14:nvPr/>
              </p14:nvContentPartPr>
              <p14:xfrm>
                <a:off x="2545065" y="1746300"/>
                <a:ext cx="244080" cy="337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6D37C38-00F8-9B54-FFBE-CC2A39EB179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538945" y="1740180"/>
                  <a:ext cx="2563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08DF357-4949-03B5-6EAA-BE7B146112FB}"/>
                    </a:ext>
                  </a:extLst>
                </p14:cNvPr>
                <p14:cNvContentPartPr/>
                <p14:nvPr/>
              </p14:nvContentPartPr>
              <p14:xfrm>
                <a:off x="2104425" y="1475940"/>
                <a:ext cx="89640" cy="230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08DF357-4949-03B5-6EAA-BE7B146112F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098305" y="1469820"/>
                  <a:ext cx="1018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BFC2501-CF77-4824-36BD-274FC0315E00}"/>
                    </a:ext>
                  </a:extLst>
                </p14:cNvPr>
                <p14:cNvContentPartPr/>
                <p14:nvPr/>
              </p14:nvContentPartPr>
              <p14:xfrm>
                <a:off x="2469105" y="2017020"/>
                <a:ext cx="154440" cy="340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BFC2501-CF77-4824-36BD-274FC0315E0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62985" y="2010900"/>
                  <a:ext cx="16668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C772740-6747-D5C2-84CD-36401008C025}"/>
                    </a:ext>
                  </a:extLst>
                </p14:cNvPr>
                <p14:cNvContentPartPr/>
                <p14:nvPr/>
              </p14:nvContentPartPr>
              <p14:xfrm>
                <a:off x="2275425" y="1653780"/>
                <a:ext cx="94320" cy="309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C772740-6747-D5C2-84CD-36401008C02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269305" y="1647660"/>
                  <a:ext cx="1065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28437D4-207C-90E8-8B84-CBB94CF87012}"/>
                    </a:ext>
                  </a:extLst>
                </p14:cNvPr>
                <p14:cNvContentPartPr/>
                <p14:nvPr/>
              </p14:nvContentPartPr>
              <p14:xfrm>
                <a:off x="2936385" y="2155620"/>
                <a:ext cx="124560" cy="197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28437D4-207C-90E8-8B84-CBB94CF8701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930265" y="2149500"/>
                  <a:ext cx="1368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A7EB4CD-781B-8609-D88B-96FD6FF87E26}"/>
                    </a:ext>
                  </a:extLst>
                </p14:cNvPr>
                <p14:cNvContentPartPr/>
                <p14:nvPr/>
              </p14:nvContentPartPr>
              <p14:xfrm>
                <a:off x="2912265" y="2585460"/>
                <a:ext cx="191160" cy="273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A7EB4CD-781B-8609-D88B-96FD6FF87E2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906145" y="2579340"/>
                  <a:ext cx="2034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3C792AA-98C1-535C-B50E-D7E2BAD5073A}"/>
                    </a:ext>
                  </a:extLst>
                </p14:cNvPr>
                <p14:cNvContentPartPr/>
                <p14:nvPr/>
              </p14:nvContentPartPr>
              <p14:xfrm>
                <a:off x="2660985" y="2375580"/>
                <a:ext cx="172080" cy="216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3C792AA-98C1-535C-B50E-D7E2BAD5073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654865" y="2369460"/>
                  <a:ext cx="1843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C6D93EC-248E-98A0-A139-9901D5934510}"/>
                    </a:ext>
                  </a:extLst>
                </p14:cNvPr>
                <p14:cNvContentPartPr/>
                <p14:nvPr/>
              </p14:nvContentPartPr>
              <p14:xfrm>
                <a:off x="3324465" y="2307540"/>
                <a:ext cx="141120" cy="362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C6D93EC-248E-98A0-A139-9901D593451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318345" y="2301420"/>
                  <a:ext cx="1533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77C694D-4397-1400-528A-129CBF25B50F}"/>
                    </a:ext>
                  </a:extLst>
                </p14:cNvPr>
                <p14:cNvContentPartPr/>
                <p14:nvPr/>
              </p14:nvContentPartPr>
              <p14:xfrm>
                <a:off x="3110985" y="1771500"/>
                <a:ext cx="157320" cy="273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77C694D-4397-1400-528A-129CBF25B50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104865" y="1765380"/>
                  <a:ext cx="1695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B1A7F51-A4A4-DA03-E43D-06AAC4DAB139}"/>
                    </a:ext>
                  </a:extLst>
                </p14:cNvPr>
                <p14:cNvContentPartPr/>
                <p14:nvPr/>
              </p14:nvContentPartPr>
              <p14:xfrm>
                <a:off x="2642265" y="1025220"/>
                <a:ext cx="198000" cy="297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B1A7F51-A4A4-DA03-E43D-06AAC4DAB13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636145" y="1019100"/>
                  <a:ext cx="2102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DA33455-394B-5FB9-C843-06657B2FFCD3}"/>
                    </a:ext>
                  </a:extLst>
                </p14:cNvPr>
                <p14:cNvContentPartPr/>
                <p14:nvPr/>
              </p14:nvContentPartPr>
              <p14:xfrm>
                <a:off x="2278305" y="939540"/>
                <a:ext cx="102960" cy="328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DA33455-394B-5FB9-C843-06657B2FFCD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272185" y="933420"/>
                  <a:ext cx="11520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CDF71EE-6862-027B-38EE-F5ABCE93B24A}"/>
                    </a:ext>
                  </a:extLst>
                </p14:cNvPr>
                <p14:cNvContentPartPr/>
                <p14:nvPr/>
              </p14:nvContentPartPr>
              <p14:xfrm>
                <a:off x="3425985" y="1090020"/>
                <a:ext cx="86400" cy="523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CDF71EE-6862-027B-38EE-F5ABCE93B24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419865" y="1083900"/>
                  <a:ext cx="9864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557418-1DD5-32FD-FED3-5CF02C4F8C7D}"/>
                    </a:ext>
                  </a:extLst>
                </p14:cNvPr>
                <p14:cNvContentPartPr/>
                <p14:nvPr/>
              </p14:nvContentPartPr>
              <p14:xfrm>
                <a:off x="1509705" y="2932860"/>
                <a:ext cx="190080" cy="254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557418-1DD5-32FD-FED3-5CF02C4F8C7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503585" y="2926740"/>
                  <a:ext cx="2023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E81F64-BC56-FB41-2AD2-7EDECC0C7642}"/>
                    </a:ext>
                  </a:extLst>
                </p14:cNvPr>
                <p14:cNvContentPartPr/>
                <p14:nvPr/>
              </p14:nvContentPartPr>
              <p14:xfrm>
                <a:off x="1181025" y="1078140"/>
                <a:ext cx="12240" cy="7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BE81F64-BC56-FB41-2AD2-7EDECC0C764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74905" y="1072020"/>
                  <a:ext cx="244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1772720-8976-ECE4-F8A0-7A634415C311}"/>
                    </a:ext>
                  </a:extLst>
                </p14:cNvPr>
                <p14:cNvContentPartPr/>
                <p14:nvPr/>
              </p14:nvContentPartPr>
              <p14:xfrm>
                <a:off x="938385" y="742260"/>
                <a:ext cx="3815280" cy="4842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1772720-8976-ECE4-F8A0-7A634415C31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32265" y="736140"/>
                  <a:ext cx="3827520" cy="485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7ECE2CF-5B8E-92F0-1781-9A4CF65553D7}"/>
              </a:ext>
            </a:extLst>
          </p:cNvPr>
          <p:cNvGrpSpPr/>
          <p:nvPr/>
        </p:nvGrpSpPr>
        <p:grpSpPr>
          <a:xfrm>
            <a:off x="5079465" y="777900"/>
            <a:ext cx="2453760" cy="2453040"/>
            <a:chOff x="5079465" y="777900"/>
            <a:chExt cx="2453760" cy="245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5C14743-1962-B7A3-2BAF-DB9393ACA086}"/>
                    </a:ext>
                  </a:extLst>
                </p14:cNvPr>
                <p14:cNvContentPartPr/>
                <p14:nvPr/>
              </p14:nvContentPartPr>
              <p14:xfrm>
                <a:off x="5079465" y="935580"/>
                <a:ext cx="2418840" cy="2295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5C14743-1962-B7A3-2BAF-DB9393ACA08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073345" y="929460"/>
                  <a:ext cx="2431080" cy="23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A46C317-4E73-C213-C2F4-835A501E9698}"/>
                    </a:ext>
                  </a:extLst>
                </p14:cNvPr>
                <p14:cNvContentPartPr/>
                <p14:nvPr/>
              </p14:nvContentPartPr>
              <p14:xfrm>
                <a:off x="5600745" y="2421300"/>
                <a:ext cx="248400" cy="311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A46C317-4E73-C213-C2F4-835A501E969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594625" y="2415180"/>
                  <a:ext cx="2606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E991DCC-3309-922D-9A32-D90D3F680596}"/>
                    </a:ext>
                  </a:extLst>
                </p14:cNvPr>
                <p14:cNvContentPartPr/>
                <p14:nvPr/>
              </p14:nvContentPartPr>
              <p14:xfrm>
                <a:off x="6261705" y="2571420"/>
                <a:ext cx="176400" cy="203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E991DCC-3309-922D-9A32-D90D3F68059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255585" y="2565300"/>
                  <a:ext cx="1886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A55CAB1-B236-3398-A479-53B973D282D1}"/>
                    </a:ext>
                  </a:extLst>
                </p14:cNvPr>
                <p14:cNvContentPartPr/>
                <p14:nvPr/>
              </p14:nvContentPartPr>
              <p14:xfrm>
                <a:off x="6925905" y="2578260"/>
                <a:ext cx="205920" cy="183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A55CAB1-B236-3398-A479-53B973D282D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919785" y="2572140"/>
                  <a:ext cx="218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9BEE0DC-6121-AACB-B1A6-F5D3E30B9281}"/>
                    </a:ext>
                  </a:extLst>
                </p14:cNvPr>
                <p14:cNvContentPartPr/>
                <p14:nvPr/>
              </p14:nvContentPartPr>
              <p14:xfrm>
                <a:off x="7254585" y="1936020"/>
                <a:ext cx="278640" cy="329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9BEE0DC-6121-AACB-B1A6-F5D3E30B928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248465" y="1929900"/>
                  <a:ext cx="2908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32C6FAA-EE14-D1E1-9FC0-17ED2BF33E08}"/>
                    </a:ext>
                  </a:extLst>
                </p14:cNvPr>
                <p14:cNvContentPartPr/>
                <p14:nvPr/>
              </p14:nvContentPartPr>
              <p14:xfrm>
                <a:off x="7075305" y="1317900"/>
                <a:ext cx="261360" cy="246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32C6FAA-EE14-D1E1-9FC0-17ED2BF33E0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069185" y="1311780"/>
                  <a:ext cx="2736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DD74328-7320-9CD6-2E3A-0866BF8B880A}"/>
                    </a:ext>
                  </a:extLst>
                </p14:cNvPr>
                <p14:cNvContentPartPr/>
                <p14:nvPr/>
              </p14:nvContentPartPr>
              <p14:xfrm>
                <a:off x="6424785" y="777900"/>
                <a:ext cx="351720" cy="236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DD74328-7320-9CD6-2E3A-0866BF8B880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418665" y="771780"/>
                  <a:ext cx="363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DB18D9C-B8F9-9921-CA88-19206D213B1E}"/>
                    </a:ext>
                  </a:extLst>
                </p14:cNvPr>
                <p14:cNvContentPartPr/>
                <p14:nvPr/>
              </p14:nvContentPartPr>
              <p14:xfrm>
                <a:off x="5692185" y="927660"/>
                <a:ext cx="317160" cy="240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DB18D9C-B8F9-9921-CA88-19206D213B1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686065" y="921540"/>
                  <a:ext cx="329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C0D3445-3686-02A2-364F-D46F6DFED454}"/>
                    </a:ext>
                  </a:extLst>
                </p14:cNvPr>
                <p14:cNvContentPartPr/>
                <p14:nvPr/>
              </p14:nvContentPartPr>
              <p14:xfrm>
                <a:off x="5498505" y="1533180"/>
                <a:ext cx="210600" cy="348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C0D3445-3686-02A2-364F-D46F6DFED45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492385" y="1527060"/>
                  <a:ext cx="2228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5A76B1C-758D-8216-BB08-5ACBAD992BBD}"/>
                    </a:ext>
                  </a:extLst>
                </p14:cNvPr>
                <p14:cNvContentPartPr/>
                <p14:nvPr/>
              </p14:nvContentPartPr>
              <p14:xfrm>
                <a:off x="5588505" y="1974540"/>
                <a:ext cx="210240" cy="133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5A76B1C-758D-8216-BB08-5ACBAD992BB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582385" y="1968420"/>
                  <a:ext cx="22248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42A17A6-C5BF-86CD-7B60-6C0B1EB957C3}"/>
              </a:ext>
            </a:extLst>
          </p:cNvPr>
          <p:cNvGrpSpPr/>
          <p:nvPr/>
        </p:nvGrpSpPr>
        <p:grpSpPr>
          <a:xfrm>
            <a:off x="5930505" y="1126740"/>
            <a:ext cx="1040760" cy="1318680"/>
            <a:chOff x="5930505" y="1126740"/>
            <a:chExt cx="1040760" cy="13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490E3B3-2AAE-E82E-6087-37FEA3366AC0}"/>
                    </a:ext>
                  </a:extLst>
                </p14:cNvPr>
                <p14:cNvContentPartPr/>
                <p14:nvPr/>
              </p14:nvContentPartPr>
              <p14:xfrm>
                <a:off x="6138225" y="1472340"/>
                <a:ext cx="290880" cy="371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490E3B3-2AAE-E82E-6087-37FEA3366AC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132105" y="1466220"/>
                  <a:ext cx="3031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EF8FB49-800E-EEB5-637A-CDA8B2E8BBB4}"/>
                    </a:ext>
                  </a:extLst>
                </p14:cNvPr>
                <p14:cNvContentPartPr/>
                <p14:nvPr/>
              </p14:nvContentPartPr>
              <p14:xfrm>
                <a:off x="6190785" y="2096940"/>
                <a:ext cx="275040" cy="348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EF8FB49-800E-EEB5-637A-CDA8B2E8BBB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84665" y="2090820"/>
                  <a:ext cx="28728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5DCBAF5-850B-1BB2-A744-318F0CCB7E82}"/>
                    </a:ext>
                  </a:extLst>
                </p14:cNvPr>
                <p14:cNvContentPartPr/>
                <p14:nvPr/>
              </p14:nvContentPartPr>
              <p14:xfrm>
                <a:off x="6669225" y="1897500"/>
                <a:ext cx="302040" cy="285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5DCBAF5-850B-1BB2-A744-318F0CCB7E8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663105" y="1891380"/>
                  <a:ext cx="3142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7A3444B-0B1A-38BA-7E34-7E5AAB69DE9B}"/>
                    </a:ext>
                  </a:extLst>
                </p14:cNvPr>
                <p14:cNvContentPartPr/>
                <p14:nvPr/>
              </p14:nvContentPartPr>
              <p14:xfrm>
                <a:off x="6430905" y="1318620"/>
                <a:ext cx="170640" cy="244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7A3444B-0B1A-38BA-7E34-7E5AAB69DE9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24785" y="1312500"/>
                  <a:ext cx="1828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D1CA9A3-ECC1-4DCE-DC33-7EDDD52D616C}"/>
                    </a:ext>
                  </a:extLst>
                </p14:cNvPr>
                <p14:cNvContentPartPr/>
                <p14:nvPr/>
              </p14:nvContentPartPr>
              <p14:xfrm>
                <a:off x="5997465" y="1231500"/>
                <a:ext cx="155880" cy="333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D1CA9A3-ECC1-4DCE-DC33-7EDDD52D616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991345" y="1225380"/>
                  <a:ext cx="1681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E566879-9CEE-4C21-88F2-69842190F0C6}"/>
                    </a:ext>
                  </a:extLst>
                </p14:cNvPr>
                <p14:cNvContentPartPr/>
                <p14:nvPr/>
              </p14:nvContentPartPr>
              <p14:xfrm>
                <a:off x="5930505" y="1778700"/>
                <a:ext cx="138960" cy="200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E566879-9CEE-4C21-88F2-69842190F0C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924385" y="1772580"/>
                  <a:ext cx="1512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4374A3E-1E97-CDCF-1BDE-74DA3D5BB9D9}"/>
                    </a:ext>
                  </a:extLst>
                </p14:cNvPr>
                <p14:cNvContentPartPr/>
                <p14:nvPr/>
              </p14:nvContentPartPr>
              <p14:xfrm>
                <a:off x="6751665" y="1496820"/>
                <a:ext cx="138600" cy="303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4374A3E-1E97-CDCF-1BDE-74DA3D5BB9D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745545" y="1490700"/>
                  <a:ext cx="1508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85A5770-1BB1-5B31-6B1A-8424C1F0E63A}"/>
                    </a:ext>
                  </a:extLst>
                </p14:cNvPr>
                <p14:cNvContentPartPr/>
                <p14:nvPr/>
              </p14:nvContentPartPr>
              <p14:xfrm>
                <a:off x="6673905" y="1126740"/>
                <a:ext cx="240840" cy="307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85A5770-1BB1-5B31-6B1A-8424C1F0E63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667785" y="1120620"/>
                  <a:ext cx="2530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0F8914C-BDFF-8DEA-F9F2-62712DEAFB8E}"/>
                    </a:ext>
                  </a:extLst>
                </p14:cNvPr>
                <p14:cNvContentPartPr/>
                <p14:nvPr/>
              </p14:nvContentPartPr>
              <p14:xfrm>
                <a:off x="6340545" y="1767180"/>
                <a:ext cx="230040" cy="288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0F8914C-BDFF-8DEA-F9F2-62712DEAFB8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334425" y="1761060"/>
                  <a:ext cx="2422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AB5581E-18EB-7732-E243-96374427DE2D}"/>
                    </a:ext>
                  </a:extLst>
                </p14:cNvPr>
                <p14:cNvContentPartPr/>
                <p14:nvPr/>
              </p14:nvContentPartPr>
              <p14:xfrm>
                <a:off x="6081345" y="1905060"/>
                <a:ext cx="172440" cy="201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AB5581E-18EB-7732-E243-96374427DE2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075225" y="1898940"/>
                  <a:ext cx="184680" cy="21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0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D9FBFED0-6C7C-1E7D-AAC1-D6BC60B94298}"/>
                  </a:ext>
                </a:extLst>
              </p14:cNvPr>
              <p14:cNvContentPartPr/>
              <p14:nvPr/>
            </p14:nvContentPartPr>
            <p14:xfrm>
              <a:off x="5735745" y="1112340"/>
              <a:ext cx="1871640" cy="16513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D9FBFED0-6C7C-1E7D-AAC1-D6BC60B94298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726745" y="1103700"/>
                <a:ext cx="1889280" cy="166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2426661-1E21-C2C4-3E5F-E0DCA2DCB1AC}"/>
              </a:ext>
            </a:extLst>
          </p:cNvPr>
          <p:cNvGrpSpPr/>
          <p:nvPr/>
        </p:nvGrpSpPr>
        <p:grpSpPr>
          <a:xfrm>
            <a:off x="766665" y="3400140"/>
            <a:ext cx="2897280" cy="1047960"/>
            <a:chOff x="766665" y="3400140"/>
            <a:chExt cx="2897280" cy="10479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CE77D21-8408-9442-D77A-C4E4EC47860C}"/>
                    </a:ext>
                  </a:extLst>
                </p14:cNvPr>
                <p14:cNvContentPartPr/>
                <p14:nvPr/>
              </p14:nvContentPartPr>
              <p14:xfrm>
                <a:off x="766665" y="3651420"/>
                <a:ext cx="217440" cy="22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CE77D21-8408-9442-D77A-C4E4EC47860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57665" y="3642780"/>
                  <a:ext cx="235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DEFD57F-2C85-AEBB-58C0-C876BFE287B1}"/>
                    </a:ext>
                  </a:extLst>
                </p14:cNvPr>
                <p14:cNvContentPartPr/>
                <p14:nvPr/>
              </p14:nvContentPartPr>
              <p14:xfrm>
                <a:off x="862425" y="3541260"/>
                <a:ext cx="270360" cy="369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DEFD57F-2C85-AEBB-58C0-C876BFE287B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53785" y="3532620"/>
                  <a:ext cx="2880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2B02525-3F59-09D3-B4F6-68A39336A415}"/>
                    </a:ext>
                  </a:extLst>
                </p14:cNvPr>
                <p14:cNvContentPartPr/>
                <p14:nvPr/>
              </p14:nvContentPartPr>
              <p14:xfrm>
                <a:off x="1340865" y="3400140"/>
                <a:ext cx="93960" cy="452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2B02525-3F59-09D3-B4F6-68A39336A41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331865" y="3391140"/>
                  <a:ext cx="11160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DCBC51F-2F03-0B8E-D957-40231D94CE32}"/>
                    </a:ext>
                  </a:extLst>
                </p14:cNvPr>
                <p14:cNvContentPartPr/>
                <p14:nvPr/>
              </p14:nvContentPartPr>
              <p14:xfrm>
                <a:off x="1510065" y="3655020"/>
                <a:ext cx="123480" cy="170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DCBC51F-2F03-0B8E-D957-40231D94CE3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501065" y="3646020"/>
                  <a:ext cx="141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5981709-E7BB-C64E-14FD-E03DCDCC5619}"/>
                    </a:ext>
                  </a:extLst>
                </p14:cNvPr>
                <p14:cNvContentPartPr/>
                <p14:nvPr/>
              </p14:nvContentPartPr>
              <p14:xfrm>
                <a:off x="1703025" y="3652860"/>
                <a:ext cx="201600" cy="369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5981709-E7BB-C64E-14FD-E03DCDCC561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694025" y="3643860"/>
                  <a:ext cx="2192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B62A631-9647-DDFA-EF14-A4A9D3ACAD00}"/>
                    </a:ext>
                  </a:extLst>
                </p14:cNvPr>
                <p14:cNvContentPartPr/>
                <p14:nvPr/>
              </p14:nvContentPartPr>
              <p14:xfrm>
                <a:off x="2036385" y="3502740"/>
                <a:ext cx="60120" cy="242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B62A631-9647-DDFA-EF14-A4A9D3ACAD0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027745" y="3494100"/>
                  <a:ext cx="777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DF65139-77FB-8455-B336-A9E006112382}"/>
                    </a:ext>
                  </a:extLst>
                </p14:cNvPr>
                <p14:cNvContentPartPr/>
                <p14:nvPr/>
              </p14:nvContentPartPr>
              <p14:xfrm>
                <a:off x="1975545" y="3503100"/>
                <a:ext cx="76680" cy="17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DF65139-77FB-8455-B336-A9E00611238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966545" y="3494460"/>
                  <a:ext cx="943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F39782A-C131-9080-DCA9-619763A730FA}"/>
                    </a:ext>
                  </a:extLst>
                </p14:cNvPr>
                <p14:cNvContentPartPr/>
                <p14:nvPr/>
              </p14:nvContentPartPr>
              <p14:xfrm>
                <a:off x="2114505" y="3496620"/>
                <a:ext cx="164880" cy="3283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F39782A-C131-9080-DCA9-619763A730F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105505" y="3487620"/>
                  <a:ext cx="1825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1FC9152-4D85-39CE-ED52-DB014076F006}"/>
                    </a:ext>
                  </a:extLst>
                </p14:cNvPr>
                <p14:cNvContentPartPr/>
                <p14:nvPr/>
              </p14:nvContentPartPr>
              <p14:xfrm>
                <a:off x="2385585" y="3437940"/>
                <a:ext cx="65520" cy="419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1FC9152-4D85-39CE-ED52-DB014076F00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376585" y="3429300"/>
                  <a:ext cx="8316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6D4C84A-FA2C-A272-6A3E-4D109A6AD8F9}"/>
                    </a:ext>
                  </a:extLst>
                </p14:cNvPr>
                <p14:cNvContentPartPr/>
                <p14:nvPr/>
              </p14:nvContentPartPr>
              <p14:xfrm>
                <a:off x="2369745" y="3442260"/>
                <a:ext cx="428040" cy="317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6D4C84A-FA2C-A272-6A3E-4D109A6AD8F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360745" y="3433620"/>
                  <a:ext cx="4456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453A90F-0CAD-C8A4-EEE1-57E74000CDA6}"/>
                    </a:ext>
                  </a:extLst>
                </p14:cNvPr>
                <p14:cNvContentPartPr/>
                <p14:nvPr/>
              </p14:nvContentPartPr>
              <p14:xfrm>
                <a:off x="2677185" y="3534420"/>
                <a:ext cx="243000" cy="195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453A90F-0CAD-C8A4-EEE1-57E74000CDA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668545" y="3525780"/>
                  <a:ext cx="2606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27B897D-F935-9070-78A4-A28ED2026AED}"/>
                    </a:ext>
                  </a:extLst>
                </p14:cNvPr>
                <p14:cNvContentPartPr/>
                <p14:nvPr/>
              </p14:nvContentPartPr>
              <p14:xfrm>
                <a:off x="775305" y="4159740"/>
                <a:ext cx="211680" cy="39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27B897D-F935-9070-78A4-A28ED2026AE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66305" y="4151100"/>
                  <a:ext cx="229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D604E54-3692-C8F4-5364-1CD2CAB301D3}"/>
                    </a:ext>
                  </a:extLst>
                </p14:cNvPr>
                <p14:cNvContentPartPr/>
                <p14:nvPr/>
              </p14:nvContentPartPr>
              <p14:xfrm>
                <a:off x="824985" y="4058580"/>
                <a:ext cx="272520" cy="389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D604E54-3692-C8F4-5364-1CD2CAB301D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16345" y="4049580"/>
                  <a:ext cx="29016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F0CBC62-367E-18C3-3C31-704E131C474C}"/>
                    </a:ext>
                  </a:extLst>
                </p14:cNvPr>
                <p14:cNvContentPartPr/>
                <p14:nvPr/>
              </p14:nvContentPartPr>
              <p14:xfrm>
                <a:off x="1098585" y="3977940"/>
                <a:ext cx="277200" cy="419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F0CBC62-367E-18C3-3C31-704E131C474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89585" y="3968940"/>
                  <a:ext cx="2948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07D9134-9BE9-05A3-3DF5-B2AED6E86E20}"/>
                    </a:ext>
                  </a:extLst>
                </p14:cNvPr>
                <p14:cNvContentPartPr/>
                <p14:nvPr/>
              </p14:nvContentPartPr>
              <p14:xfrm>
                <a:off x="1389825" y="4042380"/>
                <a:ext cx="205560" cy="365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07D9134-9BE9-05A3-3DF5-B2AED6E86E2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380825" y="4033740"/>
                  <a:ext cx="2232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6C40E5B-66EB-67E6-DC48-5CC0023811AE}"/>
                    </a:ext>
                  </a:extLst>
                </p14:cNvPr>
                <p14:cNvContentPartPr/>
                <p14:nvPr/>
              </p14:nvContentPartPr>
              <p14:xfrm>
                <a:off x="1704825" y="4006380"/>
                <a:ext cx="441000" cy="352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6C40E5B-66EB-67E6-DC48-5CC0023811A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696185" y="3997380"/>
                  <a:ext cx="45864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9F492A7-1287-14F3-0146-06301F6A19C3}"/>
                    </a:ext>
                  </a:extLst>
                </p14:cNvPr>
                <p14:cNvContentPartPr/>
                <p14:nvPr/>
              </p14:nvContentPartPr>
              <p14:xfrm>
                <a:off x="2372625" y="4130940"/>
                <a:ext cx="246960" cy="71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9F492A7-1287-14F3-0146-06301F6A19C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363985" y="4122300"/>
                  <a:ext cx="2646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0D5EF77-C131-E3D3-78BA-7FD498097FFF}"/>
                    </a:ext>
                  </a:extLst>
                </p14:cNvPr>
                <p14:cNvContentPartPr/>
                <p14:nvPr/>
              </p14:nvContentPartPr>
              <p14:xfrm>
                <a:off x="2632905" y="3898020"/>
                <a:ext cx="96840" cy="400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0D5EF77-C131-E3D3-78BA-7FD498097FF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623905" y="3889380"/>
                  <a:ext cx="11448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030058E-9E92-1DCE-2D9B-2E85B1A27663}"/>
                    </a:ext>
                  </a:extLst>
                </p14:cNvPr>
                <p14:cNvContentPartPr/>
                <p14:nvPr/>
              </p14:nvContentPartPr>
              <p14:xfrm>
                <a:off x="2759265" y="3901620"/>
                <a:ext cx="804240" cy="390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030058E-9E92-1DCE-2D9B-2E85B1A2766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750625" y="3892980"/>
                  <a:ext cx="82188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4351812-024B-71BD-F07B-159F5F73FBCD}"/>
                    </a:ext>
                  </a:extLst>
                </p14:cNvPr>
                <p14:cNvContentPartPr/>
                <p14:nvPr/>
              </p14:nvContentPartPr>
              <p14:xfrm>
                <a:off x="3470265" y="3963540"/>
                <a:ext cx="193680" cy="212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4351812-024B-71BD-F07B-159F5F73FBC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461265" y="3954540"/>
                  <a:ext cx="21132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B7AF055-DCA5-1805-71EB-4BE7B9FD7267}"/>
              </a:ext>
            </a:extLst>
          </p:cNvPr>
          <p:cNvGrpSpPr/>
          <p:nvPr/>
        </p:nvGrpSpPr>
        <p:grpSpPr>
          <a:xfrm>
            <a:off x="4804065" y="539220"/>
            <a:ext cx="7148520" cy="5092920"/>
            <a:chOff x="4804065" y="539220"/>
            <a:chExt cx="7148520" cy="50929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5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136FB04-0EF9-A55C-F5E7-B8247A1C5387}"/>
                    </a:ext>
                  </a:extLst>
                </p14:cNvPr>
                <p14:cNvContentPartPr/>
                <p14:nvPr/>
              </p14:nvContentPartPr>
              <p14:xfrm>
                <a:off x="8235945" y="539220"/>
                <a:ext cx="326880" cy="5817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136FB04-0EF9-A55C-F5E7-B8247A1C538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227305" y="530580"/>
                  <a:ext cx="34452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5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6E1BA48-4131-C697-D82C-0154783871C5}"/>
                    </a:ext>
                  </a:extLst>
                </p14:cNvPr>
                <p14:cNvContentPartPr/>
                <p14:nvPr/>
              </p14:nvContentPartPr>
              <p14:xfrm>
                <a:off x="8607465" y="656580"/>
                <a:ext cx="1350000" cy="376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6E1BA48-4131-C697-D82C-0154783871C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598825" y="647580"/>
                  <a:ext cx="136764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5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ACB8E44-A703-88B2-412E-FA01AE774216}"/>
                    </a:ext>
                  </a:extLst>
                </p14:cNvPr>
                <p14:cNvContentPartPr/>
                <p14:nvPr/>
              </p14:nvContentPartPr>
              <p14:xfrm>
                <a:off x="9849105" y="601140"/>
                <a:ext cx="270360" cy="311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ACB8E44-A703-88B2-412E-FA01AE77421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840105" y="592500"/>
                  <a:ext cx="2880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5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C7E7872-16EA-CD2E-FFE0-11179E9A18FA}"/>
                    </a:ext>
                  </a:extLst>
                </p14:cNvPr>
                <p14:cNvContentPartPr/>
                <p14:nvPr/>
              </p14:nvContentPartPr>
              <p14:xfrm>
                <a:off x="8561385" y="749100"/>
                <a:ext cx="1966320" cy="439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C7E7872-16EA-CD2E-FFE0-11179E9A18F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552385" y="740460"/>
                  <a:ext cx="198396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5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C23B03A-EC76-C986-F3C8-8D0F5D5CF003}"/>
                    </a:ext>
                  </a:extLst>
                </p14:cNvPr>
                <p14:cNvContentPartPr/>
                <p14:nvPr/>
              </p14:nvContentPartPr>
              <p14:xfrm>
                <a:off x="9364545" y="1245180"/>
                <a:ext cx="404640" cy="1015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C23B03A-EC76-C986-F3C8-8D0F5D5CF00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355545" y="1236180"/>
                  <a:ext cx="42228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A88ECB3-34B4-ADF5-AF3D-3B08F1D82CA5}"/>
                    </a:ext>
                  </a:extLst>
                </p14:cNvPr>
                <p14:cNvContentPartPr/>
                <p14:nvPr/>
              </p14:nvContentPartPr>
              <p14:xfrm>
                <a:off x="9871065" y="1390620"/>
                <a:ext cx="386640" cy="641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A88ECB3-34B4-ADF5-AF3D-3B08F1D82CA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862065" y="1381980"/>
                  <a:ext cx="40428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8163309-A1F4-E635-66A0-9AF8E1BCA489}"/>
                    </a:ext>
                  </a:extLst>
                </p14:cNvPr>
                <p14:cNvContentPartPr/>
                <p14:nvPr/>
              </p14:nvContentPartPr>
              <p14:xfrm>
                <a:off x="10300545" y="1425180"/>
                <a:ext cx="359280" cy="453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8163309-A1F4-E635-66A0-9AF8E1BCA48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291545" y="1416180"/>
                  <a:ext cx="37692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80C032A-DC85-6E5B-6621-1D5FB472B83A}"/>
                    </a:ext>
                  </a:extLst>
                </p14:cNvPr>
                <p14:cNvContentPartPr/>
                <p14:nvPr/>
              </p14:nvContentPartPr>
              <p14:xfrm>
                <a:off x="10463625" y="1444620"/>
                <a:ext cx="991080" cy="304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80C032A-DC85-6E5B-6621-1D5FB472B83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454625" y="1435620"/>
                  <a:ext cx="10087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134D136-3732-5BB0-B457-222DDEAD6EA0}"/>
                    </a:ext>
                  </a:extLst>
                </p14:cNvPr>
                <p14:cNvContentPartPr/>
                <p14:nvPr/>
              </p14:nvContentPartPr>
              <p14:xfrm>
                <a:off x="9478305" y="1767540"/>
                <a:ext cx="2074320" cy="611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134D136-3732-5BB0-B457-222DDEAD6EA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469665" y="1758540"/>
                  <a:ext cx="209196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678DB7D-01F9-9781-309E-DB1DD8B8A12B}"/>
                    </a:ext>
                  </a:extLst>
                </p14:cNvPr>
                <p14:cNvContentPartPr/>
                <p14:nvPr/>
              </p14:nvContentPartPr>
              <p14:xfrm>
                <a:off x="11483505" y="1152660"/>
                <a:ext cx="194400" cy="373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678DB7D-01F9-9781-309E-DB1DD8B8A12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474505" y="1144020"/>
                  <a:ext cx="2120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7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A4885EB-E53D-CAF9-9B6D-74DD87BF231C}"/>
                    </a:ext>
                  </a:extLst>
                </p14:cNvPr>
                <p14:cNvContentPartPr/>
                <p14:nvPr/>
              </p14:nvContentPartPr>
              <p14:xfrm>
                <a:off x="11630745" y="1246620"/>
                <a:ext cx="282960" cy="196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A4885EB-E53D-CAF9-9B6D-74DD87BF231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621745" y="1237980"/>
                  <a:ext cx="3006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7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FE8EAB1-3EAC-D7B3-7648-7068DE9820A1}"/>
                    </a:ext>
                  </a:extLst>
                </p14:cNvPr>
                <p14:cNvContentPartPr/>
                <p14:nvPr/>
              </p14:nvContentPartPr>
              <p14:xfrm>
                <a:off x="8336025" y="1157340"/>
                <a:ext cx="336240" cy="1913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FE8EAB1-3EAC-D7B3-7648-7068DE9820A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327385" y="1148340"/>
                  <a:ext cx="353880" cy="19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7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A95961A-35EC-9629-B52F-1CFD15E60852}"/>
                    </a:ext>
                  </a:extLst>
                </p14:cNvPr>
                <p14:cNvContentPartPr/>
                <p14:nvPr/>
              </p14:nvContentPartPr>
              <p14:xfrm>
                <a:off x="10009305" y="2263260"/>
                <a:ext cx="488160" cy="1101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A95961A-35EC-9629-B52F-1CFD15E6085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000665" y="2254620"/>
                  <a:ext cx="505800" cy="11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7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BC0C24D-A177-261C-BAAE-1CB2035A5945}"/>
                    </a:ext>
                  </a:extLst>
                </p14:cNvPr>
                <p14:cNvContentPartPr/>
                <p14:nvPr/>
              </p14:nvContentPartPr>
              <p14:xfrm>
                <a:off x="9952785" y="2692380"/>
                <a:ext cx="684720" cy="1179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BC0C24D-A177-261C-BAAE-1CB2035A594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944145" y="2683380"/>
                  <a:ext cx="702360" cy="1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7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C73BAA6-0376-EB89-757E-C3E226E8ED11}"/>
                    </a:ext>
                  </a:extLst>
                </p14:cNvPr>
                <p14:cNvContentPartPr/>
                <p14:nvPr/>
              </p14:nvContentPartPr>
              <p14:xfrm>
                <a:off x="8141985" y="2458380"/>
                <a:ext cx="614880" cy="768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C73BAA6-0376-EB89-757E-C3E226E8ED1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133345" y="2449380"/>
                  <a:ext cx="632520" cy="78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1DE66DD-75E7-6B13-07FD-60DF519136F4}"/>
                    </a:ext>
                  </a:extLst>
                </p14:cNvPr>
                <p14:cNvContentPartPr/>
                <p14:nvPr/>
              </p14:nvContentPartPr>
              <p14:xfrm>
                <a:off x="4951665" y="3599940"/>
                <a:ext cx="392040" cy="11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1DE66DD-75E7-6B13-07FD-60DF519136F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943025" y="3591300"/>
                  <a:ext cx="409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A51EF84-586F-B271-D73B-9CDE5765BFA7}"/>
                    </a:ext>
                  </a:extLst>
                </p14:cNvPr>
                <p14:cNvContentPartPr/>
                <p14:nvPr/>
              </p14:nvContentPartPr>
              <p14:xfrm>
                <a:off x="5160465" y="3436860"/>
                <a:ext cx="356400" cy="404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A51EF84-586F-B271-D73B-9CDE5765BFA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151465" y="3427860"/>
                  <a:ext cx="3740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7A2FA25-FC04-F63B-1337-7878714A0C0D}"/>
                    </a:ext>
                  </a:extLst>
                </p14:cNvPr>
                <p14:cNvContentPartPr/>
                <p14:nvPr/>
              </p14:nvContentPartPr>
              <p14:xfrm>
                <a:off x="5734665" y="3277380"/>
                <a:ext cx="392040" cy="563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7A2FA25-FC04-F63B-1337-7878714A0C0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726025" y="3268740"/>
                  <a:ext cx="40968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820C80C-9A25-FE17-32BE-D5E7C58E7074}"/>
                    </a:ext>
                  </a:extLst>
                </p14:cNvPr>
                <p14:cNvContentPartPr/>
                <p14:nvPr/>
              </p14:nvContentPartPr>
              <p14:xfrm>
                <a:off x="6162705" y="3521460"/>
                <a:ext cx="227880" cy="177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820C80C-9A25-FE17-32BE-D5E7C58E707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153705" y="3512820"/>
                  <a:ext cx="2455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6B275CA-6815-120D-8BF9-DB2065F22566}"/>
                    </a:ext>
                  </a:extLst>
                </p14:cNvPr>
                <p14:cNvContentPartPr/>
                <p14:nvPr/>
              </p14:nvContentPartPr>
              <p14:xfrm>
                <a:off x="6441345" y="3290700"/>
                <a:ext cx="45720" cy="5108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6B275CA-6815-120D-8BF9-DB2065F2256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432345" y="3281700"/>
                  <a:ext cx="6336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63A6872-6CFD-10F6-54ED-A7EE42C99AB8}"/>
                    </a:ext>
                  </a:extLst>
                </p14:cNvPr>
                <p14:cNvContentPartPr/>
                <p14:nvPr/>
              </p14:nvContentPartPr>
              <p14:xfrm>
                <a:off x="6193305" y="3516780"/>
                <a:ext cx="397800" cy="82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63A6872-6CFD-10F6-54ED-A7EE42C99AB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184305" y="3508140"/>
                  <a:ext cx="4154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1A6AB39-1225-9B03-B591-255EAF7207FB}"/>
                    </a:ext>
                  </a:extLst>
                </p14:cNvPr>
                <p14:cNvContentPartPr/>
                <p14:nvPr/>
              </p14:nvContentPartPr>
              <p14:xfrm>
                <a:off x="5565105" y="3262260"/>
                <a:ext cx="893160" cy="1962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1A6AB39-1225-9B03-B591-255EAF7207F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556105" y="3253620"/>
                  <a:ext cx="910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8211720-D245-CCD3-3720-4E08BE8767E9}"/>
                    </a:ext>
                  </a:extLst>
                </p14:cNvPr>
                <p14:cNvContentPartPr/>
                <p14:nvPr/>
              </p14:nvContentPartPr>
              <p14:xfrm>
                <a:off x="5860305" y="3453060"/>
                <a:ext cx="61920" cy="489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8211720-D245-CCD3-3720-4E08BE8767E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851665" y="3444060"/>
                  <a:ext cx="7956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F93E02A-AA99-9141-334C-1A99D26F72BB}"/>
                    </a:ext>
                  </a:extLst>
                </p14:cNvPr>
                <p14:cNvContentPartPr/>
                <p14:nvPr/>
              </p14:nvContentPartPr>
              <p14:xfrm>
                <a:off x="6055065" y="3548820"/>
                <a:ext cx="263520" cy="1746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F93E02A-AA99-9141-334C-1A99D26F72B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046065" y="3540180"/>
                  <a:ext cx="281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B60FF60-5029-F948-D4DB-4A970A7E093E}"/>
                    </a:ext>
                  </a:extLst>
                </p14:cNvPr>
                <p14:cNvContentPartPr/>
                <p14:nvPr/>
              </p14:nvContentPartPr>
              <p14:xfrm>
                <a:off x="6362505" y="3526140"/>
                <a:ext cx="600840" cy="2494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B60FF60-5029-F948-D4DB-4A970A7E093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353865" y="3517140"/>
                  <a:ext cx="6184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6EA23B1-69C3-82A7-C75A-71A2BBC1FFA8}"/>
                    </a:ext>
                  </a:extLst>
                </p14:cNvPr>
                <p14:cNvContentPartPr/>
                <p14:nvPr/>
              </p14:nvContentPartPr>
              <p14:xfrm>
                <a:off x="7157745" y="3320940"/>
                <a:ext cx="226080" cy="425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6EA23B1-69C3-82A7-C75A-71A2BBC1FFA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148745" y="3312300"/>
                  <a:ext cx="24372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C957319-5CD0-34C6-8C32-F6B1D0E4E6F0}"/>
                    </a:ext>
                  </a:extLst>
                </p14:cNvPr>
                <p14:cNvContentPartPr/>
                <p14:nvPr/>
              </p14:nvContentPartPr>
              <p14:xfrm>
                <a:off x="7380945" y="3357660"/>
                <a:ext cx="734760" cy="3830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C957319-5CD0-34C6-8C32-F6B1D0E4E6F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372305" y="3349020"/>
                  <a:ext cx="75240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28782B9-FDCD-750E-F2C7-78E65AF35E35}"/>
                    </a:ext>
                  </a:extLst>
                </p14:cNvPr>
                <p14:cNvContentPartPr/>
                <p14:nvPr/>
              </p14:nvContentPartPr>
              <p14:xfrm>
                <a:off x="5012865" y="4188540"/>
                <a:ext cx="307440" cy="608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28782B9-FDCD-750E-F2C7-78E65AF35E3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003865" y="4179540"/>
                  <a:ext cx="325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00A5416-57E4-6CED-EC1A-B43835CE1804}"/>
                    </a:ext>
                  </a:extLst>
                </p14:cNvPr>
                <p14:cNvContentPartPr/>
                <p14:nvPr/>
              </p14:nvContentPartPr>
              <p14:xfrm>
                <a:off x="5132385" y="4043100"/>
                <a:ext cx="369720" cy="4068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00A5416-57E4-6CED-EC1A-B43835CE180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123385" y="4034460"/>
                  <a:ext cx="38736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228DFAA-A244-652E-10EA-32586E6D94AB}"/>
                    </a:ext>
                  </a:extLst>
                </p14:cNvPr>
                <p14:cNvContentPartPr/>
                <p14:nvPr/>
              </p14:nvContentPartPr>
              <p14:xfrm>
                <a:off x="5632785" y="3943380"/>
                <a:ext cx="424440" cy="534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228DFAA-A244-652E-10EA-32586E6D94A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623785" y="3934740"/>
                  <a:ext cx="44208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0FE12D1-99DF-C4D0-C8C0-1B16F5EAB43F}"/>
                    </a:ext>
                  </a:extLst>
                </p14:cNvPr>
                <p14:cNvContentPartPr/>
                <p14:nvPr/>
              </p14:nvContentPartPr>
              <p14:xfrm>
                <a:off x="6082425" y="3995220"/>
                <a:ext cx="243720" cy="379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0FE12D1-99DF-C4D0-C8C0-1B16F5EAB43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073425" y="3986220"/>
                  <a:ext cx="26136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07E4C8B-2F65-82C2-BFDF-36635E462FF1}"/>
                    </a:ext>
                  </a:extLst>
                </p14:cNvPr>
                <p14:cNvContentPartPr/>
                <p14:nvPr/>
              </p14:nvContentPartPr>
              <p14:xfrm>
                <a:off x="6518745" y="3994140"/>
                <a:ext cx="595440" cy="310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07E4C8B-2F65-82C2-BFDF-36635E462FF1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510105" y="3985500"/>
                  <a:ext cx="6130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A7BF8E3-2462-DEE7-86C8-52E6A6C904A5}"/>
                    </a:ext>
                  </a:extLst>
                </p14:cNvPr>
                <p14:cNvContentPartPr/>
                <p14:nvPr/>
              </p14:nvContentPartPr>
              <p14:xfrm>
                <a:off x="7312545" y="4096740"/>
                <a:ext cx="301680" cy="446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A7BF8E3-2462-DEE7-86C8-52E6A6C904A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303545" y="4087740"/>
                  <a:ext cx="319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2717A7F-E4D1-3609-045D-7F82B9618A8F}"/>
                    </a:ext>
                  </a:extLst>
                </p14:cNvPr>
                <p14:cNvContentPartPr/>
                <p14:nvPr/>
              </p14:nvContentPartPr>
              <p14:xfrm>
                <a:off x="7693425" y="3865260"/>
                <a:ext cx="416880" cy="424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2717A7F-E4D1-3609-045D-7F82B9618A8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684425" y="3856260"/>
                  <a:ext cx="43452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0817943-A1C0-5C5D-65F3-F9AC6CA75D92}"/>
                    </a:ext>
                  </a:extLst>
                </p14:cNvPr>
                <p14:cNvContentPartPr/>
                <p14:nvPr/>
              </p14:nvContentPartPr>
              <p14:xfrm>
                <a:off x="8210745" y="3785340"/>
                <a:ext cx="210960" cy="364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0817943-A1C0-5C5D-65F3-F9AC6CA75D9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201745" y="3776700"/>
                  <a:ext cx="2286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5952E0D-94CD-31A5-6F4C-C79834D1D74F}"/>
                    </a:ext>
                  </a:extLst>
                </p14:cNvPr>
                <p14:cNvContentPartPr/>
                <p14:nvPr/>
              </p14:nvContentPartPr>
              <p14:xfrm>
                <a:off x="8464545" y="3777780"/>
                <a:ext cx="103320" cy="4089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5952E0D-94CD-31A5-6F4C-C79834D1D74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455545" y="3769140"/>
                  <a:ext cx="1209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6C3315A-1191-ED26-51BC-88691838CBC5}"/>
                    </a:ext>
                  </a:extLst>
                </p14:cNvPr>
                <p14:cNvContentPartPr/>
                <p14:nvPr/>
              </p14:nvContentPartPr>
              <p14:xfrm>
                <a:off x="8475345" y="3783540"/>
                <a:ext cx="225360" cy="15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6C3315A-1191-ED26-51BC-88691838CBC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466345" y="3774540"/>
                  <a:ext cx="243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143A6B2-C128-F506-58FC-745D5145E073}"/>
                    </a:ext>
                  </a:extLst>
                </p14:cNvPr>
                <p14:cNvContentPartPr/>
                <p14:nvPr/>
              </p14:nvContentPartPr>
              <p14:xfrm>
                <a:off x="8555265" y="3917460"/>
                <a:ext cx="138960" cy="64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143A6B2-C128-F506-58FC-745D5145E07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546265" y="3908820"/>
                  <a:ext cx="156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5531F65-1397-3B7A-2EA1-34FB45AD50D8}"/>
                    </a:ext>
                  </a:extLst>
                </p14:cNvPr>
                <p14:cNvContentPartPr/>
                <p14:nvPr/>
              </p14:nvContentPartPr>
              <p14:xfrm>
                <a:off x="8589825" y="3435060"/>
                <a:ext cx="447480" cy="9982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5531F65-1397-3B7A-2EA1-34FB45AD50D8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581185" y="3426060"/>
                  <a:ext cx="465120" cy="10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77D98F3-51A1-E2AA-DF30-72BE61D49050}"/>
                    </a:ext>
                  </a:extLst>
                </p14:cNvPr>
                <p14:cNvContentPartPr/>
                <p14:nvPr/>
              </p14:nvContentPartPr>
              <p14:xfrm>
                <a:off x="8889345" y="3854820"/>
                <a:ext cx="236880" cy="2430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77D98F3-51A1-E2AA-DF30-72BE61D4905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880345" y="3846180"/>
                  <a:ext cx="2545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FB742A2-332D-F92A-B15F-FD32D3245F04}"/>
                    </a:ext>
                  </a:extLst>
                </p14:cNvPr>
                <p14:cNvContentPartPr/>
                <p14:nvPr/>
              </p14:nvContentPartPr>
              <p14:xfrm>
                <a:off x="9039825" y="3873540"/>
                <a:ext cx="299520" cy="480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FB742A2-332D-F92A-B15F-FD32D3245F0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030825" y="3864540"/>
                  <a:ext cx="31716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9FF3EEF-7084-B0A2-172E-62EAB40EEA09}"/>
                    </a:ext>
                  </a:extLst>
                </p14:cNvPr>
                <p14:cNvContentPartPr/>
                <p14:nvPr/>
              </p14:nvContentPartPr>
              <p14:xfrm>
                <a:off x="9427545" y="3678060"/>
                <a:ext cx="1050480" cy="381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9FF3EEF-7084-B0A2-172E-62EAB40EEA0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418905" y="3669060"/>
                  <a:ext cx="106812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E4D62F8-3B77-02F2-56EA-96D02CB4C875}"/>
                    </a:ext>
                  </a:extLst>
                </p14:cNvPr>
                <p14:cNvContentPartPr/>
                <p14:nvPr/>
              </p14:nvContentPartPr>
              <p14:xfrm>
                <a:off x="10005705" y="3899820"/>
                <a:ext cx="737640" cy="11257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E4D62F8-3B77-02F2-56EA-96D02CB4C87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997065" y="3891180"/>
                  <a:ext cx="755280" cy="11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7D92F2B-6B05-E141-20F5-25EAAE839845}"/>
                    </a:ext>
                  </a:extLst>
                </p14:cNvPr>
                <p14:cNvContentPartPr/>
                <p14:nvPr/>
              </p14:nvContentPartPr>
              <p14:xfrm>
                <a:off x="10687545" y="3635220"/>
                <a:ext cx="1265040" cy="6854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7D92F2B-6B05-E141-20F5-25EAAE83984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678905" y="3626220"/>
                  <a:ext cx="128268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FECC27F-8090-8BB7-027E-D1D871C94C0B}"/>
                    </a:ext>
                  </a:extLst>
                </p14:cNvPr>
                <p14:cNvContentPartPr/>
                <p14:nvPr/>
              </p14:nvContentPartPr>
              <p14:xfrm>
                <a:off x="4999905" y="4706220"/>
                <a:ext cx="370440" cy="110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FECC27F-8090-8BB7-027E-D1D871C94C0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990905" y="4697220"/>
                  <a:ext cx="3880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0269D6A-F978-645C-EB39-C145DF1E4137}"/>
                    </a:ext>
                  </a:extLst>
                </p14:cNvPr>
                <p14:cNvContentPartPr/>
                <p14:nvPr/>
              </p14:nvContentPartPr>
              <p14:xfrm>
                <a:off x="5138145" y="4632060"/>
                <a:ext cx="391680" cy="472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0269D6A-F978-645C-EB39-C145DF1E4137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129505" y="4623060"/>
                  <a:ext cx="40932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4F75373-4B65-7BDC-72D9-FA05E4310A10}"/>
                    </a:ext>
                  </a:extLst>
                </p14:cNvPr>
                <p14:cNvContentPartPr/>
                <p14:nvPr/>
              </p14:nvContentPartPr>
              <p14:xfrm>
                <a:off x="4804065" y="3559260"/>
                <a:ext cx="163080" cy="20728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4F75373-4B65-7BDC-72D9-FA05E4310A1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795425" y="3550260"/>
                  <a:ext cx="180720" cy="20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83676B9-0277-9096-394E-9D48D129920A}"/>
                    </a:ext>
                  </a:extLst>
                </p14:cNvPr>
                <p14:cNvContentPartPr/>
                <p14:nvPr/>
              </p14:nvContentPartPr>
              <p14:xfrm>
                <a:off x="5700465" y="4601100"/>
                <a:ext cx="330120" cy="5900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83676B9-0277-9096-394E-9D48D129920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691465" y="4592100"/>
                  <a:ext cx="34776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027723D-1FDE-229F-CAA6-328D62F77C49}"/>
                    </a:ext>
                  </a:extLst>
                </p14:cNvPr>
                <p14:cNvContentPartPr/>
                <p14:nvPr/>
              </p14:nvContentPartPr>
              <p14:xfrm>
                <a:off x="6141825" y="4771020"/>
                <a:ext cx="342000" cy="2314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027723D-1FDE-229F-CAA6-328D62F77C4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133185" y="4762020"/>
                  <a:ext cx="3596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E9C9C86-BD1F-A00A-8CF4-A358B282D654}"/>
                    </a:ext>
                  </a:extLst>
                </p14:cNvPr>
                <p14:cNvContentPartPr/>
                <p14:nvPr/>
              </p14:nvContentPartPr>
              <p14:xfrm>
                <a:off x="6591465" y="4567260"/>
                <a:ext cx="306720" cy="4150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E9C9C86-BD1F-A00A-8CF4-A358B282D65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582465" y="4558620"/>
                  <a:ext cx="3243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F8B7027-C5FB-4540-685C-9E5603A76078}"/>
                    </a:ext>
                  </a:extLst>
                </p14:cNvPr>
                <p14:cNvContentPartPr/>
                <p14:nvPr/>
              </p14:nvContentPartPr>
              <p14:xfrm>
                <a:off x="6790905" y="4287900"/>
                <a:ext cx="399240" cy="680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F8B7027-C5FB-4540-685C-9E5603A7607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781905" y="4278900"/>
                  <a:ext cx="41688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C40964B-48E1-A633-D219-7A85573A0768}"/>
                    </a:ext>
                  </a:extLst>
                </p14:cNvPr>
                <p14:cNvContentPartPr/>
                <p14:nvPr/>
              </p14:nvContentPartPr>
              <p14:xfrm>
                <a:off x="7144785" y="4355580"/>
                <a:ext cx="748080" cy="5713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C40964B-48E1-A633-D219-7A85573A076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135785" y="4346940"/>
                  <a:ext cx="76572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7321EF7-C37B-C7DB-5A42-C394AB2C23CC}"/>
                    </a:ext>
                  </a:extLst>
                </p14:cNvPr>
                <p14:cNvContentPartPr/>
                <p14:nvPr/>
              </p14:nvContentPartPr>
              <p14:xfrm>
                <a:off x="6701265" y="4866780"/>
                <a:ext cx="1463040" cy="2563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7321EF7-C37B-C7DB-5A42-C394AB2C23C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692265" y="4857780"/>
                  <a:ext cx="1480680" cy="273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30441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314EEBA-A274-34BC-9F70-EAB41E840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A5D1C9B3-4E1F-A795-1E1F-EF854B6803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809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145F-CF69-3E26-DDA7-FD06D9B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46C7B286-289D-4229-9F71-E59C474B7C0B}"/>
              </a:ext>
            </a:extLst>
          </p:cNvPr>
          <p:cNvSpPr txBox="1">
            <a:spLocks/>
          </p:cNvSpPr>
          <p:nvPr/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b="1" dirty="0">
                <a:solidFill>
                  <a:srgbClr val="FF0000"/>
                </a:solidFill>
              </a:rPr>
              <a:t>End…</a:t>
            </a:r>
          </a:p>
        </p:txBody>
      </p:sp>
    </p:spTree>
    <p:extLst>
      <p:ext uri="{BB962C8B-B14F-4D97-AF65-F5344CB8AC3E}">
        <p14:creationId xmlns:p14="http://schemas.microsoft.com/office/powerpoint/2010/main" val="58382246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reamlin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3443</TotalTime>
  <Words>529</Words>
  <Application>Microsoft Office PowerPoint</Application>
  <PresentationFormat>On-screen Show (16:9)</PresentationFormat>
  <Paragraphs>90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Raleway</vt:lpstr>
      <vt:lpstr>Wingdings</vt:lpstr>
      <vt:lpstr>Arial</vt:lpstr>
      <vt:lpstr>ArialMT</vt:lpstr>
      <vt:lpstr>Lato</vt:lpstr>
      <vt:lpstr>Streamline</vt:lpstr>
      <vt:lpstr>1_Streamline</vt:lpstr>
      <vt:lpstr>PowerPoint Presentation</vt:lpstr>
      <vt:lpstr>Checkpoint</vt:lpstr>
      <vt:lpstr>Introduction to TimeSeries</vt:lpstr>
      <vt:lpstr>Introduction to Time Series </vt:lpstr>
      <vt:lpstr>Introduction to Time Series </vt:lpstr>
      <vt:lpstr>Introduction to Time Series </vt:lpstr>
      <vt:lpstr>Time Series Analysis with Stats Models </vt:lpstr>
      <vt:lpstr>Objectives of Time Series Analysis</vt:lpstr>
      <vt:lpstr>Time Series Analysis </vt:lpstr>
      <vt:lpstr>Components of a Time Series </vt:lpstr>
      <vt:lpstr>Trend </vt:lpstr>
      <vt:lpstr>Seasonal variations</vt:lpstr>
      <vt:lpstr>Cyclical variations </vt:lpstr>
      <vt:lpstr>Irregular variations</vt:lpstr>
      <vt:lpstr>ETS Decomposition</vt:lpstr>
      <vt:lpstr>MA</vt:lpstr>
      <vt:lpstr>Holt-Winters Methods</vt:lpstr>
      <vt:lpstr>General Forecasting Methods</vt:lpstr>
      <vt:lpstr>Difference </vt:lpstr>
      <vt:lpstr>Difference </vt:lpstr>
      <vt:lpstr>Introduction to Forecasting</vt:lpstr>
      <vt:lpstr>Introduction to Forecasting</vt:lpstr>
      <vt:lpstr>Introduction to Forecasting</vt:lpstr>
      <vt:lpstr>PROPHET Library</vt:lpstr>
      <vt:lpstr>Key Concepts</vt:lpstr>
      <vt:lpstr>Key Concepts</vt:lpstr>
      <vt:lpstr>Key Concepts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Aloo</dc:creator>
  <cp:lastModifiedBy>Christopher Aloo</cp:lastModifiedBy>
  <cp:revision>5</cp:revision>
  <dcterms:modified xsi:type="dcterms:W3CDTF">2025-04-03T17:45:59Z</dcterms:modified>
</cp:coreProperties>
</file>