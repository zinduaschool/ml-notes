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notesSlides/notesSlide5.xml" ContentType="application/vnd.openxmlformats-officedocument.presentationml.notesSlide+xml"/>
  <Override PartName="/ppt/ink/ink109.xml" ContentType="application/inkml+xml"/>
  <Override PartName="/ppt/ink/ink110.xml" ContentType="application/inkml+xml"/>
  <Override PartName="/ppt/notesSlides/notesSlide6.xml" ContentType="application/vnd.openxmlformats-officedocument.presentationml.notesSlide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notesSlides/notesSlide9.xml" ContentType="application/vnd.openxmlformats-officedocument.presentationml.notesSlide+xml"/>
  <Override PartName="/ppt/ink/ink209.xml" ContentType="application/inkml+xml"/>
  <Override PartName="/ppt/ink/ink210.xml" ContentType="application/inkml+xml"/>
  <Override PartName="/ppt/ink/ink211.xml" ContentType="application/inkml+xml"/>
  <Override PartName="/ppt/notesSlides/notesSlide10.xml" ContentType="application/vnd.openxmlformats-officedocument.presentationml.notesSlide+xml"/>
  <Override PartName="/ppt/ink/ink21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notesSlides/notesSlide13.xml" ContentType="application/vnd.openxmlformats-officedocument.presentationml.notesSlide+xml"/>
  <Override PartName="/ppt/ink/ink986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notesSlides/notesSlide16.xml" ContentType="application/vnd.openxmlformats-officedocument.presentationml.notesSlide+xml"/>
  <Override PartName="/ppt/ink/ink998.xml" ContentType="application/inkml+xml"/>
  <Override PartName="/ppt/ink/ink999.xml" ContentType="application/inkml+xml"/>
  <Override PartName="/ppt/notesSlides/notesSlide17.xml" ContentType="application/vnd.openxmlformats-officedocument.presentationml.notesSlide+xml"/>
  <Override PartName="/ppt/ink/ink1000.xml" ContentType="application/inkml+xml"/>
  <Override PartName="/ppt/notesSlides/notesSlide18.xml" ContentType="application/vnd.openxmlformats-officedocument.presentationml.notesSlide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notesSlides/notesSlide19.xml" ContentType="application/vnd.openxmlformats-officedocument.presentationml.notesSlide+xml"/>
  <Override PartName="/ppt/ink/ink103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30"/>
  </p:notesMasterIdLst>
  <p:sldIdLst>
    <p:sldId id="256" r:id="rId3"/>
    <p:sldId id="281" r:id="rId4"/>
    <p:sldId id="270" r:id="rId5"/>
    <p:sldId id="305" r:id="rId6"/>
    <p:sldId id="291" r:id="rId7"/>
    <p:sldId id="293" r:id="rId8"/>
    <p:sldId id="282" r:id="rId9"/>
    <p:sldId id="294" r:id="rId10"/>
    <p:sldId id="296" r:id="rId11"/>
    <p:sldId id="295" r:id="rId12"/>
    <p:sldId id="298" r:id="rId13"/>
    <p:sldId id="303" r:id="rId14"/>
    <p:sldId id="307" r:id="rId15"/>
    <p:sldId id="308" r:id="rId16"/>
    <p:sldId id="309" r:id="rId17"/>
    <p:sldId id="310" r:id="rId18"/>
    <p:sldId id="311" r:id="rId19"/>
    <p:sldId id="313" r:id="rId20"/>
    <p:sldId id="315" r:id="rId21"/>
    <p:sldId id="306" r:id="rId22"/>
    <p:sldId id="299" r:id="rId23"/>
    <p:sldId id="297" r:id="rId24"/>
    <p:sldId id="302" r:id="rId25"/>
    <p:sldId id="304" r:id="rId26"/>
    <p:sldId id="300" r:id="rId27"/>
    <p:sldId id="301" r:id="rId28"/>
    <p:sldId id="284" r:id="rId29"/>
  </p:sldIdLst>
  <p:sldSz cx="9144000" cy="5143500" type="screen16x9"/>
  <p:notesSz cx="6858000" cy="9144000"/>
  <p:embeddedFontLst>
    <p:embeddedFont>
      <p:font typeface="Lato" panose="020F0502020204030203" pitchFamily="34" charset="0"/>
      <p:regular r:id="rId31"/>
      <p:bold r:id="rId32"/>
      <p:italic r:id="rId33"/>
      <p:boldItalic r:id="rId34"/>
    </p:embeddedFont>
    <p:embeddedFont>
      <p:font typeface="Raleway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987F6F-D4EF-420F-86A8-4A23E89472B3}" v="291" dt="2025-07-10T18:03:43.4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61" autoAdjust="0"/>
  </p:normalViewPr>
  <p:slideViewPr>
    <p:cSldViewPr snapToGrid="0">
      <p:cViewPr varScale="1">
        <p:scale>
          <a:sx n="67" d="100"/>
          <a:sy n="67" d="100"/>
        </p:scale>
        <p:origin x="1260" y="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6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.fntdata"/><Relationship Id="rId44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Aloo" userId="81d139e4-1a74-45bd-a04a-64f94c7d37c9" providerId="ADAL" clId="{9627AA60-679E-4260-9463-79512AB817D8}"/>
    <pc:docChg chg="modSld">
      <pc:chgData name="Christopher Aloo" userId="81d139e4-1a74-45bd-a04a-64f94c7d37c9" providerId="ADAL" clId="{9627AA60-679E-4260-9463-79512AB817D8}" dt="2025-02-22T08:36:52.103" v="0"/>
      <pc:docMkLst>
        <pc:docMk/>
      </pc:docMkLst>
      <pc:sldChg chg="addSp">
        <pc:chgData name="Christopher Aloo" userId="81d139e4-1a74-45bd-a04a-64f94c7d37c9" providerId="ADAL" clId="{9627AA60-679E-4260-9463-79512AB817D8}" dt="2025-02-22T08:36:52.103" v="0"/>
        <pc:sldMkLst>
          <pc:docMk/>
          <pc:sldMk cId="555297024" sldId="291"/>
        </pc:sldMkLst>
      </pc:sldChg>
    </pc:docChg>
  </pc:docChgLst>
  <pc:docChgLst>
    <pc:chgData name="Christopher Aloo" userId="81d139e4-1a74-45bd-a04a-64f94c7d37c9" providerId="ADAL" clId="{E7987F6F-D4EF-420F-86A8-4A23E89472B3}"/>
    <pc:docChg chg="custSel addSld delSld modSld sldOrd">
      <pc:chgData name="Christopher Aloo" userId="81d139e4-1a74-45bd-a04a-64f94c7d37c9" providerId="ADAL" clId="{E7987F6F-D4EF-420F-86A8-4A23E89472B3}" dt="2025-07-10T18:16:51.702" v="1350" actId="47"/>
      <pc:docMkLst>
        <pc:docMk/>
      </pc:docMkLst>
      <pc:sldChg chg="addSp delSp modSp mod">
        <pc:chgData name="Christopher Aloo" userId="81d139e4-1a74-45bd-a04a-64f94c7d37c9" providerId="ADAL" clId="{E7987F6F-D4EF-420F-86A8-4A23E89472B3}" dt="2025-07-09T18:41:36.250" v="228"/>
        <pc:sldMkLst>
          <pc:docMk/>
          <pc:sldMk cId="305523129" sldId="293"/>
        </pc:sldMkLst>
        <pc:grpChg chg="mod">
          <ac:chgData name="Christopher Aloo" userId="81d139e4-1a74-45bd-a04a-64f94c7d37c9" providerId="ADAL" clId="{E7987F6F-D4EF-420F-86A8-4A23E89472B3}" dt="2025-07-09T18:39:27.208" v="132"/>
          <ac:grpSpMkLst>
            <pc:docMk/>
            <pc:sldMk cId="305523129" sldId="293"/>
            <ac:grpSpMk id="6" creationId="{A4DE8638-A514-5476-CFAD-3D1D80D2E2E2}"/>
          </ac:grpSpMkLst>
        </pc:grpChg>
        <pc:grpChg chg="del mod">
          <ac:chgData name="Christopher Aloo" userId="81d139e4-1a74-45bd-a04a-64f94c7d37c9" providerId="ADAL" clId="{E7987F6F-D4EF-420F-86A8-4A23E89472B3}" dt="2025-07-09T18:41:12.746" v="208"/>
          <ac:grpSpMkLst>
            <pc:docMk/>
            <pc:sldMk cId="305523129" sldId="293"/>
            <ac:grpSpMk id="13" creationId="{242321DD-AB4D-19DE-9A8E-99F98CD2A31E}"/>
          </ac:grpSpMkLst>
        </pc:grpChg>
        <pc:grpChg chg="del mod">
          <ac:chgData name="Christopher Aloo" userId="81d139e4-1a74-45bd-a04a-64f94c7d37c9" providerId="ADAL" clId="{E7987F6F-D4EF-420F-86A8-4A23E89472B3}" dt="2025-07-09T18:40:25.483" v="186"/>
          <ac:grpSpMkLst>
            <pc:docMk/>
            <pc:sldMk cId="305523129" sldId="293"/>
            <ac:grpSpMk id="19" creationId="{08322765-2B01-AAF0-5C6E-AB96E34455DD}"/>
          </ac:grpSpMkLst>
        </pc:grpChg>
        <pc:grpChg chg="mod">
          <ac:chgData name="Christopher Aloo" userId="81d139e4-1a74-45bd-a04a-64f94c7d37c9" providerId="ADAL" clId="{E7987F6F-D4EF-420F-86A8-4A23E89472B3}" dt="2025-07-09T18:39:50.319" v="152"/>
          <ac:grpSpMkLst>
            <pc:docMk/>
            <pc:sldMk cId="305523129" sldId="293"/>
            <ac:grpSpMk id="26" creationId="{6EE871A7-BF5C-0D37-6B68-72CEC6DA9466}"/>
          </ac:grpSpMkLst>
        </pc:grpChg>
        <pc:grpChg chg="del mod">
          <ac:chgData name="Christopher Aloo" userId="81d139e4-1a74-45bd-a04a-64f94c7d37c9" providerId="ADAL" clId="{E7987F6F-D4EF-420F-86A8-4A23E89472B3}" dt="2025-07-09T18:40:00.465" v="159"/>
          <ac:grpSpMkLst>
            <pc:docMk/>
            <pc:sldMk cId="305523129" sldId="293"/>
            <ac:grpSpMk id="29" creationId="{F5FA45F5-F882-AB0A-EDCB-4D3024E5C25E}"/>
          </ac:grpSpMkLst>
        </pc:grpChg>
        <pc:grpChg chg="del mod">
          <ac:chgData name="Christopher Aloo" userId="81d139e4-1a74-45bd-a04a-64f94c7d37c9" providerId="ADAL" clId="{E7987F6F-D4EF-420F-86A8-4A23E89472B3}" dt="2025-07-09T18:40:18.708" v="172"/>
          <ac:grpSpMkLst>
            <pc:docMk/>
            <pc:sldMk cId="305523129" sldId="293"/>
            <ac:grpSpMk id="33" creationId="{78C520FF-A910-7C5F-3AC4-30309BBD27D0}"/>
          </ac:grpSpMkLst>
        </pc:grpChg>
        <pc:grpChg chg="del mod">
          <ac:chgData name="Christopher Aloo" userId="81d139e4-1a74-45bd-a04a-64f94c7d37c9" providerId="ADAL" clId="{E7987F6F-D4EF-420F-86A8-4A23E89472B3}" dt="2025-07-09T18:40:18.708" v="172"/>
          <ac:grpSpMkLst>
            <pc:docMk/>
            <pc:sldMk cId="305523129" sldId="293"/>
            <ac:grpSpMk id="36" creationId="{B07B3DC8-7B70-C142-AA1A-F735CD39F7C5}"/>
          </ac:grpSpMkLst>
        </pc:grpChg>
        <pc:grpChg chg="mod">
          <ac:chgData name="Christopher Aloo" userId="81d139e4-1a74-45bd-a04a-64f94c7d37c9" providerId="ADAL" clId="{E7987F6F-D4EF-420F-86A8-4A23E89472B3}" dt="2025-07-09T18:40:18.708" v="172"/>
          <ac:grpSpMkLst>
            <pc:docMk/>
            <pc:sldMk cId="305523129" sldId="293"/>
            <ac:grpSpMk id="44" creationId="{283F2E9D-DFD1-4864-826F-DB26D259E273}"/>
          </ac:grpSpMkLst>
        </pc:grpChg>
        <pc:grpChg chg="del mod">
          <ac:chgData name="Christopher Aloo" userId="81d139e4-1a74-45bd-a04a-64f94c7d37c9" providerId="ADAL" clId="{E7987F6F-D4EF-420F-86A8-4A23E89472B3}" dt="2025-07-09T18:40:25.483" v="186"/>
          <ac:grpSpMkLst>
            <pc:docMk/>
            <pc:sldMk cId="305523129" sldId="293"/>
            <ac:grpSpMk id="45" creationId="{65DBA12A-9B94-9277-C900-B7B449FD100E}"/>
          </ac:grpSpMkLst>
        </pc:grpChg>
        <pc:grpChg chg="mod">
          <ac:chgData name="Christopher Aloo" userId="81d139e4-1a74-45bd-a04a-64f94c7d37c9" providerId="ADAL" clId="{E7987F6F-D4EF-420F-86A8-4A23E89472B3}" dt="2025-07-09T18:40:24.106" v="183"/>
          <ac:grpSpMkLst>
            <pc:docMk/>
            <pc:sldMk cId="305523129" sldId="293"/>
            <ac:grpSpMk id="56" creationId="{8AF19CD8-5AAF-F030-D679-DF0EB5F1A009}"/>
          </ac:grpSpMkLst>
        </pc:grpChg>
        <pc:grpChg chg="del mod">
          <ac:chgData name="Christopher Aloo" userId="81d139e4-1a74-45bd-a04a-64f94c7d37c9" providerId="ADAL" clId="{E7987F6F-D4EF-420F-86A8-4A23E89472B3}" dt="2025-07-09T18:40:25.483" v="186"/>
          <ac:grpSpMkLst>
            <pc:docMk/>
            <pc:sldMk cId="305523129" sldId="293"/>
            <ac:grpSpMk id="57" creationId="{12DAE3D6-E622-EEBA-C35F-AD97600051F5}"/>
          </ac:grpSpMkLst>
        </pc:grpChg>
        <pc:grpChg chg="mod">
          <ac:chgData name="Christopher Aloo" userId="81d139e4-1a74-45bd-a04a-64f94c7d37c9" providerId="ADAL" clId="{E7987F6F-D4EF-420F-86A8-4A23E89472B3}" dt="2025-07-09T18:40:25.483" v="186"/>
          <ac:grpSpMkLst>
            <pc:docMk/>
            <pc:sldMk cId="305523129" sldId="293"/>
            <ac:grpSpMk id="60" creationId="{FA75488D-C605-8202-87BA-4462F7F2C87A}"/>
          </ac:grpSpMkLst>
        </pc:grpChg>
        <pc:grpChg chg="del mod">
          <ac:chgData name="Christopher Aloo" userId="81d139e4-1a74-45bd-a04a-64f94c7d37c9" providerId="ADAL" clId="{E7987F6F-D4EF-420F-86A8-4A23E89472B3}" dt="2025-07-09T18:40:53.340" v="197"/>
          <ac:grpSpMkLst>
            <pc:docMk/>
            <pc:sldMk cId="305523129" sldId="293"/>
            <ac:grpSpMk id="61" creationId="{7B8B5284-4380-8532-ACB5-07F1B6B019AC}"/>
          </ac:grpSpMkLst>
        </pc:grpChg>
        <pc:grpChg chg="mod">
          <ac:chgData name="Christopher Aloo" userId="81d139e4-1a74-45bd-a04a-64f94c7d37c9" providerId="ADAL" clId="{E7987F6F-D4EF-420F-86A8-4A23E89472B3}" dt="2025-07-09T18:40:48.894" v="194"/>
          <ac:grpSpMkLst>
            <pc:docMk/>
            <pc:sldMk cId="305523129" sldId="293"/>
            <ac:grpSpMk id="69" creationId="{E3B5CDFB-B6AA-16D2-94FD-8F5678546759}"/>
          </ac:grpSpMkLst>
        </pc:grpChg>
        <pc:grpChg chg="del mod">
          <ac:chgData name="Christopher Aloo" userId="81d139e4-1a74-45bd-a04a-64f94c7d37c9" providerId="ADAL" clId="{E7987F6F-D4EF-420F-86A8-4A23E89472B3}" dt="2025-07-09T18:40:55.842" v="201"/>
          <ac:grpSpMkLst>
            <pc:docMk/>
            <pc:sldMk cId="305523129" sldId="293"/>
            <ac:grpSpMk id="72" creationId="{DF7861F1-5F9E-8AD6-7AA5-862B97B6F673}"/>
          </ac:grpSpMkLst>
        </pc:grpChg>
        <pc:grpChg chg="del mod">
          <ac:chgData name="Christopher Aloo" userId="81d139e4-1a74-45bd-a04a-64f94c7d37c9" providerId="ADAL" clId="{E7987F6F-D4EF-420F-86A8-4A23E89472B3}" dt="2025-07-09T18:41:22.473" v="215"/>
          <ac:grpSpMkLst>
            <pc:docMk/>
            <pc:sldMk cId="305523129" sldId="293"/>
            <ac:grpSpMk id="76" creationId="{8030A7C1-A849-41E5-A643-D072724BB1FD}"/>
          </ac:grpSpMkLst>
        </pc:grpChg>
        <pc:grpChg chg="del mod">
          <ac:chgData name="Christopher Aloo" userId="81d139e4-1a74-45bd-a04a-64f94c7d37c9" providerId="ADAL" clId="{E7987F6F-D4EF-420F-86A8-4A23E89472B3}" dt="2025-07-09T18:41:26.674" v="220"/>
          <ac:grpSpMkLst>
            <pc:docMk/>
            <pc:sldMk cId="305523129" sldId="293"/>
            <ac:grpSpMk id="83" creationId="{51C5A023-A84F-B0EE-1D48-B03E976D5105}"/>
          </ac:grpSpMkLst>
        </pc:grpChg>
        <pc:grpChg chg="mod">
          <ac:chgData name="Christopher Aloo" userId="81d139e4-1a74-45bd-a04a-64f94c7d37c9" providerId="ADAL" clId="{E7987F6F-D4EF-420F-86A8-4A23E89472B3}" dt="2025-07-09T18:41:19.014" v="212"/>
          <ac:grpSpMkLst>
            <pc:docMk/>
            <pc:sldMk cId="305523129" sldId="293"/>
            <ac:grpSpMk id="87" creationId="{847D354F-08A7-1E76-DC50-CFE12739C6A6}"/>
          </ac:grpSpMkLst>
        </pc:grpChg>
        <pc:grpChg chg="del mod">
          <ac:chgData name="Christopher Aloo" userId="81d139e4-1a74-45bd-a04a-64f94c7d37c9" providerId="ADAL" clId="{E7987F6F-D4EF-420F-86A8-4A23E89472B3}" dt="2025-07-09T18:41:25.380" v="218"/>
          <ac:grpSpMkLst>
            <pc:docMk/>
            <pc:sldMk cId="305523129" sldId="293"/>
            <ac:grpSpMk id="90" creationId="{8CCB8A39-4756-2B43-531D-CC6EB4F4554A}"/>
          </ac:grpSpMkLst>
        </pc:grpChg>
        <pc:grpChg chg="mod">
          <ac:chgData name="Christopher Aloo" userId="81d139e4-1a74-45bd-a04a-64f94c7d37c9" providerId="ADAL" clId="{E7987F6F-D4EF-420F-86A8-4A23E89472B3}" dt="2025-07-09T18:41:25.380" v="218"/>
          <ac:grpSpMkLst>
            <pc:docMk/>
            <pc:sldMk cId="305523129" sldId="293"/>
            <ac:grpSpMk id="93" creationId="{B9076158-4241-D6B9-4E92-0E75F226D58B}"/>
          </ac:grpSpMkLst>
        </pc:grpChg>
        <pc:grpChg chg="mod">
          <ac:chgData name="Christopher Aloo" userId="81d139e4-1a74-45bd-a04a-64f94c7d37c9" providerId="ADAL" clId="{E7987F6F-D4EF-420F-86A8-4A23E89472B3}" dt="2025-07-09T18:41:26.674" v="220"/>
          <ac:grpSpMkLst>
            <pc:docMk/>
            <pc:sldMk cId="305523129" sldId="293"/>
            <ac:grpSpMk id="95" creationId="{21EC9360-760B-3F1F-73A2-B8A3BBD55438}"/>
          </ac:grpSpMkLst>
        </pc:grpChg>
        <pc:grpChg chg="mod">
          <ac:chgData name="Christopher Aloo" userId="81d139e4-1a74-45bd-a04a-64f94c7d37c9" providerId="ADAL" clId="{E7987F6F-D4EF-420F-86A8-4A23E89472B3}" dt="2025-07-09T18:41:33.664" v="225"/>
          <ac:grpSpMkLst>
            <pc:docMk/>
            <pc:sldMk cId="305523129" sldId="293"/>
            <ac:grpSpMk id="100" creationId="{78B4F088-C373-FC24-9A27-D61EC431EC65}"/>
          </ac:grpSpMkLst>
        </pc:grpChg>
        <pc:grpChg chg="mod">
          <ac:chgData name="Christopher Aloo" userId="81d139e4-1a74-45bd-a04a-64f94c7d37c9" providerId="ADAL" clId="{E7987F6F-D4EF-420F-86A8-4A23E89472B3}" dt="2025-07-09T18:41:36.250" v="228"/>
          <ac:grpSpMkLst>
            <pc:docMk/>
            <pc:sldMk cId="305523129" sldId="293"/>
            <ac:grpSpMk id="103" creationId="{1C3FADA3-0DB5-5450-18C5-1DCCFF5A8A7E}"/>
          </ac:grpSpMkLst>
        </pc:grpChg>
        <pc:inkChg chg="add">
          <ac:chgData name="Christopher Aloo" userId="81d139e4-1a74-45bd-a04a-64f94c7d37c9" providerId="ADAL" clId="{E7987F6F-D4EF-420F-86A8-4A23E89472B3}" dt="2025-07-09T18:39:24.754" v="129" actId="9405"/>
          <ac:inkMkLst>
            <pc:docMk/>
            <pc:sldMk cId="305523129" sldId="293"/>
            <ac:inkMk id="3" creationId="{B4F57BE6-ECDB-B8AF-97E7-FE2C26D6AF3D}"/>
          </ac:inkMkLst>
        </pc:inkChg>
        <pc:inkChg chg="add mod">
          <ac:chgData name="Christopher Aloo" userId="81d139e4-1a74-45bd-a04a-64f94c7d37c9" providerId="ADAL" clId="{E7987F6F-D4EF-420F-86A8-4A23E89472B3}" dt="2025-07-09T18:39:27.208" v="132"/>
          <ac:inkMkLst>
            <pc:docMk/>
            <pc:sldMk cId="305523129" sldId="293"/>
            <ac:inkMk id="4" creationId="{63BCDFE4-02CE-82D6-76E8-F065F97F0094}"/>
          </ac:inkMkLst>
        </pc:inkChg>
        <pc:inkChg chg="add mod">
          <ac:chgData name="Christopher Aloo" userId="81d139e4-1a74-45bd-a04a-64f94c7d37c9" providerId="ADAL" clId="{E7987F6F-D4EF-420F-86A8-4A23E89472B3}" dt="2025-07-09T18:39:27.208" v="132"/>
          <ac:inkMkLst>
            <pc:docMk/>
            <pc:sldMk cId="305523129" sldId="293"/>
            <ac:inkMk id="5" creationId="{1DEEEDE2-AF6F-F438-D4E1-FC15085F8EE7}"/>
          </ac:inkMkLst>
        </pc:inkChg>
        <pc:inkChg chg="add">
          <ac:chgData name="Christopher Aloo" userId="81d139e4-1a74-45bd-a04a-64f94c7d37c9" providerId="ADAL" clId="{E7987F6F-D4EF-420F-86A8-4A23E89472B3}" dt="2025-07-09T18:39:34.105" v="133" actId="9405"/>
          <ac:inkMkLst>
            <pc:docMk/>
            <pc:sldMk cId="305523129" sldId="293"/>
            <ac:inkMk id="7" creationId="{350F5FA4-F79B-65DD-E0D0-4A714F0F9604}"/>
          </ac:inkMkLst>
        </pc:inkChg>
        <pc:inkChg chg="add">
          <ac:chgData name="Christopher Aloo" userId="81d139e4-1a74-45bd-a04a-64f94c7d37c9" providerId="ADAL" clId="{E7987F6F-D4EF-420F-86A8-4A23E89472B3}" dt="2025-07-09T18:39:35.422" v="134" actId="9405"/>
          <ac:inkMkLst>
            <pc:docMk/>
            <pc:sldMk cId="305523129" sldId="293"/>
            <ac:inkMk id="8" creationId="{D446CF06-AF5D-87A3-5C0C-4AA8E0E783D7}"/>
          </ac:inkMkLst>
        </pc:inkChg>
        <pc:inkChg chg="add mod">
          <ac:chgData name="Christopher Aloo" userId="81d139e4-1a74-45bd-a04a-64f94c7d37c9" providerId="ADAL" clId="{E7987F6F-D4EF-420F-86A8-4A23E89472B3}" dt="2025-07-09T18:41:26.674" v="220"/>
          <ac:inkMkLst>
            <pc:docMk/>
            <pc:sldMk cId="305523129" sldId="293"/>
            <ac:inkMk id="9" creationId="{E557D9D3-DFC6-A6C7-38A8-57CF9233E869}"/>
          </ac:inkMkLst>
        </pc:inkChg>
        <pc:inkChg chg="add mod">
          <ac:chgData name="Christopher Aloo" userId="81d139e4-1a74-45bd-a04a-64f94c7d37c9" providerId="ADAL" clId="{E7987F6F-D4EF-420F-86A8-4A23E89472B3}" dt="2025-07-09T18:41:26.674" v="220"/>
          <ac:inkMkLst>
            <pc:docMk/>
            <pc:sldMk cId="305523129" sldId="293"/>
            <ac:inkMk id="10" creationId="{60E734AA-7883-9754-D6C9-9CB0269614E1}"/>
          </ac:inkMkLst>
        </pc:inkChg>
        <pc:inkChg chg="add mod">
          <ac:chgData name="Christopher Aloo" userId="81d139e4-1a74-45bd-a04a-64f94c7d37c9" providerId="ADAL" clId="{E7987F6F-D4EF-420F-86A8-4A23E89472B3}" dt="2025-07-09T18:41:26.674" v="220"/>
          <ac:inkMkLst>
            <pc:docMk/>
            <pc:sldMk cId="305523129" sldId="293"/>
            <ac:inkMk id="11" creationId="{EB1E356B-7DB8-E340-B05E-93C4BB84783E}"/>
          </ac:inkMkLst>
        </pc:inkChg>
        <pc:inkChg chg="add">
          <ac:chgData name="Christopher Aloo" userId="81d139e4-1a74-45bd-a04a-64f94c7d37c9" providerId="ADAL" clId="{E7987F6F-D4EF-420F-86A8-4A23E89472B3}" dt="2025-07-09T18:39:38.721" v="138" actId="9405"/>
          <ac:inkMkLst>
            <pc:docMk/>
            <pc:sldMk cId="305523129" sldId="293"/>
            <ac:inkMk id="12" creationId="{C72C50F2-D409-D953-388C-26C70A816F5D}"/>
          </ac:inkMkLst>
        </pc:inkChg>
        <pc:inkChg chg="add mod">
          <ac:chgData name="Christopher Aloo" userId="81d139e4-1a74-45bd-a04a-64f94c7d37c9" providerId="ADAL" clId="{E7987F6F-D4EF-420F-86A8-4A23E89472B3}" dt="2025-07-09T18:40:25.483" v="186"/>
          <ac:inkMkLst>
            <pc:docMk/>
            <pc:sldMk cId="305523129" sldId="293"/>
            <ac:inkMk id="14" creationId="{692BE6B2-5388-F718-0120-8A66DC2C3101}"/>
          </ac:inkMkLst>
        </pc:inkChg>
        <pc:inkChg chg="add mod">
          <ac:chgData name="Christopher Aloo" userId="81d139e4-1a74-45bd-a04a-64f94c7d37c9" providerId="ADAL" clId="{E7987F6F-D4EF-420F-86A8-4A23E89472B3}" dt="2025-07-09T18:40:25.483" v="186"/>
          <ac:inkMkLst>
            <pc:docMk/>
            <pc:sldMk cId="305523129" sldId="293"/>
            <ac:inkMk id="15" creationId="{53A329E7-3F6A-C4CE-30FC-53A1629A0F8C}"/>
          </ac:inkMkLst>
        </pc:inkChg>
        <pc:inkChg chg="add mod">
          <ac:chgData name="Christopher Aloo" userId="81d139e4-1a74-45bd-a04a-64f94c7d37c9" providerId="ADAL" clId="{E7987F6F-D4EF-420F-86A8-4A23E89472B3}" dt="2025-07-09T18:40:25.483" v="186"/>
          <ac:inkMkLst>
            <pc:docMk/>
            <pc:sldMk cId="305523129" sldId="293"/>
            <ac:inkMk id="16" creationId="{5F58D971-5420-6B17-42AC-58588E6DAAE2}"/>
          </ac:inkMkLst>
        </pc:inkChg>
        <pc:inkChg chg="add mod">
          <ac:chgData name="Christopher Aloo" userId="81d139e4-1a74-45bd-a04a-64f94c7d37c9" providerId="ADAL" clId="{E7987F6F-D4EF-420F-86A8-4A23E89472B3}" dt="2025-07-09T18:39:45.473" v="145"/>
          <ac:inkMkLst>
            <pc:docMk/>
            <pc:sldMk cId="305523129" sldId="293"/>
            <ac:inkMk id="17" creationId="{FF96EAFA-AE19-A4FC-8F2C-C96F90686D11}"/>
          </ac:inkMkLst>
        </pc:inkChg>
        <pc:inkChg chg="add mod">
          <ac:chgData name="Christopher Aloo" userId="81d139e4-1a74-45bd-a04a-64f94c7d37c9" providerId="ADAL" clId="{E7987F6F-D4EF-420F-86A8-4A23E89472B3}" dt="2025-07-09T18:39:45.473" v="145"/>
          <ac:inkMkLst>
            <pc:docMk/>
            <pc:sldMk cId="305523129" sldId="293"/>
            <ac:inkMk id="18" creationId="{7A1C7330-5F69-EBA1-7ADA-AF93F829ACB6}"/>
          </ac:inkMkLst>
        </pc:inkChg>
        <pc:inkChg chg="add">
          <ac:chgData name="Christopher Aloo" userId="81d139e4-1a74-45bd-a04a-64f94c7d37c9" providerId="ADAL" clId="{E7987F6F-D4EF-420F-86A8-4A23E89472B3}" dt="2025-07-09T18:39:46.738" v="146" actId="9405"/>
          <ac:inkMkLst>
            <pc:docMk/>
            <pc:sldMk cId="305523129" sldId="293"/>
            <ac:inkMk id="20" creationId="{38062FB5-F36D-7CE8-62FE-A5DE1A7D7130}"/>
          </ac:inkMkLst>
        </pc:inkChg>
        <pc:inkChg chg="add">
          <ac:chgData name="Christopher Aloo" userId="81d139e4-1a74-45bd-a04a-64f94c7d37c9" providerId="ADAL" clId="{E7987F6F-D4EF-420F-86A8-4A23E89472B3}" dt="2025-07-09T18:39:47.255" v="147" actId="9405"/>
          <ac:inkMkLst>
            <pc:docMk/>
            <pc:sldMk cId="305523129" sldId="293"/>
            <ac:inkMk id="21" creationId="{85D2C9B9-7363-36D8-F8F1-EF8490C70D72}"/>
          </ac:inkMkLst>
        </pc:inkChg>
        <pc:inkChg chg="add">
          <ac:chgData name="Christopher Aloo" userId="81d139e4-1a74-45bd-a04a-64f94c7d37c9" providerId="ADAL" clId="{E7987F6F-D4EF-420F-86A8-4A23E89472B3}" dt="2025-07-09T18:39:48.168" v="148" actId="9405"/>
          <ac:inkMkLst>
            <pc:docMk/>
            <pc:sldMk cId="305523129" sldId="293"/>
            <ac:inkMk id="22" creationId="{239BC0A9-84C4-887C-AC85-5969811721EA}"/>
          </ac:inkMkLst>
        </pc:inkChg>
        <pc:inkChg chg="add mod">
          <ac:chgData name="Christopher Aloo" userId="81d139e4-1a74-45bd-a04a-64f94c7d37c9" providerId="ADAL" clId="{E7987F6F-D4EF-420F-86A8-4A23E89472B3}" dt="2025-07-09T18:39:50.319" v="152"/>
          <ac:inkMkLst>
            <pc:docMk/>
            <pc:sldMk cId="305523129" sldId="293"/>
            <ac:inkMk id="23" creationId="{9B1BB615-F45F-1582-5653-41186D6B6C89}"/>
          </ac:inkMkLst>
        </pc:inkChg>
        <pc:inkChg chg="add">
          <ac:chgData name="Christopher Aloo" userId="81d139e4-1a74-45bd-a04a-64f94c7d37c9" providerId="ADAL" clId="{E7987F6F-D4EF-420F-86A8-4A23E89472B3}" dt="2025-07-09T18:39:49.024" v="150" actId="9405"/>
          <ac:inkMkLst>
            <pc:docMk/>
            <pc:sldMk cId="305523129" sldId="293"/>
            <ac:inkMk id="24" creationId="{48739610-8470-9790-8AA0-914EB00B71A9}"/>
          </ac:inkMkLst>
        </pc:inkChg>
        <pc:inkChg chg="add mod">
          <ac:chgData name="Christopher Aloo" userId="81d139e4-1a74-45bd-a04a-64f94c7d37c9" providerId="ADAL" clId="{E7987F6F-D4EF-420F-86A8-4A23E89472B3}" dt="2025-07-09T18:39:50.319" v="152"/>
          <ac:inkMkLst>
            <pc:docMk/>
            <pc:sldMk cId="305523129" sldId="293"/>
            <ac:inkMk id="25" creationId="{B63D2A54-1B67-8DCA-8816-4C3BE7AECBD3}"/>
          </ac:inkMkLst>
        </pc:inkChg>
        <pc:inkChg chg="add mod">
          <ac:chgData name="Christopher Aloo" userId="81d139e4-1a74-45bd-a04a-64f94c7d37c9" providerId="ADAL" clId="{E7987F6F-D4EF-420F-86A8-4A23E89472B3}" dt="2025-07-09T18:40:18.708" v="172"/>
          <ac:inkMkLst>
            <pc:docMk/>
            <pc:sldMk cId="305523129" sldId="293"/>
            <ac:inkMk id="27" creationId="{CC4E6AAF-586C-E074-B2F5-9B1EED838D37}"/>
          </ac:inkMkLst>
        </pc:inkChg>
        <pc:inkChg chg="add mod">
          <ac:chgData name="Christopher Aloo" userId="81d139e4-1a74-45bd-a04a-64f94c7d37c9" providerId="ADAL" clId="{E7987F6F-D4EF-420F-86A8-4A23E89472B3}" dt="2025-07-09T18:40:55.842" v="201"/>
          <ac:inkMkLst>
            <pc:docMk/>
            <pc:sldMk cId="305523129" sldId="293"/>
            <ac:inkMk id="28" creationId="{23238F19-CB18-DE1B-4DEA-1B04E0827BB0}"/>
          </ac:inkMkLst>
        </pc:inkChg>
        <pc:inkChg chg="add mod">
          <ac:chgData name="Christopher Aloo" userId="81d139e4-1a74-45bd-a04a-64f94c7d37c9" providerId="ADAL" clId="{E7987F6F-D4EF-420F-86A8-4A23E89472B3}" dt="2025-07-09T18:40:05.830" v="161"/>
          <ac:inkMkLst>
            <pc:docMk/>
            <pc:sldMk cId="305523129" sldId="293"/>
            <ac:inkMk id="30" creationId="{80EA51D6-712C-AFCA-EC10-68818F1FE733}"/>
          </ac:inkMkLst>
        </pc:inkChg>
        <pc:inkChg chg="add del mod">
          <ac:chgData name="Christopher Aloo" userId="81d139e4-1a74-45bd-a04a-64f94c7d37c9" providerId="ADAL" clId="{E7987F6F-D4EF-420F-86A8-4A23E89472B3}" dt="2025-07-09T18:40:05.829" v="160"/>
          <ac:inkMkLst>
            <pc:docMk/>
            <pc:sldMk cId="305523129" sldId="293"/>
            <ac:inkMk id="31" creationId="{F4005946-68EB-D33F-F097-E07E67711202}"/>
          </ac:inkMkLst>
        </pc:inkChg>
        <pc:inkChg chg="add del mod">
          <ac:chgData name="Christopher Aloo" userId="81d139e4-1a74-45bd-a04a-64f94c7d37c9" providerId="ADAL" clId="{E7987F6F-D4EF-420F-86A8-4A23E89472B3}" dt="2025-07-09T18:40:05.830" v="161"/>
          <ac:inkMkLst>
            <pc:docMk/>
            <pc:sldMk cId="305523129" sldId="293"/>
            <ac:inkMk id="32" creationId="{03209472-3DBC-2735-0961-8A6795A56A96}"/>
          </ac:inkMkLst>
        </pc:inkChg>
        <pc:inkChg chg="add mod">
          <ac:chgData name="Christopher Aloo" userId="81d139e4-1a74-45bd-a04a-64f94c7d37c9" providerId="ADAL" clId="{E7987F6F-D4EF-420F-86A8-4A23E89472B3}" dt="2025-07-09T18:40:55.842" v="201"/>
          <ac:inkMkLst>
            <pc:docMk/>
            <pc:sldMk cId="305523129" sldId="293"/>
            <ac:inkMk id="34" creationId="{409873CC-3CAF-590E-EE26-914FFA91EEEB}"/>
          </ac:inkMkLst>
        </pc:inkChg>
        <pc:inkChg chg="add mod">
          <ac:chgData name="Christopher Aloo" userId="81d139e4-1a74-45bd-a04a-64f94c7d37c9" providerId="ADAL" clId="{E7987F6F-D4EF-420F-86A8-4A23E89472B3}" dt="2025-07-09T18:40:55.842" v="201"/>
          <ac:inkMkLst>
            <pc:docMk/>
            <pc:sldMk cId="305523129" sldId="293"/>
            <ac:inkMk id="35" creationId="{C8696FB3-7536-526E-CC98-43209DF96E5C}"/>
          </ac:inkMkLst>
        </pc:inkChg>
        <pc:inkChg chg="add mod">
          <ac:chgData name="Christopher Aloo" userId="81d139e4-1a74-45bd-a04a-64f94c7d37c9" providerId="ADAL" clId="{E7987F6F-D4EF-420F-86A8-4A23E89472B3}" dt="2025-07-09T18:41:25.380" v="218"/>
          <ac:inkMkLst>
            <pc:docMk/>
            <pc:sldMk cId="305523129" sldId="293"/>
            <ac:inkMk id="37" creationId="{71F16B68-84A9-786F-8F78-56BA1E37716D}"/>
          </ac:inkMkLst>
        </pc:inkChg>
        <pc:inkChg chg="add mod">
          <ac:chgData name="Christopher Aloo" userId="81d139e4-1a74-45bd-a04a-64f94c7d37c9" providerId="ADAL" clId="{E7987F6F-D4EF-420F-86A8-4A23E89472B3}" dt="2025-07-09T18:41:25.380" v="218"/>
          <ac:inkMkLst>
            <pc:docMk/>
            <pc:sldMk cId="305523129" sldId="293"/>
            <ac:inkMk id="38" creationId="{05FB5A80-755C-3195-B171-257A0068F2B4}"/>
          </ac:inkMkLst>
        </pc:inkChg>
        <pc:inkChg chg="add mod">
          <ac:chgData name="Christopher Aloo" userId="81d139e4-1a74-45bd-a04a-64f94c7d37c9" providerId="ADAL" clId="{E7987F6F-D4EF-420F-86A8-4A23E89472B3}" dt="2025-07-09T18:41:25.380" v="218"/>
          <ac:inkMkLst>
            <pc:docMk/>
            <pc:sldMk cId="305523129" sldId="293"/>
            <ac:inkMk id="39" creationId="{6122537E-7BEA-A3D3-3D05-0AE376EDAF35}"/>
          </ac:inkMkLst>
        </pc:inkChg>
        <pc:inkChg chg="add mod">
          <ac:chgData name="Christopher Aloo" userId="81d139e4-1a74-45bd-a04a-64f94c7d37c9" providerId="ADAL" clId="{E7987F6F-D4EF-420F-86A8-4A23E89472B3}" dt="2025-07-09T18:41:25.380" v="218"/>
          <ac:inkMkLst>
            <pc:docMk/>
            <pc:sldMk cId="305523129" sldId="293"/>
            <ac:inkMk id="40" creationId="{5B7976C5-D30A-F5CB-B44B-BE69E6EDBC1F}"/>
          </ac:inkMkLst>
        </pc:inkChg>
        <pc:inkChg chg="add mod">
          <ac:chgData name="Christopher Aloo" userId="81d139e4-1a74-45bd-a04a-64f94c7d37c9" providerId="ADAL" clId="{E7987F6F-D4EF-420F-86A8-4A23E89472B3}" dt="2025-07-09T18:40:18.708" v="172"/>
          <ac:inkMkLst>
            <pc:docMk/>
            <pc:sldMk cId="305523129" sldId="293"/>
            <ac:inkMk id="41" creationId="{EAD86159-5034-3124-BFE8-B8D99ED31E30}"/>
          </ac:inkMkLst>
        </pc:inkChg>
        <pc:inkChg chg="add mod">
          <ac:chgData name="Christopher Aloo" userId="81d139e4-1a74-45bd-a04a-64f94c7d37c9" providerId="ADAL" clId="{E7987F6F-D4EF-420F-86A8-4A23E89472B3}" dt="2025-07-09T18:40:18.708" v="172"/>
          <ac:inkMkLst>
            <pc:docMk/>
            <pc:sldMk cId="305523129" sldId="293"/>
            <ac:inkMk id="42" creationId="{D7F2ED50-6D0B-678D-DA61-785D72290D1D}"/>
          </ac:inkMkLst>
        </pc:inkChg>
        <pc:inkChg chg="add mod">
          <ac:chgData name="Christopher Aloo" userId="81d139e4-1a74-45bd-a04a-64f94c7d37c9" providerId="ADAL" clId="{E7987F6F-D4EF-420F-86A8-4A23E89472B3}" dt="2025-07-09T18:40:18.708" v="172"/>
          <ac:inkMkLst>
            <pc:docMk/>
            <pc:sldMk cId="305523129" sldId="293"/>
            <ac:inkMk id="43" creationId="{0674A864-0411-5519-6B30-9F133CC7C4BD}"/>
          </ac:inkMkLst>
        </pc:inkChg>
        <pc:inkChg chg="add mod">
          <ac:chgData name="Christopher Aloo" userId="81d139e4-1a74-45bd-a04a-64f94c7d37c9" providerId="ADAL" clId="{E7987F6F-D4EF-420F-86A8-4A23E89472B3}" dt="2025-07-09T18:40:55.842" v="201"/>
          <ac:inkMkLst>
            <pc:docMk/>
            <pc:sldMk cId="305523129" sldId="293"/>
            <ac:inkMk id="46" creationId="{CE8F75CB-0A49-DCD4-C5A2-1E7B622B157C}"/>
          </ac:inkMkLst>
        </pc:inkChg>
        <pc:inkChg chg="add">
          <ac:chgData name="Christopher Aloo" userId="81d139e4-1a74-45bd-a04a-64f94c7d37c9" providerId="ADAL" clId="{E7987F6F-D4EF-420F-86A8-4A23E89472B3}" dt="2025-07-09T18:40:20.259" v="174" actId="9405"/>
          <ac:inkMkLst>
            <pc:docMk/>
            <pc:sldMk cId="305523129" sldId="293"/>
            <ac:inkMk id="47" creationId="{6E9C2F47-D0F3-212A-3021-90FACF700F48}"/>
          </ac:inkMkLst>
        </pc:inkChg>
        <pc:inkChg chg="add mod">
          <ac:chgData name="Christopher Aloo" userId="81d139e4-1a74-45bd-a04a-64f94c7d37c9" providerId="ADAL" clId="{E7987F6F-D4EF-420F-86A8-4A23E89472B3}" dt="2025-07-09T18:40:53.340" v="197"/>
          <ac:inkMkLst>
            <pc:docMk/>
            <pc:sldMk cId="305523129" sldId="293"/>
            <ac:inkMk id="48" creationId="{0B01411C-8A67-B22C-3DC7-4743495F794C}"/>
          </ac:inkMkLst>
        </pc:inkChg>
        <pc:inkChg chg="add mod">
          <ac:chgData name="Christopher Aloo" userId="81d139e4-1a74-45bd-a04a-64f94c7d37c9" providerId="ADAL" clId="{E7987F6F-D4EF-420F-86A8-4A23E89472B3}" dt="2025-07-09T18:40:55.842" v="201"/>
          <ac:inkMkLst>
            <pc:docMk/>
            <pc:sldMk cId="305523129" sldId="293"/>
            <ac:inkMk id="49" creationId="{B62AAB5D-BC04-DA25-2CBE-3C4A195AE5D2}"/>
          </ac:inkMkLst>
        </pc:inkChg>
        <pc:inkChg chg="add mod">
          <ac:chgData name="Christopher Aloo" userId="81d139e4-1a74-45bd-a04a-64f94c7d37c9" providerId="ADAL" clId="{E7987F6F-D4EF-420F-86A8-4A23E89472B3}" dt="2025-07-09T18:40:24.106" v="183"/>
          <ac:inkMkLst>
            <pc:docMk/>
            <pc:sldMk cId="305523129" sldId="293"/>
            <ac:inkMk id="50" creationId="{0700C261-D397-D586-5619-C27E98AA2E6A}"/>
          </ac:inkMkLst>
        </pc:inkChg>
        <pc:inkChg chg="add">
          <ac:chgData name="Christopher Aloo" userId="81d139e4-1a74-45bd-a04a-64f94c7d37c9" providerId="ADAL" clId="{E7987F6F-D4EF-420F-86A8-4A23E89472B3}" dt="2025-07-09T18:40:22.130" v="178" actId="9405"/>
          <ac:inkMkLst>
            <pc:docMk/>
            <pc:sldMk cId="305523129" sldId="293"/>
            <ac:inkMk id="51" creationId="{D44E9E7C-8CAD-5C52-717E-BF09435BF8D5}"/>
          </ac:inkMkLst>
        </pc:inkChg>
        <pc:inkChg chg="add mod">
          <ac:chgData name="Christopher Aloo" userId="81d139e4-1a74-45bd-a04a-64f94c7d37c9" providerId="ADAL" clId="{E7987F6F-D4EF-420F-86A8-4A23E89472B3}" dt="2025-07-09T18:40:24.106" v="183"/>
          <ac:inkMkLst>
            <pc:docMk/>
            <pc:sldMk cId="305523129" sldId="293"/>
            <ac:inkMk id="52" creationId="{017A4F5E-3612-BB75-A652-48CAF9F47AF4}"/>
          </ac:inkMkLst>
        </pc:inkChg>
        <pc:inkChg chg="add mod">
          <ac:chgData name="Christopher Aloo" userId="81d139e4-1a74-45bd-a04a-64f94c7d37c9" providerId="ADAL" clId="{E7987F6F-D4EF-420F-86A8-4A23E89472B3}" dt="2025-07-09T18:40:24.106" v="183"/>
          <ac:inkMkLst>
            <pc:docMk/>
            <pc:sldMk cId="305523129" sldId="293"/>
            <ac:inkMk id="53" creationId="{96526CBB-F7AF-7286-275F-46993483F4E5}"/>
          </ac:inkMkLst>
        </pc:inkChg>
        <pc:inkChg chg="add mod">
          <ac:chgData name="Christopher Aloo" userId="81d139e4-1a74-45bd-a04a-64f94c7d37c9" providerId="ADAL" clId="{E7987F6F-D4EF-420F-86A8-4A23E89472B3}" dt="2025-07-09T18:40:24.106" v="183"/>
          <ac:inkMkLst>
            <pc:docMk/>
            <pc:sldMk cId="305523129" sldId="293"/>
            <ac:inkMk id="54" creationId="{7ACD445A-3DBF-12C3-C40D-26154864139C}"/>
          </ac:inkMkLst>
        </pc:inkChg>
        <pc:inkChg chg="add mod">
          <ac:chgData name="Christopher Aloo" userId="81d139e4-1a74-45bd-a04a-64f94c7d37c9" providerId="ADAL" clId="{E7987F6F-D4EF-420F-86A8-4A23E89472B3}" dt="2025-07-09T18:40:24.106" v="183"/>
          <ac:inkMkLst>
            <pc:docMk/>
            <pc:sldMk cId="305523129" sldId="293"/>
            <ac:inkMk id="55" creationId="{46D7F84B-1E61-DE88-A1B7-B407B0F274B9}"/>
          </ac:inkMkLst>
        </pc:inkChg>
        <pc:inkChg chg="add">
          <ac:chgData name="Christopher Aloo" userId="81d139e4-1a74-45bd-a04a-64f94c7d37c9" providerId="ADAL" clId="{E7987F6F-D4EF-420F-86A8-4A23E89472B3}" dt="2025-07-09T18:40:24.434" v="184" actId="9405"/>
          <ac:inkMkLst>
            <pc:docMk/>
            <pc:sldMk cId="305523129" sldId="293"/>
            <ac:inkMk id="58" creationId="{1D1341BC-D1E8-56F5-5966-7E9F0D36BDE8}"/>
          </ac:inkMkLst>
        </pc:inkChg>
        <pc:inkChg chg="add">
          <ac:chgData name="Christopher Aloo" userId="81d139e4-1a74-45bd-a04a-64f94c7d37c9" providerId="ADAL" clId="{E7987F6F-D4EF-420F-86A8-4A23E89472B3}" dt="2025-07-09T18:40:24.880" v="185" actId="9405"/>
          <ac:inkMkLst>
            <pc:docMk/>
            <pc:sldMk cId="305523129" sldId="293"/>
            <ac:inkMk id="59" creationId="{B8036EFA-1094-D9A5-F03D-7F8CC8C85ACB}"/>
          </ac:inkMkLst>
        </pc:inkChg>
        <pc:inkChg chg="add">
          <ac:chgData name="Christopher Aloo" userId="81d139e4-1a74-45bd-a04a-64f94c7d37c9" providerId="ADAL" clId="{E7987F6F-D4EF-420F-86A8-4A23E89472B3}" dt="2025-07-09T18:40:28.658" v="187" actId="9405"/>
          <ac:inkMkLst>
            <pc:docMk/>
            <pc:sldMk cId="305523129" sldId="293"/>
            <ac:inkMk id="62" creationId="{FD83A7AB-BB3F-B1CF-917F-0F7425B29695}"/>
          </ac:inkMkLst>
        </pc:inkChg>
        <pc:inkChg chg="add">
          <ac:chgData name="Christopher Aloo" userId="81d139e4-1a74-45bd-a04a-64f94c7d37c9" providerId="ADAL" clId="{E7987F6F-D4EF-420F-86A8-4A23E89472B3}" dt="2025-07-09T18:40:30.501" v="188" actId="9405"/>
          <ac:inkMkLst>
            <pc:docMk/>
            <pc:sldMk cId="305523129" sldId="293"/>
            <ac:inkMk id="63" creationId="{36D35CFF-F000-9FD8-12CB-D555B74DB3C4}"/>
          </ac:inkMkLst>
        </pc:inkChg>
        <pc:inkChg chg="add">
          <ac:chgData name="Christopher Aloo" userId="81d139e4-1a74-45bd-a04a-64f94c7d37c9" providerId="ADAL" clId="{E7987F6F-D4EF-420F-86A8-4A23E89472B3}" dt="2025-07-09T18:40:32.400" v="189" actId="9405"/>
          <ac:inkMkLst>
            <pc:docMk/>
            <pc:sldMk cId="305523129" sldId="293"/>
            <ac:inkMk id="64" creationId="{6490D2F9-6938-A656-C42C-AC83E70830C7}"/>
          </ac:inkMkLst>
        </pc:inkChg>
        <pc:inkChg chg="add">
          <ac:chgData name="Christopher Aloo" userId="81d139e4-1a74-45bd-a04a-64f94c7d37c9" providerId="ADAL" clId="{E7987F6F-D4EF-420F-86A8-4A23E89472B3}" dt="2025-07-09T18:40:35.343" v="190" actId="9405"/>
          <ac:inkMkLst>
            <pc:docMk/>
            <pc:sldMk cId="305523129" sldId="293"/>
            <ac:inkMk id="65" creationId="{7447615F-9D82-7DB1-DC83-2A0FEFC7C501}"/>
          </ac:inkMkLst>
        </pc:inkChg>
        <pc:inkChg chg="add">
          <ac:chgData name="Christopher Aloo" userId="81d139e4-1a74-45bd-a04a-64f94c7d37c9" providerId="ADAL" clId="{E7987F6F-D4EF-420F-86A8-4A23E89472B3}" dt="2025-07-09T18:40:39.816" v="191" actId="9405"/>
          <ac:inkMkLst>
            <pc:docMk/>
            <pc:sldMk cId="305523129" sldId="293"/>
            <ac:inkMk id="66" creationId="{339459E9-51DD-1AA4-4B70-D94D8B8BA2F5}"/>
          </ac:inkMkLst>
        </pc:inkChg>
        <pc:inkChg chg="add mod">
          <ac:chgData name="Christopher Aloo" userId="81d139e4-1a74-45bd-a04a-64f94c7d37c9" providerId="ADAL" clId="{E7987F6F-D4EF-420F-86A8-4A23E89472B3}" dt="2025-07-09T18:40:48.894" v="194"/>
          <ac:inkMkLst>
            <pc:docMk/>
            <pc:sldMk cId="305523129" sldId="293"/>
            <ac:inkMk id="67" creationId="{24925292-B122-9EAF-7016-3747F2BBD7D3}"/>
          </ac:inkMkLst>
        </pc:inkChg>
        <pc:inkChg chg="add mod">
          <ac:chgData name="Christopher Aloo" userId="81d139e4-1a74-45bd-a04a-64f94c7d37c9" providerId="ADAL" clId="{E7987F6F-D4EF-420F-86A8-4A23E89472B3}" dt="2025-07-09T18:40:48.894" v="194"/>
          <ac:inkMkLst>
            <pc:docMk/>
            <pc:sldMk cId="305523129" sldId="293"/>
            <ac:inkMk id="68" creationId="{41CE2D42-FC37-EB2D-9FFA-91FFFCAD3D26}"/>
          </ac:inkMkLst>
        </pc:inkChg>
        <pc:inkChg chg="add">
          <ac:chgData name="Christopher Aloo" userId="81d139e4-1a74-45bd-a04a-64f94c7d37c9" providerId="ADAL" clId="{E7987F6F-D4EF-420F-86A8-4A23E89472B3}" dt="2025-07-09T18:40:51.245" v="195" actId="9405"/>
          <ac:inkMkLst>
            <pc:docMk/>
            <pc:sldMk cId="305523129" sldId="293"/>
            <ac:inkMk id="70" creationId="{24355EE9-70A1-5823-B647-3A3A4A1443F0}"/>
          </ac:inkMkLst>
        </pc:inkChg>
        <pc:inkChg chg="add mod">
          <ac:chgData name="Christopher Aloo" userId="81d139e4-1a74-45bd-a04a-64f94c7d37c9" providerId="ADAL" clId="{E7987F6F-D4EF-420F-86A8-4A23E89472B3}" dt="2025-07-09T18:41:25.380" v="218"/>
          <ac:inkMkLst>
            <pc:docMk/>
            <pc:sldMk cId="305523129" sldId="293"/>
            <ac:inkMk id="71" creationId="{BD0330AF-4643-5117-61A6-33E0F0100903}"/>
          </ac:inkMkLst>
        </pc:inkChg>
        <pc:inkChg chg="add">
          <ac:chgData name="Christopher Aloo" userId="81d139e4-1a74-45bd-a04a-64f94c7d37c9" providerId="ADAL" clId="{E7987F6F-D4EF-420F-86A8-4A23E89472B3}" dt="2025-07-09T18:40:54.382" v="198" actId="9405"/>
          <ac:inkMkLst>
            <pc:docMk/>
            <pc:sldMk cId="305523129" sldId="293"/>
            <ac:inkMk id="73" creationId="{CDC00BAA-E14B-73A6-5FED-1392A270ABC3}"/>
          </ac:inkMkLst>
        </pc:inkChg>
        <pc:inkChg chg="add mod">
          <ac:chgData name="Christopher Aloo" userId="81d139e4-1a74-45bd-a04a-64f94c7d37c9" providerId="ADAL" clId="{E7987F6F-D4EF-420F-86A8-4A23E89472B3}" dt="2025-07-09T18:41:25.380" v="218"/>
          <ac:inkMkLst>
            <pc:docMk/>
            <pc:sldMk cId="305523129" sldId="293"/>
            <ac:inkMk id="74" creationId="{C10F0C81-64A0-884F-5AA7-447C6C7D9F54}"/>
          </ac:inkMkLst>
        </pc:inkChg>
        <pc:inkChg chg="add mod">
          <ac:chgData name="Christopher Aloo" userId="81d139e4-1a74-45bd-a04a-64f94c7d37c9" providerId="ADAL" clId="{E7987F6F-D4EF-420F-86A8-4A23E89472B3}" dt="2025-07-09T18:41:25.380" v="218"/>
          <ac:inkMkLst>
            <pc:docMk/>
            <pc:sldMk cId="305523129" sldId="293"/>
            <ac:inkMk id="75" creationId="{988B15E1-3BE9-EC0C-CCFB-B5CECC361F08}"/>
          </ac:inkMkLst>
        </pc:inkChg>
        <pc:inkChg chg="add">
          <ac:chgData name="Christopher Aloo" userId="81d139e4-1a74-45bd-a04a-64f94c7d37c9" providerId="ADAL" clId="{E7987F6F-D4EF-420F-86A8-4A23E89472B3}" dt="2025-07-09T18:41:03.564" v="202" actId="9405"/>
          <ac:inkMkLst>
            <pc:docMk/>
            <pc:sldMk cId="305523129" sldId="293"/>
            <ac:inkMk id="77" creationId="{25EAB01A-B80C-C4C3-085A-A62BC027D264}"/>
          </ac:inkMkLst>
        </pc:inkChg>
        <pc:inkChg chg="add">
          <ac:chgData name="Christopher Aloo" userId="81d139e4-1a74-45bd-a04a-64f94c7d37c9" providerId="ADAL" clId="{E7987F6F-D4EF-420F-86A8-4A23E89472B3}" dt="2025-07-09T18:41:06.976" v="203" actId="9405"/>
          <ac:inkMkLst>
            <pc:docMk/>
            <pc:sldMk cId="305523129" sldId="293"/>
            <ac:inkMk id="78" creationId="{4D0FBAF6-2427-70BE-9F46-6BDE00EDDF80}"/>
          </ac:inkMkLst>
        </pc:inkChg>
        <pc:inkChg chg="add">
          <ac:chgData name="Christopher Aloo" userId="81d139e4-1a74-45bd-a04a-64f94c7d37c9" providerId="ADAL" clId="{E7987F6F-D4EF-420F-86A8-4A23E89472B3}" dt="2025-07-09T18:41:07.705" v="204" actId="9405"/>
          <ac:inkMkLst>
            <pc:docMk/>
            <pc:sldMk cId="305523129" sldId="293"/>
            <ac:inkMk id="79" creationId="{2B7D691C-8ABF-160D-2D37-664010B62E3E}"/>
          </ac:inkMkLst>
        </pc:inkChg>
        <pc:inkChg chg="add">
          <ac:chgData name="Christopher Aloo" userId="81d139e4-1a74-45bd-a04a-64f94c7d37c9" providerId="ADAL" clId="{E7987F6F-D4EF-420F-86A8-4A23E89472B3}" dt="2025-07-09T18:41:08.971" v="205" actId="9405"/>
          <ac:inkMkLst>
            <pc:docMk/>
            <pc:sldMk cId="305523129" sldId="293"/>
            <ac:inkMk id="80" creationId="{BEA46A13-C12D-1B66-E2FD-788D20F182DB}"/>
          </ac:inkMkLst>
        </pc:inkChg>
        <pc:inkChg chg="add">
          <ac:chgData name="Christopher Aloo" userId="81d139e4-1a74-45bd-a04a-64f94c7d37c9" providerId="ADAL" clId="{E7987F6F-D4EF-420F-86A8-4A23E89472B3}" dt="2025-07-09T18:41:09.656" v="206" actId="9405"/>
          <ac:inkMkLst>
            <pc:docMk/>
            <pc:sldMk cId="305523129" sldId="293"/>
            <ac:inkMk id="81" creationId="{F8B1AE3C-AFC2-4184-58FA-0798AE075623}"/>
          </ac:inkMkLst>
        </pc:inkChg>
        <pc:inkChg chg="add mod">
          <ac:chgData name="Christopher Aloo" userId="81d139e4-1a74-45bd-a04a-64f94c7d37c9" providerId="ADAL" clId="{E7987F6F-D4EF-420F-86A8-4A23E89472B3}" dt="2025-07-09T18:41:26.674" v="220"/>
          <ac:inkMkLst>
            <pc:docMk/>
            <pc:sldMk cId="305523129" sldId="293"/>
            <ac:inkMk id="82" creationId="{AFEEDD3A-C3DF-F433-C70C-07406DB5AC54}"/>
          </ac:inkMkLst>
        </pc:inkChg>
        <pc:inkChg chg="add mod">
          <ac:chgData name="Christopher Aloo" userId="81d139e4-1a74-45bd-a04a-64f94c7d37c9" providerId="ADAL" clId="{E7987F6F-D4EF-420F-86A8-4A23E89472B3}" dt="2025-07-09T18:41:19.014" v="212"/>
          <ac:inkMkLst>
            <pc:docMk/>
            <pc:sldMk cId="305523129" sldId="293"/>
            <ac:inkMk id="84" creationId="{A3CAEF8F-37C0-D779-0158-C5B1A1D88F30}"/>
          </ac:inkMkLst>
        </pc:inkChg>
        <pc:inkChg chg="add mod">
          <ac:chgData name="Christopher Aloo" userId="81d139e4-1a74-45bd-a04a-64f94c7d37c9" providerId="ADAL" clId="{E7987F6F-D4EF-420F-86A8-4A23E89472B3}" dt="2025-07-09T18:41:19.014" v="212"/>
          <ac:inkMkLst>
            <pc:docMk/>
            <pc:sldMk cId="305523129" sldId="293"/>
            <ac:inkMk id="85" creationId="{E44994A2-F200-9D0E-C928-04ADC75C103B}"/>
          </ac:inkMkLst>
        </pc:inkChg>
        <pc:inkChg chg="add mod">
          <ac:chgData name="Christopher Aloo" userId="81d139e4-1a74-45bd-a04a-64f94c7d37c9" providerId="ADAL" clId="{E7987F6F-D4EF-420F-86A8-4A23E89472B3}" dt="2025-07-09T18:41:19.014" v="212"/>
          <ac:inkMkLst>
            <pc:docMk/>
            <pc:sldMk cId="305523129" sldId="293"/>
            <ac:inkMk id="86" creationId="{6D4C796B-E3FC-4429-6EF9-10EF3869A78B}"/>
          </ac:inkMkLst>
        </pc:inkChg>
        <pc:inkChg chg="add">
          <ac:chgData name="Christopher Aloo" userId="81d139e4-1a74-45bd-a04a-64f94c7d37c9" providerId="ADAL" clId="{E7987F6F-D4EF-420F-86A8-4A23E89472B3}" dt="2025-07-09T18:41:19.702" v="213" actId="9405"/>
          <ac:inkMkLst>
            <pc:docMk/>
            <pc:sldMk cId="305523129" sldId="293"/>
            <ac:inkMk id="88" creationId="{99FEF2D6-41B1-9647-8B1C-DEF593067FE9}"/>
          </ac:inkMkLst>
        </pc:inkChg>
        <pc:inkChg chg="add mod">
          <ac:chgData name="Christopher Aloo" userId="81d139e4-1a74-45bd-a04a-64f94c7d37c9" providerId="ADAL" clId="{E7987F6F-D4EF-420F-86A8-4A23E89472B3}" dt="2025-07-09T18:41:22.473" v="215"/>
          <ac:inkMkLst>
            <pc:docMk/>
            <pc:sldMk cId="305523129" sldId="293"/>
            <ac:inkMk id="89" creationId="{18292791-1D9C-F5D5-2FB9-10C4A9EC358C}"/>
          </ac:inkMkLst>
        </pc:inkChg>
        <pc:inkChg chg="add">
          <ac:chgData name="Christopher Aloo" userId="81d139e4-1a74-45bd-a04a-64f94c7d37c9" providerId="ADAL" clId="{E7987F6F-D4EF-420F-86A8-4A23E89472B3}" dt="2025-07-09T18:41:23.788" v="216" actId="9405"/>
          <ac:inkMkLst>
            <pc:docMk/>
            <pc:sldMk cId="305523129" sldId="293"/>
            <ac:inkMk id="91" creationId="{267E90F5-6D0A-4547-16A8-5E039F89CCF1}"/>
          </ac:inkMkLst>
        </pc:inkChg>
        <pc:inkChg chg="add mod">
          <ac:chgData name="Christopher Aloo" userId="81d139e4-1a74-45bd-a04a-64f94c7d37c9" providerId="ADAL" clId="{E7987F6F-D4EF-420F-86A8-4A23E89472B3}" dt="2025-07-09T18:41:25.380" v="218"/>
          <ac:inkMkLst>
            <pc:docMk/>
            <pc:sldMk cId="305523129" sldId="293"/>
            <ac:inkMk id="92" creationId="{569CF838-FFFB-723C-9E4A-3EBC813641AE}"/>
          </ac:inkMkLst>
        </pc:inkChg>
        <pc:inkChg chg="add mod">
          <ac:chgData name="Christopher Aloo" userId="81d139e4-1a74-45bd-a04a-64f94c7d37c9" providerId="ADAL" clId="{E7987F6F-D4EF-420F-86A8-4A23E89472B3}" dt="2025-07-09T18:41:26.674" v="220"/>
          <ac:inkMkLst>
            <pc:docMk/>
            <pc:sldMk cId="305523129" sldId="293"/>
            <ac:inkMk id="94" creationId="{9F929F20-0246-0C8A-2AEC-FC9504295121}"/>
          </ac:inkMkLst>
        </pc:inkChg>
        <pc:inkChg chg="add mod">
          <ac:chgData name="Christopher Aloo" userId="81d139e4-1a74-45bd-a04a-64f94c7d37c9" providerId="ADAL" clId="{E7987F6F-D4EF-420F-86A8-4A23E89472B3}" dt="2025-07-09T18:41:33.664" v="225"/>
          <ac:inkMkLst>
            <pc:docMk/>
            <pc:sldMk cId="305523129" sldId="293"/>
            <ac:inkMk id="96" creationId="{88CEA78D-A5E0-126E-0419-F72B70434DD7}"/>
          </ac:inkMkLst>
        </pc:inkChg>
        <pc:inkChg chg="add mod">
          <ac:chgData name="Christopher Aloo" userId="81d139e4-1a74-45bd-a04a-64f94c7d37c9" providerId="ADAL" clId="{E7987F6F-D4EF-420F-86A8-4A23E89472B3}" dt="2025-07-09T18:41:33.664" v="225"/>
          <ac:inkMkLst>
            <pc:docMk/>
            <pc:sldMk cId="305523129" sldId="293"/>
            <ac:inkMk id="97" creationId="{48CF8D2D-CF2E-E71B-9C8B-EE3F9447E52D}"/>
          </ac:inkMkLst>
        </pc:inkChg>
        <pc:inkChg chg="add mod">
          <ac:chgData name="Christopher Aloo" userId="81d139e4-1a74-45bd-a04a-64f94c7d37c9" providerId="ADAL" clId="{E7987F6F-D4EF-420F-86A8-4A23E89472B3}" dt="2025-07-09T18:41:33.664" v="225"/>
          <ac:inkMkLst>
            <pc:docMk/>
            <pc:sldMk cId="305523129" sldId="293"/>
            <ac:inkMk id="98" creationId="{E720D59F-2226-ABB9-5818-5746DB1077D9}"/>
          </ac:inkMkLst>
        </pc:inkChg>
        <pc:inkChg chg="add mod">
          <ac:chgData name="Christopher Aloo" userId="81d139e4-1a74-45bd-a04a-64f94c7d37c9" providerId="ADAL" clId="{E7987F6F-D4EF-420F-86A8-4A23E89472B3}" dt="2025-07-09T18:41:33.664" v="225"/>
          <ac:inkMkLst>
            <pc:docMk/>
            <pc:sldMk cId="305523129" sldId="293"/>
            <ac:inkMk id="99" creationId="{F5BD6397-6E44-8132-2D48-1D2925FC5284}"/>
          </ac:inkMkLst>
        </pc:inkChg>
        <pc:inkChg chg="add mod">
          <ac:chgData name="Christopher Aloo" userId="81d139e4-1a74-45bd-a04a-64f94c7d37c9" providerId="ADAL" clId="{E7987F6F-D4EF-420F-86A8-4A23E89472B3}" dt="2025-07-09T18:41:36.250" v="228"/>
          <ac:inkMkLst>
            <pc:docMk/>
            <pc:sldMk cId="305523129" sldId="293"/>
            <ac:inkMk id="101" creationId="{4AE2E99D-3EFC-6FD0-925E-5459974FD602}"/>
          </ac:inkMkLst>
        </pc:inkChg>
        <pc:inkChg chg="add mod">
          <ac:chgData name="Christopher Aloo" userId="81d139e4-1a74-45bd-a04a-64f94c7d37c9" providerId="ADAL" clId="{E7987F6F-D4EF-420F-86A8-4A23E89472B3}" dt="2025-07-09T18:41:36.250" v="228"/>
          <ac:inkMkLst>
            <pc:docMk/>
            <pc:sldMk cId="305523129" sldId="293"/>
            <ac:inkMk id="102" creationId="{4933C69D-5DB3-9359-2B91-F61832D20504}"/>
          </ac:inkMkLst>
        </pc:inkChg>
      </pc:sldChg>
      <pc:sldChg chg="addSp delSp modSp mod">
        <pc:chgData name="Christopher Aloo" userId="81d139e4-1a74-45bd-a04a-64f94c7d37c9" providerId="ADAL" clId="{E7987F6F-D4EF-420F-86A8-4A23E89472B3}" dt="2025-07-09T18:42:28.545" v="250" actId="9405"/>
        <pc:sldMkLst>
          <pc:docMk/>
          <pc:sldMk cId="381314288" sldId="294"/>
        </pc:sldMkLst>
        <pc:grpChg chg="del mod">
          <ac:chgData name="Christopher Aloo" userId="81d139e4-1a74-45bd-a04a-64f94c7d37c9" providerId="ADAL" clId="{E7987F6F-D4EF-420F-86A8-4A23E89472B3}" dt="2025-07-09T18:42:17.555" v="248"/>
          <ac:grpSpMkLst>
            <pc:docMk/>
            <pc:sldMk cId="381314288" sldId="294"/>
            <ac:grpSpMk id="8" creationId="{1548C60E-6EEF-B12E-AD3C-D185F5866523}"/>
          </ac:grpSpMkLst>
        </pc:grpChg>
        <pc:grpChg chg="del mod">
          <ac:chgData name="Christopher Aloo" userId="81d139e4-1a74-45bd-a04a-64f94c7d37c9" providerId="ADAL" clId="{E7987F6F-D4EF-420F-86A8-4A23E89472B3}" dt="2025-07-09T18:42:17.555" v="248"/>
          <ac:grpSpMkLst>
            <pc:docMk/>
            <pc:sldMk cId="381314288" sldId="294"/>
            <ac:grpSpMk id="16" creationId="{11C00644-F085-2905-5AA3-5DF7B396759E}"/>
          </ac:grpSpMkLst>
        </pc:grpChg>
        <pc:grpChg chg="del mod">
          <ac:chgData name="Christopher Aloo" userId="81d139e4-1a74-45bd-a04a-64f94c7d37c9" providerId="ADAL" clId="{E7987F6F-D4EF-420F-86A8-4A23E89472B3}" dt="2025-07-09T18:42:17.555" v="248"/>
          <ac:grpSpMkLst>
            <pc:docMk/>
            <pc:sldMk cId="381314288" sldId="294"/>
            <ac:grpSpMk id="17" creationId="{BFE81347-6DD8-4ADB-585A-41245A200FA6}"/>
          </ac:grpSpMkLst>
        </pc:grpChg>
        <pc:grpChg chg="mod">
          <ac:chgData name="Christopher Aloo" userId="81d139e4-1a74-45bd-a04a-64f94c7d37c9" providerId="ADAL" clId="{E7987F6F-D4EF-420F-86A8-4A23E89472B3}" dt="2025-07-09T18:42:17.555" v="248"/>
          <ac:grpSpMkLst>
            <pc:docMk/>
            <pc:sldMk cId="381314288" sldId="294"/>
            <ac:grpSpMk id="24" creationId="{903297AD-4263-BAB2-F8B6-269F15D962EE}"/>
          </ac:grpSpMkLst>
        </pc:grpChg>
        <pc:grpChg chg="mod">
          <ac:chgData name="Christopher Aloo" userId="81d139e4-1a74-45bd-a04a-64f94c7d37c9" providerId="ADAL" clId="{E7987F6F-D4EF-420F-86A8-4A23E89472B3}" dt="2025-07-09T18:42:17.555" v="248"/>
          <ac:grpSpMkLst>
            <pc:docMk/>
            <pc:sldMk cId="381314288" sldId="294"/>
            <ac:grpSpMk id="25" creationId="{7B8280DA-8346-4368-9ECB-E8D97C8F8139}"/>
          </ac:grpSpMkLst>
        </pc:grpChg>
        <pc:grpChg chg="mod">
          <ac:chgData name="Christopher Aloo" userId="81d139e4-1a74-45bd-a04a-64f94c7d37c9" providerId="ADAL" clId="{E7987F6F-D4EF-420F-86A8-4A23E89472B3}" dt="2025-07-09T18:42:17.555" v="248"/>
          <ac:grpSpMkLst>
            <pc:docMk/>
            <pc:sldMk cId="381314288" sldId="294"/>
            <ac:grpSpMk id="26" creationId="{0CEEF06F-0AF9-BAB3-87B2-85F682965CAB}"/>
          </ac:grpSpMkLst>
        </pc:grpChg>
        <pc:inkChg chg="add mod">
          <ac:chgData name="Christopher Aloo" userId="81d139e4-1a74-45bd-a04a-64f94c7d37c9" providerId="ADAL" clId="{E7987F6F-D4EF-420F-86A8-4A23E89472B3}" dt="2025-07-09T18:42:17.555" v="248"/>
          <ac:inkMkLst>
            <pc:docMk/>
            <pc:sldMk cId="381314288" sldId="294"/>
            <ac:inkMk id="4" creationId="{FBB9ACE7-3C1F-862A-ED3A-DA97A56DE4DB}"/>
          </ac:inkMkLst>
        </pc:inkChg>
        <pc:inkChg chg="add mod">
          <ac:chgData name="Christopher Aloo" userId="81d139e4-1a74-45bd-a04a-64f94c7d37c9" providerId="ADAL" clId="{E7987F6F-D4EF-420F-86A8-4A23E89472B3}" dt="2025-07-09T18:42:11.236" v="233"/>
          <ac:inkMkLst>
            <pc:docMk/>
            <pc:sldMk cId="381314288" sldId="294"/>
            <ac:inkMk id="5" creationId="{D9E4706E-7B20-59D4-DD49-4C7D07F28F74}"/>
          </ac:inkMkLst>
        </pc:inkChg>
        <pc:inkChg chg="add mod">
          <ac:chgData name="Christopher Aloo" userId="81d139e4-1a74-45bd-a04a-64f94c7d37c9" providerId="ADAL" clId="{E7987F6F-D4EF-420F-86A8-4A23E89472B3}" dt="2025-07-09T18:42:17.555" v="248"/>
          <ac:inkMkLst>
            <pc:docMk/>
            <pc:sldMk cId="381314288" sldId="294"/>
            <ac:inkMk id="6" creationId="{93F5682E-0BFA-292C-7A20-185A97AED468}"/>
          </ac:inkMkLst>
        </pc:inkChg>
        <pc:inkChg chg="add mod">
          <ac:chgData name="Christopher Aloo" userId="81d139e4-1a74-45bd-a04a-64f94c7d37c9" providerId="ADAL" clId="{E7987F6F-D4EF-420F-86A8-4A23E89472B3}" dt="2025-07-09T18:42:11.236" v="233"/>
          <ac:inkMkLst>
            <pc:docMk/>
            <pc:sldMk cId="381314288" sldId="294"/>
            <ac:inkMk id="7" creationId="{400C30D9-5E4D-F856-A021-7951803B5E7D}"/>
          </ac:inkMkLst>
        </pc:inkChg>
        <pc:inkChg chg="add">
          <ac:chgData name="Christopher Aloo" userId="81d139e4-1a74-45bd-a04a-64f94c7d37c9" providerId="ADAL" clId="{E7987F6F-D4EF-420F-86A8-4A23E89472B3}" dt="2025-07-09T18:42:11.880" v="234" actId="9405"/>
          <ac:inkMkLst>
            <pc:docMk/>
            <pc:sldMk cId="381314288" sldId="294"/>
            <ac:inkMk id="9" creationId="{34BF38C6-6F0F-61EF-9612-AD6095A52010}"/>
          </ac:inkMkLst>
        </pc:inkChg>
        <pc:inkChg chg="add mod">
          <ac:chgData name="Christopher Aloo" userId="81d139e4-1a74-45bd-a04a-64f94c7d37c9" providerId="ADAL" clId="{E7987F6F-D4EF-420F-86A8-4A23E89472B3}" dt="2025-07-09T18:42:14.823" v="241"/>
          <ac:inkMkLst>
            <pc:docMk/>
            <pc:sldMk cId="381314288" sldId="294"/>
            <ac:inkMk id="10" creationId="{4B9FD82B-D71B-C0B1-FF89-17C16DF7E5C5}"/>
          </ac:inkMkLst>
        </pc:inkChg>
        <pc:inkChg chg="add mod">
          <ac:chgData name="Christopher Aloo" userId="81d139e4-1a74-45bd-a04a-64f94c7d37c9" providerId="ADAL" clId="{E7987F6F-D4EF-420F-86A8-4A23E89472B3}" dt="2025-07-09T18:42:14.823" v="241"/>
          <ac:inkMkLst>
            <pc:docMk/>
            <pc:sldMk cId="381314288" sldId="294"/>
            <ac:inkMk id="11" creationId="{530AF169-6E97-4C46-4EA7-FF09B5FCD930}"/>
          </ac:inkMkLst>
        </pc:inkChg>
        <pc:inkChg chg="add mod">
          <ac:chgData name="Christopher Aloo" userId="81d139e4-1a74-45bd-a04a-64f94c7d37c9" providerId="ADAL" clId="{E7987F6F-D4EF-420F-86A8-4A23E89472B3}" dt="2025-07-09T18:42:14.823" v="241"/>
          <ac:inkMkLst>
            <pc:docMk/>
            <pc:sldMk cId="381314288" sldId="294"/>
            <ac:inkMk id="12" creationId="{D0446A1F-04DF-CD46-F2DF-2CAF597C06AA}"/>
          </ac:inkMkLst>
        </pc:inkChg>
        <pc:inkChg chg="add mod">
          <ac:chgData name="Christopher Aloo" userId="81d139e4-1a74-45bd-a04a-64f94c7d37c9" providerId="ADAL" clId="{E7987F6F-D4EF-420F-86A8-4A23E89472B3}" dt="2025-07-09T18:42:17.555" v="248"/>
          <ac:inkMkLst>
            <pc:docMk/>
            <pc:sldMk cId="381314288" sldId="294"/>
            <ac:inkMk id="13" creationId="{880A949A-463E-A324-C14D-B310B6EB0EA0}"/>
          </ac:inkMkLst>
        </pc:inkChg>
        <pc:inkChg chg="add mod">
          <ac:chgData name="Christopher Aloo" userId="81d139e4-1a74-45bd-a04a-64f94c7d37c9" providerId="ADAL" clId="{E7987F6F-D4EF-420F-86A8-4A23E89472B3}" dt="2025-07-09T18:42:14.823" v="241"/>
          <ac:inkMkLst>
            <pc:docMk/>
            <pc:sldMk cId="381314288" sldId="294"/>
            <ac:inkMk id="14" creationId="{2D709DD0-5EC5-42F3-6619-625400826A6B}"/>
          </ac:inkMkLst>
        </pc:inkChg>
        <pc:inkChg chg="add mod">
          <ac:chgData name="Christopher Aloo" userId="81d139e4-1a74-45bd-a04a-64f94c7d37c9" providerId="ADAL" clId="{E7987F6F-D4EF-420F-86A8-4A23E89472B3}" dt="2025-07-09T18:42:14.823" v="241"/>
          <ac:inkMkLst>
            <pc:docMk/>
            <pc:sldMk cId="381314288" sldId="294"/>
            <ac:inkMk id="15" creationId="{92D5E6C3-98D5-6D18-71DF-DA45CCCDA31B}"/>
          </ac:inkMkLst>
        </pc:inkChg>
        <pc:inkChg chg="add mod">
          <ac:chgData name="Christopher Aloo" userId="81d139e4-1a74-45bd-a04a-64f94c7d37c9" providerId="ADAL" clId="{E7987F6F-D4EF-420F-86A8-4A23E89472B3}" dt="2025-07-09T18:42:17.555" v="248"/>
          <ac:inkMkLst>
            <pc:docMk/>
            <pc:sldMk cId="381314288" sldId="294"/>
            <ac:inkMk id="18" creationId="{25C12F5E-914F-12E6-0CFF-9404BEC1C963}"/>
          </ac:inkMkLst>
        </pc:inkChg>
        <pc:inkChg chg="add">
          <ac:chgData name="Christopher Aloo" userId="81d139e4-1a74-45bd-a04a-64f94c7d37c9" providerId="ADAL" clId="{E7987F6F-D4EF-420F-86A8-4A23E89472B3}" dt="2025-07-09T18:42:15.545" v="243" actId="9405"/>
          <ac:inkMkLst>
            <pc:docMk/>
            <pc:sldMk cId="381314288" sldId="294"/>
            <ac:inkMk id="19" creationId="{23CAF652-F7A1-A73F-A9E0-38562FCB933B}"/>
          </ac:inkMkLst>
        </pc:inkChg>
        <pc:inkChg chg="add">
          <ac:chgData name="Christopher Aloo" userId="81d139e4-1a74-45bd-a04a-64f94c7d37c9" providerId="ADAL" clId="{E7987F6F-D4EF-420F-86A8-4A23E89472B3}" dt="2025-07-09T18:42:16.171" v="244" actId="9405"/>
          <ac:inkMkLst>
            <pc:docMk/>
            <pc:sldMk cId="381314288" sldId="294"/>
            <ac:inkMk id="20" creationId="{8FAA8469-CC1A-4478-9DB4-4DC103FF6299}"/>
          </ac:inkMkLst>
        </pc:inkChg>
        <pc:inkChg chg="add">
          <ac:chgData name="Christopher Aloo" userId="81d139e4-1a74-45bd-a04a-64f94c7d37c9" providerId="ADAL" clId="{E7987F6F-D4EF-420F-86A8-4A23E89472B3}" dt="2025-07-09T18:42:16.452" v="245" actId="9405"/>
          <ac:inkMkLst>
            <pc:docMk/>
            <pc:sldMk cId="381314288" sldId="294"/>
            <ac:inkMk id="21" creationId="{226854E2-5215-EE29-B98D-68311C4F0046}"/>
          </ac:inkMkLst>
        </pc:inkChg>
        <pc:inkChg chg="add">
          <ac:chgData name="Christopher Aloo" userId="81d139e4-1a74-45bd-a04a-64f94c7d37c9" providerId="ADAL" clId="{E7987F6F-D4EF-420F-86A8-4A23E89472B3}" dt="2025-07-09T18:42:16.668" v="246" actId="9405"/>
          <ac:inkMkLst>
            <pc:docMk/>
            <pc:sldMk cId="381314288" sldId="294"/>
            <ac:inkMk id="22" creationId="{3F2FD3D2-D9A4-0E33-EA10-14563F109B44}"/>
          </ac:inkMkLst>
        </pc:inkChg>
        <pc:inkChg chg="add">
          <ac:chgData name="Christopher Aloo" userId="81d139e4-1a74-45bd-a04a-64f94c7d37c9" providerId="ADAL" clId="{E7987F6F-D4EF-420F-86A8-4A23E89472B3}" dt="2025-07-09T18:42:16.874" v="247" actId="9405"/>
          <ac:inkMkLst>
            <pc:docMk/>
            <pc:sldMk cId="381314288" sldId="294"/>
            <ac:inkMk id="23" creationId="{E81364CB-E6D4-6CAF-5040-376FFDD1EBE5}"/>
          </ac:inkMkLst>
        </pc:inkChg>
        <pc:inkChg chg="add">
          <ac:chgData name="Christopher Aloo" userId="81d139e4-1a74-45bd-a04a-64f94c7d37c9" providerId="ADAL" clId="{E7987F6F-D4EF-420F-86A8-4A23E89472B3}" dt="2025-07-09T18:42:25.240" v="249" actId="9405"/>
          <ac:inkMkLst>
            <pc:docMk/>
            <pc:sldMk cId="381314288" sldId="294"/>
            <ac:inkMk id="27" creationId="{3A5B6C40-FC1B-79D7-B442-018C47C08CF4}"/>
          </ac:inkMkLst>
        </pc:inkChg>
        <pc:inkChg chg="add">
          <ac:chgData name="Christopher Aloo" userId="81d139e4-1a74-45bd-a04a-64f94c7d37c9" providerId="ADAL" clId="{E7987F6F-D4EF-420F-86A8-4A23E89472B3}" dt="2025-07-09T18:42:28.545" v="250" actId="9405"/>
          <ac:inkMkLst>
            <pc:docMk/>
            <pc:sldMk cId="381314288" sldId="294"/>
            <ac:inkMk id="28" creationId="{3778B11E-E1F3-A30A-9BFF-CBA705E18C45}"/>
          </ac:inkMkLst>
        </pc:inkChg>
      </pc:sldChg>
      <pc:sldChg chg="addSp delSp modSp mod">
        <pc:chgData name="Christopher Aloo" userId="81d139e4-1a74-45bd-a04a-64f94c7d37c9" providerId="ADAL" clId="{E7987F6F-D4EF-420F-86A8-4A23E89472B3}" dt="2025-07-10T18:03:43.448" v="1348"/>
        <pc:sldMkLst>
          <pc:docMk/>
          <pc:sldMk cId="548998681" sldId="300"/>
        </pc:sldMkLst>
        <pc:grpChg chg="del mod">
          <ac:chgData name="Christopher Aloo" userId="81d139e4-1a74-45bd-a04a-64f94c7d37c9" providerId="ADAL" clId="{E7987F6F-D4EF-420F-86A8-4A23E89472B3}" dt="2025-07-10T18:02:32.677" v="1324"/>
          <ac:grpSpMkLst>
            <pc:docMk/>
            <pc:sldMk cId="548998681" sldId="300"/>
            <ac:grpSpMk id="8" creationId="{FF933651-1AAC-86CE-1139-F08F88BE61AB}"/>
          </ac:grpSpMkLst>
        </pc:grpChg>
        <pc:grpChg chg="del mod">
          <ac:chgData name="Christopher Aloo" userId="81d139e4-1a74-45bd-a04a-64f94c7d37c9" providerId="ADAL" clId="{E7987F6F-D4EF-420F-86A8-4A23E89472B3}" dt="2025-07-10T18:03:05.977" v="1335"/>
          <ac:grpSpMkLst>
            <pc:docMk/>
            <pc:sldMk cId="548998681" sldId="300"/>
            <ac:grpSpMk id="17" creationId="{2826BB0D-02B0-0E48-F6A2-441EF594D9FA}"/>
          </ac:grpSpMkLst>
        </pc:grpChg>
        <pc:grpChg chg="del mod">
          <ac:chgData name="Christopher Aloo" userId="81d139e4-1a74-45bd-a04a-64f94c7d37c9" providerId="ADAL" clId="{E7987F6F-D4EF-420F-86A8-4A23E89472B3}" dt="2025-07-10T18:02:25.124" v="1321"/>
          <ac:grpSpMkLst>
            <pc:docMk/>
            <pc:sldMk cId="548998681" sldId="300"/>
            <ac:grpSpMk id="20" creationId="{F38D12C9-9AD0-B841-B524-45564C5A321A}"/>
          </ac:grpSpMkLst>
        </pc:grpChg>
        <pc:grpChg chg="del mod">
          <ac:chgData name="Christopher Aloo" userId="81d139e4-1a74-45bd-a04a-64f94c7d37c9" providerId="ADAL" clId="{E7987F6F-D4EF-420F-86A8-4A23E89472B3}" dt="2025-07-10T18:02:57.249" v="1327"/>
          <ac:grpSpMkLst>
            <pc:docMk/>
            <pc:sldMk cId="548998681" sldId="300"/>
            <ac:grpSpMk id="22" creationId="{2C4D83B3-1EDF-CED2-605D-F8D469152830}"/>
          </ac:grpSpMkLst>
        </pc:grpChg>
        <pc:grpChg chg="del mod">
          <ac:chgData name="Christopher Aloo" userId="81d139e4-1a74-45bd-a04a-64f94c7d37c9" providerId="ADAL" clId="{E7987F6F-D4EF-420F-86A8-4A23E89472B3}" dt="2025-07-10T18:02:57.249" v="1327"/>
          <ac:grpSpMkLst>
            <pc:docMk/>
            <pc:sldMk cId="548998681" sldId="300"/>
            <ac:grpSpMk id="25" creationId="{C73D6780-997B-E8DC-8C2B-1258115AB509}"/>
          </ac:grpSpMkLst>
        </pc:grpChg>
        <pc:grpChg chg="del mod">
          <ac:chgData name="Christopher Aloo" userId="81d139e4-1a74-45bd-a04a-64f94c7d37c9" providerId="ADAL" clId="{E7987F6F-D4EF-420F-86A8-4A23E89472B3}" dt="2025-07-10T18:02:59.091" v="1329"/>
          <ac:grpSpMkLst>
            <pc:docMk/>
            <pc:sldMk cId="548998681" sldId="300"/>
            <ac:grpSpMk id="28" creationId="{207F0C0E-AECA-37F3-7E05-AFDCD47A7772}"/>
          </ac:grpSpMkLst>
        </pc:grpChg>
        <pc:grpChg chg="del mod">
          <ac:chgData name="Christopher Aloo" userId="81d139e4-1a74-45bd-a04a-64f94c7d37c9" providerId="ADAL" clId="{E7987F6F-D4EF-420F-86A8-4A23E89472B3}" dt="2025-07-10T18:03:01.460" v="1331"/>
          <ac:grpSpMkLst>
            <pc:docMk/>
            <pc:sldMk cId="548998681" sldId="300"/>
            <ac:grpSpMk id="30" creationId="{5EAE3BD7-635B-C986-7BFF-F5B3816E2C2F}"/>
          </ac:grpSpMkLst>
        </pc:grpChg>
        <pc:grpChg chg="mod">
          <ac:chgData name="Christopher Aloo" userId="81d139e4-1a74-45bd-a04a-64f94c7d37c9" providerId="ADAL" clId="{E7987F6F-D4EF-420F-86A8-4A23E89472B3}" dt="2025-07-10T18:03:01.460" v="1331"/>
          <ac:grpSpMkLst>
            <pc:docMk/>
            <pc:sldMk cId="548998681" sldId="300"/>
            <ac:grpSpMk id="32" creationId="{2972B6A6-DF12-EF40-D398-A7DA574994E2}"/>
          </ac:grpSpMkLst>
        </pc:grpChg>
        <pc:grpChg chg="del mod">
          <ac:chgData name="Christopher Aloo" userId="81d139e4-1a74-45bd-a04a-64f94c7d37c9" providerId="ADAL" clId="{E7987F6F-D4EF-420F-86A8-4A23E89472B3}" dt="2025-07-10T18:03:07.738" v="1338"/>
          <ac:grpSpMkLst>
            <pc:docMk/>
            <pc:sldMk cId="548998681" sldId="300"/>
            <ac:grpSpMk id="36" creationId="{5740DCE1-D732-B0CE-CBA2-DBE765FF87C7}"/>
          </ac:grpSpMkLst>
        </pc:grpChg>
        <pc:grpChg chg="mod">
          <ac:chgData name="Christopher Aloo" userId="81d139e4-1a74-45bd-a04a-64f94c7d37c9" providerId="ADAL" clId="{E7987F6F-D4EF-420F-86A8-4A23E89472B3}" dt="2025-07-10T18:03:07.738" v="1338"/>
          <ac:grpSpMkLst>
            <pc:docMk/>
            <pc:sldMk cId="548998681" sldId="300"/>
            <ac:grpSpMk id="39" creationId="{58C4BB16-4559-536C-AEEE-D0DB30F1D5DE}"/>
          </ac:grpSpMkLst>
        </pc:grpChg>
        <pc:grpChg chg="mod">
          <ac:chgData name="Christopher Aloo" userId="81d139e4-1a74-45bd-a04a-64f94c7d37c9" providerId="ADAL" clId="{E7987F6F-D4EF-420F-86A8-4A23E89472B3}" dt="2025-07-10T18:03:40.760" v="1343"/>
          <ac:grpSpMkLst>
            <pc:docMk/>
            <pc:sldMk cId="548998681" sldId="300"/>
            <ac:grpSpMk id="44" creationId="{3F10CFDC-6B3D-4BF2-130A-3AD646722A64}"/>
          </ac:grpSpMkLst>
        </pc:grpChg>
        <pc:grpChg chg="mod">
          <ac:chgData name="Christopher Aloo" userId="81d139e4-1a74-45bd-a04a-64f94c7d37c9" providerId="ADAL" clId="{E7987F6F-D4EF-420F-86A8-4A23E89472B3}" dt="2025-07-10T18:03:43.448" v="1348"/>
          <ac:grpSpMkLst>
            <pc:docMk/>
            <pc:sldMk cId="548998681" sldId="300"/>
            <ac:grpSpMk id="49" creationId="{C5428875-B11D-913B-C88E-525265CF87BC}"/>
          </ac:grpSpMkLst>
        </pc:grpChg>
        <pc:inkChg chg="add">
          <ac:chgData name="Christopher Aloo" userId="81d139e4-1a74-45bd-a04a-64f94c7d37c9" providerId="ADAL" clId="{E7987F6F-D4EF-420F-86A8-4A23E89472B3}" dt="2025-07-10T18:02:01.067" v="1303" actId="9405"/>
          <ac:inkMkLst>
            <pc:docMk/>
            <pc:sldMk cId="548998681" sldId="300"/>
            <ac:inkMk id="2" creationId="{C4255B9C-C056-6238-413E-C1097CCB0878}"/>
          </ac:inkMkLst>
        </pc:inkChg>
        <pc:inkChg chg="add mod">
          <ac:chgData name="Christopher Aloo" userId="81d139e4-1a74-45bd-a04a-64f94c7d37c9" providerId="ADAL" clId="{E7987F6F-D4EF-420F-86A8-4A23E89472B3}" dt="2025-07-10T18:03:01.460" v="1331"/>
          <ac:inkMkLst>
            <pc:docMk/>
            <pc:sldMk cId="548998681" sldId="300"/>
            <ac:inkMk id="4" creationId="{B78EA436-A47A-CEF9-1908-2583A122BFE7}"/>
          </ac:inkMkLst>
        </pc:inkChg>
        <pc:inkChg chg="del">
          <ac:chgData name="Christopher Aloo" userId="81d139e4-1a74-45bd-a04a-64f94c7d37c9" providerId="ADAL" clId="{E7987F6F-D4EF-420F-86A8-4A23E89472B3}" dt="2025-07-10T18:01:35.070" v="1302" actId="478"/>
          <ac:inkMkLst>
            <pc:docMk/>
            <pc:sldMk cId="548998681" sldId="300"/>
            <ac:inkMk id="5" creationId="{464005D6-C0D0-7282-6D1E-82D073949573}"/>
          </ac:inkMkLst>
        </pc:inkChg>
        <pc:inkChg chg="add mod">
          <ac:chgData name="Christopher Aloo" userId="81d139e4-1a74-45bd-a04a-64f94c7d37c9" providerId="ADAL" clId="{E7987F6F-D4EF-420F-86A8-4A23E89472B3}" dt="2025-07-10T18:03:01.460" v="1331"/>
          <ac:inkMkLst>
            <pc:docMk/>
            <pc:sldMk cId="548998681" sldId="300"/>
            <ac:inkMk id="6" creationId="{72B83E1D-611A-C99B-7786-ADE913F35F70}"/>
          </ac:inkMkLst>
        </pc:inkChg>
        <pc:inkChg chg="add mod">
          <ac:chgData name="Christopher Aloo" userId="81d139e4-1a74-45bd-a04a-64f94c7d37c9" providerId="ADAL" clId="{E7987F6F-D4EF-420F-86A8-4A23E89472B3}" dt="2025-07-10T18:03:01.460" v="1331"/>
          <ac:inkMkLst>
            <pc:docMk/>
            <pc:sldMk cId="548998681" sldId="300"/>
            <ac:inkMk id="7" creationId="{773DBCCF-073B-4148-98D8-212578092634}"/>
          </ac:inkMkLst>
        </pc:inkChg>
        <pc:inkChg chg="add mod">
          <ac:chgData name="Christopher Aloo" userId="81d139e4-1a74-45bd-a04a-64f94c7d37c9" providerId="ADAL" clId="{E7987F6F-D4EF-420F-86A8-4A23E89472B3}" dt="2025-07-10T18:03:07.738" v="1338"/>
          <ac:inkMkLst>
            <pc:docMk/>
            <pc:sldMk cId="548998681" sldId="300"/>
            <ac:inkMk id="9" creationId="{5098AE35-37D9-DBF9-DE06-0FD6CD56B40A}"/>
          </ac:inkMkLst>
        </pc:inkChg>
        <pc:inkChg chg="add mod">
          <ac:chgData name="Christopher Aloo" userId="81d139e4-1a74-45bd-a04a-64f94c7d37c9" providerId="ADAL" clId="{E7987F6F-D4EF-420F-86A8-4A23E89472B3}" dt="2025-07-10T18:03:05.977" v="1335"/>
          <ac:inkMkLst>
            <pc:docMk/>
            <pc:sldMk cId="548998681" sldId="300"/>
            <ac:inkMk id="10" creationId="{63F021A2-6C47-7BDC-6134-3713AEBA0B47}"/>
          </ac:inkMkLst>
        </pc:inkChg>
        <pc:inkChg chg="add mod">
          <ac:chgData name="Christopher Aloo" userId="81d139e4-1a74-45bd-a04a-64f94c7d37c9" providerId="ADAL" clId="{E7987F6F-D4EF-420F-86A8-4A23E89472B3}" dt="2025-07-10T18:03:07.738" v="1338"/>
          <ac:inkMkLst>
            <pc:docMk/>
            <pc:sldMk cId="548998681" sldId="300"/>
            <ac:inkMk id="11" creationId="{C8D62DFB-CE42-38CE-2663-967768777C09}"/>
          </ac:inkMkLst>
        </pc:inkChg>
        <pc:inkChg chg="add mod">
          <ac:chgData name="Christopher Aloo" userId="81d139e4-1a74-45bd-a04a-64f94c7d37c9" providerId="ADAL" clId="{E7987F6F-D4EF-420F-86A8-4A23E89472B3}" dt="2025-07-10T18:03:07.738" v="1338"/>
          <ac:inkMkLst>
            <pc:docMk/>
            <pc:sldMk cId="548998681" sldId="300"/>
            <ac:inkMk id="12" creationId="{AB3F38C8-7A50-200D-412A-C0ACE5527821}"/>
          </ac:inkMkLst>
        </pc:inkChg>
        <pc:inkChg chg="add mod">
          <ac:chgData name="Christopher Aloo" userId="81d139e4-1a74-45bd-a04a-64f94c7d37c9" providerId="ADAL" clId="{E7987F6F-D4EF-420F-86A8-4A23E89472B3}" dt="2025-07-10T18:03:07.738" v="1338"/>
          <ac:inkMkLst>
            <pc:docMk/>
            <pc:sldMk cId="548998681" sldId="300"/>
            <ac:inkMk id="13" creationId="{27373327-2A6C-386A-40E3-23366F18CF3A}"/>
          </ac:inkMkLst>
        </pc:inkChg>
        <pc:inkChg chg="add mod">
          <ac:chgData name="Christopher Aloo" userId="81d139e4-1a74-45bd-a04a-64f94c7d37c9" providerId="ADAL" clId="{E7987F6F-D4EF-420F-86A8-4A23E89472B3}" dt="2025-07-10T18:02:11.702" v="1316"/>
          <ac:inkMkLst>
            <pc:docMk/>
            <pc:sldMk cId="548998681" sldId="300"/>
            <ac:inkMk id="14" creationId="{5740520D-3565-6B1F-13C5-A3AEC0ABE748}"/>
          </ac:inkMkLst>
        </pc:inkChg>
        <pc:inkChg chg="add mod">
          <ac:chgData name="Christopher Aloo" userId="81d139e4-1a74-45bd-a04a-64f94c7d37c9" providerId="ADAL" clId="{E7987F6F-D4EF-420F-86A8-4A23E89472B3}" dt="2025-07-10T18:03:05.977" v="1335"/>
          <ac:inkMkLst>
            <pc:docMk/>
            <pc:sldMk cId="548998681" sldId="300"/>
            <ac:inkMk id="15" creationId="{2E52591B-B365-4FC1-B160-4645702D1E62}"/>
          </ac:inkMkLst>
        </pc:inkChg>
        <pc:inkChg chg="add mod">
          <ac:chgData name="Christopher Aloo" userId="81d139e4-1a74-45bd-a04a-64f94c7d37c9" providerId="ADAL" clId="{E7987F6F-D4EF-420F-86A8-4A23E89472B3}" dt="2025-07-10T18:02:11.702" v="1316"/>
          <ac:inkMkLst>
            <pc:docMk/>
            <pc:sldMk cId="548998681" sldId="300"/>
            <ac:inkMk id="16" creationId="{EA38D915-AEFD-FC93-2CC1-B3CC310C41E3}"/>
          </ac:inkMkLst>
        </pc:inkChg>
        <pc:inkChg chg="add mod">
          <ac:chgData name="Christopher Aloo" userId="81d139e4-1a74-45bd-a04a-64f94c7d37c9" providerId="ADAL" clId="{E7987F6F-D4EF-420F-86A8-4A23E89472B3}" dt="2025-07-10T18:03:01.460" v="1331"/>
          <ac:inkMkLst>
            <pc:docMk/>
            <pc:sldMk cId="548998681" sldId="300"/>
            <ac:inkMk id="18" creationId="{0B185BDA-CDC8-B355-AD5E-36C404AFCDD8}"/>
          </ac:inkMkLst>
        </pc:inkChg>
        <pc:inkChg chg="add mod">
          <ac:chgData name="Christopher Aloo" userId="81d139e4-1a74-45bd-a04a-64f94c7d37c9" providerId="ADAL" clId="{E7987F6F-D4EF-420F-86A8-4A23E89472B3}" dt="2025-07-10T18:02:59.091" v="1329"/>
          <ac:inkMkLst>
            <pc:docMk/>
            <pc:sldMk cId="548998681" sldId="300"/>
            <ac:inkMk id="19" creationId="{DFBB7918-5401-368D-049C-3907BF179135}"/>
          </ac:inkMkLst>
        </pc:inkChg>
        <pc:inkChg chg="add mod">
          <ac:chgData name="Christopher Aloo" userId="81d139e4-1a74-45bd-a04a-64f94c7d37c9" providerId="ADAL" clId="{E7987F6F-D4EF-420F-86A8-4A23E89472B3}" dt="2025-07-10T18:02:59.091" v="1329"/>
          <ac:inkMkLst>
            <pc:docMk/>
            <pc:sldMk cId="548998681" sldId="300"/>
            <ac:inkMk id="21" creationId="{FA1B4F21-D2F6-0687-5312-CBF6814DF298}"/>
          </ac:inkMkLst>
        </pc:inkChg>
        <pc:inkChg chg="add mod">
          <ac:chgData name="Christopher Aloo" userId="81d139e4-1a74-45bd-a04a-64f94c7d37c9" providerId="ADAL" clId="{E7987F6F-D4EF-420F-86A8-4A23E89472B3}" dt="2025-07-10T18:03:01.460" v="1331"/>
          <ac:inkMkLst>
            <pc:docMk/>
            <pc:sldMk cId="548998681" sldId="300"/>
            <ac:inkMk id="23" creationId="{89550732-0AEC-291F-B29F-C34829484A01}"/>
          </ac:inkMkLst>
        </pc:inkChg>
        <pc:inkChg chg="add mod">
          <ac:chgData name="Christopher Aloo" userId="81d139e4-1a74-45bd-a04a-64f94c7d37c9" providerId="ADAL" clId="{E7987F6F-D4EF-420F-86A8-4A23E89472B3}" dt="2025-07-10T18:03:01.460" v="1331"/>
          <ac:inkMkLst>
            <pc:docMk/>
            <pc:sldMk cId="548998681" sldId="300"/>
            <ac:inkMk id="24" creationId="{E7977054-F7F3-1E43-98DE-141BE0763E5A}"/>
          </ac:inkMkLst>
        </pc:inkChg>
        <pc:inkChg chg="add">
          <ac:chgData name="Christopher Aloo" userId="81d139e4-1a74-45bd-a04a-64f94c7d37c9" providerId="ADAL" clId="{E7987F6F-D4EF-420F-86A8-4A23E89472B3}" dt="2025-07-10T18:02:47.506" v="1325" actId="9405"/>
          <ac:inkMkLst>
            <pc:docMk/>
            <pc:sldMk cId="548998681" sldId="300"/>
            <ac:inkMk id="26" creationId="{FB84331C-38BA-B81D-A99C-9DD2F13F46B0}"/>
          </ac:inkMkLst>
        </pc:inkChg>
        <pc:inkChg chg="add mod">
          <ac:chgData name="Christopher Aloo" userId="81d139e4-1a74-45bd-a04a-64f94c7d37c9" providerId="ADAL" clId="{E7987F6F-D4EF-420F-86A8-4A23E89472B3}" dt="2025-07-10T18:03:01.460" v="1331"/>
          <ac:inkMkLst>
            <pc:docMk/>
            <pc:sldMk cId="548998681" sldId="300"/>
            <ac:inkMk id="27" creationId="{23BAF888-1FD0-FBB6-5379-BC310F7D76D2}"/>
          </ac:inkMkLst>
        </pc:inkChg>
        <pc:inkChg chg="add mod">
          <ac:chgData name="Christopher Aloo" userId="81d139e4-1a74-45bd-a04a-64f94c7d37c9" providerId="ADAL" clId="{E7987F6F-D4EF-420F-86A8-4A23E89472B3}" dt="2025-07-10T18:02:59.091" v="1329"/>
          <ac:inkMkLst>
            <pc:docMk/>
            <pc:sldMk cId="548998681" sldId="300"/>
            <ac:inkMk id="29" creationId="{E8BE6C00-5425-C728-0866-5329477926C4}"/>
          </ac:inkMkLst>
        </pc:inkChg>
        <pc:inkChg chg="add mod">
          <ac:chgData name="Christopher Aloo" userId="81d139e4-1a74-45bd-a04a-64f94c7d37c9" providerId="ADAL" clId="{E7987F6F-D4EF-420F-86A8-4A23E89472B3}" dt="2025-07-10T18:03:01.460" v="1331"/>
          <ac:inkMkLst>
            <pc:docMk/>
            <pc:sldMk cId="548998681" sldId="300"/>
            <ac:inkMk id="31" creationId="{B4951FD5-4152-D46F-B70F-9C9F71A2816D}"/>
          </ac:inkMkLst>
        </pc:inkChg>
        <pc:inkChg chg="add">
          <ac:chgData name="Christopher Aloo" userId="81d139e4-1a74-45bd-a04a-64f94c7d37c9" providerId="ADAL" clId="{E7987F6F-D4EF-420F-86A8-4A23E89472B3}" dt="2025-07-10T18:03:04.510" v="1332" actId="9405"/>
          <ac:inkMkLst>
            <pc:docMk/>
            <pc:sldMk cId="548998681" sldId="300"/>
            <ac:inkMk id="33" creationId="{B1765940-D8B2-B457-F60D-202BA760765A}"/>
          </ac:inkMkLst>
        </pc:inkChg>
        <pc:inkChg chg="add mod">
          <ac:chgData name="Christopher Aloo" userId="81d139e4-1a74-45bd-a04a-64f94c7d37c9" providerId="ADAL" clId="{E7987F6F-D4EF-420F-86A8-4A23E89472B3}" dt="2025-07-10T18:03:07.738" v="1338"/>
          <ac:inkMkLst>
            <pc:docMk/>
            <pc:sldMk cId="548998681" sldId="300"/>
            <ac:inkMk id="34" creationId="{FDFFF882-1239-786A-3C8F-021D672450BF}"/>
          </ac:inkMkLst>
        </pc:inkChg>
        <pc:inkChg chg="add mod">
          <ac:chgData name="Christopher Aloo" userId="81d139e4-1a74-45bd-a04a-64f94c7d37c9" providerId="ADAL" clId="{E7987F6F-D4EF-420F-86A8-4A23E89472B3}" dt="2025-07-10T18:03:07.738" v="1338"/>
          <ac:inkMkLst>
            <pc:docMk/>
            <pc:sldMk cId="548998681" sldId="300"/>
            <ac:inkMk id="35" creationId="{999053D9-CB77-2BFF-1F93-623B4EABA7C3}"/>
          </ac:inkMkLst>
        </pc:inkChg>
        <pc:inkChg chg="add mod">
          <ac:chgData name="Christopher Aloo" userId="81d139e4-1a74-45bd-a04a-64f94c7d37c9" providerId="ADAL" clId="{E7987F6F-D4EF-420F-86A8-4A23E89472B3}" dt="2025-07-10T18:03:07.738" v="1338"/>
          <ac:inkMkLst>
            <pc:docMk/>
            <pc:sldMk cId="548998681" sldId="300"/>
            <ac:inkMk id="37" creationId="{262EC26C-675E-3C4A-0215-671ED88DEB81}"/>
          </ac:inkMkLst>
        </pc:inkChg>
        <pc:inkChg chg="add mod">
          <ac:chgData name="Christopher Aloo" userId="81d139e4-1a74-45bd-a04a-64f94c7d37c9" providerId="ADAL" clId="{E7987F6F-D4EF-420F-86A8-4A23E89472B3}" dt="2025-07-10T18:03:07.738" v="1338"/>
          <ac:inkMkLst>
            <pc:docMk/>
            <pc:sldMk cId="548998681" sldId="300"/>
            <ac:inkMk id="38" creationId="{F387DB21-ECA6-FA68-D43C-E8FC74B79269}"/>
          </ac:inkMkLst>
        </pc:inkChg>
        <pc:inkChg chg="add mod">
          <ac:chgData name="Christopher Aloo" userId="81d139e4-1a74-45bd-a04a-64f94c7d37c9" providerId="ADAL" clId="{E7987F6F-D4EF-420F-86A8-4A23E89472B3}" dt="2025-07-10T18:03:40.760" v="1343"/>
          <ac:inkMkLst>
            <pc:docMk/>
            <pc:sldMk cId="548998681" sldId="300"/>
            <ac:inkMk id="40" creationId="{3E7F942A-2504-F4D5-EE42-DA31936C7C1F}"/>
          </ac:inkMkLst>
        </pc:inkChg>
        <pc:inkChg chg="add mod">
          <ac:chgData name="Christopher Aloo" userId="81d139e4-1a74-45bd-a04a-64f94c7d37c9" providerId="ADAL" clId="{E7987F6F-D4EF-420F-86A8-4A23E89472B3}" dt="2025-07-10T18:03:40.760" v="1343"/>
          <ac:inkMkLst>
            <pc:docMk/>
            <pc:sldMk cId="548998681" sldId="300"/>
            <ac:inkMk id="41" creationId="{9F0E5585-2C1C-7875-D4B4-7CF32D36F8A7}"/>
          </ac:inkMkLst>
        </pc:inkChg>
        <pc:inkChg chg="add mod">
          <ac:chgData name="Christopher Aloo" userId="81d139e4-1a74-45bd-a04a-64f94c7d37c9" providerId="ADAL" clId="{E7987F6F-D4EF-420F-86A8-4A23E89472B3}" dt="2025-07-10T18:03:40.760" v="1343"/>
          <ac:inkMkLst>
            <pc:docMk/>
            <pc:sldMk cId="548998681" sldId="300"/>
            <ac:inkMk id="42" creationId="{806D097A-F612-224B-91C1-FB997ABB1384}"/>
          </ac:inkMkLst>
        </pc:inkChg>
        <pc:inkChg chg="add mod">
          <ac:chgData name="Christopher Aloo" userId="81d139e4-1a74-45bd-a04a-64f94c7d37c9" providerId="ADAL" clId="{E7987F6F-D4EF-420F-86A8-4A23E89472B3}" dt="2025-07-10T18:03:40.760" v="1343"/>
          <ac:inkMkLst>
            <pc:docMk/>
            <pc:sldMk cId="548998681" sldId="300"/>
            <ac:inkMk id="43" creationId="{043842EA-3BA4-9E81-4323-D297F0DC1AB7}"/>
          </ac:inkMkLst>
        </pc:inkChg>
        <pc:inkChg chg="add mod">
          <ac:chgData name="Christopher Aloo" userId="81d139e4-1a74-45bd-a04a-64f94c7d37c9" providerId="ADAL" clId="{E7987F6F-D4EF-420F-86A8-4A23E89472B3}" dt="2025-07-10T18:03:43.448" v="1348"/>
          <ac:inkMkLst>
            <pc:docMk/>
            <pc:sldMk cId="548998681" sldId="300"/>
            <ac:inkMk id="45" creationId="{F6ABE9F2-6C17-D4C0-BDBF-A7EB534A4447}"/>
          </ac:inkMkLst>
        </pc:inkChg>
        <pc:inkChg chg="add mod">
          <ac:chgData name="Christopher Aloo" userId="81d139e4-1a74-45bd-a04a-64f94c7d37c9" providerId="ADAL" clId="{E7987F6F-D4EF-420F-86A8-4A23E89472B3}" dt="2025-07-10T18:03:43.448" v="1348"/>
          <ac:inkMkLst>
            <pc:docMk/>
            <pc:sldMk cId="548998681" sldId="300"/>
            <ac:inkMk id="46" creationId="{F3956019-9BF9-088F-675B-3E8714D0448B}"/>
          </ac:inkMkLst>
        </pc:inkChg>
        <pc:inkChg chg="add mod">
          <ac:chgData name="Christopher Aloo" userId="81d139e4-1a74-45bd-a04a-64f94c7d37c9" providerId="ADAL" clId="{E7987F6F-D4EF-420F-86A8-4A23E89472B3}" dt="2025-07-10T18:03:43.448" v="1348"/>
          <ac:inkMkLst>
            <pc:docMk/>
            <pc:sldMk cId="548998681" sldId="300"/>
            <ac:inkMk id="47" creationId="{9E916203-42D6-DCE6-1CCD-37869B998171}"/>
          </ac:inkMkLst>
        </pc:inkChg>
        <pc:inkChg chg="add mod">
          <ac:chgData name="Christopher Aloo" userId="81d139e4-1a74-45bd-a04a-64f94c7d37c9" providerId="ADAL" clId="{E7987F6F-D4EF-420F-86A8-4A23E89472B3}" dt="2025-07-10T18:03:43.448" v="1348"/>
          <ac:inkMkLst>
            <pc:docMk/>
            <pc:sldMk cId="548998681" sldId="300"/>
            <ac:inkMk id="48" creationId="{0C95CC94-363C-8C65-C825-F59B4FA85B93}"/>
          </ac:inkMkLst>
        </pc:inkChg>
      </pc:sldChg>
      <pc:sldChg chg="addSp delSp modSp mod">
        <pc:chgData name="Christopher Aloo" userId="81d139e4-1a74-45bd-a04a-64f94c7d37c9" providerId="ADAL" clId="{E7987F6F-D4EF-420F-86A8-4A23E89472B3}" dt="2025-07-10T17:39:25.269" v="436"/>
        <pc:sldMkLst>
          <pc:docMk/>
          <pc:sldMk cId="786571099" sldId="303"/>
        </pc:sldMkLst>
        <pc:grpChg chg="del mod">
          <ac:chgData name="Christopher Aloo" userId="81d139e4-1a74-45bd-a04a-64f94c7d37c9" providerId="ADAL" clId="{E7987F6F-D4EF-420F-86A8-4A23E89472B3}" dt="2025-07-10T17:36:01.879" v="272"/>
          <ac:grpSpMkLst>
            <pc:docMk/>
            <pc:sldMk cId="786571099" sldId="303"/>
            <ac:grpSpMk id="5" creationId="{96E29FBB-0552-9E15-0B42-A95BBEEAF564}"/>
          </ac:grpSpMkLst>
        </pc:grpChg>
        <pc:grpChg chg="del mod">
          <ac:chgData name="Christopher Aloo" userId="81d139e4-1a74-45bd-a04a-64f94c7d37c9" providerId="ADAL" clId="{E7987F6F-D4EF-420F-86A8-4A23E89472B3}" dt="2025-07-10T17:36:06.278" v="275"/>
          <ac:grpSpMkLst>
            <pc:docMk/>
            <pc:sldMk cId="786571099" sldId="303"/>
            <ac:grpSpMk id="22" creationId="{CD61D9C2-C920-377C-C78F-6FB8DDA972D1}"/>
          </ac:grpSpMkLst>
        </pc:grpChg>
        <pc:grpChg chg="del mod">
          <ac:chgData name="Christopher Aloo" userId="81d139e4-1a74-45bd-a04a-64f94c7d37c9" providerId="ADAL" clId="{E7987F6F-D4EF-420F-86A8-4A23E89472B3}" dt="2025-07-10T17:36:06.278" v="275"/>
          <ac:grpSpMkLst>
            <pc:docMk/>
            <pc:sldMk cId="786571099" sldId="303"/>
            <ac:grpSpMk id="23" creationId="{B0D38ED7-D2B3-E2E4-C89F-C88024E3E0C6}"/>
          </ac:grpSpMkLst>
        </pc:grpChg>
        <pc:grpChg chg="del mod">
          <ac:chgData name="Christopher Aloo" userId="81d139e4-1a74-45bd-a04a-64f94c7d37c9" providerId="ADAL" clId="{E7987F6F-D4EF-420F-86A8-4A23E89472B3}" dt="2025-07-10T17:36:07.457" v="277"/>
          <ac:grpSpMkLst>
            <pc:docMk/>
            <pc:sldMk cId="786571099" sldId="303"/>
            <ac:grpSpMk id="26" creationId="{4988EE88-0FC2-6886-34D9-77FE822D7A6D}"/>
          </ac:grpSpMkLst>
        </pc:grpChg>
        <pc:grpChg chg="del mod">
          <ac:chgData name="Christopher Aloo" userId="81d139e4-1a74-45bd-a04a-64f94c7d37c9" providerId="ADAL" clId="{E7987F6F-D4EF-420F-86A8-4A23E89472B3}" dt="2025-07-10T17:36:08.730" v="280"/>
          <ac:grpSpMkLst>
            <pc:docMk/>
            <pc:sldMk cId="786571099" sldId="303"/>
            <ac:grpSpMk id="28" creationId="{16A77C04-0B54-D43E-DBEA-3CDBEF66E6AE}"/>
          </ac:grpSpMkLst>
        </pc:grpChg>
        <pc:grpChg chg="del mod">
          <ac:chgData name="Christopher Aloo" userId="81d139e4-1a74-45bd-a04a-64f94c7d37c9" providerId="ADAL" clId="{E7987F6F-D4EF-420F-86A8-4A23E89472B3}" dt="2025-07-10T17:36:16.115" v="293"/>
          <ac:grpSpMkLst>
            <pc:docMk/>
            <pc:sldMk cId="786571099" sldId="303"/>
            <ac:grpSpMk id="31" creationId="{25EAD790-8981-8B42-5EE2-94AA44C6D443}"/>
          </ac:grpSpMkLst>
        </pc:grpChg>
        <pc:grpChg chg="mod">
          <ac:chgData name="Christopher Aloo" userId="81d139e4-1a74-45bd-a04a-64f94c7d37c9" providerId="ADAL" clId="{E7987F6F-D4EF-420F-86A8-4A23E89472B3}" dt="2025-07-10T17:36:16.115" v="293"/>
          <ac:grpSpMkLst>
            <pc:docMk/>
            <pc:sldMk cId="786571099" sldId="303"/>
            <ac:grpSpMk id="44" creationId="{05D0D85D-F3FC-A4DA-1978-B787D99386FE}"/>
          </ac:grpSpMkLst>
        </pc:grpChg>
        <pc:grpChg chg="mod">
          <ac:chgData name="Christopher Aloo" userId="81d139e4-1a74-45bd-a04a-64f94c7d37c9" providerId="ADAL" clId="{E7987F6F-D4EF-420F-86A8-4A23E89472B3}" dt="2025-07-10T17:36:22.617" v="298"/>
          <ac:grpSpMkLst>
            <pc:docMk/>
            <pc:sldMk cId="786571099" sldId="303"/>
            <ac:grpSpMk id="49" creationId="{3F48A43C-4E57-BE4D-0105-D8346FEA31C5}"/>
          </ac:grpSpMkLst>
        </pc:grpChg>
        <pc:grpChg chg="mod">
          <ac:chgData name="Christopher Aloo" userId="81d139e4-1a74-45bd-a04a-64f94c7d37c9" providerId="ADAL" clId="{E7987F6F-D4EF-420F-86A8-4A23E89472B3}" dt="2025-07-10T17:36:30.448" v="303"/>
          <ac:grpSpMkLst>
            <pc:docMk/>
            <pc:sldMk cId="786571099" sldId="303"/>
            <ac:grpSpMk id="54" creationId="{703B2D24-AE55-7360-9D89-3BBCF91CE2C8}"/>
          </ac:grpSpMkLst>
        </pc:grpChg>
        <pc:grpChg chg="del mod">
          <ac:chgData name="Christopher Aloo" userId="81d139e4-1a74-45bd-a04a-64f94c7d37c9" providerId="ADAL" clId="{E7987F6F-D4EF-420F-86A8-4A23E89472B3}" dt="2025-07-10T17:37:09.505" v="311"/>
          <ac:grpSpMkLst>
            <pc:docMk/>
            <pc:sldMk cId="786571099" sldId="303"/>
            <ac:grpSpMk id="62" creationId="{48584D48-71C3-1EC6-008B-D99C0DFA696E}"/>
          </ac:grpSpMkLst>
        </pc:grpChg>
        <pc:grpChg chg="del mod">
          <ac:chgData name="Christopher Aloo" userId="81d139e4-1a74-45bd-a04a-64f94c7d37c9" providerId="ADAL" clId="{E7987F6F-D4EF-420F-86A8-4A23E89472B3}" dt="2025-07-10T17:37:12.507" v="315"/>
          <ac:grpSpMkLst>
            <pc:docMk/>
            <pc:sldMk cId="786571099" sldId="303"/>
            <ac:grpSpMk id="63" creationId="{6A253E9E-C350-4B0C-1515-0D10E99742E9}"/>
          </ac:grpSpMkLst>
        </pc:grpChg>
        <pc:grpChg chg="del mod">
          <ac:chgData name="Christopher Aloo" userId="81d139e4-1a74-45bd-a04a-64f94c7d37c9" providerId="ADAL" clId="{E7987F6F-D4EF-420F-86A8-4A23E89472B3}" dt="2025-07-10T17:37:13.974" v="318"/>
          <ac:grpSpMkLst>
            <pc:docMk/>
            <pc:sldMk cId="786571099" sldId="303"/>
            <ac:grpSpMk id="67" creationId="{35FF6CEC-2DE4-A9DC-1CCD-93DB632223DB}"/>
          </ac:grpSpMkLst>
        </pc:grpChg>
        <pc:grpChg chg="del mod">
          <ac:chgData name="Christopher Aloo" userId="81d139e4-1a74-45bd-a04a-64f94c7d37c9" providerId="ADAL" clId="{E7987F6F-D4EF-420F-86A8-4A23E89472B3}" dt="2025-07-10T17:37:18.504" v="321"/>
          <ac:grpSpMkLst>
            <pc:docMk/>
            <pc:sldMk cId="786571099" sldId="303"/>
            <ac:grpSpMk id="70" creationId="{EAFB41DF-AB3C-08A6-2D1C-71716252EA4F}"/>
          </ac:grpSpMkLst>
        </pc:grpChg>
        <pc:grpChg chg="del mod">
          <ac:chgData name="Christopher Aloo" userId="81d139e4-1a74-45bd-a04a-64f94c7d37c9" providerId="ADAL" clId="{E7987F6F-D4EF-420F-86A8-4A23E89472B3}" dt="2025-07-10T17:37:26.479" v="337"/>
          <ac:grpSpMkLst>
            <pc:docMk/>
            <pc:sldMk cId="786571099" sldId="303"/>
            <ac:grpSpMk id="73" creationId="{87DF26C5-804B-5A8A-2A61-83170D7EC487}"/>
          </ac:grpSpMkLst>
        </pc:grpChg>
        <pc:grpChg chg="del mod">
          <ac:chgData name="Christopher Aloo" userId="81d139e4-1a74-45bd-a04a-64f94c7d37c9" providerId="ADAL" clId="{E7987F6F-D4EF-420F-86A8-4A23E89472B3}" dt="2025-07-10T17:37:57.647" v="340"/>
          <ac:grpSpMkLst>
            <pc:docMk/>
            <pc:sldMk cId="786571099" sldId="303"/>
            <ac:grpSpMk id="89" creationId="{200AA3AF-805E-F6AB-A34A-937E62A6EFBC}"/>
          </ac:grpSpMkLst>
        </pc:grpChg>
        <pc:grpChg chg="del mod">
          <ac:chgData name="Christopher Aloo" userId="81d139e4-1a74-45bd-a04a-64f94c7d37c9" providerId="ADAL" clId="{E7987F6F-D4EF-420F-86A8-4A23E89472B3}" dt="2025-07-10T17:37:59.904" v="344"/>
          <ac:grpSpMkLst>
            <pc:docMk/>
            <pc:sldMk cId="786571099" sldId="303"/>
            <ac:grpSpMk id="92" creationId="{8E23A54E-23FC-5941-822B-96CC1029381E}"/>
          </ac:grpSpMkLst>
        </pc:grpChg>
        <pc:grpChg chg="del mod">
          <ac:chgData name="Christopher Aloo" userId="81d139e4-1a74-45bd-a04a-64f94c7d37c9" providerId="ADAL" clId="{E7987F6F-D4EF-420F-86A8-4A23E89472B3}" dt="2025-07-10T17:38:04.148" v="347"/>
          <ac:grpSpMkLst>
            <pc:docMk/>
            <pc:sldMk cId="786571099" sldId="303"/>
            <ac:grpSpMk id="96" creationId="{0E49A59A-A70B-0723-186B-61CC796B1C65}"/>
          </ac:grpSpMkLst>
        </pc:grpChg>
        <pc:grpChg chg="del mod">
          <ac:chgData name="Christopher Aloo" userId="81d139e4-1a74-45bd-a04a-64f94c7d37c9" providerId="ADAL" clId="{E7987F6F-D4EF-420F-86A8-4A23E89472B3}" dt="2025-07-10T17:38:06.826" v="355"/>
          <ac:grpSpMkLst>
            <pc:docMk/>
            <pc:sldMk cId="786571099" sldId="303"/>
            <ac:grpSpMk id="99" creationId="{530B8629-E2D5-E004-5DFE-7D91066C1E4C}"/>
          </ac:grpSpMkLst>
        </pc:grpChg>
        <pc:grpChg chg="del mod">
          <ac:chgData name="Christopher Aloo" userId="81d139e4-1a74-45bd-a04a-64f94c7d37c9" providerId="ADAL" clId="{E7987F6F-D4EF-420F-86A8-4A23E89472B3}" dt="2025-07-10T17:38:09.753" v="357"/>
          <ac:grpSpMkLst>
            <pc:docMk/>
            <pc:sldMk cId="786571099" sldId="303"/>
            <ac:grpSpMk id="107" creationId="{BA094A5B-C5CA-AB15-C3AC-536072BD1AE3}"/>
          </ac:grpSpMkLst>
        </pc:grpChg>
        <pc:grpChg chg="del mod">
          <ac:chgData name="Christopher Aloo" userId="81d139e4-1a74-45bd-a04a-64f94c7d37c9" providerId="ADAL" clId="{E7987F6F-D4EF-420F-86A8-4A23E89472B3}" dt="2025-07-10T17:38:15.065" v="364"/>
          <ac:grpSpMkLst>
            <pc:docMk/>
            <pc:sldMk cId="786571099" sldId="303"/>
            <ac:grpSpMk id="109" creationId="{72E5D483-5FEB-6ADA-796A-2C7723AE7B49}"/>
          </ac:grpSpMkLst>
        </pc:grpChg>
        <pc:grpChg chg="del mod">
          <ac:chgData name="Christopher Aloo" userId="81d139e4-1a74-45bd-a04a-64f94c7d37c9" providerId="ADAL" clId="{E7987F6F-D4EF-420F-86A8-4A23E89472B3}" dt="2025-07-10T17:38:19.214" v="366"/>
          <ac:grpSpMkLst>
            <pc:docMk/>
            <pc:sldMk cId="786571099" sldId="303"/>
            <ac:grpSpMk id="116" creationId="{23FF1B07-96FB-4EFE-B5F4-6ADB82A2287A}"/>
          </ac:grpSpMkLst>
        </pc:grpChg>
        <pc:grpChg chg="del mod">
          <ac:chgData name="Christopher Aloo" userId="81d139e4-1a74-45bd-a04a-64f94c7d37c9" providerId="ADAL" clId="{E7987F6F-D4EF-420F-86A8-4A23E89472B3}" dt="2025-07-10T17:38:23.620" v="370"/>
          <ac:grpSpMkLst>
            <pc:docMk/>
            <pc:sldMk cId="786571099" sldId="303"/>
            <ac:grpSpMk id="118" creationId="{5EBD8EBB-E88E-B95D-DC7F-9EA35262DBAF}"/>
          </ac:grpSpMkLst>
        </pc:grpChg>
        <pc:grpChg chg="del mod">
          <ac:chgData name="Christopher Aloo" userId="81d139e4-1a74-45bd-a04a-64f94c7d37c9" providerId="ADAL" clId="{E7987F6F-D4EF-420F-86A8-4A23E89472B3}" dt="2025-07-10T17:38:25.489" v="373"/>
          <ac:grpSpMkLst>
            <pc:docMk/>
            <pc:sldMk cId="786571099" sldId="303"/>
            <ac:grpSpMk id="122" creationId="{5A49D1A2-A9A7-8C88-1125-364C12CF8803}"/>
          </ac:grpSpMkLst>
        </pc:grpChg>
        <pc:grpChg chg="del mod">
          <ac:chgData name="Christopher Aloo" userId="81d139e4-1a74-45bd-a04a-64f94c7d37c9" providerId="ADAL" clId="{E7987F6F-D4EF-420F-86A8-4A23E89472B3}" dt="2025-07-10T17:38:27.236" v="375"/>
          <ac:grpSpMkLst>
            <pc:docMk/>
            <pc:sldMk cId="786571099" sldId="303"/>
            <ac:grpSpMk id="125" creationId="{A2E298D3-9C90-EDA6-418A-F3055E945F00}"/>
          </ac:grpSpMkLst>
        </pc:grpChg>
        <pc:grpChg chg="del mod">
          <ac:chgData name="Christopher Aloo" userId="81d139e4-1a74-45bd-a04a-64f94c7d37c9" providerId="ADAL" clId="{E7987F6F-D4EF-420F-86A8-4A23E89472B3}" dt="2025-07-10T17:38:34.728" v="378"/>
          <ac:grpSpMkLst>
            <pc:docMk/>
            <pc:sldMk cId="786571099" sldId="303"/>
            <ac:grpSpMk id="127" creationId="{C8A52E73-FBA3-3039-C03D-6308B11E4B01}"/>
          </ac:grpSpMkLst>
        </pc:grpChg>
        <pc:grpChg chg="del mod">
          <ac:chgData name="Christopher Aloo" userId="81d139e4-1a74-45bd-a04a-64f94c7d37c9" providerId="ADAL" clId="{E7987F6F-D4EF-420F-86A8-4A23E89472B3}" dt="2025-07-10T17:38:39.134" v="382"/>
          <ac:grpSpMkLst>
            <pc:docMk/>
            <pc:sldMk cId="786571099" sldId="303"/>
            <ac:grpSpMk id="130" creationId="{80AFD054-161F-9061-7840-51C1D5749008}"/>
          </ac:grpSpMkLst>
        </pc:grpChg>
        <pc:grpChg chg="del mod">
          <ac:chgData name="Christopher Aloo" userId="81d139e4-1a74-45bd-a04a-64f94c7d37c9" providerId="ADAL" clId="{E7987F6F-D4EF-420F-86A8-4A23E89472B3}" dt="2025-07-10T17:38:45.631" v="391"/>
          <ac:grpSpMkLst>
            <pc:docMk/>
            <pc:sldMk cId="786571099" sldId="303"/>
            <ac:grpSpMk id="134" creationId="{C5B5C0EE-6824-832C-AA8B-31D49FA8F1B2}"/>
          </ac:grpSpMkLst>
        </pc:grpChg>
        <pc:grpChg chg="del mod">
          <ac:chgData name="Christopher Aloo" userId="81d139e4-1a74-45bd-a04a-64f94c7d37c9" providerId="ADAL" clId="{E7987F6F-D4EF-420F-86A8-4A23E89472B3}" dt="2025-07-10T17:38:47.479" v="393"/>
          <ac:grpSpMkLst>
            <pc:docMk/>
            <pc:sldMk cId="786571099" sldId="303"/>
            <ac:grpSpMk id="143" creationId="{7D00F20B-FC63-F3A1-9778-AEA573B4D778}"/>
          </ac:grpSpMkLst>
        </pc:grpChg>
        <pc:grpChg chg="del mod">
          <ac:chgData name="Christopher Aloo" userId="81d139e4-1a74-45bd-a04a-64f94c7d37c9" providerId="ADAL" clId="{E7987F6F-D4EF-420F-86A8-4A23E89472B3}" dt="2025-07-10T17:38:48.884" v="395"/>
          <ac:grpSpMkLst>
            <pc:docMk/>
            <pc:sldMk cId="786571099" sldId="303"/>
            <ac:grpSpMk id="145" creationId="{8BF866B7-9A5A-4A05-B140-0ACF73700434}"/>
          </ac:grpSpMkLst>
        </pc:grpChg>
        <pc:grpChg chg="del mod">
          <ac:chgData name="Christopher Aloo" userId="81d139e4-1a74-45bd-a04a-64f94c7d37c9" providerId="ADAL" clId="{E7987F6F-D4EF-420F-86A8-4A23E89472B3}" dt="2025-07-10T17:38:54.094" v="399"/>
          <ac:grpSpMkLst>
            <pc:docMk/>
            <pc:sldMk cId="786571099" sldId="303"/>
            <ac:grpSpMk id="147" creationId="{8CCD68D5-B563-A536-3508-78C76EAF09A7}"/>
          </ac:grpSpMkLst>
        </pc:grpChg>
        <pc:grpChg chg="del mod">
          <ac:chgData name="Christopher Aloo" userId="81d139e4-1a74-45bd-a04a-64f94c7d37c9" providerId="ADAL" clId="{E7987F6F-D4EF-420F-86A8-4A23E89472B3}" dt="2025-07-10T17:38:55.627" v="401"/>
          <ac:grpSpMkLst>
            <pc:docMk/>
            <pc:sldMk cId="786571099" sldId="303"/>
            <ac:grpSpMk id="151" creationId="{C6AA6964-9439-D91A-C575-B839B2103BB0}"/>
          </ac:grpSpMkLst>
        </pc:grpChg>
        <pc:grpChg chg="mod">
          <ac:chgData name="Christopher Aloo" userId="81d139e4-1a74-45bd-a04a-64f94c7d37c9" providerId="ADAL" clId="{E7987F6F-D4EF-420F-86A8-4A23E89472B3}" dt="2025-07-10T17:38:55.627" v="401"/>
          <ac:grpSpMkLst>
            <pc:docMk/>
            <pc:sldMk cId="786571099" sldId="303"/>
            <ac:grpSpMk id="153" creationId="{50B7E0A5-D2F0-EFA9-2079-6B527EE952A5}"/>
          </ac:grpSpMkLst>
        </pc:grpChg>
        <pc:grpChg chg="del mod">
          <ac:chgData name="Christopher Aloo" userId="81d139e4-1a74-45bd-a04a-64f94c7d37c9" providerId="ADAL" clId="{E7987F6F-D4EF-420F-86A8-4A23E89472B3}" dt="2025-07-10T17:39:03.619" v="407"/>
          <ac:grpSpMkLst>
            <pc:docMk/>
            <pc:sldMk cId="786571099" sldId="303"/>
            <ac:grpSpMk id="156" creationId="{8C878098-4BA7-6986-299C-3B6303CCE6B6}"/>
          </ac:grpSpMkLst>
        </pc:grpChg>
        <pc:grpChg chg="del mod">
          <ac:chgData name="Christopher Aloo" userId="81d139e4-1a74-45bd-a04a-64f94c7d37c9" providerId="ADAL" clId="{E7987F6F-D4EF-420F-86A8-4A23E89472B3}" dt="2025-07-10T17:39:06.460" v="410"/>
          <ac:grpSpMkLst>
            <pc:docMk/>
            <pc:sldMk cId="786571099" sldId="303"/>
            <ac:grpSpMk id="159" creationId="{88D2626C-A572-B0DA-B8A2-F007608EF536}"/>
          </ac:grpSpMkLst>
        </pc:grpChg>
        <pc:grpChg chg="del mod">
          <ac:chgData name="Christopher Aloo" userId="81d139e4-1a74-45bd-a04a-64f94c7d37c9" providerId="ADAL" clId="{E7987F6F-D4EF-420F-86A8-4A23E89472B3}" dt="2025-07-10T17:39:12.596" v="418"/>
          <ac:grpSpMkLst>
            <pc:docMk/>
            <pc:sldMk cId="786571099" sldId="303"/>
            <ac:grpSpMk id="162" creationId="{1EE0727D-210C-E9B8-D7FF-1B9EF2AB4604}"/>
          </ac:grpSpMkLst>
        </pc:grpChg>
        <pc:grpChg chg="mod">
          <ac:chgData name="Christopher Aloo" userId="81d139e4-1a74-45bd-a04a-64f94c7d37c9" providerId="ADAL" clId="{E7987F6F-D4EF-420F-86A8-4A23E89472B3}" dt="2025-07-10T17:39:12.596" v="418"/>
          <ac:grpSpMkLst>
            <pc:docMk/>
            <pc:sldMk cId="786571099" sldId="303"/>
            <ac:grpSpMk id="170" creationId="{4915B82B-1499-7B46-60E2-F4CDC1EB8EBD}"/>
          </ac:grpSpMkLst>
        </pc:grpChg>
        <pc:grpChg chg="mod">
          <ac:chgData name="Christopher Aloo" userId="81d139e4-1a74-45bd-a04a-64f94c7d37c9" providerId="ADAL" clId="{E7987F6F-D4EF-420F-86A8-4A23E89472B3}" dt="2025-07-10T17:39:17.435" v="425"/>
          <ac:grpSpMkLst>
            <pc:docMk/>
            <pc:sldMk cId="786571099" sldId="303"/>
            <ac:grpSpMk id="177" creationId="{FF374CB2-58D5-245B-77C0-A2B0578A26FB}"/>
          </ac:grpSpMkLst>
        </pc:grpChg>
        <pc:grpChg chg="mod">
          <ac:chgData name="Christopher Aloo" userId="81d139e4-1a74-45bd-a04a-64f94c7d37c9" providerId="ADAL" clId="{E7987F6F-D4EF-420F-86A8-4A23E89472B3}" dt="2025-07-10T17:39:25.269" v="436"/>
          <ac:grpSpMkLst>
            <pc:docMk/>
            <pc:sldMk cId="786571099" sldId="303"/>
            <ac:grpSpMk id="188" creationId="{D0175C46-FAC8-DDCF-A440-D1A48B664D3D}"/>
          </ac:grpSpMkLst>
        </pc:grpChg>
        <pc:inkChg chg="del">
          <ac:chgData name="Christopher Aloo" userId="81d139e4-1a74-45bd-a04a-64f94c7d37c9" providerId="ADAL" clId="{E7987F6F-D4EF-420F-86A8-4A23E89472B3}" dt="2025-07-10T17:34:20.957" v="252" actId="478"/>
          <ac:inkMkLst>
            <pc:docMk/>
            <pc:sldMk cId="786571099" sldId="303"/>
            <ac:inkMk id="2" creationId="{60007D5B-D863-8EEE-D300-EEE85EA77182}"/>
          </ac:inkMkLst>
        </pc:inkChg>
        <pc:inkChg chg="add mod">
          <ac:chgData name="Christopher Aloo" userId="81d139e4-1a74-45bd-a04a-64f94c7d37c9" providerId="ADAL" clId="{E7987F6F-D4EF-420F-86A8-4A23E89472B3}" dt="2025-07-10T17:36:08.730" v="280"/>
          <ac:inkMkLst>
            <pc:docMk/>
            <pc:sldMk cId="786571099" sldId="303"/>
            <ac:inkMk id="3" creationId="{2036302B-67C1-A2A9-6A22-0D53565BCE99}"/>
          </ac:inkMkLst>
        </pc:inkChg>
        <pc:inkChg chg="add mod">
          <ac:chgData name="Christopher Aloo" userId="81d139e4-1a74-45bd-a04a-64f94c7d37c9" providerId="ADAL" clId="{E7987F6F-D4EF-420F-86A8-4A23E89472B3}" dt="2025-07-10T17:36:06.278" v="275"/>
          <ac:inkMkLst>
            <pc:docMk/>
            <pc:sldMk cId="786571099" sldId="303"/>
            <ac:inkMk id="4" creationId="{791EEF5E-8134-703C-3F16-911500E51E63}"/>
          </ac:inkMkLst>
        </pc:inkChg>
        <pc:inkChg chg="add mod">
          <ac:chgData name="Christopher Aloo" userId="81d139e4-1a74-45bd-a04a-64f94c7d37c9" providerId="ADAL" clId="{E7987F6F-D4EF-420F-86A8-4A23E89472B3}" dt="2025-07-10T17:36:16.115" v="293"/>
          <ac:inkMkLst>
            <pc:docMk/>
            <pc:sldMk cId="786571099" sldId="303"/>
            <ac:inkMk id="6" creationId="{2B1A1D3E-8551-DECB-2895-211153E13E53}"/>
          </ac:inkMkLst>
        </pc:inkChg>
        <pc:inkChg chg="add">
          <ac:chgData name="Christopher Aloo" userId="81d139e4-1a74-45bd-a04a-64f94c7d37c9" providerId="ADAL" clId="{E7987F6F-D4EF-420F-86A8-4A23E89472B3}" dt="2025-07-10T17:35:51.630" v="257" actId="9405"/>
          <ac:inkMkLst>
            <pc:docMk/>
            <pc:sldMk cId="786571099" sldId="303"/>
            <ac:inkMk id="7" creationId="{58E4F14F-9299-2E67-7275-B8516BDFF20A}"/>
          </ac:inkMkLst>
        </pc:inkChg>
        <pc:inkChg chg="add mod">
          <ac:chgData name="Christopher Aloo" userId="81d139e4-1a74-45bd-a04a-64f94c7d37c9" providerId="ADAL" clId="{E7987F6F-D4EF-420F-86A8-4A23E89472B3}" dt="2025-07-10T17:36:16.115" v="293"/>
          <ac:inkMkLst>
            <pc:docMk/>
            <pc:sldMk cId="786571099" sldId="303"/>
            <ac:inkMk id="8" creationId="{439A032E-53D8-E6CC-E71B-57D6ED2E9E75}"/>
          </ac:inkMkLst>
        </pc:inkChg>
        <pc:inkChg chg="add">
          <ac:chgData name="Christopher Aloo" userId="81d139e4-1a74-45bd-a04a-64f94c7d37c9" providerId="ADAL" clId="{E7987F6F-D4EF-420F-86A8-4A23E89472B3}" dt="2025-07-10T17:35:53.285" v="259" actId="9405"/>
          <ac:inkMkLst>
            <pc:docMk/>
            <pc:sldMk cId="786571099" sldId="303"/>
            <ac:inkMk id="9" creationId="{18653F26-9EAD-9218-62B9-C7DF7176F3FB}"/>
          </ac:inkMkLst>
        </pc:inkChg>
        <pc:inkChg chg="add mod">
          <ac:chgData name="Christopher Aloo" userId="81d139e4-1a74-45bd-a04a-64f94c7d37c9" providerId="ADAL" clId="{E7987F6F-D4EF-420F-86A8-4A23E89472B3}" dt="2025-07-10T17:36:06.278" v="275"/>
          <ac:inkMkLst>
            <pc:docMk/>
            <pc:sldMk cId="786571099" sldId="303"/>
            <ac:inkMk id="10" creationId="{CC420680-BA78-BDAA-CB2A-DA380B17CEBD}"/>
          </ac:inkMkLst>
        </pc:inkChg>
        <pc:inkChg chg="add">
          <ac:chgData name="Christopher Aloo" userId="81d139e4-1a74-45bd-a04a-64f94c7d37c9" providerId="ADAL" clId="{E7987F6F-D4EF-420F-86A8-4A23E89472B3}" dt="2025-07-10T17:35:55.425" v="261" actId="9405"/>
          <ac:inkMkLst>
            <pc:docMk/>
            <pc:sldMk cId="786571099" sldId="303"/>
            <ac:inkMk id="11" creationId="{5EF8B1AA-0FC4-39CC-4EC9-E096C96489CF}"/>
          </ac:inkMkLst>
        </pc:inkChg>
        <pc:inkChg chg="add mod">
          <ac:chgData name="Christopher Aloo" userId="81d139e4-1a74-45bd-a04a-64f94c7d37c9" providerId="ADAL" clId="{E7987F6F-D4EF-420F-86A8-4A23E89472B3}" dt="2025-07-10T17:36:16.115" v="293"/>
          <ac:inkMkLst>
            <pc:docMk/>
            <pc:sldMk cId="786571099" sldId="303"/>
            <ac:inkMk id="12" creationId="{68CCFA8A-09C6-A726-8873-9211A04FC3C7}"/>
          </ac:inkMkLst>
        </pc:inkChg>
        <pc:inkChg chg="add mod">
          <ac:chgData name="Christopher Aloo" userId="81d139e4-1a74-45bd-a04a-64f94c7d37c9" providerId="ADAL" clId="{E7987F6F-D4EF-420F-86A8-4A23E89472B3}" dt="2025-07-10T17:36:08.730" v="280"/>
          <ac:inkMkLst>
            <pc:docMk/>
            <pc:sldMk cId="786571099" sldId="303"/>
            <ac:inkMk id="13" creationId="{74DF1BAE-336D-3074-8147-9548FE9CDBFB}"/>
          </ac:inkMkLst>
        </pc:inkChg>
        <pc:inkChg chg="add mod">
          <ac:chgData name="Christopher Aloo" userId="81d139e4-1a74-45bd-a04a-64f94c7d37c9" providerId="ADAL" clId="{E7987F6F-D4EF-420F-86A8-4A23E89472B3}" dt="2025-07-10T17:36:16.115" v="293"/>
          <ac:inkMkLst>
            <pc:docMk/>
            <pc:sldMk cId="786571099" sldId="303"/>
            <ac:inkMk id="14" creationId="{38781094-3020-9ECB-CE75-7475C294EFAD}"/>
          </ac:inkMkLst>
        </pc:inkChg>
        <pc:inkChg chg="add mod">
          <ac:chgData name="Christopher Aloo" userId="81d139e4-1a74-45bd-a04a-64f94c7d37c9" providerId="ADAL" clId="{E7987F6F-D4EF-420F-86A8-4A23E89472B3}" dt="2025-07-10T17:36:16.115" v="293"/>
          <ac:inkMkLst>
            <pc:docMk/>
            <pc:sldMk cId="786571099" sldId="303"/>
            <ac:inkMk id="15" creationId="{BB2E7281-B861-EF7E-489B-B7AC72BBCCB9}"/>
          </ac:inkMkLst>
        </pc:inkChg>
        <pc:inkChg chg="add">
          <ac:chgData name="Christopher Aloo" userId="81d139e4-1a74-45bd-a04a-64f94c7d37c9" providerId="ADAL" clId="{E7987F6F-D4EF-420F-86A8-4A23E89472B3}" dt="2025-07-10T17:35:59.204" v="266" actId="9405"/>
          <ac:inkMkLst>
            <pc:docMk/>
            <pc:sldMk cId="786571099" sldId="303"/>
            <ac:inkMk id="16" creationId="{CED4DD73-5664-F372-FD1C-2D2616006C6C}"/>
          </ac:inkMkLst>
        </pc:inkChg>
        <pc:inkChg chg="add mod">
          <ac:chgData name="Christopher Aloo" userId="81d139e4-1a74-45bd-a04a-64f94c7d37c9" providerId="ADAL" clId="{E7987F6F-D4EF-420F-86A8-4A23E89472B3}" dt="2025-07-10T17:36:06.278" v="275"/>
          <ac:inkMkLst>
            <pc:docMk/>
            <pc:sldMk cId="786571099" sldId="303"/>
            <ac:inkMk id="17" creationId="{14B48074-4A8E-3ED4-4A86-05982E05221B}"/>
          </ac:inkMkLst>
        </pc:inkChg>
        <pc:inkChg chg="add">
          <ac:chgData name="Christopher Aloo" userId="81d139e4-1a74-45bd-a04a-64f94c7d37c9" providerId="ADAL" clId="{E7987F6F-D4EF-420F-86A8-4A23E89472B3}" dt="2025-07-10T17:35:59.689" v="268" actId="9405"/>
          <ac:inkMkLst>
            <pc:docMk/>
            <pc:sldMk cId="786571099" sldId="303"/>
            <ac:inkMk id="18" creationId="{88AC4CA5-BFC9-47BB-23FF-4089EBBB9F1F}"/>
          </ac:inkMkLst>
        </pc:inkChg>
        <pc:inkChg chg="add">
          <ac:chgData name="Christopher Aloo" userId="81d139e4-1a74-45bd-a04a-64f94c7d37c9" providerId="ADAL" clId="{E7987F6F-D4EF-420F-86A8-4A23E89472B3}" dt="2025-07-10T17:36:00.407" v="269" actId="9405"/>
          <ac:inkMkLst>
            <pc:docMk/>
            <pc:sldMk cId="786571099" sldId="303"/>
            <ac:inkMk id="19" creationId="{F79ECE8B-5D0A-529D-CB54-A50B05EF8668}"/>
          </ac:inkMkLst>
        </pc:inkChg>
        <pc:inkChg chg="add mod">
          <ac:chgData name="Christopher Aloo" userId="81d139e4-1a74-45bd-a04a-64f94c7d37c9" providerId="ADAL" clId="{E7987F6F-D4EF-420F-86A8-4A23E89472B3}" dt="2025-07-10T17:36:06.278" v="275"/>
          <ac:inkMkLst>
            <pc:docMk/>
            <pc:sldMk cId="786571099" sldId="303"/>
            <ac:inkMk id="20" creationId="{EB7E1F59-2FEE-6FD6-B1B0-F887B49BA692}"/>
          </ac:inkMkLst>
        </pc:inkChg>
        <pc:inkChg chg="add mod">
          <ac:chgData name="Christopher Aloo" userId="81d139e4-1a74-45bd-a04a-64f94c7d37c9" providerId="ADAL" clId="{E7987F6F-D4EF-420F-86A8-4A23E89472B3}" dt="2025-07-10T17:36:06.278" v="275"/>
          <ac:inkMkLst>
            <pc:docMk/>
            <pc:sldMk cId="786571099" sldId="303"/>
            <ac:inkMk id="21" creationId="{7DDD0A72-586F-8A36-1CE1-AFE7CB6B995D}"/>
          </ac:inkMkLst>
        </pc:inkChg>
        <pc:inkChg chg="add mod">
          <ac:chgData name="Christopher Aloo" userId="81d139e4-1a74-45bd-a04a-64f94c7d37c9" providerId="ADAL" clId="{E7987F6F-D4EF-420F-86A8-4A23E89472B3}" dt="2025-07-10T17:36:16.115" v="293"/>
          <ac:inkMkLst>
            <pc:docMk/>
            <pc:sldMk cId="786571099" sldId="303"/>
            <ac:inkMk id="24" creationId="{25196AD7-1433-0C2B-605D-92B2F1428FC1}"/>
          </ac:inkMkLst>
        </pc:inkChg>
        <pc:inkChg chg="add mod">
          <ac:chgData name="Christopher Aloo" userId="81d139e4-1a74-45bd-a04a-64f94c7d37c9" providerId="ADAL" clId="{E7987F6F-D4EF-420F-86A8-4A23E89472B3}" dt="2025-07-10T17:36:06.278" v="275"/>
          <ac:inkMkLst>
            <pc:docMk/>
            <pc:sldMk cId="786571099" sldId="303"/>
            <ac:inkMk id="25" creationId="{B9D09B59-A209-CBBD-C2E6-26CD4AB70AEA}"/>
          </ac:inkMkLst>
        </pc:inkChg>
        <pc:inkChg chg="add">
          <ac:chgData name="Christopher Aloo" userId="81d139e4-1a74-45bd-a04a-64f94c7d37c9" providerId="ADAL" clId="{E7987F6F-D4EF-420F-86A8-4A23E89472B3}" dt="2025-07-10T17:36:06.878" v="276" actId="9405"/>
          <ac:inkMkLst>
            <pc:docMk/>
            <pc:sldMk cId="786571099" sldId="303"/>
            <ac:inkMk id="27" creationId="{E70B326E-74C4-2BFB-9B25-8243A4647A35}"/>
          </ac:inkMkLst>
        </pc:inkChg>
        <pc:inkChg chg="add">
          <ac:chgData name="Christopher Aloo" userId="81d139e4-1a74-45bd-a04a-64f94c7d37c9" providerId="ADAL" clId="{E7987F6F-D4EF-420F-86A8-4A23E89472B3}" dt="2025-07-10T17:36:07.765" v="278" actId="9405"/>
          <ac:inkMkLst>
            <pc:docMk/>
            <pc:sldMk cId="786571099" sldId="303"/>
            <ac:inkMk id="29" creationId="{F732D1B6-82EE-CBB8-0370-0E159997DBDA}"/>
          </ac:inkMkLst>
        </pc:inkChg>
        <pc:inkChg chg="add">
          <ac:chgData name="Christopher Aloo" userId="81d139e4-1a74-45bd-a04a-64f94c7d37c9" providerId="ADAL" clId="{E7987F6F-D4EF-420F-86A8-4A23E89472B3}" dt="2025-07-10T17:36:07.947" v="279" actId="9405"/>
          <ac:inkMkLst>
            <pc:docMk/>
            <pc:sldMk cId="786571099" sldId="303"/>
            <ac:inkMk id="30" creationId="{C348D12B-788F-F72B-CF69-EF24EC20BA58}"/>
          </ac:inkMkLst>
        </pc:inkChg>
        <pc:inkChg chg="add">
          <ac:chgData name="Christopher Aloo" userId="81d139e4-1a74-45bd-a04a-64f94c7d37c9" providerId="ADAL" clId="{E7987F6F-D4EF-420F-86A8-4A23E89472B3}" dt="2025-07-10T17:36:09.656" v="281" actId="9405"/>
          <ac:inkMkLst>
            <pc:docMk/>
            <pc:sldMk cId="786571099" sldId="303"/>
            <ac:inkMk id="32" creationId="{666F5100-06DE-645C-49C7-E729B1C096AD}"/>
          </ac:inkMkLst>
        </pc:inkChg>
        <pc:inkChg chg="add">
          <ac:chgData name="Christopher Aloo" userId="81d139e4-1a74-45bd-a04a-64f94c7d37c9" providerId="ADAL" clId="{E7987F6F-D4EF-420F-86A8-4A23E89472B3}" dt="2025-07-10T17:36:10.128" v="282" actId="9405"/>
          <ac:inkMkLst>
            <pc:docMk/>
            <pc:sldMk cId="786571099" sldId="303"/>
            <ac:inkMk id="33" creationId="{48D8060F-7861-A16E-FE0F-F6635B87D6E7}"/>
          </ac:inkMkLst>
        </pc:inkChg>
        <pc:inkChg chg="add">
          <ac:chgData name="Christopher Aloo" userId="81d139e4-1a74-45bd-a04a-64f94c7d37c9" providerId="ADAL" clId="{E7987F6F-D4EF-420F-86A8-4A23E89472B3}" dt="2025-07-10T17:36:10.529" v="283" actId="9405"/>
          <ac:inkMkLst>
            <pc:docMk/>
            <pc:sldMk cId="786571099" sldId="303"/>
            <ac:inkMk id="34" creationId="{5AC1CE2D-0FA7-957E-A2E7-75DCB6E2DF20}"/>
          </ac:inkMkLst>
        </pc:inkChg>
        <pc:inkChg chg="add mod">
          <ac:chgData name="Christopher Aloo" userId="81d139e4-1a74-45bd-a04a-64f94c7d37c9" providerId="ADAL" clId="{E7987F6F-D4EF-420F-86A8-4A23E89472B3}" dt="2025-07-10T17:36:16.115" v="293"/>
          <ac:inkMkLst>
            <pc:docMk/>
            <pc:sldMk cId="786571099" sldId="303"/>
            <ac:inkMk id="35" creationId="{74733830-6D3C-D5C5-B46F-773881F0E645}"/>
          </ac:inkMkLst>
        </pc:inkChg>
        <pc:inkChg chg="add">
          <ac:chgData name="Christopher Aloo" userId="81d139e4-1a74-45bd-a04a-64f94c7d37c9" providerId="ADAL" clId="{E7987F6F-D4EF-420F-86A8-4A23E89472B3}" dt="2025-07-10T17:36:11.368" v="285" actId="9405"/>
          <ac:inkMkLst>
            <pc:docMk/>
            <pc:sldMk cId="786571099" sldId="303"/>
            <ac:inkMk id="36" creationId="{28A87FBE-185C-0206-2D3B-06115210A229}"/>
          </ac:inkMkLst>
        </pc:inkChg>
        <pc:inkChg chg="add">
          <ac:chgData name="Christopher Aloo" userId="81d139e4-1a74-45bd-a04a-64f94c7d37c9" providerId="ADAL" clId="{E7987F6F-D4EF-420F-86A8-4A23E89472B3}" dt="2025-07-10T17:36:12.038" v="286" actId="9405"/>
          <ac:inkMkLst>
            <pc:docMk/>
            <pc:sldMk cId="786571099" sldId="303"/>
            <ac:inkMk id="37" creationId="{E5AD3059-0BBB-7D0D-A376-601F1D2DDC8F}"/>
          </ac:inkMkLst>
        </pc:inkChg>
        <pc:inkChg chg="add">
          <ac:chgData name="Christopher Aloo" userId="81d139e4-1a74-45bd-a04a-64f94c7d37c9" providerId="ADAL" clId="{E7987F6F-D4EF-420F-86A8-4A23E89472B3}" dt="2025-07-10T17:36:12.569" v="287" actId="9405"/>
          <ac:inkMkLst>
            <pc:docMk/>
            <pc:sldMk cId="786571099" sldId="303"/>
            <ac:inkMk id="38" creationId="{2ABED94D-55CF-5AAA-29EE-9FA8E966D6C9}"/>
          </ac:inkMkLst>
        </pc:inkChg>
        <pc:inkChg chg="add">
          <ac:chgData name="Christopher Aloo" userId="81d139e4-1a74-45bd-a04a-64f94c7d37c9" providerId="ADAL" clId="{E7987F6F-D4EF-420F-86A8-4A23E89472B3}" dt="2025-07-10T17:36:13.064" v="288" actId="9405"/>
          <ac:inkMkLst>
            <pc:docMk/>
            <pc:sldMk cId="786571099" sldId="303"/>
            <ac:inkMk id="39" creationId="{CFA1F89E-7FF7-3920-9655-0AD753CA957E}"/>
          </ac:inkMkLst>
        </pc:inkChg>
        <pc:inkChg chg="add mod">
          <ac:chgData name="Christopher Aloo" userId="81d139e4-1a74-45bd-a04a-64f94c7d37c9" providerId="ADAL" clId="{E7987F6F-D4EF-420F-86A8-4A23E89472B3}" dt="2025-07-10T17:36:16.115" v="293"/>
          <ac:inkMkLst>
            <pc:docMk/>
            <pc:sldMk cId="786571099" sldId="303"/>
            <ac:inkMk id="40" creationId="{DD066E53-DA38-BF05-E015-F18CDA41B1F0}"/>
          </ac:inkMkLst>
        </pc:inkChg>
        <pc:inkChg chg="add">
          <ac:chgData name="Christopher Aloo" userId="81d139e4-1a74-45bd-a04a-64f94c7d37c9" providerId="ADAL" clId="{E7987F6F-D4EF-420F-86A8-4A23E89472B3}" dt="2025-07-10T17:36:14.065" v="290" actId="9405"/>
          <ac:inkMkLst>
            <pc:docMk/>
            <pc:sldMk cId="786571099" sldId="303"/>
            <ac:inkMk id="41" creationId="{A1EEB4D2-1629-A94A-BA38-AA8702D86FB2}"/>
          </ac:inkMkLst>
        </pc:inkChg>
        <pc:inkChg chg="add">
          <ac:chgData name="Christopher Aloo" userId="81d139e4-1a74-45bd-a04a-64f94c7d37c9" providerId="ADAL" clId="{E7987F6F-D4EF-420F-86A8-4A23E89472B3}" dt="2025-07-10T17:36:14.780" v="291" actId="9405"/>
          <ac:inkMkLst>
            <pc:docMk/>
            <pc:sldMk cId="786571099" sldId="303"/>
            <ac:inkMk id="42" creationId="{1D2D93D2-1F16-AB1B-D0EE-78DEFC9FBD9F}"/>
          </ac:inkMkLst>
        </pc:inkChg>
        <pc:inkChg chg="add">
          <ac:chgData name="Christopher Aloo" userId="81d139e4-1a74-45bd-a04a-64f94c7d37c9" providerId="ADAL" clId="{E7987F6F-D4EF-420F-86A8-4A23E89472B3}" dt="2025-07-10T17:36:15.447" v="292" actId="9405"/>
          <ac:inkMkLst>
            <pc:docMk/>
            <pc:sldMk cId="786571099" sldId="303"/>
            <ac:inkMk id="43" creationId="{5E8167E8-C28C-34DF-706F-1B5D94218976}"/>
          </ac:inkMkLst>
        </pc:inkChg>
        <pc:inkChg chg="add mod">
          <ac:chgData name="Christopher Aloo" userId="81d139e4-1a74-45bd-a04a-64f94c7d37c9" providerId="ADAL" clId="{E7987F6F-D4EF-420F-86A8-4A23E89472B3}" dt="2025-07-10T17:36:22.617" v="298"/>
          <ac:inkMkLst>
            <pc:docMk/>
            <pc:sldMk cId="786571099" sldId="303"/>
            <ac:inkMk id="45" creationId="{5646F1B9-B253-3746-A1C9-28F33A8ADDC5}"/>
          </ac:inkMkLst>
        </pc:inkChg>
        <pc:inkChg chg="add mod">
          <ac:chgData name="Christopher Aloo" userId="81d139e4-1a74-45bd-a04a-64f94c7d37c9" providerId="ADAL" clId="{E7987F6F-D4EF-420F-86A8-4A23E89472B3}" dt="2025-07-10T17:36:22.617" v="298"/>
          <ac:inkMkLst>
            <pc:docMk/>
            <pc:sldMk cId="786571099" sldId="303"/>
            <ac:inkMk id="46" creationId="{A58C7D61-61AD-2989-C0D0-34732ACB7993}"/>
          </ac:inkMkLst>
        </pc:inkChg>
        <pc:inkChg chg="add mod">
          <ac:chgData name="Christopher Aloo" userId="81d139e4-1a74-45bd-a04a-64f94c7d37c9" providerId="ADAL" clId="{E7987F6F-D4EF-420F-86A8-4A23E89472B3}" dt="2025-07-10T17:36:22.617" v="298"/>
          <ac:inkMkLst>
            <pc:docMk/>
            <pc:sldMk cId="786571099" sldId="303"/>
            <ac:inkMk id="47" creationId="{37CAC32F-1203-BB4B-F0A7-E8E53A9CB7CE}"/>
          </ac:inkMkLst>
        </pc:inkChg>
        <pc:inkChg chg="add mod">
          <ac:chgData name="Christopher Aloo" userId="81d139e4-1a74-45bd-a04a-64f94c7d37c9" providerId="ADAL" clId="{E7987F6F-D4EF-420F-86A8-4A23E89472B3}" dt="2025-07-10T17:36:22.617" v="298"/>
          <ac:inkMkLst>
            <pc:docMk/>
            <pc:sldMk cId="786571099" sldId="303"/>
            <ac:inkMk id="48" creationId="{09B865F0-40BD-F121-AA10-EA55E63CFB42}"/>
          </ac:inkMkLst>
        </pc:inkChg>
        <pc:inkChg chg="add mod">
          <ac:chgData name="Christopher Aloo" userId="81d139e4-1a74-45bd-a04a-64f94c7d37c9" providerId="ADAL" clId="{E7987F6F-D4EF-420F-86A8-4A23E89472B3}" dt="2025-07-10T17:36:30.448" v="303"/>
          <ac:inkMkLst>
            <pc:docMk/>
            <pc:sldMk cId="786571099" sldId="303"/>
            <ac:inkMk id="50" creationId="{3D98D854-0701-1925-2ABC-97CE4CB3E12F}"/>
          </ac:inkMkLst>
        </pc:inkChg>
        <pc:inkChg chg="add mod">
          <ac:chgData name="Christopher Aloo" userId="81d139e4-1a74-45bd-a04a-64f94c7d37c9" providerId="ADAL" clId="{E7987F6F-D4EF-420F-86A8-4A23E89472B3}" dt="2025-07-10T17:36:30.448" v="303"/>
          <ac:inkMkLst>
            <pc:docMk/>
            <pc:sldMk cId="786571099" sldId="303"/>
            <ac:inkMk id="51" creationId="{B0650E42-FE3C-1DB6-8BF4-FE018BBFC756}"/>
          </ac:inkMkLst>
        </pc:inkChg>
        <pc:inkChg chg="add mod">
          <ac:chgData name="Christopher Aloo" userId="81d139e4-1a74-45bd-a04a-64f94c7d37c9" providerId="ADAL" clId="{E7987F6F-D4EF-420F-86A8-4A23E89472B3}" dt="2025-07-10T17:36:30.448" v="303"/>
          <ac:inkMkLst>
            <pc:docMk/>
            <pc:sldMk cId="786571099" sldId="303"/>
            <ac:inkMk id="52" creationId="{EBC0195B-A531-FE42-FAAD-83A70E5EFC03}"/>
          </ac:inkMkLst>
        </pc:inkChg>
        <pc:inkChg chg="add mod">
          <ac:chgData name="Christopher Aloo" userId="81d139e4-1a74-45bd-a04a-64f94c7d37c9" providerId="ADAL" clId="{E7987F6F-D4EF-420F-86A8-4A23E89472B3}" dt="2025-07-10T17:36:30.448" v="303"/>
          <ac:inkMkLst>
            <pc:docMk/>
            <pc:sldMk cId="786571099" sldId="303"/>
            <ac:inkMk id="53" creationId="{D6C90D6C-28E3-8627-E576-F644919EB84B}"/>
          </ac:inkMkLst>
        </pc:inkChg>
        <pc:inkChg chg="add mod">
          <ac:chgData name="Christopher Aloo" userId="81d139e4-1a74-45bd-a04a-64f94c7d37c9" providerId="ADAL" clId="{E7987F6F-D4EF-420F-86A8-4A23E89472B3}" dt="2025-07-10T17:38:04.148" v="347"/>
          <ac:inkMkLst>
            <pc:docMk/>
            <pc:sldMk cId="786571099" sldId="303"/>
            <ac:inkMk id="55" creationId="{86F0397C-A88C-F7A0-2D93-5B446BB46B76}"/>
          </ac:inkMkLst>
        </pc:inkChg>
        <pc:inkChg chg="add mod">
          <ac:chgData name="Christopher Aloo" userId="81d139e4-1a74-45bd-a04a-64f94c7d37c9" providerId="ADAL" clId="{E7987F6F-D4EF-420F-86A8-4A23E89472B3}" dt="2025-07-10T17:38:04.148" v="347"/>
          <ac:inkMkLst>
            <pc:docMk/>
            <pc:sldMk cId="786571099" sldId="303"/>
            <ac:inkMk id="56" creationId="{DD090AB6-9ABD-D4D2-217E-A8D70924FFEE}"/>
          </ac:inkMkLst>
        </pc:inkChg>
        <pc:inkChg chg="add mod">
          <ac:chgData name="Christopher Aloo" userId="81d139e4-1a74-45bd-a04a-64f94c7d37c9" providerId="ADAL" clId="{E7987F6F-D4EF-420F-86A8-4A23E89472B3}" dt="2025-07-10T17:37:13.974" v="318"/>
          <ac:inkMkLst>
            <pc:docMk/>
            <pc:sldMk cId="786571099" sldId="303"/>
            <ac:inkMk id="57" creationId="{37FBECA4-2B3F-835B-E7F8-E65D25751BDA}"/>
          </ac:inkMkLst>
        </pc:inkChg>
        <pc:inkChg chg="add mod">
          <ac:chgData name="Christopher Aloo" userId="81d139e4-1a74-45bd-a04a-64f94c7d37c9" providerId="ADAL" clId="{E7987F6F-D4EF-420F-86A8-4A23E89472B3}" dt="2025-07-10T17:38:55.627" v="401"/>
          <ac:inkMkLst>
            <pc:docMk/>
            <pc:sldMk cId="786571099" sldId="303"/>
            <ac:inkMk id="58" creationId="{13790F69-51A3-46C2-1834-6B06AA80E635}"/>
          </ac:inkMkLst>
        </pc:inkChg>
        <pc:inkChg chg="add mod">
          <ac:chgData name="Christopher Aloo" userId="81d139e4-1a74-45bd-a04a-64f94c7d37c9" providerId="ADAL" clId="{E7987F6F-D4EF-420F-86A8-4A23E89472B3}" dt="2025-07-10T17:38:39.134" v="382"/>
          <ac:inkMkLst>
            <pc:docMk/>
            <pc:sldMk cId="786571099" sldId="303"/>
            <ac:inkMk id="59" creationId="{58D4B645-F1BD-655C-5C82-3A3A844FB743}"/>
          </ac:inkMkLst>
        </pc:inkChg>
        <pc:inkChg chg="add mod">
          <ac:chgData name="Christopher Aloo" userId="81d139e4-1a74-45bd-a04a-64f94c7d37c9" providerId="ADAL" clId="{E7987F6F-D4EF-420F-86A8-4A23E89472B3}" dt="2025-07-10T17:38:04.148" v="347"/>
          <ac:inkMkLst>
            <pc:docMk/>
            <pc:sldMk cId="786571099" sldId="303"/>
            <ac:inkMk id="60" creationId="{F6D869A4-D7AD-1BEC-D181-46D5C49492E0}"/>
          </ac:inkMkLst>
        </pc:inkChg>
        <pc:inkChg chg="add mod">
          <ac:chgData name="Christopher Aloo" userId="81d139e4-1a74-45bd-a04a-64f94c7d37c9" providerId="ADAL" clId="{E7987F6F-D4EF-420F-86A8-4A23E89472B3}" dt="2025-07-10T17:38:55.627" v="401"/>
          <ac:inkMkLst>
            <pc:docMk/>
            <pc:sldMk cId="786571099" sldId="303"/>
            <ac:inkMk id="61" creationId="{AFF4B964-866E-DBF9-680C-20B5553D6BE7}"/>
          </ac:inkMkLst>
        </pc:inkChg>
        <pc:inkChg chg="add mod">
          <ac:chgData name="Christopher Aloo" userId="81d139e4-1a74-45bd-a04a-64f94c7d37c9" providerId="ADAL" clId="{E7987F6F-D4EF-420F-86A8-4A23E89472B3}" dt="2025-07-10T17:38:55.627" v="401"/>
          <ac:inkMkLst>
            <pc:docMk/>
            <pc:sldMk cId="786571099" sldId="303"/>
            <ac:inkMk id="64" creationId="{A416124F-A1B0-7C4A-5D05-D64511FCF2EF}"/>
          </ac:inkMkLst>
        </pc:inkChg>
        <pc:inkChg chg="add mod">
          <ac:chgData name="Christopher Aloo" userId="81d139e4-1a74-45bd-a04a-64f94c7d37c9" providerId="ADAL" clId="{E7987F6F-D4EF-420F-86A8-4A23E89472B3}" dt="2025-07-10T17:37:18.504" v="321"/>
          <ac:inkMkLst>
            <pc:docMk/>
            <pc:sldMk cId="786571099" sldId="303"/>
            <ac:inkMk id="65" creationId="{4416F0F4-A892-726D-C01E-30BCE275A8F2}"/>
          </ac:inkMkLst>
        </pc:inkChg>
        <pc:inkChg chg="add mod">
          <ac:chgData name="Christopher Aloo" userId="81d139e4-1a74-45bd-a04a-64f94c7d37c9" providerId="ADAL" clId="{E7987F6F-D4EF-420F-86A8-4A23E89472B3}" dt="2025-07-10T17:37:18.504" v="321"/>
          <ac:inkMkLst>
            <pc:docMk/>
            <pc:sldMk cId="786571099" sldId="303"/>
            <ac:inkMk id="66" creationId="{6E290F06-CF2E-7A7B-5268-6AA287F9946A}"/>
          </ac:inkMkLst>
        </pc:inkChg>
        <pc:inkChg chg="add">
          <ac:chgData name="Christopher Aloo" userId="81d139e4-1a74-45bd-a04a-64f94c7d37c9" providerId="ADAL" clId="{E7987F6F-D4EF-420F-86A8-4A23E89472B3}" dt="2025-07-10T17:37:12.940" v="316" actId="9405"/>
          <ac:inkMkLst>
            <pc:docMk/>
            <pc:sldMk cId="786571099" sldId="303"/>
            <ac:inkMk id="68" creationId="{B0A8BBC0-6F35-0644-03CF-6823AB3C7413}"/>
          </ac:inkMkLst>
        </pc:inkChg>
        <pc:inkChg chg="add mod">
          <ac:chgData name="Christopher Aloo" userId="81d139e4-1a74-45bd-a04a-64f94c7d37c9" providerId="ADAL" clId="{E7987F6F-D4EF-420F-86A8-4A23E89472B3}" dt="2025-07-10T17:37:18.504" v="321"/>
          <ac:inkMkLst>
            <pc:docMk/>
            <pc:sldMk cId="786571099" sldId="303"/>
            <ac:inkMk id="69" creationId="{6225DBF0-CCEE-4B27-8193-D000E558DAD5}"/>
          </ac:inkMkLst>
        </pc:inkChg>
        <pc:inkChg chg="add mod">
          <ac:chgData name="Christopher Aloo" userId="81d139e4-1a74-45bd-a04a-64f94c7d37c9" providerId="ADAL" clId="{E7987F6F-D4EF-420F-86A8-4A23E89472B3}" dt="2025-07-10T17:37:18.504" v="321"/>
          <ac:inkMkLst>
            <pc:docMk/>
            <pc:sldMk cId="786571099" sldId="303"/>
            <ac:inkMk id="71" creationId="{C1813843-E7F8-5292-3D7A-64E975FC6281}"/>
          </ac:inkMkLst>
        </pc:inkChg>
        <pc:inkChg chg="add mod">
          <ac:chgData name="Christopher Aloo" userId="81d139e4-1a74-45bd-a04a-64f94c7d37c9" providerId="ADAL" clId="{E7987F6F-D4EF-420F-86A8-4A23E89472B3}" dt="2025-07-10T17:37:18.504" v="321"/>
          <ac:inkMkLst>
            <pc:docMk/>
            <pc:sldMk cId="786571099" sldId="303"/>
            <ac:inkMk id="72" creationId="{B0A5EE7E-046F-52CE-4050-9F209BBBD472}"/>
          </ac:inkMkLst>
        </pc:inkChg>
        <pc:inkChg chg="add">
          <ac:chgData name="Christopher Aloo" userId="81d139e4-1a74-45bd-a04a-64f94c7d37c9" providerId="ADAL" clId="{E7987F6F-D4EF-420F-86A8-4A23E89472B3}" dt="2025-07-10T17:37:19.336" v="322" actId="9405"/>
          <ac:inkMkLst>
            <pc:docMk/>
            <pc:sldMk cId="786571099" sldId="303"/>
            <ac:inkMk id="74" creationId="{3FB549D8-FA71-23E6-032A-B1A19176F85A}"/>
          </ac:inkMkLst>
        </pc:inkChg>
        <pc:inkChg chg="add mod">
          <ac:chgData name="Christopher Aloo" userId="81d139e4-1a74-45bd-a04a-64f94c7d37c9" providerId="ADAL" clId="{E7987F6F-D4EF-420F-86A8-4A23E89472B3}" dt="2025-07-10T17:38:39.134" v="382"/>
          <ac:inkMkLst>
            <pc:docMk/>
            <pc:sldMk cId="786571099" sldId="303"/>
            <ac:inkMk id="75" creationId="{B5D555B3-97E5-00CE-86DD-A3BCD42D6C90}"/>
          </ac:inkMkLst>
        </pc:inkChg>
        <pc:inkChg chg="add mod">
          <ac:chgData name="Christopher Aloo" userId="81d139e4-1a74-45bd-a04a-64f94c7d37c9" providerId="ADAL" clId="{E7987F6F-D4EF-420F-86A8-4A23E89472B3}" dt="2025-07-10T17:38:06.826" v="355"/>
          <ac:inkMkLst>
            <pc:docMk/>
            <pc:sldMk cId="786571099" sldId="303"/>
            <ac:inkMk id="76" creationId="{83A29F68-ABFE-A35C-8987-9468EBA0D635}"/>
          </ac:inkMkLst>
        </pc:inkChg>
        <pc:inkChg chg="add">
          <ac:chgData name="Christopher Aloo" userId="81d139e4-1a74-45bd-a04a-64f94c7d37c9" providerId="ADAL" clId="{E7987F6F-D4EF-420F-86A8-4A23E89472B3}" dt="2025-07-10T17:37:20.805" v="325" actId="9405"/>
          <ac:inkMkLst>
            <pc:docMk/>
            <pc:sldMk cId="786571099" sldId="303"/>
            <ac:inkMk id="77" creationId="{7ECB1F39-C9A7-D19E-7147-8BD963AF04F3}"/>
          </ac:inkMkLst>
        </pc:inkChg>
        <pc:inkChg chg="add">
          <ac:chgData name="Christopher Aloo" userId="81d139e4-1a74-45bd-a04a-64f94c7d37c9" providerId="ADAL" clId="{E7987F6F-D4EF-420F-86A8-4A23E89472B3}" dt="2025-07-10T17:37:21.925" v="326" actId="9405"/>
          <ac:inkMkLst>
            <pc:docMk/>
            <pc:sldMk cId="786571099" sldId="303"/>
            <ac:inkMk id="78" creationId="{D9CCFC8E-50BD-0D79-BCD5-8C84A9266B49}"/>
          </ac:inkMkLst>
        </pc:inkChg>
        <pc:inkChg chg="add">
          <ac:chgData name="Christopher Aloo" userId="81d139e4-1a74-45bd-a04a-64f94c7d37c9" providerId="ADAL" clId="{E7987F6F-D4EF-420F-86A8-4A23E89472B3}" dt="2025-07-10T17:37:22.250" v="327" actId="9405"/>
          <ac:inkMkLst>
            <pc:docMk/>
            <pc:sldMk cId="786571099" sldId="303"/>
            <ac:inkMk id="79" creationId="{1485F935-6B07-91A1-FF44-CE60F1A731CF}"/>
          </ac:inkMkLst>
        </pc:inkChg>
        <pc:inkChg chg="add">
          <ac:chgData name="Christopher Aloo" userId="81d139e4-1a74-45bd-a04a-64f94c7d37c9" providerId="ADAL" clId="{E7987F6F-D4EF-420F-86A8-4A23E89472B3}" dt="2025-07-10T17:37:22.524" v="328" actId="9405"/>
          <ac:inkMkLst>
            <pc:docMk/>
            <pc:sldMk cId="786571099" sldId="303"/>
            <ac:inkMk id="80" creationId="{FCB34E81-E736-F316-4769-64D7BE979CC5}"/>
          </ac:inkMkLst>
        </pc:inkChg>
        <pc:inkChg chg="add mod">
          <ac:chgData name="Christopher Aloo" userId="81d139e4-1a74-45bd-a04a-64f94c7d37c9" providerId="ADAL" clId="{E7987F6F-D4EF-420F-86A8-4A23E89472B3}" dt="2025-07-10T17:38:45.631" v="391"/>
          <ac:inkMkLst>
            <pc:docMk/>
            <pc:sldMk cId="786571099" sldId="303"/>
            <ac:inkMk id="81" creationId="{6D6C6D74-4254-0952-B16F-4A66142E60FA}"/>
          </ac:inkMkLst>
        </pc:inkChg>
        <pc:inkChg chg="add">
          <ac:chgData name="Christopher Aloo" userId="81d139e4-1a74-45bd-a04a-64f94c7d37c9" providerId="ADAL" clId="{E7987F6F-D4EF-420F-86A8-4A23E89472B3}" dt="2025-07-10T17:37:23.454" v="330" actId="9405"/>
          <ac:inkMkLst>
            <pc:docMk/>
            <pc:sldMk cId="786571099" sldId="303"/>
            <ac:inkMk id="82" creationId="{371A1D1F-1687-A845-A74E-7DBB30A25BB2}"/>
          </ac:inkMkLst>
        </pc:inkChg>
        <pc:inkChg chg="add mod">
          <ac:chgData name="Christopher Aloo" userId="81d139e4-1a74-45bd-a04a-64f94c7d37c9" providerId="ADAL" clId="{E7987F6F-D4EF-420F-86A8-4A23E89472B3}" dt="2025-07-10T17:38:06.826" v="355"/>
          <ac:inkMkLst>
            <pc:docMk/>
            <pc:sldMk cId="786571099" sldId="303"/>
            <ac:inkMk id="83" creationId="{AFE23E47-ECFD-FD79-9991-247844AC1AE0}"/>
          </ac:inkMkLst>
        </pc:inkChg>
        <pc:inkChg chg="add mod">
          <ac:chgData name="Christopher Aloo" userId="81d139e4-1a74-45bd-a04a-64f94c7d37c9" providerId="ADAL" clId="{E7987F6F-D4EF-420F-86A8-4A23E89472B3}" dt="2025-07-10T17:38:06.826" v="355"/>
          <ac:inkMkLst>
            <pc:docMk/>
            <pc:sldMk cId="786571099" sldId="303"/>
            <ac:inkMk id="84" creationId="{CF806AC7-3639-24ED-0CC3-6F190DEC13FC}"/>
          </ac:inkMkLst>
        </pc:inkChg>
        <pc:inkChg chg="add mod">
          <ac:chgData name="Christopher Aloo" userId="81d139e4-1a74-45bd-a04a-64f94c7d37c9" providerId="ADAL" clId="{E7987F6F-D4EF-420F-86A8-4A23E89472B3}" dt="2025-07-10T17:38:54.094" v="399"/>
          <ac:inkMkLst>
            <pc:docMk/>
            <pc:sldMk cId="786571099" sldId="303"/>
            <ac:inkMk id="85" creationId="{7EB5B400-CD4F-0C4B-10F9-4F62B2084759}"/>
          </ac:inkMkLst>
        </pc:inkChg>
        <pc:inkChg chg="add mod">
          <ac:chgData name="Christopher Aloo" userId="81d139e4-1a74-45bd-a04a-64f94c7d37c9" providerId="ADAL" clId="{E7987F6F-D4EF-420F-86A8-4A23E89472B3}" dt="2025-07-10T17:38:39.134" v="382"/>
          <ac:inkMkLst>
            <pc:docMk/>
            <pc:sldMk cId="786571099" sldId="303"/>
            <ac:inkMk id="86" creationId="{FE3A5239-7DDE-70CF-F3E2-25E2F331D1A5}"/>
          </ac:inkMkLst>
        </pc:inkChg>
        <pc:inkChg chg="add">
          <ac:chgData name="Christopher Aloo" userId="81d139e4-1a74-45bd-a04a-64f94c7d37c9" providerId="ADAL" clId="{E7987F6F-D4EF-420F-86A8-4A23E89472B3}" dt="2025-07-10T17:37:25.764" v="335" actId="9405"/>
          <ac:inkMkLst>
            <pc:docMk/>
            <pc:sldMk cId="786571099" sldId="303"/>
            <ac:inkMk id="87" creationId="{3D20F182-350C-DF9E-D69E-ADB2706D4752}"/>
          </ac:inkMkLst>
        </pc:inkChg>
        <pc:inkChg chg="add mod">
          <ac:chgData name="Christopher Aloo" userId="81d139e4-1a74-45bd-a04a-64f94c7d37c9" providerId="ADAL" clId="{E7987F6F-D4EF-420F-86A8-4A23E89472B3}" dt="2025-07-10T17:38:06.826" v="355"/>
          <ac:inkMkLst>
            <pc:docMk/>
            <pc:sldMk cId="786571099" sldId="303"/>
            <ac:inkMk id="88" creationId="{3334DED2-9194-C173-BF20-A36E5D38D225}"/>
          </ac:inkMkLst>
        </pc:inkChg>
        <pc:inkChg chg="add mod">
          <ac:chgData name="Christopher Aloo" userId="81d139e4-1a74-45bd-a04a-64f94c7d37c9" providerId="ADAL" clId="{E7987F6F-D4EF-420F-86A8-4A23E89472B3}" dt="2025-07-10T17:38:55.627" v="401"/>
          <ac:inkMkLst>
            <pc:docMk/>
            <pc:sldMk cId="786571099" sldId="303"/>
            <ac:inkMk id="90" creationId="{70B3960F-52B4-FB0F-38B7-C3900B2A376A}"/>
          </ac:inkMkLst>
        </pc:inkChg>
        <pc:inkChg chg="add">
          <ac:chgData name="Christopher Aloo" userId="81d139e4-1a74-45bd-a04a-64f94c7d37c9" providerId="ADAL" clId="{E7987F6F-D4EF-420F-86A8-4A23E89472B3}" dt="2025-07-10T17:37:56.934" v="339" actId="9405"/>
          <ac:inkMkLst>
            <pc:docMk/>
            <pc:sldMk cId="786571099" sldId="303"/>
            <ac:inkMk id="91" creationId="{E9E97AD9-6A9A-3356-ACC5-E148A33DFAE4}"/>
          </ac:inkMkLst>
        </pc:inkChg>
        <pc:inkChg chg="add">
          <ac:chgData name="Christopher Aloo" userId="81d139e4-1a74-45bd-a04a-64f94c7d37c9" providerId="ADAL" clId="{E7987F6F-D4EF-420F-86A8-4A23E89472B3}" dt="2025-07-10T17:37:58.324" v="341" actId="9405"/>
          <ac:inkMkLst>
            <pc:docMk/>
            <pc:sldMk cId="786571099" sldId="303"/>
            <ac:inkMk id="93" creationId="{4C5B32FB-C4C1-FD9F-939E-CAE877541A5E}"/>
          </ac:inkMkLst>
        </pc:inkChg>
        <pc:inkChg chg="add">
          <ac:chgData name="Christopher Aloo" userId="81d139e4-1a74-45bd-a04a-64f94c7d37c9" providerId="ADAL" clId="{E7987F6F-D4EF-420F-86A8-4A23E89472B3}" dt="2025-07-10T17:37:58.774" v="342" actId="9405"/>
          <ac:inkMkLst>
            <pc:docMk/>
            <pc:sldMk cId="786571099" sldId="303"/>
            <ac:inkMk id="94" creationId="{AB31B82E-F4BF-AC4E-3705-1AA87A5B6E8A}"/>
          </ac:inkMkLst>
        </pc:inkChg>
        <pc:inkChg chg="add">
          <ac:chgData name="Christopher Aloo" userId="81d139e4-1a74-45bd-a04a-64f94c7d37c9" providerId="ADAL" clId="{E7987F6F-D4EF-420F-86A8-4A23E89472B3}" dt="2025-07-10T17:37:58.974" v="343" actId="9405"/>
          <ac:inkMkLst>
            <pc:docMk/>
            <pc:sldMk cId="786571099" sldId="303"/>
            <ac:inkMk id="95" creationId="{20763A3E-9C74-F987-0A59-ADA3DE01DE06}"/>
          </ac:inkMkLst>
        </pc:inkChg>
        <pc:inkChg chg="add">
          <ac:chgData name="Christopher Aloo" userId="81d139e4-1a74-45bd-a04a-64f94c7d37c9" providerId="ADAL" clId="{E7987F6F-D4EF-420F-86A8-4A23E89472B3}" dt="2025-07-10T17:38:02.014" v="345" actId="9405"/>
          <ac:inkMkLst>
            <pc:docMk/>
            <pc:sldMk cId="786571099" sldId="303"/>
            <ac:inkMk id="97" creationId="{F27728AB-3F6F-062B-6300-D1CFBCC992F6}"/>
          </ac:inkMkLst>
        </pc:inkChg>
        <pc:inkChg chg="add">
          <ac:chgData name="Christopher Aloo" userId="81d139e4-1a74-45bd-a04a-64f94c7d37c9" providerId="ADAL" clId="{E7987F6F-D4EF-420F-86A8-4A23E89472B3}" dt="2025-07-10T17:38:03.244" v="346" actId="9405"/>
          <ac:inkMkLst>
            <pc:docMk/>
            <pc:sldMk cId="786571099" sldId="303"/>
            <ac:inkMk id="98" creationId="{2C256A67-89BB-59C5-A238-E2EF9C501283}"/>
          </ac:inkMkLst>
        </pc:inkChg>
        <pc:inkChg chg="add mod">
          <ac:chgData name="Christopher Aloo" userId="81d139e4-1a74-45bd-a04a-64f94c7d37c9" providerId="ADAL" clId="{E7987F6F-D4EF-420F-86A8-4A23E89472B3}" dt="2025-07-10T17:38:39.134" v="382"/>
          <ac:inkMkLst>
            <pc:docMk/>
            <pc:sldMk cId="786571099" sldId="303"/>
            <ac:inkMk id="100" creationId="{8C0EDA47-17D1-158D-0C6E-9E335F6C25A3}"/>
          </ac:inkMkLst>
        </pc:inkChg>
        <pc:inkChg chg="add mod">
          <ac:chgData name="Christopher Aloo" userId="81d139e4-1a74-45bd-a04a-64f94c7d37c9" providerId="ADAL" clId="{E7987F6F-D4EF-420F-86A8-4A23E89472B3}" dt="2025-07-10T17:38:39.134" v="382"/>
          <ac:inkMkLst>
            <pc:docMk/>
            <pc:sldMk cId="786571099" sldId="303"/>
            <ac:inkMk id="101" creationId="{42A28065-04A8-E74C-A8E5-D3058AA16FC3}"/>
          </ac:inkMkLst>
        </pc:inkChg>
        <pc:inkChg chg="add mod">
          <ac:chgData name="Christopher Aloo" userId="81d139e4-1a74-45bd-a04a-64f94c7d37c9" providerId="ADAL" clId="{E7987F6F-D4EF-420F-86A8-4A23E89472B3}" dt="2025-07-10T17:38:06.826" v="355"/>
          <ac:inkMkLst>
            <pc:docMk/>
            <pc:sldMk cId="786571099" sldId="303"/>
            <ac:inkMk id="102" creationId="{7EB1E435-E0E1-B6F9-E3B4-AC7E24ADF2E8}"/>
          </ac:inkMkLst>
        </pc:inkChg>
        <pc:inkChg chg="add">
          <ac:chgData name="Christopher Aloo" userId="81d139e4-1a74-45bd-a04a-64f94c7d37c9" providerId="ADAL" clId="{E7987F6F-D4EF-420F-86A8-4A23E89472B3}" dt="2025-07-10T17:38:05.085" v="351" actId="9405"/>
          <ac:inkMkLst>
            <pc:docMk/>
            <pc:sldMk cId="786571099" sldId="303"/>
            <ac:inkMk id="103" creationId="{E41F0D2B-C0C3-356A-47E3-29D1C0B3DFC0}"/>
          </ac:inkMkLst>
        </pc:inkChg>
        <pc:inkChg chg="add mod">
          <ac:chgData name="Christopher Aloo" userId="81d139e4-1a74-45bd-a04a-64f94c7d37c9" providerId="ADAL" clId="{E7987F6F-D4EF-420F-86A8-4A23E89472B3}" dt="2025-07-10T17:38:06.826" v="355"/>
          <ac:inkMkLst>
            <pc:docMk/>
            <pc:sldMk cId="786571099" sldId="303"/>
            <ac:inkMk id="104" creationId="{1A9D8172-C2DE-AA44-CEF3-23C77A700AC9}"/>
          </ac:inkMkLst>
        </pc:inkChg>
        <pc:inkChg chg="add mod">
          <ac:chgData name="Christopher Aloo" userId="81d139e4-1a74-45bd-a04a-64f94c7d37c9" providerId="ADAL" clId="{E7987F6F-D4EF-420F-86A8-4A23E89472B3}" dt="2025-07-10T17:38:09.753" v="357"/>
          <ac:inkMkLst>
            <pc:docMk/>
            <pc:sldMk cId="786571099" sldId="303"/>
            <ac:inkMk id="105" creationId="{C91EDE92-BEB3-DF24-2701-D5D5B7DFB39B}"/>
          </ac:inkMkLst>
        </pc:inkChg>
        <pc:inkChg chg="add">
          <ac:chgData name="Christopher Aloo" userId="81d139e4-1a74-45bd-a04a-64f94c7d37c9" providerId="ADAL" clId="{E7987F6F-D4EF-420F-86A8-4A23E89472B3}" dt="2025-07-10T17:38:06.172" v="354" actId="9405"/>
          <ac:inkMkLst>
            <pc:docMk/>
            <pc:sldMk cId="786571099" sldId="303"/>
            <ac:inkMk id="106" creationId="{619B125A-862D-10FE-79FD-7E87CACB149D}"/>
          </ac:inkMkLst>
        </pc:inkChg>
        <pc:inkChg chg="add mod">
          <ac:chgData name="Christopher Aloo" userId="81d139e4-1a74-45bd-a04a-64f94c7d37c9" providerId="ADAL" clId="{E7987F6F-D4EF-420F-86A8-4A23E89472B3}" dt="2025-07-10T17:38:39.134" v="382"/>
          <ac:inkMkLst>
            <pc:docMk/>
            <pc:sldMk cId="786571099" sldId="303"/>
            <ac:inkMk id="108" creationId="{F2560255-A6AE-15C2-5304-92638BDBA8AE}"/>
          </ac:inkMkLst>
        </pc:inkChg>
        <pc:inkChg chg="add">
          <ac:chgData name="Christopher Aloo" userId="81d139e4-1a74-45bd-a04a-64f94c7d37c9" providerId="ADAL" clId="{E7987F6F-D4EF-420F-86A8-4A23E89472B3}" dt="2025-07-10T17:38:11.558" v="358" actId="9405"/>
          <ac:inkMkLst>
            <pc:docMk/>
            <pc:sldMk cId="786571099" sldId="303"/>
            <ac:inkMk id="110" creationId="{3063839B-A96B-D172-8D6A-E82D253BE822}"/>
          </ac:inkMkLst>
        </pc:inkChg>
        <pc:inkChg chg="add">
          <ac:chgData name="Christopher Aloo" userId="81d139e4-1a74-45bd-a04a-64f94c7d37c9" providerId="ADAL" clId="{E7987F6F-D4EF-420F-86A8-4A23E89472B3}" dt="2025-07-10T17:38:12.089" v="359" actId="9405"/>
          <ac:inkMkLst>
            <pc:docMk/>
            <pc:sldMk cId="786571099" sldId="303"/>
            <ac:inkMk id="111" creationId="{6708E9B3-2F18-2573-ED30-6A7D89AF5E37}"/>
          </ac:inkMkLst>
        </pc:inkChg>
        <pc:inkChg chg="add">
          <ac:chgData name="Christopher Aloo" userId="81d139e4-1a74-45bd-a04a-64f94c7d37c9" providerId="ADAL" clId="{E7987F6F-D4EF-420F-86A8-4A23E89472B3}" dt="2025-07-10T17:38:12.695" v="360" actId="9405"/>
          <ac:inkMkLst>
            <pc:docMk/>
            <pc:sldMk cId="786571099" sldId="303"/>
            <ac:inkMk id="112" creationId="{E5C6D2C5-D7BD-E025-04DD-D369A8C802C2}"/>
          </ac:inkMkLst>
        </pc:inkChg>
        <pc:inkChg chg="add">
          <ac:chgData name="Christopher Aloo" userId="81d139e4-1a74-45bd-a04a-64f94c7d37c9" providerId="ADAL" clId="{E7987F6F-D4EF-420F-86A8-4A23E89472B3}" dt="2025-07-10T17:38:13.209" v="361" actId="9405"/>
          <ac:inkMkLst>
            <pc:docMk/>
            <pc:sldMk cId="786571099" sldId="303"/>
            <ac:inkMk id="113" creationId="{553B3D33-1CE7-9BC5-4E50-24D0B18CEBD6}"/>
          </ac:inkMkLst>
        </pc:inkChg>
        <pc:inkChg chg="add mod">
          <ac:chgData name="Christopher Aloo" userId="81d139e4-1a74-45bd-a04a-64f94c7d37c9" providerId="ADAL" clId="{E7987F6F-D4EF-420F-86A8-4A23E89472B3}" dt="2025-07-10T17:38:39.134" v="382"/>
          <ac:inkMkLst>
            <pc:docMk/>
            <pc:sldMk cId="786571099" sldId="303"/>
            <ac:inkMk id="114" creationId="{7827A3D9-07BE-1D85-A9CB-FCA94C294AAC}"/>
          </ac:inkMkLst>
        </pc:inkChg>
        <pc:inkChg chg="add">
          <ac:chgData name="Christopher Aloo" userId="81d139e4-1a74-45bd-a04a-64f94c7d37c9" providerId="ADAL" clId="{E7987F6F-D4EF-420F-86A8-4A23E89472B3}" dt="2025-07-10T17:38:14.101" v="363" actId="9405"/>
          <ac:inkMkLst>
            <pc:docMk/>
            <pc:sldMk cId="786571099" sldId="303"/>
            <ac:inkMk id="115" creationId="{8B435BE5-CAF8-62EB-1C9C-F4540FBC60F2}"/>
          </ac:inkMkLst>
        </pc:inkChg>
        <pc:inkChg chg="add">
          <ac:chgData name="Christopher Aloo" userId="81d139e4-1a74-45bd-a04a-64f94c7d37c9" providerId="ADAL" clId="{E7987F6F-D4EF-420F-86A8-4A23E89472B3}" dt="2025-07-10T17:38:18.664" v="365" actId="9405"/>
          <ac:inkMkLst>
            <pc:docMk/>
            <pc:sldMk cId="786571099" sldId="303"/>
            <ac:inkMk id="117" creationId="{A3CEF7A4-8C55-E087-6CB4-0550B2A30FA8}"/>
          </ac:inkMkLst>
        </pc:inkChg>
        <pc:inkChg chg="add">
          <ac:chgData name="Christopher Aloo" userId="81d139e4-1a74-45bd-a04a-64f94c7d37c9" providerId="ADAL" clId="{E7987F6F-D4EF-420F-86A8-4A23E89472B3}" dt="2025-07-10T17:38:21.460" v="367" actId="9405"/>
          <ac:inkMkLst>
            <pc:docMk/>
            <pc:sldMk cId="786571099" sldId="303"/>
            <ac:inkMk id="119" creationId="{D65BE77B-600E-7286-A798-BB5BBCC335E0}"/>
          </ac:inkMkLst>
        </pc:inkChg>
        <pc:inkChg chg="add">
          <ac:chgData name="Christopher Aloo" userId="81d139e4-1a74-45bd-a04a-64f94c7d37c9" providerId="ADAL" clId="{E7987F6F-D4EF-420F-86A8-4A23E89472B3}" dt="2025-07-10T17:38:22.184" v="368" actId="9405"/>
          <ac:inkMkLst>
            <pc:docMk/>
            <pc:sldMk cId="786571099" sldId="303"/>
            <ac:inkMk id="120" creationId="{04FC07EE-5F3F-C566-AD10-44CB14DDEA49}"/>
          </ac:inkMkLst>
        </pc:inkChg>
        <pc:inkChg chg="add">
          <ac:chgData name="Christopher Aloo" userId="81d139e4-1a74-45bd-a04a-64f94c7d37c9" providerId="ADAL" clId="{E7987F6F-D4EF-420F-86A8-4A23E89472B3}" dt="2025-07-10T17:38:22.614" v="369" actId="9405"/>
          <ac:inkMkLst>
            <pc:docMk/>
            <pc:sldMk cId="786571099" sldId="303"/>
            <ac:inkMk id="121" creationId="{5B255922-2273-5495-F45A-F9FEB3334DAE}"/>
          </ac:inkMkLst>
        </pc:inkChg>
        <pc:inkChg chg="add">
          <ac:chgData name="Christopher Aloo" userId="81d139e4-1a74-45bd-a04a-64f94c7d37c9" providerId="ADAL" clId="{E7987F6F-D4EF-420F-86A8-4A23E89472B3}" dt="2025-07-10T17:38:24.524" v="371" actId="9405"/>
          <ac:inkMkLst>
            <pc:docMk/>
            <pc:sldMk cId="786571099" sldId="303"/>
            <ac:inkMk id="123" creationId="{A4CE61E6-E132-825B-B855-1D4419B42604}"/>
          </ac:inkMkLst>
        </pc:inkChg>
        <pc:inkChg chg="add">
          <ac:chgData name="Christopher Aloo" userId="81d139e4-1a74-45bd-a04a-64f94c7d37c9" providerId="ADAL" clId="{E7987F6F-D4EF-420F-86A8-4A23E89472B3}" dt="2025-07-10T17:38:24.765" v="372" actId="9405"/>
          <ac:inkMkLst>
            <pc:docMk/>
            <pc:sldMk cId="786571099" sldId="303"/>
            <ac:inkMk id="124" creationId="{0A239640-1284-F81A-30E6-B92A680D97BD}"/>
          </ac:inkMkLst>
        </pc:inkChg>
        <pc:inkChg chg="add">
          <ac:chgData name="Christopher Aloo" userId="81d139e4-1a74-45bd-a04a-64f94c7d37c9" providerId="ADAL" clId="{E7987F6F-D4EF-420F-86A8-4A23E89472B3}" dt="2025-07-10T17:38:26.224" v="374" actId="9405"/>
          <ac:inkMkLst>
            <pc:docMk/>
            <pc:sldMk cId="786571099" sldId="303"/>
            <ac:inkMk id="126" creationId="{59AE4798-9AB9-72FA-69DB-051DB5D44B17}"/>
          </ac:inkMkLst>
        </pc:inkChg>
        <pc:inkChg chg="add">
          <ac:chgData name="Christopher Aloo" userId="81d139e4-1a74-45bd-a04a-64f94c7d37c9" providerId="ADAL" clId="{E7987F6F-D4EF-420F-86A8-4A23E89472B3}" dt="2025-07-10T17:38:33.756" v="376" actId="9405"/>
          <ac:inkMkLst>
            <pc:docMk/>
            <pc:sldMk cId="786571099" sldId="303"/>
            <ac:inkMk id="128" creationId="{DD2C6C44-A3A5-8AD3-5AF9-7A64C48B6DD1}"/>
          </ac:inkMkLst>
        </pc:inkChg>
        <pc:inkChg chg="add mod">
          <ac:chgData name="Christopher Aloo" userId="81d139e4-1a74-45bd-a04a-64f94c7d37c9" providerId="ADAL" clId="{E7987F6F-D4EF-420F-86A8-4A23E89472B3}" dt="2025-07-10T17:38:39.134" v="382"/>
          <ac:inkMkLst>
            <pc:docMk/>
            <pc:sldMk cId="786571099" sldId="303"/>
            <ac:inkMk id="129" creationId="{3A453CF0-47B8-7E43-EA76-2C1A3D50F17F}"/>
          </ac:inkMkLst>
        </pc:inkChg>
        <pc:inkChg chg="add mod">
          <ac:chgData name="Christopher Aloo" userId="81d139e4-1a74-45bd-a04a-64f94c7d37c9" providerId="ADAL" clId="{E7987F6F-D4EF-420F-86A8-4A23E89472B3}" dt="2025-07-10T17:38:55.627" v="401"/>
          <ac:inkMkLst>
            <pc:docMk/>
            <pc:sldMk cId="786571099" sldId="303"/>
            <ac:inkMk id="131" creationId="{61DBB39D-A01A-041D-4F97-AA1C2569A555}"/>
          </ac:inkMkLst>
        </pc:inkChg>
        <pc:inkChg chg="add">
          <ac:chgData name="Christopher Aloo" userId="81d139e4-1a74-45bd-a04a-64f94c7d37c9" providerId="ADAL" clId="{E7987F6F-D4EF-420F-86A8-4A23E89472B3}" dt="2025-07-10T17:38:37.436" v="380" actId="9405"/>
          <ac:inkMkLst>
            <pc:docMk/>
            <pc:sldMk cId="786571099" sldId="303"/>
            <ac:inkMk id="132" creationId="{AA020B6D-770C-7962-1786-8933FAA84652}"/>
          </ac:inkMkLst>
        </pc:inkChg>
        <pc:inkChg chg="add">
          <ac:chgData name="Christopher Aloo" userId="81d139e4-1a74-45bd-a04a-64f94c7d37c9" providerId="ADAL" clId="{E7987F6F-D4EF-420F-86A8-4A23E89472B3}" dt="2025-07-10T17:38:38.185" v="381" actId="9405"/>
          <ac:inkMkLst>
            <pc:docMk/>
            <pc:sldMk cId="786571099" sldId="303"/>
            <ac:inkMk id="133" creationId="{77C24CED-454F-E794-7D14-670D7CA77C21}"/>
          </ac:inkMkLst>
        </pc:inkChg>
        <pc:inkChg chg="add">
          <ac:chgData name="Christopher Aloo" userId="81d139e4-1a74-45bd-a04a-64f94c7d37c9" providerId="ADAL" clId="{E7987F6F-D4EF-420F-86A8-4A23E89472B3}" dt="2025-07-10T17:38:39.142" v="383" actId="9405"/>
          <ac:inkMkLst>
            <pc:docMk/>
            <pc:sldMk cId="786571099" sldId="303"/>
            <ac:inkMk id="135" creationId="{1BDD52A8-E550-5128-DC7C-13E776902D02}"/>
          </ac:inkMkLst>
        </pc:inkChg>
        <pc:inkChg chg="add">
          <ac:chgData name="Christopher Aloo" userId="81d139e4-1a74-45bd-a04a-64f94c7d37c9" providerId="ADAL" clId="{E7987F6F-D4EF-420F-86A8-4A23E89472B3}" dt="2025-07-10T17:38:39.938" v="384" actId="9405"/>
          <ac:inkMkLst>
            <pc:docMk/>
            <pc:sldMk cId="786571099" sldId="303"/>
            <ac:inkMk id="136" creationId="{BDDCB8D2-57A2-0F85-426B-B15B96EED316}"/>
          </ac:inkMkLst>
        </pc:inkChg>
        <pc:inkChg chg="add">
          <ac:chgData name="Christopher Aloo" userId="81d139e4-1a74-45bd-a04a-64f94c7d37c9" providerId="ADAL" clId="{E7987F6F-D4EF-420F-86A8-4A23E89472B3}" dt="2025-07-10T17:38:40.677" v="385" actId="9405"/>
          <ac:inkMkLst>
            <pc:docMk/>
            <pc:sldMk cId="786571099" sldId="303"/>
            <ac:inkMk id="137" creationId="{0610FC98-2919-A1A9-BB81-1B912B0FB91D}"/>
          </ac:inkMkLst>
        </pc:inkChg>
        <pc:inkChg chg="add">
          <ac:chgData name="Christopher Aloo" userId="81d139e4-1a74-45bd-a04a-64f94c7d37c9" providerId="ADAL" clId="{E7987F6F-D4EF-420F-86A8-4A23E89472B3}" dt="2025-07-10T17:38:40.905" v="386" actId="9405"/>
          <ac:inkMkLst>
            <pc:docMk/>
            <pc:sldMk cId="786571099" sldId="303"/>
            <ac:inkMk id="138" creationId="{EE3CDED5-3CD6-3C92-433C-836B7673EBA6}"/>
          </ac:inkMkLst>
        </pc:inkChg>
        <pc:inkChg chg="add">
          <ac:chgData name="Christopher Aloo" userId="81d139e4-1a74-45bd-a04a-64f94c7d37c9" providerId="ADAL" clId="{E7987F6F-D4EF-420F-86A8-4A23E89472B3}" dt="2025-07-10T17:38:41.109" v="387" actId="9405"/>
          <ac:inkMkLst>
            <pc:docMk/>
            <pc:sldMk cId="786571099" sldId="303"/>
            <ac:inkMk id="139" creationId="{0DFD466E-D46C-2751-1CCE-F9B3C5C499DF}"/>
          </ac:inkMkLst>
        </pc:inkChg>
        <pc:inkChg chg="add">
          <ac:chgData name="Christopher Aloo" userId="81d139e4-1a74-45bd-a04a-64f94c7d37c9" providerId="ADAL" clId="{E7987F6F-D4EF-420F-86A8-4A23E89472B3}" dt="2025-07-10T17:38:41.359" v="388" actId="9405"/>
          <ac:inkMkLst>
            <pc:docMk/>
            <pc:sldMk cId="786571099" sldId="303"/>
            <ac:inkMk id="140" creationId="{F3CF985D-E2F0-D0B9-E85B-DB42A95C3DA3}"/>
          </ac:inkMkLst>
        </pc:inkChg>
        <pc:inkChg chg="add mod">
          <ac:chgData name="Christopher Aloo" userId="81d139e4-1a74-45bd-a04a-64f94c7d37c9" providerId="ADAL" clId="{E7987F6F-D4EF-420F-86A8-4A23E89472B3}" dt="2025-07-10T17:38:55.627" v="401"/>
          <ac:inkMkLst>
            <pc:docMk/>
            <pc:sldMk cId="786571099" sldId="303"/>
            <ac:inkMk id="141" creationId="{7814AAAA-987B-5326-13D5-E4ABC81861F9}"/>
          </ac:inkMkLst>
        </pc:inkChg>
        <pc:inkChg chg="add">
          <ac:chgData name="Christopher Aloo" userId="81d139e4-1a74-45bd-a04a-64f94c7d37c9" providerId="ADAL" clId="{E7987F6F-D4EF-420F-86A8-4A23E89472B3}" dt="2025-07-10T17:38:44.968" v="390" actId="9405"/>
          <ac:inkMkLst>
            <pc:docMk/>
            <pc:sldMk cId="786571099" sldId="303"/>
            <ac:inkMk id="142" creationId="{EEF68F40-9636-5DCA-46B1-784C3E63DBA9}"/>
          </ac:inkMkLst>
        </pc:inkChg>
        <pc:inkChg chg="add mod">
          <ac:chgData name="Christopher Aloo" userId="81d139e4-1a74-45bd-a04a-64f94c7d37c9" providerId="ADAL" clId="{E7987F6F-D4EF-420F-86A8-4A23E89472B3}" dt="2025-07-10T17:38:55.627" v="401"/>
          <ac:inkMkLst>
            <pc:docMk/>
            <pc:sldMk cId="786571099" sldId="303"/>
            <ac:inkMk id="144" creationId="{D52F1BBD-E030-1C76-9E46-A772DF60B672}"/>
          </ac:inkMkLst>
        </pc:inkChg>
        <pc:inkChg chg="add">
          <ac:chgData name="Christopher Aloo" userId="81d139e4-1a74-45bd-a04a-64f94c7d37c9" providerId="ADAL" clId="{E7987F6F-D4EF-420F-86A8-4A23E89472B3}" dt="2025-07-10T17:38:47.914" v="394" actId="9405"/>
          <ac:inkMkLst>
            <pc:docMk/>
            <pc:sldMk cId="786571099" sldId="303"/>
            <ac:inkMk id="146" creationId="{D61F62DD-0CC2-8994-D8EC-1BB1FB7DF3A2}"/>
          </ac:inkMkLst>
        </pc:inkChg>
        <pc:inkChg chg="add">
          <ac:chgData name="Christopher Aloo" userId="81d139e4-1a74-45bd-a04a-64f94c7d37c9" providerId="ADAL" clId="{E7987F6F-D4EF-420F-86A8-4A23E89472B3}" dt="2025-07-10T17:38:50.109" v="396" actId="9405"/>
          <ac:inkMkLst>
            <pc:docMk/>
            <pc:sldMk cId="786571099" sldId="303"/>
            <ac:inkMk id="148" creationId="{33C57166-9395-7853-CBF0-4E355B2BECC7}"/>
          </ac:inkMkLst>
        </pc:inkChg>
        <pc:inkChg chg="add">
          <ac:chgData name="Christopher Aloo" userId="81d139e4-1a74-45bd-a04a-64f94c7d37c9" providerId="ADAL" clId="{E7987F6F-D4EF-420F-86A8-4A23E89472B3}" dt="2025-07-10T17:38:51.876" v="397" actId="9405"/>
          <ac:inkMkLst>
            <pc:docMk/>
            <pc:sldMk cId="786571099" sldId="303"/>
            <ac:inkMk id="149" creationId="{C2481B22-B91F-EB8C-871D-7611687429D1}"/>
          </ac:inkMkLst>
        </pc:inkChg>
        <pc:inkChg chg="add">
          <ac:chgData name="Christopher Aloo" userId="81d139e4-1a74-45bd-a04a-64f94c7d37c9" providerId="ADAL" clId="{E7987F6F-D4EF-420F-86A8-4A23E89472B3}" dt="2025-07-10T17:38:53.187" v="398" actId="9405"/>
          <ac:inkMkLst>
            <pc:docMk/>
            <pc:sldMk cId="786571099" sldId="303"/>
            <ac:inkMk id="150" creationId="{399A0A26-6DB7-B36F-5EC1-6EFAA6D7E3B0}"/>
          </ac:inkMkLst>
        </pc:inkChg>
        <pc:inkChg chg="add mod">
          <ac:chgData name="Christopher Aloo" userId="81d139e4-1a74-45bd-a04a-64f94c7d37c9" providerId="ADAL" clId="{E7987F6F-D4EF-420F-86A8-4A23E89472B3}" dt="2025-07-10T17:38:55.627" v="401"/>
          <ac:inkMkLst>
            <pc:docMk/>
            <pc:sldMk cId="786571099" sldId="303"/>
            <ac:inkMk id="152" creationId="{E04916D4-2A4D-5CFF-9D7E-5A9C76F568A6}"/>
          </ac:inkMkLst>
        </pc:inkChg>
        <pc:inkChg chg="add mod">
          <ac:chgData name="Christopher Aloo" userId="81d139e4-1a74-45bd-a04a-64f94c7d37c9" providerId="ADAL" clId="{E7987F6F-D4EF-420F-86A8-4A23E89472B3}" dt="2025-07-10T17:39:06.460" v="410"/>
          <ac:inkMkLst>
            <pc:docMk/>
            <pc:sldMk cId="786571099" sldId="303"/>
            <ac:inkMk id="154" creationId="{A0154ED4-A60A-DCFE-B1B0-7252FC9074D3}"/>
          </ac:inkMkLst>
        </pc:inkChg>
        <pc:inkChg chg="add mod">
          <ac:chgData name="Christopher Aloo" userId="81d139e4-1a74-45bd-a04a-64f94c7d37c9" providerId="ADAL" clId="{E7987F6F-D4EF-420F-86A8-4A23E89472B3}" dt="2025-07-10T17:39:12.596" v="418"/>
          <ac:inkMkLst>
            <pc:docMk/>
            <pc:sldMk cId="786571099" sldId="303"/>
            <ac:inkMk id="155" creationId="{77D4BB38-6C02-D051-1A29-9355C247A8AC}"/>
          </ac:inkMkLst>
        </pc:inkChg>
        <pc:inkChg chg="add mod">
          <ac:chgData name="Christopher Aloo" userId="81d139e4-1a74-45bd-a04a-64f94c7d37c9" providerId="ADAL" clId="{E7987F6F-D4EF-420F-86A8-4A23E89472B3}" dt="2025-07-10T17:39:12.596" v="418"/>
          <ac:inkMkLst>
            <pc:docMk/>
            <pc:sldMk cId="786571099" sldId="303"/>
            <ac:inkMk id="157" creationId="{160606BE-CF36-2E9A-528E-4299CE1AE1DA}"/>
          </ac:inkMkLst>
        </pc:inkChg>
        <pc:inkChg chg="add mod">
          <ac:chgData name="Christopher Aloo" userId="81d139e4-1a74-45bd-a04a-64f94c7d37c9" providerId="ADAL" clId="{E7987F6F-D4EF-420F-86A8-4A23E89472B3}" dt="2025-07-10T17:39:12.596" v="418"/>
          <ac:inkMkLst>
            <pc:docMk/>
            <pc:sldMk cId="786571099" sldId="303"/>
            <ac:inkMk id="158" creationId="{A9B74939-63C4-C766-9953-7AC6347DA4C9}"/>
          </ac:inkMkLst>
        </pc:inkChg>
        <pc:inkChg chg="add mod">
          <ac:chgData name="Christopher Aloo" userId="81d139e4-1a74-45bd-a04a-64f94c7d37c9" providerId="ADAL" clId="{E7987F6F-D4EF-420F-86A8-4A23E89472B3}" dt="2025-07-10T17:39:06.460" v="410"/>
          <ac:inkMkLst>
            <pc:docMk/>
            <pc:sldMk cId="786571099" sldId="303"/>
            <ac:inkMk id="160" creationId="{E20B412D-7135-E495-7366-64F4A092A1F5}"/>
          </ac:inkMkLst>
        </pc:inkChg>
        <pc:inkChg chg="add mod">
          <ac:chgData name="Christopher Aloo" userId="81d139e4-1a74-45bd-a04a-64f94c7d37c9" providerId="ADAL" clId="{E7987F6F-D4EF-420F-86A8-4A23E89472B3}" dt="2025-07-10T17:39:12.596" v="418"/>
          <ac:inkMkLst>
            <pc:docMk/>
            <pc:sldMk cId="786571099" sldId="303"/>
            <ac:inkMk id="161" creationId="{E057E785-732B-701D-CE02-EA797295D591}"/>
          </ac:inkMkLst>
        </pc:inkChg>
        <pc:inkChg chg="add mod">
          <ac:chgData name="Christopher Aloo" userId="81d139e4-1a74-45bd-a04a-64f94c7d37c9" providerId="ADAL" clId="{E7987F6F-D4EF-420F-86A8-4A23E89472B3}" dt="2025-07-10T17:39:12.596" v="418"/>
          <ac:inkMkLst>
            <pc:docMk/>
            <pc:sldMk cId="786571099" sldId="303"/>
            <ac:inkMk id="163" creationId="{71B7F7CD-57BF-FC00-CEC4-C24A3E0891FF}"/>
          </ac:inkMkLst>
        </pc:inkChg>
        <pc:inkChg chg="add">
          <ac:chgData name="Christopher Aloo" userId="81d139e4-1a74-45bd-a04a-64f94c7d37c9" providerId="ADAL" clId="{E7987F6F-D4EF-420F-86A8-4A23E89472B3}" dt="2025-07-10T17:39:08.334" v="412" actId="9405"/>
          <ac:inkMkLst>
            <pc:docMk/>
            <pc:sldMk cId="786571099" sldId="303"/>
            <ac:inkMk id="164" creationId="{A4564A04-C46D-DC1A-87BF-A9D7B91A4329}"/>
          </ac:inkMkLst>
        </pc:inkChg>
        <pc:inkChg chg="add mod">
          <ac:chgData name="Christopher Aloo" userId="81d139e4-1a74-45bd-a04a-64f94c7d37c9" providerId="ADAL" clId="{E7987F6F-D4EF-420F-86A8-4A23E89472B3}" dt="2025-07-10T17:39:12.596" v="418"/>
          <ac:inkMkLst>
            <pc:docMk/>
            <pc:sldMk cId="786571099" sldId="303"/>
            <ac:inkMk id="165" creationId="{5F20B562-E14F-3C82-E493-8D0C33E778E8}"/>
          </ac:inkMkLst>
        </pc:inkChg>
        <pc:inkChg chg="add">
          <ac:chgData name="Christopher Aloo" userId="81d139e4-1a74-45bd-a04a-64f94c7d37c9" providerId="ADAL" clId="{E7987F6F-D4EF-420F-86A8-4A23E89472B3}" dt="2025-07-10T17:39:09.114" v="414" actId="9405"/>
          <ac:inkMkLst>
            <pc:docMk/>
            <pc:sldMk cId="786571099" sldId="303"/>
            <ac:inkMk id="166" creationId="{2E39FE2E-ED09-492B-0E20-589295DC2E13}"/>
          </ac:inkMkLst>
        </pc:inkChg>
        <pc:inkChg chg="add mod">
          <ac:chgData name="Christopher Aloo" userId="81d139e4-1a74-45bd-a04a-64f94c7d37c9" providerId="ADAL" clId="{E7987F6F-D4EF-420F-86A8-4A23E89472B3}" dt="2025-07-10T17:39:12.596" v="418"/>
          <ac:inkMkLst>
            <pc:docMk/>
            <pc:sldMk cId="786571099" sldId="303"/>
            <ac:inkMk id="167" creationId="{5B5CBB35-4CFE-121D-068C-3166D2256F4A}"/>
          </ac:inkMkLst>
        </pc:inkChg>
        <pc:inkChg chg="add mod">
          <ac:chgData name="Christopher Aloo" userId="81d139e4-1a74-45bd-a04a-64f94c7d37c9" providerId="ADAL" clId="{E7987F6F-D4EF-420F-86A8-4A23E89472B3}" dt="2025-07-10T17:39:12.596" v="418"/>
          <ac:inkMkLst>
            <pc:docMk/>
            <pc:sldMk cId="786571099" sldId="303"/>
            <ac:inkMk id="168" creationId="{398E8263-358C-DE6B-FF17-982E72FD6322}"/>
          </ac:inkMkLst>
        </pc:inkChg>
        <pc:inkChg chg="add">
          <ac:chgData name="Christopher Aloo" userId="81d139e4-1a74-45bd-a04a-64f94c7d37c9" providerId="ADAL" clId="{E7987F6F-D4EF-420F-86A8-4A23E89472B3}" dt="2025-07-10T17:39:12.077" v="417" actId="9405"/>
          <ac:inkMkLst>
            <pc:docMk/>
            <pc:sldMk cId="786571099" sldId="303"/>
            <ac:inkMk id="169" creationId="{CF03B654-D25D-D21F-5BF0-525B87DE499A}"/>
          </ac:inkMkLst>
        </pc:inkChg>
        <pc:inkChg chg="add mod">
          <ac:chgData name="Christopher Aloo" userId="81d139e4-1a74-45bd-a04a-64f94c7d37c9" providerId="ADAL" clId="{E7987F6F-D4EF-420F-86A8-4A23E89472B3}" dt="2025-07-10T17:39:17.435" v="425"/>
          <ac:inkMkLst>
            <pc:docMk/>
            <pc:sldMk cId="786571099" sldId="303"/>
            <ac:inkMk id="171" creationId="{5CCF53C0-DAA7-731D-9073-4F91F5FDDD5A}"/>
          </ac:inkMkLst>
        </pc:inkChg>
        <pc:inkChg chg="add mod">
          <ac:chgData name="Christopher Aloo" userId="81d139e4-1a74-45bd-a04a-64f94c7d37c9" providerId="ADAL" clId="{E7987F6F-D4EF-420F-86A8-4A23E89472B3}" dt="2025-07-10T17:39:17.435" v="425"/>
          <ac:inkMkLst>
            <pc:docMk/>
            <pc:sldMk cId="786571099" sldId="303"/>
            <ac:inkMk id="172" creationId="{15771373-0083-6550-7E00-BA89547923F6}"/>
          </ac:inkMkLst>
        </pc:inkChg>
        <pc:inkChg chg="add mod">
          <ac:chgData name="Christopher Aloo" userId="81d139e4-1a74-45bd-a04a-64f94c7d37c9" providerId="ADAL" clId="{E7987F6F-D4EF-420F-86A8-4A23E89472B3}" dt="2025-07-10T17:39:17.435" v="425"/>
          <ac:inkMkLst>
            <pc:docMk/>
            <pc:sldMk cId="786571099" sldId="303"/>
            <ac:inkMk id="173" creationId="{A0234B7E-B0E7-601E-E6FA-1FA5AF7DECA3}"/>
          </ac:inkMkLst>
        </pc:inkChg>
        <pc:inkChg chg="add mod">
          <ac:chgData name="Christopher Aloo" userId="81d139e4-1a74-45bd-a04a-64f94c7d37c9" providerId="ADAL" clId="{E7987F6F-D4EF-420F-86A8-4A23E89472B3}" dt="2025-07-10T17:39:17.435" v="425"/>
          <ac:inkMkLst>
            <pc:docMk/>
            <pc:sldMk cId="786571099" sldId="303"/>
            <ac:inkMk id="174" creationId="{F83D8A46-7751-6CAC-CD5E-3A4EAF4ABEB3}"/>
          </ac:inkMkLst>
        </pc:inkChg>
        <pc:inkChg chg="add mod">
          <ac:chgData name="Christopher Aloo" userId="81d139e4-1a74-45bd-a04a-64f94c7d37c9" providerId="ADAL" clId="{E7987F6F-D4EF-420F-86A8-4A23E89472B3}" dt="2025-07-10T17:39:17.435" v="425"/>
          <ac:inkMkLst>
            <pc:docMk/>
            <pc:sldMk cId="786571099" sldId="303"/>
            <ac:inkMk id="175" creationId="{9DAC9E65-6B76-4A87-A777-35D7F9172011}"/>
          </ac:inkMkLst>
        </pc:inkChg>
        <pc:inkChg chg="add mod">
          <ac:chgData name="Christopher Aloo" userId="81d139e4-1a74-45bd-a04a-64f94c7d37c9" providerId="ADAL" clId="{E7987F6F-D4EF-420F-86A8-4A23E89472B3}" dt="2025-07-10T17:39:17.435" v="425"/>
          <ac:inkMkLst>
            <pc:docMk/>
            <pc:sldMk cId="786571099" sldId="303"/>
            <ac:inkMk id="176" creationId="{C175F75B-21AC-2260-0FE1-05DD4BEE4D0F}"/>
          </ac:inkMkLst>
        </pc:inkChg>
        <pc:inkChg chg="add mod">
          <ac:chgData name="Christopher Aloo" userId="81d139e4-1a74-45bd-a04a-64f94c7d37c9" providerId="ADAL" clId="{E7987F6F-D4EF-420F-86A8-4A23E89472B3}" dt="2025-07-10T17:39:25.269" v="436"/>
          <ac:inkMkLst>
            <pc:docMk/>
            <pc:sldMk cId="786571099" sldId="303"/>
            <ac:inkMk id="178" creationId="{A3FF4E04-1144-17E7-5E2C-859FCD33DB2B}"/>
          </ac:inkMkLst>
        </pc:inkChg>
        <pc:inkChg chg="add mod">
          <ac:chgData name="Christopher Aloo" userId="81d139e4-1a74-45bd-a04a-64f94c7d37c9" providerId="ADAL" clId="{E7987F6F-D4EF-420F-86A8-4A23E89472B3}" dt="2025-07-10T17:39:25.269" v="436"/>
          <ac:inkMkLst>
            <pc:docMk/>
            <pc:sldMk cId="786571099" sldId="303"/>
            <ac:inkMk id="179" creationId="{C5376BC7-CA92-5A7D-AB7D-964B86F2A4E0}"/>
          </ac:inkMkLst>
        </pc:inkChg>
        <pc:inkChg chg="add mod">
          <ac:chgData name="Christopher Aloo" userId="81d139e4-1a74-45bd-a04a-64f94c7d37c9" providerId="ADAL" clId="{E7987F6F-D4EF-420F-86A8-4A23E89472B3}" dt="2025-07-10T17:39:25.269" v="436"/>
          <ac:inkMkLst>
            <pc:docMk/>
            <pc:sldMk cId="786571099" sldId="303"/>
            <ac:inkMk id="180" creationId="{83EA2302-F3FF-3CDA-526C-95F7CAAB67C4}"/>
          </ac:inkMkLst>
        </pc:inkChg>
        <pc:inkChg chg="add mod">
          <ac:chgData name="Christopher Aloo" userId="81d139e4-1a74-45bd-a04a-64f94c7d37c9" providerId="ADAL" clId="{E7987F6F-D4EF-420F-86A8-4A23E89472B3}" dt="2025-07-10T17:39:25.269" v="436"/>
          <ac:inkMkLst>
            <pc:docMk/>
            <pc:sldMk cId="786571099" sldId="303"/>
            <ac:inkMk id="181" creationId="{875C72A5-F129-1CC2-D05E-BD4F03D3A664}"/>
          </ac:inkMkLst>
        </pc:inkChg>
        <pc:inkChg chg="add mod">
          <ac:chgData name="Christopher Aloo" userId="81d139e4-1a74-45bd-a04a-64f94c7d37c9" providerId="ADAL" clId="{E7987F6F-D4EF-420F-86A8-4A23E89472B3}" dt="2025-07-10T17:39:25.269" v="436"/>
          <ac:inkMkLst>
            <pc:docMk/>
            <pc:sldMk cId="786571099" sldId="303"/>
            <ac:inkMk id="182" creationId="{87791A40-DCE1-9CCD-D7C4-A37B0C8CBC50}"/>
          </ac:inkMkLst>
        </pc:inkChg>
        <pc:inkChg chg="add mod">
          <ac:chgData name="Christopher Aloo" userId="81d139e4-1a74-45bd-a04a-64f94c7d37c9" providerId="ADAL" clId="{E7987F6F-D4EF-420F-86A8-4A23E89472B3}" dt="2025-07-10T17:39:25.269" v="436"/>
          <ac:inkMkLst>
            <pc:docMk/>
            <pc:sldMk cId="786571099" sldId="303"/>
            <ac:inkMk id="183" creationId="{0EF42CFD-869E-BE25-0C45-B6E1F3E8EEEA}"/>
          </ac:inkMkLst>
        </pc:inkChg>
        <pc:inkChg chg="add mod">
          <ac:chgData name="Christopher Aloo" userId="81d139e4-1a74-45bd-a04a-64f94c7d37c9" providerId="ADAL" clId="{E7987F6F-D4EF-420F-86A8-4A23E89472B3}" dt="2025-07-10T17:39:25.269" v="436"/>
          <ac:inkMkLst>
            <pc:docMk/>
            <pc:sldMk cId="786571099" sldId="303"/>
            <ac:inkMk id="184" creationId="{B9089D65-0E35-9F8A-7CB7-6B4E8E2A1FD5}"/>
          </ac:inkMkLst>
        </pc:inkChg>
        <pc:inkChg chg="add mod">
          <ac:chgData name="Christopher Aloo" userId="81d139e4-1a74-45bd-a04a-64f94c7d37c9" providerId="ADAL" clId="{E7987F6F-D4EF-420F-86A8-4A23E89472B3}" dt="2025-07-10T17:39:25.269" v="436"/>
          <ac:inkMkLst>
            <pc:docMk/>
            <pc:sldMk cId="786571099" sldId="303"/>
            <ac:inkMk id="185" creationId="{534FB394-575A-3434-19EB-0BBAE85DD9D4}"/>
          </ac:inkMkLst>
        </pc:inkChg>
        <pc:inkChg chg="add mod">
          <ac:chgData name="Christopher Aloo" userId="81d139e4-1a74-45bd-a04a-64f94c7d37c9" providerId="ADAL" clId="{E7987F6F-D4EF-420F-86A8-4A23E89472B3}" dt="2025-07-10T17:39:25.269" v="436"/>
          <ac:inkMkLst>
            <pc:docMk/>
            <pc:sldMk cId="786571099" sldId="303"/>
            <ac:inkMk id="186" creationId="{B562AA90-3631-E0AC-FA59-E387F175A8B0}"/>
          </ac:inkMkLst>
        </pc:inkChg>
        <pc:inkChg chg="add">
          <ac:chgData name="Christopher Aloo" userId="81d139e4-1a74-45bd-a04a-64f94c7d37c9" providerId="ADAL" clId="{E7987F6F-D4EF-420F-86A8-4A23E89472B3}" dt="2025-07-10T17:39:24.319" v="435" actId="9405"/>
          <ac:inkMkLst>
            <pc:docMk/>
            <pc:sldMk cId="786571099" sldId="303"/>
            <ac:inkMk id="187" creationId="{3D220F1C-A815-CE67-E289-2C966C00AA58}"/>
          </ac:inkMkLst>
        </pc:inkChg>
      </pc:sldChg>
      <pc:sldChg chg="addSp delSp modSp add mod">
        <pc:chgData name="Christopher Aloo" userId="81d139e4-1a74-45bd-a04a-64f94c7d37c9" providerId="ADAL" clId="{E7987F6F-D4EF-420F-86A8-4A23E89472B3}" dt="2025-07-09T18:26:02.963" v="128"/>
        <pc:sldMkLst>
          <pc:docMk/>
          <pc:sldMk cId="2679145969" sldId="305"/>
        </pc:sldMkLst>
        <pc:grpChg chg="mod">
          <ac:chgData name="Christopher Aloo" userId="81d139e4-1a74-45bd-a04a-64f94c7d37c9" providerId="ADAL" clId="{E7987F6F-D4EF-420F-86A8-4A23E89472B3}" dt="2025-07-09T18:19:49.623" v="11"/>
          <ac:grpSpMkLst>
            <pc:docMk/>
            <pc:sldMk cId="2679145969" sldId="305"/>
            <ac:grpSpMk id="12" creationId="{EADF8602-D36B-577E-411E-1C8295F296F4}"/>
          </ac:grpSpMkLst>
        </pc:grpChg>
        <pc:grpChg chg="del mod">
          <ac:chgData name="Christopher Aloo" userId="81d139e4-1a74-45bd-a04a-64f94c7d37c9" providerId="ADAL" clId="{E7987F6F-D4EF-420F-86A8-4A23E89472B3}" dt="2025-07-09T18:19:54.057" v="19"/>
          <ac:grpSpMkLst>
            <pc:docMk/>
            <pc:sldMk cId="2679145969" sldId="305"/>
            <ac:grpSpMk id="15" creationId="{5754FA13-CE27-EF9D-0650-BE0B601269EB}"/>
          </ac:grpSpMkLst>
        </pc:grpChg>
        <pc:grpChg chg="del mod">
          <ac:chgData name="Christopher Aloo" userId="81d139e4-1a74-45bd-a04a-64f94c7d37c9" providerId="ADAL" clId="{E7987F6F-D4EF-420F-86A8-4A23E89472B3}" dt="2025-07-09T18:24:16.478" v="35"/>
          <ac:grpSpMkLst>
            <pc:docMk/>
            <pc:sldMk cId="2679145969" sldId="305"/>
            <ac:grpSpMk id="20" creationId="{F42EE2B3-7B6E-71A9-D69D-F29C96A74808}"/>
          </ac:grpSpMkLst>
        </pc:grpChg>
        <pc:grpChg chg="del mod">
          <ac:chgData name="Christopher Aloo" userId="81d139e4-1a74-45bd-a04a-64f94c7d37c9" providerId="ADAL" clId="{E7987F6F-D4EF-420F-86A8-4A23E89472B3}" dt="2025-07-09T18:20:05.281" v="25"/>
          <ac:grpSpMkLst>
            <pc:docMk/>
            <pc:sldMk cId="2679145969" sldId="305"/>
            <ac:grpSpMk id="24" creationId="{BEF2E09A-D76A-1BC0-3E2E-15EDA8AB2DFE}"/>
          </ac:grpSpMkLst>
        </pc:grpChg>
        <pc:grpChg chg="del mod">
          <ac:chgData name="Christopher Aloo" userId="81d139e4-1a74-45bd-a04a-64f94c7d37c9" providerId="ADAL" clId="{E7987F6F-D4EF-420F-86A8-4A23E89472B3}" dt="2025-07-09T18:20:06.384" v="28"/>
          <ac:grpSpMkLst>
            <pc:docMk/>
            <pc:sldMk cId="2679145969" sldId="305"/>
            <ac:grpSpMk id="26" creationId="{914B8E98-8FC1-415F-1BA4-4FBD3AE9CE04}"/>
          </ac:grpSpMkLst>
        </pc:grpChg>
        <pc:grpChg chg="del mod">
          <ac:chgData name="Christopher Aloo" userId="81d139e4-1a74-45bd-a04a-64f94c7d37c9" providerId="ADAL" clId="{E7987F6F-D4EF-420F-86A8-4A23E89472B3}" dt="2025-07-09T18:24:16.478" v="35"/>
          <ac:grpSpMkLst>
            <pc:docMk/>
            <pc:sldMk cId="2679145969" sldId="305"/>
            <ac:grpSpMk id="29" creationId="{00CC4A5C-7363-0744-DFC0-6F3E37438634}"/>
          </ac:grpSpMkLst>
        </pc:grpChg>
        <pc:grpChg chg="del mod">
          <ac:chgData name="Christopher Aloo" userId="81d139e4-1a74-45bd-a04a-64f94c7d37c9" providerId="ADAL" clId="{E7987F6F-D4EF-420F-86A8-4A23E89472B3}" dt="2025-07-09T18:24:17.659" v="37"/>
          <ac:grpSpMkLst>
            <pc:docMk/>
            <pc:sldMk cId="2679145969" sldId="305"/>
            <ac:grpSpMk id="36" creationId="{A4892026-1398-3A0A-DB55-A324A71AE505}"/>
          </ac:grpSpMkLst>
        </pc:grpChg>
        <pc:grpChg chg="del mod">
          <ac:chgData name="Christopher Aloo" userId="81d139e4-1a74-45bd-a04a-64f94c7d37c9" providerId="ADAL" clId="{E7987F6F-D4EF-420F-86A8-4A23E89472B3}" dt="2025-07-09T18:24:51.847" v="42"/>
          <ac:grpSpMkLst>
            <pc:docMk/>
            <pc:sldMk cId="2679145969" sldId="305"/>
            <ac:grpSpMk id="38" creationId="{72A182CA-4B99-D9B1-A9BE-F767B9FF6FCA}"/>
          </ac:grpSpMkLst>
        </pc:grpChg>
        <pc:grpChg chg="del mod">
          <ac:chgData name="Christopher Aloo" userId="81d139e4-1a74-45bd-a04a-64f94c7d37c9" providerId="ADAL" clId="{E7987F6F-D4EF-420F-86A8-4A23E89472B3}" dt="2025-07-09T18:24:51.847" v="42"/>
          <ac:grpSpMkLst>
            <pc:docMk/>
            <pc:sldMk cId="2679145969" sldId="305"/>
            <ac:grpSpMk id="41" creationId="{222D740C-6411-5F47-6B97-C57DEB750490}"/>
          </ac:grpSpMkLst>
        </pc:grpChg>
        <pc:grpChg chg="del mod">
          <ac:chgData name="Christopher Aloo" userId="81d139e4-1a74-45bd-a04a-64f94c7d37c9" providerId="ADAL" clId="{E7987F6F-D4EF-420F-86A8-4A23E89472B3}" dt="2025-07-09T18:25:21.689" v="70"/>
          <ac:grpSpMkLst>
            <pc:docMk/>
            <pc:sldMk cId="2679145969" sldId="305"/>
            <ac:grpSpMk id="43" creationId="{A4FE6D45-B7F7-8E82-0935-2BBD9CDA0D7C}"/>
          </ac:grpSpMkLst>
        </pc:grpChg>
        <pc:grpChg chg="del mod">
          <ac:chgData name="Christopher Aloo" userId="81d139e4-1a74-45bd-a04a-64f94c7d37c9" providerId="ADAL" clId="{E7987F6F-D4EF-420F-86A8-4A23E89472B3}" dt="2025-07-09T18:25:02.530" v="54"/>
          <ac:grpSpMkLst>
            <pc:docMk/>
            <pc:sldMk cId="2679145969" sldId="305"/>
            <ac:grpSpMk id="53" creationId="{444906F2-B956-28D7-D6E7-4DF9AF8181A7}"/>
          </ac:grpSpMkLst>
        </pc:grpChg>
        <pc:grpChg chg="del mod">
          <ac:chgData name="Christopher Aloo" userId="81d139e4-1a74-45bd-a04a-64f94c7d37c9" providerId="ADAL" clId="{E7987F6F-D4EF-420F-86A8-4A23E89472B3}" dt="2025-07-09T18:25:21.689" v="70"/>
          <ac:grpSpMkLst>
            <pc:docMk/>
            <pc:sldMk cId="2679145969" sldId="305"/>
            <ac:grpSpMk id="55" creationId="{CA55F2F3-4D8D-4938-B46A-44D271324396}"/>
          </ac:grpSpMkLst>
        </pc:grpChg>
        <pc:grpChg chg="del mod">
          <ac:chgData name="Christopher Aloo" userId="81d139e4-1a74-45bd-a04a-64f94c7d37c9" providerId="ADAL" clId="{E7987F6F-D4EF-420F-86A8-4A23E89472B3}" dt="2025-07-09T18:25:21.689" v="70"/>
          <ac:grpSpMkLst>
            <pc:docMk/>
            <pc:sldMk cId="2679145969" sldId="305"/>
            <ac:grpSpMk id="63" creationId="{E45B9BE4-4235-2CFF-6831-7EBEC8FBF573}"/>
          </ac:grpSpMkLst>
        </pc:grpChg>
        <pc:grpChg chg="del mod">
          <ac:chgData name="Christopher Aloo" userId="81d139e4-1a74-45bd-a04a-64f94c7d37c9" providerId="ADAL" clId="{E7987F6F-D4EF-420F-86A8-4A23E89472B3}" dt="2025-07-09T18:25:21.689" v="70"/>
          <ac:grpSpMkLst>
            <pc:docMk/>
            <pc:sldMk cId="2679145969" sldId="305"/>
            <ac:grpSpMk id="69" creationId="{A6262CAE-11FC-78A3-3F95-5FFA2172C7FA}"/>
          </ac:grpSpMkLst>
        </pc:grpChg>
        <pc:grpChg chg="del mod">
          <ac:chgData name="Christopher Aloo" userId="81d139e4-1a74-45bd-a04a-64f94c7d37c9" providerId="ADAL" clId="{E7987F6F-D4EF-420F-86A8-4A23E89472B3}" dt="2025-07-09T18:25:23.200" v="72"/>
          <ac:grpSpMkLst>
            <pc:docMk/>
            <pc:sldMk cId="2679145969" sldId="305"/>
            <ac:grpSpMk id="71" creationId="{A219D936-9B6E-2467-7BC2-3824C5B1F726}"/>
          </ac:grpSpMkLst>
        </pc:grpChg>
        <pc:grpChg chg="del mod">
          <ac:chgData name="Christopher Aloo" userId="81d139e4-1a74-45bd-a04a-64f94c7d37c9" providerId="ADAL" clId="{E7987F6F-D4EF-420F-86A8-4A23E89472B3}" dt="2025-07-09T18:25:40.525" v="105"/>
          <ac:grpSpMkLst>
            <pc:docMk/>
            <pc:sldMk cId="2679145969" sldId="305"/>
            <ac:grpSpMk id="73" creationId="{5063DCD6-DE7F-F626-A171-B6AF0C3BBA4E}"/>
          </ac:grpSpMkLst>
        </pc:grpChg>
        <pc:grpChg chg="del mod">
          <ac:chgData name="Christopher Aloo" userId="81d139e4-1a74-45bd-a04a-64f94c7d37c9" providerId="ADAL" clId="{E7987F6F-D4EF-420F-86A8-4A23E89472B3}" dt="2025-07-09T18:25:52.488" v="113"/>
          <ac:grpSpMkLst>
            <pc:docMk/>
            <pc:sldMk cId="2679145969" sldId="305"/>
            <ac:grpSpMk id="106" creationId="{E10EBB4E-D45C-998A-72D4-BA4CF46AB1EA}"/>
          </ac:grpSpMkLst>
        </pc:grpChg>
        <pc:grpChg chg="mod">
          <ac:chgData name="Christopher Aloo" userId="81d139e4-1a74-45bd-a04a-64f94c7d37c9" providerId="ADAL" clId="{E7987F6F-D4EF-420F-86A8-4A23E89472B3}" dt="2025-07-09T18:25:40.525" v="105"/>
          <ac:grpSpMkLst>
            <pc:docMk/>
            <pc:sldMk cId="2679145969" sldId="305"/>
            <ac:grpSpMk id="107" creationId="{33367ABB-D6D9-3966-B1FE-6727B9F9FDC4}"/>
          </ac:grpSpMkLst>
        </pc:grpChg>
        <pc:grpChg chg="del mod">
          <ac:chgData name="Christopher Aloo" userId="81d139e4-1a74-45bd-a04a-64f94c7d37c9" providerId="ADAL" clId="{E7987F6F-D4EF-420F-86A8-4A23E89472B3}" dt="2025-07-09T18:25:54.871" v="115"/>
          <ac:grpSpMkLst>
            <pc:docMk/>
            <pc:sldMk cId="2679145969" sldId="305"/>
            <ac:grpSpMk id="115" creationId="{64D42EE7-DA4D-6C7A-413C-FA7683561B1E}"/>
          </ac:grpSpMkLst>
        </pc:grpChg>
        <pc:grpChg chg="del mod">
          <ac:chgData name="Christopher Aloo" userId="81d139e4-1a74-45bd-a04a-64f94c7d37c9" providerId="ADAL" clId="{E7987F6F-D4EF-420F-86A8-4A23E89472B3}" dt="2025-07-09T18:26:02.963" v="128"/>
          <ac:grpSpMkLst>
            <pc:docMk/>
            <pc:sldMk cId="2679145969" sldId="305"/>
            <ac:grpSpMk id="117" creationId="{949F3640-F9FE-77E3-F50D-AED489656C20}"/>
          </ac:grpSpMkLst>
        </pc:grpChg>
        <pc:grpChg chg="mod">
          <ac:chgData name="Christopher Aloo" userId="81d139e4-1a74-45bd-a04a-64f94c7d37c9" providerId="ADAL" clId="{E7987F6F-D4EF-420F-86A8-4A23E89472B3}" dt="2025-07-09T18:26:02.963" v="128"/>
          <ac:grpSpMkLst>
            <pc:docMk/>
            <pc:sldMk cId="2679145969" sldId="305"/>
            <ac:grpSpMk id="130" creationId="{D8415E03-D283-C56C-F1A2-B6917974B233}"/>
          </ac:grpSpMkLst>
        </pc:grpChg>
        <pc:inkChg chg="add mod">
          <ac:chgData name="Christopher Aloo" userId="81d139e4-1a74-45bd-a04a-64f94c7d37c9" providerId="ADAL" clId="{E7987F6F-D4EF-420F-86A8-4A23E89472B3}" dt="2025-07-09T18:19:49.623" v="11"/>
          <ac:inkMkLst>
            <pc:docMk/>
            <pc:sldMk cId="2679145969" sldId="305"/>
            <ac:inkMk id="2" creationId="{5F248CB4-5C06-8F66-CE43-A87F7555A66F}"/>
          </ac:inkMkLst>
        </pc:inkChg>
        <pc:inkChg chg="add mod">
          <ac:chgData name="Christopher Aloo" userId="81d139e4-1a74-45bd-a04a-64f94c7d37c9" providerId="ADAL" clId="{E7987F6F-D4EF-420F-86A8-4A23E89472B3}" dt="2025-07-09T18:19:49.623" v="11"/>
          <ac:inkMkLst>
            <pc:docMk/>
            <pc:sldMk cId="2679145969" sldId="305"/>
            <ac:inkMk id="3" creationId="{2DF2523E-18CA-FEEC-BCA5-B01393B7D329}"/>
          </ac:inkMkLst>
        </pc:inkChg>
        <pc:inkChg chg="add mod">
          <ac:chgData name="Christopher Aloo" userId="81d139e4-1a74-45bd-a04a-64f94c7d37c9" providerId="ADAL" clId="{E7987F6F-D4EF-420F-86A8-4A23E89472B3}" dt="2025-07-09T18:19:49.623" v="11"/>
          <ac:inkMkLst>
            <pc:docMk/>
            <pc:sldMk cId="2679145969" sldId="305"/>
            <ac:inkMk id="4" creationId="{29FFB114-0FAB-C586-9366-C0CC0E1908AF}"/>
          </ac:inkMkLst>
        </pc:inkChg>
        <pc:inkChg chg="add mod">
          <ac:chgData name="Christopher Aloo" userId="81d139e4-1a74-45bd-a04a-64f94c7d37c9" providerId="ADAL" clId="{E7987F6F-D4EF-420F-86A8-4A23E89472B3}" dt="2025-07-09T18:19:49.623" v="11"/>
          <ac:inkMkLst>
            <pc:docMk/>
            <pc:sldMk cId="2679145969" sldId="305"/>
            <ac:inkMk id="5" creationId="{81A8451E-9DE1-E45E-98AE-7345F731002D}"/>
          </ac:inkMkLst>
        </pc:inkChg>
        <pc:inkChg chg="add mod">
          <ac:chgData name="Christopher Aloo" userId="81d139e4-1a74-45bd-a04a-64f94c7d37c9" providerId="ADAL" clId="{E7987F6F-D4EF-420F-86A8-4A23E89472B3}" dt="2025-07-09T18:19:49.623" v="11"/>
          <ac:inkMkLst>
            <pc:docMk/>
            <pc:sldMk cId="2679145969" sldId="305"/>
            <ac:inkMk id="6" creationId="{F0D769FD-BC4F-9535-0474-E10124C8F9AC}"/>
          </ac:inkMkLst>
        </pc:inkChg>
        <pc:inkChg chg="del">
          <ac:chgData name="Christopher Aloo" userId="81d139e4-1a74-45bd-a04a-64f94c7d37c9" providerId="ADAL" clId="{E7987F6F-D4EF-420F-86A8-4A23E89472B3}" dt="2025-07-09T18:19:40.947" v="1" actId="478"/>
          <ac:inkMkLst>
            <pc:docMk/>
            <pc:sldMk cId="2679145969" sldId="305"/>
            <ac:inkMk id="7" creationId="{AE336FB8-1087-88E6-8D8F-BB9262332761}"/>
          </ac:inkMkLst>
        </pc:inkChg>
        <pc:inkChg chg="add mod">
          <ac:chgData name="Christopher Aloo" userId="81d139e4-1a74-45bd-a04a-64f94c7d37c9" providerId="ADAL" clId="{E7987F6F-D4EF-420F-86A8-4A23E89472B3}" dt="2025-07-09T18:19:49.623" v="11"/>
          <ac:inkMkLst>
            <pc:docMk/>
            <pc:sldMk cId="2679145969" sldId="305"/>
            <ac:inkMk id="8" creationId="{DD7FBDE4-5E9B-CA88-1275-8B7B308F6E0B}"/>
          </ac:inkMkLst>
        </pc:inkChg>
        <pc:inkChg chg="add mod">
          <ac:chgData name="Christopher Aloo" userId="81d139e4-1a74-45bd-a04a-64f94c7d37c9" providerId="ADAL" clId="{E7987F6F-D4EF-420F-86A8-4A23E89472B3}" dt="2025-07-09T18:19:49.623" v="11"/>
          <ac:inkMkLst>
            <pc:docMk/>
            <pc:sldMk cId="2679145969" sldId="305"/>
            <ac:inkMk id="9" creationId="{198BD9EE-F3E3-15DB-FC26-C9D96E67B0E3}"/>
          </ac:inkMkLst>
        </pc:inkChg>
        <pc:inkChg chg="add mod">
          <ac:chgData name="Christopher Aloo" userId="81d139e4-1a74-45bd-a04a-64f94c7d37c9" providerId="ADAL" clId="{E7987F6F-D4EF-420F-86A8-4A23E89472B3}" dt="2025-07-09T18:19:49.623" v="11"/>
          <ac:inkMkLst>
            <pc:docMk/>
            <pc:sldMk cId="2679145969" sldId="305"/>
            <ac:inkMk id="10" creationId="{4054615A-8FD7-4F0F-36C5-D8E42B27729A}"/>
          </ac:inkMkLst>
        </pc:inkChg>
        <pc:inkChg chg="add mod">
          <ac:chgData name="Christopher Aloo" userId="81d139e4-1a74-45bd-a04a-64f94c7d37c9" providerId="ADAL" clId="{E7987F6F-D4EF-420F-86A8-4A23E89472B3}" dt="2025-07-09T18:19:49.623" v="11"/>
          <ac:inkMkLst>
            <pc:docMk/>
            <pc:sldMk cId="2679145969" sldId="305"/>
            <ac:inkMk id="11" creationId="{946E6DD2-D4DA-5DFB-639A-46248C023F48}"/>
          </ac:inkMkLst>
        </pc:inkChg>
        <pc:inkChg chg="add mod">
          <ac:chgData name="Christopher Aloo" userId="81d139e4-1a74-45bd-a04a-64f94c7d37c9" providerId="ADAL" clId="{E7987F6F-D4EF-420F-86A8-4A23E89472B3}" dt="2025-07-09T18:26:02.963" v="128"/>
          <ac:inkMkLst>
            <pc:docMk/>
            <pc:sldMk cId="2679145969" sldId="305"/>
            <ac:inkMk id="13" creationId="{692CABAF-D695-8734-C0F0-93C4DA48D8A7}"/>
          </ac:inkMkLst>
        </pc:inkChg>
        <pc:inkChg chg="add mod">
          <ac:chgData name="Christopher Aloo" userId="81d139e4-1a74-45bd-a04a-64f94c7d37c9" providerId="ADAL" clId="{E7987F6F-D4EF-420F-86A8-4A23E89472B3}" dt="2025-07-09T18:24:51.847" v="42"/>
          <ac:inkMkLst>
            <pc:docMk/>
            <pc:sldMk cId="2679145969" sldId="305"/>
            <ac:inkMk id="14" creationId="{BED9735C-DD96-FB4C-7B5D-EB75D6CA1AD4}"/>
          </ac:inkMkLst>
        </pc:inkChg>
        <pc:inkChg chg="add mod">
          <ac:chgData name="Christopher Aloo" userId="81d139e4-1a74-45bd-a04a-64f94c7d37c9" providerId="ADAL" clId="{E7987F6F-D4EF-420F-86A8-4A23E89472B3}" dt="2025-07-09T18:19:54.057" v="19"/>
          <ac:inkMkLst>
            <pc:docMk/>
            <pc:sldMk cId="2679145969" sldId="305"/>
            <ac:inkMk id="16" creationId="{0FED7F07-31AB-BAA2-9287-D0896A0B0B66}"/>
          </ac:inkMkLst>
        </pc:inkChg>
        <pc:inkChg chg="add mod">
          <ac:chgData name="Christopher Aloo" userId="81d139e4-1a74-45bd-a04a-64f94c7d37c9" providerId="ADAL" clId="{E7987F6F-D4EF-420F-86A8-4A23E89472B3}" dt="2025-07-09T18:26:02.963" v="128"/>
          <ac:inkMkLst>
            <pc:docMk/>
            <pc:sldMk cId="2679145969" sldId="305"/>
            <ac:inkMk id="17" creationId="{5A949F26-3228-6674-A109-9A356D0ABC0E}"/>
          </ac:inkMkLst>
        </pc:inkChg>
        <pc:inkChg chg="add mod">
          <ac:chgData name="Christopher Aloo" userId="81d139e4-1a74-45bd-a04a-64f94c7d37c9" providerId="ADAL" clId="{E7987F6F-D4EF-420F-86A8-4A23E89472B3}" dt="2025-07-09T18:25:23.200" v="72"/>
          <ac:inkMkLst>
            <pc:docMk/>
            <pc:sldMk cId="2679145969" sldId="305"/>
            <ac:inkMk id="18" creationId="{7A984062-FD5C-83E3-93B9-D3EE12246C62}"/>
          </ac:inkMkLst>
        </pc:inkChg>
        <pc:inkChg chg="add mod">
          <ac:chgData name="Christopher Aloo" userId="81d139e4-1a74-45bd-a04a-64f94c7d37c9" providerId="ADAL" clId="{E7987F6F-D4EF-420F-86A8-4A23E89472B3}" dt="2025-07-09T18:24:17.659" v="37"/>
          <ac:inkMkLst>
            <pc:docMk/>
            <pc:sldMk cId="2679145969" sldId="305"/>
            <ac:inkMk id="19" creationId="{801D7C94-628A-16D4-57B2-502689AE0373}"/>
          </ac:inkMkLst>
        </pc:inkChg>
        <pc:inkChg chg="add mod">
          <ac:chgData name="Christopher Aloo" userId="81d139e4-1a74-45bd-a04a-64f94c7d37c9" providerId="ADAL" clId="{E7987F6F-D4EF-420F-86A8-4A23E89472B3}" dt="2025-07-09T18:20:06.384" v="28"/>
          <ac:inkMkLst>
            <pc:docMk/>
            <pc:sldMk cId="2679145969" sldId="305"/>
            <ac:inkMk id="21" creationId="{5FB249DE-74CF-0D05-9D62-3FFD4E18B199}"/>
          </ac:inkMkLst>
        </pc:inkChg>
        <pc:inkChg chg="add mod">
          <ac:chgData name="Christopher Aloo" userId="81d139e4-1a74-45bd-a04a-64f94c7d37c9" providerId="ADAL" clId="{E7987F6F-D4EF-420F-86A8-4A23E89472B3}" dt="2025-07-09T18:26:02.963" v="128"/>
          <ac:inkMkLst>
            <pc:docMk/>
            <pc:sldMk cId="2679145969" sldId="305"/>
            <ac:inkMk id="22" creationId="{94D28E4F-5F67-5672-73AA-C141634B68FB}"/>
          </ac:inkMkLst>
        </pc:inkChg>
        <pc:inkChg chg="add mod">
          <ac:chgData name="Christopher Aloo" userId="81d139e4-1a74-45bd-a04a-64f94c7d37c9" providerId="ADAL" clId="{E7987F6F-D4EF-420F-86A8-4A23E89472B3}" dt="2025-07-09T18:25:23.200" v="72"/>
          <ac:inkMkLst>
            <pc:docMk/>
            <pc:sldMk cId="2679145969" sldId="305"/>
            <ac:inkMk id="23" creationId="{A79A4F96-9861-4E8C-398A-2A1BBEB62197}"/>
          </ac:inkMkLst>
        </pc:inkChg>
        <pc:inkChg chg="add mod">
          <ac:chgData name="Christopher Aloo" userId="81d139e4-1a74-45bd-a04a-64f94c7d37c9" providerId="ADAL" clId="{E7987F6F-D4EF-420F-86A8-4A23E89472B3}" dt="2025-07-09T18:20:06.384" v="28"/>
          <ac:inkMkLst>
            <pc:docMk/>
            <pc:sldMk cId="2679145969" sldId="305"/>
            <ac:inkMk id="25" creationId="{85ADE8A9-4DCC-6619-5DAA-6FDF155BD63E}"/>
          </ac:inkMkLst>
        </pc:inkChg>
        <pc:inkChg chg="add mod">
          <ac:chgData name="Christopher Aloo" userId="81d139e4-1a74-45bd-a04a-64f94c7d37c9" providerId="ADAL" clId="{E7987F6F-D4EF-420F-86A8-4A23E89472B3}" dt="2025-07-09T18:20:06.384" v="28"/>
          <ac:inkMkLst>
            <pc:docMk/>
            <pc:sldMk cId="2679145969" sldId="305"/>
            <ac:inkMk id="27" creationId="{7D1478F0-0244-136B-C809-B8863A6D99C4}"/>
          </ac:inkMkLst>
        </pc:inkChg>
        <pc:inkChg chg="add mod">
          <ac:chgData name="Christopher Aloo" userId="81d139e4-1a74-45bd-a04a-64f94c7d37c9" providerId="ADAL" clId="{E7987F6F-D4EF-420F-86A8-4A23E89472B3}" dt="2025-07-09T18:25:23.200" v="72"/>
          <ac:inkMkLst>
            <pc:docMk/>
            <pc:sldMk cId="2679145969" sldId="305"/>
            <ac:inkMk id="28" creationId="{A597B794-4CF6-3E00-1C8B-DD93909B924B}"/>
          </ac:inkMkLst>
        </pc:inkChg>
        <pc:inkChg chg="add">
          <ac:chgData name="Christopher Aloo" userId="81d139e4-1a74-45bd-a04a-64f94c7d37c9" providerId="ADAL" clId="{E7987F6F-D4EF-420F-86A8-4A23E89472B3}" dt="2025-07-09T18:20:08.136" v="29" actId="9405"/>
          <ac:inkMkLst>
            <pc:docMk/>
            <pc:sldMk cId="2679145969" sldId="305"/>
            <ac:inkMk id="30" creationId="{6866C0B8-DCA0-E1FF-D9E7-A0093166B3B5}"/>
          </ac:inkMkLst>
        </pc:inkChg>
        <pc:inkChg chg="add mod">
          <ac:chgData name="Christopher Aloo" userId="81d139e4-1a74-45bd-a04a-64f94c7d37c9" providerId="ADAL" clId="{E7987F6F-D4EF-420F-86A8-4A23E89472B3}" dt="2025-07-09T18:24:51.847" v="42"/>
          <ac:inkMkLst>
            <pc:docMk/>
            <pc:sldMk cId="2679145969" sldId="305"/>
            <ac:inkMk id="31" creationId="{A72A32B5-0AB5-8067-E9CE-F20DFA05B511}"/>
          </ac:inkMkLst>
        </pc:inkChg>
        <pc:inkChg chg="add mod">
          <ac:chgData name="Christopher Aloo" userId="81d139e4-1a74-45bd-a04a-64f94c7d37c9" providerId="ADAL" clId="{E7987F6F-D4EF-420F-86A8-4A23E89472B3}" dt="2025-07-09T18:24:51.847" v="42"/>
          <ac:inkMkLst>
            <pc:docMk/>
            <pc:sldMk cId="2679145969" sldId="305"/>
            <ac:inkMk id="32" creationId="{1933BCDE-4A88-6698-626F-1DADB4B3CDA2}"/>
          </ac:inkMkLst>
        </pc:inkChg>
        <pc:inkChg chg="add">
          <ac:chgData name="Christopher Aloo" userId="81d139e4-1a74-45bd-a04a-64f94c7d37c9" providerId="ADAL" clId="{E7987F6F-D4EF-420F-86A8-4A23E89472B3}" dt="2025-07-09T18:24:14.859" v="32" actId="9405"/>
          <ac:inkMkLst>
            <pc:docMk/>
            <pc:sldMk cId="2679145969" sldId="305"/>
            <ac:inkMk id="33" creationId="{D4559607-E086-4A34-6B93-0006A902C1D9}"/>
          </ac:inkMkLst>
        </pc:inkChg>
        <pc:inkChg chg="add">
          <ac:chgData name="Christopher Aloo" userId="81d139e4-1a74-45bd-a04a-64f94c7d37c9" providerId="ADAL" clId="{E7987F6F-D4EF-420F-86A8-4A23E89472B3}" dt="2025-07-09T18:24:15.476" v="33" actId="9405"/>
          <ac:inkMkLst>
            <pc:docMk/>
            <pc:sldMk cId="2679145969" sldId="305"/>
            <ac:inkMk id="34" creationId="{AE5563A9-7A26-377C-110E-A0F13936DDB1}"/>
          </ac:inkMkLst>
        </pc:inkChg>
        <pc:inkChg chg="add">
          <ac:chgData name="Christopher Aloo" userId="81d139e4-1a74-45bd-a04a-64f94c7d37c9" providerId="ADAL" clId="{E7987F6F-D4EF-420F-86A8-4A23E89472B3}" dt="2025-07-09T18:24:15.905" v="34" actId="9405"/>
          <ac:inkMkLst>
            <pc:docMk/>
            <pc:sldMk cId="2679145969" sldId="305"/>
            <ac:inkMk id="35" creationId="{3AFE9706-F60E-C961-7D79-3E88372210BC}"/>
          </ac:inkMkLst>
        </pc:inkChg>
        <pc:inkChg chg="add mod">
          <ac:chgData name="Christopher Aloo" userId="81d139e4-1a74-45bd-a04a-64f94c7d37c9" providerId="ADAL" clId="{E7987F6F-D4EF-420F-86A8-4A23E89472B3}" dt="2025-07-09T18:26:02.963" v="128"/>
          <ac:inkMkLst>
            <pc:docMk/>
            <pc:sldMk cId="2679145969" sldId="305"/>
            <ac:inkMk id="37" creationId="{6E147A5B-30B9-37F9-2C38-3A07D60BE8CE}"/>
          </ac:inkMkLst>
        </pc:inkChg>
        <pc:inkChg chg="add mod">
          <ac:chgData name="Christopher Aloo" userId="81d139e4-1a74-45bd-a04a-64f94c7d37c9" providerId="ADAL" clId="{E7987F6F-D4EF-420F-86A8-4A23E89472B3}" dt="2025-07-09T18:24:20.729" v="40"/>
          <ac:inkMkLst>
            <pc:docMk/>
            <pc:sldMk cId="2679145969" sldId="305"/>
            <ac:inkMk id="39" creationId="{1F8C4EC9-4CBB-B987-D0B5-9920721C9C45}"/>
          </ac:inkMkLst>
        </pc:inkChg>
        <pc:inkChg chg="add mod">
          <ac:chgData name="Christopher Aloo" userId="81d139e4-1a74-45bd-a04a-64f94c7d37c9" providerId="ADAL" clId="{E7987F6F-D4EF-420F-86A8-4A23E89472B3}" dt="2025-07-09T18:24:20.729" v="40"/>
          <ac:inkMkLst>
            <pc:docMk/>
            <pc:sldMk cId="2679145969" sldId="305"/>
            <ac:inkMk id="40" creationId="{209C39A1-A3F1-4B45-878C-56EC82B6FFAE}"/>
          </ac:inkMkLst>
        </pc:inkChg>
        <pc:inkChg chg="add">
          <ac:chgData name="Christopher Aloo" userId="81d139e4-1a74-45bd-a04a-64f94c7d37c9" providerId="ADAL" clId="{E7987F6F-D4EF-420F-86A8-4A23E89472B3}" dt="2025-07-09T18:24:51.348" v="41" actId="9405"/>
          <ac:inkMkLst>
            <pc:docMk/>
            <pc:sldMk cId="2679145969" sldId="305"/>
            <ac:inkMk id="42" creationId="{C95C3D2B-BA10-3AF5-3FFA-BB4A36019E8D}"/>
          </ac:inkMkLst>
        </pc:inkChg>
        <pc:inkChg chg="add mod">
          <ac:chgData name="Christopher Aloo" userId="81d139e4-1a74-45bd-a04a-64f94c7d37c9" providerId="ADAL" clId="{E7987F6F-D4EF-420F-86A8-4A23E89472B3}" dt="2025-07-09T18:25:23.200" v="72"/>
          <ac:inkMkLst>
            <pc:docMk/>
            <pc:sldMk cId="2679145969" sldId="305"/>
            <ac:inkMk id="44" creationId="{E4C6837D-C4FC-0223-94A5-D725EB87FF22}"/>
          </ac:inkMkLst>
        </pc:inkChg>
        <pc:inkChg chg="add mod">
          <ac:chgData name="Christopher Aloo" userId="81d139e4-1a74-45bd-a04a-64f94c7d37c9" providerId="ADAL" clId="{E7987F6F-D4EF-420F-86A8-4A23E89472B3}" dt="2025-07-09T18:25:02.530" v="54"/>
          <ac:inkMkLst>
            <pc:docMk/>
            <pc:sldMk cId="2679145969" sldId="305"/>
            <ac:inkMk id="45" creationId="{B8A28A18-38E6-314B-6123-E521D25732F2}"/>
          </ac:inkMkLst>
        </pc:inkChg>
        <pc:inkChg chg="add mod">
          <ac:chgData name="Christopher Aloo" userId="81d139e4-1a74-45bd-a04a-64f94c7d37c9" providerId="ADAL" clId="{E7987F6F-D4EF-420F-86A8-4A23E89472B3}" dt="2025-07-09T18:25:02.530" v="54"/>
          <ac:inkMkLst>
            <pc:docMk/>
            <pc:sldMk cId="2679145969" sldId="305"/>
            <ac:inkMk id="46" creationId="{DD2BB54D-0009-1942-4134-F52DB4CE69DA}"/>
          </ac:inkMkLst>
        </pc:inkChg>
        <pc:inkChg chg="add mod">
          <ac:chgData name="Christopher Aloo" userId="81d139e4-1a74-45bd-a04a-64f94c7d37c9" providerId="ADAL" clId="{E7987F6F-D4EF-420F-86A8-4A23E89472B3}" dt="2025-07-09T18:25:02.530" v="54"/>
          <ac:inkMkLst>
            <pc:docMk/>
            <pc:sldMk cId="2679145969" sldId="305"/>
            <ac:inkMk id="47" creationId="{5343953A-5091-C8FF-82B9-18EF6AF18576}"/>
          </ac:inkMkLst>
        </pc:inkChg>
        <pc:inkChg chg="add mod">
          <ac:chgData name="Christopher Aloo" userId="81d139e4-1a74-45bd-a04a-64f94c7d37c9" providerId="ADAL" clId="{E7987F6F-D4EF-420F-86A8-4A23E89472B3}" dt="2025-07-09T18:25:23.200" v="72"/>
          <ac:inkMkLst>
            <pc:docMk/>
            <pc:sldMk cId="2679145969" sldId="305"/>
            <ac:inkMk id="48" creationId="{00128DEF-A42D-6DA2-4130-9D4F7FA12927}"/>
          </ac:inkMkLst>
        </pc:inkChg>
        <pc:inkChg chg="add mod">
          <ac:chgData name="Christopher Aloo" userId="81d139e4-1a74-45bd-a04a-64f94c7d37c9" providerId="ADAL" clId="{E7987F6F-D4EF-420F-86A8-4A23E89472B3}" dt="2025-07-09T18:25:02.530" v="54"/>
          <ac:inkMkLst>
            <pc:docMk/>
            <pc:sldMk cId="2679145969" sldId="305"/>
            <ac:inkMk id="49" creationId="{2ECE9E19-EBBA-CBC4-F7A0-D807569B0072}"/>
          </ac:inkMkLst>
        </pc:inkChg>
        <pc:inkChg chg="add mod">
          <ac:chgData name="Christopher Aloo" userId="81d139e4-1a74-45bd-a04a-64f94c7d37c9" providerId="ADAL" clId="{E7987F6F-D4EF-420F-86A8-4A23E89472B3}" dt="2025-07-09T18:25:01.360" v="52"/>
          <ac:inkMkLst>
            <pc:docMk/>
            <pc:sldMk cId="2679145969" sldId="305"/>
            <ac:inkMk id="50" creationId="{E33ADCEB-B396-5F69-D14E-259E7DE84C53}"/>
          </ac:inkMkLst>
        </pc:inkChg>
        <pc:inkChg chg="add mod">
          <ac:chgData name="Christopher Aloo" userId="81d139e4-1a74-45bd-a04a-64f94c7d37c9" providerId="ADAL" clId="{E7987F6F-D4EF-420F-86A8-4A23E89472B3}" dt="2025-07-09T18:25:02.530" v="54"/>
          <ac:inkMkLst>
            <pc:docMk/>
            <pc:sldMk cId="2679145969" sldId="305"/>
            <ac:inkMk id="51" creationId="{B5E39CE9-70DE-2AF4-CA8F-A13A33589E7C}"/>
          </ac:inkMkLst>
        </pc:inkChg>
        <pc:inkChg chg="add mod">
          <ac:chgData name="Christopher Aloo" userId="81d139e4-1a74-45bd-a04a-64f94c7d37c9" providerId="ADAL" clId="{E7987F6F-D4EF-420F-86A8-4A23E89472B3}" dt="2025-07-09T18:25:23.200" v="72"/>
          <ac:inkMkLst>
            <pc:docMk/>
            <pc:sldMk cId="2679145969" sldId="305"/>
            <ac:inkMk id="52" creationId="{3C876EF1-98E6-7BDB-0CE1-2863A68E556F}"/>
          </ac:inkMkLst>
        </pc:inkChg>
        <pc:inkChg chg="add mod">
          <ac:chgData name="Christopher Aloo" userId="81d139e4-1a74-45bd-a04a-64f94c7d37c9" providerId="ADAL" clId="{E7987F6F-D4EF-420F-86A8-4A23E89472B3}" dt="2025-07-09T18:25:02.530" v="54"/>
          <ac:inkMkLst>
            <pc:docMk/>
            <pc:sldMk cId="2679145969" sldId="305"/>
            <ac:inkMk id="54" creationId="{20A1A50F-87F8-C305-1A8B-7B3CE500F6A5}"/>
          </ac:inkMkLst>
        </pc:inkChg>
        <pc:inkChg chg="add mod">
          <ac:chgData name="Christopher Aloo" userId="81d139e4-1a74-45bd-a04a-64f94c7d37c9" providerId="ADAL" clId="{E7987F6F-D4EF-420F-86A8-4A23E89472B3}" dt="2025-07-09T18:25:23.200" v="72"/>
          <ac:inkMkLst>
            <pc:docMk/>
            <pc:sldMk cId="2679145969" sldId="305"/>
            <ac:inkMk id="56" creationId="{9294F2DE-5F87-9841-8935-E0C8E6537D3D}"/>
          </ac:inkMkLst>
        </pc:inkChg>
        <pc:inkChg chg="add mod">
          <ac:chgData name="Christopher Aloo" userId="81d139e4-1a74-45bd-a04a-64f94c7d37c9" providerId="ADAL" clId="{E7987F6F-D4EF-420F-86A8-4A23E89472B3}" dt="2025-07-09T18:25:13.592" v="62"/>
          <ac:inkMkLst>
            <pc:docMk/>
            <pc:sldMk cId="2679145969" sldId="305"/>
            <ac:inkMk id="57" creationId="{9A8D9C06-4715-EF63-E670-3C50DC050978}"/>
          </ac:inkMkLst>
        </pc:inkChg>
        <pc:inkChg chg="add mod">
          <ac:chgData name="Christopher Aloo" userId="81d139e4-1a74-45bd-a04a-64f94c7d37c9" providerId="ADAL" clId="{E7987F6F-D4EF-420F-86A8-4A23E89472B3}" dt="2025-07-09T18:25:13.592" v="62"/>
          <ac:inkMkLst>
            <pc:docMk/>
            <pc:sldMk cId="2679145969" sldId="305"/>
            <ac:inkMk id="58" creationId="{081F0DF0-EC6D-ABE5-56DD-FEFA6BCD0560}"/>
          </ac:inkMkLst>
        </pc:inkChg>
        <pc:inkChg chg="add mod">
          <ac:chgData name="Christopher Aloo" userId="81d139e4-1a74-45bd-a04a-64f94c7d37c9" providerId="ADAL" clId="{E7987F6F-D4EF-420F-86A8-4A23E89472B3}" dt="2025-07-09T18:25:13.592" v="62"/>
          <ac:inkMkLst>
            <pc:docMk/>
            <pc:sldMk cId="2679145969" sldId="305"/>
            <ac:inkMk id="59" creationId="{3FA2D892-1CB0-F2BF-FE9B-EF1E0BE3C8B0}"/>
          </ac:inkMkLst>
        </pc:inkChg>
        <pc:inkChg chg="add mod">
          <ac:chgData name="Christopher Aloo" userId="81d139e4-1a74-45bd-a04a-64f94c7d37c9" providerId="ADAL" clId="{E7987F6F-D4EF-420F-86A8-4A23E89472B3}" dt="2025-07-09T18:25:13.592" v="62"/>
          <ac:inkMkLst>
            <pc:docMk/>
            <pc:sldMk cId="2679145969" sldId="305"/>
            <ac:inkMk id="60" creationId="{F8C23B14-2525-5B5D-C00F-38B4DB219A35}"/>
          </ac:inkMkLst>
        </pc:inkChg>
        <pc:inkChg chg="add mod">
          <ac:chgData name="Christopher Aloo" userId="81d139e4-1a74-45bd-a04a-64f94c7d37c9" providerId="ADAL" clId="{E7987F6F-D4EF-420F-86A8-4A23E89472B3}" dt="2025-07-09T18:25:13.592" v="62"/>
          <ac:inkMkLst>
            <pc:docMk/>
            <pc:sldMk cId="2679145969" sldId="305"/>
            <ac:inkMk id="61" creationId="{F5B83A3C-57EE-7A84-DBF3-7E049F210A0A}"/>
          </ac:inkMkLst>
        </pc:inkChg>
        <pc:inkChg chg="add mod">
          <ac:chgData name="Christopher Aloo" userId="81d139e4-1a74-45bd-a04a-64f94c7d37c9" providerId="ADAL" clId="{E7987F6F-D4EF-420F-86A8-4A23E89472B3}" dt="2025-07-09T18:25:13.592" v="62"/>
          <ac:inkMkLst>
            <pc:docMk/>
            <pc:sldMk cId="2679145969" sldId="305"/>
            <ac:inkMk id="62" creationId="{D51058E9-8888-FF68-BF66-046C0E94F539}"/>
          </ac:inkMkLst>
        </pc:inkChg>
        <pc:inkChg chg="add mod">
          <ac:chgData name="Christopher Aloo" userId="81d139e4-1a74-45bd-a04a-64f94c7d37c9" providerId="ADAL" clId="{E7987F6F-D4EF-420F-86A8-4A23E89472B3}" dt="2025-07-09T18:26:02.963" v="128"/>
          <ac:inkMkLst>
            <pc:docMk/>
            <pc:sldMk cId="2679145969" sldId="305"/>
            <ac:inkMk id="64" creationId="{6152D508-350E-C4CB-06AC-6A945BF3683F}"/>
          </ac:inkMkLst>
        </pc:inkChg>
        <pc:inkChg chg="add mod">
          <ac:chgData name="Christopher Aloo" userId="81d139e4-1a74-45bd-a04a-64f94c7d37c9" providerId="ADAL" clId="{E7987F6F-D4EF-420F-86A8-4A23E89472B3}" dt="2025-07-09T18:25:20.108" v="68"/>
          <ac:inkMkLst>
            <pc:docMk/>
            <pc:sldMk cId="2679145969" sldId="305"/>
            <ac:inkMk id="65" creationId="{F802EC51-ED34-9267-E88D-963B0309A994}"/>
          </ac:inkMkLst>
        </pc:inkChg>
        <pc:inkChg chg="add mod">
          <ac:chgData name="Christopher Aloo" userId="81d139e4-1a74-45bd-a04a-64f94c7d37c9" providerId="ADAL" clId="{E7987F6F-D4EF-420F-86A8-4A23E89472B3}" dt="2025-07-09T18:25:20.108" v="68"/>
          <ac:inkMkLst>
            <pc:docMk/>
            <pc:sldMk cId="2679145969" sldId="305"/>
            <ac:inkMk id="66" creationId="{AC0B18A7-DF4B-1F48-D181-B74FB3FE084E}"/>
          </ac:inkMkLst>
        </pc:inkChg>
        <pc:inkChg chg="add mod">
          <ac:chgData name="Christopher Aloo" userId="81d139e4-1a74-45bd-a04a-64f94c7d37c9" providerId="ADAL" clId="{E7987F6F-D4EF-420F-86A8-4A23E89472B3}" dt="2025-07-09T18:25:20.108" v="68"/>
          <ac:inkMkLst>
            <pc:docMk/>
            <pc:sldMk cId="2679145969" sldId="305"/>
            <ac:inkMk id="67" creationId="{75D3D3DF-241B-F704-F517-06819B40984D}"/>
          </ac:inkMkLst>
        </pc:inkChg>
        <pc:inkChg chg="add mod">
          <ac:chgData name="Christopher Aloo" userId="81d139e4-1a74-45bd-a04a-64f94c7d37c9" providerId="ADAL" clId="{E7987F6F-D4EF-420F-86A8-4A23E89472B3}" dt="2025-07-09T18:25:20.108" v="68"/>
          <ac:inkMkLst>
            <pc:docMk/>
            <pc:sldMk cId="2679145969" sldId="305"/>
            <ac:inkMk id="68" creationId="{5BDEA142-089A-F502-612B-5C23ECFDC3E3}"/>
          </ac:inkMkLst>
        </pc:inkChg>
        <pc:inkChg chg="add">
          <ac:chgData name="Christopher Aloo" userId="81d139e4-1a74-45bd-a04a-64f94c7d37c9" providerId="ADAL" clId="{E7987F6F-D4EF-420F-86A8-4A23E89472B3}" dt="2025-07-09T18:25:21.044" v="69" actId="9405"/>
          <ac:inkMkLst>
            <pc:docMk/>
            <pc:sldMk cId="2679145969" sldId="305"/>
            <ac:inkMk id="70" creationId="{B380B5B0-7642-79FB-6416-B1007F04246B}"/>
          </ac:inkMkLst>
        </pc:inkChg>
        <pc:inkChg chg="add">
          <ac:chgData name="Christopher Aloo" userId="81d139e4-1a74-45bd-a04a-64f94c7d37c9" providerId="ADAL" clId="{E7987F6F-D4EF-420F-86A8-4A23E89472B3}" dt="2025-07-09T18:25:22.222" v="71" actId="9405"/>
          <ac:inkMkLst>
            <pc:docMk/>
            <pc:sldMk cId="2679145969" sldId="305"/>
            <ac:inkMk id="72" creationId="{54BC4B44-B9A0-3C01-65B4-6CC352841272}"/>
          </ac:inkMkLst>
        </pc:inkChg>
        <pc:inkChg chg="add">
          <ac:chgData name="Christopher Aloo" userId="81d139e4-1a74-45bd-a04a-64f94c7d37c9" providerId="ADAL" clId="{E7987F6F-D4EF-420F-86A8-4A23E89472B3}" dt="2025-07-09T18:25:27.029" v="73" actId="9405"/>
          <ac:inkMkLst>
            <pc:docMk/>
            <pc:sldMk cId="2679145969" sldId="305"/>
            <ac:inkMk id="74" creationId="{5D61319D-6644-6A67-A144-489268604A98}"/>
          </ac:inkMkLst>
        </pc:inkChg>
        <pc:inkChg chg="add">
          <ac:chgData name="Christopher Aloo" userId="81d139e4-1a74-45bd-a04a-64f94c7d37c9" providerId="ADAL" clId="{E7987F6F-D4EF-420F-86A8-4A23E89472B3}" dt="2025-07-09T18:25:27.224" v="74" actId="9405"/>
          <ac:inkMkLst>
            <pc:docMk/>
            <pc:sldMk cId="2679145969" sldId="305"/>
            <ac:inkMk id="75" creationId="{723616C6-4780-5D35-0C99-B0A39A3E045B}"/>
          </ac:inkMkLst>
        </pc:inkChg>
        <pc:inkChg chg="add">
          <ac:chgData name="Christopher Aloo" userId="81d139e4-1a74-45bd-a04a-64f94c7d37c9" providerId="ADAL" clId="{E7987F6F-D4EF-420F-86A8-4A23E89472B3}" dt="2025-07-09T18:25:27.643" v="75" actId="9405"/>
          <ac:inkMkLst>
            <pc:docMk/>
            <pc:sldMk cId="2679145969" sldId="305"/>
            <ac:inkMk id="76" creationId="{D3808451-E3EF-9B15-D839-3F31E137DB6B}"/>
          </ac:inkMkLst>
        </pc:inkChg>
        <pc:inkChg chg="add">
          <ac:chgData name="Christopher Aloo" userId="81d139e4-1a74-45bd-a04a-64f94c7d37c9" providerId="ADAL" clId="{E7987F6F-D4EF-420F-86A8-4A23E89472B3}" dt="2025-07-09T18:25:28.002" v="76" actId="9405"/>
          <ac:inkMkLst>
            <pc:docMk/>
            <pc:sldMk cId="2679145969" sldId="305"/>
            <ac:inkMk id="77" creationId="{A1E6C4BF-3735-8D4C-A84D-575269FAE207}"/>
          </ac:inkMkLst>
        </pc:inkChg>
        <pc:inkChg chg="add">
          <ac:chgData name="Christopher Aloo" userId="81d139e4-1a74-45bd-a04a-64f94c7d37c9" providerId="ADAL" clId="{E7987F6F-D4EF-420F-86A8-4A23E89472B3}" dt="2025-07-09T18:25:28.346" v="77" actId="9405"/>
          <ac:inkMkLst>
            <pc:docMk/>
            <pc:sldMk cId="2679145969" sldId="305"/>
            <ac:inkMk id="78" creationId="{4215F5E7-9824-2E1A-1C2A-068656976082}"/>
          </ac:inkMkLst>
        </pc:inkChg>
        <pc:inkChg chg="add">
          <ac:chgData name="Christopher Aloo" userId="81d139e4-1a74-45bd-a04a-64f94c7d37c9" providerId="ADAL" clId="{E7987F6F-D4EF-420F-86A8-4A23E89472B3}" dt="2025-07-09T18:25:28.707" v="78" actId="9405"/>
          <ac:inkMkLst>
            <pc:docMk/>
            <pc:sldMk cId="2679145969" sldId="305"/>
            <ac:inkMk id="79" creationId="{15BA44C8-E4ED-08F7-2E9E-2F31A0452111}"/>
          </ac:inkMkLst>
        </pc:inkChg>
        <pc:inkChg chg="add">
          <ac:chgData name="Christopher Aloo" userId="81d139e4-1a74-45bd-a04a-64f94c7d37c9" providerId="ADAL" clId="{E7987F6F-D4EF-420F-86A8-4A23E89472B3}" dt="2025-07-09T18:25:28.966" v="79" actId="9405"/>
          <ac:inkMkLst>
            <pc:docMk/>
            <pc:sldMk cId="2679145969" sldId="305"/>
            <ac:inkMk id="80" creationId="{312BB5AE-BE97-3525-5E15-CFD5713B258E}"/>
          </ac:inkMkLst>
        </pc:inkChg>
        <pc:inkChg chg="add">
          <ac:chgData name="Christopher Aloo" userId="81d139e4-1a74-45bd-a04a-64f94c7d37c9" providerId="ADAL" clId="{E7987F6F-D4EF-420F-86A8-4A23E89472B3}" dt="2025-07-09T18:25:29.211" v="80" actId="9405"/>
          <ac:inkMkLst>
            <pc:docMk/>
            <pc:sldMk cId="2679145969" sldId="305"/>
            <ac:inkMk id="81" creationId="{0D1CE6F2-4969-84AF-FAA0-B96E6164D7A2}"/>
          </ac:inkMkLst>
        </pc:inkChg>
        <pc:inkChg chg="add">
          <ac:chgData name="Christopher Aloo" userId="81d139e4-1a74-45bd-a04a-64f94c7d37c9" providerId="ADAL" clId="{E7987F6F-D4EF-420F-86A8-4A23E89472B3}" dt="2025-07-09T18:25:29.443" v="81" actId="9405"/>
          <ac:inkMkLst>
            <pc:docMk/>
            <pc:sldMk cId="2679145969" sldId="305"/>
            <ac:inkMk id="82" creationId="{65347DB8-4806-3CE8-1A56-6B7A06B77E73}"/>
          </ac:inkMkLst>
        </pc:inkChg>
        <pc:inkChg chg="add mod">
          <ac:chgData name="Christopher Aloo" userId="81d139e4-1a74-45bd-a04a-64f94c7d37c9" providerId="ADAL" clId="{E7987F6F-D4EF-420F-86A8-4A23E89472B3}" dt="2025-07-09T18:25:40.525" v="105"/>
          <ac:inkMkLst>
            <pc:docMk/>
            <pc:sldMk cId="2679145969" sldId="305"/>
            <ac:inkMk id="83" creationId="{3ACAC78F-634D-7292-2963-A8DB5C361ABD}"/>
          </ac:inkMkLst>
        </pc:inkChg>
        <pc:inkChg chg="add">
          <ac:chgData name="Christopher Aloo" userId="81d139e4-1a74-45bd-a04a-64f94c7d37c9" providerId="ADAL" clId="{E7987F6F-D4EF-420F-86A8-4A23E89472B3}" dt="2025-07-09T18:25:30.070" v="83" actId="9405"/>
          <ac:inkMkLst>
            <pc:docMk/>
            <pc:sldMk cId="2679145969" sldId="305"/>
            <ac:inkMk id="84" creationId="{05B2F8CB-3C4B-B8C0-04C3-4E3B5AB5F1D2}"/>
          </ac:inkMkLst>
        </pc:inkChg>
        <pc:inkChg chg="add">
          <ac:chgData name="Christopher Aloo" userId="81d139e4-1a74-45bd-a04a-64f94c7d37c9" providerId="ADAL" clId="{E7987F6F-D4EF-420F-86A8-4A23E89472B3}" dt="2025-07-09T18:25:30.358" v="84" actId="9405"/>
          <ac:inkMkLst>
            <pc:docMk/>
            <pc:sldMk cId="2679145969" sldId="305"/>
            <ac:inkMk id="85" creationId="{78069595-8463-3583-3DFD-50D474F0B553}"/>
          </ac:inkMkLst>
        </pc:inkChg>
        <pc:inkChg chg="add">
          <ac:chgData name="Christopher Aloo" userId="81d139e4-1a74-45bd-a04a-64f94c7d37c9" providerId="ADAL" clId="{E7987F6F-D4EF-420F-86A8-4A23E89472B3}" dt="2025-07-09T18:25:30.741" v="85" actId="9405"/>
          <ac:inkMkLst>
            <pc:docMk/>
            <pc:sldMk cId="2679145969" sldId="305"/>
            <ac:inkMk id="86" creationId="{96DB0CA8-5E19-0A91-4E88-46CAF065AC2D}"/>
          </ac:inkMkLst>
        </pc:inkChg>
        <pc:inkChg chg="add">
          <ac:chgData name="Christopher Aloo" userId="81d139e4-1a74-45bd-a04a-64f94c7d37c9" providerId="ADAL" clId="{E7987F6F-D4EF-420F-86A8-4A23E89472B3}" dt="2025-07-09T18:25:31.759" v="86" actId="9405"/>
          <ac:inkMkLst>
            <pc:docMk/>
            <pc:sldMk cId="2679145969" sldId="305"/>
            <ac:inkMk id="87" creationId="{5EE31D09-9B6A-F269-8D74-D4BDC4798AF3}"/>
          </ac:inkMkLst>
        </pc:inkChg>
        <pc:inkChg chg="add">
          <ac:chgData name="Christopher Aloo" userId="81d139e4-1a74-45bd-a04a-64f94c7d37c9" providerId="ADAL" clId="{E7987F6F-D4EF-420F-86A8-4A23E89472B3}" dt="2025-07-09T18:25:32.013" v="87" actId="9405"/>
          <ac:inkMkLst>
            <pc:docMk/>
            <pc:sldMk cId="2679145969" sldId="305"/>
            <ac:inkMk id="88" creationId="{11803F95-7D82-D83C-BC21-355FBC85731A}"/>
          </ac:inkMkLst>
        </pc:inkChg>
        <pc:inkChg chg="add">
          <ac:chgData name="Christopher Aloo" userId="81d139e4-1a74-45bd-a04a-64f94c7d37c9" providerId="ADAL" clId="{E7987F6F-D4EF-420F-86A8-4A23E89472B3}" dt="2025-07-09T18:25:32.331" v="88" actId="9405"/>
          <ac:inkMkLst>
            <pc:docMk/>
            <pc:sldMk cId="2679145969" sldId="305"/>
            <ac:inkMk id="89" creationId="{87FE194E-7E24-FD1B-6551-1F1FAA48C46E}"/>
          </ac:inkMkLst>
        </pc:inkChg>
        <pc:inkChg chg="add">
          <ac:chgData name="Christopher Aloo" userId="81d139e4-1a74-45bd-a04a-64f94c7d37c9" providerId="ADAL" clId="{E7987F6F-D4EF-420F-86A8-4A23E89472B3}" dt="2025-07-09T18:25:32.536" v="89" actId="9405"/>
          <ac:inkMkLst>
            <pc:docMk/>
            <pc:sldMk cId="2679145969" sldId="305"/>
            <ac:inkMk id="90" creationId="{9DEAF7F2-923F-ADB7-7892-8CB4FC4B1B03}"/>
          </ac:inkMkLst>
        </pc:inkChg>
        <pc:inkChg chg="add">
          <ac:chgData name="Christopher Aloo" userId="81d139e4-1a74-45bd-a04a-64f94c7d37c9" providerId="ADAL" clId="{E7987F6F-D4EF-420F-86A8-4A23E89472B3}" dt="2025-07-09T18:25:33.404" v="90" actId="9405"/>
          <ac:inkMkLst>
            <pc:docMk/>
            <pc:sldMk cId="2679145969" sldId="305"/>
            <ac:inkMk id="91" creationId="{E6A25D52-D988-C48F-823F-CD1D900D1057}"/>
          </ac:inkMkLst>
        </pc:inkChg>
        <pc:inkChg chg="add">
          <ac:chgData name="Christopher Aloo" userId="81d139e4-1a74-45bd-a04a-64f94c7d37c9" providerId="ADAL" clId="{E7987F6F-D4EF-420F-86A8-4A23E89472B3}" dt="2025-07-09T18:25:33.760" v="91" actId="9405"/>
          <ac:inkMkLst>
            <pc:docMk/>
            <pc:sldMk cId="2679145969" sldId="305"/>
            <ac:inkMk id="92" creationId="{938672B7-4AAA-36B6-9123-27AEFA72F0D0}"/>
          </ac:inkMkLst>
        </pc:inkChg>
        <pc:inkChg chg="add">
          <ac:chgData name="Christopher Aloo" userId="81d139e4-1a74-45bd-a04a-64f94c7d37c9" providerId="ADAL" clId="{E7987F6F-D4EF-420F-86A8-4A23E89472B3}" dt="2025-07-09T18:25:34.009" v="92" actId="9405"/>
          <ac:inkMkLst>
            <pc:docMk/>
            <pc:sldMk cId="2679145969" sldId="305"/>
            <ac:inkMk id="93" creationId="{3507A04A-3E5E-B332-4150-61EA41B78218}"/>
          </ac:inkMkLst>
        </pc:inkChg>
        <pc:inkChg chg="add">
          <ac:chgData name="Christopher Aloo" userId="81d139e4-1a74-45bd-a04a-64f94c7d37c9" providerId="ADAL" clId="{E7987F6F-D4EF-420F-86A8-4A23E89472B3}" dt="2025-07-09T18:25:34.284" v="93" actId="9405"/>
          <ac:inkMkLst>
            <pc:docMk/>
            <pc:sldMk cId="2679145969" sldId="305"/>
            <ac:inkMk id="94" creationId="{0DDC2714-8DC8-523D-F28C-496A10C14B3B}"/>
          </ac:inkMkLst>
        </pc:inkChg>
        <pc:inkChg chg="add">
          <ac:chgData name="Christopher Aloo" userId="81d139e4-1a74-45bd-a04a-64f94c7d37c9" providerId="ADAL" clId="{E7987F6F-D4EF-420F-86A8-4A23E89472B3}" dt="2025-07-09T18:25:34.538" v="94" actId="9405"/>
          <ac:inkMkLst>
            <pc:docMk/>
            <pc:sldMk cId="2679145969" sldId="305"/>
            <ac:inkMk id="95" creationId="{99FC0077-EB3B-CC88-1BC4-E316CA0A680D}"/>
          </ac:inkMkLst>
        </pc:inkChg>
        <pc:inkChg chg="add">
          <ac:chgData name="Christopher Aloo" userId="81d139e4-1a74-45bd-a04a-64f94c7d37c9" providerId="ADAL" clId="{E7987F6F-D4EF-420F-86A8-4A23E89472B3}" dt="2025-07-09T18:25:34.876" v="95" actId="9405"/>
          <ac:inkMkLst>
            <pc:docMk/>
            <pc:sldMk cId="2679145969" sldId="305"/>
            <ac:inkMk id="96" creationId="{30CDC584-3315-2FE2-7D3C-D721B6DA42A3}"/>
          </ac:inkMkLst>
        </pc:inkChg>
        <pc:inkChg chg="add">
          <ac:chgData name="Christopher Aloo" userId="81d139e4-1a74-45bd-a04a-64f94c7d37c9" providerId="ADAL" clId="{E7987F6F-D4EF-420F-86A8-4A23E89472B3}" dt="2025-07-09T18:25:35.564" v="96" actId="9405"/>
          <ac:inkMkLst>
            <pc:docMk/>
            <pc:sldMk cId="2679145969" sldId="305"/>
            <ac:inkMk id="97" creationId="{943547EE-D035-71F4-62B3-E301C2E6885F}"/>
          </ac:inkMkLst>
        </pc:inkChg>
        <pc:inkChg chg="add">
          <ac:chgData name="Christopher Aloo" userId="81d139e4-1a74-45bd-a04a-64f94c7d37c9" providerId="ADAL" clId="{E7987F6F-D4EF-420F-86A8-4A23E89472B3}" dt="2025-07-09T18:25:36" v="97" actId="9405"/>
          <ac:inkMkLst>
            <pc:docMk/>
            <pc:sldMk cId="2679145969" sldId="305"/>
            <ac:inkMk id="98" creationId="{8EC6AB05-99D2-8337-7349-0A616DC628B1}"/>
          </ac:inkMkLst>
        </pc:inkChg>
        <pc:inkChg chg="add">
          <ac:chgData name="Christopher Aloo" userId="81d139e4-1a74-45bd-a04a-64f94c7d37c9" providerId="ADAL" clId="{E7987F6F-D4EF-420F-86A8-4A23E89472B3}" dt="2025-07-09T18:25:36.295" v="98" actId="9405"/>
          <ac:inkMkLst>
            <pc:docMk/>
            <pc:sldMk cId="2679145969" sldId="305"/>
            <ac:inkMk id="99" creationId="{28D4277D-9C47-655A-4D1E-7071748DF888}"/>
          </ac:inkMkLst>
        </pc:inkChg>
        <pc:inkChg chg="add">
          <ac:chgData name="Christopher Aloo" userId="81d139e4-1a74-45bd-a04a-64f94c7d37c9" providerId="ADAL" clId="{E7987F6F-D4EF-420F-86A8-4A23E89472B3}" dt="2025-07-09T18:25:36.602" v="99" actId="9405"/>
          <ac:inkMkLst>
            <pc:docMk/>
            <pc:sldMk cId="2679145969" sldId="305"/>
            <ac:inkMk id="100" creationId="{8617120E-BA7F-2C62-3073-0E4B20B71D48}"/>
          </ac:inkMkLst>
        </pc:inkChg>
        <pc:inkChg chg="add">
          <ac:chgData name="Christopher Aloo" userId="81d139e4-1a74-45bd-a04a-64f94c7d37c9" providerId="ADAL" clId="{E7987F6F-D4EF-420F-86A8-4A23E89472B3}" dt="2025-07-09T18:25:36.936" v="100" actId="9405"/>
          <ac:inkMkLst>
            <pc:docMk/>
            <pc:sldMk cId="2679145969" sldId="305"/>
            <ac:inkMk id="101" creationId="{14FD8FDB-9F6E-2332-DDA1-9608255752A5}"/>
          </ac:inkMkLst>
        </pc:inkChg>
        <pc:inkChg chg="add">
          <ac:chgData name="Christopher Aloo" userId="81d139e4-1a74-45bd-a04a-64f94c7d37c9" providerId="ADAL" clId="{E7987F6F-D4EF-420F-86A8-4A23E89472B3}" dt="2025-07-09T18:25:37.475" v="101" actId="9405"/>
          <ac:inkMkLst>
            <pc:docMk/>
            <pc:sldMk cId="2679145969" sldId="305"/>
            <ac:inkMk id="102" creationId="{27558F78-737E-023A-0A35-4C76220899B3}"/>
          </ac:inkMkLst>
        </pc:inkChg>
        <pc:inkChg chg="add mod">
          <ac:chgData name="Christopher Aloo" userId="81d139e4-1a74-45bd-a04a-64f94c7d37c9" providerId="ADAL" clId="{E7987F6F-D4EF-420F-86A8-4A23E89472B3}" dt="2025-07-09T18:25:40.525" v="105"/>
          <ac:inkMkLst>
            <pc:docMk/>
            <pc:sldMk cId="2679145969" sldId="305"/>
            <ac:inkMk id="103" creationId="{9FB36945-4CE2-0767-0A19-CD67798F14B6}"/>
          </ac:inkMkLst>
        </pc:inkChg>
        <pc:inkChg chg="add">
          <ac:chgData name="Christopher Aloo" userId="81d139e4-1a74-45bd-a04a-64f94c7d37c9" providerId="ADAL" clId="{E7987F6F-D4EF-420F-86A8-4A23E89472B3}" dt="2025-07-09T18:25:39.291" v="103" actId="9405"/>
          <ac:inkMkLst>
            <pc:docMk/>
            <pc:sldMk cId="2679145969" sldId="305"/>
            <ac:inkMk id="104" creationId="{C30CA108-EAA2-E9E9-6EFC-56857B4A2245}"/>
          </ac:inkMkLst>
        </pc:inkChg>
        <pc:inkChg chg="add">
          <ac:chgData name="Christopher Aloo" userId="81d139e4-1a74-45bd-a04a-64f94c7d37c9" providerId="ADAL" clId="{E7987F6F-D4EF-420F-86A8-4A23E89472B3}" dt="2025-07-09T18:25:39.877" v="104" actId="9405"/>
          <ac:inkMkLst>
            <pc:docMk/>
            <pc:sldMk cId="2679145969" sldId="305"/>
            <ac:inkMk id="105" creationId="{149F6D4E-E944-268E-1CCE-ED33F0A31603}"/>
          </ac:inkMkLst>
        </pc:inkChg>
        <pc:inkChg chg="add mod">
          <ac:chgData name="Christopher Aloo" userId="81d139e4-1a74-45bd-a04a-64f94c7d37c9" providerId="ADAL" clId="{E7987F6F-D4EF-420F-86A8-4A23E89472B3}" dt="2025-07-09T18:25:54.871" v="115"/>
          <ac:inkMkLst>
            <pc:docMk/>
            <pc:sldMk cId="2679145969" sldId="305"/>
            <ac:inkMk id="108" creationId="{672D93D3-B6E8-48C9-C058-7EA83304BFE3}"/>
          </ac:inkMkLst>
        </pc:inkChg>
        <pc:inkChg chg="add">
          <ac:chgData name="Christopher Aloo" userId="81d139e4-1a74-45bd-a04a-64f94c7d37c9" providerId="ADAL" clId="{E7987F6F-D4EF-420F-86A8-4A23E89472B3}" dt="2025-07-09T18:25:49.228" v="107" actId="9405"/>
          <ac:inkMkLst>
            <pc:docMk/>
            <pc:sldMk cId="2679145969" sldId="305"/>
            <ac:inkMk id="109" creationId="{51C1A301-FD2A-1573-7534-776082325B8D}"/>
          </ac:inkMkLst>
        </pc:inkChg>
        <pc:inkChg chg="add">
          <ac:chgData name="Christopher Aloo" userId="81d139e4-1a74-45bd-a04a-64f94c7d37c9" providerId="ADAL" clId="{E7987F6F-D4EF-420F-86A8-4A23E89472B3}" dt="2025-07-09T18:25:49.699" v="108" actId="9405"/>
          <ac:inkMkLst>
            <pc:docMk/>
            <pc:sldMk cId="2679145969" sldId="305"/>
            <ac:inkMk id="110" creationId="{DF07FE11-7EE2-9717-9DCD-96BF234A7EFC}"/>
          </ac:inkMkLst>
        </pc:inkChg>
        <pc:inkChg chg="add">
          <ac:chgData name="Christopher Aloo" userId="81d139e4-1a74-45bd-a04a-64f94c7d37c9" providerId="ADAL" clId="{E7987F6F-D4EF-420F-86A8-4A23E89472B3}" dt="2025-07-09T18:25:50.178" v="109" actId="9405"/>
          <ac:inkMkLst>
            <pc:docMk/>
            <pc:sldMk cId="2679145969" sldId="305"/>
            <ac:inkMk id="111" creationId="{704952E7-5475-4A07-0B91-EE24234888EB}"/>
          </ac:inkMkLst>
        </pc:inkChg>
        <pc:inkChg chg="add">
          <ac:chgData name="Christopher Aloo" userId="81d139e4-1a74-45bd-a04a-64f94c7d37c9" providerId="ADAL" clId="{E7987F6F-D4EF-420F-86A8-4A23E89472B3}" dt="2025-07-09T18:25:50.522" v="110" actId="9405"/>
          <ac:inkMkLst>
            <pc:docMk/>
            <pc:sldMk cId="2679145969" sldId="305"/>
            <ac:inkMk id="112" creationId="{3F568FAC-39B4-771F-A080-457FF3244246}"/>
          </ac:inkMkLst>
        </pc:inkChg>
        <pc:inkChg chg="add mod">
          <ac:chgData name="Christopher Aloo" userId="81d139e4-1a74-45bd-a04a-64f94c7d37c9" providerId="ADAL" clId="{E7987F6F-D4EF-420F-86A8-4A23E89472B3}" dt="2025-07-09T18:26:02.963" v="128"/>
          <ac:inkMkLst>
            <pc:docMk/>
            <pc:sldMk cId="2679145969" sldId="305"/>
            <ac:inkMk id="113" creationId="{F4AE7821-B7F5-DD0A-4A50-4FD8A3AF71BC}"/>
          </ac:inkMkLst>
        </pc:inkChg>
        <pc:inkChg chg="add mod">
          <ac:chgData name="Christopher Aloo" userId="81d139e4-1a74-45bd-a04a-64f94c7d37c9" providerId="ADAL" clId="{E7987F6F-D4EF-420F-86A8-4A23E89472B3}" dt="2025-07-09T18:26:02.963" v="128"/>
          <ac:inkMkLst>
            <pc:docMk/>
            <pc:sldMk cId="2679145969" sldId="305"/>
            <ac:inkMk id="114" creationId="{403067E7-2098-9B15-D34D-79FC3430C5C7}"/>
          </ac:inkMkLst>
        </pc:inkChg>
        <pc:inkChg chg="add">
          <ac:chgData name="Christopher Aloo" userId="81d139e4-1a74-45bd-a04a-64f94c7d37c9" providerId="ADAL" clId="{E7987F6F-D4EF-420F-86A8-4A23E89472B3}" dt="2025-07-09T18:25:53.761" v="114" actId="9405"/>
          <ac:inkMkLst>
            <pc:docMk/>
            <pc:sldMk cId="2679145969" sldId="305"/>
            <ac:inkMk id="116" creationId="{369BDCE0-0782-3DE0-0F21-6807E954CDEA}"/>
          </ac:inkMkLst>
        </pc:inkChg>
        <pc:inkChg chg="add">
          <ac:chgData name="Christopher Aloo" userId="81d139e4-1a74-45bd-a04a-64f94c7d37c9" providerId="ADAL" clId="{E7987F6F-D4EF-420F-86A8-4A23E89472B3}" dt="2025-07-09T18:25:58.428" v="116" actId="9405"/>
          <ac:inkMkLst>
            <pc:docMk/>
            <pc:sldMk cId="2679145969" sldId="305"/>
            <ac:inkMk id="118" creationId="{1F09A6B0-A1FA-733D-2317-0CB726328CDD}"/>
          </ac:inkMkLst>
        </pc:inkChg>
        <pc:inkChg chg="add">
          <ac:chgData name="Christopher Aloo" userId="81d139e4-1a74-45bd-a04a-64f94c7d37c9" providerId="ADAL" clId="{E7987F6F-D4EF-420F-86A8-4A23E89472B3}" dt="2025-07-09T18:25:58.639" v="117" actId="9405"/>
          <ac:inkMkLst>
            <pc:docMk/>
            <pc:sldMk cId="2679145969" sldId="305"/>
            <ac:inkMk id="119" creationId="{59932093-C900-CB1F-7B8C-5CD25AF65E2D}"/>
          </ac:inkMkLst>
        </pc:inkChg>
        <pc:inkChg chg="add">
          <ac:chgData name="Christopher Aloo" userId="81d139e4-1a74-45bd-a04a-64f94c7d37c9" providerId="ADAL" clId="{E7987F6F-D4EF-420F-86A8-4A23E89472B3}" dt="2025-07-09T18:25:58.825" v="118" actId="9405"/>
          <ac:inkMkLst>
            <pc:docMk/>
            <pc:sldMk cId="2679145969" sldId="305"/>
            <ac:inkMk id="120" creationId="{097972A2-6865-00FF-E048-14FB1E42EE4E}"/>
          </ac:inkMkLst>
        </pc:inkChg>
        <pc:inkChg chg="add">
          <ac:chgData name="Christopher Aloo" userId="81d139e4-1a74-45bd-a04a-64f94c7d37c9" providerId="ADAL" clId="{E7987F6F-D4EF-420F-86A8-4A23E89472B3}" dt="2025-07-09T18:25:59.388" v="119" actId="9405"/>
          <ac:inkMkLst>
            <pc:docMk/>
            <pc:sldMk cId="2679145969" sldId="305"/>
            <ac:inkMk id="121" creationId="{ABEB7283-72DA-F225-8C60-42FDF873B659}"/>
          </ac:inkMkLst>
        </pc:inkChg>
        <pc:inkChg chg="add">
          <ac:chgData name="Christopher Aloo" userId="81d139e4-1a74-45bd-a04a-64f94c7d37c9" providerId="ADAL" clId="{E7987F6F-D4EF-420F-86A8-4A23E89472B3}" dt="2025-07-09T18:25:59.604" v="120" actId="9405"/>
          <ac:inkMkLst>
            <pc:docMk/>
            <pc:sldMk cId="2679145969" sldId="305"/>
            <ac:inkMk id="122" creationId="{38C04976-1BF0-4A0C-7B2E-C832AAD60BBB}"/>
          </ac:inkMkLst>
        </pc:inkChg>
        <pc:inkChg chg="add">
          <ac:chgData name="Christopher Aloo" userId="81d139e4-1a74-45bd-a04a-64f94c7d37c9" providerId="ADAL" clId="{E7987F6F-D4EF-420F-86A8-4A23E89472B3}" dt="2025-07-09T18:26:00.234" v="121" actId="9405"/>
          <ac:inkMkLst>
            <pc:docMk/>
            <pc:sldMk cId="2679145969" sldId="305"/>
            <ac:inkMk id="123" creationId="{0183638F-4A1B-FDD8-489A-C33919812D89}"/>
          </ac:inkMkLst>
        </pc:inkChg>
        <pc:inkChg chg="add">
          <ac:chgData name="Christopher Aloo" userId="81d139e4-1a74-45bd-a04a-64f94c7d37c9" providerId="ADAL" clId="{E7987F6F-D4EF-420F-86A8-4A23E89472B3}" dt="2025-07-09T18:26:00.585" v="122" actId="9405"/>
          <ac:inkMkLst>
            <pc:docMk/>
            <pc:sldMk cId="2679145969" sldId="305"/>
            <ac:inkMk id="124" creationId="{846581F1-BDA7-651C-07A8-6F004CA2A3C3}"/>
          </ac:inkMkLst>
        </pc:inkChg>
        <pc:inkChg chg="add">
          <ac:chgData name="Christopher Aloo" userId="81d139e4-1a74-45bd-a04a-64f94c7d37c9" providerId="ADAL" clId="{E7987F6F-D4EF-420F-86A8-4A23E89472B3}" dt="2025-07-09T18:26:00.941" v="123" actId="9405"/>
          <ac:inkMkLst>
            <pc:docMk/>
            <pc:sldMk cId="2679145969" sldId="305"/>
            <ac:inkMk id="125" creationId="{8DB513E0-7ABC-2E09-ED60-02D4C3ED32F5}"/>
          </ac:inkMkLst>
        </pc:inkChg>
        <pc:inkChg chg="add">
          <ac:chgData name="Christopher Aloo" userId="81d139e4-1a74-45bd-a04a-64f94c7d37c9" providerId="ADAL" clId="{E7987F6F-D4EF-420F-86A8-4A23E89472B3}" dt="2025-07-09T18:26:01.186" v="124" actId="9405"/>
          <ac:inkMkLst>
            <pc:docMk/>
            <pc:sldMk cId="2679145969" sldId="305"/>
            <ac:inkMk id="126" creationId="{2D77C434-678E-8A45-A704-80E7B1CA6148}"/>
          </ac:inkMkLst>
        </pc:inkChg>
        <pc:inkChg chg="add">
          <ac:chgData name="Christopher Aloo" userId="81d139e4-1a74-45bd-a04a-64f94c7d37c9" providerId="ADAL" clId="{E7987F6F-D4EF-420F-86A8-4A23E89472B3}" dt="2025-07-09T18:26:01.505" v="125" actId="9405"/>
          <ac:inkMkLst>
            <pc:docMk/>
            <pc:sldMk cId="2679145969" sldId="305"/>
            <ac:inkMk id="127" creationId="{3B8EC9E6-2C64-8775-7DC3-79A920EEBD06}"/>
          </ac:inkMkLst>
        </pc:inkChg>
        <pc:inkChg chg="add mod">
          <ac:chgData name="Christopher Aloo" userId="81d139e4-1a74-45bd-a04a-64f94c7d37c9" providerId="ADAL" clId="{E7987F6F-D4EF-420F-86A8-4A23E89472B3}" dt="2025-07-09T18:26:02.963" v="128"/>
          <ac:inkMkLst>
            <pc:docMk/>
            <pc:sldMk cId="2679145969" sldId="305"/>
            <ac:inkMk id="128" creationId="{260300DA-C0DA-C67B-2AA2-E1834C5D97D1}"/>
          </ac:inkMkLst>
        </pc:inkChg>
        <pc:inkChg chg="add">
          <ac:chgData name="Christopher Aloo" userId="81d139e4-1a74-45bd-a04a-64f94c7d37c9" providerId="ADAL" clId="{E7987F6F-D4EF-420F-86A8-4A23E89472B3}" dt="2025-07-09T18:26:02.310" v="127" actId="9405"/>
          <ac:inkMkLst>
            <pc:docMk/>
            <pc:sldMk cId="2679145969" sldId="305"/>
            <ac:inkMk id="129" creationId="{D0992572-C6F4-3EFF-908F-DF0AF6DF8F35}"/>
          </ac:inkMkLst>
        </pc:inkChg>
      </pc:sldChg>
      <pc:sldChg chg="add">
        <pc:chgData name="Christopher Aloo" userId="81d139e4-1a74-45bd-a04a-64f94c7d37c9" providerId="ADAL" clId="{E7987F6F-D4EF-420F-86A8-4A23E89472B3}" dt="2025-07-10T17:34:17.031" v="251" actId="2890"/>
        <pc:sldMkLst>
          <pc:docMk/>
          <pc:sldMk cId="1701052150" sldId="306"/>
        </pc:sldMkLst>
      </pc:sldChg>
      <pc:sldChg chg="addSp delSp modSp new mod">
        <pc:chgData name="Christopher Aloo" userId="81d139e4-1a74-45bd-a04a-64f94c7d37c9" providerId="ADAL" clId="{E7987F6F-D4EF-420F-86A8-4A23E89472B3}" dt="2025-07-10T17:43:06.619" v="600"/>
        <pc:sldMkLst>
          <pc:docMk/>
          <pc:sldMk cId="1875087664" sldId="307"/>
        </pc:sldMkLst>
        <pc:grpChg chg="del mod">
          <ac:chgData name="Christopher Aloo" userId="81d139e4-1a74-45bd-a04a-64f94c7d37c9" providerId="ADAL" clId="{E7987F6F-D4EF-420F-86A8-4A23E89472B3}" dt="2025-07-10T17:39:45.359" v="446"/>
          <ac:grpSpMkLst>
            <pc:docMk/>
            <pc:sldMk cId="1875087664" sldId="307"/>
            <ac:grpSpMk id="4" creationId="{18ADC85C-F9F3-DC0C-6995-19AA0B54DC99}"/>
          </ac:grpSpMkLst>
        </pc:grpChg>
        <pc:grpChg chg="del mod">
          <ac:chgData name="Christopher Aloo" userId="81d139e4-1a74-45bd-a04a-64f94c7d37c9" providerId="ADAL" clId="{E7987F6F-D4EF-420F-86A8-4A23E89472B3}" dt="2025-07-10T17:39:45.359" v="446"/>
          <ac:grpSpMkLst>
            <pc:docMk/>
            <pc:sldMk cId="1875087664" sldId="307"/>
            <ac:grpSpMk id="10" creationId="{B36917BC-9459-D557-C9A5-538624029996}"/>
          </ac:grpSpMkLst>
        </pc:grpChg>
        <pc:grpChg chg="del mod">
          <ac:chgData name="Christopher Aloo" userId="81d139e4-1a74-45bd-a04a-64f94c7d37c9" providerId="ADAL" clId="{E7987F6F-D4EF-420F-86A8-4A23E89472B3}" dt="2025-07-10T17:39:47.113" v="448"/>
          <ac:grpSpMkLst>
            <pc:docMk/>
            <pc:sldMk cId="1875087664" sldId="307"/>
            <ac:grpSpMk id="11" creationId="{312E9CB2-F34C-DEE7-DA7B-3AECB2E30DF4}"/>
          </ac:grpSpMkLst>
        </pc:grpChg>
        <pc:grpChg chg="mod">
          <ac:chgData name="Christopher Aloo" userId="81d139e4-1a74-45bd-a04a-64f94c7d37c9" providerId="ADAL" clId="{E7987F6F-D4EF-420F-86A8-4A23E89472B3}" dt="2025-07-10T17:39:47.113" v="448"/>
          <ac:grpSpMkLst>
            <pc:docMk/>
            <pc:sldMk cId="1875087664" sldId="307"/>
            <ac:grpSpMk id="13" creationId="{89BA3567-4988-6788-5FF6-13DC0E74609A}"/>
          </ac:grpSpMkLst>
        </pc:grpChg>
        <pc:grpChg chg="mod">
          <ac:chgData name="Christopher Aloo" userId="81d139e4-1a74-45bd-a04a-64f94c7d37c9" providerId="ADAL" clId="{E7987F6F-D4EF-420F-86A8-4A23E89472B3}" dt="2025-07-10T17:39:54.813" v="452"/>
          <ac:grpSpMkLst>
            <pc:docMk/>
            <pc:sldMk cId="1875087664" sldId="307"/>
            <ac:grpSpMk id="17" creationId="{DC787D54-654A-6F1E-FE76-1BA99D5CF125}"/>
          </ac:grpSpMkLst>
        </pc:grpChg>
        <pc:grpChg chg="mod">
          <ac:chgData name="Christopher Aloo" userId="81d139e4-1a74-45bd-a04a-64f94c7d37c9" providerId="ADAL" clId="{E7987F6F-D4EF-420F-86A8-4A23E89472B3}" dt="2025-07-10T17:40:00.457" v="456"/>
          <ac:grpSpMkLst>
            <pc:docMk/>
            <pc:sldMk cId="1875087664" sldId="307"/>
            <ac:grpSpMk id="21" creationId="{455FF2D0-A1E2-048C-25C8-E33617394306}"/>
          </ac:grpSpMkLst>
        </pc:grpChg>
        <pc:grpChg chg="del mod">
          <ac:chgData name="Christopher Aloo" userId="81d139e4-1a74-45bd-a04a-64f94c7d37c9" providerId="ADAL" clId="{E7987F6F-D4EF-420F-86A8-4A23E89472B3}" dt="2025-07-10T17:40:09.612" v="470"/>
          <ac:grpSpMkLst>
            <pc:docMk/>
            <pc:sldMk cId="1875087664" sldId="307"/>
            <ac:grpSpMk id="24" creationId="{3B7109B4-6965-0E72-58A7-9EB0E8C5320C}"/>
          </ac:grpSpMkLst>
        </pc:grpChg>
        <pc:grpChg chg="mod">
          <ac:chgData name="Christopher Aloo" userId="81d139e4-1a74-45bd-a04a-64f94c7d37c9" providerId="ADAL" clId="{E7987F6F-D4EF-420F-86A8-4A23E89472B3}" dt="2025-07-10T17:40:09.612" v="470"/>
          <ac:grpSpMkLst>
            <pc:docMk/>
            <pc:sldMk cId="1875087664" sldId="307"/>
            <ac:grpSpMk id="35" creationId="{988AB8FB-219F-6FFB-7B54-7FA7D4E1E8BF}"/>
          </ac:grpSpMkLst>
        </pc:grpChg>
        <pc:grpChg chg="mod">
          <ac:chgData name="Christopher Aloo" userId="81d139e4-1a74-45bd-a04a-64f94c7d37c9" providerId="ADAL" clId="{E7987F6F-D4EF-420F-86A8-4A23E89472B3}" dt="2025-07-10T17:40:22.813" v="474"/>
          <ac:grpSpMkLst>
            <pc:docMk/>
            <pc:sldMk cId="1875087664" sldId="307"/>
            <ac:grpSpMk id="39" creationId="{4D9480B9-280A-DB77-5FF7-CA2DDADF9F56}"/>
          </ac:grpSpMkLst>
        </pc:grpChg>
        <pc:grpChg chg="del mod">
          <ac:chgData name="Christopher Aloo" userId="81d139e4-1a74-45bd-a04a-64f94c7d37c9" providerId="ADAL" clId="{E7987F6F-D4EF-420F-86A8-4A23E89472B3}" dt="2025-07-10T17:40:40.196" v="484"/>
          <ac:grpSpMkLst>
            <pc:docMk/>
            <pc:sldMk cId="1875087664" sldId="307"/>
            <ac:grpSpMk id="42" creationId="{79D8EE9B-F771-9240-DCB5-999BDE48C3E3}"/>
          </ac:grpSpMkLst>
        </pc:grpChg>
        <pc:grpChg chg="del mod">
          <ac:chgData name="Christopher Aloo" userId="81d139e4-1a74-45bd-a04a-64f94c7d37c9" providerId="ADAL" clId="{E7987F6F-D4EF-420F-86A8-4A23E89472B3}" dt="2025-07-10T17:40:40.196" v="484"/>
          <ac:grpSpMkLst>
            <pc:docMk/>
            <pc:sldMk cId="1875087664" sldId="307"/>
            <ac:grpSpMk id="49" creationId="{1C653148-EBEC-F38B-B253-C055F4A815CB}"/>
          </ac:grpSpMkLst>
        </pc:grpChg>
        <pc:grpChg chg="del mod">
          <ac:chgData name="Christopher Aloo" userId="81d139e4-1a74-45bd-a04a-64f94c7d37c9" providerId="ADAL" clId="{E7987F6F-D4EF-420F-86A8-4A23E89472B3}" dt="2025-07-10T17:40:47.934" v="496"/>
          <ac:grpSpMkLst>
            <pc:docMk/>
            <pc:sldMk cId="1875087664" sldId="307"/>
            <ac:grpSpMk id="50" creationId="{7234C7AB-A49D-B51C-7FC1-1C775BBB5FFE}"/>
          </ac:grpSpMkLst>
        </pc:grpChg>
        <pc:grpChg chg="del mod">
          <ac:chgData name="Christopher Aloo" userId="81d139e4-1a74-45bd-a04a-64f94c7d37c9" providerId="ADAL" clId="{E7987F6F-D4EF-420F-86A8-4A23E89472B3}" dt="2025-07-10T17:40:49.643" v="501"/>
          <ac:grpSpMkLst>
            <pc:docMk/>
            <pc:sldMk cId="1875087664" sldId="307"/>
            <ac:grpSpMk id="62" creationId="{B731B21E-DA63-7227-AC64-89D15405B643}"/>
          </ac:grpSpMkLst>
        </pc:grpChg>
        <pc:grpChg chg="del mod">
          <ac:chgData name="Christopher Aloo" userId="81d139e4-1a74-45bd-a04a-64f94c7d37c9" providerId="ADAL" clId="{E7987F6F-D4EF-420F-86A8-4A23E89472B3}" dt="2025-07-10T17:40:53.253" v="503"/>
          <ac:grpSpMkLst>
            <pc:docMk/>
            <pc:sldMk cId="1875087664" sldId="307"/>
            <ac:grpSpMk id="67" creationId="{4DA01626-0399-EA4F-E60F-676EC6F21428}"/>
          </ac:grpSpMkLst>
        </pc:grpChg>
        <pc:grpChg chg="del mod">
          <ac:chgData name="Christopher Aloo" userId="81d139e4-1a74-45bd-a04a-64f94c7d37c9" providerId="ADAL" clId="{E7987F6F-D4EF-420F-86A8-4A23E89472B3}" dt="2025-07-10T17:40:54.719" v="505"/>
          <ac:grpSpMkLst>
            <pc:docMk/>
            <pc:sldMk cId="1875087664" sldId="307"/>
            <ac:grpSpMk id="69" creationId="{38F26111-DFB2-87E7-1960-6398E50BDFBB}"/>
          </ac:grpSpMkLst>
        </pc:grpChg>
        <pc:grpChg chg="del mod">
          <ac:chgData name="Christopher Aloo" userId="81d139e4-1a74-45bd-a04a-64f94c7d37c9" providerId="ADAL" clId="{E7987F6F-D4EF-420F-86A8-4A23E89472B3}" dt="2025-07-10T17:40:56.612" v="508"/>
          <ac:grpSpMkLst>
            <pc:docMk/>
            <pc:sldMk cId="1875087664" sldId="307"/>
            <ac:grpSpMk id="71" creationId="{CC0587C1-1C3D-11A5-E666-EA60227C9E7F}"/>
          </ac:grpSpMkLst>
        </pc:grpChg>
        <pc:grpChg chg="del mod">
          <ac:chgData name="Christopher Aloo" userId="81d139e4-1a74-45bd-a04a-64f94c7d37c9" providerId="ADAL" clId="{E7987F6F-D4EF-420F-86A8-4A23E89472B3}" dt="2025-07-10T17:40:58.442" v="510"/>
          <ac:grpSpMkLst>
            <pc:docMk/>
            <pc:sldMk cId="1875087664" sldId="307"/>
            <ac:grpSpMk id="74" creationId="{6167F555-E778-A019-730F-7A0E5E149226}"/>
          </ac:grpSpMkLst>
        </pc:grpChg>
        <pc:grpChg chg="del mod">
          <ac:chgData name="Christopher Aloo" userId="81d139e4-1a74-45bd-a04a-64f94c7d37c9" providerId="ADAL" clId="{E7987F6F-D4EF-420F-86A8-4A23E89472B3}" dt="2025-07-10T17:42:13.569" v="547"/>
          <ac:grpSpMkLst>
            <pc:docMk/>
            <pc:sldMk cId="1875087664" sldId="307"/>
            <ac:grpSpMk id="76" creationId="{D695AB00-38AB-E64A-BA25-841BB7FB6352}"/>
          </ac:grpSpMkLst>
        </pc:grpChg>
        <pc:grpChg chg="del mod">
          <ac:chgData name="Christopher Aloo" userId="81d139e4-1a74-45bd-a04a-64f94c7d37c9" providerId="ADAL" clId="{E7987F6F-D4EF-420F-86A8-4A23E89472B3}" dt="2025-07-10T17:42:24.063" v="559"/>
          <ac:grpSpMkLst>
            <pc:docMk/>
            <pc:sldMk cId="1875087664" sldId="307"/>
            <ac:grpSpMk id="84" creationId="{1F165069-589E-262E-62AB-DA047DE91365}"/>
          </ac:grpSpMkLst>
        </pc:grpChg>
        <pc:grpChg chg="del mod">
          <ac:chgData name="Christopher Aloo" userId="81d139e4-1a74-45bd-a04a-64f94c7d37c9" providerId="ADAL" clId="{E7987F6F-D4EF-420F-86A8-4A23E89472B3}" dt="2025-07-10T17:41:32.611" v="526"/>
          <ac:grpSpMkLst>
            <pc:docMk/>
            <pc:sldMk cId="1875087664" sldId="307"/>
            <ac:grpSpMk id="88" creationId="{FBFD6710-97CF-9FB6-1C66-1DFD406A8805}"/>
          </ac:grpSpMkLst>
        </pc:grpChg>
        <pc:grpChg chg="del mod">
          <ac:chgData name="Christopher Aloo" userId="81d139e4-1a74-45bd-a04a-64f94c7d37c9" providerId="ADAL" clId="{E7987F6F-D4EF-420F-86A8-4A23E89472B3}" dt="2025-07-10T17:41:33.464" v="528"/>
          <ac:grpSpMkLst>
            <pc:docMk/>
            <pc:sldMk cId="1875087664" sldId="307"/>
            <ac:grpSpMk id="92" creationId="{7B00A5B3-C7ED-F22F-21CD-54FCCF13A463}"/>
          </ac:grpSpMkLst>
        </pc:grpChg>
        <pc:grpChg chg="del mod">
          <ac:chgData name="Christopher Aloo" userId="81d139e4-1a74-45bd-a04a-64f94c7d37c9" providerId="ADAL" clId="{E7987F6F-D4EF-420F-86A8-4A23E89472B3}" dt="2025-07-10T17:41:35.289" v="530"/>
          <ac:grpSpMkLst>
            <pc:docMk/>
            <pc:sldMk cId="1875087664" sldId="307"/>
            <ac:grpSpMk id="94" creationId="{119D0235-3D37-A4A8-B811-E3B9F2929FB7}"/>
          </ac:grpSpMkLst>
        </pc:grpChg>
        <pc:grpChg chg="del mod">
          <ac:chgData name="Christopher Aloo" userId="81d139e4-1a74-45bd-a04a-64f94c7d37c9" providerId="ADAL" clId="{E7987F6F-D4EF-420F-86A8-4A23E89472B3}" dt="2025-07-10T17:41:40.103" v="532"/>
          <ac:grpSpMkLst>
            <pc:docMk/>
            <pc:sldMk cId="1875087664" sldId="307"/>
            <ac:grpSpMk id="96" creationId="{39913789-7AF8-8FB8-F14C-A95408212A9D}"/>
          </ac:grpSpMkLst>
        </pc:grpChg>
        <pc:grpChg chg="del mod">
          <ac:chgData name="Christopher Aloo" userId="81d139e4-1a74-45bd-a04a-64f94c7d37c9" providerId="ADAL" clId="{E7987F6F-D4EF-420F-86A8-4A23E89472B3}" dt="2025-07-10T17:41:50.213" v="538"/>
          <ac:grpSpMkLst>
            <pc:docMk/>
            <pc:sldMk cId="1875087664" sldId="307"/>
            <ac:grpSpMk id="98" creationId="{0563919A-51B4-E04A-0133-6EB0B9C8F1CA}"/>
          </ac:grpSpMkLst>
        </pc:grpChg>
        <pc:grpChg chg="mod">
          <ac:chgData name="Christopher Aloo" userId="81d139e4-1a74-45bd-a04a-64f94c7d37c9" providerId="ADAL" clId="{E7987F6F-D4EF-420F-86A8-4A23E89472B3}" dt="2025-07-10T17:41:44.445" v="536"/>
          <ac:grpSpMkLst>
            <pc:docMk/>
            <pc:sldMk cId="1875087664" sldId="307"/>
            <ac:grpSpMk id="102" creationId="{EDC6D743-BC5F-FA6A-CC15-759B450A0BF9}"/>
          </ac:grpSpMkLst>
        </pc:grpChg>
        <pc:grpChg chg="del mod">
          <ac:chgData name="Christopher Aloo" userId="81d139e4-1a74-45bd-a04a-64f94c7d37c9" providerId="ADAL" clId="{E7987F6F-D4EF-420F-86A8-4A23E89472B3}" dt="2025-07-10T17:42:36.735" v="567"/>
          <ac:grpSpMkLst>
            <pc:docMk/>
            <pc:sldMk cId="1875087664" sldId="307"/>
            <ac:grpSpMk id="104" creationId="{376430C1-B51C-CAC7-6D66-E2C926D3D724}"/>
          </ac:grpSpMkLst>
        </pc:grpChg>
        <pc:grpChg chg="del mod">
          <ac:chgData name="Christopher Aloo" userId="81d139e4-1a74-45bd-a04a-64f94c7d37c9" providerId="ADAL" clId="{E7987F6F-D4EF-420F-86A8-4A23E89472B3}" dt="2025-07-10T17:42:11.451" v="545"/>
          <ac:grpSpMkLst>
            <pc:docMk/>
            <pc:sldMk cId="1875087664" sldId="307"/>
            <ac:grpSpMk id="109" creationId="{BC2145A5-EA1A-1F86-2EED-F795F7816934}"/>
          </ac:grpSpMkLst>
        </pc:grpChg>
        <pc:grpChg chg="mod">
          <ac:chgData name="Christopher Aloo" userId="81d139e4-1a74-45bd-a04a-64f94c7d37c9" providerId="ADAL" clId="{E7987F6F-D4EF-420F-86A8-4A23E89472B3}" dt="2025-07-10T17:42:11.451" v="545"/>
          <ac:grpSpMkLst>
            <pc:docMk/>
            <pc:sldMk cId="1875087664" sldId="307"/>
            <ac:grpSpMk id="111" creationId="{E39B3BE7-9729-88A8-407D-9D19FA2A438D}"/>
          </ac:grpSpMkLst>
        </pc:grpChg>
        <pc:grpChg chg="mod">
          <ac:chgData name="Christopher Aloo" userId="81d139e4-1a74-45bd-a04a-64f94c7d37c9" providerId="ADAL" clId="{E7987F6F-D4EF-420F-86A8-4A23E89472B3}" dt="2025-07-10T17:42:13.569" v="547"/>
          <ac:grpSpMkLst>
            <pc:docMk/>
            <pc:sldMk cId="1875087664" sldId="307"/>
            <ac:grpSpMk id="113" creationId="{CE0C6D22-8988-21D6-41BB-B7B7E8D66895}"/>
          </ac:grpSpMkLst>
        </pc:grpChg>
        <pc:grpChg chg="del mod">
          <ac:chgData name="Christopher Aloo" userId="81d139e4-1a74-45bd-a04a-64f94c7d37c9" providerId="ADAL" clId="{E7987F6F-D4EF-420F-86A8-4A23E89472B3}" dt="2025-07-10T17:42:19.268" v="553"/>
          <ac:grpSpMkLst>
            <pc:docMk/>
            <pc:sldMk cId="1875087664" sldId="307"/>
            <ac:grpSpMk id="117" creationId="{BCF9DE1D-E1C1-4566-0478-A644B3260065}"/>
          </ac:grpSpMkLst>
        </pc:grpChg>
        <pc:grpChg chg="mod">
          <ac:chgData name="Christopher Aloo" userId="81d139e4-1a74-45bd-a04a-64f94c7d37c9" providerId="ADAL" clId="{E7987F6F-D4EF-420F-86A8-4A23E89472B3}" dt="2025-07-10T17:42:24.063" v="559"/>
          <ac:grpSpMkLst>
            <pc:docMk/>
            <pc:sldMk cId="1875087664" sldId="307"/>
            <ac:grpSpMk id="123" creationId="{D4A4BFB9-AA99-A24B-4B0B-B7304D63159E}"/>
          </ac:grpSpMkLst>
        </pc:grpChg>
        <pc:grpChg chg="del mod">
          <ac:chgData name="Christopher Aloo" userId="81d139e4-1a74-45bd-a04a-64f94c7d37c9" providerId="ADAL" clId="{E7987F6F-D4EF-420F-86A8-4A23E89472B3}" dt="2025-07-10T17:42:25.073" v="561"/>
          <ac:grpSpMkLst>
            <pc:docMk/>
            <pc:sldMk cId="1875087664" sldId="307"/>
            <ac:grpSpMk id="124" creationId="{B6455712-F446-7250-3702-14B02204FDE8}"/>
          </ac:grpSpMkLst>
        </pc:grpChg>
        <pc:grpChg chg="mod">
          <ac:chgData name="Christopher Aloo" userId="81d139e4-1a74-45bd-a04a-64f94c7d37c9" providerId="ADAL" clId="{E7987F6F-D4EF-420F-86A8-4A23E89472B3}" dt="2025-07-10T17:42:25.073" v="561"/>
          <ac:grpSpMkLst>
            <pc:docMk/>
            <pc:sldMk cId="1875087664" sldId="307"/>
            <ac:grpSpMk id="126" creationId="{982D4CF6-DE90-50BE-4415-CD9C0F842664}"/>
          </ac:grpSpMkLst>
        </pc:grpChg>
        <pc:grpChg chg="mod">
          <ac:chgData name="Christopher Aloo" userId="81d139e4-1a74-45bd-a04a-64f94c7d37c9" providerId="ADAL" clId="{E7987F6F-D4EF-420F-86A8-4A23E89472B3}" dt="2025-07-10T17:42:33.044" v="565"/>
          <ac:grpSpMkLst>
            <pc:docMk/>
            <pc:sldMk cId="1875087664" sldId="307"/>
            <ac:grpSpMk id="130" creationId="{FD1D6876-87D9-1B4C-39FD-B7E74182C0BE}"/>
          </ac:grpSpMkLst>
        </pc:grpChg>
        <pc:grpChg chg="del mod">
          <ac:chgData name="Christopher Aloo" userId="81d139e4-1a74-45bd-a04a-64f94c7d37c9" providerId="ADAL" clId="{E7987F6F-D4EF-420F-86A8-4A23E89472B3}" dt="2025-07-10T17:42:39.647" v="571"/>
          <ac:grpSpMkLst>
            <pc:docMk/>
            <pc:sldMk cId="1875087664" sldId="307"/>
            <ac:grpSpMk id="132" creationId="{54CCFBEE-7766-607C-6610-44B0ED87EADC}"/>
          </ac:grpSpMkLst>
        </pc:grpChg>
        <pc:grpChg chg="del mod">
          <ac:chgData name="Christopher Aloo" userId="81d139e4-1a74-45bd-a04a-64f94c7d37c9" providerId="ADAL" clId="{E7987F6F-D4EF-420F-86A8-4A23E89472B3}" dt="2025-07-10T17:42:40.216" v="573"/>
          <ac:grpSpMkLst>
            <pc:docMk/>
            <pc:sldMk cId="1875087664" sldId="307"/>
            <ac:grpSpMk id="136" creationId="{C5D9417B-621B-9DDF-462B-80FA6924E519}"/>
          </ac:grpSpMkLst>
        </pc:grpChg>
        <pc:grpChg chg="del mod">
          <ac:chgData name="Christopher Aloo" userId="81d139e4-1a74-45bd-a04a-64f94c7d37c9" providerId="ADAL" clId="{E7987F6F-D4EF-420F-86A8-4A23E89472B3}" dt="2025-07-10T17:42:43.916" v="576"/>
          <ac:grpSpMkLst>
            <pc:docMk/>
            <pc:sldMk cId="1875087664" sldId="307"/>
            <ac:grpSpMk id="138" creationId="{C213F266-6F77-D689-110E-389C46A3A352}"/>
          </ac:grpSpMkLst>
        </pc:grpChg>
        <pc:grpChg chg="del mod">
          <ac:chgData name="Christopher Aloo" userId="81d139e4-1a74-45bd-a04a-64f94c7d37c9" providerId="ADAL" clId="{E7987F6F-D4EF-420F-86A8-4A23E89472B3}" dt="2025-07-10T17:42:47.693" v="580"/>
          <ac:grpSpMkLst>
            <pc:docMk/>
            <pc:sldMk cId="1875087664" sldId="307"/>
            <ac:grpSpMk id="141" creationId="{2D67931D-6F55-E754-1F96-AE23E36A75CA}"/>
          </ac:grpSpMkLst>
        </pc:grpChg>
        <pc:grpChg chg="del mod">
          <ac:chgData name="Christopher Aloo" userId="81d139e4-1a74-45bd-a04a-64f94c7d37c9" providerId="ADAL" clId="{E7987F6F-D4EF-420F-86A8-4A23E89472B3}" dt="2025-07-10T17:42:49.613" v="584"/>
          <ac:grpSpMkLst>
            <pc:docMk/>
            <pc:sldMk cId="1875087664" sldId="307"/>
            <ac:grpSpMk id="145" creationId="{5246B2A9-D6F1-A79A-09B2-7BEAA46660CE}"/>
          </ac:grpSpMkLst>
        </pc:grpChg>
        <pc:grpChg chg="del mod">
          <ac:chgData name="Christopher Aloo" userId="81d139e4-1a74-45bd-a04a-64f94c7d37c9" providerId="ADAL" clId="{E7987F6F-D4EF-420F-86A8-4A23E89472B3}" dt="2025-07-10T17:42:53.263" v="589"/>
          <ac:grpSpMkLst>
            <pc:docMk/>
            <pc:sldMk cId="1875087664" sldId="307"/>
            <ac:grpSpMk id="149" creationId="{FFD9CA8D-BF79-EFF2-7E48-5CA43DBDC8DB}"/>
          </ac:grpSpMkLst>
        </pc:grpChg>
        <pc:grpChg chg="del mod">
          <ac:chgData name="Christopher Aloo" userId="81d139e4-1a74-45bd-a04a-64f94c7d37c9" providerId="ADAL" clId="{E7987F6F-D4EF-420F-86A8-4A23E89472B3}" dt="2025-07-10T17:42:55.583" v="594"/>
          <ac:grpSpMkLst>
            <pc:docMk/>
            <pc:sldMk cId="1875087664" sldId="307"/>
            <ac:grpSpMk id="154" creationId="{5D16E435-195C-70BA-A4E6-308ECB48DD78}"/>
          </ac:grpSpMkLst>
        </pc:grpChg>
        <pc:grpChg chg="del mod">
          <ac:chgData name="Christopher Aloo" userId="81d139e4-1a74-45bd-a04a-64f94c7d37c9" providerId="ADAL" clId="{E7987F6F-D4EF-420F-86A8-4A23E89472B3}" dt="2025-07-10T17:42:57.453" v="597"/>
          <ac:grpSpMkLst>
            <pc:docMk/>
            <pc:sldMk cId="1875087664" sldId="307"/>
            <ac:grpSpMk id="159" creationId="{5E9E8647-B60B-D215-361D-C3E05196AEB4}"/>
          </ac:grpSpMkLst>
        </pc:grpChg>
        <pc:grpChg chg="mod">
          <ac:chgData name="Christopher Aloo" userId="81d139e4-1a74-45bd-a04a-64f94c7d37c9" providerId="ADAL" clId="{E7987F6F-D4EF-420F-86A8-4A23E89472B3}" dt="2025-07-10T17:42:57.453" v="597"/>
          <ac:grpSpMkLst>
            <pc:docMk/>
            <pc:sldMk cId="1875087664" sldId="307"/>
            <ac:grpSpMk id="162" creationId="{F96EDA6A-68CD-B40A-76CB-FAFEBA340EFB}"/>
          </ac:grpSpMkLst>
        </pc:grpChg>
        <pc:grpChg chg="mod">
          <ac:chgData name="Christopher Aloo" userId="81d139e4-1a74-45bd-a04a-64f94c7d37c9" providerId="ADAL" clId="{E7987F6F-D4EF-420F-86A8-4A23E89472B3}" dt="2025-07-10T17:43:06.619" v="600"/>
          <ac:grpSpMkLst>
            <pc:docMk/>
            <pc:sldMk cId="1875087664" sldId="307"/>
            <ac:grpSpMk id="165" creationId="{894434B1-E2F0-42D7-26C2-3247D192DF26}"/>
          </ac:grpSpMkLst>
        </pc:grpChg>
        <pc:inkChg chg="add mod">
          <ac:chgData name="Christopher Aloo" userId="81d139e4-1a74-45bd-a04a-64f94c7d37c9" providerId="ADAL" clId="{E7987F6F-D4EF-420F-86A8-4A23E89472B3}" dt="2025-07-10T17:39:47.113" v="448"/>
          <ac:inkMkLst>
            <pc:docMk/>
            <pc:sldMk cId="1875087664" sldId="307"/>
            <ac:inkMk id="2" creationId="{29474B0D-1E25-BB8E-378B-D5587D29E8FA}"/>
          </ac:inkMkLst>
        </pc:inkChg>
        <pc:inkChg chg="add mod">
          <ac:chgData name="Christopher Aloo" userId="81d139e4-1a74-45bd-a04a-64f94c7d37c9" providerId="ADAL" clId="{E7987F6F-D4EF-420F-86A8-4A23E89472B3}" dt="2025-07-10T17:39:47.113" v="448"/>
          <ac:inkMkLst>
            <pc:docMk/>
            <pc:sldMk cId="1875087664" sldId="307"/>
            <ac:inkMk id="3" creationId="{40CFD803-D510-794B-7CE8-7E5E1BF186F0}"/>
          </ac:inkMkLst>
        </pc:inkChg>
        <pc:inkChg chg="add mod">
          <ac:chgData name="Christopher Aloo" userId="81d139e4-1a74-45bd-a04a-64f94c7d37c9" providerId="ADAL" clId="{E7987F6F-D4EF-420F-86A8-4A23E89472B3}" dt="2025-07-10T17:39:47.113" v="448"/>
          <ac:inkMkLst>
            <pc:docMk/>
            <pc:sldMk cId="1875087664" sldId="307"/>
            <ac:inkMk id="5" creationId="{3CF34B3F-2F5F-C87C-17B3-E05968F135C3}"/>
          </ac:inkMkLst>
        </pc:inkChg>
        <pc:inkChg chg="add mod">
          <ac:chgData name="Christopher Aloo" userId="81d139e4-1a74-45bd-a04a-64f94c7d37c9" providerId="ADAL" clId="{E7987F6F-D4EF-420F-86A8-4A23E89472B3}" dt="2025-07-10T17:39:47.113" v="448"/>
          <ac:inkMkLst>
            <pc:docMk/>
            <pc:sldMk cId="1875087664" sldId="307"/>
            <ac:inkMk id="6" creationId="{D3E96485-9735-B5F0-2691-00C73255EEC3}"/>
          </ac:inkMkLst>
        </pc:inkChg>
        <pc:inkChg chg="add mod">
          <ac:chgData name="Christopher Aloo" userId="81d139e4-1a74-45bd-a04a-64f94c7d37c9" providerId="ADAL" clId="{E7987F6F-D4EF-420F-86A8-4A23E89472B3}" dt="2025-07-10T17:39:47.113" v="448"/>
          <ac:inkMkLst>
            <pc:docMk/>
            <pc:sldMk cId="1875087664" sldId="307"/>
            <ac:inkMk id="7" creationId="{CF963014-27FD-D4E3-A5C1-BB23AD3592CA}"/>
          </ac:inkMkLst>
        </pc:inkChg>
        <pc:inkChg chg="add mod">
          <ac:chgData name="Christopher Aloo" userId="81d139e4-1a74-45bd-a04a-64f94c7d37c9" providerId="ADAL" clId="{E7987F6F-D4EF-420F-86A8-4A23E89472B3}" dt="2025-07-10T17:39:47.113" v="448"/>
          <ac:inkMkLst>
            <pc:docMk/>
            <pc:sldMk cId="1875087664" sldId="307"/>
            <ac:inkMk id="8" creationId="{956D9FB5-0A69-382B-379F-C76609F68765}"/>
          </ac:inkMkLst>
        </pc:inkChg>
        <pc:inkChg chg="add mod">
          <ac:chgData name="Christopher Aloo" userId="81d139e4-1a74-45bd-a04a-64f94c7d37c9" providerId="ADAL" clId="{E7987F6F-D4EF-420F-86A8-4A23E89472B3}" dt="2025-07-10T17:39:47.113" v="448"/>
          <ac:inkMkLst>
            <pc:docMk/>
            <pc:sldMk cId="1875087664" sldId="307"/>
            <ac:inkMk id="9" creationId="{4A9317FC-AF4D-1C09-A927-18327BADEB72}"/>
          </ac:inkMkLst>
        </pc:inkChg>
        <pc:inkChg chg="add mod">
          <ac:chgData name="Christopher Aloo" userId="81d139e4-1a74-45bd-a04a-64f94c7d37c9" providerId="ADAL" clId="{E7987F6F-D4EF-420F-86A8-4A23E89472B3}" dt="2025-07-10T17:39:47.113" v="448"/>
          <ac:inkMkLst>
            <pc:docMk/>
            <pc:sldMk cId="1875087664" sldId="307"/>
            <ac:inkMk id="12" creationId="{E5807B39-F997-A344-4B59-20F4D0A3F85D}"/>
          </ac:inkMkLst>
        </pc:inkChg>
        <pc:inkChg chg="add mod">
          <ac:chgData name="Christopher Aloo" userId="81d139e4-1a74-45bd-a04a-64f94c7d37c9" providerId="ADAL" clId="{E7987F6F-D4EF-420F-86A8-4A23E89472B3}" dt="2025-07-10T17:39:54.813" v="452"/>
          <ac:inkMkLst>
            <pc:docMk/>
            <pc:sldMk cId="1875087664" sldId="307"/>
            <ac:inkMk id="14" creationId="{6DEA6B75-65F1-C509-4D7C-3A81B8142F18}"/>
          </ac:inkMkLst>
        </pc:inkChg>
        <pc:inkChg chg="add mod">
          <ac:chgData name="Christopher Aloo" userId="81d139e4-1a74-45bd-a04a-64f94c7d37c9" providerId="ADAL" clId="{E7987F6F-D4EF-420F-86A8-4A23E89472B3}" dt="2025-07-10T17:39:54.813" v="452"/>
          <ac:inkMkLst>
            <pc:docMk/>
            <pc:sldMk cId="1875087664" sldId="307"/>
            <ac:inkMk id="15" creationId="{818ED726-50FF-CCF4-8408-B8042E344D5C}"/>
          </ac:inkMkLst>
        </pc:inkChg>
        <pc:inkChg chg="add mod">
          <ac:chgData name="Christopher Aloo" userId="81d139e4-1a74-45bd-a04a-64f94c7d37c9" providerId="ADAL" clId="{E7987F6F-D4EF-420F-86A8-4A23E89472B3}" dt="2025-07-10T17:39:54.813" v="452"/>
          <ac:inkMkLst>
            <pc:docMk/>
            <pc:sldMk cId="1875087664" sldId="307"/>
            <ac:inkMk id="16" creationId="{2655044A-70D4-9A90-D99C-E943B272EEDC}"/>
          </ac:inkMkLst>
        </pc:inkChg>
        <pc:inkChg chg="add mod">
          <ac:chgData name="Christopher Aloo" userId="81d139e4-1a74-45bd-a04a-64f94c7d37c9" providerId="ADAL" clId="{E7987F6F-D4EF-420F-86A8-4A23E89472B3}" dt="2025-07-10T17:40:00.457" v="456"/>
          <ac:inkMkLst>
            <pc:docMk/>
            <pc:sldMk cId="1875087664" sldId="307"/>
            <ac:inkMk id="18" creationId="{61E9F5E7-87DB-D87A-C110-79242AA72300}"/>
          </ac:inkMkLst>
        </pc:inkChg>
        <pc:inkChg chg="add mod">
          <ac:chgData name="Christopher Aloo" userId="81d139e4-1a74-45bd-a04a-64f94c7d37c9" providerId="ADAL" clId="{E7987F6F-D4EF-420F-86A8-4A23E89472B3}" dt="2025-07-10T17:40:00.457" v="456"/>
          <ac:inkMkLst>
            <pc:docMk/>
            <pc:sldMk cId="1875087664" sldId="307"/>
            <ac:inkMk id="19" creationId="{9A287411-A3A3-63AA-C653-8BF3A575DEB3}"/>
          </ac:inkMkLst>
        </pc:inkChg>
        <pc:inkChg chg="add mod">
          <ac:chgData name="Christopher Aloo" userId="81d139e4-1a74-45bd-a04a-64f94c7d37c9" providerId="ADAL" clId="{E7987F6F-D4EF-420F-86A8-4A23E89472B3}" dt="2025-07-10T17:40:00.457" v="456"/>
          <ac:inkMkLst>
            <pc:docMk/>
            <pc:sldMk cId="1875087664" sldId="307"/>
            <ac:inkMk id="20" creationId="{016C850F-D252-E5F9-0DB8-4F9F962DA5F4}"/>
          </ac:inkMkLst>
        </pc:inkChg>
        <pc:inkChg chg="add mod">
          <ac:chgData name="Christopher Aloo" userId="81d139e4-1a74-45bd-a04a-64f94c7d37c9" providerId="ADAL" clId="{E7987F6F-D4EF-420F-86A8-4A23E89472B3}" dt="2025-07-10T17:40:09.612" v="470"/>
          <ac:inkMkLst>
            <pc:docMk/>
            <pc:sldMk cId="1875087664" sldId="307"/>
            <ac:inkMk id="22" creationId="{554CD68B-0B10-EC73-845B-7ED80257B59F}"/>
          </ac:inkMkLst>
        </pc:inkChg>
        <pc:inkChg chg="add mod">
          <ac:chgData name="Christopher Aloo" userId="81d139e4-1a74-45bd-a04a-64f94c7d37c9" providerId="ADAL" clId="{E7987F6F-D4EF-420F-86A8-4A23E89472B3}" dt="2025-07-10T17:40:02.998" v="459"/>
          <ac:inkMkLst>
            <pc:docMk/>
            <pc:sldMk cId="1875087664" sldId="307"/>
            <ac:inkMk id="23" creationId="{63558A58-6B26-B88C-F961-801CAD042570}"/>
          </ac:inkMkLst>
        </pc:inkChg>
        <pc:inkChg chg="add mod">
          <ac:chgData name="Christopher Aloo" userId="81d139e4-1a74-45bd-a04a-64f94c7d37c9" providerId="ADAL" clId="{E7987F6F-D4EF-420F-86A8-4A23E89472B3}" dt="2025-07-10T17:40:09.612" v="470"/>
          <ac:inkMkLst>
            <pc:docMk/>
            <pc:sldMk cId="1875087664" sldId="307"/>
            <ac:inkMk id="25" creationId="{3D6CAC0F-04E5-179D-851C-0579DFC5E3CB}"/>
          </ac:inkMkLst>
        </pc:inkChg>
        <pc:inkChg chg="add mod">
          <ac:chgData name="Christopher Aloo" userId="81d139e4-1a74-45bd-a04a-64f94c7d37c9" providerId="ADAL" clId="{E7987F6F-D4EF-420F-86A8-4A23E89472B3}" dt="2025-07-10T17:40:09.612" v="470"/>
          <ac:inkMkLst>
            <pc:docMk/>
            <pc:sldMk cId="1875087664" sldId="307"/>
            <ac:inkMk id="26" creationId="{2DC55B27-6E34-5D50-7E68-3FE0AE4755E6}"/>
          </ac:inkMkLst>
        </pc:inkChg>
        <pc:inkChg chg="add">
          <ac:chgData name="Christopher Aloo" userId="81d139e4-1a74-45bd-a04a-64f94c7d37c9" providerId="ADAL" clId="{E7987F6F-D4EF-420F-86A8-4A23E89472B3}" dt="2025-07-10T17:40:05.057" v="462" actId="9405"/>
          <ac:inkMkLst>
            <pc:docMk/>
            <pc:sldMk cId="1875087664" sldId="307"/>
            <ac:inkMk id="27" creationId="{C70027E4-43B7-215B-F85B-51551DAE37A5}"/>
          </ac:inkMkLst>
        </pc:inkChg>
        <pc:inkChg chg="add">
          <ac:chgData name="Christopher Aloo" userId="81d139e4-1a74-45bd-a04a-64f94c7d37c9" providerId="ADAL" clId="{E7987F6F-D4EF-420F-86A8-4A23E89472B3}" dt="2025-07-10T17:40:05.427" v="463" actId="9405"/>
          <ac:inkMkLst>
            <pc:docMk/>
            <pc:sldMk cId="1875087664" sldId="307"/>
            <ac:inkMk id="28" creationId="{84B2F33A-E01E-3BD3-4BF8-2F5CB2A6C4C3}"/>
          </ac:inkMkLst>
        </pc:inkChg>
        <pc:inkChg chg="add mod">
          <ac:chgData name="Christopher Aloo" userId="81d139e4-1a74-45bd-a04a-64f94c7d37c9" providerId="ADAL" clId="{E7987F6F-D4EF-420F-86A8-4A23E89472B3}" dt="2025-07-10T17:40:09.612" v="470"/>
          <ac:inkMkLst>
            <pc:docMk/>
            <pc:sldMk cId="1875087664" sldId="307"/>
            <ac:inkMk id="29" creationId="{04BBC2D7-5233-0993-AA89-FDF9C5DDBB30}"/>
          </ac:inkMkLst>
        </pc:inkChg>
        <pc:inkChg chg="add mod">
          <ac:chgData name="Christopher Aloo" userId="81d139e4-1a74-45bd-a04a-64f94c7d37c9" providerId="ADAL" clId="{E7987F6F-D4EF-420F-86A8-4A23E89472B3}" dt="2025-07-10T17:40:09.612" v="470"/>
          <ac:inkMkLst>
            <pc:docMk/>
            <pc:sldMk cId="1875087664" sldId="307"/>
            <ac:inkMk id="30" creationId="{D80C501F-1B75-2715-39CF-8DFBBDCB815D}"/>
          </ac:inkMkLst>
        </pc:inkChg>
        <pc:inkChg chg="add mod">
          <ac:chgData name="Christopher Aloo" userId="81d139e4-1a74-45bd-a04a-64f94c7d37c9" providerId="ADAL" clId="{E7987F6F-D4EF-420F-86A8-4A23E89472B3}" dt="2025-07-10T17:40:09.612" v="470"/>
          <ac:inkMkLst>
            <pc:docMk/>
            <pc:sldMk cId="1875087664" sldId="307"/>
            <ac:inkMk id="31" creationId="{9879AFB3-D78B-8319-8312-5AB3A92B1F97}"/>
          </ac:inkMkLst>
        </pc:inkChg>
        <pc:inkChg chg="add mod">
          <ac:chgData name="Christopher Aloo" userId="81d139e4-1a74-45bd-a04a-64f94c7d37c9" providerId="ADAL" clId="{E7987F6F-D4EF-420F-86A8-4A23E89472B3}" dt="2025-07-10T17:40:09.612" v="470"/>
          <ac:inkMkLst>
            <pc:docMk/>
            <pc:sldMk cId="1875087664" sldId="307"/>
            <ac:inkMk id="32" creationId="{567AE67A-94EC-AF83-DC60-0AA18D248B4A}"/>
          </ac:inkMkLst>
        </pc:inkChg>
        <pc:inkChg chg="add">
          <ac:chgData name="Christopher Aloo" userId="81d139e4-1a74-45bd-a04a-64f94c7d37c9" providerId="ADAL" clId="{E7987F6F-D4EF-420F-86A8-4A23E89472B3}" dt="2025-07-10T17:40:08.241" v="468" actId="9405"/>
          <ac:inkMkLst>
            <pc:docMk/>
            <pc:sldMk cId="1875087664" sldId="307"/>
            <ac:inkMk id="33" creationId="{D178FB56-8D27-9BEB-A304-C41F2ADE7299}"/>
          </ac:inkMkLst>
        </pc:inkChg>
        <pc:inkChg chg="add mod">
          <ac:chgData name="Christopher Aloo" userId="81d139e4-1a74-45bd-a04a-64f94c7d37c9" providerId="ADAL" clId="{E7987F6F-D4EF-420F-86A8-4A23E89472B3}" dt="2025-07-10T17:40:09.612" v="470"/>
          <ac:inkMkLst>
            <pc:docMk/>
            <pc:sldMk cId="1875087664" sldId="307"/>
            <ac:inkMk id="34" creationId="{4081F141-046D-2B4B-2910-2545033BA861}"/>
          </ac:inkMkLst>
        </pc:inkChg>
        <pc:inkChg chg="add mod">
          <ac:chgData name="Christopher Aloo" userId="81d139e4-1a74-45bd-a04a-64f94c7d37c9" providerId="ADAL" clId="{E7987F6F-D4EF-420F-86A8-4A23E89472B3}" dt="2025-07-10T17:40:22.813" v="474"/>
          <ac:inkMkLst>
            <pc:docMk/>
            <pc:sldMk cId="1875087664" sldId="307"/>
            <ac:inkMk id="36" creationId="{AC01D35F-A7AD-4B20-1C45-163934DD0FDF}"/>
          </ac:inkMkLst>
        </pc:inkChg>
        <pc:inkChg chg="add mod">
          <ac:chgData name="Christopher Aloo" userId="81d139e4-1a74-45bd-a04a-64f94c7d37c9" providerId="ADAL" clId="{E7987F6F-D4EF-420F-86A8-4A23E89472B3}" dt="2025-07-10T17:40:22.813" v="474"/>
          <ac:inkMkLst>
            <pc:docMk/>
            <pc:sldMk cId="1875087664" sldId="307"/>
            <ac:inkMk id="37" creationId="{38B9CE40-C863-7CCC-F6AD-CBE6BCFE0A5E}"/>
          </ac:inkMkLst>
        </pc:inkChg>
        <pc:inkChg chg="add">
          <ac:chgData name="Christopher Aloo" userId="81d139e4-1a74-45bd-a04a-64f94c7d37c9" providerId="ADAL" clId="{E7987F6F-D4EF-420F-86A8-4A23E89472B3}" dt="2025-07-10T17:40:22.243" v="473" actId="9405"/>
          <ac:inkMkLst>
            <pc:docMk/>
            <pc:sldMk cId="1875087664" sldId="307"/>
            <ac:inkMk id="38" creationId="{7479F334-AC6C-77E1-AFC9-0ED1BBAC604C}"/>
          </ac:inkMkLst>
        </pc:inkChg>
        <pc:inkChg chg="add mod">
          <ac:chgData name="Christopher Aloo" userId="81d139e4-1a74-45bd-a04a-64f94c7d37c9" providerId="ADAL" clId="{E7987F6F-D4EF-420F-86A8-4A23E89472B3}" dt="2025-07-10T17:40:40.196" v="484"/>
          <ac:inkMkLst>
            <pc:docMk/>
            <pc:sldMk cId="1875087664" sldId="307"/>
            <ac:inkMk id="40" creationId="{25956625-1B9B-65C5-8934-A93F4846AF9F}"/>
          </ac:inkMkLst>
        </pc:inkChg>
        <pc:inkChg chg="add mod">
          <ac:chgData name="Christopher Aloo" userId="81d139e4-1a74-45bd-a04a-64f94c7d37c9" providerId="ADAL" clId="{E7987F6F-D4EF-420F-86A8-4A23E89472B3}" dt="2025-07-10T17:40:40.196" v="484"/>
          <ac:inkMkLst>
            <pc:docMk/>
            <pc:sldMk cId="1875087664" sldId="307"/>
            <ac:inkMk id="41" creationId="{B0D24DE9-9B16-B96B-0570-374C5CFE53FF}"/>
          </ac:inkMkLst>
        </pc:inkChg>
        <pc:inkChg chg="add mod">
          <ac:chgData name="Christopher Aloo" userId="81d139e4-1a74-45bd-a04a-64f94c7d37c9" providerId="ADAL" clId="{E7987F6F-D4EF-420F-86A8-4A23E89472B3}" dt="2025-07-10T17:40:40.196" v="484"/>
          <ac:inkMkLst>
            <pc:docMk/>
            <pc:sldMk cId="1875087664" sldId="307"/>
            <ac:inkMk id="43" creationId="{E5134AC7-4687-0536-E018-81778612A1F8}"/>
          </ac:inkMkLst>
        </pc:inkChg>
        <pc:inkChg chg="add mod">
          <ac:chgData name="Christopher Aloo" userId="81d139e4-1a74-45bd-a04a-64f94c7d37c9" providerId="ADAL" clId="{E7987F6F-D4EF-420F-86A8-4A23E89472B3}" dt="2025-07-10T17:40:40.196" v="484"/>
          <ac:inkMkLst>
            <pc:docMk/>
            <pc:sldMk cId="1875087664" sldId="307"/>
            <ac:inkMk id="44" creationId="{753B5808-49B8-B0B0-30F0-6B9FEA2D05DF}"/>
          </ac:inkMkLst>
        </pc:inkChg>
        <pc:inkChg chg="add">
          <ac:chgData name="Christopher Aloo" userId="81d139e4-1a74-45bd-a04a-64f94c7d37c9" providerId="ADAL" clId="{E7987F6F-D4EF-420F-86A8-4A23E89472B3}" dt="2025-07-10T17:40:38.126" v="480" actId="9405"/>
          <ac:inkMkLst>
            <pc:docMk/>
            <pc:sldMk cId="1875087664" sldId="307"/>
            <ac:inkMk id="45" creationId="{738A9532-EB40-60DF-F1A6-85213610D481}"/>
          </ac:inkMkLst>
        </pc:inkChg>
        <pc:inkChg chg="add mod">
          <ac:chgData name="Christopher Aloo" userId="81d139e4-1a74-45bd-a04a-64f94c7d37c9" providerId="ADAL" clId="{E7987F6F-D4EF-420F-86A8-4A23E89472B3}" dt="2025-07-10T17:40:40.196" v="484"/>
          <ac:inkMkLst>
            <pc:docMk/>
            <pc:sldMk cId="1875087664" sldId="307"/>
            <ac:inkMk id="46" creationId="{8AB29D70-786B-8A7A-601B-58D52F202E38}"/>
          </ac:inkMkLst>
        </pc:inkChg>
        <pc:inkChg chg="add mod">
          <ac:chgData name="Christopher Aloo" userId="81d139e4-1a74-45bd-a04a-64f94c7d37c9" providerId="ADAL" clId="{E7987F6F-D4EF-420F-86A8-4A23E89472B3}" dt="2025-07-10T17:40:40.196" v="484"/>
          <ac:inkMkLst>
            <pc:docMk/>
            <pc:sldMk cId="1875087664" sldId="307"/>
            <ac:inkMk id="47" creationId="{CE2DC9BE-7659-5528-CBB7-04848F0610E7}"/>
          </ac:inkMkLst>
        </pc:inkChg>
        <pc:inkChg chg="add mod">
          <ac:chgData name="Christopher Aloo" userId="81d139e4-1a74-45bd-a04a-64f94c7d37c9" providerId="ADAL" clId="{E7987F6F-D4EF-420F-86A8-4A23E89472B3}" dt="2025-07-10T17:42:13.569" v="547"/>
          <ac:inkMkLst>
            <pc:docMk/>
            <pc:sldMk cId="1875087664" sldId="307"/>
            <ac:inkMk id="48" creationId="{51F2C246-8451-D1CC-FDE2-3A019A918DDA}"/>
          </ac:inkMkLst>
        </pc:inkChg>
        <pc:inkChg chg="add mod">
          <ac:chgData name="Christopher Aloo" userId="81d139e4-1a74-45bd-a04a-64f94c7d37c9" providerId="ADAL" clId="{E7987F6F-D4EF-420F-86A8-4A23E89472B3}" dt="2025-07-10T17:42:13.569" v="547"/>
          <ac:inkMkLst>
            <pc:docMk/>
            <pc:sldMk cId="1875087664" sldId="307"/>
            <ac:inkMk id="51" creationId="{078BFE67-24F3-4585-28E4-2F5AFF988FB3}"/>
          </ac:inkMkLst>
        </pc:inkChg>
        <pc:inkChg chg="add mod">
          <ac:chgData name="Christopher Aloo" userId="81d139e4-1a74-45bd-a04a-64f94c7d37c9" providerId="ADAL" clId="{E7987F6F-D4EF-420F-86A8-4A23E89472B3}" dt="2025-07-10T17:40:47.934" v="496"/>
          <ac:inkMkLst>
            <pc:docMk/>
            <pc:sldMk cId="1875087664" sldId="307"/>
            <ac:inkMk id="52" creationId="{356DEA37-4FBB-1A7B-A694-57ACEE3897B4}"/>
          </ac:inkMkLst>
        </pc:inkChg>
        <pc:inkChg chg="add mod">
          <ac:chgData name="Christopher Aloo" userId="81d139e4-1a74-45bd-a04a-64f94c7d37c9" providerId="ADAL" clId="{E7987F6F-D4EF-420F-86A8-4A23E89472B3}" dt="2025-07-10T17:40:54.719" v="505"/>
          <ac:inkMkLst>
            <pc:docMk/>
            <pc:sldMk cId="1875087664" sldId="307"/>
            <ac:inkMk id="53" creationId="{45465E55-1BFF-0849-1603-333773B0385B}"/>
          </ac:inkMkLst>
        </pc:inkChg>
        <pc:inkChg chg="add">
          <ac:chgData name="Christopher Aloo" userId="81d139e4-1a74-45bd-a04a-64f94c7d37c9" providerId="ADAL" clId="{E7987F6F-D4EF-420F-86A8-4A23E89472B3}" dt="2025-07-10T17:40:44.109" v="488" actId="9405"/>
          <ac:inkMkLst>
            <pc:docMk/>
            <pc:sldMk cId="1875087664" sldId="307"/>
            <ac:inkMk id="54" creationId="{A6B8A7A0-A4DC-A492-E773-B784CC271DB2}"/>
          </ac:inkMkLst>
        </pc:inkChg>
        <pc:inkChg chg="add mod">
          <ac:chgData name="Christopher Aloo" userId="81d139e4-1a74-45bd-a04a-64f94c7d37c9" providerId="ADAL" clId="{E7987F6F-D4EF-420F-86A8-4A23E89472B3}" dt="2025-07-10T17:42:13.569" v="547"/>
          <ac:inkMkLst>
            <pc:docMk/>
            <pc:sldMk cId="1875087664" sldId="307"/>
            <ac:inkMk id="55" creationId="{878D8D66-0FDC-D556-CE16-795D3B163405}"/>
          </ac:inkMkLst>
        </pc:inkChg>
        <pc:inkChg chg="add mod">
          <ac:chgData name="Christopher Aloo" userId="81d139e4-1a74-45bd-a04a-64f94c7d37c9" providerId="ADAL" clId="{E7987F6F-D4EF-420F-86A8-4A23E89472B3}" dt="2025-07-10T17:42:13.569" v="547"/>
          <ac:inkMkLst>
            <pc:docMk/>
            <pc:sldMk cId="1875087664" sldId="307"/>
            <ac:inkMk id="56" creationId="{6958EEDF-C3D3-4E70-DCFE-EC04A9A52EC5}"/>
          </ac:inkMkLst>
        </pc:inkChg>
        <pc:inkChg chg="add mod">
          <ac:chgData name="Christopher Aloo" userId="81d139e4-1a74-45bd-a04a-64f94c7d37c9" providerId="ADAL" clId="{E7987F6F-D4EF-420F-86A8-4A23E89472B3}" dt="2025-07-10T17:42:13.569" v="547"/>
          <ac:inkMkLst>
            <pc:docMk/>
            <pc:sldMk cId="1875087664" sldId="307"/>
            <ac:inkMk id="57" creationId="{878C7A75-EB9F-FD78-4C41-EC7280C35606}"/>
          </ac:inkMkLst>
        </pc:inkChg>
        <pc:inkChg chg="add mod">
          <ac:chgData name="Christopher Aloo" userId="81d139e4-1a74-45bd-a04a-64f94c7d37c9" providerId="ADAL" clId="{E7987F6F-D4EF-420F-86A8-4A23E89472B3}" dt="2025-07-10T17:42:13.569" v="547"/>
          <ac:inkMkLst>
            <pc:docMk/>
            <pc:sldMk cId="1875087664" sldId="307"/>
            <ac:inkMk id="58" creationId="{0C475EEE-228D-6084-870A-ED1471554547}"/>
          </ac:inkMkLst>
        </pc:inkChg>
        <pc:inkChg chg="add">
          <ac:chgData name="Christopher Aloo" userId="81d139e4-1a74-45bd-a04a-64f94c7d37c9" providerId="ADAL" clId="{E7987F6F-D4EF-420F-86A8-4A23E89472B3}" dt="2025-07-10T17:40:46.163" v="493" actId="9405"/>
          <ac:inkMkLst>
            <pc:docMk/>
            <pc:sldMk cId="1875087664" sldId="307"/>
            <ac:inkMk id="59" creationId="{745A5DAF-649B-939C-A152-32F04BB265EB}"/>
          </ac:inkMkLst>
        </pc:inkChg>
        <pc:inkChg chg="add">
          <ac:chgData name="Christopher Aloo" userId="81d139e4-1a74-45bd-a04a-64f94c7d37c9" providerId="ADAL" clId="{E7987F6F-D4EF-420F-86A8-4A23E89472B3}" dt="2025-07-10T17:40:46.705" v="494" actId="9405"/>
          <ac:inkMkLst>
            <pc:docMk/>
            <pc:sldMk cId="1875087664" sldId="307"/>
            <ac:inkMk id="60" creationId="{190F43CF-E40D-4444-0FAA-D4BF1FA05F4C}"/>
          </ac:inkMkLst>
        </pc:inkChg>
        <pc:inkChg chg="add">
          <ac:chgData name="Christopher Aloo" userId="81d139e4-1a74-45bd-a04a-64f94c7d37c9" providerId="ADAL" clId="{E7987F6F-D4EF-420F-86A8-4A23E89472B3}" dt="2025-07-10T17:40:47.043" v="495" actId="9405"/>
          <ac:inkMkLst>
            <pc:docMk/>
            <pc:sldMk cId="1875087664" sldId="307"/>
            <ac:inkMk id="61" creationId="{650E4915-AF7B-061F-8536-7A654B6C1AF0}"/>
          </ac:inkMkLst>
        </pc:inkChg>
        <pc:inkChg chg="add">
          <ac:chgData name="Christopher Aloo" userId="81d139e4-1a74-45bd-a04a-64f94c7d37c9" providerId="ADAL" clId="{E7987F6F-D4EF-420F-86A8-4A23E89472B3}" dt="2025-07-10T17:40:48.123" v="497" actId="9405"/>
          <ac:inkMkLst>
            <pc:docMk/>
            <pc:sldMk cId="1875087664" sldId="307"/>
            <ac:inkMk id="63" creationId="{89DF4F90-749C-B8C5-4700-4A770FDAF0B5}"/>
          </ac:inkMkLst>
        </pc:inkChg>
        <pc:inkChg chg="add mod">
          <ac:chgData name="Christopher Aloo" userId="81d139e4-1a74-45bd-a04a-64f94c7d37c9" providerId="ADAL" clId="{E7987F6F-D4EF-420F-86A8-4A23E89472B3}" dt="2025-07-10T17:42:13.569" v="547"/>
          <ac:inkMkLst>
            <pc:docMk/>
            <pc:sldMk cId="1875087664" sldId="307"/>
            <ac:inkMk id="64" creationId="{B85BADD8-81F1-BF2D-4CAB-B483426546F4}"/>
          </ac:inkMkLst>
        </pc:inkChg>
        <pc:inkChg chg="add">
          <ac:chgData name="Christopher Aloo" userId="81d139e4-1a74-45bd-a04a-64f94c7d37c9" providerId="ADAL" clId="{E7987F6F-D4EF-420F-86A8-4A23E89472B3}" dt="2025-07-10T17:40:48.488" v="499" actId="9405"/>
          <ac:inkMkLst>
            <pc:docMk/>
            <pc:sldMk cId="1875087664" sldId="307"/>
            <ac:inkMk id="65" creationId="{3E45808E-FD50-68A9-CC3E-37767575E71D}"/>
          </ac:inkMkLst>
        </pc:inkChg>
        <pc:inkChg chg="add">
          <ac:chgData name="Christopher Aloo" userId="81d139e4-1a74-45bd-a04a-64f94c7d37c9" providerId="ADAL" clId="{E7987F6F-D4EF-420F-86A8-4A23E89472B3}" dt="2025-07-10T17:40:48.716" v="500" actId="9405"/>
          <ac:inkMkLst>
            <pc:docMk/>
            <pc:sldMk cId="1875087664" sldId="307"/>
            <ac:inkMk id="66" creationId="{30D8868C-C189-8373-B3F0-862F8618A295}"/>
          </ac:inkMkLst>
        </pc:inkChg>
        <pc:inkChg chg="add">
          <ac:chgData name="Christopher Aloo" userId="81d139e4-1a74-45bd-a04a-64f94c7d37c9" providerId="ADAL" clId="{E7987F6F-D4EF-420F-86A8-4A23E89472B3}" dt="2025-07-10T17:40:52.293" v="502" actId="9405"/>
          <ac:inkMkLst>
            <pc:docMk/>
            <pc:sldMk cId="1875087664" sldId="307"/>
            <ac:inkMk id="68" creationId="{ADB003BB-DC8B-A2AA-FEFF-38E571D95F1E}"/>
          </ac:inkMkLst>
        </pc:inkChg>
        <pc:inkChg chg="add">
          <ac:chgData name="Christopher Aloo" userId="81d139e4-1a74-45bd-a04a-64f94c7d37c9" providerId="ADAL" clId="{E7987F6F-D4EF-420F-86A8-4A23E89472B3}" dt="2025-07-10T17:40:53.743" v="504" actId="9405"/>
          <ac:inkMkLst>
            <pc:docMk/>
            <pc:sldMk cId="1875087664" sldId="307"/>
            <ac:inkMk id="70" creationId="{E5002A7A-3C14-11B5-CAD8-D46D552043C7}"/>
          </ac:inkMkLst>
        </pc:inkChg>
        <pc:inkChg chg="add">
          <ac:chgData name="Christopher Aloo" userId="81d139e4-1a74-45bd-a04a-64f94c7d37c9" providerId="ADAL" clId="{E7987F6F-D4EF-420F-86A8-4A23E89472B3}" dt="2025-07-10T17:40:55.149" v="506" actId="9405"/>
          <ac:inkMkLst>
            <pc:docMk/>
            <pc:sldMk cId="1875087664" sldId="307"/>
            <ac:inkMk id="72" creationId="{08F0F7B1-DB7F-CF45-C3F0-C567AB337FF4}"/>
          </ac:inkMkLst>
        </pc:inkChg>
        <pc:inkChg chg="add mod">
          <ac:chgData name="Christopher Aloo" userId="81d139e4-1a74-45bd-a04a-64f94c7d37c9" providerId="ADAL" clId="{E7987F6F-D4EF-420F-86A8-4A23E89472B3}" dt="2025-07-10T17:42:13.569" v="547"/>
          <ac:inkMkLst>
            <pc:docMk/>
            <pc:sldMk cId="1875087664" sldId="307"/>
            <ac:inkMk id="73" creationId="{9B6B66A4-00E7-E681-5EBD-1F1C69377628}"/>
          </ac:inkMkLst>
        </pc:inkChg>
        <pc:inkChg chg="add">
          <ac:chgData name="Christopher Aloo" userId="81d139e4-1a74-45bd-a04a-64f94c7d37c9" providerId="ADAL" clId="{E7987F6F-D4EF-420F-86A8-4A23E89472B3}" dt="2025-07-10T17:40:57.847" v="509" actId="9405"/>
          <ac:inkMkLst>
            <pc:docMk/>
            <pc:sldMk cId="1875087664" sldId="307"/>
            <ac:inkMk id="75" creationId="{FBEABA44-672D-2E81-663B-BBBC73D4754A}"/>
          </ac:inkMkLst>
        </pc:inkChg>
        <pc:inkChg chg="add">
          <ac:chgData name="Christopher Aloo" userId="81d139e4-1a74-45bd-a04a-64f94c7d37c9" providerId="ADAL" clId="{E7987F6F-D4EF-420F-86A8-4A23E89472B3}" dt="2025-07-10T17:41:13.155" v="511" actId="9405"/>
          <ac:inkMkLst>
            <pc:docMk/>
            <pc:sldMk cId="1875087664" sldId="307"/>
            <ac:inkMk id="77" creationId="{BFE55883-0C8D-6C89-5BBA-91928EABA1B9}"/>
          </ac:inkMkLst>
        </pc:inkChg>
        <pc:inkChg chg="add">
          <ac:chgData name="Christopher Aloo" userId="81d139e4-1a74-45bd-a04a-64f94c7d37c9" providerId="ADAL" clId="{E7987F6F-D4EF-420F-86A8-4A23E89472B3}" dt="2025-07-10T17:41:21.613" v="512" actId="9405"/>
          <ac:inkMkLst>
            <pc:docMk/>
            <pc:sldMk cId="1875087664" sldId="307"/>
            <ac:inkMk id="78" creationId="{CB5E0F71-24CA-982B-8D76-351D240C956E}"/>
          </ac:inkMkLst>
        </pc:inkChg>
        <pc:inkChg chg="add mod">
          <ac:chgData name="Christopher Aloo" userId="81d139e4-1a74-45bd-a04a-64f94c7d37c9" providerId="ADAL" clId="{E7987F6F-D4EF-420F-86A8-4A23E89472B3}" dt="2025-07-10T17:42:24.063" v="559"/>
          <ac:inkMkLst>
            <pc:docMk/>
            <pc:sldMk cId="1875087664" sldId="307"/>
            <ac:inkMk id="79" creationId="{8145E20B-9571-81E1-F0B0-F2EEAFD9AE38}"/>
          </ac:inkMkLst>
        </pc:inkChg>
        <pc:inkChg chg="add mod">
          <ac:chgData name="Christopher Aloo" userId="81d139e4-1a74-45bd-a04a-64f94c7d37c9" providerId="ADAL" clId="{E7987F6F-D4EF-420F-86A8-4A23E89472B3}" dt="2025-07-10T17:42:24.063" v="559"/>
          <ac:inkMkLst>
            <pc:docMk/>
            <pc:sldMk cId="1875087664" sldId="307"/>
            <ac:inkMk id="80" creationId="{B62E8E1C-0DEB-243B-DE0A-AB5EB584E587}"/>
          </ac:inkMkLst>
        </pc:inkChg>
        <pc:inkChg chg="add mod">
          <ac:chgData name="Christopher Aloo" userId="81d139e4-1a74-45bd-a04a-64f94c7d37c9" providerId="ADAL" clId="{E7987F6F-D4EF-420F-86A8-4A23E89472B3}" dt="2025-07-10T17:41:24.644" v="518"/>
          <ac:inkMkLst>
            <pc:docMk/>
            <pc:sldMk cId="1875087664" sldId="307"/>
            <ac:inkMk id="81" creationId="{149CA474-756F-3D37-1FEC-426C2C817834}"/>
          </ac:inkMkLst>
        </pc:inkChg>
        <pc:inkChg chg="add mod">
          <ac:chgData name="Christopher Aloo" userId="81d139e4-1a74-45bd-a04a-64f94c7d37c9" providerId="ADAL" clId="{E7987F6F-D4EF-420F-86A8-4A23E89472B3}" dt="2025-07-10T17:42:24.063" v="559"/>
          <ac:inkMkLst>
            <pc:docMk/>
            <pc:sldMk cId="1875087664" sldId="307"/>
            <ac:inkMk id="82" creationId="{D5266C84-E3B6-7A67-419A-F8D53753A148}"/>
          </ac:inkMkLst>
        </pc:inkChg>
        <pc:inkChg chg="add mod">
          <ac:chgData name="Christopher Aloo" userId="81d139e4-1a74-45bd-a04a-64f94c7d37c9" providerId="ADAL" clId="{E7987F6F-D4EF-420F-86A8-4A23E89472B3}" dt="2025-07-10T17:42:24.063" v="559"/>
          <ac:inkMkLst>
            <pc:docMk/>
            <pc:sldMk cId="1875087664" sldId="307"/>
            <ac:inkMk id="83" creationId="{B9DB2984-77C8-5340-D4DC-5A692CAEB751}"/>
          </ac:inkMkLst>
        </pc:inkChg>
        <pc:inkChg chg="add">
          <ac:chgData name="Christopher Aloo" userId="81d139e4-1a74-45bd-a04a-64f94c7d37c9" providerId="ADAL" clId="{E7987F6F-D4EF-420F-86A8-4A23E89472B3}" dt="2025-07-10T17:41:27.701" v="519" actId="9405"/>
          <ac:inkMkLst>
            <pc:docMk/>
            <pc:sldMk cId="1875087664" sldId="307"/>
            <ac:inkMk id="85" creationId="{0F6F5D04-035A-EC12-66EC-E5B6EE3FFDE8}"/>
          </ac:inkMkLst>
        </pc:inkChg>
        <pc:inkChg chg="add mod">
          <ac:chgData name="Christopher Aloo" userId="81d139e4-1a74-45bd-a04a-64f94c7d37c9" providerId="ADAL" clId="{E7987F6F-D4EF-420F-86A8-4A23E89472B3}" dt="2025-07-10T17:42:57.453" v="597"/>
          <ac:inkMkLst>
            <pc:docMk/>
            <pc:sldMk cId="1875087664" sldId="307"/>
            <ac:inkMk id="86" creationId="{8517DBEB-5E9E-F446-FBD2-0E162F2646F4}"/>
          </ac:inkMkLst>
        </pc:inkChg>
        <pc:inkChg chg="add mod">
          <ac:chgData name="Christopher Aloo" userId="81d139e4-1a74-45bd-a04a-64f94c7d37c9" providerId="ADAL" clId="{E7987F6F-D4EF-420F-86A8-4A23E89472B3}" dt="2025-07-10T17:42:57.453" v="597"/>
          <ac:inkMkLst>
            <pc:docMk/>
            <pc:sldMk cId="1875087664" sldId="307"/>
            <ac:inkMk id="87" creationId="{AA55EC30-9D8D-A076-DC83-D9A71BA656F5}"/>
          </ac:inkMkLst>
        </pc:inkChg>
        <pc:inkChg chg="add mod">
          <ac:chgData name="Christopher Aloo" userId="81d139e4-1a74-45bd-a04a-64f94c7d37c9" providerId="ADAL" clId="{E7987F6F-D4EF-420F-86A8-4A23E89472B3}" dt="2025-07-10T17:42:39.647" v="571"/>
          <ac:inkMkLst>
            <pc:docMk/>
            <pc:sldMk cId="1875087664" sldId="307"/>
            <ac:inkMk id="89" creationId="{8A8B677E-8E79-C250-C162-7D8D38227BFF}"/>
          </ac:inkMkLst>
        </pc:inkChg>
        <pc:inkChg chg="add mod">
          <ac:chgData name="Christopher Aloo" userId="81d139e4-1a74-45bd-a04a-64f94c7d37c9" providerId="ADAL" clId="{E7987F6F-D4EF-420F-86A8-4A23E89472B3}" dt="2025-07-10T17:42:47.693" v="580"/>
          <ac:inkMkLst>
            <pc:docMk/>
            <pc:sldMk cId="1875087664" sldId="307"/>
            <ac:inkMk id="90" creationId="{AACAEB9D-E89B-C5C9-2973-941EE9A1AFD1}"/>
          </ac:inkMkLst>
        </pc:inkChg>
        <pc:inkChg chg="add mod">
          <ac:chgData name="Christopher Aloo" userId="81d139e4-1a74-45bd-a04a-64f94c7d37c9" providerId="ADAL" clId="{E7987F6F-D4EF-420F-86A8-4A23E89472B3}" dt="2025-07-10T17:42:57.453" v="597"/>
          <ac:inkMkLst>
            <pc:docMk/>
            <pc:sldMk cId="1875087664" sldId="307"/>
            <ac:inkMk id="91" creationId="{86AC2ADA-A187-6FA4-9674-61F5A606547F}"/>
          </ac:inkMkLst>
        </pc:inkChg>
        <pc:inkChg chg="add mod">
          <ac:chgData name="Christopher Aloo" userId="81d139e4-1a74-45bd-a04a-64f94c7d37c9" providerId="ADAL" clId="{E7987F6F-D4EF-420F-86A8-4A23E89472B3}" dt="2025-07-10T17:42:57.453" v="597"/>
          <ac:inkMkLst>
            <pc:docMk/>
            <pc:sldMk cId="1875087664" sldId="307"/>
            <ac:inkMk id="93" creationId="{DFADEB94-85D4-BC73-0EB8-F9B7CB95677A}"/>
          </ac:inkMkLst>
        </pc:inkChg>
        <pc:inkChg chg="add mod">
          <ac:chgData name="Christopher Aloo" userId="81d139e4-1a74-45bd-a04a-64f94c7d37c9" providerId="ADAL" clId="{E7987F6F-D4EF-420F-86A8-4A23E89472B3}" dt="2025-07-10T17:42:49.613" v="584"/>
          <ac:inkMkLst>
            <pc:docMk/>
            <pc:sldMk cId="1875087664" sldId="307"/>
            <ac:inkMk id="95" creationId="{FAA51EA6-D78B-E786-9501-FCE098CFCA98}"/>
          </ac:inkMkLst>
        </pc:inkChg>
        <pc:inkChg chg="add mod">
          <ac:chgData name="Christopher Aloo" userId="81d139e4-1a74-45bd-a04a-64f94c7d37c9" providerId="ADAL" clId="{E7987F6F-D4EF-420F-86A8-4A23E89472B3}" dt="2025-07-10T17:41:50.213" v="538"/>
          <ac:inkMkLst>
            <pc:docMk/>
            <pc:sldMk cId="1875087664" sldId="307"/>
            <ac:inkMk id="97" creationId="{1A90F054-391E-0E2F-0CF8-4BCFCE38DC16}"/>
          </ac:inkMkLst>
        </pc:inkChg>
        <pc:inkChg chg="add mod">
          <ac:chgData name="Christopher Aloo" userId="81d139e4-1a74-45bd-a04a-64f94c7d37c9" providerId="ADAL" clId="{E7987F6F-D4EF-420F-86A8-4A23E89472B3}" dt="2025-07-10T17:41:44.445" v="536"/>
          <ac:inkMkLst>
            <pc:docMk/>
            <pc:sldMk cId="1875087664" sldId="307"/>
            <ac:inkMk id="99" creationId="{09461154-0E11-1070-D159-57E3E3249A30}"/>
          </ac:inkMkLst>
        </pc:inkChg>
        <pc:inkChg chg="add mod">
          <ac:chgData name="Christopher Aloo" userId="81d139e4-1a74-45bd-a04a-64f94c7d37c9" providerId="ADAL" clId="{E7987F6F-D4EF-420F-86A8-4A23E89472B3}" dt="2025-07-10T17:41:44.445" v="536"/>
          <ac:inkMkLst>
            <pc:docMk/>
            <pc:sldMk cId="1875087664" sldId="307"/>
            <ac:inkMk id="100" creationId="{E8B9F615-74B3-EF83-5E4F-BE97A55C5F7D}"/>
          </ac:inkMkLst>
        </pc:inkChg>
        <pc:inkChg chg="add mod">
          <ac:chgData name="Christopher Aloo" userId="81d139e4-1a74-45bd-a04a-64f94c7d37c9" providerId="ADAL" clId="{E7987F6F-D4EF-420F-86A8-4A23E89472B3}" dt="2025-07-10T17:41:44.445" v="536"/>
          <ac:inkMkLst>
            <pc:docMk/>
            <pc:sldMk cId="1875087664" sldId="307"/>
            <ac:inkMk id="101" creationId="{FBDF539D-8115-3E19-5074-91630BBA17E6}"/>
          </ac:inkMkLst>
        </pc:inkChg>
        <pc:inkChg chg="add mod">
          <ac:chgData name="Christopher Aloo" userId="81d139e4-1a74-45bd-a04a-64f94c7d37c9" providerId="ADAL" clId="{E7987F6F-D4EF-420F-86A8-4A23E89472B3}" dt="2025-07-10T17:42:36.735" v="567"/>
          <ac:inkMkLst>
            <pc:docMk/>
            <pc:sldMk cId="1875087664" sldId="307"/>
            <ac:inkMk id="103" creationId="{FE00CA2B-FFC1-E189-969E-B99578F86DBE}"/>
          </ac:inkMkLst>
        </pc:inkChg>
        <pc:inkChg chg="add">
          <ac:chgData name="Christopher Aloo" userId="81d139e4-1a74-45bd-a04a-64f94c7d37c9" providerId="ADAL" clId="{E7987F6F-D4EF-420F-86A8-4A23E89472B3}" dt="2025-07-10T17:42:02.453" v="539" actId="9405"/>
          <ac:inkMkLst>
            <pc:docMk/>
            <pc:sldMk cId="1875087664" sldId="307"/>
            <ac:inkMk id="105" creationId="{5D89DBBC-B3CF-56C5-11C1-0949B4597A8E}"/>
          </ac:inkMkLst>
        </pc:inkChg>
        <pc:inkChg chg="add mod">
          <ac:chgData name="Christopher Aloo" userId="81d139e4-1a74-45bd-a04a-64f94c7d37c9" providerId="ADAL" clId="{E7987F6F-D4EF-420F-86A8-4A23E89472B3}" dt="2025-07-10T17:42:11.451" v="545"/>
          <ac:inkMkLst>
            <pc:docMk/>
            <pc:sldMk cId="1875087664" sldId="307"/>
            <ac:inkMk id="106" creationId="{C866F10E-F040-1B4A-4F4B-FDB21415803B}"/>
          </ac:inkMkLst>
        </pc:inkChg>
        <pc:inkChg chg="add mod">
          <ac:chgData name="Christopher Aloo" userId="81d139e4-1a74-45bd-a04a-64f94c7d37c9" providerId="ADAL" clId="{E7987F6F-D4EF-420F-86A8-4A23E89472B3}" dt="2025-07-10T17:42:11.451" v="545"/>
          <ac:inkMkLst>
            <pc:docMk/>
            <pc:sldMk cId="1875087664" sldId="307"/>
            <ac:inkMk id="107" creationId="{8BC8B85E-3FB0-5EC4-F91D-7BD9B33DD7C3}"/>
          </ac:inkMkLst>
        </pc:inkChg>
        <pc:inkChg chg="add mod">
          <ac:chgData name="Christopher Aloo" userId="81d139e4-1a74-45bd-a04a-64f94c7d37c9" providerId="ADAL" clId="{E7987F6F-D4EF-420F-86A8-4A23E89472B3}" dt="2025-07-10T17:42:11.451" v="545"/>
          <ac:inkMkLst>
            <pc:docMk/>
            <pc:sldMk cId="1875087664" sldId="307"/>
            <ac:inkMk id="108" creationId="{27565F72-F7CB-7BE9-C681-B8DE6C6EE73D}"/>
          </ac:inkMkLst>
        </pc:inkChg>
        <pc:inkChg chg="add mod">
          <ac:chgData name="Christopher Aloo" userId="81d139e4-1a74-45bd-a04a-64f94c7d37c9" providerId="ADAL" clId="{E7987F6F-D4EF-420F-86A8-4A23E89472B3}" dt="2025-07-10T17:42:11.451" v="545"/>
          <ac:inkMkLst>
            <pc:docMk/>
            <pc:sldMk cId="1875087664" sldId="307"/>
            <ac:inkMk id="110" creationId="{194C6843-D227-D00A-3DB5-4F20C1D99FEC}"/>
          </ac:inkMkLst>
        </pc:inkChg>
        <pc:inkChg chg="add">
          <ac:chgData name="Christopher Aloo" userId="81d139e4-1a74-45bd-a04a-64f94c7d37c9" providerId="ADAL" clId="{E7987F6F-D4EF-420F-86A8-4A23E89472B3}" dt="2025-07-10T17:42:12.605" v="546" actId="9405"/>
          <ac:inkMkLst>
            <pc:docMk/>
            <pc:sldMk cId="1875087664" sldId="307"/>
            <ac:inkMk id="112" creationId="{40B38921-A9E7-C8DB-F235-EE1EADBCD243}"/>
          </ac:inkMkLst>
        </pc:inkChg>
        <pc:inkChg chg="add mod">
          <ac:chgData name="Christopher Aloo" userId="81d139e4-1a74-45bd-a04a-64f94c7d37c9" providerId="ADAL" clId="{E7987F6F-D4EF-420F-86A8-4A23E89472B3}" dt="2025-07-10T17:42:19.268" v="553"/>
          <ac:inkMkLst>
            <pc:docMk/>
            <pc:sldMk cId="1875087664" sldId="307"/>
            <ac:inkMk id="114" creationId="{962925BD-32F1-C71F-6851-497AE2E3FA72}"/>
          </ac:inkMkLst>
        </pc:inkChg>
        <pc:inkChg chg="add del mod">
          <ac:chgData name="Christopher Aloo" userId="81d139e4-1a74-45bd-a04a-64f94c7d37c9" providerId="ADAL" clId="{E7987F6F-D4EF-420F-86A8-4A23E89472B3}" dt="2025-07-10T17:42:19.268" v="553"/>
          <ac:inkMkLst>
            <pc:docMk/>
            <pc:sldMk cId="1875087664" sldId="307"/>
            <ac:inkMk id="115" creationId="{86D89A5C-CA3F-E214-BB42-570523E12EA0}"/>
          </ac:inkMkLst>
        </pc:inkChg>
        <pc:inkChg chg="add del mod">
          <ac:chgData name="Christopher Aloo" userId="81d139e4-1a74-45bd-a04a-64f94c7d37c9" providerId="ADAL" clId="{E7987F6F-D4EF-420F-86A8-4A23E89472B3}" dt="2025-07-10T17:42:19.268" v="552"/>
          <ac:inkMkLst>
            <pc:docMk/>
            <pc:sldMk cId="1875087664" sldId="307"/>
            <ac:inkMk id="116" creationId="{F12F21D6-FC8E-0D01-F5A5-39F5D209788A}"/>
          </ac:inkMkLst>
        </pc:inkChg>
        <pc:inkChg chg="add mod">
          <ac:chgData name="Christopher Aloo" userId="81d139e4-1a74-45bd-a04a-64f94c7d37c9" providerId="ADAL" clId="{E7987F6F-D4EF-420F-86A8-4A23E89472B3}" dt="2025-07-10T17:42:25.073" v="561"/>
          <ac:inkMkLst>
            <pc:docMk/>
            <pc:sldMk cId="1875087664" sldId="307"/>
            <ac:inkMk id="118" creationId="{9B3AEE20-A2C4-C118-3E97-0636EC6493C7}"/>
          </ac:inkMkLst>
        </pc:inkChg>
        <pc:inkChg chg="add mod">
          <ac:chgData name="Christopher Aloo" userId="81d139e4-1a74-45bd-a04a-64f94c7d37c9" providerId="ADAL" clId="{E7987F6F-D4EF-420F-86A8-4A23E89472B3}" dt="2025-07-10T17:42:25.073" v="561"/>
          <ac:inkMkLst>
            <pc:docMk/>
            <pc:sldMk cId="1875087664" sldId="307"/>
            <ac:inkMk id="119" creationId="{9F985B84-1FC4-64A6-E736-714B156E9BD3}"/>
          </ac:inkMkLst>
        </pc:inkChg>
        <pc:inkChg chg="add mod">
          <ac:chgData name="Christopher Aloo" userId="81d139e4-1a74-45bd-a04a-64f94c7d37c9" providerId="ADAL" clId="{E7987F6F-D4EF-420F-86A8-4A23E89472B3}" dt="2025-07-10T17:42:25.073" v="561"/>
          <ac:inkMkLst>
            <pc:docMk/>
            <pc:sldMk cId="1875087664" sldId="307"/>
            <ac:inkMk id="120" creationId="{89AB334B-F0F1-BE76-28CA-F1E00B284B39}"/>
          </ac:inkMkLst>
        </pc:inkChg>
        <pc:inkChg chg="add mod">
          <ac:chgData name="Christopher Aloo" userId="81d139e4-1a74-45bd-a04a-64f94c7d37c9" providerId="ADAL" clId="{E7987F6F-D4EF-420F-86A8-4A23E89472B3}" dt="2025-07-10T17:42:25.073" v="561"/>
          <ac:inkMkLst>
            <pc:docMk/>
            <pc:sldMk cId="1875087664" sldId="307"/>
            <ac:inkMk id="121" creationId="{08F078B6-7683-7C1B-1091-986823F9D965}"/>
          </ac:inkMkLst>
        </pc:inkChg>
        <pc:inkChg chg="add mod">
          <ac:chgData name="Christopher Aloo" userId="81d139e4-1a74-45bd-a04a-64f94c7d37c9" providerId="ADAL" clId="{E7987F6F-D4EF-420F-86A8-4A23E89472B3}" dt="2025-07-10T17:42:24.063" v="559"/>
          <ac:inkMkLst>
            <pc:docMk/>
            <pc:sldMk cId="1875087664" sldId="307"/>
            <ac:inkMk id="122" creationId="{4B4D7C4C-DEC0-7887-53F3-3E566FA7FBF2}"/>
          </ac:inkMkLst>
        </pc:inkChg>
        <pc:inkChg chg="add mod">
          <ac:chgData name="Christopher Aloo" userId="81d139e4-1a74-45bd-a04a-64f94c7d37c9" providerId="ADAL" clId="{E7987F6F-D4EF-420F-86A8-4A23E89472B3}" dt="2025-07-10T17:42:25.073" v="561"/>
          <ac:inkMkLst>
            <pc:docMk/>
            <pc:sldMk cId="1875087664" sldId="307"/>
            <ac:inkMk id="125" creationId="{45882749-DE10-8B03-BE74-2D6FEB1B3105}"/>
          </ac:inkMkLst>
        </pc:inkChg>
        <pc:inkChg chg="add mod">
          <ac:chgData name="Christopher Aloo" userId="81d139e4-1a74-45bd-a04a-64f94c7d37c9" providerId="ADAL" clId="{E7987F6F-D4EF-420F-86A8-4A23E89472B3}" dt="2025-07-10T17:42:33.044" v="565"/>
          <ac:inkMkLst>
            <pc:docMk/>
            <pc:sldMk cId="1875087664" sldId="307"/>
            <ac:inkMk id="127" creationId="{3D2BE024-5792-B0EE-9357-CF147DE7750C}"/>
          </ac:inkMkLst>
        </pc:inkChg>
        <pc:inkChg chg="add mod">
          <ac:chgData name="Christopher Aloo" userId="81d139e4-1a74-45bd-a04a-64f94c7d37c9" providerId="ADAL" clId="{E7987F6F-D4EF-420F-86A8-4A23E89472B3}" dt="2025-07-10T17:42:33.044" v="565"/>
          <ac:inkMkLst>
            <pc:docMk/>
            <pc:sldMk cId="1875087664" sldId="307"/>
            <ac:inkMk id="128" creationId="{05F441A8-A415-EEE5-7731-B7EA64FB0C0C}"/>
          </ac:inkMkLst>
        </pc:inkChg>
        <pc:inkChg chg="add mod">
          <ac:chgData name="Christopher Aloo" userId="81d139e4-1a74-45bd-a04a-64f94c7d37c9" providerId="ADAL" clId="{E7987F6F-D4EF-420F-86A8-4A23E89472B3}" dt="2025-07-10T17:42:33.044" v="565"/>
          <ac:inkMkLst>
            <pc:docMk/>
            <pc:sldMk cId="1875087664" sldId="307"/>
            <ac:inkMk id="129" creationId="{B12D217A-F3F9-39DA-39B1-161BFBEA1A8A}"/>
          </ac:inkMkLst>
        </pc:inkChg>
        <pc:inkChg chg="add mod">
          <ac:chgData name="Christopher Aloo" userId="81d139e4-1a74-45bd-a04a-64f94c7d37c9" providerId="ADAL" clId="{E7987F6F-D4EF-420F-86A8-4A23E89472B3}" dt="2025-07-10T17:42:57.453" v="597"/>
          <ac:inkMkLst>
            <pc:docMk/>
            <pc:sldMk cId="1875087664" sldId="307"/>
            <ac:inkMk id="131" creationId="{5D109F05-C57E-51B3-7F0F-786EC990D2F6}"/>
          </ac:inkMkLst>
        </pc:inkChg>
        <pc:inkChg chg="add mod">
          <ac:chgData name="Christopher Aloo" userId="81d139e4-1a74-45bd-a04a-64f94c7d37c9" providerId="ADAL" clId="{E7987F6F-D4EF-420F-86A8-4A23E89472B3}" dt="2025-07-10T17:42:40.216" v="573"/>
          <ac:inkMkLst>
            <pc:docMk/>
            <pc:sldMk cId="1875087664" sldId="307"/>
            <ac:inkMk id="133" creationId="{8A43DD7C-1587-47A6-6837-8E551C883DEF}"/>
          </ac:inkMkLst>
        </pc:inkChg>
        <pc:inkChg chg="add mod">
          <ac:chgData name="Christopher Aloo" userId="81d139e4-1a74-45bd-a04a-64f94c7d37c9" providerId="ADAL" clId="{E7987F6F-D4EF-420F-86A8-4A23E89472B3}" dt="2025-07-10T17:42:57.453" v="597"/>
          <ac:inkMkLst>
            <pc:docMk/>
            <pc:sldMk cId="1875087664" sldId="307"/>
            <ac:inkMk id="134" creationId="{CE032A39-DBF3-88A6-9F69-DA77C9F11EF4}"/>
          </ac:inkMkLst>
        </pc:inkChg>
        <pc:inkChg chg="add mod">
          <ac:chgData name="Christopher Aloo" userId="81d139e4-1a74-45bd-a04a-64f94c7d37c9" providerId="ADAL" clId="{E7987F6F-D4EF-420F-86A8-4A23E89472B3}" dt="2025-07-10T17:42:43.916" v="576"/>
          <ac:inkMkLst>
            <pc:docMk/>
            <pc:sldMk cId="1875087664" sldId="307"/>
            <ac:inkMk id="135" creationId="{D5FB0810-193A-D8B7-9143-1D22FD3C155A}"/>
          </ac:inkMkLst>
        </pc:inkChg>
        <pc:inkChg chg="add mod">
          <ac:chgData name="Christopher Aloo" userId="81d139e4-1a74-45bd-a04a-64f94c7d37c9" providerId="ADAL" clId="{E7987F6F-D4EF-420F-86A8-4A23E89472B3}" dt="2025-07-10T17:42:49.613" v="584"/>
          <ac:inkMkLst>
            <pc:docMk/>
            <pc:sldMk cId="1875087664" sldId="307"/>
            <ac:inkMk id="137" creationId="{B9CD4FA2-76AE-3344-2FD4-10BD02231DF0}"/>
          </ac:inkMkLst>
        </pc:inkChg>
        <pc:inkChg chg="add mod">
          <ac:chgData name="Christopher Aloo" userId="81d139e4-1a74-45bd-a04a-64f94c7d37c9" providerId="ADAL" clId="{E7987F6F-D4EF-420F-86A8-4A23E89472B3}" dt="2025-07-10T17:42:49.613" v="584"/>
          <ac:inkMkLst>
            <pc:docMk/>
            <pc:sldMk cId="1875087664" sldId="307"/>
            <ac:inkMk id="139" creationId="{70C58EF5-9239-7ABD-9030-45EE904FFB17}"/>
          </ac:inkMkLst>
        </pc:inkChg>
        <pc:inkChg chg="add">
          <ac:chgData name="Christopher Aloo" userId="81d139e4-1a74-45bd-a04a-64f94c7d37c9" providerId="ADAL" clId="{E7987F6F-D4EF-420F-86A8-4A23E89472B3}" dt="2025-07-10T17:42:42.972" v="575" actId="9405"/>
          <ac:inkMkLst>
            <pc:docMk/>
            <pc:sldMk cId="1875087664" sldId="307"/>
            <ac:inkMk id="140" creationId="{6A92CA0B-F0C5-4F44-E3EC-ECCD73114601}"/>
          </ac:inkMkLst>
        </pc:inkChg>
        <pc:inkChg chg="add mod">
          <ac:chgData name="Christopher Aloo" userId="81d139e4-1a74-45bd-a04a-64f94c7d37c9" providerId="ADAL" clId="{E7987F6F-D4EF-420F-86A8-4A23E89472B3}" dt="2025-07-10T17:42:49.613" v="584"/>
          <ac:inkMkLst>
            <pc:docMk/>
            <pc:sldMk cId="1875087664" sldId="307"/>
            <ac:inkMk id="142" creationId="{6ABA57D2-44D3-88C7-4975-AF5757F12246}"/>
          </ac:inkMkLst>
        </pc:inkChg>
        <pc:inkChg chg="add mod">
          <ac:chgData name="Christopher Aloo" userId="81d139e4-1a74-45bd-a04a-64f94c7d37c9" providerId="ADAL" clId="{E7987F6F-D4EF-420F-86A8-4A23E89472B3}" dt="2025-07-10T17:42:49.613" v="584"/>
          <ac:inkMkLst>
            <pc:docMk/>
            <pc:sldMk cId="1875087664" sldId="307"/>
            <ac:inkMk id="143" creationId="{7F501848-B625-3BF0-0F61-6BFDEC4B9A86}"/>
          </ac:inkMkLst>
        </pc:inkChg>
        <pc:inkChg chg="add">
          <ac:chgData name="Christopher Aloo" userId="81d139e4-1a74-45bd-a04a-64f94c7d37c9" providerId="ADAL" clId="{E7987F6F-D4EF-420F-86A8-4A23E89472B3}" dt="2025-07-10T17:42:46.937" v="579" actId="9405"/>
          <ac:inkMkLst>
            <pc:docMk/>
            <pc:sldMk cId="1875087664" sldId="307"/>
            <ac:inkMk id="144" creationId="{A1A80171-355A-AFDF-A969-C0E4655D9711}"/>
          </ac:inkMkLst>
        </pc:inkChg>
        <pc:inkChg chg="add">
          <ac:chgData name="Christopher Aloo" userId="81d139e4-1a74-45bd-a04a-64f94c7d37c9" providerId="ADAL" clId="{E7987F6F-D4EF-420F-86A8-4A23E89472B3}" dt="2025-07-10T17:42:48.093" v="581" actId="9405"/>
          <ac:inkMkLst>
            <pc:docMk/>
            <pc:sldMk cId="1875087664" sldId="307"/>
            <ac:inkMk id="146" creationId="{F6B5C2AE-7D45-D382-B827-6833359E005C}"/>
          </ac:inkMkLst>
        </pc:inkChg>
        <pc:inkChg chg="add">
          <ac:chgData name="Christopher Aloo" userId="81d139e4-1a74-45bd-a04a-64f94c7d37c9" providerId="ADAL" clId="{E7987F6F-D4EF-420F-86A8-4A23E89472B3}" dt="2025-07-10T17:42:48.667" v="582" actId="9405"/>
          <ac:inkMkLst>
            <pc:docMk/>
            <pc:sldMk cId="1875087664" sldId="307"/>
            <ac:inkMk id="147" creationId="{EB983A2A-8724-3847-CC4D-DACBC1197BA5}"/>
          </ac:inkMkLst>
        </pc:inkChg>
        <pc:inkChg chg="add mod">
          <ac:chgData name="Christopher Aloo" userId="81d139e4-1a74-45bd-a04a-64f94c7d37c9" providerId="ADAL" clId="{E7987F6F-D4EF-420F-86A8-4A23E89472B3}" dt="2025-07-10T17:42:49.613" v="584"/>
          <ac:inkMkLst>
            <pc:docMk/>
            <pc:sldMk cId="1875087664" sldId="307"/>
            <ac:inkMk id="148" creationId="{C132000F-BB89-87C5-D92F-936029C952D0}"/>
          </ac:inkMkLst>
        </pc:inkChg>
        <pc:inkChg chg="add mod">
          <ac:chgData name="Christopher Aloo" userId="81d139e4-1a74-45bd-a04a-64f94c7d37c9" providerId="ADAL" clId="{E7987F6F-D4EF-420F-86A8-4A23E89472B3}" dt="2025-07-10T17:42:57.453" v="597"/>
          <ac:inkMkLst>
            <pc:docMk/>
            <pc:sldMk cId="1875087664" sldId="307"/>
            <ac:inkMk id="150" creationId="{4F226220-63D5-C129-35EB-484ADCBDA7F8}"/>
          </ac:inkMkLst>
        </pc:inkChg>
        <pc:inkChg chg="add mod">
          <ac:chgData name="Christopher Aloo" userId="81d139e4-1a74-45bd-a04a-64f94c7d37c9" providerId="ADAL" clId="{E7987F6F-D4EF-420F-86A8-4A23E89472B3}" dt="2025-07-10T17:42:57.453" v="597"/>
          <ac:inkMkLst>
            <pc:docMk/>
            <pc:sldMk cId="1875087664" sldId="307"/>
            <ac:inkMk id="151" creationId="{508A8B63-4E81-CDFA-2C3C-E1952FB9BB01}"/>
          </ac:inkMkLst>
        </pc:inkChg>
        <pc:inkChg chg="add">
          <ac:chgData name="Christopher Aloo" userId="81d139e4-1a74-45bd-a04a-64f94c7d37c9" providerId="ADAL" clId="{E7987F6F-D4EF-420F-86A8-4A23E89472B3}" dt="2025-07-10T17:42:51.811" v="587" actId="9405"/>
          <ac:inkMkLst>
            <pc:docMk/>
            <pc:sldMk cId="1875087664" sldId="307"/>
            <ac:inkMk id="152" creationId="{926961AF-24CA-83E8-8DEE-7A531060E591}"/>
          </ac:inkMkLst>
        </pc:inkChg>
        <pc:inkChg chg="add">
          <ac:chgData name="Christopher Aloo" userId="81d139e4-1a74-45bd-a04a-64f94c7d37c9" providerId="ADAL" clId="{E7987F6F-D4EF-420F-86A8-4A23E89472B3}" dt="2025-07-10T17:42:52.604" v="588" actId="9405"/>
          <ac:inkMkLst>
            <pc:docMk/>
            <pc:sldMk cId="1875087664" sldId="307"/>
            <ac:inkMk id="153" creationId="{0D73D35D-2E78-9ACB-8ED2-D1A9F20CE145}"/>
          </ac:inkMkLst>
        </pc:inkChg>
        <pc:inkChg chg="add">
          <ac:chgData name="Christopher Aloo" userId="81d139e4-1a74-45bd-a04a-64f94c7d37c9" providerId="ADAL" clId="{E7987F6F-D4EF-420F-86A8-4A23E89472B3}" dt="2025-07-10T17:42:53.612" v="590" actId="9405"/>
          <ac:inkMkLst>
            <pc:docMk/>
            <pc:sldMk cId="1875087664" sldId="307"/>
            <ac:inkMk id="155" creationId="{A51441A2-FB93-73D8-2EE9-F31D0CA2EA48}"/>
          </ac:inkMkLst>
        </pc:inkChg>
        <pc:inkChg chg="add">
          <ac:chgData name="Christopher Aloo" userId="81d139e4-1a74-45bd-a04a-64f94c7d37c9" providerId="ADAL" clId="{E7987F6F-D4EF-420F-86A8-4A23E89472B3}" dt="2025-07-10T17:42:53.953" v="591" actId="9405"/>
          <ac:inkMkLst>
            <pc:docMk/>
            <pc:sldMk cId="1875087664" sldId="307"/>
            <ac:inkMk id="156" creationId="{CF6CB3F6-38ED-6C45-225F-2BC335BD493D}"/>
          </ac:inkMkLst>
        </pc:inkChg>
        <pc:inkChg chg="add">
          <ac:chgData name="Christopher Aloo" userId="81d139e4-1a74-45bd-a04a-64f94c7d37c9" providerId="ADAL" clId="{E7987F6F-D4EF-420F-86A8-4A23E89472B3}" dt="2025-07-10T17:42:54.263" v="592" actId="9405"/>
          <ac:inkMkLst>
            <pc:docMk/>
            <pc:sldMk cId="1875087664" sldId="307"/>
            <ac:inkMk id="157" creationId="{EB8E783B-292C-280F-2AF9-876A0959F7A2}"/>
          </ac:inkMkLst>
        </pc:inkChg>
        <pc:inkChg chg="add">
          <ac:chgData name="Christopher Aloo" userId="81d139e4-1a74-45bd-a04a-64f94c7d37c9" providerId="ADAL" clId="{E7987F6F-D4EF-420F-86A8-4A23E89472B3}" dt="2025-07-10T17:42:55.013" v="593" actId="9405"/>
          <ac:inkMkLst>
            <pc:docMk/>
            <pc:sldMk cId="1875087664" sldId="307"/>
            <ac:inkMk id="158" creationId="{31F5AE14-0FF7-B60F-67C9-3DE15BA7BDE7}"/>
          </ac:inkMkLst>
        </pc:inkChg>
        <pc:inkChg chg="add">
          <ac:chgData name="Christopher Aloo" userId="81d139e4-1a74-45bd-a04a-64f94c7d37c9" providerId="ADAL" clId="{E7987F6F-D4EF-420F-86A8-4A23E89472B3}" dt="2025-07-10T17:42:55.978" v="595" actId="9405"/>
          <ac:inkMkLst>
            <pc:docMk/>
            <pc:sldMk cId="1875087664" sldId="307"/>
            <ac:inkMk id="160" creationId="{B78E2D58-B3A6-A43F-F289-56305639D0B3}"/>
          </ac:inkMkLst>
        </pc:inkChg>
        <pc:inkChg chg="add">
          <ac:chgData name="Christopher Aloo" userId="81d139e4-1a74-45bd-a04a-64f94c7d37c9" providerId="ADAL" clId="{E7987F6F-D4EF-420F-86A8-4A23E89472B3}" dt="2025-07-10T17:42:56.698" v="596" actId="9405"/>
          <ac:inkMkLst>
            <pc:docMk/>
            <pc:sldMk cId="1875087664" sldId="307"/>
            <ac:inkMk id="161" creationId="{0B75AAEF-32AE-0EC2-A938-1FE084A662A0}"/>
          </ac:inkMkLst>
        </pc:inkChg>
        <pc:inkChg chg="add mod">
          <ac:chgData name="Christopher Aloo" userId="81d139e4-1a74-45bd-a04a-64f94c7d37c9" providerId="ADAL" clId="{E7987F6F-D4EF-420F-86A8-4A23E89472B3}" dt="2025-07-10T17:43:06.619" v="600"/>
          <ac:inkMkLst>
            <pc:docMk/>
            <pc:sldMk cId="1875087664" sldId="307"/>
            <ac:inkMk id="163" creationId="{F7BA4769-14BD-A700-7CF8-222F2190888D}"/>
          </ac:inkMkLst>
        </pc:inkChg>
        <pc:inkChg chg="add mod">
          <ac:chgData name="Christopher Aloo" userId="81d139e4-1a74-45bd-a04a-64f94c7d37c9" providerId="ADAL" clId="{E7987F6F-D4EF-420F-86A8-4A23E89472B3}" dt="2025-07-10T17:43:06.619" v="600"/>
          <ac:inkMkLst>
            <pc:docMk/>
            <pc:sldMk cId="1875087664" sldId="307"/>
            <ac:inkMk id="164" creationId="{1948EDE6-B529-9255-B887-905DE62EB42A}"/>
          </ac:inkMkLst>
        </pc:inkChg>
      </pc:sldChg>
      <pc:sldChg chg="addSp delSp modSp new mod">
        <pc:chgData name="Christopher Aloo" userId="81d139e4-1a74-45bd-a04a-64f94c7d37c9" providerId="ADAL" clId="{E7987F6F-D4EF-420F-86A8-4A23E89472B3}" dt="2025-07-10T17:47:10.991" v="767"/>
        <pc:sldMkLst>
          <pc:docMk/>
          <pc:sldMk cId="3893798214" sldId="308"/>
        </pc:sldMkLst>
        <pc:grpChg chg="del mod">
          <ac:chgData name="Christopher Aloo" userId="81d139e4-1a74-45bd-a04a-64f94c7d37c9" providerId="ADAL" clId="{E7987F6F-D4EF-420F-86A8-4A23E89472B3}" dt="2025-07-10T17:43:51.376" v="605" actId="478"/>
          <ac:grpSpMkLst>
            <pc:docMk/>
            <pc:sldMk cId="3893798214" sldId="308"/>
            <ac:grpSpMk id="4" creationId="{0F7BD38F-2AFA-EE44-2772-569EA0E50849}"/>
          </ac:grpSpMkLst>
        </pc:grpChg>
        <pc:grpChg chg="del mod">
          <ac:chgData name="Christopher Aloo" userId="81d139e4-1a74-45bd-a04a-64f94c7d37c9" providerId="ADAL" clId="{E7987F6F-D4EF-420F-86A8-4A23E89472B3}" dt="2025-07-10T17:44:01.550" v="616"/>
          <ac:grpSpMkLst>
            <pc:docMk/>
            <pc:sldMk cId="3893798214" sldId="308"/>
            <ac:grpSpMk id="10" creationId="{97DEC156-6A78-42A4-3A06-38AE1ED1691D}"/>
          </ac:grpSpMkLst>
        </pc:grpChg>
        <pc:grpChg chg="del mod">
          <ac:chgData name="Christopher Aloo" userId="81d139e4-1a74-45bd-a04a-64f94c7d37c9" providerId="ADAL" clId="{E7987F6F-D4EF-420F-86A8-4A23E89472B3}" dt="2025-07-10T17:44:03.928" v="619"/>
          <ac:grpSpMkLst>
            <pc:docMk/>
            <pc:sldMk cId="3893798214" sldId="308"/>
            <ac:grpSpMk id="15" creationId="{378DAE07-5215-31A2-7856-984C4257339B}"/>
          </ac:grpSpMkLst>
        </pc:grpChg>
        <pc:grpChg chg="del mod">
          <ac:chgData name="Christopher Aloo" userId="81d139e4-1a74-45bd-a04a-64f94c7d37c9" providerId="ADAL" clId="{E7987F6F-D4EF-420F-86A8-4A23E89472B3}" dt="2025-07-10T17:44:09.810" v="626"/>
          <ac:grpSpMkLst>
            <pc:docMk/>
            <pc:sldMk cId="3893798214" sldId="308"/>
            <ac:grpSpMk id="18" creationId="{1D3BF312-B721-F3A0-3FC5-1F35C9586473}"/>
          </ac:grpSpMkLst>
        </pc:grpChg>
        <pc:grpChg chg="del mod">
          <ac:chgData name="Christopher Aloo" userId="81d139e4-1a74-45bd-a04a-64f94c7d37c9" providerId="ADAL" clId="{E7987F6F-D4EF-420F-86A8-4A23E89472B3}" dt="2025-07-10T17:44:15.451" v="632"/>
          <ac:grpSpMkLst>
            <pc:docMk/>
            <pc:sldMk cId="3893798214" sldId="308"/>
            <ac:grpSpMk id="25" creationId="{BA9BDC3B-2941-5501-25D3-8FCB64A1A60F}"/>
          </ac:grpSpMkLst>
        </pc:grpChg>
        <pc:grpChg chg="del mod">
          <ac:chgData name="Christopher Aloo" userId="81d139e4-1a74-45bd-a04a-64f94c7d37c9" providerId="ADAL" clId="{E7987F6F-D4EF-420F-86A8-4A23E89472B3}" dt="2025-07-10T17:44:15.451" v="632"/>
          <ac:grpSpMkLst>
            <pc:docMk/>
            <pc:sldMk cId="3893798214" sldId="308"/>
            <ac:grpSpMk id="28" creationId="{E666F990-6F36-712F-7D41-7E7116764F5C}"/>
          </ac:grpSpMkLst>
        </pc:grpChg>
        <pc:grpChg chg="del mod">
          <ac:chgData name="Christopher Aloo" userId="81d139e4-1a74-45bd-a04a-64f94c7d37c9" providerId="ADAL" clId="{E7987F6F-D4EF-420F-86A8-4A23E89472B3}" dt="2025-07-10T17:44:29.815" v="636"/>
          <ac:grpSpMkLst>
            <pc:docMk/>
            <pc:sldMk cId="3893798214" sldId="308"/>
            <ac:grpSpMk id="31" creationId="{A30CD131-86A7-4888-4065-7CB27C594C36}"/>
          </ac:grpSpMkLst>
        </pc:grpChg>
        <pc:grpChg chg="del mod">
          <ac:chgData name="Christopher Aloo" userId="81d139e4-1a74-45bd-a04a-64f94c7d37c9" providerId="ADAL" clId="{E7987F6F-D4EF-420F-86A8-4A23E89472B3}" dt="2025-07-10T17:44:31.920" v="639"/>
          <ac:grpSpMkLst>
            <pc:docMk/>
            <pc:sldMk cId="3893798214" sldId="308"/>
            <ac:grpSpMk id="35" creationId="{1914B56F-56E4-165F-EC22-5A15E5943AC2}"/>
          </ac:grpSpMkLst>
        </pc:grpChg>
        <pc:grpChg chg="del mod">
          <ac:chgData name="Christopher Aloo" userId="81d139e4-1a74-45bd-a04a-64f94c7d37c9" providerId="ADAL" clId="{E7987F6F-D4EF-420F-86A8-4A23E89472B3}" dt="2025-07-10T17:44:33.331" v="642"/>
          <ac:grpSpMkLst>
            <pc:docMk/>
            <pc:sldMk cId="3893798214" sldId="308"/>
            <ac:grpSpMk id="38" creationId="{8C2D0AC6-E2D6-07A2-A458-5E903F15BE99}"/>
          </ac:grpSpMkLst>
        </pc:grpChg>
        <pc:grpChg chg="del mod">
          <ac:chgData name="Christopher Aloo" userId="81d139e4-1a74-45bd-a04a-64f94c7d37c9" providerId="ADAL" clId="{E7987F6F-D4EF-420F-86A8-4A23E89472B3}" dt="2025-07-10T17:44:38.218" v="650"/>
          <ac:grpSpMkLst>
            <pc:docMk/>
            <pc:sldMk cId="3893798214" sldId="308"/>
            <ac:grpSpMk id="41" creationId="{C3322C5F-E543-A780-AF3C-9B051B180351}"/>
          </ac:grpSpMkLst>
        </pc:grpChg>
        <pc:grpChg chg="del mod">
          <ac:chgData name="Christopher Aloo" userId="81d139e4-1a74-45bd-a04a-64f94c7d37c9" providerId="ADAL" clId="{E7987F6F-D4EF-420F-86A8-4A23E89472B3}" dt="2025-07-10T17:44:40.456" v="652"/>
          <ac:grpSpMkLst>
            <pc:docMk/>
            <pc:sldMk cId="3893798214" sldId="308"/>
            <ac:grpSpMk id="49" creationId="{B3869DCC-82DF-D8D5-B5DD-D3D3654BBE6F}"/>
          </ac:grpSpMkLst>
        </pc:grpChg>
        <pc:grpChg chg="del mod">
          <ac:chgData name="Christopher Aloo" userId="81d139e4-1a74-45bd-a04a-64f94c7d37c9" providerId="ADAL" clId="{E7987F6F-D4EF-420F-86A8-4A23E89472B3}" dt="2025-07-10T17:44:42.868" v="655"/>
          <ac:grpSpMkLst>
            <pc:docMk/>
            <pc:sldMk cId="3893798214" sldId="308"/>
            <ac:grpSpMk id="51" creationId="{E6E7973B-FF59-8C2C-BB60-DD5CF10BDC37}"/>
          </ac:grpSpMkLst>
        </pc:grpChg>
        <pc:grpChg chg="del mod">
          <ac:chgData name="Christopher Aloo" userId="81d139e4-1a74-45bd-a04a-64f94c7d37c9" providerId="ADAL" clId="{E7987F6F-D4EF-420F-86A8-4A23E89472B3}" dt="2025-07-10T17:44:45.774" v="657"/>
          <ac:grpSpMkLst>
            <pc:docMk/>
            <pc:sldMk cId="3893798214" sldId="308"/>
            <ac:grpSpMk id="54" creationId="{B1432512-E25E-124C-09F2-A5DBB5C4DDA3}"/>
          </ac:grpSpMkLst>
        </pc:grpChg>
        <pc:grpChg chg="del mod">
          <ac:chgData name="Christopher Aloo" userId="81d139e4-1a74-45bd-a04a-64f94c7d37c9" providerId="ADAL" clId="{E7987F6F-D4EF-420F-86A8-4A23E89472B3}" dt="2025-07-10T17:44:48.086" v="661"/>
          <ac:grpSpMkLst>
            <pc:docMk/>
            <pc:sldMk cId="3893798214" sldId="308"/>
            <ac:grpSpMk id="56" creationId="{FE906C10-4426-462E-5AFE-492E13ED5905}"/>
          </ac:grpSpMkLst>
        </pc:grpChg>
        <pc:grpChg chg="del mod">
          <ac:chgData name="Christopher Aloo" userId="81d139e4-1a74-45bd-a04a-64f94c7d37c9" providerId="ADAL" clId="{E7987F6F-D4EF-420F-86A8-4A23E89472B3}" dt="2025-07-10T17:44:49.889" v="664"/>
          <ac:grpSpMkLst>
            <pc:docMk/>
            <pc:sldMk cId="3893798214" sldId="308"/>
            <ac:grpSpMk id="60" creationId="{93241A33-9A15-D00E-AD1C-6504301AB0FE}"/>
          </ac:grpSpMkLst>
        </pc:grpChg>
        <pc:grpChg chg="del mod">
          <ac:chgData name="Christopher Aloo" userId="81d139e4-1a74-45bd-a04a-64f94c7d37c9" providerId="ADAL" clId="{E7987F6F-D4EF-420F-86A8-4A23E89472B3}" dt="2025-07-10T17:44:51.057" v="666"/>
          <ac:grpSpMkLst>
            <pc:docMk/>
            <pc:sldMk cId="3893798214" sldId="308"/>
            <ac:grpSpMk id="63" creationId="{93A682E1-B3C5-5EF9-F650-0A1BF0D3DFA1}"/>
          </ac:grpSpMkLst>
        </pc:grpChg>
        <pc:grpChg chg="del mod">
          <ac:chgData name="Christopher Aloo" userId="81d139e4-1a74-45bd-a04a-64f94c7d37c9" providerId="ADAL" clId="{E7987F6F-D4EF-420F-86A8-4A23E89472B3}" dt="2025-07-10T17:44:53.861" v="668"/>
          <ac:grpSpMkLst>
            <pc:docMk/>
            <pc:sldMk cId="3893798214" sldId="308"/>
            <ac:grpSpMk id="65" creationId="{A5226FB6-B704-5E0E-D1AC-BFCE0552D809}"/>
          </ac:grpSpMkLst>
        </pc:grpChg>
        <pc:grpChg chg="del mod">
          <ac:chgData name="Christopher Aloo" userId="81d139e4-1a74-45bd-a04a-64f94c7d37c9" providerId="ADAL" clId="{E7987F6F-D4EF-420F-86A8-4A23E89472B3}" dt="2025-07-10T17:44:55.864" v="670"/>
          <ac:grpSpMkLst>
            <pc:docMk/>
            <pc:sldMk cId="3893798214" sldId="308"/>
            <ac:grpSpMk id="67" creationId="{36679F03-E3B3-0667-2B6D-7F0C81F5BCFF}"/>
          </ac:grpSpMkLst>
        </pc:grpChg>
        <pc:grpChg chg="del mod">
          <ac:chgData name="Christopher Aloo" userId="81d139e4-1a74-45bd-a04a-64f94c7d37c9" providerId="ADAL" clId="{E7987F6F-D4EF-420F-86A8-4A23E89472B3}" dt="2025-07-10T17:44:58.451" v="672"/>
          <ac:grpSpMkLst>
            <pc:docMk/>
            <pc:sldMk cId="3893798214" sldId="308"/>
            <ac:grpSpMk id="69" creationId="{F8E999C0-AAD7-A5DF-652C-9A1BE65709FB}"/>
          </ac:grpSpMkLst>
        </pc:grpChg>
        <pc:grpChg chg="del mod">
          <ac:chgData name="Christopher Aloo" userId="81d139e4-1a74-45bd-a04a-64f94c7d37c9" providerId="ADAL" clId="{E7987F6F-D4EF-420F-86A8-4A23E89472B3}" dt="2025-07-10T17:45:08.321" v="677"/>
          <ac:grpSpMkLst>
            <pc:docMk/>
            <pc:sldMk cId="3893798214" sldId="308"/>
            <ac:grpSpMk id="71" creationId="{1E9BB78C-F730-0F70-9375-CCCE0084E5DD}"/>
          </ac:grpSpMkLst>
        </pc:grpChg>
        <pc:grpChg chg="del mod">
          <ac:chgData name="Christopher Aloo" userId="81d139e4-1a74-45bd-a04a-64f94c7d37c9" providerId="ADAL" clId="{E7987F6F-D4EF-420F-86A8-4A23E89472B3}" dt="2025-07-10T17:45:12.065" v="679"/>
          <ac:grpSpMkLst>
            <pc:docMk/>
            <pc:sldMk cId="3893798214" sldId="308"/>
            <ac:grpSpMk id="76" creationId="{5E9E8D91-CB49-360B-078D-90DF4AB240EA}"/>
          </ac:grpSpMkLst>
        </pc:grpChg>
        <pc:grpChg chg="del mod">
          <ac:chgData name="Christopher Aloo" userId="81d139e4-1a74-45bd-a04a-64f94c7d37c9" providerId="ADAL" clId="{E7987F6F-D4EF-420F-86A8-4A23E89472B3}" dt="2025-07-10T17:45:13.236" v="682"/>
          <ac:grpSpMkLst>
            <pc:docMk/>
            <pc:sldMk cId="3893798214" sldId="308"/>
            <ac:grpSpMk id="78" creationId="{0CC0F01B-A47A-1CCE-B6FE-4E45719408A4}"/>
          </ac:grpSpMkLst>
        </pc:grpChg>
        <pc:grpChg chg="del mod">
          <ac:chgData name="Christopher Aloo" userId="81d139e4-1a74-45bd-a04a-64f94c7d37c9" providerId="ADAL" clId="{E7987F6F-D4EF-420F-86A8-4A23E89472B3}" dt="2025-07-10T17:45:29.463" v="691"/>
          <ac:grpSpMkLst>
            <pc:docMk/>
            <pc:sldMk cId="3893798214" sldId="308"/>
            <ac:grpSpMk id="81" creationId="{F14AEB55-19A1-FB4D-62DD-489A44843162}"/>
          </ac:grpSpMkLst>
        </pc:grpChg>
        <pc:grpChg chg="del mod">
          <ac:chgData name="Christopher Aloo" userId="81d139e4-1a74-45bd-a04a-64f94c7d37c9" providerId="ADAL" clId="{E7987F6F-D4EF-420F-86A8-4A23E89472B3}" dt="2025-07-10T17:45:20.256" v="688"/>
          <ac:grpSpMkLst>
            <pc:docMk/>
            <pc:sldMk cId="3893798214" sldId="308"/>
            <ac:grpSpMk id="84" creationId="{C30FAD0A-7BFD-A178-5D70-EFEE94EA101B}"/>
          </ac:grpSpMkLst>
        </pc:grpChg>
        <pc:grpChg chg="del mod">
          <ac:chgData name="Christopher Aloo" userId="81d139e4-1a74-45bd-a04a-64f94c7d37c9" providerId="ADAL" clId="{E7987F6F-D4EF-420F-86A8-4A23E89472B3}" dt="2025-07-10T17:45:29.463" v="691"/>
          <ac:grpSpMkLst>
            <pc:docMk/>
            <pc:sldMk cId="3893798214" sldId="308"/>
            <ac:grpSpMk id="87" creationId="{F6426701-C73A-8FB5-7831-D6D0D806BC1B}"/>
          </ac:grpSpMkLst>
        </pc:grpChg>
        <pc:grpChg chg="del mod">
          <ac:chgData name="Christopher Aloo" userId="81d139e4-1a74-45bd-a04a-64f94c7d37c9" providerId="ADAL" clId="{E7987F6F-D4EF-420F-86A8-4A23E89472B3}" dt="2025-07-10T17:46:03.299" v="730"/>
          <ac:grpSpMkLst>
            <pc:docMk/>
            <pc:sldMk cId="3893798214" sldId="308"/>
            <ac:grpSpMk id="90" creationId="{2C6F063E-A72D-B97F-4997-C169D4DF7913}"/>
          </ac:grpSpMkLst>
        </pc:grpChg>
        <pc:grpChg chg="del mod">
          <ac:chgData name="Christopher Aloo" userId="81d139e4-1a74-45bd-a04a-64f94c7d37c9" providerId="ADAL" clId="{E7987F6F-D4EF-420F-86A8-4A23E89472B3}" dt="2025-07-10T17:45:44.239" v="703"/>
          <ac:grpSpMkLst>
            <pc:docMk/>
            <pc:sldMk cId="3893798214" sldId="308"/>
            <ac:grpSpMk id="99" creationId="{3BDEE0BD-1A26-A779-8556-7AB7A9CD67D3}"/>
          </ac:grpSpMkLst>
        </pc:grpChg>
        <pc:grpChg chg="del mod">
          <ac:chgData name="Christopher Aloo" userId="81d139e4-1a74-45bd-a04a-64f94c7d37c9" providerId="ADAL" clId="{E7987F6F-D4EF-420F-86A8-4A23E89472B3}" dt="2025-07-10T17:46:03.299" v="730"/>
          <ac:grpSpMkLst>
            <pc:docMk/>
            <pc:sldMk cId="3893798214" sldId="308"/>
            <ac:grpSpMk id="100" creationId="{49FA1CF3-556E-641E-C03E-C8C04A331817}"/>
          </ac:grpSpMkLst>
        </pc:grpChg>
        <pc:grpChg chg="del mod">
          <ac:chgData name="Christopher Aloo" userId="81d139e4-1a74-45bd-a04a-64f94c7d37c9" providerId="ADAL" clId="{E7987F6F-D4EF-420F-86A8-4A23E89472B3}" dt="2025-07-10T17:45:45.098" v="705"/>
          <ac:grpSpMkLst>
            <pc:docMk/>
            <pc:sldMk cId="3893798214" sldId="308"/>
            <ac:grpSpMk id="103" creationId="{6B3FE53B-3E16-9C3F-AB78-51032AEB9FA0}"/>
          </ac:grpSpMkLst>
        </pc:grpChg>
        <pc:grpChg chg="del mod">
          <ac:chgData name="Christopher Aloo" userId="81d139e4-1a74-45bd-a04a-64f94c7d37c9" providerId="ADAL" clId="{E7987F6F-D4EF-420F-86A8-4A23E89472B3}" dt="2025-07-10T17:46:03.299" v="730"/>
          <ac:grpSpMkLst>
            <pc:docMk/>
            <pc:sldMk cId="3893798214" sldId="308"/>
            <ac:grpSpMk id="105" creationId="{C27B2983-D9CC-2A3C-853B-1F587FCFAAD5}"/>
          </ac:grpSpMkLst>
        </pc:grpChg>
        <pc:grpChg chg="del mod">
          <ac:chgData name="Christopher Aloo" userId="81d139e4-1a74-45bd-a04a-64f94c7d37c9" providerId="ADAL" clId="{E7987F6F-D4EF-420F-86A8-4A23E89472B3}" dt="2025-07-10T17:45:51.748" v="721"/>
          <ac:grpSpMkLst>
            <pc:docMk/>
            <pc:sldMk cId="3893798214" sldId="308"/>
            <ac:grpSpMk id="111" creationId="{33D581B0-2EB9-F301-C849-E85EB687DB78}"/>
          </ac:grpSpMkLst>
        </pc:grpChg>
        <pc:grpChg chg="del mod">
          <ac:chgData name="Christopher Aloo" userId="81d139e4-1a74-45bd-a04a-64f94c7d37c9" providerId="ADAL" clId="{E7987F6F-D4EF-420F-86A8-4A23E89472B3}" dt="2025-07-10T17:45:56.475" v="728"/>
          <ac:grpSpMkLst>
            <pc:docMk/>
            <pc:sldMk cId="3893798214" sldId="308"/>
            <ac:grpSpMk id="121" creationId="{DAEC1F81-21C0-AA5A-647A-0288E956FC2D}"/>
          </ac:grpSpMkLst>
        </pc:grpChg>
        <pc:grpChg chg="del mod">
          <ac:chgData name="Christopher Aloo" userId="81d139e4-1a74-45bd-a04a-64f94c7d37c9" providerId="ADAL" clId="{E7987F6F-D4EF-420F-86A8-4A23E89472B3}" dt="2025-07-10T17:46:03.299" v="730"/>
          <ac:grpSpMkLst>
            <pc:docMk/>
            <pc:sldMk cId="3893798214" sldId="308"/>
            <ac:grpSpMk id="128" creationId="{341B4403-C859-CD58-15C4-EDDC9B620E62}"/>
          </ac:grpSpMkLst>
        </pc:grpChg>
        <pc:grpChg chg="del mod">
          <ac:chgData name="Christopher Aloo" userId="81d139e4-1a74-45bd-a04a-64f94c7d37c9" providerId="ADAL" clId="{E7987F6F-D4EF-420F-86A8-4A23E89472B3}" dt="2025-07-10T17:46:10.063" v="734"/>
          <ac:grpSpMkLst>
            <pc:docMk/>
            <pc:sldMk cId="3893798214" sldId="308"/>
            <ac:grpSpMk id="130" creationId="{9FBDFEAA-E17F-3FFA-67CD-F3072DAA5C37}"/>
          </ac:grpSpMkLst>
        </pc:grpChg>
        <pc:grpChg chg="del mod">
          <ac:chgData name="Christopher Aloo" userId="81d139e4-1a74-45bd-a04a-64f94c7d37c9" providerId="ADAL" clId="{E7987F6F-D4EF-420F-86A8-4A23E89472B3}" dt="2025-07-10T17:46:24.036" v="736"/>
          <ac:grpSpMkLst>
            <pc:docMk/>
            <pc:sldMk cId="3893798214" sldId="308"/>
            <ac:grpSpMk id="134" creationId="{335A28BB-95BF-F896-1990-86346D30824D}"/>
          </ac:grpSpMkLst>
        </pc:grpChg>
        <pc:grpChg chg="del mod">
          <ac:chgData name="Christopher Aloo" userId="81d139e4-1a74-45bd-a04a-64f94c7d37c9" providerId="ADAL" clId="{E7987F6F-D4EF-420F-86A8-4A23E89472B3}" dt="2025-07-10T17:46:27.787" v="739"/>
          <ac:grpSpMkLst>
            <pc:docMk/>
            <pc:sldMk cId="3893798214" sldId="308"/>
            <ac:grpSpMk id="136" creationId="{FB7ACE5B-C929-E757-908E-AA181CEE3F02}"/>
          </ac:grpSpMkLst>
        </pc:grpChg>
        <pc:grpChg chg="del mod">
          <ac:chgData name="Christopher Aloo" userId="81d139e4-1a74-45bd-a04a-64f94c7d37c9" providerId="ADAL" clId="{E7987F6F-D4EF-420F-86A8-4A23E89472B3}" dt="2025-07-10T17:46:32.227" v="745"/>
          <ac:grpSpMkLst>
            <pc:docMk/>
            <pc:sldMk cId="3893798214" sldId="308"/>
            <ac:grpSpMk id="139" creationId="{6943C1E5-114C-3156-FB98-A5F17C641E66}"/>
          </ac:grpSpMkLst>
        </pc:grpChg>
        <pc:grpChg chg="del mod">
          <ac:chgData name="Christopher Aloo" userId="81d139e4-1a74-45bd-a04a-64f94c7d37c9" providerId="ADAL" clId="{E7987F6F-D4EF-420F-86A8-4A23E89472B3}" dt="2025-07-10T17:46:35.953" v="748"/>
          <ac:grpSpMkLst>
            <pc:docMk/>
            <pc:sldMk cId="3893798214" sldId="308"/>
            <ac:grpSpMk id="145" creationId="{07C0848D-A030-4C26-DBCC-D106C1F79E6C}"/>
          </ac:grpSpMkLst>
        </pc:grpChg>
        <pc:grpChg chg="del mod">
          <ac:chgData name="Christopher Aloo" userId="81d139e4-1a74-45bd-a04a-64f94c7d37c9" providerId="ADAL" clId="{E7987F6F-D4EF-420F-86A8-4A23E89472B3}" dt="2025-07-10T17:46:56.464" v="763"/>
          <ac:grpSpMkLst>
            <pc:docMk/>
            <pc:sldMk cId="3893798214" sldId="308"/>
            <ac:grpSpMk id="148" creationId="{802510F2-0690-D741-2A7B-AA51C1F28A07}"/>
          </ac:grpSpMkLst>
        </pc:grpChg>
        <pc:grpChg chg="del mod">
          <ac:chgData name="Christopher Aloo" userId="81d139e4-1a74-45bd-a04a-64f94c7d37c9" providerId="ADAL" clId="{E7987F6F-D4EF-420F-86A8-4A23E89472B3}" dt="2025-07-10T17:46:52.795" v="759"/>
          <ac:grpSpMkLst>
            <pc:docMk/>
            <pc:sldMk cId="3893798214" sldId="308"/>
            <ac:grpSpMk id="156" creationId="{CD4CADF7-EA39-35D1-066F-B1FC55839CF4}"/>
          </ac:grpSpMkLst>
        </pc:grpChg>
        <pc:grpChg chg="del mod">
          <ac:chgData name="Christopher Aloo" userId="81d139e4-1a74-45bd-a04a-64f94c7d37c9" providerId="ADAL" clId="{E7987F6F-D4EF-420F-86A8-4A23E89472B3}" dt="2025-07-10T17:46:53.610" v="761"/>
          <ac:grpSpMkLst>
            <pc:docMk/>
            <pc:sldMk cId="3893798214" sldId="308"/>
            <ac:grpSpMk id="159" creationId="{BCB92C93-CC20-05FC-9E19-1868D27A832F}"/>
          </ac:grpSpMkLst>
        </pc:grpChg>
        <pc:grpChg chg="del mod">
          <ac:chgData name="Christopher Aloo" userId="81d139e4-1a74-45bd-a04a-64f94c7d37c9" providerId="ADAL" clId="{E7987F6F-D4EF-420F-86A8-4A23E89472B3}" dt="2025-07-10T17:46:56.464" v="763"/>
          <ac:grpSpMkLst>
            <pc:docMk/>
            <pc:sldMk cId="3893798214" sldId="308"/>
            <ac:grpSpMk id="161" creationId="{C7D007E3-C7E4-5C4E-A49D-508565222626}"/>
          </ac:grpSpMkLst>
        </pc:grpChg>
        <pc:grpChg chg="del mod">
          <ac:chgData name="Christopher Aloo" userId="81d139e4-1a74-45bd-a04a-64f94c7d37c9" providerId="ADAL" clId="{E7987F6F-D4EF-420F-86A8-4A23E89472B3}" dt="2025-07-10T17:46:58.023" v="765"/>
          <ac:grpSpMkLst>
            <pc:docMk/>
            <pc:sldMk cId="3893798214" sldId="308"/>
            <ac:grpSpMk id="163" creationId="{B6DF4E90-C3F6-BDB7-A323-30820D364A79}"/>
          </ac:grpSpMkLst>
        </pc:grpChg>
        <pc:grpChg chg="del mod">
          <ac:chgData name="Christopher Aloo" userId="81d139e4-1a74-45bd-a04a-64f94c7d37c9" providerId="ADAL" clId="{E7987F6F-D4EF-420F-86A8-4A23E89472B3}" dt="2025-07-10T17:47:10.991" v="767"/>
          <ac:grpSpMkLst>
            <pc:docMk/>
            <pc:sldMk cId="3893798214" sldId="308"/>
            <ac:grpSpMk id="165" creationId="{9CE677C4-8AF4-E22C-17E7-74A1645606BA}"/>
          </ac:grpSpMkLst>
        </pc:grpChg>
        <pc:grpChg chg="mod">
          <ac:chgData name="Christopher Aloo" userId="81d139e4-1a74-45bd-a04a-64f94c7d37c9" providerId="ADAL" clId="{E7987F6F-D4EF-420F-86A8-4A23E89472B3}" dt="2025-07-10T17:47:10.991" v="767"/>
          <ac:grpSpMkLst>
            <pc:docMk/>
            <pc:sldMk cId="3893798214" sldId="308"/>
            <ac:grpSpMk id="167" creationId="{592A98D4-CA86-895B-49A6-1EA4417296D4}"/>
          </ac:grpSpMkLst>
        </pc:grpChg>
        <pc:inkChg chg="add mod">
          <ac:chgData name="Christopher Aloo" userId="81d139e4-1a74-45bd-a04a-64f94c7d37c9" providerId="ADAL" clId="{E7987F6F-D4EF-420F-86A8-4A23E89472B3}" dt="2025-07-10T17:43:46.745" v="604"/>
          <ac:inkMkLst>
            <pc:docMk/>
            <pc:sldMk cId="3893798214" sldId="308"/>
            <ac:inkMk id="2" creationId="{079D5B7A-0756-B91A-E515-BF3E073C4B1B}"/>
          </ac:inkMkLst>
        </pc:inkChg>
        <pc:inkChg chg="add mod">
          <ac:chgData name="Christopher Aloo" userId="81d139e4-1a74-45bd-a04a-64f94c7d37c9" providerId="ADAL" clId="{E7987F6F-D4EF-420F-86A8-4A23E89472B3}" dt="2025-07-10T17:43:46.745" v="604"/>
          <ac:inkMkLst>
            <pc:docMk/>
            <pc:sldMk cId="3893798214" sldId="308"/>
            <ac:inkMk id="3" creationId="{D85ACC43-F55D-8F1E-FE9B-442C4A4FBF85}"/>
          </ac:inkMkLst>
        </pc:inkChg>
        <pc:inkChg chg="add mod">
          <ac:chgData name="Christopher Aloo" userId="81d139e4-1a74-45bd-a04a-64f94c7d37c9" providerId="ADAL" clId="{E7987F6F-D4EF-420F-86A8-4A23E89472B3}" dt="2025-07-10T17:45:29.463" v="691"/>
          <ac:inkMkLst>
            <pc:docMk/>
            <pc:sldMk cId="3893798214" sldId="308"/>
            <ac:inkMk id="5" creationId="{89964EB4-0AED-F22D-15A9-BA8BB9E607BA}"/>
          </ac:inkMkLst>
        </pc:inkChg>
        <pc:inkChg chg="add mod">
          <ac:chgData name="Christopher Aloo" userId="81d139e4-1a74-45bd-a04a-64f94c7d37c9" providerId="ADAL" clId="{E7987F6F-D4EF-420F-86A8-4A23E89472B3}" dt="2025-07-10T17:46:10.063" v="734"/>
          <ac:inkMkLst>
            <pc:docMk/>
            <pc:sldMk cId="3893798214" sldId="308"/>
            <ac:inkMk id="6" creationId="{BD29D2F2-2F46-44DF-68C9-FC51CEEDDC53}"/>
          </ac:inkMkLst>
        </pc:inkChg>
        <pc:inkChg chg="add mod">
          <ac:chgData name="Christopher Aloo" userId="81d139e4-1a74-45bd-a04a-64f94c7d37c9" providerId="ADAL" clId="{E7987F6F-D4EF-420F-86A8-4A23E89472B3}" dt="2025-07-10T17:44:03.928" v="619"/>
          <ac:inkMkLst>
            <pc:docMk/>
            <pc:sldMk cId="3893798214" sldId="308"/>
            <ac:inkMk id="7" creationId="{D95933A1-673E-B8C3-735B-223524F786AF}"/>
          </ac:inkMkLst>
        </pc:inkChg>
        <pc:inkChg chg="add mod">
          <ac:chgData name="Christopher Aloo" userId="81d139e4-1a74-45bd-a04a-64f94c7d37c9" providerId="ADAL" clId="{E7987F6F-D4EF-420F-86A8-4A23E89472B3}" dt="2025-07-10T17:44:03.928" v="619"/>
          <ac:inkMkLst>
            <pc:docMk/>
            <pc:sldMk cId="3893798214" sldId="308"/>
            <ac:inkMk id="8" creationId="{FC72B574-BC92-3DE5-5EA0-08B0DC2AD896}"/>
          </ac:inkMkLst>
        </pc:inkChg>
        <pc:inkChg chg="add mod">
          <ac:chgData name="Christopher Aloo" userId="81d139e4-1a74-45bd-a04a-64f94c7d37c9" providerId="ADAL" clId="{E7987F6F-D4EF-420F-86A8-4A23E89472B3}" dt="2025-07-10T17:44:51.057" v="666"/>
          <ac:inkMkLst>
            <pc:docMk/>
            <pc:sldMk cId="3893798214" sldId="308"/>
            <ac:inkMk id="9" creationId="{50C4C3E9-B9B8-854B-BD7B-DD54E927EAF0}"/>
          </ac:inkMkLst>
        </pc:inkChg>
        <pc:inkChg chg="add mod">
          <ac:chgData name="Christopher Aloo" userId="81d139e4-1a74-45bd-a04a-64f94c7d37c9" providerId="ADAL" clId="{E7987F6F-D4EF-420F-86A8-4A23E89472B3}" dt="2025-07-10T17:44:01.550" v="616"/>
          <ac:inkMkLst>
            <pc:docMk/>
            <pc:sldMk cId="3893798214" sldId="308"/>
            <ac:inkMk id="11" creationId="{71C6A46F-F88D-EF36-45C6-004078A06CE8}"/>
          </ac:inkMkLst>
        </pc:inkChg>
        <pc:inkChg chg="add mod">
          <ac:chgData name="Christopher Aloo" userId="81d139e4-1a74-45bd-a04a-64f94c7d37c9" providerId="ADAL" clId="{E7987F6F-D4EF-420F-86A8-4A23E89472B3}" dt="2025-07-10T17:44:03.928" v="619"/>
          <ac:inkMkLst>
            <pc:docMk/>
            <pc:sldMk cId="3893798214" sldId="308"/>
            <ac:inkMk id="12" creationId="{B2094E0A-9BEA-03B7-0380-FC22AB7DFEAF}"/>
          </ac:inkMkLst>
        </pc:inkChg>
        <pc:inkChg chg="add mod">
          <ac:chgData name="Christopher Aloo" userId="81d139e4-1a74-45bd-a04a-64f94c7d37c9" providerId="ADAL" clId="{E7987F6F-D4EF-420F-86A8-4A23E89472B3}" dt="2025-07-10T17:44:03.928" v="619"/>
          <ac:inkMkLst>
            <pc:docMk/>
            <pc:sldMk cId="3893798214" sldId="308"/>
            <ac:inkMk id="13" creationId="{BB6BC576-01F0-A6F0-0D6D-A18202F03799}"/>
          </ac:inkMkLst>
        </pc:inkChg>
        <pc:inkChg chg="add mod">
          <ac:chgData name="Christopher Aloo" userId="81d139e4-1a74-45bd-a04a-64f94c7d37c9" providerId="ADAL" clId="{E7987F6F-D4EF-420F-86A8-4A23E89472B3}" dt="2025-07-10T17:44:03.928" v="619"/>
          <ac:inkMkLst>
            <pc:docMk/>
            <pc:sldMk cId="3893798214" sldId="308"/>
            <ac:inkMk id="14" creationId="{A4D87CC4-9797-FD2A-AEE7-71D03D3E603D}"/>
          </ac:inkMkLst>
        </pc:inkChg>
        <pc:inkChg chg="add">
          <ac:chgData name="Christopher Aloo" userId="81d139e4-1a74-45bd-a04a-64f94c7d37c9" providerId="ADAL" clId="{E7987F6F-D4EF-420F-86A8-4A23E89472B3}" dt="2025-07-10T17:44:02.966" v="617" actId="9405"/>
          <ac:inkMkLst>
            <pc:docMk/>
            <pc:sldMk cId="3893798214" sldId="308"/>
            <ac:inkMk id="16" creationId="{9CABF0C2-D54F-F8D0-F13A-C5EFFB6747F5}"/>
          </ac:inkMkLst>
        </pc:inkChg>
        <pc:inkChg chg="add mod">
          <ac:chgData name="Christopher Aloo" userId="81d139e4-1a74-45bd-a04a-64f94c7d37c9" providerId="ADAL" clId="{E7987F6F-D4EF-420F-86A8-4A23E89472B3}" dt="2025-07-10T17:44:51.057" v="666"/>
          <ac:inkMkLst>
            <pc:docMk/>
            <pc:sldMk cId="3893798214" sldId="308"/>
            <ac:inkMk id="17" creationId="{7C198ACC-C347-8244-E7F4-7A0FBC256216}"/>
          </ac:inkMkLst>
        </pc:inkChg>
        <pc:inkChg chg="add mod">
          <ac:chgData name="Christopher Aloo" userId="81d139e4-1a74-45bd-a04a-64f94c7d37c9" providerId="ADAL" clId="{E7987F6F-D4EF-420F-86A8-4A23E89472B3}" dt="2025-07-10T17:44:09.810" v="626"/>
          <ac:inkMkLst>
            <pc:docMk/>
            <pc:sldMk cId="3893798214" sldId="308"/>
            <ac:inkMk id="19" creationId="{844FA5C4-A546-A93C-3BB7-0FFF8A04EBE3}"/>
          </ac:inkMkLst>
        </pc:inkChg>
        <pc:inkChg chg="add mod">
          <ac:chgData name="Christopher Aloo" userId="81d139e4-1a74-45bd-a04a-64f94c7d37c9" providerId="ADAL" clId="{E7987F6F-D4EF-420F-86A8-4A23E89472B3}" dt="2025-07-10T17:44:09.810" v="626"/>
          <ac:inkMkLst>
            <pc:docMk/>
            <pc:sldMk cId="3893798214" sldId="308"/>
            <ac:inkMk id="20" creationId="{BBCCA804-A695-603B-DF73-B1CCB03BEDD4}"/>
          </ac:inkMkLst>
        </pc:inkChg>
        <pc:inkChg chg="add mod">
          <ac:chgData name="Christopher Aloo" userId="81d139e4-1a74-45bd-a04a-64f94c7d37c9" providerId="ADAL" clId="{E7987F6F-D4EF-420F-86A8-4A23E89472B3}" dt="2025-07-10T17:45:29.463" v="691"/>
          <ac:inkMkLst>
            <pc:docMk/>
            <pc:sldMk cId="3893798214" sldId="308"/>
            <ac:inkMk id="21" creationId="{89EF661D-3852-FD54-A79A-89BC58FC5535}"/>
          </ac:inkMkLst>
        </pc:inkChg>
        <pc:inkChg chg="add mod">
          <ac:chgData name="Christopher Aloo" userId="81d139e4-1a74-45bd-a04a-64f94c7d37c9" providerId="ADAL" clId="{E7987F6F-D4EF-420F-86A8-4A23E89472B3}" dt="2025-07-10T17:44:51.057" v="666"/>
          <ac:inkMkLst>
            <pc:docMk/>
            <pc:sldMk cId="3893798214" sldId="308"/>
            <ac:inkMk id="22" creationId="{29FD4744-946D-BE18-B723-2A687FD2F3E0}"/>
          </ac:inkMkLst>
        </pc:inkChg>
        <pc:inkChg chg="add">
          <ac:chgData name="Christopher Aloo" userId="81d139e4-1a74-45bd-a04a-64f94c7d37c9" providerId="ADAL" clId="{E7987F6F-D4EF-420F-86A8-4A23E89472B3}" dt="2025-07-10T17:44:08.486" v="624" actId="9405"/>
          <ac:inkMkLst>
            <pc:docMk/>
            <pc:sldMk cId="3893798214" sldId="308"/>
            <ac:inkMk id="23" creationId="{AE7B4C2E-1235-02DD-2B4A-4A97F4E9F9A6}"/>
          </ac:inkMkLst>
        </pc:inkChg>
        <pc:inkChg chg="add mod">
          <ac:chgData name="Christopher Aloo" userId="81d139e4-1a74-45bd-a04a-64f94c7d37c9" providerId="ADAL" clId="{E7987F6F-D4EF-420F-86A8-4A23E89472B3}" dt="2025-07-10T17:46:10.063" v="734"/>
          <ac:inkMkLst>
            <pc:docMk/>
            <pc:sldMk cId="3893798214" sldId="308"/>
            <ac:inkMk id="24" creationId="{EEB937E3-BDCB-5F41-C772-48A6C21DE379}"/>
          </ac:inkMkLst>
        </pc:inkChg>
        <pc:inkChg chg="add mod">
          <ac:chgData name="Christopher Aloo" userId="81d139e4-1a74-45bd-a04a-64f94c7d37c9" providerId="ADAL" clId="{E7987F6F-D4EF-420F-86A8-4A23E89472B3}" dt="2025-07-10T17:45:13.236" v="682"/>
          <ac:inkMkLst>
            <pc:docMk/>
            <pc:sldMk cId="3893798214" sldId="308"/>
            <ac:inkMk id="26" creationId="{416330FF-686B-7A6C-2EAA-A12E49F9A9AF}"/>
          </ac:inkMkLst>
        </pc:inkChg>
        <pc:inkChg chg="add mod">
          <ac:chgData name="Christopher Aloo" userId="81d139e4-1a74-45bd-a04a-64f94c7d37c9" providerId="ADAL" clId="{E7987F6F-D4EF-420F-86A8-4A23E89472B3}" dt="2025-07-10T17:44:51.057" v="666"/>
          <ac:inkMkLst>
            <pc:docMk/>
            <pc:sldMk cId="3893798214" sldId="308"/>
            <ac:inkMk id="27" creationId="{8422B158-4F66-A9AE-6FD7-2B4DD157887D}"/>
          </ac:inkMkLst>
        </pc:inkChg>
        <pc:inkChg chg="add mod">
          <ac:chgData name="Christopher Aloo" userId="81d139e4-1a74-45bd-a04a-64f94c7d37c9" providerId="ADAL" clId="{E7987F6F-D4EF-420F-86A8-4A23E89472B3}" dt="2025-07-10T17:45:13.236" v="682"/>
          <ac:inkMkLst>
            <pc:docMk/>
            <pc:sldMk cId="3893798214" sldId="308"/>
            <ac:inkMk id="29" creationId="{D11A35E9-DF63-0835-DCB9-DB9517582402}"/>
          </ac:inkMkLst>
        </pc:inkChg>
        <pc:inkChg chg="add mod">
          <ac:chgData name="Christopher Aloo" userId="81d139e4-1a74-45bd-a04a-64f94c7d37c9" providerId="ADAL" clId="{E7987F6F-D4EF-420F-86A8-4A23E89472B3}" dt="2025-07-10T17:45:29.463" v="691"/>
          <ac:inkMkLst>
            <pc:docMk/>
            <pc:sldMk cId="3893798214" sldId="308"/>
            <ac:inkMk id="30" creationId="{C3286165-2442-9F02-D49F-786A7E51A520}"/>
          </ac:inkMkLst>
        </pc:inkChg>
        <pc:inkChg chg="add mod">
          <ac:chgData name="Christopher Aloo" userId="81d139e4-1a74-45bd-a04a-64f94c7d37c9" providerId="ADAL" clId="{E7987F6F-D4EF-420F-86A8-4A23E89472B3}" dt="2025-07-10T17:46:10.063" v="734"/>
          <ac:inkMkLst>
            <pc:docMk/>
            <pc:sldMk cId="3893798214" sldId="308"/>
            <ac:inkMk id="32" creationId="{D2DE778E-B65A-6951-F6A1-DFD192F1612B}"/>
          </ac:inkMkLst>
        </pc:inkChg>
        <pc:inkChg chg="add mod">
          <ac:chgData name="Christopher Aloo" userId="81d139e4-1a74-45bd-a04a-64f94c7d37c9" providerId="ADAL" clId="{E7987F6F-D4EF-420F-86A8-4A23E89472B3}" dt="2025-07-10T17:44:51.057" v="666"/>
          <ac:inkMkLst>
            <pc:docMk/>
            <pc:sldMk cId="3893798214" sldId="308"/>
            <ac:inkMk id="33" creationId="{ABF45DAD-9A4B-8F08-A538-749B984DFCF3}"/>
          </ac:inkMkLst>
        </pc:inkChg>
        <pc:inkChg chg="add mod">
          <ac:chgData name="Christopher Aloo" userId="81d139e4-1a74-45bd-a04a-64f94c7d37c9" providerId="ADAL" clId="{E7987F6F-D4EF-420F-86A8-4A23E89472B3}" dt="2025-07-10T17:46:03.299" v="730"/>
          <ac:inkMkLst>
            <pc:docMk/>
            <pc:sldMk cId="3893798214" sldId="308"/>
            <ac:inkMk id="34" creationId="{95F5EADD-2939-9DE3-D004-5B55B58A458E}"/>
          </ac:inkMkLst>
        </pc:inkChg>
        <pc:inkChg chg="add">
          <ac:chgData name="Christopher Aloo" userId="81d139e4-1a74-45bd-a04a-64f94c7d37c9" providerId="ADAL" clId="{E7987F6F-D4EF-420F-86A8-4A23E89472B3}" dt="2025-07-10T17:44:30.964" v="637" actId="9405"/>
          <ac:inkMkLst>
            <pc:docMk/>
            <pc:sldMk cId="3893798214" sldId="308"/>
            <ac:inkMk id="36" creationId="{D5986C52-15D8-18EF-7F48-83D553C4D449}"/>
          </ac:inkMkLst>
        </pc:inkChg>
        <pc:inkChg chg="add">
          <ac:chgData name="Christopher Aloo" userId="81d139e4-1a74-45bd-a04a-64f94c7d37c9" providerId="ADAL" clId="{E7987F6F-D4EF-420F-86A8-4A23E89472B3}" dt="2025-07-10T17:44:31.331" v="638" actId="9405"/>
          <ac:inkMkLst>
            <pc:docMk/>
            <pc:sldMk cId="3893798214" sldId="308"/>
            <ac:inkMk id="37" creationId="{ECF5B81D-D3F5-BC3E-E357-01204D6BB48C}"/>
          </ac:inkMkLst>
        </pc:inkChg>
        <pc:inkChg chg="add">
          <ac:chgData name="Christopher Aloo" userId="81d139e4-1a74-45bd-a04a-64f94c7d37c9" providerId="ADAL" clId="{E7987F6F-D4EF-420F-86A8-4A23E89472B3}" dt="2025-07-10T17:44:32.212" v="640" actId="9405"/>
          <ac:inkMkLst>
            <pc:docMk/>
            <pc:sldMk cId="3893798214" sldId="308"/>
            <ac:inkMk id="39" creationId="{E5F211F3-1EF6-1AE8-8D8C-86AB6BA2F56F}"/>
          </ac:inkMkLst>
        </pc:inkChg>
        <pc:inkChg chg="add mod">
          <ac:chgData name="Christopher Aloo" userId="81d139e4-1a74-45bd-a04a-64f94c7d37c9" providerId="ADAL" clId="{E7987F6F-D4EF-420F-86A8-4A23E89472B3}" dt="2025-07-10T17:46:10.063" v="734"/>
          <ac:inkMkLst>
            <pc:docMk/>
            <pc:sldMk cId="3893798214" sldId="308"/>
            <ac:inkMk id="40" creationId="{1CDA91D3-9B6C-1343-DB49-FC32FCCF455D}"/>
          </ac:inkMkLst>
        </pc:inkChg>
        <pc:inkChg chg="add">
          <ac:chgData name="Christopher Aloo" userId="81d139e4-1a74-45bd-a04a-64f94c7d37c9" providerId="ADAL" clId="{E7987F6F-D4EF-420F-86A8-4A23E89472B3}" dt="2025-07-10T17:44:33.673" v="643" actId="9405"/>
          <ac:inkMkLst>
            <pc:docMk/>
            <pc:sldMk cId="3893798214" sldId="308"/>
            <ac:inkMk id="42" creationId="{3A982938-167E-54F3-16F5-9DCB26EDF9E7}"/>
          </ac:inkMkLst>
        </pc:inkChg>
        <pc:inkChg chg="add">
          <ac:chgData name="Christopher Aloo" userId="81d139e4-1a74-45bd-a04a-64f94c7d37c9" providerId="ADAL" clId="{E7987F6F-D4EF-420F-86A8-4A23E89472B3}" dt="2025-07-10T17:44:34.074" v="644" actId="9405"/>
          <ac:inkMkLst>
            <pc:docMk/>
            <pc:sldMk cId="3893798214" sldId="308"/>
            <ac:inkMk id="43" creationId="{363ACAC9-EE54-D0C4-D6FB-97F79B0580CC}"/>
          </ac:inkMkLst>
        </pc:inkChg>
        <pc:inkChg chg="add">
          <ac:chgData name="Christopher Aloo" userId="81d139e4-1a74-45bd-a04a-64f94c7d37c9" providerId="ADAL" clId="{E7987F6F-D4EF-420F-86A8-4A23E89472B3}" dt="2025-07-10T17:44:34.290" v="645" actId="9405"/>
          <ac:inkMkLst>
            <pc:docMk/>
            <pc:sldMk cId="3893798214" sldId="308"/>
            <ac:inkMk id="44" creationId="{F0939EE6-2D44-E25D-5CE5-B4F575BC93A0}"/>
          </ac:inkMkLst>
        </pc:inkChg>
        <pc:inkChg chg="add">
          <ac:chgData name="Christopher Aloo" userId="81d139e4-1a74-45bd-a04a-64f94c7d37c9" providerId="ADAL" clId="{E7987F6F-D4EF-420F-86A8-4A23E89472B3}" dt="2025-07-10T17:44:35.387" v="646" actId="9405"/>
          <ac:inkMkLst>
            <pc:docMk/>
            <pc:sldMk cId="3893798214" sldId="308"/>
            <ac:inkMk id="45" creationId="{67D5711F-D673-B3F3-ECD4-5EC8794CB666}"/>
          </ac:inkMkLst>
        </pc:inkChg>
        <pc:inkChg chg="add mod">
          <ac:chgData name="Christopher Aloo" userId="81d139e4-1a74-45bd-a04a-64f94c7d37c9" providerId="ADAL" clId="{E7987F6F-D4EF-420F-86A8-4A23E89472B3}" dt="2025-07-10T17:45:08.321" v="677"/>
          <ac:inkMkLst>
            <pc:docMk/>
            <pc:sldMk cId="3893798214" sldId="308"/>
            <ac:inkMk id="46" creationId="{627B151F-7823-BFCB-0839-368452368446}"/>
          </ac:inkMkLst>
        </pc:inkChg>
        <pc:inkChg chg="add">
          <ac:chgData name="Christopher Aloo" userId="81d139e4-1a74-45bd-a04a-64f94c7d37c9" providerId="ADAL" clId="{E7987F6F-D4EF-420F-86A8-4A23E89472B3}" dt="2025-07-10T17:44:36.771" v="648" actId="9405"/>
          <ac:inkMkLst>
            <pc:docMk/>
            <pc:sldMk cId="3893798214" sldId="308"/>
            <ac:inkMk id="47" creationId="{BCAAE7BA-48D6-24DA-AE75-31C79F236884}"/>
          </ac:inkMkLst>
        </pc:inkChg>
        <pc:inkChg chg="add">
          <ac:chgData name="Christopher Aloo" userId="81d139e4-1a74-45bd-a04a-64f94c7d37c9" providerId="ADAL" clId="{E7987F6F-D4EF-420F-86A8-4A23E89472B3}" dt="2025-07-10T17:44:37.281" v="649" actId="9405"/>
          <ac:inkMkLst>
            <pc:docMk/>
            <pc:sldMk cId="3893798214" sldId="308"/>
            <ac:inkMk id="48" creationId="{8A4EE69A-13A0-94C9-2BDD-0A9B6F94A75A}"/>
          </ac:inkMkLst>
        </pc:inkChg>
        <pc:inkChg chg="add mod">
          <ac:chgData name="Christopher Aloo" userId="81d139e4-1a74-45bd-a04a-64f94c7d37c9" providerId="ADAL" clId="{E7987F6F-D4EF-420F-86A8-4A23E89472B3}" dt="2025-07-10T17:44:51.057" v="666"/>
          <ac:inkMkLst>
            <pc:docMk/>
            <pc:sldMk cId="3893798214" sldId="308"/>
            <ac:inkMk id="50" creationId="{CA826BC4-1179-B6FB-940D-801CF13AD23F}"/>
          </ac:inkMkLst>
        </pc:inkChg>
        <pc:inkChg chg="add">
          <ac:chgData name="Christopher Aloo" userId="81d139e4-1a74-45bd-a04a-64f94c7d37c9" providerId="ADAL" clId="{E7987F6F-D4EF-420F-86A8-4A23E89472B3}" dt="2025-07-10T17:44:41.924" v="653" actId="9405"/>
          <ac:inkMkLst>
            <pc:docMk/>
            <pc:sldMk cId="3893798214" sldId="308"/>
            <ac:inkMk id="52" creationId="{32F6641C-9029-31C5-B0FB-AE5B0DF58A80}"/>
          </ac:inkMkLst>
        </pc:inkChg>
        <pc:inkChg chg="add">
          <ac:chgData name="Christopher Aloo" userId="81d139e4-1a74-45bd-a04a-64f94c7d37c9" providerId="ADAL" clId="{E7987F6F-D4EF-420F-86A8-4A23E89472B3}" dt="2025-07-10T17:44:42.281" v="654" actId="9405"/>
          <ac:inkMkLst>
            <pc:docMk/>
            <pc:sldMk cId="3893798214" sldId="308"/>
            <ac:inkMk id="53" creationId="{10654945-297A-83B9-48B7-D011A22743FD}"/>
          </ac:inkMkLst>
        </pc:inkChg>
        <pc:inkChg chg="add">
          <ac:chgData name="Christopher Aloo" userId="81d139e4-1a74-45bd-a04a-64f94c7d37c9" providerId="ADAL" clId="{E7987F6F-D4EF-420F-86A8-4A23E89472B3}" dt="2025-07-10T17:44:45.247" v="656" actId="9405"/>
          <ac:inkMkLst>
            <pc:docMk/>
            <pc:sldMk cId="3893798214" sldId="308"/>
            <ac:inkMk id="55" creationId="{053ED47D-080B-8EBF-46B0-DA0438C9AE16}"/>
          </ac:inkMkLst>
        </pc:inkChg>
        <pc:inkChg chg="add">
          <ac:chgData name="Christopher Aloo" userId="81d139e4-1a74-45bd-a04a-64f94c7d37c9" providerId="ADAL" clId="{E7987F6F-D4EF-420F-86A8-4A23E89472B3}" dt="2025-07-10T17:44:46.542" v="658" actId="9405"/>
          <ac:inkMkLst>
            <pc:docMk/>
            <pc:sldMk cId="3893798214" sldId="308"/>
            <ac:inkMk id="57" creationId="{2F6D38CF-32AD-1BB4-268C-B45CD2FAB5BF}"/>
          </ac:inkMkLst>
        </pc:inkChg>
        <pc:inkChg chg="add mod">
          <ac:chgData name="Christopher Aloo" userId="81d139e4-1a74-45bd-a04a-64f94c7d37c9" providerId="ADAL" clId="{E7987F6F-D4EF-420F-86A8-4A23E89472B3}" dt="2025-07-10T17:45:29.463" v="691"/>
          <ac:inkMkLst>
            <pc:docMk/>
            <pc:sldMk cId="3893798214" sldId="308"/>
            <ac:inkMk id="58" creationId="{381FF911-17E0-A519-5199-A06CDCBDA43F}"/>
          </ac:inkMkLst>
        </pc:inkChg>
        <pc:inkChg chg="add">
          <ac:chgData name="Christopher Aloo" userId="81d139e4-1a74-45bd-a04a-64f94c7d37c9" providerId="ADAL" clId="{E7987F6F-D4EF-420F-86A8-4A23E89472B3}" dt="2025-07-10T17:44:47.509" v="660" actId="9405"/>
          <ac:inkMkLst>
            <pc:docMk/>
            <pc:sldMk cId="3893798214" sldId="308"/>
            <ac:inkMk id="59" creationId="{F5B7FC75-AA48-50E5-034B-F84465C7BB34}"/>
          </ac:inkMkLst>
        </pc:inkChg>
        <pc:inkChg chg="add">
          <ac:chgData name="Christopher Aloo" userId="81d139e4-1a74-45bd-a04a-64f94c7d37c9" providerId="ADAL" clId="{E7987F6F-D4EF-420F-86A8-4A23E89472B3}" dt="2025-07-10T17:44:48.406" v="662" actId="9405"/>
          <ac:inkMkLst>
            <pc:docMk/>
            <pc:sldMk cId="3893798214" sldId="308"/>
            <ac:inkMk id="61" creationId="{76ACAF3D-3442-ED88-FD22-B80DE8AB764A}"/>
          </ac:inkMkLst>
        </pc:inkChg>
        <pc:inkChg chg="add">
          <ac:chgData name="Christopher Aloo" userId="81d139e4-1a74-45bd-a04a-64f94c7d37c9" providerId="ADAL" clId="{E7987F6F-D4EF-420F-86A8-4A23E89472B3}" dt="2025-07-10T17:44:49.202" v="663" actId="9405"/>
          <ac:inkMkLst>
            <pc:docMk/>
            <pc:sldMk cId="3893798214" sldId="308"/>
            <ac:inkMk id="62" creationId="{4BD2ED6E-B7F6-3AA0-9A03-83D0BB4FCF92}"/>
          </ac:inkMkLst>
        </pc:inkChg>
        <pc:inkChg chg="add">
          <ac:chgData name="Christopher Aloo" userId="81d139e4-1a74-45bd-a04a-64f94c7d37c9" providerId="ADAL" clId="{E7987F6F-D4EF-420F-86A8-4A23E89472B3}" dt="2025-07-10T17:44:50.430" v="665" actId="9405"/>
          <ac:inkMkLst>
            <pc:docMk/>
            <pc:sldMk cId="3893798214" sldId="308"/>
            <ac:inkMk id="64" creationId="{66B4996A-C7D7-A5A5-28D5-B712B8881FE9}"/>
          </ac:inkMkLst>
        </pc:inkChg>
        <pc:inkChg chg="add">
          <ac:chgData name="Christopher Aloo" userId="81d139e4-1a74-45bd-a04a-64f94c7d37c9" providerId="ADAL" clId="{E7987F6F-D4EF-420F-86A8-4A23E89472B3}" dt="2025-07-10T17:44:52.904" v="667" actId="9405"/>
          <ac:inkMkLst>
            <pc:docMk/>
            <pc:sldMk cId="3893798214" sldId="308"/>
            <ac:inkMk id="66" creationId="{39894EB2-2E89-D085-EC41-3C6841E9364B}"/>
          </ac:inkMkLst>
        </pc:inkChg>
        <pc:inkChg chg="add mod">
          <ac:chgData name="Christopher Aloo" userId="81d139e4-1a74-45bd-a04a-64f94c7d37c9" providerId="ADAL" clId="{E7987F6F-D4EF-420F-86A8-4A23E89472B3}" dt="2025-07-10T17:46:10.063" v="734"/>
          <ac:inkMkLst>
            <pc:docMk/>
            <pc:sldMk cId="3893798214" sldId="308"/>
            <ac:inkMk id="68" creationId="{049B34CE-7923-DEB3-6F6A-6794B71896B7}"/>
          </ac:inkMkLst>
        </pc:inkChg>
        <pc:inkChg chg="add">
          <ac:chgData name="Christopher Aloo" userId="81d139e4-1a74-45bd-a04a-64f94c7d37c9" providerId="ADAL" clId="{E7987F6F-D4EF-420F-86A8-4A23E89472B3}" dt="2025-07-10T17:44:57.311" v="671" actId="9405"/>
          <ac:inkMkLst>
            <pc:docMk/>
            <pc:sldMk cId="3893798214" sldId="308"/>
            <ac:inkMk id="70" creationId="{AF85C04F-D754-0B19-CD0B-D3EBB9E79630}"/>
          </ac:inkMkLst>
        </pc:inkChg>
        <pc:inkChg chg="add">
          <ac:chgData name="Christopher Aloo" userId="81d139e4-1a74-45bd-a04a-64f94c7d37c9" providerId="ADAL" clId="{E7987F6F-D4EF-420F-86A8-4A23E89472B3}" dt="2025-07-10T17:45:05.750" v="673" actId="9405"/>
          <ac:inkMkLst>
            <pc:docMk/>
            <pc:sldMk cId="3893798214" sldId="308"/>
            <ac:inkMk id="72" creationId="{ECFF4F5E-672E-71A6-A100-4BC9A8E2FC35}"/>
          </ac:inkMkLst>
        </pc:inkChg>
        <pc:inkChg chg="add">
          <ac:chgData name="Christopher Aloo" userId="81d139e4-1a74-45bd-a04a-64f94c7d37c9" providerId="ADAL" clId="{E7987F6F-D4EF-420F-86A8-4A23E89472B3}" dt="2025-07-10T17:45:06.296" v="674" actId="9405"/>
          <ac:inkMkLst>
            <pc:docMk/>
            <pc:sldMk cId="3893798214" sldId="308"/>
            <ac:inkMk id="73" creationId="{4142C8F6-CD9E-8633-40D8-82DF0970D1A4}"/>
          </ac:inkMkLst>
        </pc:inkChg>
        <pc:inkChg chg="add mod">
          <ac:chgData name="Christopher Aloo" userId="81d139e4-1a74-45bd-a04a-64f94c7d37c9" providerId="ADAL" clId="{E7987F6F-D4EF-420F-86A8-4A23E89472B3}" dt="2025-07-10T17:46:10.063" v="734"/>
          <ac:inkMkLst>
            <pc:docMk/>
            <pc:sldMk cId="3893798214" sldId="308"/>
            <ac:inkMk id="74" creationId="{1AC120C6-FDB5-36AC-06DA-7479469FFC83}"/>
          </ac:inkMkLst>
        </pc:inkChg>
        <pc:inkChg chg="add">
          <ac:chgData name="Christopher Aloo" userId="81d139e4-1a74-45bd-a04a-64f94c7d37c9" providerId="ADAL" clId="{E7987F6F-D4EF-420F-86A8-4A23E89472B3}" dt="2025-07-10T17:45:07.357" v="676" actId="9405"/>
          <ac:inkMkLst>
            <pc:docMk/>
            <pc:sldMk cId="3893798214" sldId="308"/>
            <ac:inkMk id="75" creationId="{EACFF9A5-99A7-0BA0-EFF5-55B42392513C}"/>
          </ac:inkMkLst>
        </pc:inkChg>
        <pc:inkChg chg="add mod">
          <ac:chgData name="Christopher Aloo" userId="81d139e4-1a74-45bd-a04a-64f94c7d37c9" providerId="ADAL" clId="{E7987F6F-D4EF-420F-86A8-4A23E89472B3}" dt="2025-07-10T17:45:13.236" v="682"/>
          <ac:inkMkLst>
            <pc:docMk/>
            <pc:sldMk cId="3893798214" sldId="308"/>
            <ac:inkMk id="77" creationId="{CD2EEF47-DBD7-4404-ACBF-CB5CD930C933}"/>
          </ac:inkMkLst>
        </pc:inkChg>
        <pc:inkChg chg="add">
          <ac:chgData name="Christopher Aloo" userId="81d139e4-1a74-45bd-a04a-64f94c7d37c9" providerId="ADAL" clId="{E7987F6F-D4EF-420F-86A8-4A23E89472B3}" dt="2025-07-10T17:45:12.259" v="680" actId="9405"/>
          <ac:inkMkLst>
            <pc:docMk/>
            <pc:sldMk cId="3893798214" sldId="308"/>
            <ac:inkMk id="79" creationId="{5B235AC9-FF38-0BCC-A080-6B35C27EAFCA}"/>
          </ac:inkMkLst>
        </pc:inkChg>
        <pc:inkChg chg="add mod">
          <ac:chgData name="Christopher Aloo" userId="81d139e4-1a74-45bd-a04a-64f94c7d37c9" providerId="ADAL" clId="{E7987F6F-D4EF-420F-86A8-4A23E89472B3}" dt="2025-07-10T17:46:03.299" v="730"/>
          <ac:inkMkLst>
            <pc:docMk/>
            <pc:sldMk cId="3893798214" sldId="308"/>
            <ac:inkMk id="80" creationId="{CE688527-8B9B-5DFC-9B04-CD0E1E5B2623}"/>
          </ac:inkMkLst>
        </pc:inkChg>
        <pc:inkChg chg="add mod">
          <ac:chgData name="Christopher Aloo" userId="81d139e4-1a74-45bd-a04a-64f94c7d37c9" providerId="ADAL" clId="{E7987F6F-D4EF-420F-86A8-4A23E89472B3}" dt="2025-07-10T17:46:10.063" v="734"/>
          <ac:inkMkLst>
            <pc:docMk/>
            <pc:sldMk cId="3893798214" sldId="308"/>
            <ac:inkMk id="82" creationId="{B81C1173-A5AF-10B2-EACF-43562DA9555D}"/>
          </ac:inkMkLst>
        </pc:inkChg>
        <pc:inkChg chg="add mod">
          <ac:chgData name="Christopher Aloo" userId="81d139e4-1a74-45bd-a04a-64f94c7d37c9" providerId="ADAL" clId="{E7987F6F-D4EF-420F-86A8-4A23E89472B3}" dt="2025-07-10T17:45:29.463" v="691"/>
          <ac:inkMkLst>
            <pc:docMk/>
            <pc:sldMk cId="3893798214" sldId="308"/>
            <ac:inkMk id="83" creationId="{B95525D8-B6AF-13C4-236E-0F3177560642}"/>
          </ac:inkMkLst>
        </pc:inkChg>
        <pc:inkChg chg="add mod">
          <ac:chgData name="Christopher Aloo" userId="81d139e4-1a74-45bd-a04a-64f94c7d37c9" providerId="ADAL" clId="{E7987F6F-D4EF-420F-86A8-4A23E89472B3}" dt="2025-07-10T17:45:20.256" v="688"/>
          <ac:inkMkLst>
            <pc:docMk/>
            <pc:sldMk cId="3893798214" sldId="308"/>
            <ac:inkMk id="85" creationId="{40929703-70D1-8D5F-B5D6-490F5D14B992}"/>
          </ac:inkMkLst>
        </pc:inkChg>
        <pc:inkChg chg="add mod">
          <ac:chgData name="Christopher Aloo" userId="81d139e4-1a74-45bd-a04a-64f94c7d37c9" providerId="ADAL" clId="{E7987F6F-D4EF-420F-86A8-4A23E89472B3}" dt="2025-07-10T17:45:20.256" v="688"/>
          <ac:inkMkLst>
            <pc:docMk/>
            <pc:sldMk cId="3893798214" sldId="308"/>
            <ac:inkMk id="86" creationId="{4C4BFCD2-AD5D-8D34-AE42-BD019FA68930}"/>
          </ac:inkMkLst>
        </pc:inkChg>
        <pc:inkChg chg="add">
          <ac:chgData name="Christopher Aloo" userId="81d139e4-1a74-45bd-a04a-64f94c7d37c9" providerId="ADAL" clId="{E7987F6F-D4EF-420F-86A8-4A23E89472B3}" dt="2025-07-10T17:45:21.572" v="689" actId="9405"/>
          <ac:inkMkLst>
            <pc:docMk/>
            <pc:sldMk cId="3893798214" sldId="308"/>
            <ac:inkMk id="88" creationId="{030FA061-C28A-472E-4EE8-8823B4C37A72}"/>
          </ac:inkMkLst>
        </pc:inkChg>
        <pc:inkChg chg="add mod">
          <ac:chgData name="Christopher Aloo" userId="81d139e4-1a74-45bd-a04a-64f94c7d37c9" providerId="ADAL" clId="{E7987F6F-D4EF-420F-86A8-4A23E89472B3}" dt="2025-07-10T17:45:29.463" v="691"/>
          <ac:inkMkLst>
            <pc:docMk/>
            <pc:sldMk cId="3893798214" sldId="308"/>
            <ac:inkMk id="89" creationId="{68B2FB75-C5AC-FEE3-6F29-D031BB969319}"/>
          </ac:inkMkLst>
        </pc:inkChg>
        <pc:inkChg chg="add">
          <ac:chgData name="Christopher Aloo" userId="81d139e4-1a74-45bd-a04a-64f94c7d37c9" providerId="ADAL" clId="{E7987F6F-D4EF-420F-86A8-4A23E89472B3}" dt="2025-07-10T17:45:31.495" v="692" actId="9405"/>
          <ac:inkMkLst>
            <pc:docMk/>
            <pc:sldMk cId="3893798214" sldId="308"/>
            <ac:inkMk id="91" creationId="{9CD346A0-BB5E-D046-DAA4-A0B6B9EE203B}"/>
          </ac:inkMkLst>
        </pc:inkChg>
        <pc:inkChg chg="add mod">
          <ac:chgData name="Christopher Aloo" userId="81d139e4-1a74-45bd-a04a-64f94c7d37c9" providerId="ADAL" clId="{E7987F6F-D4EF-420F-86A8-4A23E89472B3}" dt="2025-07-10T17:45:37.096" v="700"/>
          <ac:inkMkLst>
            <pc:docMk/>
            <pc:sldMk cId="3893798214" sldId="308"/>
            <ac:inkMk id="92" creationId="{908C1A0E-CD93-676E-B362-2E8A42265A93}"/>
          </ac:inkMkLst>
        </pc:inkChg>
        <pc:inkChg chg="add mod">
          <ac:chgData name="Christopher Aloo" userId="81d139e4-1a74-45bd-a04a-64f94c7d37c9" providerId="ADAL" clId="{E7987F6F-D4EF-420F-86A8-4A23E89472B3}" dt="2025-07-10T17:45:37.096" v="700"/>
          <ac:inkMkLst>
            <pc:docMk/>
            <pc:sldMk cId="3893798214" sldId="308"/>
            <ac:inkMk id="93" creationId="{2656E251-9DC2-09B7-0F1D-75F85AAA774F}"/>
          </ac:inkMkLst>
        </pc:inkChg>
        <pc:inkChg chg="add mod">
          <ac:chgData name="Christopher Aloo" userId="81d139e4-1a74-45bd-a04a-64f94c7d37c9" providerId="ADAL" clId="{E7987F6F-D4EF-420F-86A8-4A23E89472B3}" dt="2025-07-10T17:46:03.299" v="730"/>
          <ac:inkMkLst>
            <pc:docMk/>
            <pc:sldMk cId="3893798214" sldId="308"/>
            <ac:inkMk id="94" creationId="{988BF46A-8745-58F7-9552-2747C09A7E1D}"/>
          </ac:inkMkLst>
        </pc:inkChg>
        <pc:inkChg chg="add mod">
          <ac:chgData name="Christopher Aloo" userId="81d139e4-1a74-45bd-a04a-64f94c7d37c9" providerId="ADAL" clId="{E7987F6F-D4EF-420F-86A8-4A23E89472B3}" dt="2025-07-10T17:46:35.953" v="748"/>
          <ac:inkMkLst>
            <pc:docMk/>
            <pc:sldMk cId="3893798214" sldId="308"/>
            <ac:inkMk id="95" creationId="{3DBD7491-9B36-BC05-E85A-3715B279D558}"/>
          </ac:inkMkLst>
        </pc:inkChg>
        <pc:inkChg chg="add mod">
          <ac:chgData name="Christopher Aloo" userId="81d139e4-1a74-45bd-a04a-64f94c7d37c9" providerId="ADAL" clId="{E7987F6F-D4EF-420F-86A8-4A23E89472B3}" dt="2025-07-10T17:46:24.036" v="736"/>
          <ac:inkMkLst>
            <pc:docMk/>
            <pc:sldMk cId="3893798214" sldId="308"/>
            <ac:inkMk id="96" creationId="{12659FB3-7F4C-FA2E-C4A0-DE0B30723EC8}"/>
          </ac:inkMkLst>
        </pc:inkChg>
        <pc:inkChg chg="add mod">
          <ac:chgData name="Christopher Aloo" userId="81d139e4-1a74-45bd-a04a-64f94c7d37c9" providerId="ADAL" clId="{E7987F6F-D4EF-420F-86A8-4A23E89472B3}" dt="2025-07-10T17:46:35.953" v="748"/>
          <ac:inkMkLst>
            <pc:docMk/>
            <pc:sldMk cId="3893798214" sldId="308"/>
            <ac:inkMk id="97" creationId="{3FCDE241-2168-74F0-86A9-564BE8736204}"/>
          </ac:inkMkLst>
        </pc:inkChg>
        <pc:inkChg chg="add mod">
          <ac:chgData name="Christopher Aloo" userId="81d139e4-1a74-45bd-a04a-64f94c7d37c9" providerId="ADAL" clId="{E7987F6F-D4EF-420F-86A8-4A23E89472B3}" dt="2025-07-10T17:45:45.098" v="705"/>
          <ac:inkMkLst>
            <pc:docMk/>
            <pc:sldMk cId="3893798214" sldId="308"/>
            <ac:inkMk id="98" creationId="{626639BD-E3C4-3B17-B3C0-2C98EAFDC894}"/>
          </ac:inkMkLst>
        </pc:inkChg>
        <pc:inkChg chg="add">
          <ac:chgData name="Christopher Aloo" userId="81d139e4-1a74-45bd-a04a-64f94c7d37c9" providerId="ADAL" clId="{E7987F6F-D4EF-420F-86A8-4A23E89472B3}" dt="2025-07-10T17:45:39.597" v="701" actId="9405"/>
          <ac:inkMkLst>
            <pc:docMk/>
            <pc:sldMk cId="3893798214" sldId="308"/>
            <ac:inkMk id="101" creationId="{5F2778C1-5F5F-55E3-FC66-543F8FC7BD81}"/>
          </ac:inkMkLst>
        </pc:inkChg>
        <pc:inkChg chg="add mod">
          <ac:chgData name="Christopher Aloo" userId="81d139e4-1a74-45bd-a04a-64f94c7d37c9" providerId="ADAL" clId="{E7987F6F-D4EF-420F-86A8-4A23E89472B3}" dt="2025-07-10T17:45:45.098" v="705"/>
          <ac:inkMkLst>
            <pc:docMk/>
            <pc:sldMk cId="3893798214" sldId="308"/>
            <ac:inkMk id="102" creationId="{3AD54644-BBD7-6737-E44E-81EDB692116E}"/>
          </ac:inkMkLst>
        </pc:inkChg>
        <pc:inkChg chg="add mod">
          <ac:chgData name="Christopher Aloo" userId="81d139e4-1a74-45bd-a04a-64f94c7d37c9" providerId="ADAL" clId="{E7987F6F-D4EF-420F-86A8-4A23E89472B3}" dt="2025-07-10T17:45:45.098" v="705"/>
          <ac:inkMkLst>
            <pc:docMk/>
            <pc:sldMk cId="3893798214" sldId="308"/>
            <ac:inkMk id="104" creationId="{9AA7C2F6-2DA0-A3D3-A6D8-13D90F8610D1}"/>
          </ac:inkMkLst>
        </pc:inkChg>
        <pc:inkChg chg="add mod">
          <ac:chgData name="Christopher Aloo" userId="81d139e4-1a74-45bd-a04a-64f94c7d37c9" providerId="ADAL" clId="{E7987F6F-D4EF-420F-86A8-4A23E89472B3}" dt="2025-07-10T17:45:56.475" v="728"/>
          <ac:inkMkLst>
            <pc:docMk/>
            <pc:sldMk cId="3893798214" sldId="308"/>
            <ac:inkMk id="106" creationId="{DDC86759-F319-6F8F-06DC-90AA44AD5F00}"/>
          </ac:inkMkLst>
        </pc:inkChg>
        <pc:inkChg chg="add mod">
          <ac:chgData name="Christopher Aloo" userId="81d139e4-1a74-45bd-a04a-64f94c7d37c9" providerId="ADAL" clId="{E7987F6F-D4EF-420F-86A8-4A23E89472B3}" dt="2025-07-10T17:45:51.748" v="721"/>
          <ac:inkMkLst>
            <pc:docMk/>
            <pc:sldMk cId="3893798214" sldId="308"/>
            <ac:inkMk id="107" creationId="{59A9D4EC-3D91-F681-414C-3FB148436050}"/>
          </ac:inkMkLst>
        </pc:inkChg>
        <pc:inkChg chg="add mod">
          <ac:chgData name="Christopher Aloo" userId="81d139e4-1a74-45bd-a04a-64f94c7d37c9" providerId="ADAL" clId="{E7987F6F-D4EF-420F-86A8-4A23E89472B3}" dt="2025-07-10T17:46:03.299" v="730"/>
          <ac:inkMkLst>
            <pc:docMk/>
            <pc:sldMk cId="3893798214" sldId="308"/>
            <ac:inkMk id="108" creationId="{D9B98B0D-1C19-B012-3355-F2E52B45D70C}"/>
          </ac:inkMkLst>
        </pc:inkChg>
        <pc:inkChg chg="add mod">
          <ac:chgData name="Christopher Aloo" userId="81d139e4-1a74-45bd-a04a-64f94c7d37c9" providerId="ADAL" clId="{E7987F6F-D4EF-420F-86A8-4A23E89472B3}" dt="2025-07-10T17:47:10.991" v="767"/>
          <ac:inkMkLst>
            <pc:docMk/>
            <pc:sldMk cId="3893798214" sldId="308"/>
            <ac:inkMk id="109" creationId="{CF9C5509-82C8-1A4C-BA3B-0A5A26A7FCE9}"/>
          </ac:inkMkLst>
        </pc:inkChg>
        <pc:inkChg chg="add mod">
          <ac:chgData name="Christopher Aloo" userId="81d139e4-1a74-45bd-a04a-64f94c7d37c9" providerId="ADAL" clId="{E7987F6F-D4EF-420F-86A8-4A23E89472B3}" dt="2025-07-10T17:47:10.991" v="767"/>
          <ac:inkMkLst>
            <pc:docMk/>
            <pc:sldMk cId="3893798214" sldId="308"/>
            <ac:inkMk id="110" creationId="{8F5856A7-6266-ABF6-408E-8F145025C45A}"/>
          </ac:inkMkLst>
        </pc:inkChg>
        <pc:inkChg chg="add mod">
          <ac:chgData name="Christopher Aloo" userId="81d139e4-1a74-45bd-a04a-64f94c7d37c9" providerId="ADAL" clId="{E7987F6F-D4EF-420F-86A8-4A23E89472B3}" dt="2025-07-10T17:46:10.063" v="734"/>
          <ac:inkMkLst>
            <pc:docMk/>
            <pc:sldMk cId="3893798214" sldId="308"/>
            <ac:inkMk id="112" creationId="{3DE89604-3E6D-DEBA-AE2D-D854E18A7B7F}"/>
          </ac:inkMkLst>
        </pc:inkChg>
        <pc:inkChg chg="add">
          <ac:chgData name="Christopher Aloo" userId="81d139e4-1a74-45bd-a04a-64f94c7d37c9" providerId="ADAL" clId="{E7987F6F-D4EF-420F-86A8-4A23E89472B3}" dt="2025-07-10T17:45:48.517" v="713" actId="9405"/>
          <ac:inkMkLst>
            <pc:docMk/>
            <pc:sldMk cId="3893798214" sldId="308"/>
            <ac:inkMk id="113" creationId="{0BFD4BB8-86F4-D8F8-12EB-EC608E3E3140}"/>
          </ac:inkMkLst>
        </pc:inkChg>
        <pc:inkChg chg="add mod">
          <ac:chgData name="Christopher Aloo" userId="81d139e4-1a74-45bd-a04a-64f94c7d37c9" providerId="ADAL" clId="{E7987F6F-D4EF-420F-86A8-4A23E89472B3}" dt="2025-07-10T17:46:03.299" v="730"/>
          <ac:inkMkLst>
            <pc:docMk/>
            <pc:sldMk cId="3893798214" sldId="308"/>
            <ac:inkMk id="114" creationId="{E75CAAC4-F96F-D875-30B4-2F99ACCC6CC4}"/>
          </ac:inkMkLst>
        </pc:inkChg>
        <pc:inkChg chg="add mod">
          <ac:chgData name="Christopher Aloo" userId="81d139e4-1a74-45bd-a04a-64f94c7d37c9" providerId="ADAL" clId="{E7987F6F-D4EF-420F-86A8-4A23E89472B3}" dt="2025-07-10T17:46:35.953" v="748"/>
          <ac:inkMkLst>
            <pc:docMk/>
            <pc:sldMk cId="3893798214" sldId="308"/>
            <ac:inkMk id="115" creationId="{DA1581A0-9328-B365-4C6A-C35829914165}"/>
          </ac:inkMkLst>
        </pc:inkChg>
        <pc:inkChg chg="add mod">
          <ac:chgData name="Christopher Aloo" userId="81d139e4-1a74-45bd-a04a-64f94c7d37c9" providerId="ADAL" clId="{E7987F6F-D4EF-420F-86A8-4A23E89472B3}" dt="2025-07-10T17:45:51.748" v="721"/>
          <ac:inkMkLst>
            <pc:docMk/>
            <pc:sldMk cId="3893798214" sldId="308"/>
            <ac:inkMk id="116" creationId="{CAB2CE77-349F-981F-A686-857218357433}"/>
          </ac:inkMkLst>
        </pc:inkChg>
        <pc:inkChg chg="add mod">
          <ac:chgData name="Christopher Aloo" userId="81d139e4-1a74-45bd-a04a-64f94c7d37c9" providerId="ADAL" clId="{E7987F6F-D4EF-420F-86A8-4A23E89472B3}" dt="2025-07-10T17:46:35.953" v="748"/>
          <ac:inkMkLst>
            <pc:docMk/>
            <pc:sldMk cId="3893798214" sldId="308"/>
            <ac:inkMk id="117" creationId="{5BCDE369-5A8A-2106-5D14-BB4808B71BF5}"/>
          </ac:inkMkLst>
        </pc:inkChg>
        <pc:inkChg chg="add">
          <ac:chgData name="Christopher Aloo" userId="81d139e4-1a74-45bd-a04a-64f94c7d37c9" providerId="ADAL" clId="{E7987F6F-D4EF-420F-86A8-4A23E89472B3}" dt="2025-07-10T17:45:50.138" v="718" actId="9405"/>
          <ac:inkMkLst>
            <pc:docMk/>
            <pc:sldMk cId="3893798214" sldId="308"/>
            <ac:inkMk id="118" creationId="{BD3A98BD-E19C-1624-5786-943EDA5C676F}"/>
          </ac:inkMkLst>
        </pc:inkChg>
        <pc:inkChg chg="add mod">
          <ac:chgData name="Christopher Aloo" userId="81d139e4-1a74-45bd-a04a-64f94c7d37c9" providerId="ADAL" clId="{E7987F6F-D4EF-420F-86A8-4A23E89472B3}" dt="2025-07-10T17:47:10.991" v="767"/>
          <ac:inkMkLst>
            <pc:docMk/>
            <pc:sldMk cId="3893798214" sldId="308"/>
            <ac:inkMk id="119" creationId="{FCA04802-5E2A-DB1F-FC64-303940290EC1}"/>
          </ac:inkMkLst>
        </pc:inkChg>
        <pc:inkChg chg="add mod">
          <ac:chgData name="Christopher Aloo" userId="81d139e4-1a74-45bd-a04a-64f94c7d37c9" providerId="ADAL" clId="{E7987F6F-D4EF-420F-86A8-4A23E89472B3}" dt="2025-07-10T17:45:51.748" v="721"/>
          <ac:inkMkLst>
            <pc:docMk/>
            <pc:sldMk cId="3893798214" sldId="308"/>
            <ac:inkMk id="120" creationId="{CD445D7A-6E1D-F569-E601-1A92E49B35FB}"/>
          </ac:inkMkLst>
        </pc:inkChg>
        <pc:inkChg chg="add">
          <ac:chgData name="Christopher Aloo" userId="81d139e4-1a74-45bd-a04a-64f94c7d37c9" providerId="ADAL" clId="{E7987F6F-D4EF-420F-86A8-4A23E89472B3}" dt="2025-07-10T17:45:52.499" v="722" actId="9405"/>
          <ac:inkMkLst>
            <pc:docMk/>
            <pc:sldMk cId="3893798214" sldId="308"/>
            <ac:inkMk id="122" creationId="{3B7B586B-BEAB-7403-DE67-8FF163A5521B}"/>
          </ac:inkMkLst>
        </pc:inkChg>
        <pc:inkChg chg="add">
          <ac:chgData name="Christopher Aloo" userId="81d139e4-1a74-45bd-a04a-64f94c7d37c9" providerId="ADAL" clId="{E7987F6F-D4EF-420F-86A8-4A23E89472B3}" dt="2025-07-10T17:45:53.088" v="723" actId="9405"/>
          <ac:inkMkLst>
            <pc:docMk/>
            <pc:sldMk cId="3893798214" sldId="308"/>
            <ac:inkMk id="123" creationId="{DE17B13F-EF8A-E89D-7C52-0773D2EDD5CE}"/>
          </ac:inkMkLst>
        </pc:inkChg>
        <pc:inkChg chg="add mod">
          <ac:chgData name="Christopher Aloo" userId="81d139e4-1a74-45bd-a04a-64f94c7d37c9" providerId="ADAL" clId="{E7987F6F-D4EF-420F-86A8-4A23E89472B3}" dt="2025-07-10T17:45:56.475" v="728"/>
          <ac:inkMkLst>
            <pc:docMk/>
            <pc:sldMk cId="3893798214" sldId="308"/>
            <ac:inkMk id="124" creationId="{0D12130E-14B8-E828-176B-2D6097363A2C}"/>
          </ac:inkMkLst>
        </pc:inkChg>
        <pc:inkChg chg="add mod">
          <ac:chgData name="Christopher Aloo" userId="81d139e4-1a74-45bd-a04a-64f94c7d37c9" providerId="ADAL" clId="{E7987F6F-D4EF-420F-86A8-4A23E89472B3}" dt="2025-07-10T17:45:56.475" v="728"/>
          <ac:inkMkLst>
            <pc:docMk/>
            <pc:sldMk cId="3893798214" sldId="308"/>
            <ac:inkMk id="125" creationId="{103D2A28-A7A9-38F1-8D21-1E8FADD77E92}"/>
          </ac:inkMkLst>
        </pc:inkChg>
        <pc:inkChg chg="add mod">
          <ac:chgData name="Christopher Aloo" userId="81d139e4-1a74-45bd-a04a-64f94c7d37c9" providerId="ADAL" clId="{E7987F6F-D4EF-420F-86A8-4A23E89472B3}" dt="2025-07-10T17:46:35.953" v="748"/>
          <ac:inkMkLst>
            <pc:docMk/>
            <pc:sldMk cId="3893798214" sldId="308"/>
            <ac:inkMk id="126" creationId="{4AFF8F4A-0DE8-CD41-93DC-0F5971C04011}"/>
          </ac:inkMkLst>
        </pc:inkChg>
        <pc:inkChg chg="add">
          <ac:chgData name="Christopher Aloo" userId="81d139e4-1a74-45bd-a04a-64f94c7d37c9" providerId="ADAL" clId="{E7987F6F-D4EF-420F-86A8-4A23E89472B3}" dt="2025-07-10T17:45:55.931" v="727" actId="9405"/>
          <ac:inkMkLst>
            <pc:docMk/>
            <pc:sldMk cId="3893798214" sldId="308"/>
            <ac:inkMk id="127" creationId="{8DB662BF-B4D5-7C09-4C48-FD651CBAC5D7}"/>
          </ac:inkMkLst>
        </pc:inkChg>
        <pc:inkChg chg="add">
          <ac:chgData name="Christopher Aloo" userId="81d139e4-1a74-45bd-a04a-64f94c7d37c9" providerId="ADAL" clId="{E7987F6F-D4EF-420F-86A8-4A23E89472B3}" dt="2025-07-10T17:46:02.284" v="729" actId="9405"/>
          <ac:inkMkLst>
            <pc:docMk/>
            <pc:sldMk cId="3893798214" sldId="308"/>
            <ac:inkMk id="129" creationId="{05B86262-A9EB-8FFF-A47E-835DF130275A}"/>
          </ac:inkMkLst>
        </pc:inkChg>
        <pc:inkChg chg="add mod">
          <ac:chgData name="Christopher Aloo" userId="81d139e4-1a74-45bd-a04a-64f94c7d37c9" providerId="ADAL" clId="{E7987F6F-D4EF-420F-86A8-4A23E89472B3}" dt="2025-07-10T17:46:27.787" v="739"/>
          <ac:inkMkLst>
            <pc:docMk/>
            <pc:sldMk cId="3893798214" sldId="308"/>
            <ac:inkMk id="131" creationId="{1819A194-CAB2-8A46-D7A3-6B4112BE44BF}"/>
          </ac:inkMkLst>
        </pc:inkChg>
        <pc:inkChg chg="add">
          <ac:chgData name="Christopher Aloo" userId="81d139e4-1a74-45bd-a04a-64f94c7d37c9" providerId="ADAL" clId="{E7987F6F-D4EF-420F-86A8-4A23E89472B3}" dt="2025-07-10T17:46:08.774" v="732" actId="9405"/>
          <ac:inkMkLst>
            <pc:docMk/>
            <pc:sldMk cId="3893798214" sldId="308"/>
            <ac:inkMk id="132" creationId="{29738950-2BF8-9F7C-509F-F38C97E9FEDC}"/>
          </ac:inkMkLst>
        </pc:inkChg>
        <pc:inkChg chg="add mod">
          <ac:chgData name="Christopher Aloo" userId="81d139e4-1a74-45bd-a04a-64f94c7d37c9" providerId="ADAL" clId="{E7987F6F-D4EF-420F-86A8-4A23E89472B3}" dt="2025-07-10T17:47:10.991" v="767"/>
          <ac:inkMkLst>
            <pc:docMk/>
            <pc:sldMk cId="3893798214" sldId="308"/>
            <ac:inkMk id="133" creationId="{94D4F122-2749-5271-1CD7-2E80C8418D34}"/>
          </ac:inkMkLst>
        </pc:inkChg>
        <pc:inkChg chg="add">
          <ac:chgData name="Christopher Aloo" userId="81d139e4-1a74-45bd-a04a-64f94c7d37c9" providerId="ADAL" clId="{E7987F6F-D4EF-420F-86A8-4A23E89472B3}" dt="2025-07-10T17:46:23.070" v="735" actId="9405"/>
          <ac:inkMkLst>
            <pc:docMk/>
            <pc:sldMk cId="3893798214" sldId="308"/>
            <ac:inkMk id="135" creationId="{9E2480ED-DDBE-9A87-7EDF-2CFC0C6240D1}"/>
          </ac:inkMkLst>
        </pc:inkChg>
        <pc:inkChg chg="add">
          <ac:chgData name="Christopher Aloo" userId="81d139e4-1a74-45bd-a04a-64f94c7d37c9" providerId="ADAL" clId="{E7987F6F-D4EF-420F-86A8-4A23E89472B3}" dt="2025-07-10T17:46:26.222" v="737" actId="9405"/>
          <ac:inkMkLst>
            <pc:docMk/>
            <pc:sldMk cId="3893798214" sldId="308"/>
            <ac:inkMk id="137" creationId="{1B3822CD-54B4-22B4-A7E9-B3274ABAA9BC}"/>
          </ac:inkMkLst>
        </pc:inkChg>
        <pc:inkChg chg="add mod">
          <ac:chgData name="Christopher Aloo" userId="81d139e4-1a74-45bd-a04a-64f94c7d37c9" providerId="ADAL" clId="{E7987F6F-D4EF-420F-86A8-4A23E89472B3}" dt="2025-07-10T17:46:35.953" v="748"/>
          <ac:inkMkLst>
            <pc:docMk/>
            <pc:sldMk cId="3893798214" sldId="308"/>
            <ac:inkMk id="138" creationId="{6E3D12ED-104A-BBC9-122B-72C76BE28EE4}"/>
          </ac:inkMkLst>
        </pc:inkChg>
        <pc:inkChg chg="add">
          <ac:chgData name="Christopher Aloo" userId="81d139e4-1a74-45bd-a04a-64f94c7d37c9" providerId="ADAL" clId="{E7987F6F-D4EF-420F-86A8-4A23E89472B3}" dt="2025-07-10T17:46:29.603" v="740" actId="9405"/>
          <ac:inkMkLst>
            <pc:docMk/>
            <pc:sldMk cId="3893798214" sldId="308"/>
            <ac:inkMk id="140" creationId="{19BF2899-D3D1-8EAD-6860-688DA794D8F1}"/>
          </ac:inkMkLst>
        </pc:inkChg>
        <pc:inkChg chg="add">
          <ac:chgData name="Christopher Aloo" userId="81d139e4-1a74-45bd-a04a-64f94c7d37c9" providerId="ADAL" clId="{E7987F6F-D4EF-420F-86A8-4A23E89472B3}" dt="2025-07-10T17:46:30.067" v="741" actId="9405"/>
          <ac:inkMkLst>
            <pc:docMk/>
            <pc:sldMk cId="3893798214" sldId="308"/>
            <ac:inkMk id="141" creationId="{143866EA-1236-CA3C-B4F9-8444C25D7A3F}"/>
          </ac:inkMkLst>
        </pc:inkChg>
        <pc:inkChg chg="add mod">
          <ac:chgData name="Christopher Aloo" userId="81d139e4-1a74-45bd-a04a-64f94c7d37c9" providerId="ADAL" clId="{E7987F6F-D4EF-420F-86A8-4A23E89472B3}" dt="2025-07-10T17:46:35.953" v="748"/>
          <ac:inkMkLst>
            <pc:docMk/>
            <pc:sldMk cId="3893798214" sldId="308"/>
            <ac:inkMk id="142" creationId="{381E24F0-FD46-9026-CED2-22BA915E4AD4}"/>
          </ac:inkMkLst>
        </pc:inkChg>
        <pc:inkChg chg="add">
          <ac:chgData name="Christopher Aloo" userId="81d139e4-1a74-45bd-a04a-64f94c7d37c9" providerId="ADAL" clId="{E7987F6F-D4EF-420F-86A8-4A23E89472B3}" dt="2025-07-10T17:46:31.094" v="743" actId="9405"/>
          <ac:inkMkLst>
            <pc:docMk/>
            <pc:sldMk cId="3893798214" sldId="308"/>
            <ac:inkMk id="143" creationId="{53B3EB0F-4769-F12A-87E9-756F0E5885C2}"/>
          </ac:inkMkLst>
        </pc:inkChg>
        <pc:inkChg chg="add">
          <ac:chgData name="Christopher Aloo" userId="81d139e4-1a74-45bd-a04a-64f94c7d37c9" providerId="ADAL" clId="{E7987F6F-D4EF-420F-86A8-4A23E89472B3}" dt="2025-07-10T17:46:31.295" v="744" actId="9405"/>
          <ac:inkMkLst>
            <pc:docMk/>
            <pc:sldMk cId="3893798214" sldId="308"/>
            <ac:inkMk id="144" creationId="{E81446CE-598A-435B-CCF1-14F329C15D98}"/>
          </ac:inkMkLst>
        </pc:inkChg>
        <pc:inkChg chg="add">
          <ac:chgData name="Christopher Aloo" userId="81d139e4-1a74-45bd-a04a-64f94c7d37c9" providerId="ADAL" clId="{E7987F6F-D4EF-420F-86A8-4A23E89472B3}" dt="2025-07-10T17:46:34.487" v="746" actId="9405"/>
          <ac:inkMkLst>
            <pc:docMk/>
            <pc:sldMk cId="3893798214" sldId="308"/>
            <ac:inkMk id="146" creationId="{2AB2D72E-6AAF-DA8E-B14A-A1E312EACB25}"/>
          </ac:inkMkLst>
        </pc:inkChg>
        <pc:inkChg chg="add">
          <ac:chgData name="Christopher Aloo" userId="81d139e4-1a74-45bd-a04a-64f94c7d37c9" providerId="ADAL" clId="{E7987F6F-D4EF-420F-86A8-4A23E89472B3}" dt="2025-07-10T17:46:35.218" v="747" actId="9405"/>
          <ac:inkMkLst>
            <pc:docMk/>
            <pc:sldMk cId="3893798214" sldId="308"/>
            <ac:inkMk id="147" creationId="{D560C61A-CE15-5BE6-29C6-A1C17E29338D}"/>
          </ac:inkMkLst>
        </pc:inkChg>
        <pc:inkChg chg="add">
          <ac:chgData name="Christopher Aloo" userId="81d139e4-1a74-45bd-a04a-64f94c7d37c9" providerId="ADAL" clId="{E7987F6F-D4EF-420F-86A8-4A23E89472B3}" dt="2025-07-10T17:46:38.878" v="749" actId="9405"/>
          <ac:inkMkLst>
            <pc:docMk/>
            <pc:sldMk cId="3893798214" sldId="308"/>
            <ac:inkMk id="149" creationId="{6E785228-DB52-4A0C-94A2-F0404C59F2E4}"/>
          </ac:inkMkLst>
        </pc:inkChg>
        <pc:inkChg chg="add mod">
          <ac:chgData name="Christopher Aloo" userId="81d139e4-1a74-45bd-a04a-64f94c7d37c9" providerId="ADAL" clId="{E7987F6F-D4EF-420F-86A8-4A23E89472B3}" dt="2025-07-10T17:47:10.991" v="767"/>
          <ac:inkMkLst>
            <pc:docMk/>
            <pc:sldMk cId="3893798214" sldId="308"/>
            <ac:inkMk id="150" creationId="{AA4B8D20-26E6-4B42-EAFA-9EE1A79B47FF}"/>
          </ac:inkMkLst>
        </pc:inkChg>
        <pc:inkChg chg="add mod">
          <ac:chgData name="Christopher Aloo" userId="81d139e4-1a74-45bd-a04a-64f94c7d37c9" providerId="ADAL" clId="{E7987F6F-D4EF-420F-86A8-4A23E89472B3}" dt="2025-07-10T17:47:10.991" v="767"/>
          <ac:inkMkLst>
            <pc:docMk/>
            <pc:sldMk cId="3893798214" sldId="308"/>
            <ac:inkMk id="151" creationId="{FC0EEFEB-623A-60B4-32B6-265729C43B3B}"/>
          </ac:inkMkLst>
        </pc:inkChg>
        <pc:inkChg chg="add mod">
          <ac:chgData name="Christopher Aloo" userId="81d139e4-1a74-45bd-a04a-64f94c7d37c9" providerId="ADAL" clId="{E7987F6F-D4EF-420F-86A8-4A23E89472B3}" dt="2025-07-10T17:46:53.610" v="761"/>
          <ac:inkMkLst>
            <pc:docMk/>
            <pc:sldMk cId="3893798214" sldId="308"/>
            <ac:inkMk id="152" creationId="{D3D48CA3-8058-7D1A-96C9-B3A71307B6A2}"/>
          </ac:inkMkLst>
        </pc:inkChg>
        <pc:inkChg chg="add mod">
          <ac:chgData name="Christopher Aloo" userId="81d139e4-1a74-45bd-a04a-64f94c7d37c9" providerId="ADAL" clId="{E7987F6F-D4EF-420F-86A8-4A23E89472B3}" dt="2025-07-10T17:46:58.023" v="765"/>
          <ac:inkMkLst>
            <pc:docMk/>
            <pc:sldMk cId="3893798214" sldId="308"/>
            <ac:inkMk id="153" creationId="{D423588C-CD9D-B2B7-6A10-A8C71F831C78}"/>
          </ac:inkMkLst>
        </pc:inkChg>
        <pc:inkChg chg="add mod">
          <ac:chgData name="Christopher Aloo" userId="81d139e4-1a74-45bd-a04a-64f94c7d37c9" providerId="ADAL" clId="{E7987F6F-D4EF-420F-86A8-4A23E89472B3}" dt="2025-07-10T17:47:10.991" v="767"/>
          <ac:inkMkLst>
            <pc:docMk/>
            <pc:sldMk cId="3893798214" sldId="308"/>
            <ac:inkMk id="154" creationId="{E684E84C-57D6-DE04-E0D3-70ECD69BE90E}"/>
          </ac:inkMkLst>
        </pc:inkChg>
        <pc:inkChg chg="add mod">
          <ac:chgData name="Christopher Aloo" userId="81d139e4-1a74-45bd-a04a-64f94c7d37c9" providerId="ADAL" clId="{E7987F6F-D4EF-420F-86A8-4A23E89472B3}" dt="2025-07-10T17:46:53.610" v="761"/>
          <ac:inkMkLst>
            <pc:docMk/>
            <pc:sldMk cId="3893798214" sldId="308"/>
            <ac:inkMk id="155" creationId="{94821F97-BEF2-752F-78BE-E63F011ED4AE}"/>
          </ac:inkMkLst>
        </pc:inkChg>
        <pc:inkChg chg="add mod">
          <ac:chgData name="Christopher Aloo" userId="81d139e4-1a74-45bd-a04a-64f94c7d37c9" providerId="ADAL" clId="{E7987F6F-D4EF-420F-86A8-4A23E89472B3}" dt="2025-07-10T17:46:53.610" v="761"/>
          <ac:inkMkLst>
            <pc:docMk/>
            <pc:sldMk cId="3893798214" sldId="308"/>
            <ac:inkMk id="157" creationId="{524B9E3E-F38E-F507-9462-D75391196118}"/>
          </ac:inkMkLst>
        </pc:inkChg>
        <pc:inkChg chg="add mod">
          <ac:chgData name="Christopher Aloo" userId="81d139e4-1a74-45bd-a04a-64f94c7d37c9" providerId="ADAL" clId="{E7987F6F-D4EF-420F-86A8-4A23E89472B3}" dt="2025-07-10T17:46:53.610" v="761"/>
          <ac:inkMkLst>
            <pc:docMk/>
            <pc:sldMk cId="3893798214" sldId="308"/>
            <ac:inkMk id="158" creationId="{4B3AB14A-90D1-6104-F1AD-0C2D770FC861}"/>
          </ac:inkMkLst>
        </pc:inkChg>
        <pc:inkChg chg="add mod">
          <ac:chgData name="Christopher Aloo" userId="81d139e4-1a74-45bd-a04a-64f94c7d37c9" providerId="ADAL" clId="{E7987F6F-D4EF-420F-86A8-4A23E89472B3}" dt="2025-07-10T17:46:53.610" v="761"/>
          <ac:inkMkLst>
            <pc:docMk/>
            <pc:sldMk cId="3893798214" sldId="308"/>
            <ac:inkMk id="160" creationId="{0B6350D5-B6D1-F762-5CA8-2C7C076E701E}"/>
          </ac:inkMkLst>
        </pc:inkChg>
        <pc:inkChg chg="add">
          <ac:chgData name="Christopher Aloo" userId="81d139e4-1a74-45bd-a04a-64f94c7d37c9" providerId="ADAL" clId="{E7987F6F-D4EF-420F-86A8-4A23E89472B3}" dt="2025-07-10T17:46:55.419" v="762" actId="9405"/>
          <ac:inkMkLst>
            <pc:docMk/>
            <pc:sldMk cId="3893798214" sldId="308"/>
            <ac:inkMk id="162" creationId="{5FF83A7F-7E57-FA75-7F83-9FBD584529F9}"/>
          </ac:inkMkLst>
        </pc:inkChg>
        <pc:inkChg chg="add">
          <ac:chgData name="Christopher Aloo" userId="81d139e4-1a74-45bd-a04a-64f94c7d37c9" providerId="ADAL" clId="{E7987F6F-D4EF-420F-86A8-4A23E89472B3}" dt="2025-07-10T17:46:57.008" v="764" actId="9405"/>
          <ac:inkMkLst>
            <pc:docMk/>
            <pc:sldMk cId="3893798214" sldId="308"/>
            <ac:inkMk id="164" creationId="{9FF76AAB-EA77-AA72-403E-34E18272DF2A}"/>
          </ac:inkMkLst>
        </pc:inkChg>
        <pc:inkChg chg="add mod">
          <ac:chgData name="Christopher Aloo" userId="81d139e4-1a74-45bd-a04a-64f94c7d37c9" providerId="ADAL" clId="{E7987F6F-D4EF-420F-86A8-4A23E89472B3}" dt="2025-07-10T17:47:10.991" v="767"/>
          <ac:inkMkLst>
            <pc:docMk/>
            <pc:sldMk cId="3893798214" sldId="308"/>
            <ac:inkMk id="166" creationId="{E8B9402D-E5B7-5D0D-833E-CCC20AF62E60}"/>
          </ac:inkMkLst>
        </pc:inkChg>
      </pc:sldChg>
      <pc:sldChg chg="addSp delSp modSp new mod">
        <pc:chgData name="Christopher Aloo" userId="81d139e4-1a74-45bd-a04a-64f94c7d37c9" providerId="ADAL" clId="{E7987F6F-D4EF-420F-86A8-4A23E89472B3}" dt="2025-07-10T17:49:22.388" v="857"/>
        <pc:sldMkLst>
          <pc:docMk/>
          <pc:sldMk cId="901039197" sldId="309"/>
        </pc:sldMkLst>
        <pc:grpChg chg="del mod">
          <ac:chgData name="Christopher Aloo" userId="81d139e4-1a74-45bd-a04a-64f94c7d37c9" providerId="ADAL" clId="{E7987F6F-D4EF-420F-86A8-4A23E89472B3}" dt="2025-07-10T17:47:47.019" v="780"/>
          <ac:grpSpMkLst>
            <pc:docMk/>
            <pc:sldMk cId="901039197" sldId="309"/>
            <ac:grpSpMk id="6" creationId="{15AC0F4F-6754-F018-08F8-69BF43296CBC}"/>
          </ac:grpSpMkLst>
        </pc:grpChg>
        <pc:grpChg chg="del mod">
          <ac:chgData name="Christopher Aloo" userId="81d139e4-1a74-45bd-a04a-64f94c7d37c9" providerId="ADAL" clId="{E7987F6F-D4EF-420F-86A8-4A23E89472B3}" dt="2025-07-10T17:47:47.019" v="780"/>
          <ac:grpSpMkLst>
            <pc:docMk/>
            <pc:sldMk cId="901039197" sldId="309"/>
            <ac:grpSpMk id="7" creationId="{92EFBC31-0BAD-C7D6-A3A1-814C3F392DC3}"/>
          </ac:grpSpMkLst>
        </pc:grpChg>
        <pc:grpChg chg="del mod">
          <ac:chgData name="Christopher Aloo" userId="81d139e4-1a74-45bd-a04a-64f94c7d37c9" providerId="ADAL" clId="{E7987F6F-D4EF-420F-86A8-4A23E89472B3}" dt="2025-07-10T17:47:47.019" v="780"/>
          <ac:grpSpMkLst>
            <pc:docMk/>
            <pc:sldMk cId="901039197" sldId="309"/>
            <ac:grpSpMk id="14" creationId="{BD750E7A-B2A9-7553-6CA9-D06125DF5D0E}"/>
          </ac:grpSpMkLst>
        </pc:grpChg>
        <pc:grpChg chg="del mod">
          <ac:chgData name="Christopher Aloo" userId="81d139e4-1a74-45bd-a04a-64f94c7d37c9" providerId="ADAL" clId="{E7987F6F-D4EF-420F-86A8-4A23E89472B3}" dt="2025-07-10T17:47:56.370" v="793"/>
          <ac:grpSpMkLst>
            <pc:docMk/>
            <pc:sldMk cId="901039197" sldId="309"/>
            <ac:grpSpMk id="15" creationId="{6A47BD76-A725-4C4A-2ABD-8104294D67A7}"/>
          </ac:grpSpMkLst>
        </pc:grpChg>
        <pc:grpChg chg="del mod">
          <ac:chgData name="Christopher Aloo" userId="81d139e4-1a74-45bd-a04a-64f94c7d37c9" providerId="ADAL" clId="{E7987F6F-D4EF-420F-86A8-4A23E89472B3}" dt="2025-07-10T17:48:01.165" v="805"/>
          <ac:grpSpMkLst>
            <pc:docMk/>
            <pc:sldMk cId="901039197" sldId="309"/>
            <ac:grpSpMk id="28" creationId="{B8EF464C-0E2A-D61D-5050-51EBEB454F6E}"/>
          </ac:grpSpMkLst>
        </pc:grpChg>
        <pc:grpChg chg="mod">
          <ac:chgData name="Christopher Aloo" userId="81d139e4-1a74-45bd-a04a-64f94c7d37c9" providerId="ADAL" clId="{E7987F6F-D4EF-420F-86A8-4A23E89472B3}" dt="2025-07-10T17:48:01.165" v="805"/>
          <ac:grpSpMkLst>
            <pc:docMk/>
            <pc:sldMk cId="901039197" sldId="309"/>
            <ac:grpSpMk id="40" creationId="{74D1FEA1-AE60-5EEB-7A59-4939B95551F4}"/>
          </ac:grpSpMkLst>
        </pc:grpChg>
        <pc:grpChg chg="mod">
          <ac:chgData name="Christopher Aloo" userId="81d139e4-1a74-45bd-a04a-64f94c7d37c9" providerId="ADAL" clId="{E7987F6F-D4EF-420F-86A8-4A23E89472B3}" dt="2025-07-10T17:48:01.165" v="805"/>
          <ac:grpSpMkLst>
            <pc:docMk/>
            <pc:sldMk cId="901039197" sldId="309"/>
            <ac:grpSpMk id="41" creationId="{B3018FBC-82F0-D341-D6C0-5BE67E92421D}"/>
          </ac:grpSpMkLst>
        </pc:grpChg>
        <pc:grpChg chg="del mod">
          <ac:chgData name="Christopher Aloo" userId="81d139e4-1a74-45bd-a04a-64f94c7d37c9" providerId="ADAL" clId="{E7987F6F-D4EF-420F-86A8-4A23E89472B3}" dt="2025-07-10T17:48:48.094" v="811"/>
          <ac:grpSpMkLst>
            <pc:docMk/>
            <pc:sldMk cId="901039197" sldId="309"/>
            <ac:grpSpMk id="44" creationId="{623CF0F3-60F6-EB60-F253-3C0BCED6D377}"/>
          </ac:grpSpMkLst>
        </pc:grpChg>
        <pc:grpChg chg="mod">
          <ac:chgData name="Christopher Aloo" userId="81d139e4-1a74-45bd-a04a-64f94c7d37c9" providerId="ADAL" clId="{E7987F6F-D4EF-420F-86A8-4A23E89472B3}" dt="2025-07-10T17:48:48.094" v="811"/>
          <ac:grpSpMkLst>
            <pc:docMk/>
            <pc:sldMk cId="901039197" sldId="309"/>
            <ac:grpSpMk id="47" creationId="{DB66F6CA-4762-0E29-4E5D-E4EE2D5AC9A2}"/>
          </ac:grpSpMkLst>
        </pc:grpChg>
        <pc:grpChg chg="del mod">
          <ac:chgData name="Christopher Aloo" userId="81d139e4-1a74-45bd-a04a-64f94c7d37c9" providerId="ADAL" clId="{E7987F6F-D4EF-420F-86A8-4A23E89472B3}" dt="2025-07-10T17:49:01.684" v="829"/>
          <ac:grpSpMkLst>
            <pc:docMk/>
            <pc:sldMk cId="901039197" sldId="309"/>
            <ac:grpSpMk id="57" creationId="{192BFD42-C6A0-F938-DE42-058B86601D3E}"/>
          </ac:grpSpMkLst>
        </pc:grpChg>
        <pc:grpChg chg="mod">
          <ac:chgData name="Christopher Aloo" userId="81d139e4-1a74-45bd-a04a-64f94c7d37c9" providerId="ADAL" clId="{E7987F6F-D4EF-420F-86A8-4A23E89472B3}" dt="2025-07-10T17:49:01.684" v="829"/>
          <ac:grpSpMkLst>
            <pc:docMk/>
            <pc:sldMk cId="901039197" sldId="309"/>
            <ac:grpSpMk id="65" creationId="{BF7A1357-BB29-4CFD-ED40-4B08AD811682}"/>
          </ac:grpSpMkLst>
        </pc:grpChg>
        <pc:grpChg chg="mod">
          <ac:chgData name="Christopher Aloo" userId="81d139e4-1a74-45bd-a04a-64f94c7d37c9" providerId="ADAL" clId="{E7987F6F-D4EF-420F-86A8-4A23E89472B3}" dt="2025-07-10T17:49:01.684" v="829"/>
          <ac:grpSpMkLst>
            <pc:docMk/>
            <pc:sldMk cId="901039197" sldId="309"/>
            <ac:grpSpMk id="66" creationId="{F5B22B48-8AAF-974B-1F34-06229CBEDE72}"/>
          </ac:grpSpMkLst>
        </pc:grpChg>
        <pc:grpChg chg="del mod">
          <ac:chgData name="Christopher Aloo" userId="81d139e4-1a74-45bd-a04a-64f94c7d37c9" providerId="ADAL" clId="{E7987F6F-D4EF-420F-86A8-4A23E89472B3}" dt="2025-07-10T17:49:12.956" v="839"/>
          <ac:grpSpMkLst>
            <pc:docMk/>
            <pc:sldMk cId="901039197" sldId="309"/>
            <ac:grpSpMk id="73" creationId="{0FA051CE-DA9B-EB5C-E8F8-F3C3A35112C2}"/>
          </ac:grpSpMkLst>
        </pc:grpChg>
        <pc:grpChg chg="mod">
          <ac:chgData name="Christopher Aloo" userId="81d139e4-1a74-45bd-a04a-64f94c7d37c9" providerId="ADAL" clId="{E7987F6F-D4EF-420F-86A8-4A23E89472B3}" dt="2025-07-10T17:49:11.234" v="836"/>
          <ac:grpSpMkLst>
            <pc:docMk/>
            <pc:sldMk cId="901039197" sldId="309"/>
            <ac:grpSpMk id="74" creationId="{67095ED4-92D2-5BEA-ADC3-44D11045F58D}"/>
          </ac:grpSpMkLst>
        </pc:grpChg>
        <pc:grpChg chg="mod">
          <ac:chgData name="Christopher Aloo" userId="81d139e4-1a74-45bd-a04a-64f94c7d37c9" providerId="ADAL" clId="{E7987F6F-D4EF-420F-86A8-4A23E89472B3}" dt="2025-07-10T17:49:12.956" v="839"/>
          <ac:grpSpMkLst>
            <pc:docMk/>
            <pc:sldMk cId="901039197" sldId="309"/>
            <ac:grpSpMk id="77" creationId="{24C74BB3-ACA0-1692-FF32-19F76CC787B9}"/>
          </ac:grpSpMkLst>
        </pc:grpChg>
        <pc:grpChg chg="del mod">
          <ac:chgData name="Christopher Aloo" userId="81d139e4-1a74-45bd-a04a-64f94c7d37c9" providerId="ADAL" clId="{E7987F6F-D4EF-420F-86A8-4A23E89472B3}" dt="2025-07-10T17:49:22.388" v="857"/>
          <ac:grpSpMkLst>
            <pc:docMk/>
            <pc:sldMk cId="901039197" sldId="309"/>
            <ac:grpSpMk id="87" creationId="{8EE9FA44-AE14-9945-9B5A-ECC220AD4ED2}"/>
          </ac:grpSpMkLst>
        </pc:grpChg>
        <pc:grpChg chg="mod">
          <ac:chgData name="Christopher Aloo" userId="81d139e4-1a74-45bd-a04a-64f94c7d37c9" providerId="ADAL" clId="{E7987F6F-D4EF-420F-86A8-4A23E89472B3}" dt="2025-07-10T17:49:19.686" v="849"/>
          <ac:grpSpMkLst>
            <pc:docMk/>
            <pc:sldMk cId="901039197" sldId="309"/>
            <ac:grpSpMk id="88" creationId="{8A042764-5929-DE4E-57A6-DFCF6182A15C}"/>
          </ac:grpSpMkLst>
        </pc:grpChg>
        <pc:grpChg chg="mod">
          <ac:chgData name="Christopher Aloo" userId="81d139e4-1a74-45bd-a04a-64f94c7d37c9" providerId="ADAL" clId="{E7987F6F-D4EF-420F-86A8-4A23E89472B3}" dt="2025-07-10T17:49:22.388" v="857"/>
          <ac:grpSpMkLst>
            <pc:docMk/>
            <pc:sldMk cId="901039197" sldId="309"/>
            <ac:grpSpMk id="96" creationId="{11AB399C-6B14-E7FC-CCB8-8DF2089C24DF}"/>
          </ac:grpSpMkLst>
        </pc:grpChg>
        <pc:inkChg chg="add mod">
          <ac:chgData name="Christopher Aloo" userId="81d139e4-1a74-45bd-a04a-64f94c7d37c9" providerId="ADAL" clId="{E7987F6F-D4EF-420F-86A8-4A23E89472B3}" dt="2025-07-10T17:47:43.229" v="773"/>
          <ac:inkMkLst>
            <pc:docMk/>
            <pc:sldMk cId="901039197" sldId="309"/>
            <ac:inkMk id="2" creationId="{AFFD069C-E7B6-FC4F-FD39-7404E1F49DD7}"/>
          </ac:inkMkLst>
        </pc:inkChg>
        <pc:inkChg chg="add mod">
          <ac:chgData name="Christopher Aloo" userId="81d139e4-1a74-45bd-a04a-64f94c7d37c9" providerId="ADAL" clId="{E7987F6F-D4EF-420F-86A8-4A23E89472B3}" dt="2025-07-10T17:47:43.229" v="773"/>
          <ac:inkMkLst>
            <pc:docMk/>
            <pc:sldMk cId="901039197" sldId="309"/>
            <ac:inkMk id="3" creationId="{0DC867D1-6F8D-A3C7-D81B-9371DE4E6509}"/>
          </ac:inkMkLst>
        </pc:inkChg>
        <pc:inkChg chg="add mod">
          <ac:chgData name="Christopher Aloo" userId="81d139e4-1a74-45bd-a04a-64f94c7d37c9" providerId="ADAL" clId="{E7987F6F-D4EF-420F-86A8-4A23E89472B3}" dt="2025-07-10T17:47:56.370" v="793"/>
          <ac:inkMkLst>
            <pc:docMk/>
            <pc:sldMk cId="901039197" sldId="309"/>
            <ac:inkMk id="4" creationId="{E237E1DA-2141-83EE-E90E-7D2AB042BD34}"/>
          </ac:inkMkLst>
        </pc:inkChg>
        <pc:inkChg chg="add mod">
          <ac:chgData name="Christopher Aloo" userId="81d139e4-1a74-45bd-a04a-64f94c7d37c9" providerId="ADAL" clId="{E7987F6F-D4EF-420F-86A8-4A23E89472B3}" dt="2025-07-10T17:47:56.370" v="793"/>
          <ac:inkMkLst>
            <pc:docMk/>
            <pc:sldMk cId="901039197" sldId="309"/>
            <ac:inkMk id="5" creationId="{91AC45FB-AA09-2CED-963C-838B049CE2EF}"/>
          </ac:inkMkLst>
        </pc:inkChg>
        <pc:inkChg chg="add mod">
          <ac:chgData name="Christopher Aloo" userId="81d139e4-1a74-45bd-a04a-64f94c7d37c9" providerId="ADAL" clId="{E7987F6F-D4EF-420F-86A8-4A23E89472B3}" dt="2025-07-10T17:47:56.370" v="793"/>
          <ac:inkMkLst>
            <pc:docMk/>
            <pc:sldMk cId="901039197" sldId="309"/>
            <ac:inkMk id="8" creationId="{778318CF-2CD8-DDEA-7EA0-61EDF39A7264}"/>
          </ac:inkMkLst>
        </pc:inkChg>
        <pc:inkChg chg="add mod">
          <ac:chgData name="Christopher Aloo" userId="81d139e4-1a74-45bd-a04a-64f94c7d37c9" providerId="ADAL" clId="{E7987F6F-D4EF-420F-86A8-4A23E89472B3}" dt="2025-07-10T17:47:47.019" v="780"/>
          <ac:inkMkLst>
            <pc:docMk/>
            <pc:sldMk cId="901039197" sldId="309"/>
            <ac:inkMk id="9" creationId="{30EDCD71-C410-4E57-0DA7-61F7B7C985B9}"/>
          </ac:inkMkLst>
        </pc:inkChg>
        <pc:inkChg chg="add mod">
          <ac:chgData name="Christopher Aloo" userId="81d139e4-1a74-45bd-a04a-64f94c7d37c9" providerId="ADAL" clId="{E7987F6F-D4EF-420F-86A8-4A23E89472B3}" dt="2025-07-10T17:47:56.370" v="793"/>
          <ac:inkMkLst>
            <pc:docMk/>
            <pc:sldMk cId="901039197" sldId="309"/>
            <ac:inkMk id="10" creationId="{9982B809-70C1-1B23-1C6C-EEFE4686EBC8}"/>
          </ac:inkMkLst>
        </pc:inkChg>
        <pc:inkChg chg="add mod">
          <ac:chgData name="Christopher Aloo" userId="81d139e4-1a74-45bd-a04a-64f94c7d37c9" providerId="ADAL" clId="{E7987F6F-D4EF-420F-86A8-4A23E89472B3}" dt="2025-07-10T17:47:56.370" v="793"/>
          <ac:inkMkLst>
            <pc:docMk/>
            <pc:sldMk cId="901039197" sldId="309"/>
            <ac:inkMk id="11" creationId="{4EDCD0D3-5A73-832A-EE5A-8D15CF40BAD0}"/>
          </ac:inkMkLst>
        </pc:inkChg>
        <pc:inkChg chg="add mod">
          <ac:chgData name="Christopher Aloo" userId="81d139e4-1a74-45bd-a04a-64f94c7d37c9" providerId="ADAL" clId="{E7987F6F-D4EF-420F-86A8-4A23E89472B3}" dt="2025-07-10T17:47:47.019" v="780"/>
          <ac:inkMkLst>
            <pc:docMk/>
            <pc:sldMk cId="901039197" sldId="309"/>
            <ac:inkMk id="12" creationId="{5CD87353-9091-BE54-6B59-DC58888B9FB7}"/>
          </ac:inkMkLst>
        </pc:inkChg>
        <pc:inkChg chg="add mod">
          <ac:chgData name="Christopher Aloo" userId="81d139e4-1a74-45bd-a04a-64f94c7d37c9" providerId="ADAL" clId="{E7987F6F-D4EF-420F-86A8-4A23E89472B3}" dt="2025-07-10T17:47:56.370" v="793"/>
          <ac:inkMkLst>
            <pc:docMk/>
            <pc:sldMk cId="901039197" sldId="309"/>
            <ac:inkMk id="13" creationId="{B6CC3697-A42F-6E72-8344-724807B5E78A}"/>
          </ac:inkMkLst>
        </pc:inkChg>
        <pc:inkChg chg="add">
          <ac:chgData name="Christopher Aloo" userId="81d139e4-1a74-45bd-a04a-64f94c7d37c9" providerId="ADAL" clId="{E7987F6F-D4EF-420F-86A8-4A23E89472B3}" dt="2025-07-10T17:47:47.715" v="781" actId="9405"/>
          <ac:inkMkLst>
            <pc:docMk/>
            <pc:sldMk cId="901039197" sldId="309"/>
            <ac:inkMk id="16" creationId="{9C441829-7A92-DDDC-C290-B1C4133C66D8}"/>
          </ac:inkMkLst>
        </pc:inkChg>
        <pc:inkChg chg="add">
          <ac:chgData name="Christopher Aloo" userId="81d139e4-1a74-45bd-a04a-64f94c7d37c9" providerId="ADAL" clId="{E7987F6F-D4EF-420F-86A8-4A23E89472B3}" dt="2025-07-10T17:47:50.255" v="782" actId="9405"/>
          <ac:inkMkLst>
            <pc:docMk/>
            <pc:sldMk cId="901039197" sldId="309"/>
            <ac:inkMk id="17" creationId="{0D741776-D27B-39C6-A0F6-9A172625E2A3}"/>
          </ac:inkMkLst>
        </pc:inkChg>
        <pc:inkChg chg="add">
          <ac:chgData name="Christopher Aloo" userId="81d139e4-1a74-45bd-a04a-64f94c7d37c9" providerId="ADAL" clId="{E7987F6F-D4EF-420F-86A8-4A23E89472B3}" dt="2025-07-10T17:47:50.564" v="783" actId="9405"/>
          <ac:inkMkLst>
            <pc:docMk/>
            <pc:sldMk cId="901039197" sldId="309"/>
            <ac:inkMk id="18" creationId="{1F2D8803-7656-2A2B-6497-3AA8B8C54D6B}"/>
          </ac:inkMkLst>
        </pc:inkChg>
        <pc:inkChg chg="add mod">
          <ac:chgData name="Christopher Aloo" userId="81d139e4-1a74-45bd-a04a-64f94c7d37c9" providerId="ADAL" clId="{E7987F6F-D4EF-420F-86A8-4A23E89472B3}" dt="2025-07-10T17:47:56.370" v="793"/>
          <ac:inkMkLst>
            <pc:docMk/>
            <pc:sldMk cId="901039197" sldId="309"/>
            <ac:inkMk id="19" creationId="{D2EE7123-366E-C3B3-19D2-18975F50070A}"/>
          </ac:inkMkLst>
        </pc:inkChg>
        <pc:inkChg chg="add">
          <ac:chgData name="Christopher Aloo" userId="81d139e4-1a74-45bd-a04a-64f94c7d37c9" providerId="ADAL" clId="{E7987F6F-D4EF-420F-86A8-4A23E89472B3}" dt="2025-07-10T17:47:51.643" v="785" actId="9405"/>
          <ac:inkMkLst>
            <pc:docMk/>
            <pc:sldMk cId="901039197" sldId="309"/>
            <ac:inkMk id="20" creationId="{5AADC32D-DC39-5F8C-3875-B6B53D17BF8B}"/>
          </ac:inkMkLst>
        </pc:inkChg>
        <pc:inkChg chg="add">
          <ac:chgData name="Christopher Aloo" userId="81d139e4-1a74-45bd-a04a-64f94c7d37c9" providerId="ADAL" clId="{E7987F6F-D4EF-420F-86A8-4A23E89472B3}" dt="2025-07-10T17:47:52.280" v="786" actId="9405"/>
          <ac:inkMkLst>
            <pc:docMk/>
            <pc:sldMk cId="901039197" sldId="309"/>
            <ac:inkMk id="21" creationId="{4F74F86D-C8EF-DF18-38D8-2F2CBF4340B9}"/>
          </ac:inkMkLst>
        </pc:inkChg>
        <pc:inkChg chg="add mod">
          <ac:chgData name="Christopher Aloo" userId="81d139e4-1a74-45bd-a04a-64f94c7d37c9" providerId="ADAL" clId="{E7987F6F-D4EF-420F-86A8-4A23E89472B3}" dt="2025-07-10T17:48:01.165" v="805"/>
          <ac:inkMkLst>
            <pc:docMk/>
            <pc:sldMk cId="901039197" sldId="309"/>
            <ac:inkMk id="22" creationId="{A31E078B-6328-EB5C-D170-CA0EFCDBAEFD}"/>
          </ac:inkMkLst>
        </pc:inkChg>
        <pc:inkChg chg="add">
          <ac:chgData name="Christopher Aloo" userId="81d139e4-1a74-45bd-a04a-64f94c7d37c9" providerId="ADAL" clId="{E7987F6F-D4EF-420F-86A8-4A23E89472B3}" dt="2025-07-10T17:47:52.868" v="788" actId="9405"/>
          <ac:inkMkLst>
            <pc:docMk/>
            <pc:sldMk cId="901039197" sldId="309"/>
            <ac:inkMk id="23" creationId="{6123FCA3-B8CA-B429-9121-16A6D66F46D5}"/>
          </ac:inkMkLst>
        </pc:inkChg>
        <pc:inkChg chg="add">
          <ac:chgData name="Christopher Aloo" userId="81d139e4-1a74-45bd-a04a-64f94c7d37c9" providerId="ADAL" clId="{E7987F6F-D4EF-420F-86A8-4A23E89472B3}" dt="2025-07-10T17:47:53.596" v="789" actId="9405"/>
          <ac:inkMkLst>
            <pc:docMk/>
            <pc:sldMk cId="901039197" sldId="309"/>
            <ac:inkMk id="24" creationId="{AF218BE0-9002-3A0C-81A4-8416FECD7257}"/>
          </ac:inkMkLst>
        </pc:inkChg>
        <pc:inkChg chg="add mod">
          <ac:chgData name="Christopher Aloo" userId="81d139e4-1a74-45bd-a04a-64f94c7d37c9" providerId="ADAL" clId="{E7987F6F-D4EF-420F-86A8-4A23E89472B3}" dt="2025-07-10T17:48:01.165" v="805"/>
          <ac:inkMkLst>
            <pc:docMk/>
            <pc:sldMk cId="901039197" sldId="309"/>
            <ac:inkMk id="25" creationId="{567CFFB5-3E63-C1DE-EDDB-397F186B6EF9}"/>
          </ac:inkMkLst>
        </pc:inkChg>
        <pc:inkChg chg="add">
          <ac:chgData name="Christopher Aloo" userId="81d139e4-1a74-45bd-a04a-64f94c7d37c9" providerId="ADAL" clId="{E7987F6F-D4EF-420F-86A8-4A23E89472B3}" dt="2025-07-10T17:47:54.589" v="791" actId="9405"/>
          <ac:inkMkLst>
            <pc:docMk/>
            <pc:sldMk cId="901039197" sldId="309"/>
            <ac:inkMk id="26" creationId="{45B8F231-9E58-48EC-4591-1FE9507FF5AF}"/>
          </ac:inkMkLst>
        </pc:inkChg>
        <pc:inkChg chg="add mod">
          <ac:chgData name="Christopher Aloo" userId="81d139e4-1a74-45bd-a04a-64f94c7d37c9" providerId="ADAL" clId="{E7987F6F-D4EF-420F-86A8-4A23E89472B3}" dt="2025-07-10T17:48:01.165" v="805"/>
          <ac:inkMkLst>
            <pc:docMk/>
            <pc:sldMk cId="901039197" sldId="309"/>
            <ac:inkMk id="27" creationId="{220DC4DF-3E9C-DDA8-6ECE-0D6896D2ADC4}"/>
          </ac:inkMkLst>
        </pc:inkChg>
        <pc:inkChg chg="add">
          <ac:chgData name="Christopher Aloo" userId="81d139e4-1a74-45bd-a04a-64f94c7d37c9" providerId="ADAL" clId="{E7987F6F-D4EF-420F-86A8-4A23E89472B3}" dt="2025-07-10T17:47:56.606" v="794" actId="9405"/>
          <ac:inkMkLst>
            <pc:docMk/>
            <pc:sldMk cId="901039197" sldId="309"/>
            <ac:inkMk id="29" creationId="{0F4F6035-8ED6-E3EC-9FA4-D8A13656137B}"/>
          </ac:inkMkLst>
        </pc:inkChg>
        <pc:inkChg chg="add">
          <ac:chgData name="Christopher Aloo" userId="81d139e4-1a74-45bd-a04a-64f94c7d37c9" providerId="ADAL" clId="{E7987F6F-D4EF-420F-86A8-4A23E89472B3}" dt="2025-07-10T17:47:56.818" v="795" actId="9405"/>
          <ac:inkMkLst>
            <pc:docMk/>
            <pc:sldMk cId="901039197" sldId="309"/>
            <ac:inkMk id="30" creationId="{113EBB47-C178-728A-FBD3-A040EFCB3D3F}"/>
          </ac:inkMkLst>
        </pc:inkChg>
        <pc:inkChg chg="add">
          <ac:chgData name="Christopher Aloo" userId="81d139e4-1a74-45bd-a04a-64f94c7d37c9" providerId="ADAL" clId="{E7987F6F-D4EF-420F-86A8-4A23E89472B3}" dt="2025-07-10T17:47:57.144" v="796" actId="9405"/>
          <ac:inkMkLst>
            <pc:docMk/>
            <pc:sldMk cId="901039197" sldId="309"/>
            <ac:inkMk id="31" creationId="{F8CD0C4E-2EF3-1EAA-6496-2BFE632C8123}"/>
          </ac:inkMkLst>
        </pc:inkChg>
        <pc:inkChg chg="add mod">
          <ac:chgData name="Christopher Aloo" userId="81d139e4-1a74-45bd-a04a-64f94c7d37c9" providerId="ADAL" clId="{E7987F6F-D4EF-420F-86A8-4A23E89472B3}" dt="2025-07-10T17:48:01.165" v="805"/>
          <ac:inkMkLst>
            <pc:docMk/>
            <pc:sldMk cId="901039197" sldId="309"/>
            <ac:inkMk id="32" creationId="{D80B0CAE-1803-9399-E620-C5C9612600B1}"/>
          </ac:inkMkLst>
        </pc:inkChg>
        <pc:inkChg chg="add mod">
          <ac:chgData name="Christopher Aloo" userId="81d139e4-1a74-45bd-a04a-64f94c7d37c9" providerId="ADAL" clId="{E7987F6F-D4EF-420F-86A8-4A23E89472B3}" dt="2025-07-10T17:48:01.165" v="805"/>
          <ac:inkMkLst>
            <pc:docMk/>
            <pc:sldMk cId="901039197" sldId="309"/>
            <ac:inkMk id="33" creationId="{1D74AD39-58AE-6E9C-B09A-9C98A345BBD5}"/>
          </ac:inkMkLst>
        </pc:inkChg>
        <pc:inkChg chg="add mod">
          <ac:chgData name="Christopher Aloo" userId="81d139e4-1a74-45bd-a04a-64f94c7d37c9" providerId="ADAL" clId="{E7987F6F-D4EF-420F-86A8-4A23E89472B3}" dt="2025-07-10T17:48:01.165" v="805"/>
          <ac:inkMkLst>
            <pc:docMk/>
            <pc:sldMk cId="901039197" sldId="309"/>
            <ac:inkMk id="34" creationId="{C0958356-7320-B56E-5821-6EFFC1D80FDF}"/>
          </ac:inkMkLst>
        </pc:inkChg>
        <pc:inkChg chg="add mod">
          <ac:chgData name="Christopher Aloo" userId="81d139e4-1a74-45bd-a04a-64f94c7d37c9" providerId="ADAL" clId="{E7987F6F-D4EF-420F-86A8-4A23E89472B3}" dt="2025-07-10T17:48:01.165" v="805"/>
          <ac:inkMkLst>
            <pc:docMk/>
            <pc:sldMk cId="901039197" sldId="309"/>
            <ac:inkMk id="35" creationId="{0A0B56D8-5100-9CA9-7D10-D9A7460A7689}"/>
          </ac:inkMkLst>
        </pc:inkChg>
        <pc:inkChg chg="add">
          <ac:chgData name="Christopher Aloo" userId="81d139e4-1a74-45bd-a04a-64f94c7d37c9" providerId="ADAL" clId="{E7987F6F-D4EF-420F-86A8-4A23E89472B3}" dt="2025-07-10T17:47:59.292" v="801" actId="9405"/>
          <ac:inkMkLst>
            <pc:docMk/>
            <pc:sldMk cId="901039197" sldId="309"/>
            <ac:inkMk id="36" creationId="{415A7DCF-DF51-E778-28E6-E5020D4C751C}"/>
          </ac:inkMkLst>
        </pc:inkChg>
        <pc:inkChg chg="add">
          <ac:chgData name="Christopher Aloo" userId="81d139e4-1a74-45bd-a04a-64f94c7d37c9" providerId="ADAL" clId="{E7987F6F-D4EF-420F-86A8-4A23E89472B3}" dt="2025-07-10T17:47:59.541" v="802" actId="9405"/>
          <ac:inkMkLst>
            <pc:docMk/>
            <pc:sldMk cId="901039197" sldId="309"/>
            <ac:inkMk id="37" creationId="{84334231-6B87-5784-6061-1A8B8F060524}"/>
          </ac:inkMkLst>
        </pc:inkChg>
        <pc:inkChg chg="add">
          <ac:chgData name="Christopher Aloo" userId="81d139e4-1a74-45bd-a04a-64f94c7d37c9" providerId="ADAL" clId="{E7987F6F-D4EF-420F-86A8-4A23E89472B3}" dt="2025-07-10T17:48:00.240" v="803" actId="9405"/>
          <ac:inkMkLst>
            <pc:docMk/>
            <pc:sldMk cId="901039197" sldId="309"/>
            <ac:inkMk id="38" creationId="{E05DE0BE-7349-2E55-5F54-2B2439B0D19C}"/>
          </ac:inkMkLst>
        </pc:inkChg>
        <pc:inkChg chg="add">
          <ac:chgData name="Christopher Aloo" userId="81d139e4-1a74-45bd-a04a-64f94c7d37c9" providerId="ADAL" clId="{E7987F6F-D4EF-420F-86A8-4A23E89472B3}" dt="2025-07-10T17:48:00.590" v="804" actId="9405"/>
          <ac:inkMkLst>
            <pc:docMk/>
            <pc:sldMk cId="901039197" sldId="309"/>
            <ac:inkMk id="39" creationId="{574565C2-82ED-B517-8434-638E8DCCEBBC}"/>
          </ac:inkMkLst>
        </pc:inkChg>
        <pc:inkChg chg="add mod">
          <ac:chgData name="Christopher Aloo" userId="81d139e4-1a74-45bd-a04a-64f94c7d37c9" providerId="ADAL" clId="{E7987F6F-D4EF-420F-86A8-4A23E89472B3}" dt="2025-07-10T17:48:48.094" v="811"/>
          <ac:inkMkLst>
            <pc:docMk/>
            <pc:sldMk cId="901039197" sldId="309"/>
            <ac:inkMk id="42" creationId="{E77DBDE0-604A-7CBC-A9E0-CFB029E52371}"/>
          </ac:inkMkLst>
        </pc:inkChg>
        <pc:inkChg chg="add mod">
          <ac:chgData name="Christopher Aloo" userId="81d139e4-1a74-45bd-a04a-64f94c7d37c9" providerId="ADAL" clId="{E7987F6F-D4EF-420F-86A8-4A23E89472B3}" dt="2025-07-10T17:48:48.094" v="811"/>
          <ac:inkMkLst>
            <pc:docMk/>
            <pc:sldMk cId="901039197" sldId="309"/>
            <ac:inkMk id="43" creationId="{41175868-7F9A-07AB-772D-5165696FE09A}"/>
          </ac:inkMkLst>
        </pc:inkChg>
        <pc:inkChg chg="add mod">
          <ac:chgData name="Christopher Aloo" userId="81d139e4-1a74-45bd-a04a-64f94c7d37c9" providerId="ADAL" clId="{E7987F6F-D4EF-420F-86A8-4A23E89472B3}" dt="2025-07-10T17:48:48.094" v="811"/>
          <ac:inkMkLst>
            <pc:docMk/>
            <pc:sldMk cId="901039197" sldId="309"/>
            <ac:inkMk id="45" creationId="{327A44BD-A313-1CD5-23C3-44061FE2F7E4}"/>
          </ac:inkMkLst>
        </pc:inkChg>
        <pc:inkChg chg="add mod">
          <ac:chgData name="Christopher Aloo" userId="81d139e4-1a74-45bd-a04a-64f94c7d37c9" providerId="ADAL" clId="{E7987F6F-D4EF-420F-86A8-4A23E89472B3}" dt="2025-07-10T17:48:48.094" v="811"/>
          <ac:inkMkLst>
            <pc:docMk/>
            <pc:sldMk cId="901039197" sldId="309"/>
            <ac:inkMk id="46" creationId="{A05F7843-0087-1D36-E35D-6293D98BEA0C}"/>
          </ac:inkMkLst>
        </pc:inkChg>
        <pc:inkChg chg="add">
          <ac:chgData name="Christopher Aloo" userId="81d139e4-1a74-45bd-a04a-64f94c7d37c9" providerId="ADAL" clId="{E7987F6F-D4EF-420F-86A8-4A23E89472B3}" dt="2025-07-10T17:48:50.173" v="812" actId="9405"/>
          <ac:inkMkLst>
            <pc:docMk/>
            <pc:sldMk cId="901039197" sldId="309"/>
            <ac:inkMk id="48" creationId="{19F4DBEE-B918-FD88-25D8-3CFA28B01167}"/>
          </ac:inkMkLst>
        </pc:inkChg>
        <pc:inkChg chg="add mod">
          <ac:chgData name="Christopher Aloo" userId="81d139e4-1a74-45bd-a04a-64f94c7d37c9" providerId="ADAL" clId="{E7987F6F-D4EF-420F-86A8-4A23E89472B3}" dt="2025-07-10T17:49:01.684" v="829"/>
          <ac:inkMkLst>
            <pc:docMk/>
            <pc:sldMk cId="901039197" sldId="309"/>
            <ac:inkMk id="49" creationId="{25B9DE16-4829-F340-439F-8EA8BE5FAD8B}"/>
          </ac:inkMkLst>
        </pc:inkChg>
        <pc:inkChg chg="add mod">
          <ac:chgData name="Christopher Aloo" userId="81d139e4-1a74-45bd-a04a-64f94c7d37c9" providerId="ADAL" clId="{E7987F6F-D4EF-420F-86A8-4A23E89472B3}" dt="2025-07-10T17:48:58.515" v="821"/>
          <ac:inkMkLst>
            <pc:docMk/>
            <pc:sldMk cId="901039197" sldId="309"/>
            <ac:inkMk id="50" creationId="{268FFFE0-19D3-27A2-8277-C9F6DBB6E2CB}"/>
          </ac:inkMkLst>
        </pc:inkChg>
        <pc:inkChg chg="add mod">
          <ac:chgData name="Christopher Aloo" userId="81d139e4-1a74-45bd-a04a-64f94c7d37c9" providerId="ADAL" clId="{E7987F6F-D4EF-420F-86A8-4A23E89472B3}" dt="2025-07-10T17:49:01.684" v="829"/>
          <ac:inkMkLst>
            <pc:docMk/>
            <pc:sldMk cId="901039197" sldId="309"/>
            <ac:inkMk id="51" creationId="{C4172680-6853-F209-EBCA-4C20559FC0A5}"/>
          </ac:inkMkLst>
        </pc:inkChg>
        <pc:inkChg chg="add mod">
          <ac:chgData name="Christopher Aloo" userId="81d139e4-1a74-45bd-a04a-64f94c7d37c9" providerId="ADAL" clId="{E7987F6F-D4EF-420F-86A8-4A23E89472B3}" dt="2025-07-10T17:48:58.515" v="821"/>
          <ac:inkMkLst>
            <pc:docMk/>
            <pc:sldMk cId="901039197" sldId="309"/>
            <ac:inkMk id="52" creationId="{D5F0FE53-3EFA-FE3B-FE06-E13E81248136}"/>
          </ac:inkMkLst>
        </pc:inkChg>
        <pc:inkChg chg="add mod">
          <ac:chgData name="Christopher Aloo" userId="81d139e4-1a74-45bd-a04a-64f94c7d37c9" providerId="ADAL" clId="{E7987F6F-D4EF-420F-86A8-4A23E89472B3}" dt="2025-07-10T17:49:01.684" v="829"/>
          <ac:inkMkLst>
            <pc:docMk/>
            <pc:sldMk cId="901039197" sldId="309"/>
            <ac:inkMk id="53" creationId="{2AA17B6B-016F-B508-357E-F04EDEB8C8EE}"/>
          </ac:inkMkLst>
        </pc:inkChg>
        <pc:inkChg chg="add mod">
          <ac:chgData name="Christopher Aloo" userId="81d139e4-1a74-45bd-a04a-64f94c7d37c9" providerId="ADAL" clId="{E7987F6F-D4EF-420F-86A8-4A23E89472B3}" dt="2025-07-10T17:48:58.515" v="821"/>
          <ac:inkMkLst>
            <pc:docMk/>
            <pc:sldMk cId="901039197" sldId="309"/>
            <ac:inkMk id="54" creationId="{6D2B727E-5672-6077-78C9-C153C91AE88F}"/>
          </ac:inkMkLst>
        </pc:inkChg>
        <pc:inkChg chg="add mod">
          <ac:chgData name="Christopher Aloo" userId="81d139e4-1a74-45bd-a04a-64f94c7d37c9" providerId="ADAL" clId="{E7987F6F-D4EF-420F-86A8-4A23E89472B3}" dt="2025-07-10T17:49:01.684" v="829"/>
          <ac:inkMkLst>
            <pc:docMk/>
            <pc:sldMk cId="901039197" sldId="309"/>
            <ac:inkMk id="55" creationId="{5BFCEC8F-5BB4-1B8A-1078-7F8CC72B1DE5}"/>
          </ac:inkMkLst>
        </pc:inkChg>
        <pc:inkChg chg="add mod">
          <ac:chgData name="Christopher Aloo" userId="81d139e4-1a74-45bd-a04a-64f94c7d37c9" providerId="ADAL" clId="{E7987F6F-D4EF-420F-86A8-4A23E89472B3}" dt="2025-07-10T17:48:58.515" v="821"/>
          <ac:inkMkLst>
            <pc:docMk/>
            <pc:sldMk cId="901039197" sldId="309"/>
            <ac:inkMk id="56" creationId="{03B59659-888C-1E3E-9E71-548E791DEA15}"/>
          </ac:inkMkLst>
        </pc:inkChg>
        <pc:inkChg chg="add">
          <ac:chgData name="Christopher Aloo" userId="81d139e4-1a74-45bd-a04a-64f94c7d37c9" providerId="ADAL" clId="{E7987F6F-D4EF-420F-86A8-4A23E89472B3}" dt="2025-07-10T17:48:58.723" v="822" actId="9405"/>
          <ac:inkMkLst>
            <pc:docMk/>
            <pc:sldMk cId="901039197" sldId="309"/>
            <ac:inkMk id="58" creationId="{DF5C2CE1-C8D1-340C-AF13-50EB9D2E0F9D}"/>
          </ac:inkMkLst>
        </pc:inkChg>
        <pc:inkChg chg="add mod">
          <ac:chgData name="Christopher Aloo" userId="81d139e4-1a74-45bd-a04a-64f94c7d37c9" providerId="ADAL" clId="{E7987F6F-D4EF-420F-86A8-4A23E89472B3}" dt="2025-07-10T17:49:01.684" v="829"/>
          <ac:inkMkLst>
            <pc:docMk/>
            <pc:sldMk cId="901039197" sldId="309"/>
            <ac:inkMk id="59" creationId="{8CD3984F-529F-5479-4C29-F167C41C52F1}"/>
          </ac:inkMkLst>
        </pc:inkChg>
        <pc:inkChg chg="add">
          <ac:chgData name="Christopher Aloo" userId="81d139e4-1a74-45bd-a04a-64f94c7d37c9" providerId="ADAL" clId="{E7987F6F-D4EF-420F-86A8-4A23E89472B3}" dt="2025-07-10T17:48:59.469" v="824" actId="9405"/>
          <ac:inkMkLst>
            <pc:docMk/>
            <pc:sldMk cId="901039197" sldId="309"/>
            <ac:inkMk id="60" creationId="{A75A6EC8-96CD-08DC-8520-71D75883609A}"/>
          </ac:inkMkLst>
        </pc:inkChg>
        <pc:inkChg chg="add mod">
          <ac:chgData name="Christopher Aloo" userId="81d139e4-1a74-45bd-a04a-64f94c7d37c9" providerId="ADAL" clId="{E7987F6F-D4EF-420F-86A8-4A23E89472B3}" dt="2025-07-10T17:49:01.684" v="829"/>
          <ac:inkMkLst>
            <pc:docMk/>
            <pc:sldMk cId="901039197" sldId="309"/>
            <ac:inkMk id="61" creationId="{A112531C-0060-9D75-F138-257ACA14233B}"/>
          </ac:inkMkLst>
        </pc:inkChg>
        <pc:inkChg chg="add">
          <ac:chgData name="Christopher Aloo" userId="81d139e4-1a74-45bd-a04a-64f94c7d37c9" providerId="ADAL" clId="{E7987F6F-D4EF-420F-86A8-4A23E89472B3}" dt="2025-07-10T17:49:00.178" v="826" actId="9405"/>
          <ac:inkMkLst>
            <pc:docMk/>
            <pc:sldMk cId="901039197" sldId="309"/>
            <ac:inkMk id="62" creationId="{0F1C8990-950A-F504-7C50-5254830F0A7A}"/>
          </ac:inkMkLst>
        </pc:inkChg>
        <pc:inkChg chg="add mod">
          <ac:chgData name="Christopher Aloo" userId="81d139e4-1a74-45bd-a04a-64f94c7d37c9" providerId="ADAL" clId="{E7987F6F-D4EF-420F-86A8-4A23E89472B3}" dt="2025-07-10T17:49:01.684" v="829"/>
          <ac:inkMkLst>
            <pc:docMk/>
            <pc:sldMk cId="901039197" sldId="309"/>
            <ac:inkMk id="63" creationId="{A2425A6D-7A46-6865-EA45-3E1CBEAC5CAD}"/>
          </ac:inkMkLst>
        </pc:inkChg>
        <pc:inkChg chg="add">
          <ac:chgData name="Christopher Aloo" userId="81d139e4-1a74-45bd-a04a-64f94c7d37c9" providerId="ADAL" clId="{E7987F6F-D4EF-420F-86A8-4A23E89472B3}" dt="2025-07-10T17:49:00.723" v="828" actId="9405"/>
          <ac:inkMkLst>
            <pc:docMk/>
            <pc:sldMk cId="901039197" sldId="309"/>
            <ac:inkMk id="64" creationId="{2FC7FA55-0F42-5998-DB6F-A0B7E51FA8F9}"/>
          </ac:inkMkLst>
        </pc:inkChg>
        <pc:inkChg chg="add">
          <ac:chgData name="Christopher Aloo" userId="81d139e4-1a74-45bd-a04a-64f94c7d37c9" providerId="ADAL" clId="{E7987F6F-D4EF-420F-86A8-4A23E89472B3}" dt="2025-07-10T17:49:05.933" v="830" actId="9405"/>
          <ac:inkMkLst>
            <pc:docMk/>
            <pc:sldMk cId="901039197" sldId="309"/>
            <ac:inkMk id="67" creationId="{F0D0B2C7-5540-20E4-DB77-EE952DE6E21F}"/>
          </ac:inkMkLst>
        </pc:inkChg>
        <pc:inkChg chg="add mod">
          <ac:chgData name="Christopher Aloo" userId="81d139e4-1a74-45bd-a04a-64f94c7d37c9" providerId="ADAL" clId="{E7987F6F-D4EF-420F-86A8-4A23E89472B3}" dt="2025-07-10T17:49:11.234" v="836"/>
          <ac:inkMkLst>
            <pc:docMk/>
            <pc:sldMk cId="901039197" sldId="309"/>
            <ac:inkMk id="68" creationId="{177BE82E-7AA5-222B-4F36-D0B7893D215D}"/>
          </ac:inkMkLst>
        </pc:inkChg>
        <pc:inkChg chg="add mod">
          <ac:chgData name="Christopher Aloo" userId="81d139e4-1a74-45bd-a04a-64f94c7d37c9" providerId="ADAL" clId="{E7987F6F-D4EF-420F-86A8-4A23E89472B3}" dt="2025-07-10T17:49:11.234" v="836"/>
          <ac:inkMkLst>
            <pc:docMk/>
            <pc:sldMk cId="901039197" sldId="309"/>
            <ac:inkMk id="69" creationId="{22DBD596-B02C-230D-2E39-FC496322ADE1}"/>
          </ac:inkMkLst>
        </pc:inkChg>
        <pc:inkChg chg="add mod">
          <ac:chgData name="Christopher Aloo" userId="81d139e4-1a74-45bd-a04a-64f94c7d37c9" providerId="ADAL" clId="{E7987F6F-D4EF-420F-86A8-4A23E89472B3}" dt="2025-07-10T17:49:12.956" v="839"/>
          <ac:inkMkLst>
            <pc:docMk/>
            <pc:sldMk cId="901039197" sldId="309"/>
            <ac:inkMk id="70" creationId="{80250DD7-CE5B-4935-3C3F-E96CFA91821D}"/>
          </ac:inkMkLst>
        </pc:inkChg>
        <pc:inkChg chg="add mod">
          <ac:chgData name="Christopher Aloo" userId="81d139e4-1a74-45bd-a04a-64f94c7d37c9" providerId="ADAL" clId="{E7987F6F-D4EF-420F-86A8-4A23E89472B3}" dt="2025-07-10T17:49:12.956" v="839"/>
          <ac:inkMkLst>
            <pc:docMk/>
            <pc:sldMk cId="901039197" sldId="309"/>
            <ac:inkMk id="71" creationId="{A5D1A39F-527C-1630-3B15-52E7FB98AE1C}"/>
          </ac:inkMkLst>
        </pc:inkChg>
        <pc:inkChg chg="add mod">
          <ac:chgData name="Christopher Aloo" userId="81d139e4-1a74-45bd-a04a-64f94c7d37c9" providerId="ADAL" clId="{E7987F6F-D4EF-420F-86A8-4A23E89472B3}" dt="2025-07-10T17:49:12.956" v="839"/>
          <ac:inkMkLst>
            <pc:docMk/>
            <pc:sldMk cId="901039197" sldId="309"/>
            <ac:inkMk id="72" creationId="{F8B28AB9-D045-3FF6-6BDD-202841DB4006}"/>
          </ac:inkMkLst>
        </pc:inkChg>
        <pc:inkChg chg="add mod">
          <ac:chgData name="Christopher Aloo" userId="81d139e4-1a74-45bd-a04a-64f94c7d37c9" providerId="ADAL" clId="{E7987F6F-D4EF-420F-86A8-4A23E89472B3}" dt="2025-07-10T17:49:12.956" v="839"/>
          <ac:inkMkLst>
            <pc:docMk/>
            <pc:sldMk cId="901039197" sldId="309"/>
            <ac:inkMk id="75" creationId="{10F092D4-4869-A1CE-521C-407736430B2D}"/>
          </ac:inkMkLst>
        </pc:inkChg>
        <pc:inkChg chg="add mod">
          <ac:chgData name="Christopher Aloo" userId="81d139e4-1a74-45bd-a04a-64f94c7d37c9" providerId="ADAL" clId="{E7987F6F-D4EF-420F-86A8-4A23E89472B3}" dt="2025-07-10T17:49:12.956" v="839"/>
          <ac:inkMkLst>
            <pc:docMk/>
            <pc:sldMk cId="901039197" sldId="309"/>
            <ac:inkMk id="76" creationId="{A9278A65-B51A-6427-3E18-7BD0A2EEBB54}"/>
          </ac:inkMkLst>
        </pc:inkChg>
        <pc:inkChg chg="add">
          <ac:chgData name="Christopher Aloo" userId="81d139e4-1a74-45bd-a04a-64f94c7d37c9" providerId="ADAL" clId="{E7987F6F-D4EF-420F-86A8-4A23E89472B3}" dt="2025-07-10T17:49:16.232" v="840" actId="9405"/>
          <ac:inkMkLst>
            <pc:docMk/>
            <pc:sldMk cId="901039197" sldId="309"/>
            <ac:inkMk id="78" creationId="{FFDDDBEA-9DDD-100A-34FD-AD927F4588E3}"/>
          </ac:inkMkLst>
        </pc:inkChg>
        <pc:inkChg chg="add mod">
          <ac:chgData name="Christopher Aloo" userId="81d139e4-1a74-45bd-a04a-64f94c7d37c9" providerId="ADAL" clId="{E7987F6F-D4EF-420F-86A8-4A23E89472B3}" dt="2025-07-10T17:49:19.686" v="849"/>
          <ac:inkMkLst>
            <pc:docMk/>
            <pc:sldMk cId="901039197" sldId="309"/>
            <ac:inkMk id="79" creationId="{AEAD03FB-3917-FD25-92C5-AA1AF366BBA7}"/>
          </ac:inkMkLst>
        </pc:inkChg>
        <pc:inkChg chg="add mod">
          <ac:chgData name="Christopher Aloo" userId="81d139e4-1a74-45bd-a04a-64f94c7d37c9" providerId="ADAL" clId="{E7987F6F-D4EF-420F-86A8-4A23E89472B3}" dt="2025-07-10T17:49:19.686" v="849"/>
          <ac:inkMkLst>
            <pc:docMk/>
            <pc:sldMk cId="901039197" sldId="309"/>
            <ac:inkMk id="80" creationId="{06E01448-CBAE-C670-5BF9-78510C955DE3}"/>
          </ac:inkMkLst>
        </pc:inkChg>
        <pc:inkChg chg="add mod">
          <ac:chgData name="Christopher Aloo" userId="81d139e4-1a74-45bd-a04a-64f94c7d37c9" providerId="ADAL" clId="{E7987F6F-D4EF-420F-86A8-4A23E89472B3}" dt="2025-07-10T17:49:22.388" v="857"/>
          <ac:inkMkLst>
            <pc:docMk/>
            <pc:sldMk cId="901039197" sldId="309"/>
            <ac:inkMk id="81" creationId="{CDA3CA00-2550-955B-966D-4F419B42DB1B}"/>
          </ac:inkMkLst>
        </pc:inkChg>
        <pc:inkChg chg="add mod">
          <ac:chgData name="Christopher Aloo" userId="81d139e4-1a74-45bd-a04a-64f94c7d37c9" providerId="ADAL" clId="{E7987F6F-D4EF-420F-86A8-4A23E89472B3}" dt="2025-07-10T17:49:22.388" v="857"/>
          <ac:inkMkLst>
            <pc:docMk/>
            <pc:sldMk cId="901039197" sldId="309"/>
            <ac:inkMk id="82" creationId="{D59692A3-F048-314B-4432-3CA2D2BEE8D0}"/>
          </ac:inkMkLst>
        </pc:inkChg>
        <pc:inkChg chg="add mod">
          <ac:chgData name="Christopher Aloo" userId="81d139e4-1a74-45bd-a04a-64f94c7d37c9" providerId="ADAL" clId="{E7987F6F-D4EF-420F-86A8-4A23E89472B3}" dt="2025-07-10T17:49:22.388" v="857"/>
          <ac:inkMkLst>
            <pc:docMk/>
            <pc:sldMk cId="901039197" sldId="309"/>
            <ac:inkMk id="83" creationId="{911C7FB1-6735-5B2A-0DCB-6920B27C14A4}"/>
          </ac:inkMkLst>
        </pc:inkChg>
        <pc:inkChg chg="add mod">
          <ac:chgData name="Christopher Aloo" userId="81d139e4-1a74-45bd-a04a-64f94c7d37c9" providerId="ADAL" clId="{E7987F6F-D4EF-420F-86A8-4A23E89472B3}" dt="2025-07-10T17:49:22.388" v="857"/>
          <ac:inkMkLst>
            <pc:docMk/>
            <pc:sldMk cId="901039197" sldId="309"/>
            <ac:inkMk id="84" creationId="{E821F4ED-EAD1-FED7-9D69-58BDC1E7DCD5}"/>
          </ac:inkMkLst>
        </pc:inkChg>
        <pc:inkChg chg="add mod">
          <ac:chgData name="Christopher Aloo" userId="81d139e4-1a74-45bd-a04a-64f94c7d37c9" providerId="ADAL" clId="{E7987F6F-D4EF-420F-86A8-4A23E89472B3}" dt="2025-07-10T17:49:19.686" v="849"/>
          <ac:inkMkLst>
            <pc:docMk/>
            <pc:sldMk cId="901039197" sldId="309"/>
            <ac:inkMk id="85" creationId="{D956A013-698F-F797-A42E-C6A94B96FAE1}"/>
          </ac:inkMkLst>
        </pc:inkChg>
        <pc:inkChg chg="add mod">
          <ac:chgData name="Christopher Aloo" userId="81d139e4-1a74-45bd-a04a-64f94c7d37c9" providerId="ADAL" clId="{E7987F6F-D4EF-420F-86A8-4A23E89472B3}" dt="2025-07-10T17:49:22.388" v="857"/>
          <ac:inkMkLst>
            <pc:docMk/>
            <pc:sldMk cId="901039197" sldId="309"/>
            <ac:inkMk id="86" creationId="{E54CB134-4B74-0ACA-A450-5CBD9CD1A0CA}"/>
          </ac:inkMkLst>
        </pc:inkChg>
        <pc:inkChg chg="add">
          <ac:chgData name="Christopher Aloo" userId="81d139e4-1a74-45bd-a04a-64f94c7d37c9" providerId="ADAL" clId="{E7987F6F-D4EF-420F-86A8-4A23E89472B3}" dt="2025-07-10T17:49:19.841" v="850" actId="9405"/>
          <ac:inkMkLst>
            <pc:docMk/>
            <pc:sldMk cId="901039197" sldId="309"/>
            <ac:inkMk id="89" creationId="{48C4C22C-EE0A-D438-9AFD-C5198E8108C6}"/>
          </ac:inkMkLst>
        </pc:inkChg>
        <pc:inkChg chg="add mod">
          <ac:chgData name="Christopher Aloo" userId="81d139e4-1a74-45bd-a04a-64f94c7d37c9" providerId="ADAL" clId="{E7987F6F-D4EF-420F-86A8-4A23E89472B3}" dt="2025-07-10T17:49:22.388" v="857"/>
          <ac:inkMkLst>
            <pc:docMk/>
            <pc:sldMk cId="901039197" sldId="309"/>
            <ac:inkMk id="90" creationId="{C98A0B42-3ECD-0096-0687-B8DFAC5FB97E}"/>
          </ac:inkMkLst>
        </pc:inkChg>
        <pc:inkChg chg="add mod">
          <ac:chgData name="Christopher Aloo" userId="81d139e4-1a74-45bd-a04a-64f94c7d37c9" providerId="ADAL" clId="{E7987F6F-D4EF-420F-86A8-4A23E89472B3}" dt="2025-07-10T17:49:22.388" v="857"/>
          <ac:inkMkLst>
            <pc:docMk/>
            <pc:sldMk cId="901039197" sldId="309"/>
            <ac:inkMk id="91" creationId="{29079483-C185-76A4-2E96-1DB2342AACAF}"/>
          </ac:inkMkLst>
        </pc:inkChg>
        <pc:inkChg chg="add">
          <ac:chgData name="Christopher Aloo" userId="81d139e4-1a74-45bd-a04a-64f94c7d37c9" providerId="ADAL" clId="{E7987F6F-D4EF-420F-86A8-4A23E89472B3}" dt="2025-07-10T17:49:20.681" v="853" actId="9405"/>
          <ac:inkMkLst>
            <pc:docMk/>
            <pc:sldMk cId="901039197" sldId="309"/>
            <ac:inkMk id="92" creationId="{6F186ABF-B086-1DFC-E91B-32B247E8010A}"/>
          </ac:inkMkLst>
        </pc:inkChg>
        <pc:inkChg chg="add mod">
          <ac:chgData name="Christopher Aloo" userId="81d139e4-1a74-45bd-a04a-64f94c7d37c9" providerId="ADAL" clId="{E7987F6F-D4EF-420F-86A8-4A23E89472B3}" dt="2025-07-10T17:49:22.388" v="857"/>
          <ac:inkMkLst>
            <pc:docMk/>
            <pc:sldMk cId="901039197" sldId="309"/>
            <ac:inkMk id="93" creationId="{88FD214B-9D73-ABFB-0166-77328EF39205}"/>
          </ac:inkMkLst>
        </pc:inkChg>
        <pc:inkChg chg="add">
          <ac:chgData name="Christopher Aloo" userId="81d139e4-1a74-45bd-a04a-64f94c7d37c9" providerId="ADAL" clId="{E7987F6F-D4EF-420F-86A8-4A23E89472B3}" dt="2025-07-10T17:49:21.287" v="855" actId="9405"/>
          <ac:inkMkLst>
            <pc:docMk/>
            <pc:sldMk cId="901039197" sldId="309"/>
            <ac:inkMk id="94" creationId="{4BEAF1AB-A8A9-60F3-9887-D22E9A7E7121}"/>
          </ac:inkMkLst>
        </pc:inkChg>
        <pc:inkChg chg="add">
          <ac:chgData name="Christopher Aloo" userId="81d139e4-1a74-45bd-a04a-64f94c7d37c9" providerId="ADAL" clId="{E7987F6F-D4EF-420F-86A8-4A23E89472B3}" dt="2025-07-10T17:49:21.885" v="856" actId="9405"/>
          <ac:inkMkLst>
            <pc:docMk/>
            <pc:sldMk cId="901039197" sldId="309"/>
            <ac:inkMk id="95" creationId="{C0C0A942-542B-93D2-F9D5-B311A2C63A91}"/>
          </ac:inkMkLst>
        </pc:inkChg>
      </pc:sldChg>
      <pc:sldChg chg="addSp delSp modSp new mod">
        <pc:chgData name="Christopher Aloo" userId="81d139e4-1a74-45bd-a04a-64f94c7d37c9" providerId="ADAL" clId="{E7987F6F-D4EF-420F-86A8-4A23E89472B3}" dt="2025-07-10T17:50:08.723" v="922"/>
        <pc:sldMkLst>
          <pc:docMk/>
          <pc:sldMk cId="3309296668" sldId="310"/>
        </pc:sldMkLst>
        <pc:grpChg chg="del mod">
          <ac:chgData name="Christopher Aloo" userId="81d139e4-1a74-45bd-a04a-64f94c7d37c9" providerId="ADAL" clId="{E7987F6F-D4EF-420F-86A8-4A23E89472B3}" dt="2025-07-10T17:49:37.099" v="865"/>
          <ac:grpSpMkLst>
            <pc:docMk/>
            <pc:sldMk cId="3309296668" sldId="310"/>
            <ac:grpSpMk id="6" creationId="{247F7275-BF96-030C-4DCE-010C1A754A1A}"/>
          </ac:grpSpMkLst>
        </pc:grpChg>
        <pc:grpChg chg="mod">
          <ac:chgData name="Christopher Aloo" userId="81d139e4-1a74-45bd-a04a-64f94c7d37c9" providerId="ADAL" clId="{E7987F6F-D4EF-420F-86A8-4A23E89472B3}" dt="2025-07-10T17:49:35.890" v="863"/>
          <ac:grpSpMkLst>
            <pc:docMk/>
            <pc:sldMk cId="3309296668" sldId="310"/>
            <ac:grpSpMk id="7" creationId="{FFF45C1B-41D2-1271-8F31-0E6219892D97}"/>
          </ac:grpSpMkLst>
        </pc:grpChg>
        <pc:grpChg chg="del mod">
          <ac:chgData name="Christopher Aloo" userId="81d139e4-1a74-45bd-a04a-64f94c7d37c9" providerId="ADAL" clId="{E7987F6F-D4EF-420F-86A8-4A23E89472B3}" dt="2025-07-10T17:49:38.886" v="869"/>
          <ac:grpSpMkLst>
            <pc:docMk/>
            <pc:sldMk cId="3309296668" sldId="310"/>
            <ac:grpSpMk id="9" creationId="{F6A2D23F-1EB9-E8BD-8C4B-E0EA9D2FC1E7}"/>
          </ac:grpSpMkLst>
        </pc:grpChg>
        <pc:grpChg chg="del mod">
          <ac:chgData name="Christopher Aloo" userId="81d139e4-1a74-45bd-a04a-64f94c7d37c9" providerId="ADAL" clId="{E7987F6F-D4EF-420F-86A8-4A23E89472B3}" dt="2025-07-10T17:49:42.357" v="879"/>
          <ac:grpSpMkLst>
            <pc:docMk/>
            <pc:sldMk cId="3309296668" sldId="310"/>
            <ac:grpSpMk id="13" creationId="{9E43C5F5-7A7B-8EEC-931B-D3BB13311DF6}"/>
          </ac:grpSpMkLst>
        </pc:grpChg>
        <pc:grpChg chg="del mod">
          <ac:chgData name="Christopher Aloo" userId="81d139e4-1a74-45bd-a04a-64f94c7d37c9" providerId="ADAL" clId="{E7987F6F-D4EF-420F-86A8-4A23E89472B3}" dt="2025-07-10T17:49:44.035" v="883"/>
          <ac:grpSpMkLst>
            <pc:docMk/>
            <pc:sldMk cId="3309296668" sldId="310"/>
            <ac:grpSpMk id="23" creationId="{C01685EF-8AB4-A4F2-074E-E64530BA99A4}"/>
          </ac:grpSpMkLst>
        </pc:grpChg>
        <pc:grpChg chg="mod">
          <ac:chgData name="Christopher Aloo" userId="81d139e4-1a74-45bd-a04a-64f94c7d37c9" providerId="ADAL" clId="{E7987F6F-D4EF-420F-86A8-4A23E89472B3}" dt="2025-07-10T17:49:44.035" v="883"/>
          <ac:grpSpMkLst>
            <pc:docMk/>
            <pc:sldMk cId="3309296668" sldId="310"/>
            <ac:grpSpMk id="27" creationId="{56BB01FB-B096-1E97-6809-F2C40EF7933F}"/>
          </ac:grpSpMkLst>
        </pc:grpChg>
        <pc:grpChg chg="mod">
          <ac:chgData name="Christopher Aloo" userId="81d139e4-1a74-45bd-a04a-64f94c7d37c9" providerId="ADAL" clId="{E7987F6F-D4EF-420F-86A8-4A23E89472B3}" dt="2025-07-10T17:49:46.548" v="887"/>
          <ac:grpSpMkLst>
            <pc:docMk/>
            <pc:sldMk cId="3309296668" sldId="310"/>
            <ac:grpSpMk id="31" creationId="{0F5062AD-3B18-8CCD-12B9-BB70F0569944}"/>
          </ac:grpSpMkLst>
        </pc:grpChg>
        <pc:grpChg chg="mod">
          <ac:chgData name="Christopher Aloo" userId="81d139e4-1a74-45bd-a04a-64f94c7d37c9" providerId="ADAL" clId="{E7987F6F-D4EF-420F-86A8-4A23E89472B3}" dt="2025-07-10T17:49:52.469" v="896"/>
          <ac:grpSpMkLst>
            <pc:docMk/>
            <pc:sldMk cId="3309296668" sldId="310"/>
            <ac:grpSpMk id="40" creationId="{ECD8301C-0DFA-2AB2-D1B3-C29CF8399873}"/>
          </ac:grpSpMkLst>
        </pc:grpChg>
        <pc:grpChg chg="del mod">
          <ac:chgData name="Christopher Aloo" userId="81d139e4-1a74-45bd-a04a-64f94c7d37c9" providerId="ADAL" clId="{E7987F6F-D4EF-420F-86A8-4A23E89472B3}" dt="2025-07-10T17:50:02.651" v="915"/>
          <ac:grpSpMkLst>
            <pc:docMk/>
            <pc:sldMk cId="3309296668" sldId="310"/>
            <ac:grpSpMk id="57" creationId="{758B4C9D-2C91-BF0A-64C0-0A743DD57874}"/>
          </ac:grpSpMkLst>
        </pc:grpChg>
        <pc:grpChg chg="mod">
          <ac:chgData name="Christopher Aloo" userId="81d139e4-1a74-45bd-a04a-64f94c7d37c9" providerId="ADAL" clId="{E7987F6F-D4EF-420F-86A8-4A23E89472B3}" dt="2025-07-10T17:50:02.651" v="915"/>
          <ac:grpSpMkLst>
            <pc:docMk/>
            <pc:sldMk cId="3309296668" sldId="310"/>
            <ac:grpSpMk id="59" creationId="{11727350-6135-3438-273F-166E0E31FE5B}"/>
          </ac:grpSpMkLst>
        </pc:grpChg>
        <pc:grpChg chg="mod">
          <ac:chgData name="Christopher Aloo" userId="81d139e4-1a74-45bd-a04a-64f94c7d37c9" providerId="ADAL" clId="{E7987F6F-D4EF-420F-86A8-4A23E89472B3}" dt="2025-07-10T17:50:05.990" v="918"/>
          <ac:grpSpMkLst>
            <pc:docMk/>
            <pc:sldMk cId="3309296668" sldId="310"/>
            <ac:grpSpMk id="62" creationId="{FC4B3C52-CA19-C428-814C-519FCE6D06D6}"/>
          </ac:grpSpMkLst>
        </pc:grpChg>
        <pc:grpChg chg="mod">
          <ac:chgData name="Christopher Aloo" userId="81d139e4-1a74-45bd-a04a-64f94c7d37c9" providerId="ADAL" clId="{E7987F6F-D4EF-420F-86A8-4A23E89472B3}" dt="2025-07-10T17:50:08.723" v="922"/>
          <ac:grpSpMkLst>
            <pc:docMk/>
            <pc:sldMk cId="3309296668" sldId="310"/>
            <ac:grpSpMk id="66" creationId="{B02315AE-C4A9-F7D6-D020-9BF5B66ADF69}"/>
          </ac:grpSpMkLst>
        </pc:grpChg>
        <pc:inkChg chg="add mod">
          <ac:chgData name="Christopher Aloo" userId="81d139e4-1a74-45bd-a04a-64f94c7d37c9" providerId="ADAL" clId="{E7987F6F-D4EF-420F-86A8-4A23E89472B3}" dt="2025-07-10T17:49:35.890" v="863"/>
          <ac:inkMkLst>
            <pc:docMk/>
            <pc:sldMk cId="3309296668" sldId="310"/>
            <ac:inkMk id="2" creationId="{0D65F3DE-1FEE-6D40-E0A9-BB7389C90B6F}"/>
          </ac:inkMkLst>
        </pc:inkChg>
        <pc:inkChg chg="add mod">
          <ac:chgData name="Christopher Aloo" userId="81d139e4-1a74-45bd-a04a-64f94c7d37c9" providerId="ADAL" clId="{E7987F6F-D4EF-420F-86A8-4A23E89472B3}" dt="2025-07-10T17:49:35.890" v="863"/>
          <ac:inkMkLst>
            <pc:docMk/>
            <pc:sldMk cId="3309296668" sldId="310"/>
            <ac:inkMk id="3" creationId="{7D120280-0771-399D-6C91-6A7B5A529F3A}"/>
          </ac:inkMkLst>
        </pc:inkChg>
        <pc:inkChg chg="add mod">
          <ac:chgData name="Christopher Aloo" userId="81d139e4-1a74-45bd-a04a-64f94c7d37c9" providerId="ADAL" clId="{E7987F6F-D4EF-420F-86A8-4A23E89472B3}" dt="2025-07-10T17:49:38.886" v="869"/>
          <ac:inkMkLst>
            <pc:docMk/>
            <pc:sldMk cId="3309296668" sldId="310"/>
            <ac:inkMk id="4" creationId="{AEAF9D5A-5C7A-2731-EB09-00CB5BCEF49C}"/>
          </ac:inkMkLst>
        </pc:inkChg>
        <pc:inkChg chg="add mod">
          <ac:chgData name="Christopher Aloo" userId="81d139e4-1a74-45bd-a04a-64f94c7d37c9" providerId="ADAL" clId="{E7987F6F-D4EF-420F-86A8-4A23E89472B3}" dt="2025-07-10T17:49:42.357" v="879"/>
          <ac:inkMkLst>
            <pc:docMk/>
            <pc:sldMk cId="3309296668" sldId="310"/>
            <ac:inkMk id="5" creationId="{3ED263D5-311E-F77F-9615-BDF821D63352}"/>
          </ac:inkMkLst>
        </pc:inkChg>
        <pc:inkChg chg="add mod">
          <ac:chgData name="Christopher Aloo" userId="81d139e4-1a74-45bd-a04a-64f94c7d37c9" providerId="ADAL" clId="{E7987F6F-D4EF-420F-86A8-4A23E89472B3}" dt="2025-07-10T17:49:38.886" v="869"/>
          <ac:inkMkLst>
            <pc:docMk/>
            <pc:sldMk cId="3309296668" sldId="310"/>
            <ac:inkMk id="8" creationId="{C72CAFA2-C0F3-3159-35A4-EB287A71363D}"/>
          </ac:inkMkLst>
        </pc:inkChg>
        <pc:inkChg chg="add mod">
          <ac:chgData name="Christopher Aloo" userId="81d139e4-1a74-45bd-a04a-64f94c7d37c9" providerId="ADAL" clId="{E7987F6F-D4EF-420F-86A8-4A23E89472B3}" dt="2025-07-10T17:49:44.035" v="883"/>
          <ac:inkMkLst>
            <pc:docMk/>
            <pc:sldMk cId="3309296668" sldId="310"/>
            <ac:inkMk id="10" creationId="{BEAB8052-1614-FFDB-E370-3DED2D35FF2A}"/>
          </ac:inkMkLst>
        </pc:inkChg>
        <pc:inkChg chg="add mod">
          <ac:chgData name="Christopher Aloo" userId="81d139e4-1a74-45bd-a04a-64f94c7d37c9" providerId="ADAL" clId="{E7987F6F-D4EF-420F-86A8-4A23E89472B3}" dt="2025-07-10T17:49:38.886" v="869"/>
          <ac:inkMkLst>
            <pc:docMk/>
            <pc:sldMk cId="3309296668" sldId="310"/>
            <ac:inkMk id="11" creationId="{933426DF-D222-690D-3E36-6606DDE515F2}"/>
          </ac:inkMkLst>
        </pc:inkChg>
        <pc:inkChg chg="add mod">
          <ac:chgData name="Christopher Aloo" userId="81d139e4-1a74-45bd-a04a-64f94c7d37c9" providerId="ADAL" clId="{E7987F6F-D4EF-420F-86A8-4A23E89472B3}" dt="2025-07-10T17:49:44.035" v="883"/>
          <ac:inkMkLst>
            <pc:docMk/>
            <pc:sldMk cId="3309296668" sldId="310"/>
            <ac:inkMk id="12" creationId="{1118566D-5968-4178-DA9F-B34211A88990}"/>
          </ac:inkMkLst>
        </pc:inkChg>
        <pc:inkChg chg="add mod">
          <ac:chgData name="Christopher Aloo" userId="81d139e4-1a74-45bd-a04a-64f94c7d37c9" providerId="ADAL" clId="{E7987F6F-D4EF-420F-86A8-4A23E89472B3}" dt="2025-07-10T17:49:44.035" v="883"/>
          <ac:inkMkLst>
            <pc:docMk/>
            <pc:sldMk cId="3309296668" sldId="310"/>
            <ac:inkMk id="14" creationId="{ACB3DF82-B7B2-E4FB-E518-98BC1F16B0D7}"/>
          </ac:inkMkLst>
        </pc:inkChg>
        <pc:inkChg chg="add">
          <ac:chgData name="Christopher Aloo" userId="81d139e4-1a74-45bd-a04a-64f94c7d37c9" providerId="ADAL" clId="{E7987F6F-D4EF-420F-86A8-4A23E89472B3}" dt="2025-07-10T17:49:39.198" v="871" actId="9405"/>
          <ac:inkMkLst>
            <pc:docMk/>
            <pc:sldMk cId="3309296668" sldId="310"/>
            <ac:inkMk id="15" creationId="{A46B5E36-CB35-0AAC-E73C-36E8AFB668EC}"/>
          </ac:inkMkLst>
        </pc:inkChg>
        <pc:inkChg chg="add">
          <ac:chgData name="Christopher Aloo" userId="81d139e4-1a74-45bd-a04a-64f94c7d37c9" providerId="ADAL" clId="{E7987F6F-D4EF-420F-86A8-4A23E89472B3}" dt="2025-07-10T17:49:39.543" v="872" actId="9405"/>
          <ac:inkMkLst>
            <pc:docMk/>
            <pc:sldMk cId="3309296668" sldId="310"/>
            <ac:inkMk id="16" creationId="{17633CE7-8C21-C043-80B4-91A74C73A2CB}"/>
          </ac:inkMkLst>
        </pc:inkChg>
        <pc:inkChg chg="add mod">
          <ac:chgData name="Christopher Aloo" userId="81d139e4-1a74-45bd-a04a-64f94c7d37c9" providerId="ADAL" clId="{E7987F6F-D4EF-420F-86A8-4A23E89472B3}" dt="2025-07-10T17:49:44.035" v="883"/>
          <ac:inkMkLst>
            <pc:docMk/>
            <pc:sldMk cId="3309296668" sldId="310"/>
            <ac:inkMk id="17" creationId="{C011F774-834E-AAC6-DAFA-2752469B864D}"/>
          </ac:inkMkLst>
        </pc:inkChg>
        <pc:inkChg chg="add">
          <ac:chgData name="Christopher Aloo" userId="81d139e4-1a74-45bd-a04a-64f94c7d37c9" providerId="ADAL" clId="{E7987F6F-D4EF-420F-86A8-4A23E89472B3}" dt="2025-07-10T17:49:39.983" v="874" actId="9405"/>
          <ac:inkMkLst>
            <pc:docMk/>
            <pc:sldMk cId="3309296668" sldId="310"/>
            <ac:inkMk id="18" creationId="{F8B583CD-84E1-51AA-3C77-DDD01370D3C1}"/>
          </ac:inkMkLst>
        </pc:inkChg>
        <pc:inkChg chg="add">
          <ac:chgData name="Christopher Aloo" userId="81d139e4-1a74-45bd-a04a-64f94c7d37c9" providerId="ADAL" clId="{E7987F6F-D4EF-420F-86A8-4A23E89472B3}" dt="2025-07-10T17:49:40.319" v="875" actId="9405"/>
          <ac:inkMkLst>
            <pc:docMk/>
            <pc:sldMk cId="3309296668" sldId="310"/>
            <ac:inkMk id="19" creationId="{7938110E-558F-B099-DB45-E6060FA9F019}"/>
          </ac:inkMkLst>
        </pc:inkChg>
        <pc:inkChg chg="add mod">
          <ac:chgData name="Christopher Aloo" userId="81d139e4-1a74-45bd-a04a-64f94c7d37c9" providerId="ADAL" clId="{E7987F6F-D4EF-420F-86A8-4A23E89472B3}" dt="2025-07-10T17:49:44.035" v="883"/>
          <ac:inkMkLst>
            <pc:docMk/>
            <pc:sldMk cId="3309296668" sldId="310"/>
            <ac:inkMk id="20" creationId="{729665E4-D550-116F-82DF-720467B7112E}"/>
          </ac:inkMkLst>
        </pc:inkChg>
        <pc:inkChg chg="add mod">
          <ac:chgData name="Christopher Aloo" userId="81d139e4-1a74-45bd-a04a-64f94c7d37c9" providerId="ADAL" clId="{E7987F6F-D4EF-420F-86A8-4A23E89472B3}" dt="2025-07-10T17:49:44.035" v="883"/>
          <ac:inkMkLst>
            <pc:docMk/>
            <pc:sldMk cId="3309296668" sldId="310"/>
            <ac:inkMk id="21" creationId="{43711215-7A7F-616F-659C-1A86E1A6924A}"/>
          </ac:inkMkLst>
        </pc:inkChg>
        <pc:inkChg chg="add mod">
          <ac:chgData name="Christopher Aloo" userId="81d139e4-1a74-45bd-a04a-64f94c7d37c9" providerId="ADAL" clId="{E7987F6F-D4EF-420F-86A8-4A23E89472B3}" dt="2025-07-10T17:49:44.035" v="883"/>
          <ac:inkMkLst>
            <pc:docMk/>
            <pc:sldMk cId="3309296668" sldId="310"/>
            <ac:inkMk id="22" creationId="{95D6DCCC-0A92-5CDB-C587-CAC624AEEB98}"/>
          </ac:inkMkLst>
        </pc:inkChg>
        <pc:inkChg chg="add">
          <ac:chgData name="Christopher Aloo" userId="81d139e4-1a74-45bd-a04a-64f94c7d37c9" providerId="ADAL" clId="{E7987F6F-D4EF-420F-86A8-4A23E89472B3}" dt="2025-07-10T17:49:42.980" v="880" actId="9405"/>
          <ac:inkMkLst>
            <pc:docMk/>
            <pc:sldMk cId="3309296668" sldId="310"/>
            <ac:inkMk id="24" creationId="{4E4FBACF-AA6D-3833-3820-A076A0185E25}"/>
          </ac:inkMkLst>
        </pc:inkChg>
        <pc:inkChg chg="add">
          <ac:chgData name="Christopher Aloo" userId="81d139e4-1a74-45bd-a04a-64f94c7d37c9" providerId="ADAL" clId="{E7987F6F-D4EF-420F-86A8-4A23E89472B3}" dt="2025-07-10T17:49:43.185" v="881" actId="9405"/>
          <ac:inkMkLst>
            <pc:docMk/>
            <pc:sldMk cId="3309296668" sldId="310"/>
            <ac:inkMk id="25" creationId="{57CB4D66-98DA-F916-D5E4-ADEAAADDCDDB}"/>
          </ac:inkMkLst>
        </pc:inkChg>
        <pc:inkChg chg="add mod">
          <ac:chgData name="Christopher Aloo" userId="81d139e4-1a74-45bd-a04a-64f94c7d37c9" providerId="ADAL" clId="{E7987F6F-D4EF-420F-86A8-4A23E89472B3}" dt="2025-07-10T17:49:44.035" v="883"/>
          <ac:inkMkLst>
            <pc:docMk/>
            <pc:sldMk cId="3309296668" sldId="310"/>
            <ac:inkMk id="26" creationId="{E057C0C0-610F-0210-F6E5-3EFCE4F5435B}"/>
          </ac:inkMkLst>
        </pc:inkChg>
        <pc:inkChg chg="add mod">
          <ac:chgData name="Christopher Aloo" userId="81d139e4-1a74-45bd-a04a-64f94c7d37c9" providerId="ADAL" clId="{E7987F6F-D4EF-420F-86A8-4A23E89472B3}" dt="2025-07-10T17:49:46.548" v="887"/>
          <ac:inkMkLst>
            <pc:docMk/>
            <pc:sldMk cId="3309296668" sldId="310"/>
            <ac:inkMk id="28" creationId="{575A5A4C-76E2-4E5B-B6D2-B7A6759B3FFC}"/>
          </ac:inkMkLst>
        </pc:inkChg>
        <pc:inkChg chg="add mod">
          <ac:chgData name="Christopher Aloo" userId="81d139e4-1a74-45bd-a04a-64f94c7d37c9" providerId="ADAL" clId="{E7987F6F-D4EF-420F-86A8-4A23E89472B3}" dt="2025-07-10T17:49:46.548" v="887"/>
          <ac:inkMkLst>
            <pc:docMk/>
            <pc:sldMk cId="3309296668" sldId="310"/>
            <ac:inkMk id="29" creationId="{51EB47C0-11C5-7D8E-B9C5-E91FC7DFD8C3}"/>
          </ac:inkMkLst>
        </pc:inkChg>
        <pc:inkChg chg="add mod">
          <ac:chgData name="Christopher Aloo" userId="81d139e4-1a74-45bd-a04a-64f94c7d37c9" providerId="ADAL" clId="{E7987F6F-D4EF-420F-86A8-4A23E89472B3}" dt="2025-07-10T17:49:46.548" v="887"/>
          <ac:inkMkLst>
            <pc:docMk/>
            <pc:sldMk cId="3309296668" sldId="310"/>
            <ac:inkMk id="30" creationId="{233F3033-3216-743F-D6C1-AF331000FC72}"/>
          </ac:inkMkLst>
        </pc:inkChg>
        <pc:inkChg chg="add mod">
          <ac:chgData name="Christopher Aloo" userId="81d139e4-1a74-45bd-a04a-64f94c7d37c9" providerId="ADAL" clId="{E7987F6F-D4EF-420F-86A8-4A23E89472B3}" dt="2025-07-10T17:49:52.469" v="896"/>
          <ac:inkMkLst>
            <pc:docMk/>
            <pc:sldMk cId="3309296668" sldId="310"/>
            <ac:inkMk id="32" creationId="{CA259680-7EB1-BCBD-3459-CA3FC3688BB6}"/>
          </ac:inkMkLst>
        </pc:inkChg>
        <pc:inkChg chg="add mod">
          <ac:chgData name="Christopher Aloo" userId="81d139e4-1a74-45bd-a04a-64f94c7d37c9" providerId="ADAL" clId="{E7987F6F-D4EF-420F-86A8-4A23E89472B3}" dt="2025-07-10T17:49:52.469" v="896"/>
          <ac:inkMkLst>
            <pc:docMk/>
            <pc:sldMk cId="3309296668" sldId="310"/>
            <ac:inkMk id="33" creationId="{F0C9B528-1B60-A7A4-3321-52BE586ED604}"/>
          </ac:inkMkLst>
        </pc:inkChg>
        <pc:inkChg chg="add mod">
          <ac:chgData name="Christopher Aloo" userId="81d139e4-1a74-45bd-a04a-64f94c7d37c9" providerId="ADAL" clId="{E7987F6F-D4EF-420F-86A8-4A23E89472B3}" dt="2025-07-10T17:49:52.469" v="896"/>
          <ac:inkMkLst>
            <pc:docMk/>
            <pc:sldMk cId="3309296668" sldId="310"/>
            <ac:inkMk id="34" creationId="{0445F606-C9FE-DDB4-0493-B6ACD4BC47D4}"/>
          </ac:inkMkLst>
        </pc:inkChg>
        <pc:inkChg chg="add mod">
          <ac:chgData name="Christopher Aloo" userId="81d139e4-1a74-45bd-a04a-64f94c7d37c9" providerId="ADAL" clId="{E7987F6F-D4EF-420F-86A8-4A23E89472B3}" dt="2025-07-10T17:49:52.469" v="896"/>
          <ac:inkMkLst>
            <pc:docMk/>
            <pc:sldMk cId="3309296668" sldId="310"/>
            <ac:inkMk id="35" creationId="{2E4629A7-26BC-FA7E-7D0E-1B8D8C0CC881}"/>
          </ac:inkMkLst>
        </pc:inkChg>
        <pc:inkChg chg="add mod">
          <ac:chgData name="Christopher Aloo" userId="81d139e4-1a74-45bd-a04a-64f94c7d37c9" providerId="ADAL" clId="{E7987F6F-D4EF-420F-86A8-4A23E89472B3}" dt="2025-07-10T17:49:52.469" v="896"/>
          <ac:inkMkLst>
            <pc:docMk/>
            <pc:sldMk cId="3309296668" sldId="310"/>
            <ac:inkMk id="36" creationId="{15738F61-02F6-367A-430A-477987B2CFD4}"/>
          </ac:inkMkLst>
        </pc:inkChg>
        <pc:inkChg chg="add mod">
          <ac:chgData name="Christopher Aloo" userId="81d139e4-1a74-45bd-a04a-64f94c7d37c9" providerId="ADAL" clId="{E7987F6F-D4EF-420F-86A8-4A23E89472B3}" dt="2025-07-10T17:49:52.469" v="896"/>
          <ac:inkMkLst>
            <pc:docMk/>
            <pc:sldMk cId="3309296668" sldId="310"/>
            <ac:inkMk id="37" creationId="{95248E7B-8E2D-16A5-5A9C-602118D60F1D}"/>
          </ac:inkMkLst>
        </pc:inkChg>
        <pc:inkChg chg="add">
          <ac:chgData name="Christopher Aloo" userId="81d139e4-1a74-45bd-a04a-64f94c7d37c9" providerId="ADAL" clId="{E7987F6F-D4EF-420F-86A8-4A23E89472B3}" dt="2025-07-10T17:49:51.596" v="894" actId="9405"/>
          <ac:inkMkLst>
            <pc:docMk/>
            <pc:sldMk cId="3309296668" sldId="310"/>
            <ac:inkMk id="38" creationId="{309512D1-E9AA-5C6B-D814-6DF27C8144BE}"/>
          </ac:inkMkLst>
        </pc:inkChg>
        <pc:inkChg chg="add">
          <ac:chgData name="Christopher Aloo" userId="81d139e4-1a74-45bd-a04a-64f94c7d37c9" providerId="ADAL" clId="{E7987F6F-D4EF-420F-86A8-4A23E89472B3}" dt="2025-07-10T17:49:51.787" v="895" actId="9405"/>
          <ac:inkMkLst>
            <pc:docMk/>
            <pc:sldMk cId="3309296668" sldId="310"/>
            <ac:inkMk id="39" creationId="{D91408D2-C406-4306-E379-9141E1368732}"/>
          </ac:inkMkLst>
        </pc:inkChg>
        <pc:inkChg chg="add">
          <ac:chgData name="Christopher Aloo" userId="81d139e4-1a74-45bd-a04a-64f94c7d37c9" providerId="ADAL" clId="{E7987F6F-D4EF-420F-86A8-4A23E89472B3}" dt="2025-07-10T17:49:53.567" v="897" actId="9405"/>
          <ac:inkMkLst>
            <pc:docMk/>
            <pc:sldMk cId="3309296668" sldId="310"/>
            <ac:inkMk id="41" creationId="{3838D233-70E1-6CF8-533C-531C41E2A835}"/>
          </ac:inkMkLst>
        </pc:inkChg>
        <pc:inkChg chg="add mod">
          <ac:chgData name="Christopher Aloo" userId="81d139e4-1a74-45bd-a04a-64f94c7d37c9" providerId="ADAL" clId="{E7987F6F-D4EF-420F-86A8-4A23E89472B3}" dt="2025-07-10T17:50:00.164" v="913"/>
          <ac:inkMkLst>
            <pc:docMk/>
            <pc:sldMk cId="3309296668" sldId="310"/>
            <ac:inkMk id="42" creationId="{9D17E67D-AF4D-8A9B-1D20-C484B643D8ED}"/>
          </ac:inkMkLst>
        </pc:inkChg>
        <pc:inkChg chg="add mod">
          <ac:chgData name="Christopher Aloo" userId="81d139e4-1a74-45bd-a04a-64f94c7d37c9" providerId="ADAL" clId="{E7987F6F-D4EF-420F-86A8-4A23E89472B3}" dt="2025-07-10T17:50:02.651" v="915"/>
          <ac:inkMkLst>
            <pc:docMk/>
            <pc:sldMk cId="3309296668" sldId="310"/>
            <ac:inkMk id="43" creationId="{E278BD8E-8060-53A9-77AE-D0D563E130C7}"/>
          </ac:inkMkLst>
        </pc:inkChg>
        <pc:inkChg chg="add">
          <ac:chgData name="Christopher Aloo" userId="81d139e4-1a74-45bd-a04a-64f94c7d37c9" providerId="ADAL" clId="{E7987F6F-D4EF-420F-86A8-4A23E89472B3}" dt="2025-07-10T17:49:54.924" v="900" actId="9405"/>
          <ac:inkMkLst>
            <pc:docMk/>
            <pc:sldMk cId="3309296668" sldId="310"/>
            <ac:inkMk id="44" creationId="{BB526B21-237D-B6C0-27CE-F75A95194C64}"/>
          </ac:inkMkLst>
        </pc:inkChg>
        <pc:inkChg chg="add mod">
          <ac:chgData name="Christopher Aloo" userId="81d139e4-1a74-45bd-a04a-64f94c7d37c9" providerId="ADAL" clId="{E7987F6F-D4EF-420F-86A8-4A23E89472B3}" dt="2025-07-10T17:50:00.164" v="913"/>
          <ac:inkMkLst>
            <pc:docMk/>
            <pc:sldMk cId="3309296668" sldId="310"/>
            <ac:inkMk id="45" creationId="{69258C76-EA30-AD85-82AD-3497F8010713}"/>
          </ac:inkMkLst>
        </pc:inkChg>
        <pc:inkChg chg="add">
          <ac:chgData name="Christopher Aloo" userId="81d139e4-1a74-45bd-a04a-64f94c7d37c9" providerId="ADAL" clId="{E7987F6F-D4EF-420F-86A8-4A23E89472B3}" dt="2025-07-10T17:49:55.545" v="902" actId="9405"/>
          <ac:inkMkLst>
            <pc:docMk/>
            <pc:sldMk cId="3309296668" sldId="310"/>
            <ac:inkMk id="46" creationId="{0130BACD-1D0F-2054-7743-235521944114}"/>
          </ac:inkMkLst>
        </pc:inkChg>
        <pc:inkChg chg="add mod">
          <ac:chgData name="Christopher Aloo" userId="81d139e4-1a74-45bd-a04a-64f94c7d37c9" providerId="ADAL" clId="{E7987F6F-D4EF-420F-86A8-4A23E89472B3}" dt="2025-07-10T17:50:02.651" v="915"/>
          <ac:inkMkLst>
            <pc:docMk/>
            <pc:sldMk cId="3309296668" sldId="310"/>
            <ac:inkMk id="47" creationId="{FFA3FE57-5762-3925-E857-0104805BEABE}"/>
          </ac:inkMkLst>
        </pc:inkChg>
        <pc:inkChg chg="add">
          <ac:chgData name="Christopher Aloo" userId="81d139e4-1a74-45bd-a04a-64f94c7d37c9" providerId="ADAL" clId="{E7987F6F-D4EF-420F-86A8-4A23E89472B3}" dt="2025-07-10T17:49:56.183" v="904" actId="9405"/>
          <ac:inkMkLst>
            <pc:docMk/>
            <pc:sldMk cId="3309296668" sldId="310"/>
            <ac:inkMk id="48" creationId="{85E930A3-FD37-B258-79BF-462D163DA9F5}"/>
          </ac:inkMkLst>
        </pc:inkChg>
        <pc:inkChg chg="add mod">
          <ac:chgData name="Christopher Aloo" userId="81d139e4-1a74-45bd-a04a-64f94c7d37c9" providerId="ADAL" clId="{E7987F6F-D4EF-420F-86A8-4A23E89472B3}" dt="2025-07-10T17:50:02.651" v="915"/>
          <ac:inkMkLst>
            <pc:docMk/>
            <pc:sldMk cId="3309296668" sldId="310"/>
            <ac:inkMk id="49" creationId="{BD2DDFF7-B940-FAB0-6C6A-A10BC271526B}"/>
          </ac:inkMkLst>
        </pc:inkChg>
        <pc:inkChg chg="add">
          <ac:chgData name="Christopher Aloo" userId="81d139e4-1a74-45bd-a04a-64f94c7d37c9" providerId="ADAL" clId="{E7987F6F-D4EF-420F-86A8-4A23E89472B3}" dt="2025-07-10T17:49:56.747" v="906" actId="9405"/>
          <ac:inkMkLst>
            <pc:docMk/>
            <pc:sldMk cId="3309296668" sldId="310"/>
            <ac:inkMk id="50" creationId="{CCAE0D0C-C213-5466-4F76-4B3A0417CF3A}"/>
          </ac:inkMkLst>
        </pc:inkChg>
        <pc:inkChg chg="add">
          <ac:chgData name="Christopher Aloo" userId="81d139e4-1a74-45bd-a04a-64f94c7d37c9" providerId="ADAL" clId="{E7987F6F-D4EF-420F-86A8-4A23E89472B3}" dt="2025-07-10T17:49:56.986" v="907" actId="9405"/>
          <ac:inkMkLst>
            <pc:docMk/>
            <pc:sldMk cId="3309296668" sldId="310"/>
            <ac:inkMk id="51" creationId="{9B13B504-1DB3-8F58-1DF9-472A4C8FFCA4}"/>
          </ac:inkMkLst>
        </pc:inkChg>
        <pc:inkChg chg="add">
          <ac:chgData name="Christopher Aloo" userId="81d139e4-1a74-45bd-a04a-64f94c7d37c9" providerId="ADAL" clId="{E7987F6F-D4EF-420F-86A8-4A23E89472B3}" dt="2025-07-10T17:49:57.810" v="908" actId="9405"/>
          <ac:inkMkLst>
            <pc:docMk/>
            <pc:sldMk cId="3309296668" sldId="310"/>
            <ac:inkMk id="52" creationId="{EED70066-FDD9-42C5-D817-5223BB110BC9}"/>
          </ac:inkMkLst>
        </pc:inkChg>
        <pc:inkChg chg="add mod">
          <ac:chgData name="Christopher Aloo" userId="81d139e4-1a74-45bd-a04a-64f94c7d37c9" providerId="ADAL" clId="{E7987F6F-D4EF-420F-86A8-4A23E89472B3}" dt="2025-07-10T17:50:02.651" v="915"/>
          <ac:inkMkLst>
            <pc:docMk/>
            <pc:sldMk cId="3309296668" sldId="310"/>
            <ac:inkMk id="53" creationId="{C5CC3128-2CA9-FCAB-165C-F4CF81A594B4}"/>
          </ac:inkMkLst>
        </pc:inkChg>
        <pc:inkChg chg="add mod">
          <ac:chgData name="Christopher Aloo" userId="81d139e4-1a74-45bd-a04a-64f94c7d37c9" providerId="ADAL" clId="{E7987F6F-D4EF-420F-86A8-4A23E89472B3}" dt="2025-07-10T17:50:02.651" v="915"/>
          <ac:inkMkLst>
            <pc:docMk/>
            <pc:sldMk cId="3309296668" sldId="310"/>
            <ac:inkMk id="54" creationId="{22FCD633-5CD8-E8E8-63DE-7E4641F7FA1A}"/>
          </ac:inkMkLst>
        </pc:inkChg>
        <pc:inkChg chg="add mod">
          <ac:chgData name="Christopher Aloo" userId="81d139e4-1a74-45bd-a04a-64f94c7d37c9" providerId="ADAL" clId="{E7987F6F-D4EF-420F-86A8-4A23E89472B3}" dt="2025-07-10T17:50:02.651" v="915"/>
          <ac:inkMkLst>
            <pc:docMk/>
            <pc:sldMk cId="3309296668" sldId="310"/>
            <ac:inkMk id="55" creationId="{470CB238-2A53-87B3-ABEF-90562B7D72BE}"/>
          </ac:inkMkLst>
        </pc:inkChg>
        <pc:inkChg chg="add mod">
          <ac:chgData name="Christopher Aloo" userId="81d139e4-1a74-45bd-a04a-64f94c7d37c9" providerId="ADAL" clId="{E7987F6F-D4EF-420F-86A8-4A23E89472B3}" dt="2025-07-10T17:50:02.651" v="915"/>
          <ac:inkMkLst>
            <pc:docMk/>
            <pc:sldMk cId="3309296668" sldId="310"/>
            <ac:inkMk id="56" creationId="{A28A1B3F-2D1E-44CD-1BB8-63A9E8829AC3}"/>
          </ac:inkMkLst>
        </pc:inkChg>
        <pc:inkChg chg="add mod">
          <ac:chgData name="Christopher Aloo" userId="81d139e4-1a74-45bd-a04a-64f94c7d37c9" providerId="ADAL" clId="{E7987F6F-D4EF-420F-86A8-4A23E89472B3}" dt="2025-07-10T17:50:02.651" v="915"/>
          <ac:inkMkLst>
            <pc:docMk/>
            <pc:sldMk cId="3309296668" sldId="310"/>
            <ac:inkMk id="58" creationId="{1A2B7B33-C4DC-23B3-6C65-63F0DD68B3AD}"/>
          </ac:inkMkLst>
        </pc:inkChg>
        <pc:inkChg chg="add mod">
          <ac:chgData name="Christopher Aloo" userId="81d139e4-1a74-45bd-a04a-64f94c7d37c9" providerId="ADAL" clId="{E7987F6F-D4EF-420F-86A8-4A23E89472B3}" dt="2025-07-10T17:50:05.990" v="918"/>
          <ac:inkMkLst>
            <pc:docMk/>
            <pc:sldMk cId="3309296668" sldId="310"/>
            <ac:inkMk id="60" creationId="{07627072-CC9C-88B1-9B69-F36B40F04412}"/>
          </ac:inkMkLst>
        </pc:inkChg>
        <pc:inkChg chg="add mod">
          <ac:chgData name="Christopher Aloo" userId="81d139e4-1a74-45bd-a04a-64f94c7d37c9" providerId="ADAL" clId="{E7987F6F-D4EF-420F-86A8-4A23E89472B3}" dt="2025-07-10T17:50:05.990" v="918"/>
          <ac:inkMkLst>
            <pc:docMk/>
            <pc:sldMk cId="3309296668" sldId="310"/>
            <ac:inkMk id="61" creationId="{5D3324AD-420E-1CDD-819E-11C6C46650A5}"/>
          </ac:inkMkLst>
        </pc:inkChg>
        <pc:inkChg chg="add">
          <ac:chgData name="Christopher Aloo" userId="81d139e4-1a74-45bd-a04a-64f94c7d37c9" providerId="ADAL" clId="{E7987F6F-D4EF-420F-86A8-4A23E89472B3}" dt="2025-07-10T17:50:06.771" v="919" actId="9405"/>
          <ac:inkMkLst>
            <pc:docMk/>
            <pc:sldMk cId="3309296668" sldId="310"/>
            <ac:inkMk id="63" creationId="{8AF2F407-5782-B5F9-B746-6F44E0F7D312}"/>
          </ac:inkMkLst>
        </pc:inkChg>
        <pc:inkChg chg="add mod">
          <ac:chgData name="Christopher Aloo" userId="81d139e4-1a74-45bd-a04a-64f94c7d37c9" providerId="ADAL" clId="{E7987F6F-D4EF-420F-86A8-4A23E89472B3}" dt="2025-07-10T17:50:08.723" v="922"/>
          <ac:inkMkLst>
            <pc:docMk/>
            <pc:sldMk cId="3309296668" sldId="310"/>
            <ac:inkMk id="64" creationId="{B5C51622-CFED-64B5-DFE5-C28D03495C24}"/>
          </ac:inkMkLst>
        </pc:inkChg>
        <pc:inkChg chg="add mod">
          <ac:chgData name="Christopher Aloo" userId="81d139e4-1a74-45bd-a04a-64f94c7d37c9" providerId="ADAL" clId="{E7987F6F-D4EF-420F-86A8-4A23E89472B3}" dt="2025-07-10T17:50:08.723" v="922"/>
          <ac:inkMkLst>
            <pc:docMk/>
            <pc:sldMk cId="3309296668" sldId="310"/>
            <ac:inkMk id="65" creationId="{F434DBCD-9A7C-9F2A-64EA-1A2D1529DC0F}"/>
          </ac:inkMkLst>
        </pc:inkChg>
      </pc:sldChg>
      <pc:sldChg chg="addSp delSp modSp new mod">
        <pc:chgData name="Christopher Aloo" userId="81d139e4-1a74-45bd-a04a-64f94c7d37c9" providerId="ADAL" clId="{E7987F6F-D4EF-420F-86A8-4A23E89472B3}" dt="2025-07-10T17:51:50.536" v="1016"/>
        <pc:sldMkLst>
          <pc:docMk/>
          <pc:sldMk cId="3522907835" sldId="311"/>
        </pc:sldMkLst>
        <pc:grpChg chg="del mod">
          <ac:chgData name="Christopher Aloo" userId="81d139e4-1a74-45bd-a04a-64f94c7d37c9" providerId="ADAL" clId="{E7987F6F-D4EF-420F-86A8-4A23E89472B3}" dt="2025-07-10T17:51:21.687" v="981"/>
          <ac:grpSpMkLst>
            <pc:docMk/>
            <pc:sldMk cId="3522907835" sldId="311"/>
            <ac:grpSpMk id="28" creationId="{9F1460BF-42C7-79D4-C0B2-CCCE43284C35}"/>
          </ac:grpSpMkLst>
        </pc:grpChg>
        <pc:grpChg chg="del mod">
          <ac:chgData name="Christopher Aloo" userId="81d139e4-1a74-45bd-a04a-64f94c7d37c9" providerId="ADAL" clId="{E7987F6F-D4EF-420F-86A8-4A23E89472B3}" dt="2025-07-10T17:51:21.687" v="981"/>
          <ac:grpSpMkLst>
            <pc:docMk/>
            <pc:sldMk cId="3522907835" sldId="311"/>
            <ac:grpSpMk id="29" creationId="{8A3E4000-8CB0-88B2-E91D-0E121F118480}"/>
          </ac:grpSpMkLst>
        </pc:grpChg>
        <pc:grpChg chg="mod">
          <ac:chgData name="Christopher Aloo" userId="81d139e4-1a74-45bd-a04a-64f94c7d37c9" providerId="ADAL" clId="{E7987F6F-D4EF-420F-86A8-4A23E89472B3}" dt="2025-07-10T17:51:04.522" v="950"/>
          <ac:grpSpMkLst>
            <pc:docMk/>
            <pc:sldMk cId="3522907835" sldId="311"/>
            <ac:grpSpMk id="30" creationId="{CA2134B0-CF1D-CEAA-8FE4-B1D0B2243D70}"/>
          </ac:grpSpMkLst>
        </pc:grpChg>
        <pc:grpChg chg="mod">
          <ac:chgData name="Christopher Aloo" userId="81d139e4-1a74-45bd-a04a-64f94c7d37c9" providerId="ADAL" clId="{E7987F6F-D4EF-420F-86A8-4A23E89472B3}" dt="2025-07-10T17:51:04.522" v="950"/>
          <ac:grpSpMkLst>
            <pc:docMk/>
            <pc:sldMk cId="3522907835" sldId="311"/>
            <ac:grpSpMk id="31" creationId="{754A3A5C-AD6E-A925-227E-19FDD4512472}"/>
          </ac:grpSpMkLst>
        </pc:grpChg>
        <pc:grpChg chg="mod">
          <ac:chgData name="Christopher Aloo" userId="81d139e4-1a74-45bd-a04a-64f94c7d37c9" providerId="ADAL" clId="{E7987F6F-D4EF-420F-86A8-4A23E89472B3}" dt="2025-07-10T17:51:04.522" v="950"/>
          <ac:grpSpMkLst>
            <pc:docMk/>
            <pc:sldMk cId="3522907835" sldId="311"/>
            <ac:grpSpMk id="32" creationId="{BECD8668-010D-649A-0DC1-3DC9A761A2DF}"/>
          </ac:grpSpMkLst>
        </pc:grpChg>
        <pc:grpChg chg="mod">
          <ac:chgData name="Christopher Aloo" userId="81d139e4-1a74-45bd-a04a-64f94c7d37c9" providerId="ADAL" clId="{E7987F6F-D4EF-420F-86A8-4A23E89472B3}" dt="2025-07-10T17:51:04.522" v="950"/>
          <ac:grpSpMkLst>
            <pc:docMk/>
            <pc:sldMk cId="3522907835" sldId="311"/>
            <ac:grpSpMk id="33" creationId="{1E105F63-241E-F974-B8DC-7AA7B3623982}"/>
          </ac:grpSpMkLst>
        </pc:grpChg>
        <pc:grpChg chg="del mod">
          <ac:chgData name="Christopher Aloo" userId="81d139e4-1a74-45bd-a04a-64f94c7d37c9" providerId="ADAL" clId="{E7987F6F-D4EF-420F-86A8-4A23E89472B3}" dt="2025-07-10T17:51:35.237" v="1007"/>
          <ac:grpSpMkLst>
            <pc:docMk/>
            <pc:sldMk cId="3522907835" sldId="311"/>
            <ac:grpSpMk id="55" creationId="{3C45245C-15FF-FFE0-FF38-33E0DB3679D0}"/>
          </ac:grpSpMkLst>
        </pc:grpChg>
        <pc:grpChg chg="del mod">
          <ac:chgData name="Christopher Aloo" userId="81d139e4-1a74-45bd-a04a-64f94c7d37c9" providerId="ADAL" clId="{E7987F6F-D4EF-420F-86A8-4A23E89472B3}" dt="2025-07-10T17:51:21.687" v="981"/>
          <ac:grpSpMkLst>
            <pc:docMk/>
            <pc:sldMk cId="3522907835" sldId="311"/>
            <ac:grpSpMk id="56" creationId="{7ABF29C1-3996-64D0-2F7C-F826DD0BBF3E}"/>
          </ac:grpSpMkLst>
        </pc:grpChg>
        <pc:grpChg chg="del mod">
          <ac:chgData name="Christopher Aloo" userId="81d139e4-1a74-45bd-a04a-64f94c7d37c9" providerId="ADAL" clId="{E7987F6F-D4EF-420F-86A8-4A23E89472B3}" dt="2025-07-10T17:51:35.237" v="1007"/>
          <ac:grpSpMkLst>
            <pc:docMk/>
            <pc:sldMk cId="3522907835" sldId="311"/>
            <ac:grpSpMk id="65" creationId="{FAA519A4-90A7-9865-F5C2-ED458DF13AD4}"/>
          </ac:grpSpMkLst>
        </pc:grpChg>
        <pc:grpChg chg="del mod">
          <ac:chgData name="Christopher Aloo" userId="81d139e4-1a74-45bd-a04a-64f94c7d37c9" providerId="ADAL" clId="{E7987F6F-D4EF-420F-86A8-4A23E89472B3}" dt="2025-07-10T17:51:35.237" v="1007"/>
          <ac:grpSpMkLst>
            <pc:docMk/>
            <pc:sldMk cId="3522907835" sldId="311"/>
            <ac:grpSpMk id="68" creationId="{57331B86-6E95-7244-CF64-FBE7143016E9}"/>
          </ac:grpSpMkLst>
        </pc:grpChg>
        <pc:grpChg chg="del mod">
          <ac:chgData name="Christopher Aloo" userId="81d139e4-1a74-45bd-a04a-64f94c7d37c9" providerId="ADAL" clId="{E7987F6F-D4EF-420F-86A8-4A23E89472B3}" dt="2025-07-10T17:51:35.237" v="1007"/>
          <ac:grpSpMkLst>
            <pc:docMk/>
            <pc:sldMk cId="3522907835" sldId="311"/>
            <ac:grpSpMk id="80" creationId="{6F09B0BD-CAEF-CF2D-DB69-7C9836D8D840}"/>
          </ac:grpSpMkLst>
        </pc:grpChg>
        <pc:grpChg chg="del mod">
          <ac:chgData name="Christopher Aloo" userId="81d139e4-1a74-45bd-a04a-64f94c7d37c9" providerId="ADAL" clId="{E7987F6F-D4EF-420F-86A8-4A23E89472B3}" dt="2025-07-10T17:51:36.106" v="1009"/>
          <ac:grpSpMkLst>
            <pc:docMk/>
            <pc:sldMk cId="3522907835" sldId="311"/>
            <ac:grpSpMk id="91" creationId="{8E803ADA-C447-F8DC-C9E4-FBECE903CC09}"/>
          </ac:grpSpMkLst>
        </pc:grpChg>
        <pc:grpChg chg="del mod">
          <ac:chgData name="Christopher Aloo" userId="81d139e4-1a74-45bd-a04a-64f94c7d37c9" providerId="ADAL" clId="{E7987F6F-D4EF-420F-86A8-4A23E89472B3}" dt="2025-07-10T17:51:41.363" v="1011"/>
          <ac:grpSpMkLst>
            <pc:docMk/>
            <pc:sldMk cId="3522907835" sldId="311"/>
            <ac:grpSpMk id="93" creationId="{C16105DD-A41C-E2B4-EBB9-C3C3589574AA}"/>
          </ac:grpSpMkLst>
        </pc:grpChg>
        <pc:grpChg chg="del mod">
          <ac:chgData name="Christopher Aloo" userId="81d139e4-1a74-45bd-a04a-64f94c7d37c9" providerId="ADAL" clId="{E7987F6F-D4EF-420F-86A8-4A23E89472B3}" dt="2025-07-10T17:51:48.570" v="1013"/>
          <ac:grpSpMkLst>
            <pc:docMk/>
            <pc:sldMk cId="3522907835" sldId="311"/>
            <ac:grpSpMk id="95" creationId="{40A157CD-2191-055B-40B4-B96BF58CE586}"/>
          </ac:grpSpMkLst>
        </pc:grpChg>
        <pc:grpChg chg="del mod">
          <ac:chgData name="Christopher Aloo" userId="81d139e4-1a74-45bd-a04a-64f94c7d37c9" providerId="ADAL" clId="{E7987F6F-D4EF-420F-86A8-4A23E89472B3}" dt="2025-07-10T17:51:50.536" v="1016"/>
          <ac:grpSpMkLst>
            <pc:docMk/>
            <pc:sldMk cId="3522907835" sldId="311"/>
            <ac:grpSpMk id="97" creationId="{2BE9B4FF-21A0-FE59-3A33-DA370CF115EE}"/>
          </ac:grpSpMkLst>
        </pc:grpChg>
        <pc:grpChg chg="mod">
          <ac:chgData name="Christopher Aloo" userId="81d139e4-1a74-45bd-a04a-64f94c7d37c9" providerId="ADAL" clId="{E7987F6F-D4EF-420F-86A8-4A23E89472B3}" dt="2025-07-10T17:51:50.536" v="1016"/>
          <ac:grpSpMkLst>
            <pc:docMk/>
            <pc:sldMk cId="3522907835" sldId="311"/>
            <ac:grpSpMk id="100" creationId="{05832897-714E-9777-71CB-399EE3EE9028}"/>
          </ac:grpSpMkLst>
        </pc:grpChg>
        <pc:inkChg chg="add mod">
          <ac:chgData name="Christopher Aloo" userId="81d139e4-1a74-45bd-a04a-64f94c7d37c9" providerId="ADAL" clId="{E7987F6F-D4EF-420F-86A8-4A23E89472B3}" dt="2025-07-10T17:51:04.522" v="950"/>
          <ac:inkMkLst>
            <pc:docMk/>
            <pc:sldMk cId="3522907835" sldId="311"/>
            <ac:inkMk id="2" creationId="{B43053EB-C875-5D50-733F-8F845715D31A}"/>
          </ac:inkMkLst>
        </pc:inkChg>
        <pc:inkChg chg="add">
          <ac:chgData name="Christopher Aloo" userId="81d139e4-1a74-45bd-a04a-64f94c7d37c9" providerId="ADAL" clId="{E7987F6F-D4EF-420F-86A8-4A23E89472B3}" dt="2025-07-10T17:50:51.946" v="925" actId="9405"/>
          <ac:inkMkLst>
            <pc:docMk/>
            <pc:sldMk cId="3522907835" sldId="311"/>
            <ac:inkMk id="3" creationId="{32C63A9B-A958-925A-5FE9-9393D0D383FB}"/>
          </ac:inkMkLst>
        </pc:inkChg>
        <pc:inkChg chg="add">
          <ac:chgData name="Christopher Aloo" userId="81d139e4-1a74-45bd-a04a-64f94c7d37c9" providerId="ADAL" clId="{E7987F6F-D4EF-420F-86A8-4A23E89472B3}" dt="2025-07-10T17:50:52.367" v="926" actId="9405"/>
          <ac:inkMkLst>
            <pc:docMk/>
            <pc:sldMk cId="3522907835" sldId="311"/>
            <ac:inkMk id="4" creationId="{E9EE35D1-6F31-664D-146E-FD5CEC536F63}"/>
          </ac:inkMkLst>
        </pc:inkChg>
        <pc:inkChg chg="add">
          <ac:chgData name="Christopher Aloo" userId="81d139e4-1a74-45bd-a04a-64f94c7d37c9" providerId="ADAL" clId="{E7987F6F-D4EF-420F-86A8-4A23E89472B3}" dt="2025-07-10T17:50:52.571" v="927" actId="9405"/>
          <ac:inkMkLst>
            <pc:docMk/>
            <pc:sldMk cId="3522907835" sldId="311"/>
            <ac:inkMk id="5" creationId="{845A4731-08B0-B6C8-0352-8D4398BAB3DF}"/>
          </ac:inkMkLst>
        </pc:inkChg>
        <pc:inkChg chg="add mod">
          <ac:chgData name="Christopher Aloo" userId="81d139e4-1a74-45bd-a04a-64f94c7d37c9" providerId="ADAL" clId="{E7987F6F-D4EF-420F-86A8-4A23E89472B3}" dt="2025-07-10T17:51:04.522" v="950"/>
          <ac:inkMkLst>
            <pc:docMk/>
            <pc:sldMk cId="3522907835" sldId="311"/>
            <ac:inkMk id="6" creationId="{706B890B-B1ED-4492-BEA5-420E67F34473}"/>
          </ac:inkMkLst>
        </pc:inkChg>
        <pc:inkChg chg="add">
          <ac:chgData name="Christopher Aloo" userId="81d139e4-1a74-45bd-a04a-64f94c7d37c9" providerId="ADAL" clId="{E7987F6F-D4EF-420F-86A8-4A23E89472B3}" dt="2025-07-10T17:50:53.532" v="929" actId="9405"/>
          <ac:inkMkLst>
            <pc:docMk/>
            <pc:sldMk cId="3522907835" sldId="311"/>
            <ac:inkMk id="7" creationId="{A382482F-0138-5106-18F1-EA41E264CD6A}"/>
          </ac:inkMkLst>
        </pc:inkChg>
        <pc:inkChg chg="add">
          <ac:chgData name="Christopher Aloo" userId="81d139e4-1a74-45bd-a04a-64f94c7d37c9" providerId="ADAL" clId="{E7987F6F-D4EF-420F-86A8-4A23E89472B3}" dt="2025-07-10T17:50:54.868" v="930" actId="9405"/>
          <ac:inkMkLst>
            <pc:docMk/>
            <pc:sldMk cId="3522907835" sldId="311"/>
            <ac:inkMk id="8" creationId="{2C99574D-27D8-5FBC-7B11-191BD46B7D11}"/>
          </ac:inkMkLst>
        </pc:inkChg>
        <pc:inkChg chg="add">
          <ac:chgData name="Christopher Aloo" userId="81d139e4-1a74-45bd-a04a-64f94c7d37c9" providerId="ADAL" clId="{E7987F6F-D4EF-420F-86A8-4A23E89472B3}" dt="2025-07-10T17:50:55.384" v="931" actId="9405"/>
          <ac:inkMkLst>
            <pc:docMk/>
            <pc:sldMk cId="3522907835" sldId="311"/>
            <ac:inkMk id="9" creationId="{5A0759BA-3E01-566B-64B9-C327118BDDDB}"/>
          </ac:inkMkLst>
        </pc:inkChg>
        <pc:inkChg chg="add">
          <ac:chgData name="Christopher Aloo" userId="81d139e4-1a74-45bd-a04a-64f94c7d37c9" providerId="ADAL" clId="{E7987F6F-D4EF-420F-86A8-4A23E89472B3}" dt="2025-07-10T17:50:55.802" v="932" actId="9405"/>
          <ac:inkMkLst>
            <pc:docMk/>
            <pc:sldMk cId="3522907835" sldId="311"/>
            <ac:inkMk id="10" creationId="{49F0E492-742E-BAD3-70B4-A3178C30D37C}"/>
          </ac:inkMkLst>
        </pc:inkChg>
        <pc:inkChg chg="add">
          <ac:chgData name="Christopher Aloo" userId="81d139e4-1a74-45bd-a04a-64f94c7d37c9" providerId="ADAL" clId="{E7987F6F-D4EF-420F-86A8-4A23E89472B3}" dt="2025-07-10T17:50:56.352" v="933" actId="9405"/>
          <ac:inkMkLst>
            <pc:docMk/>
            <pc:sldMk cId="3522907835" sldId="311"/>
            <ac:inkMk id="11" creationId="{F26020F6-92F2-1B20-2B41-8E11E191EF5A}"/>
          </ac:inkMkLst>
        </pc:inkChg>
        <pc:inkChg chg="add">
          <ac:chgData name="Christopher Aloo" userId="81d139e4-1a74-45bd-a04a-64f94c7d37c9" providerId="ADAL" clId="{E7987F6F-D4EF-420F-86A8-4A23E89472B3}" dt="2025-07-10T17:50:56.536" v="934" actId="9405"/>
          <ac:inkMkLst>
            <pc:docMk/>
            <pc:sldMk cId="3522907835" sldId="311"/>
            <ac:inkMk id="12" creationId="{C70E9E6E-027D-1CD9-FABC-B6C017556884}"/>
          </ac:inkMkLst>
        </pc:inkChg>
        <pc:inkChg chg="add">
          <ac:chgData name="Christopher Aloo" userId="81d139e4-1a74-45bd-a04a-64f94c7d37c9" providerId="ADAL" clId="{E7987F6F-D4EF-420F-86A8-4A23E89472B3}" dt="2025-07-10T17:50:56.875" v="935" actId="9405"/>
          <ac:inkMkLst>
            <pc:docMk/>
            <pc:sldMk cId="3522907835" sldId="311"/>
            <ac:inkMk id="13" creationId="{9C22EAF7-955C-D163-14E5-0A709F9A89C8}"/>
          </ac:inkMkLst>
        </pc:inkChg>
        <pc:inkChg chg="add">
          <ac:chgData name="Christopher Aloo" userId="81d139e4-1a74-45bd-a04a-64f94c7d37c9" providerId="ADAL" clId="{E7987F6F-D4EF-420F-86A8-4A23E89472B3}" dt="2025-07-10T17:50:57.259" v="936" actId="9405"/>
          <ac:inkMkLst>
            <pc:docMk/>
            <pc:sldMk cId="3522907835" sldId="311"/>
            <ac:inkMk id="14" creationId="{73C0E4EE-3830-DD07-034F-3635D03F8772}"/>
          </ac:inkMkLst>
        </pc:inkChg>
        <pc:inkChg chg="add">
          <ac:chgData name="Christopher Aloo" userId="81d139e4-1a74-45bd-a04a-64f94c7d37c9" providerId="ADAL" clId="{E7987F6F-D4EF-420F-86A8-4A23E89472B3}" dt="2025-07-10T17:50:57.717" v="937" actId="9405"/>
          <ac:inkMkLst>
            <pc:docMk/>
            <pc:sldMk cId="3522907835" sldId="311"/>
            <ac:inkMk id="15" creationId="{E8B73E44-9C6C-F1BD-90C1-8DFFD38A98FF}"/>
          </ac:inkMkLst>
        </pc:inkChg>
        <pc:inkChg chg="add">
          <ac:chgData name="Christopher Aloo" userId="81d139e4-1a74-45bd-a04a-64f94c7d37c9" providerId="ADAL" clId="{E7987F6F-D4EF-420F-86A8-4A23E89472B3}" dt="2025-07-10T17:50:57.901" v="938" actId="9405"/>
          <ac:inkMkLst>
            <pc:docMk/>
            <pc:sldMk cId="3522907835" sldId="311"/>
            <ac:inkMk id="16" creationId="{96CDD4C9-36F1-ADA7-07F0-747A6D5D5D15}"/>
          </ac:inkMkLst>
        </pc:inkChg>
        <pc:inkChg chg="add">
          <ac:chgData name="Christopher Aloo" userId="81d139e4-1a74-45bd-a04a-64f94c7d37c9" providerId="ADAL" clId="{E7987F6F-D4EF-420F-86A8-4A23E89472B3}" dt="2025-07-10T17:50:58.216" v="939" actId="9405"/>
          <ac:inkMkLst>
            <pc:docMk/>
            <pc:sldMk cId="3522907835" sldId="311"/>
            <ac:inkMk id="17" creationId="{897462F4-7A20-8265-AB89-E92FE2CCB015}"/>
          </ac:inkMkLst>
        </pc:inkChg>
        <pc:inkChg chg="add">
          <ac:chgData name="Christopher Aloo" userId="81d139e4-1a74-45bd-a04a-64f94c7d37c9" providerId="ADAL" clId="{E7987F6F-D4EF-420F-86A8-4A23E89472B3}" dt="2025-07-10T17:50:58.620" v="940" actId="9405"/>
          <ac:inkMkLst>
            <pc:docMk/>
            <pc:sldMk cId="3522907835" sldId="311"/>
            <ac:inkMk id="18" creationId="{33F7BFAF-B90F-0073-3299-62CBDBCEBF82}"/>
          </ac:inkMkLst>
        </pc:inkChg>
        <pc:inkChg chg="add">
          <ac:chgData name="Christopher Aloo" userId="81d139e4-1a74-45bd-a04a-64f94c7d37c9" providerId="ADAL" clId="{E7987F6F-D4EF-420F-86A8-4A23E89472B3}" dt="2025-07-10T17:50:58.958" v="941" actId="9405"/>
          <ac:inkMkLst>
            <pc:docMk/>
            <pc:sldMk cId="3522907835" sldId="311"/>
            <ac:inkMk id="19" creationId="{598FF809-3BF3-4763-CF68-A40D2FC4974F}"/>
          </ac:inkMkLst>
        </pc:inkChg>
        <pc:inkChg chg="add">
          <ac:chgData name="Christopher Aloo" userId="81d139e4-1a74-45bd-a04a-64f94c7d37c9" providerId="ADAL" clId="{E7987F6F-D4EF-420F-86A8-4A23E89472B3}" dt="2025-07-10T17:50:59.271" v="942" actId="9405"/>
          <ac:inkMkLst>
            <pc:docMk/>
            <pc:sldMk cId="3522907835" sldId="311"/>
            <ac:inkMk id="20" creationId="{33D077D6-DDAB-A508-2703-0063A073A656}"/>
          </ac:inkMkLst>
        </pc:inkChg>
        <pc:inkChg chg="add mod">
          <ac:chgData name="Christopher Aloo" userId="81d139e4-1a74-45bd-a04a-64f94c7d37c9" providerId="ADAL" clId="{E7987F6F-D4EF-420F-86A8-4A23E89472B3}" dt="2025-07-10T17:51:04.522" v="950"/>
          <ac:inkMkLst>
            <pc:docMk/>
            <pc:sldMk cId="3522907835" sldId="311"/>
            <ac:inkMk id="21" creationId="{57E0EAC4-0303-9F76-9BD0-6070FC65EFC7}"/>
          </ac:inkMkLst>
        </pc:inkChg>
        <pc:inkChg chg="add">
          <ac:chgData name="Christopher Aloo" userId="81d139e4-1a74-45bd-a04a-64f94c7d37c9" providerId="ADAL" clId="{E7987F6F-D4EF-420F-86A8-4A23E89472B3}" dt="2025-07-10T17:51:00.197" v="944" actId="9405"/>
          <ac:inkMkLst>
            <pc:docMk/>
            <pc:sldMk cId="3522907835" sldId="311"/>
            <ac:inkMk id="22" creationId="{E42A2E3F-B141-5588-FE77-ED9190C5CC83}"/>
          </ac:inkMkLst>
        </pc:inkChg>
        <pc:inkChg chg="add mod">
          <ac:chgData name="Christopher Aloo" userId="81d139e4-1a74-45bd-a04a-64f94c7d37c9" providerId="ADAL" clId="{E7987F6F-D4EF-420F-86A8-4A23E89472B3}" dt="2025-07-10T17:51:50.536" v="1016"/>
          <ac:inkMkLst>
            <pc:docMk/>
            <pc:sldMk cId="3522907835" sldId="311"/>
            <ac:inkMk id="23" creationId="{1AF57A52-559D-407E-84B7-B629D5890AE0}"/>
          </ac:inkMkLst>
        </pc:inkChg>
        <pc:inkChg chg="add">
          <ac:chgData name="Christopher Aloo" userId="81d139e4-1a74-45bd-a04a-64f94c7d37c9" providerId="ADAL" clId="{E7987F6F-D4EF-420F-86A8-4A23E89472B3}" dt="2025-07-10T17:51:02.136" v="946" actId="9405"/>
          <ac:inkMkLst>
            <pc:docMk/>
            <pc:sldMk cId="3522907835" sldId="311"/>
            <ac:inkMk id="24" creationId="{C98AF237-0793-E82E-0F8E-CC2D7A2BFE19}"/>
          </ac:inkMkLst>
        </pc:inkChg>
        <pc:inkChg chg="add mod">
          <ac:chgData name="Christopher Aloo" userId="81d139e4-1a74-45bd-a04a-64f94c7d37c9" providerId="ADAL" clId="{E7987F6F-D4EF-420F-86A8-4A23E89472B3}" dt="2025-07-10T17:51:21.687" v="981"/>
          <ac:inkMkLst>
            <pc:docMk/>
            <pc:sldMk cId="3522907835" sldId="311"/>
            <ac:inkMk id="25" creationId="{46AF8C27-28A9-C934-73FE-D9B5DE38628B}"/>
          </ac:inkMkLst>
        </pc:inkChg>
        <pc:inkChg chg="add mod">
          <ac:chgData name="Christopher Aloo" userId="81d139e4-1a74-45bd-a04a-64f94c7d37c9" providerId="ADAL" clId="{E7987F6F-D4EF-420F-86A8-4A23E89472B3}" dt="2025-07-10T17:51:21.687" v="981"/>
          <ac:inkMkLst>
            <pc:docMk/>
            <pc:sldMk cId="3522907835" sldId="311"/>
            <ac:inkMk id="26" creationId="{FA2DAA5E-EFCA-11BA-9802-D6552ECEE66E}"/>
          </ac:inkMkLst>
        </pc:inkChg>
        <pc:inkChg chg="add">
          <ac:chgData name="Christopher Aloo" userId="81d139e4-1a74-45bd-a04a-64f94c7d37c9" providerId="ADAL" clId="{E7987F6F-D4EF-420F-86A8-4A23E89472B3}" dt="2025-07-10T17:51:03.876" v="949" actId="9405"/>
          <ac:inkMkLst>
            <pc:docMk/>
            <pc:sldMk cId="3522907835" sldId="311"/>
            <ac:inkMk id="27" creationId="{C974B90E-696D-23D4-8612-22587B7478FF}"/>
          </ac:inkMkLst>
        </pc:inkChg>
        <pc:inkChg chg="add">
          <ac:chgData name="Christopher Aloo" userId="81d139e4-1a74-45bd-a04a-64f94c7d37c9" providerId="ADAL" clId="{E7987F6F-D4EF-420F-86A8-4A23E89472B3}" dt="2025-07-10T17:51:06.331" v="951" actId="9405"/>
          <ac:inkMkLst>
            <pc:docMk/>
            <pc:sldMk cId="3522907835" sldId="311"/>
            <ac:inkMk id="34" creationId="{A9BDD056-E50D-F131-AFC9-D89E00B928C0}"/>
          </ac:inkMkLst>
        </pc:inkChg>
        <pc:inkChg chg="add">
          <ac:chgData name="Christopher Aloo" userId="81d139e4-1a74-45bd-a04a-64f94c7d37c9" providerId="ADAL" clId="{E7987F6F-D4EF-420F-86A8-4A23E89472B3}" dt="2025-07-10T17:51:06.880" v="952" actId="9405"/>
          <ac:inkMkLst>
            <pc:docMk/>
            <pc:sldMk cId="3522907835" sldId="311"/>
            <ac:inkMk id="35" creationId="{7FBF533B-7C46-7B3A-A593-EB5E1713DDE1}"/>
          </ac:inkMkLst>
        </pc:inkChg>
        <pc:inkChg chg="add mod">
          <ac:chgData name="Christopher Aloo" userId="81d139e4-1a74-45bd-a04a-64f94c7d37c9" providerId="ADAL" clId="{E7987F6F-D4EF-420F-86A8-4A23E89472B3}" dt="2025-07-10T17:51:36.106" v="1009"/>
          <ac:inkMkLst>
            <pc:docMk/>
            <pc:sldMk cId="3522907835" sldId="311"/>
            <ac:inkMk id="36" creationId="{EF9E813F-2E1A-729E-D30F-B62A64058E27}"/>
          </ac:inkMkLst>
        </pc:inkChg>
        <pc:inkChg chg="add mod">
          <ac:chgData name="Christopher Aloo" userId="81d139e4-1a74-45bd-a04a-64f94c7d37c9" providerId="ADAL" clId="{E7987F6F-D4EF-420F-86A8-4A23E89472B3}" dt="2025-07-10T17:51:15.452" v="972"/>
          <ac:inkMkLst>
            <pc:docMk/>
            <pc:sldMk cId="3522907835" sldId="311"/>
            <ac:inkMk id="37" creationId="{6CEB1C58-532C-B284-F556-37DED8FBBCFA}"/>
          </ac:inkMkLst>
        </pc:inkChg>
        <pc:inkChg chg="add mod">
          <ac:chgData name="Christopher Aloo" userId="81d139e4-1a74-45bd-a04a-64f94c7d37c9" providerId="ADAL" clId="{E7987F6F-D4EF-420F-86A8-4A23E89472B3}" dt="2025-07-10T17:51:15.452" v="972"/>
          <ac:inkMkLst>
            <pc:docMk/>
            <pc:sldMk cId="3522907835" sldId="311"/>
            <ac:inkMk id="38" creationId="{8F797107-479D-EC3F-A260-661F3B799676}"/>
          </ac:inkMkLst>
        </pc:inkChg>
        <pc:inkChg chg="add">
          <ac:chgData name="Christopher Aloo" userId="81d139e4-1a74-45bd-a04a-64f94c7d37c9" providerId="ADAL" clId="{E7987F6F-D4EF-420F-86A8-4A23E89472B3}" dt="2025-07-10T17:51:09.036" v="956" actId="9405"/>
          <ac:inkMkLst>
            <pc:docMk/>
            <pc:sldMk cId="3522907835" sldId="311"/>
            <ac:inkMk id="39" creationId="{97624207-5316-CE9B-CD09-4707270035CA}"/>
          </ac:inkMkLst>
        </pc:inkChg>
        <pc:inkChg chg="add mod">
          <ac:chgData name="Christopher Aloo" userId="81d139e4-1a74-45bd-a04a-64f94c7d37c9" providerId="ADAL" clId="{E7987F6F-D4EF-420F-86A8-4A23E89472B3}" dt="2025-07-10T17:51:50.536" v="1016"/>
          <ac:inkMkLst>
            <pc:docMk/>
            <pc:sldMk cId="3522907835" sldId="311"/>
            <ac:inkMk id="40" creationId="{35D9704B-F2AE-3152-F9B8-9A02353066FA}"/>
          </ac:inkMkLst>
        </pc:inkChg>
        <pc:inkChg chg="add mod">
          <ac:chgData name="Christopher Aloo" userId="81d139e4-1a74-45bd-a04a-64f94c7d37c9" providerId="ADAL" clId="{E7987F6F-D4EF-420F-86A8-4A23E89472B3}" dt="2025-07-10T17:51:15.452" v="972"/>
          <ac:inkMkLst>
            <pc:docMk/>
            <pc:sldMk cId="3522907835" sldId="311"/>
            <ac:inkMk id="41" creationId="{3AB73340-CC2C-9E10-EF68-DED66E36B258}"/>
          </ac:inkMkLst>
        </pc:inkChg>
        <pc:inkChg chg="add">
          <ac:chgData name="Christopher Aloo" userId="81d139e4-1a74-45bd-a04a-64f94c7d37c9" providerId="ADAL" clId="{E7987F6F-D4EF-420F-86A8-4A23E89472B3}" dt="2025-07-10T17:51:09.891" v="959" actId="9405"/>
          <ac:inkMkLst>
            <pc:docMk/>
            <pc:sldMk cId="3522907835" sldId="311"/>
            <ac:inkMk id="42" creationId="{8FF30F13-976F-6422-A487-37CB35A6215A}"/>
          </ac:inkMkLst>
        </pc:inkChg>
        <pc:inkChg chg="add">
          <ac:chgData name="Christopher Aloo" userId="81d139e4-1a74-45bd-a04a-64f94c7d37c9" providerId="ADAL" clId="{E7987F6F-D4EF-420F-86A8-4A23E89472B3}" dt="2025-07-10T17:51:10.094" v="960" actId="9405"/>
          <ac:inkMkLst>
            <pc:docMk/>
            <pc:sldMk cId="3522907835" sldId="311"/>
            <ac:inkMk id="43" creationId="{9A609C79-EE52-A1BD-8C89-75F3322AE6F3}"/>
          </ac:inkMkLst>
        </pc:inkChg>
        <pc:inkChg chg="add mod">
          <ac:chgData name="Christopher Aloo" userId="81d139e4-1a74-45bd-a04a-64f94c7d37c9" providerId="ADAL" clId="{E7987F6F-D4EF-420F-86A8-4A23E89472B3}" dt="2025-07-10T17:51:15.452" v="972"/>
          <ac:inkMkLst>
            <pc:docMk/>
            <pc:sldMk cId="3522907835" sldId="311"/>
            <ac:inkMk id="44" creationId="{E1A86499-C1C8-F14F-5B49-52D0696A5331}"/>
          </ac:inkMkLst>
        </pc:inkChg>
        <pc:inkChg chg="add">
          <ac:chgData name="Christopher Aloo" userId="81d139e4-1a74-45bd-a04a-64f94c7d37c9" providerId="ADAL" clId="{E7987F6F-D4EF-420F-86A8-4A23E89472B3}" dt="2025-07-10T17:51:10.887" v="962" actId="9405"/>
          <ac:inkMkLst>
            <pc:docMk/>
            <pc:sldMk cId="3522907835" sldId="311"/>
            <ac:inkMk id="45" creationId="{ECFC604E-13B7-510F-DCEB-0260A00D796D}"/>
          </ac:inkMkLst>
        </pc:inkChg>
        <pc:inkChg chg="add">
          <ac:chgData name="Christopher Aloo" userId="81d139e4-1a74-45bd-a04a-64f94c7d37c9" providerId="ADAL" clId="{E7987F6F-D4EF-420F-86A8-4A23E89472B3}" dt="2025-07-10T17:51:11.163" v="963" actId="9405"/>
          <ac:inkMkLst>
            <pc:docMk/>
            <pc:sldMk cId="3522907835" sldId="311"/>
            <ac:inkMk id="46" creationId="{35A86BB3-F91A-21F3-401B-0A3F75B8B4B2}"/>
          </ac:inkMkLst>
        </pc:inkChg>
        <pc:inkChg chg="add mod">
          <ac:chgData name="Christopher Aloo" userId="81d139e4-1a74-45bd-a04a-64f94c7d37c9" providerId="ADAL" clId="{E7987F6F-D4EF-420F-86A8-4A23E89472B3}" dt="2025-07-10T17:51:15.452" v="972"/>
          <ac:inkMkLst>
            <pc:docMk/>
            <pc:sldMk cId="3522907835" sldId="311"/>
            <ac:inkMk id="47" creationId="{8B46BAE2-F712-DCD3-02BE-CC0060AB904D}"/>
          </ac:inkMkLst>
        </pc:inkChg>
        <pc:inkChg chg="add mod">
          <ac:chgData name="Christopher Aloo" userId="81d139e4-1a74-45bd-a04a-64f94c7d37c9" providerId="ADAL" clId="{E7987F6F-D4EF-420F-86A8-4A23E89472B3}" dt="2025-07-10T17:51:15.452" v="972"/>
          <ac:inkMkLst>
            <pc:docMk/>
            <pc:sldMk cId="3522907835" sldId="311"/>
            <ac:inkMk id="48" creationId="{88A885F3-B106-31DB-553C-0F21DDC04717}"/>
          </ac:inkMkLst>
        </pc:inkChg>
        <pc:inkChg chg="add">
          <ac:chgData name="Christopher Aloo" userId="81d139e4-1a74-45bd-a04a-64f94c7d37c9" providerId="ADAL" clId="{E7987F6F-D4EF-420F-86A8-4A23E89472B3}" dt="2025-07-10T17:51:13.002" v="966" actId="9405"/>
          <ac:inkMkLst>
            <pc:docMk/>
            <pc:sldMk cId="3522907835" sldId="311"/>
            <ac:inkMk id="49" creationId="{C98D02FE-8BE4-9464-62B2-E32D484F22A2}"/>
          </ac:inkMkLst>
        </pc:inkChg>
        <pc:inkChg chg="add">
          <ac:chgData name="Christopher Aloo" userId="81d139e4-1a74-45bd-a04a-64f94c7d37c9" providerId="ADAL" clId="{E7987F6F-D4EF-420F-86A8-4A23E89472B3}" dt="2025-07-10T17:51:13.174" v="967" actId="9405"/>
          <ac:inkMkLst>
            <pc:docMk/>
            <pc:sldMk cId="3522907835" sldId="311"/>
            <ac:inkMk id="50" creationId="{1A68533C-CF69-3A3D-3EE7-282F89E52EB1}"/>
          </ac:inkMkLst>
        </pc:inkChg>
        <pc:inkChg chg="add mod">
          <ac:chgData name="Christopher Aloo" userId="81d139e4-1a74-45bd-a04a-64f94c7d37c9" providerId="ADAL" clId="{E7987F6F-D4EF-420F-86A8-4A23E89472B3}" dt="2025-07-10T17:51:15.452" v="972"/>
          <ac:inkMkLst>
            <pc:docMk/>
            <pc:sldMk cId="3522907835" sldId="311"/>
            <ac:inkMk id="51" creationId="{0BF57773-694E-EF1B-5041-B0887E8A2CC0}"/>
          </ac:inkMkLst>
        </pc:inkChg>
        <pc:inkChg chg="add">
          <ac:chgData name="Christopher Aloo" userId="81d139e4-1a74-45bd-a04a-64f94c7d37c9" providerId="ADAL" clId="{E7987F6F-D4EF-420F-86A8-4A23E89472B3}" dt="2025-07-10T17:51:13.830" v="969" actId="9405"/>
          <ac:inkMkLst>
            <pc:docMk/>
            <pc:sldMk cId="3522907835" sldId="311"/>
            <ac:inkMk id="52" creationId="{8BE29C01-097F-8EBF-2E4D-2CBD68584D4C}"/>
          </ac:inkMkLst>
        </pc:inkChg>
        <pc:inkChg chg="add">
          <ac:chgData name="Christopher Aloo" userId="81d139e4-1a74-45bd-a04a-64f94c7d37c9" providerId="ADAL" clId="{E7987F6F-D4EF-420F-86A8-4A23E89472B3}" dt="2025-07-10T17:51:14.032" v="970" actId="9405"/>
          <ac:inkMkLst>
            <pc:docMk/>
            <pc:sldMk cId="3522907835" sldId="311"/>
            <ac:inkMk id="53" creationId="{6C50235D-7D2D-36BD-8FD1-7EA1103DFEEB}"/>
          </ac:inkMkLst>
        </pc:inkChg>
        <pc:inkChg chg="add">
          <ac:chgData name="Christopher Aloo" userId="81d139e4-1a74-45bd-a04a-64f94c7d37c9" providerId="ADAL" clId="{E7987F6F-D4EF-420F-86A8-4A23E89472B3}" dt="2025-07-10T17:51:14.733" v="971" actId="9405"/>
          <ac:inkMkLst>
            <pc:docMk/>
            <pc:sldMk cId="3522907835" sldId="311"/>
            <ac:inkMk id="54" creationId="{BBE0568F-CEBA-BE42-EDB6-04686A3048FE}"/>
          </ac:inkMkLst>
        </pc:inkChg>
        <pc:inkChg chg="add">
          <ac:chgData name="Christopher Aloo" userId="81d139e4-1a74-45bd-a04a-64f94c7d37c9" providerId="ADAL" clId="{E7987F6F-D4EF-420F-86A8-4A23E89472B3}" dt="2025-07-10T17:51:18.147" v="973" actId="9405"/>
          <ac:inkMkLst>
            <pc:docMk/>
            <pc:sldMk cId="3522907835" sldId="311"/>
            <ac:inkMk id="57" creationId="{AE01C48D-5171-0304-91CD-706519E3729D}"/>
          </ac:inkMkLst>
        </pc:inkChg>
        <pc:inkChg chg="add">
          <ac:chgData name="Christopher Aloo" userId="81d139e4-1a74-45bd-a04a-64f94c7d37c9" providerId="ADAL" clId="{E7987F6F-D4EF-420F-86A8-4A23E89472B3}" dt="2025-07-10T17:51:18.505" v="974" actId="9405"/>
          <ac:inkMkLst>
            <pc:docMk/>
            <pc:sldMk cId="3522907835" sldId="311"/>
            <ac:inkMk id="58" creationId="{04D89A9C-5824-910D-FBEB-4A34508F6DD1}"/>
          </ac:inkMkLst>
        </pc:inkChg>
        <pc:inkChg chg="add">
          <ac:chgData name="Christopher Aloo" userId="81d139e4-1a74-45bd-a04a-64f94c7d37c9" providerId="ADAL" clId="{E7987F6F-D4EF-420F-86A8-4A23E89472B3}" dt="2025-07-10T17:51:18.736" v="975" actId="9405"/>
          <ac:inkMkLst>
            <pc:docMk/>
            <pc:sldMk cId="3522907835" sldId="311"/>
            <ac:inkMk id="59" creationId="{BD91B132-9C92-0FFF-AFE0-B7555942137E}"/>
          </ac:inkMkLst>
        </pc:inkChg>
        <pc:inkChg chg="add mod">
          <ac:chgData name="Christopher Aloo" userId="81d139e4-1a74-45bd-a04a-64f94c7d37c9" providerId="ADAL" clId="{E7987F6F-D4EF-420F-86A8-4A23E89472B3}" dt="2025-07-10T17:51:21.687" v="981"/>
          <ac:inkMkLst>
            <pc:docMk/>
            <pc:sldMk cId="3522907835" sldId="311"/>
            <ac:inkMk id="60" creationId="{5783A1D3-0D2A-CB64-AAD8-C3CF462C7579}"/>
          </ac:inkMkLst>
        </pc:inkChg>
        <pc:inkChg chg="add mod">
          <ac:chgData name="Christopher Aloo" userId="81d139e4-1a74-45bd-a04a-64f94c7d37c9" providerId="ADAL" clId="{E7987F6F-D4EF-420F-86A8-4A23E89472B3}" dt="2025-07-10T17:51:21.687" v="981"/>
          <ac:inkMkLst>
            <pc:docMk/>
            <pc:sldMk cId="3522907835" sldId="311"/>
            <ac:inkMk id="61" creationId="{C2965DF2-51CE-1405-2E60-626597F2910A}"/>
          </ac:inkMkLst>
        </pc:inkChg>
        <pc:inkChg chg="add mod">
          <ac:chgData name="Christopher Aloo" userId="81d139e4-1a74-45bd-a04a-64f94c7d37c9" providerId="ADAL" clId="{E7987F6F-D4EF-420F-86A8-4A23E89472B3}" dt="2025-07-10T17:51:50.536" v="1016"/>
          <ac:inkMkLst>
            <pc:docMk/>
            <pc:sldMk cId="3522907835" sldId="311"/>
            <ac:inkMk id="62" creationId="{FD45E101-1006-9538-5C60-5C9837AB6047}"/>
          </ac:inkMkLst>
        </pc:inkChg>
        <pc:inkChg chg="add">
          <ac:chgData name="Christopher Aloo" userId="81d139e4-1a74-45bd-a04a-64f94c7d37c9" providerId="ADAL" clId="{E7987F6F-D4EF-420F-86A8-4A23E89472B3}" dt="2025-07-10T17:51:20.364" v="979" actId="9405"/>
          <ac:inkMkLst>
            <pc:docMk/>
            <pc:sldMk cId="3522907835" sldId="311"/>
            <ac:inkMk id="63" creationId="{537FB44E-CEB9-849A-C045-9477962756C3}"/>
          </ac:inkMkLst>
        </pc:inkChg>
        <pc:inkChg chg="add">
          <ac:chgData name="Christopher Aloo" userId="81d139e4-1a74-45bd-a04a-64f94c7d37c9" providerId="ADAL" clId="{E7987F6F-D4EF-420F-86A8-4A23E89472B3}" dt="2025-07-10T17:51:21.157" v="980" actId="9405"/>
          <ac:inkMkLst>
            <pc:docMk/>
            <pc:sldMk cId="3522907835" sldId="311"/>
            <ac:inkMk id="64" creationId="{F4021F52-FB3F-25E1-AA70-463ED70CB575}"/>
          </ac:inkMkLst>
        </pc:inkChg>
        <pc:inkChg chg="add mod">
          <ac:chgData name="Christopher Aloo" userId="81d139e4-1a74-45bd-a04a-64f94c7d37c9" providerId="ADAL" clId="{E7987F6F-D4EF-420F-86A8-4A23E89472B3}" dt="2025-07-10T17:51:23.444" v="984"/>
          <ac:inkMkLst>
            <pc:docMk/>
            <pc:sldMk cId="3522907835" sldId="311"/>
            <ac:inkMk id="66" creationId="{3EED8147-9F94-F12A-CDA2-8115B7D49EE2}"/>
          </ac:inkMkLst>
        </pc:inkChg>
        <pc:inkChg chg="add mod">
          <ac:chgData name="Christopher Aloo" userId="81d139e4-1a74-45bd-a04a-64f94c7d37c9" providerId="ADAL" clId="{E7987F6F-D4EF-420F-86A8-4A23E89472B3}" dt="2025-07-10T17:51:50.536" v="1016"/>
          <ac:inkMkLst>
            <pc:docMk/>
            <pc:sldMk cId="3522907835" sldId="311"/>
            <ac:inkMk id="67" creationId="{28AA07F0-9F09-F9FC-E3CE-AD54694E33C9}"/>
          </ac:inkMkLst>
        </pc:inkChg>
        <pc:inkChg chg="add mod">
          <ac:chgData name="Christopher Aloo" userId="81d139e4-1a74-45bd-a04a-64f94c7d37c9" providerId="ADAL" clId="{E7987F6F-D4EF-420F-86A8-4A23E89472B3}" dt="2025-07-10T17:51:29.461" v="996"/>
          <ac:inkMkLst>
            <pc:docMk/>
            <pc:sldMk cId="3522907835" sldId="311"/>
            <ac:inkMk id="69" creationId="{BD0F5A92-C5C5-8A25-5C25-AEF6B8665FBC}"/>
          </ac:inkMkLst>
        </pc:inkChg>
        <pc:inkChg chg="add mod">
          <ac:chgData name="Christopher Aloo" userId="81d139e4-1a74-45bd-a04a-64f94c7d37c9" providerId="ADAL" clId="{E7987F6F-D4EF-420F-86A8-4A23E89472B3}" dt="2025-07-10T17:51:29.461" v="996"/>
          <ac:inkMkLst>
            <pc:docMk/>
            <pc:sldMk cId="3522907835" sldId="311"/>
            <ac:inkMk id="70" creationId="{17B65C4F-94EB-451E-F8A2-3D6BE70ED9AA}"/>
          </ac:inkMkLst>
        </pc:inkChg>
        <pc:inkChg chg="add mod">
          <ac:chgData name="Christopher Aloo" userId="81d139e4-1a74-45bd-a04a-64f94c7d37c9" providerId="ADAL" clId="{E7987F6F-D4EF-420F-86A8-4A23E89472B3}" dt="2025-07-10T17:51:50.536" v="1016"/>
          <ac:inkMkLst>
            <pc:docMk/>
            <pc:sldMk cId="3522907835" sldId="311"/>
            <ac:inkMk id="71" creationId="{46C84FA5-FF1F-7766-1097-C30E6704E9F7}"/>
          </ac:inkMkLst>
        </pc:inkChg>
        <pc:inkChg chg="add">
          <ac:chgData name="Christopher Aloo" userId="81d139e4-1a74-45bd-a04a-64f94c7d37c9" providerId="ADAL" clId="{E7987F6F-D4EF-420F-86A8-4A23E89472B3}" dt="2025-07-10T17:51:25.869" v="988" actId="9405"/>
          <ac:inkMkLst>
            <pc:docMk/>
            <pc:sldMk cId="3522907835" sldId="311"/>
            <ac:inkMk id="72" creationId="{4E482C4D-55C3-D6CF-39CB-F51216230468}"/>
          </ac:inkMkLst>
        </pc:inkChg>
        <pc:inkChg chg="add mod">
          <ac:chgData name="Christopher Aloo" userId="81d139e4-1a74-45bd-a04a-64f94c7d37c9" providerId="ADAL" clId="{E7987F6F-D4EF-420F-86A8-4A23E89472B3}" dt="2025-07-10T17:51:50.536" v="1016"/>
          <ac:inkMkLst>
            <pc:docMk/>
            <pc:sldMk cId="3522907835" sldId="311"/>
            <ac:inkMk id="73" creationId="{642C7FE3-7B66-5AB5-3E6A-54FAEAEB2049}"/>
          </ac:inkMkLst>
        </pc:inkChg>
        <pc:inkChg chg="add mod">
          <ac:chgData name="Christopher Aloo" userId="81d139e4-1a74-45bd-a04a-64f94c7d37c9" providerId="ADAL" clId="{E7987F6F-D4EF-420F-86A8-4A23E89472B3}" dt="2025-07-10T17:51:29.461" v="996"/>
          <ac:inkMkLst>
            <pc:docMk/>
            <pc:sldMk cId="3522907835" sldId="311"/>
            <ac:inkMk id="74" creationId="{11056060-1632-BE4C-9280-4D9B90299A8B}"/>
          </ac:inkMkLst>
        </pc:inkChg>
        <pc:inkChg chg="add mod">
          <ac:chgData name="Christopher Aloo" userId="81d139e4-1a74-45bd-a04a-64f94c7d37c9" providerId="ADAL" clId="{E7987F6F-D4EF-420F-86A8-4A23E89472B3}" dt="2025-07-10T17:51:29.461" v="996"/>
          <ac:inkMkLst>
            <pc:docMk/>
            <pc:sldMk cId="3522907835" sldId="311"/>
            <ac:inkMk id="75" creationId="{B8617711-3C2B-2DED-0FD3-1771B78633C2}"/>
          </ac:inkMkLst>
        </pc:inkChg>
        <pc:inkChg chg="add">
          <ac:chgData name="Christopher Aloo" userId="81d139e4-1a74-45bd-a04a-64f94c7d37c9" providerId="ADAL" clId="{E7987F6F-D4EF-420F-86A8-4A23E89472B3}" dt="2025-07-10T17:51:27.516" v="992" actId="9405"/>
          <ac:inkMkLst>
            <pc:docMk/>
            <pc:sldMk cId="3522907835" sldId="311"/>
            <ac:inkMk id="76" creationId="{D78D88FD-43A4-1BC8-03B0-FF68A424B82A}"/>
          </ac:inkMkLst>
        </pc:inkChg>
        <pc:inkChg chg="add mod">
          <ac:chgData name="Christopher Aloo" userId="81d139e4-1a74-45bd-a04a-64f94c7d37c9" providerId="ADAL" clId="{E7987F6F-D4EF-420F-86A8-4A23E89472B3}" dt="2025-07-10T17:51:36.106" v="1009"/>
          <ac:inkMkLst>
            <pc:docMk/>
            <pc:sldMk cId="3522907835" sldId="311"/>
            <ac:inkMk id="77" creationId="{6BE43F3D-699E-8673-A2F9-9167245ED53B}"/>
          </ac:inkMkLst>
        </pc:inkChg>
        <pc:inkChg chg="add mod">
          <ac:chgData name="Christopher Aloo" userId="81d139e4-1a74-45bd-a04a-64f94c7d37c9" providerId="ADAL" clId="{E7987F6F-D4EF-420F-86A8-4A23E89472B3}" dt="2025-07-10T17:51:29.461" v="996"/>
          <ac:inkMkLst>
            <pc:docMk/>
            <pc:sldMk cId="3522907835" sldId="311"/>
            <ac:inkMk id="78" creationId="{5C4E6EA9-026E-8DA6-8437-890BD73EA9B2}"/>
          </ac:inkMkLst>
        </pc:inkChg>
        <pc:inkChg chg="add mod">
          <ac:chgData name="Christopher Aloo" userId="81d139e4-1a74-45bd-a04a-64f94c7d37c9" providerId="ADAL" clId="{E7987F6F-D4EF-420F-86A8-4A23E89472B3}" dt="2025-07-10T17:51:29.461" v="996"/>
          <ac:inkMkLst>
            <pc:docMk/>
            <pc:sldMk cId="3522907835" sldId="311"/>
            <ac:inkMk id="79" creationId="{CF86EBCD-3F9F-48B9-D13B-035F0FECB8D1}"/>
          </ac:inkMkLst>
        </pc:inkChg>
        <pc:inkChg chg="add">
          <ac:chgData name="Christopher Aloo" userId="81d139e4-1a74-45bd-a04a-64f94c7d37c9" providerId="ADAL" clId="{E7987F6F-D4EF-420F-86A8-4A23E89472B3}" dt="2025-07-10T17:51:30.761" v="997" actId="9405"/>
          <ac:inkMkLst>
            <pc:docMk/>
            <pc:sldMk cId="3522907835" sldId="311"/>
            <ac:inkMk id="81" creationId="{A99F6ED5-ACC4-95B5-833C-F4507270ABF7}"/>
          </ac:inkMkLst>
        </pc:inkChg>
        <pc:inkChg chg="add">
          <ac:chgData name="Christopher Aloo" userId="81d139e4-1a74-45bd-a04a-64f94c7d37c9" providerId="ADAL" clId="{E7987F6F-D4EF-420F-86A8-4A23E89472B3}" dt="2025-07-10T17:51:31.321" v="998" actId="9405"/>
          <ac:inkMkLst>
            <pc:docMk/>
            <pc:sldMk cId="3522907835" sldId="311"/>
            <ac:inkMk id="82" creationId="{CA72C5BC-CAAA-3DCD-7D10-7315B2DE8B24}"/>
          </ac:inkMkLst>
        </pc:inkChg>
        <pc:inkChg chg="add">
          <ac:chgData name="Christopher Aloo" userId="81d139e4-1a74-45bd-a04a-64f94c7d37c9" providerId="ADAL" clId="{E7987F6F-D4EF-420F-86A8-4A23E89472B3}" dt="2025-07-10T17:51:31.506" v="999" actId="9405"/>
          <ac:inkMkLst>
            <pc:docMk/>
            <pc:sldMk cId="3522907835" sldId="311"/>
            <ac:inkMk id="83" creationId="{FC5221EC-E9BC-E2E8-CF43-4952E280FBBF}"/>
          </ac:inkMkLst>
        </pc:inkChg>
        <pc:inkChg chg="add">
          <ac:chgData name="Christopher Aloo" userId="81d139e4-1a74-45bd-a04a-64f94c7d37c9" providerId="ADAL" clId="{E7987F6F-D4EF-420F-86A8-4A23E89472B3}" dt="2025-07-10T17:51:31.741" v="1000" actId="9405"/>
          <ac:inkMkLst>
            <pc:docMk/>
            <pc:sldMk cId="3522907835" sldId="311"/>
            <ac:inkMk id="84" creationId="{9341BF74-9307-F273-0EBD-DA9C3A2FB2B8}"/>
          </ac:inkMkLst>
        </pc:inkChg>
        <pc:inkChg chg="add">
          <ac:chgData name="Christopher Aloo" userId="81d139e4-1a74-45bd-a04a-64f94c7d37c9" providerId="ADAL" clId="{E7987F6F-D4EF-420F-86A8-4A23E89472B3}" dt="2025-07-10T17:51:32.093" v="1001" actId="9405"/>
          <ac:inkMkLst>
            <pc:docMk/>
            <pc:sldMk cId="3522907835" sldId="311"/>
            <ac:inkMk id="85" creationId="{5C15581E-183E-CC28-9F3B-F63B7A09A789}"/>
          </ac:inkMkLst>
        </pc:inkChg>
        <pc:inkChg chg="add">
          <ac:chgData name="Christopher Aloo" userId="81d139e4-1a74-45bd-a04a-64f94c7d37c9" providerId="ADAL" clId="{E7987F6F-D4EF-420F-86A8-4A23E89472B3}" dt="2025-07-10T17:51:32.624" v="1002" actId="9405"/>
          <ac:inkMkLst>
            <pc:docMk/>
            <pc:sldMk cId="3522907835" sldId="311"/>
            <ac:inkMk id="86" creationId="{75DA5831-375A-2B31-7B1B-6CA0C1B27B37}"/>
          </ac:inkMkLst>
        </pc:inkChg>
        <pc:inkChg chg="add mod">
          <ac:chgData name="Christopher Aloo" userId="81d139e4-1a74-45bd-a04a-64f94c7d37c9" providerId="ADAL" clId="{E7987F6F-D4EF-420F-86A8-4A23E89472B3}" dt="2025-07-10T17:51:50.536" v="1016"/>
          <ac:inkMkLst>
            <pc:docMk/>
            <pc:sldMk cId="3522907835" sldId="311"/>
            <ac:inkMk id="87" creationId="{541B70F9-B5E9-A419-7F7E-44ED0C2F337F}"/>
          </ac:inkMkLst>
        </pc:inkChg>
        <pc:inkChg chg="add mod">
          <ac:chgData name="Christopher Aloo" userId="81d139e4-1a74-45bd-a04a-64f94c7d37c9" providerId="ADAL" clId="{E7987F6F-D4EF-420F-86A8-4A23E89472B3}" dt="2025-07-10T17:51:50.536" v="1016"/>
          <ac:inkMkLst>
            <pc:docMk/>
            <pc:sldMk cId="3522907835" sldId="311"/>
            <ac:inkMk id="88" creationId="{A93B23AF-D1FC-C66E-B82D-9DD9CC3DB75E}"/>
          </ac:inkMkLst>
        </pc:inkChg>
        <pc:inkChg chg="add">
          <ac:chgData name="Christopher Aloo" userId="81d139e4-1a74-45bd-a04a-64f94c7d37c9" providerId="ADAL" clId="{E7987F6F-D4EF-420F-86A8-4A23E89472B3}" dt="2025-07-10T17:51:33.848" v="1005" actId="9405"/>
          <ac:inkMkLst>
            <pc:docMk/>
            <pc:sldMk cId="3522907835" sldId="311"/>
            <ac:inkMk id="89" creationId="{8856DCDD-6533-BF80-71C3-7101A0C63F0C}"/>
          </ac:inkMkLst>
        </pc:inkChg>
        <pc:inkChg chg="add">
          <ac:chgData name="Christopher Aloo" userId="81d139e4-1a74-45bd-a04a-64f94c7d37c9" providerId="ADAL" clId="{E7987F6F-D4EF-420F-86A8-4A23E89472B3}" dt="2025-07-10T17:51:34.564" v="1006" actId="9405"/>
          <ac:inkMkLst>
            <pc:docMk/>
            <pc:sldMk cId="3522907835" sldId="311"/>
            <ac:inkMk id="90" creationId="{783749F0-BA70-5659-AA07-17837A332202}"/>
          </ac:inkMkLst>
        </pc:inkChg>
        <pc:inkChg chg="add">
          <ac:chgData name="Christopher Aloo" userId="81d139e4-1a74-45bd-a04a-64f94c7d37c9" providerId="ADAL" clId="{E7987F6F-D4EF-420F-86A8-4A23E89472B3}" dt="2025-07-10T17:51:35.542" v="1008" actId="9405"/>
          <ac:inkMkLst>
            <pc:docMk/>
            <pc:sldMk cId="3522907835" sldId="311"/>
            <ac:inkMk id="92" creationId="{070FDA29-8282-76D7-F0FD-DB436C282197}"/>
          </ac:inkMkLst>
        </pc:inkChg>
        <pc:inkChg chg="add">
          <ac:chgData name="Christopher Aloo" userId="81d139e4-1a74-45bd-a04a-64f94c7d37c9" providerId="ADAL" clId="{E7987F6F-D4EF-420F-86A8-4A23E89472B3}" dt="2025-07-10T17:51:40.781" v="1010" actId="9405"/>
          <ac:inkMkLst>
            <pc:docMk/>
            <pc:sldMk cId="3522907835" sldId="311"/>
            <ac:inkMk id="94" creationId="{8F7F3E60-70BC-0617-FD0B-D1FF5561727C}"/>
          </ac:inkMkLst>
        </pc:inkChg>
        <pc:inkChg chg="add">
          <ac:chgData name="Christopher Aloo" userId="81d139e4-1a74-45bd-a04a-64f94c7d37c9" providerId="ADAL" clId="{E7987F6F-D4EF-420F-86A8-4A23E89472B3}" dt="2025-07-10T17:51:47.553" v="1012" actId="9405"/>
          <ac:inkMkLst>
            <pc:docMk/>
            <pc:sldMk cId="3522907835" sldId="311"/>
            <ac:inkMk id="96" creationId="{7CEAAC6C-BA3A-5068-1265-CD0414B8A4B7}"/>
          </ac:inkMkLst>
        </pc:inkChg>
        <pc:inkChg chg="add">
          <ac:chgData name="Christopher Aloo" userId="81d139e4-1a74-45bd-a04a-64f94c7d37c9" providerId="ADAL" clId="{E7987F6F-D4EF-420F-86A8-4A23E89472B3}" dt="2025-07-10T17:51:48.945" v="1014" actId="9405"/>
          <ac:inkMkLst>
            <pc:docMk/>
            <pc:sldMk cId="3522907835" sldId="311"/>
            <ac:inkMk id="98" creationId="{D9E50361-8E23-024B-D866-0620E94907E5}"/>
          </ac:inkMkLst>
        </pc:inkChg>
        <pc:inkChg chg="add">
          <ac:chgData name="Christopher Aloo" userId="81d139e4-1a74-45bd-a04a-64f94c7d37c9" providerId="ADAL" clId="{E7987F6F-D4EF-420F-86A8-4A23E89472B3}" dt="2025-07-10T17:51:49.611" v="1015" actId="9405"/>
          <ac:inkMkLst>
            <pc:docMk/>
            <pc:sldMk cId="3522907835" sldId="311"/>
            <ac:inkMk id="99" creationId="{1833B2C1-D89F-9B7E-2BCE-4E0BE0670D6B}"/>
          </ac:inkMkLst>
        </pc:inkChg>
      </pc:sldChg>
      <pc:sldChg chg="modSp new del mod ord">
        <pc:chgData name="Christopher Aloo" userId="81d139e4-1a74-45bd-a04a-64f94c7d37c9" providerId="ADAL" clId="{E7987F6F-D4EF-420F-86A8-4A23E89472B3}" dt="2025-07-10T18:16:46.462" v="1349" actId="47"/>
        <pc:sldMkLst>
          <pc:docMk/>
          <pc:sldMk cId="169618300" sldId="312"/>
        </pc:sldMkLst>
        <pc:spChg chg="mod">
          <ac:chgData name="Christopher Aloo" userId="81d139e4-1a74-45bd-a04a-64f94c7d37c9" providerId="ADAL" clId="{E7987F6F-D4EF-420F-86A8-4A23E89472B3}" dt="2025-07-10T17:52:18.855" v="1030" actId="27636"/>
          <ac:spMkLst>
            <pc:docMk/>
            <pc:sldMk cId="169618300" sldId="312"/>
            <ac:spMk id="2" creationId="{4C968D7B-041E-9582-6319-EF29E403DE64}"/>
          </ac:spMkLst>
        </pc:spChg>
      </pc:sldChg>
      <pc:sldChg chg="addSp delSp modSp new mod">
        <pc:chgData name="Christopher Aloo" userId="81d139e4-1a74-45bd-a04a-64f94c7d37c9" providerId="ADAL" clId="{E7987F6F-D4EF-420F-86A8-4A23E89472B3}" dt="2025-07-10T17:57:22.969" v="1183"/>
        <pc:sldMkLst>
          <pc:docMk/>
          <pc:sldMk cId="811530729" sldId="313"/>
        </pc:sldMkLst>
        <pc:grpChg chg="del mod">
          <ac:chgData name="Christopher Aloo" userId="81d139e4-1a74-45bd-a04a-64f94c7d37c9" providerId="ADAL" clId="{E7987F6F-D4EF-420F-86A8-4A23E89472B3}" dt="2025-07-10T17:52:20.198" v="1031"/>
          <ac:grpSpMkLst>
            <pc:docMk/>
            <pc:sldMk cId="811530729" sldId="313"/>
            <ac:grpSpMk id="9" creationId="{F8964B88-ACAD-7232-1F7A-BDC8574D430B}"/>
          </ac:grpSpMkLst>
        </pc:grpChg>
        <pc:grpChg chg="del mod">
          <ac:chgData name="Christopher Aloo" userId="81d139e4-1a74-45bd-a04a-64f94c7d37c9" providerId="ADAL" clId="{E7987F6F-D4EF-420F-86A8-4A23E89472B3}" dt="2025-07-10T17:52:21.866" v="1033"/>
          <ac:grpSpMkLst>
            <pc:docMk/>
            <pc:sldMk cId="811530729" sldId="313"/>
            <ac:grpSpMk id="11" creationId="{1CDF6ADD-7269-10D6-56F9-3478E9F3E50A}"/>
          </ac:grpSpMkLst>
        </pc:grpChg>
        <pc:grpChg chg="del mod">
          <ac:chgData name="Christopher Aloo" userId="81d139e4-1a74-45bd-a04a-64f94c7d37c9" providerId="ADAL" clId="{E7987F6F-D4EF-420F-86A8-4A23E89472B3}" dt="2025-07-10T17:52:24.445" v="1036"/>
          <ac:grpSpMkLst>
            <pc:docMk/>
            <pc:sldMk cId="811530729" sldId="313"/>
            <ac:grpSpMk id="13" creationId="{96AD93E2-330B-008C-9FC9-FE387ED20987}"/>
          </ac:grpSpMkLst>
        </pc:grpChg>
        <pc:grpChg chg="del mod">
          <ac:chgData name="Christopher Aloo" userId="81d139e4-1a74-45bd-a04a-64f94c7d37c9" providerId="ADAL" clId="{E7987F6F-D4EF-420F-86A8-4A23E89472B3}" dt="2025-07-10T17:53:14.718" v="1060"/>
          <ac:grpSpMkLst>
            <pc:docMk/>
            <pc:sldMk cId="811530729" sldId="313"/>
            <ac:grpSpMk id="16" creationId="{C0AEB03F-3CDC-5828-7533-68B9E9A2D335}"/>
          </ac:grpSpMkLst>
        </pc:grpChg>
        <pc:grpChg chg="del mod">
          <ac:chgData name="Christopher Aloo" userId="81d139e4-1a74-45bd-a04a-64f94c7d37c9" providerId="ADAL" clId="{E7987F6F-D4EF-420F-86A8-4A23E89472B3}" dt="2025-07-10T17:53:01.267" v="1042"/>
          <ac:grpSpMkLst>
            <pc:docMk/>
            <pc:sldMk cId="811530729" sldId="313"/>
            <ac:grpSpMk id="19" creationId="{90BDD77A-1447-08B5-5059-C92121947E41}"/>
          </ac:grpSpMkLst>
        </pc:grpChg>
        <pc:grpChg chg="del mod">
          <ac:chgData name="Christopher Aloo" userId="81d139e4-1a74-45bd-a04a-64f94c7d37c9" providerId="ADAL" clId="{E7987F6F-D4EF-420F-86A8-4A23E89472B3}" dt="2025-07-10T17:53:05.182" v="1050"/>
          <ac:grpSpMkLst>
            <pc:docMk/>
            <pc:sldMk cId="811530729" sldId="313"/>
            <ac:grpSpMk id="22" creationId="{1D166347-6DA8-3845-3438-0B38319A18B1}"/>
          </ac:grpSpMkLst>
        </pc:grpChg>
        <pc:grpChg chg="del mod">
          <ac:chgData name="Christopher Aloo" userId="81d139e4-1a74-45bd-a04a-64f94c7d37c9" providerId="ADAL" clId="{E7987F6F-D4EF-420F-86A8-4A23E89472B3}" dt="2025-07-10T17:53:14.718" v="1060"/>
          <ac:grpSpMkLst>
            <pc:docMk/>
            <pc:sldMk cId="811530729" sldId="313"/>
            <ac:grpSpMk id="30" creationId="{7939155B-CA68-1224-DE14-6DF8D12ED8A7}"/>
          </ac:grpSpMkLst>
        </pc:grpChg>
        <pc:grpChg chg="del mod">
          <ac:chgData name="Christopher Aloo" userId="81d139e4-1a74-45bd-a04a-64f94c7d37c9" providerId="ADAL" clId="{E7987F6F-D4EF-420F-86A8-4A23E89472B3}" dt="2025-07-10T17:53:14.718" v="1060"/>
          <ac:grpSpMkLst>
            <pc:docMk/>
            <pc:sldMk cId="811530729" sldId="313"/>
            <ac:grpSpMk id="31" creationId="{2425D6C4-E9A7-E55B-5669-52FBCBB87FED}"/>
          </ac:grpSpMkLst>
        </pc:grpChg>
        <pc:grpChg chg="del mod">
          <ac:chgData name="Christopher Aloo" userId="81d139e4-1a74-45bd-a04a-64f94c7d37c9" providerId="ADAL" clId="{E7987F6F-D4EF-420F-86A8-4A23E89472B3}" dt="2025-07-10T17:53:12.999" v="1058"/>
          <ac:grpSpMkLst>
            <pc:docMk/>
            <pc:sldMk cId="811530729" sldId="313"/>
            <ac:grpSpMk id="34" creationId="{DAF0773F-BF7E-B2DF-18CE-1D94CA74BFCC}"/>
          </ac:grpSpMkLst>
        </pc:grpChg>
        <pc:grpChg chg="del mod">
          <ac:chgData name="Christopher Aloo" userId="81d139e4-1a74-45bd-a04a-64f94c7d37c9" providerId="ADAL" clId="{E7987F6F-D4EF-420F-86A8-4A23E89472B3}" dt="2025-07-10T17:53:14.718" v="1060"/>
          <ac:grpSpMkLst>
            <pc:docMk/>
            <pc:sldMk cId="811530729" sldId="313"/>
            <ac:grpSpMk id="39" creationId="{ABF5DDB9-F42A-C075-6F1E-1048215E011D}"/>
          </ac:grpSpMkLst>
        </pc:grpChg>
        <pc:grpChg chg="del mod">
          <ac:chgData name="Christopher Aloo" userId="81d139e4-1a74-45bd-a04a-64f94c7d37c9" providerId="ADAL" clId="{E7987F6F-D4EF-420F-86A8-4A23E89472B3}" dt="2025-07-10T17:53:15.867" v="1062"/>
          <ac:grpSpMkLst>
            <pc:docMk/>
            <pc:sldMk cId="811530729" sldId="313"/>
            <ac:grpSpMk id="41" creationId="{8D2F43A5-8DAA-A0DD-BFB5-1E54D22C960D}"/>
          </ac:grpSpMkLst>
        </pc:grpChg>
        <pc:grpChg chg="del mod">
          <ac:chgData name="Christopher Aloo" userId="81d139e4-1a74-45bd-a04a-64f94c7d37c9" providerId="ADAL" clId="{E7987F6F-D4EF-420F-86A8-4A23E89472B3}" dt="2025-07-10T17:53:17.814" v="1064"/>
          <ac:grpSpMkLst>
            <pc:docMk/>
            <pc:sldMk cId="811530729" sldId="313"/>
            <ac:grpSpMk id="43" creationId="{8B0A34E5-DDA0-7832-0E2D-C99E0551B4F5}"/>
          </ac:grpSpMkLst>
        </pc:grpChg>
        <pc:grpChg chg="del mod">
          <ac:chgData name="Christopher Aloo" userId="81d139e4-1a74-45bd-a04a-64f94c7d37c9" providerId="ADAL" clId="{E7987F6F-D4EF-420F-86A8-4A23E89472B3}" dt="2025-07-10T17:53:19.454" v="1067"/>
          <ac:grpSpMkLst>
            <pc:docMk/>
            <pc:sldMk cId="811530729" sldId="313"/>
            <ac:grpSpMk id="45" creationId="{1F89028B-3292-BF28-2524-2E0A830A5777}"/>
          </ac:grpSpMkLst>
        </pc:grpChg>
        <pc:grpChg chg="del mod">
          <ac:chgData name="Christopher Aloo" userId="81d139e4-1a74-45bd-a04a-64f94c7d37c9" providerId="ADAL" clId="{E7987F6F-D4EF-420F-86A8-4A23E89472B3}" dt="2025-07-10T17:53:25.098" v="1069"/>
          <ac:grpSpMkLst>
            <pc:docMk/>
            <pc:sldMk cId="811530729" sldId="313"/>
            <ac:grpSpMk id="48" creationId="{52FABC7D-BB75-884F-E1D6-535E6A687301}"/>
          </ac:grpSpMkLst>
        </pc:grpChg>
        <pc:grpChg chg="del mod">
          <ac:chgData name="Christopher Aloo" userId="81d139e4-1a74-45bd-a04a-64f94c7d37c9" providerId="ADAL" clId="{E7987F6F-D4EF-420F-86A8-4A23E89472B3}" dt="2025-07-10T17:54:02.212" v="1086"/>
          <ac:grpSpMkLst>
            <pc:docMk/>
            <pc:sldMk cId="811530729" sldId="313"/>
            <ac:grpSpMk id="50" creationId="{956FD72E-81FD-BFC8-808B-7A687C036C34}"/>
          </ac:grpSpMkLst>
        </pc:grpChg>
        <pc:grpChg chg="del mod">
          <ac:chgData name="Christopher Aloo" userId="81d139e4-1a74-45bd-a04a-64f94c7d37c9" providerId="ADAL" clId="{E7987F6F-D4EF-420F-86A8-4A23E89472B3}" dt="2025-07-10T17:53:53.052" v="1075"/>
          <ac:grpSpMkLst>
            <pc:docMk/>
            <pc:sldMk cId="811530729" sldId="313"/>
            <ac:grpSpMk id="53" creationId="{649B676C-C767-6D62-30D4-D8CA1F783782}"/>
          </ac:grpSpMkLst>
        </pc:grpChg>
        <pc:grpChg chg="del mod">
          <ac:chgData name="Christopher Aloo" userId="81d139e4-1a74-45bd-a04a-64f94c7d37c9" providerId="ADAL" clId="{E7987F6F-D4EF-420F-86A8-4A23E89472B3}" dt="2025-07-10T17:53:55.302" v="1077"/>
          <ac:grpSpMkLst>
            <pc:docMk/>
            <pc:sldMk cId="811530729" sldId="313"/>
            <ac:grpSpMk id="56" creationId="{7242E06E-AF4A-A3D9-1387-27A3BEBDBE6F}"/>
          </ac:grpSpMkLst>
        </pc:grpChg>
        <pc:grpChg chg="del mod">
          <ac:chgData name="Christopher Aloo" userId="81d139e4-1a74-45bd-a04a-64f94c7d37c9" providerId="ADAL" clId="{E7987F6F-D4EF-420F-86A8-4A23E89472B3}" dt="2025-07-10T17:54:06.715" v="1088"/>
          <ac:grpSpMkLst>
            <pc:docMk/>
            <pc:sldMk cId="811530729" sldId="313"/>
            <ac:grpSpMk id="58" creationId="{62130338-C1A9-1D39-271A-2DDE749B0396}"/>
          </ac:grpSpMkLst>
        </pc:grpChg>
        <pc:grpChg chg="del mod">
          <ac:chgData name="Christopher Aloo" userId="81d139e4-1a74-45bd-a04a-64f94c7d37c9" providerId="ADAL" clId="{E7987F6F-D4EF-420F-86A8-4A23E89472B3}" dt="2025-07-10T17:54:06.715" v="1088"/>
          <ac:grpSpMkLst>
            <pc:docMk/>
            <pc:sldMk cId="811530729" sldId="313"/>
            <ac:grpSpMk id="67" creationId="{84A4E9F0-1339-0698-F515-C645BA2FE675}"/>
          </ac:grpSpMkLst>
        </pc:grpChg>
        <pc:grpChg chg="del mod">
          <ac:chgData name="Christopher Aloo" userId="81d139e4-1a74-45bd-a04a-64f94c7d37c9" providerId="ADAL" clId="{E7987F6F-D4EF-420F-86A8-4A23E89472B3}" dt="2025-07-10T17:54:13.454" v="1090"/>
          <ac:grpSpMkLst>
            <pc:docMk/>
            <pc:sldMk cId="811530729" sldId="313"/>
            <ac:grpSpMk id="69" creationId="{0F85507E-86D9-0D9C-B6B8-CA664E7A18C1}"/>
          </ac:grpSpMkLst>
        </pc:grpChg>
        <pc:grpChg chg="del mod">
          <ac:chgData name="Christopher Aloo" userId="81d139e4-1a74-45bd-a04a-64f94c7d37c9" providerId="ADAL" clId="{E7987F6F-D4EF-420F-86A8-4A23E89472B3}" dt="2025-07-10T17:54:17.941" v="1092"/>
          <ac:grpSpMkLst>
            <pc:docMk/>
            <pc:sldMk cId="811530729" sldId="313"/>
            <ac:grpSpMk id="71" creationId="{A95963B5-ABF9-36D9-3A33-02072821F208}"/>
          </ac:grpSpMkLst>
        </pc:grpChg>
        <pc:grpChg chg="del mod">
          <ac:chgData name="Christopher Aloo" userId="81d139e4-1a74-45bd-a04a-64f94c7d37c9" providerId="ADAL" clId="{E7987F6F-D4EF-420F-86A8-4A23E89472B3}" dt="2025-07-10T17:54:24.230" v="1096"/>
          <ac:grpSpMkLst>
            <pc:docMk/>
            <pc:sldMk cId="811530729" sldId="313"/>
            <ac:grpSpMk id="73" creationId="{C3DB8625-8A88-52E0-3F1B-FD1B8B5C6D8A}"/>
          </ac:grpSpMkLst>
        </pc:grpChg>
        <pc:grpChg chg="del mod">
          <ac:chgData name="Christopher Aloo" userId="81d139e4-1a74-45bd-a04a-64f94c7d37c9" providerId="ADAL" clId="{E7987F6F-D4EF-420F-86A8-4A23E89472B3}" dt="2025-07-10T17:54:29.699" v="1098"/>
          <ac:grpSpMkLst>
            <pc:docMk/>
            <pc:sldMk cId="811530729" sldId="313"/>
            <ac:grpSpMk id="77" creationId="{C26D8DDA-1AF4-7469-384E-73B739D0A381}"/>
          </ac:grpSpMkLst>
        </pc:grpChg>
        <pc:grpChg chg="del mod">
          <ac:chgData name="Christopher Aloo" userId="81d139e4-1a74-45bd-a04a-64f94c7d37c9" providerId="ADAL" clId="{E7987F6F-D4EF-420F-86A8-4A23E89472B3}" dt="2025-07-10T17:54:38.023" v="1102"/>
          <ac:grpSpMkLst>
            <pc:docMk/>
            <pc:sldMk cId="811530729" sldId="313"/>
            <ac:grpSpMk id="79" creationId="{9F599886-75DC-836D-7FFB-3A38583BB0A8}"/>
          </ac:grpSpMkLst>
        </pc:grpChg>
        <pc:grpChg chg="del mod">
          <ac:chgData name="Christopher Aloo" userId="81d139e4-1a74-45bd-a04a-64f94c7d37c9" providerId="ADAL" clId="{E7987F6F-D4EF-420F-86A8-4A23E89472B3}" dt="2025-07-10T17:54:39.477" v="1104"/>
          <ac:grpSpMkLst>
            <pc:docMk/>
            <pc:sldMk cId="811530729" sldId="313"/>
            <ac:grpSpMk id="83" creationId="{16ED2862-4693-1D9A-9868-E0B7A89C3E47}"/>
          </ac:grpSpMkLst>
        </pc:grpChg>
        <pc:grpChg chg="del mod">
          <ac:chgData name="Christopher Aloo" userId="81d139e4-1a74-45bd-a04a-64f94c7d37c9" providerId="ADAL" clId="{E7987F6F-D4EF-420F-86A8-4A23E89472B3}" dt="2025-07-10T17:55:01.975" v="1106"/>
          <ac:grpSpMkLst>
            <pc:docMk/>
            <pc:sldMk cId="811530729" sldId="313"/>
            <ac:grpSpMk id="85" creationId="{9AA1CDAC-63C1-C6D8-9172-2C54003989A3}"/>
          </ac:grpSpMkLst>
        </pc:grpChg>
        <pc:grpChg chg="del mod">
          <ac:chgData name="Christopher Aloo" userId="81d139e4-1a74-45bd-a04a-64f94c7d37c9" providerId="ADAL" clId="{E7987F6F-D4EF-420F-86A8-4A23E89472B3}" dt="2025-07-10T17:55:22.243" v="1119"/>
          <ac:grpSpMkLst>
            <pc:docMk/>
            <pc:sldMk cId="811530729" sldId="313"/>
            <ac:grpSpMk id="87" creationId="{6753BDC1-23AD-0DF9-8040-C1335269137B}"/>
          </ac:grpSpMkLst>
        </pc:grpChg>
        <pc:grpChg chg="del mod">
          <ac:chgData name="Christopher Aloo" userId="81d139e4-1a74-45bd-a04a-64f94c7d37c9" providerId="ADAL" clId="{E7987F6F-D4EF-420F-86A8-4A23E89472B3}" dt="2025-07-10T17:55:22.243" v="1119"/>
          <ac:grpSpMkLst>
            <pc:docMk/>
            <pc:sldMk cId="811530729" sldId="313"/>
            <ac:grpSpMk id="95" creationId="{5A37DA1C-A141-FDB1-C207-DA80245B93E8}"/>
          </ac:grpSpMkLst>
        </pc:grpChg>
        <pc:grpChg chg="del mod">
          <ac:chgData name="Christopher Aloo" userId="81d139e4-1a74-45bd-a04a-64f94c7d37c9" providerId="ADAL" clId="{E7987F6F-D4EF-420F-86A8-4A23E89472B3}" dt="2025-07-10T17:55:30.121" v="1129"/>
          <ac:grpSpMkLst>
            <pc:docMk/>
            <pc:sldMk cId="811530729" sldId="313"/>
            <ac:grpSpMk id="100" creationId="{1C772C5F-A0E0-0945-4FC3-6696EBD4964C}"/>
          </ac:grpSpMkLst>
        </pc:grpChg>
        <pc:grpChg chg="del mod">
          <ac:chgData name="Christopher Aloo" userId="81d139e4-1a74-45bd-a04a-64f94c7d37c9" providerId="ADAL" clId="{E7987F6F-D4EF-420F-86A8-4A23E89472B3}" dt="2025-07-10T17:55:34.339" v="1133"/>
          <ac:grpSpMkLst>
            <pc:docMk/>
            <pc:sldMk cId="811530729" sldId="313"/>
            <ac:grpSpMk id="110" creationId="{007A597B-ADF9-0B9C-AFA7-8D37967B632F}"/>
          </ac:grpSpMkLst>
        </pc:grpChg>
        <pc:grpChg chg="del mod">
          <ac:chgData name="Christopher Aloo" userId="81d139e4-1a74-45bd-a04a-64f94c7d37c9" providerId="ADAL" clId="{E7987F6F-D4EF-420F-86A8-4A23E89472B3}" dt="2025-07-10T17:55:42.575" v="1136"/>
          <ac:grpSpMkLst>
            <pc:docMk/>
            <pc:sldMk cId="811530729" sldId="313"/>
            <ac:grpSpMk id="114" creationId="{4CCE6357-3A70-25CC-3186-50C5BE9CA53A}"/>
          </ac:grpSpMkLst>
        </pc:grpChg>
        <pc:grpChg chg="del mod">
          <ac:chgData name="Christopher Aloo" userId="81d139e4-1a74-45bd-a04a-64f94c7d37c9" providerId="ADAL" clId="{E7987F6F-D4EF-420F-86A8-4A23E89472B3}" dt="2025-07-10T17:55:49.868" v="1138"/>
          <ac:grpSpMkLst>
            <pc:docMk/>
            <pc:sldMk cId="811530729" sldId="313"/>
            <ac:grpSpMk id="117" creationId="{935AD4FA-B38B-C49E-65F4-55AF69F0BA32}"/>
          </ac:grpSpMkLst>
        </pc:grpChg>
        <pc:grpChg chg="del mod">
          <ac:chgData name="Christopher Aloo" userId="81d139e4-1a74-45bd-a04a-64f94c7d37c9" providerId="ADAL" clId="{E7987F6F-D4EF-420F-86A8-4A23E89472B3}" dt="2025-07-10T17:55:53.466" v="1141"/>
          <ac:grpSpMkLst>
            <pc:docMk/>
            <pc:sldMk cId="811530729" sldId="313"/>
            <ac:grpSpMk id="119" creationId="{579EEC04-8095-6ABA-9900-5548C0DA98C5}"/>
          </ac:grpSpMkLst>
        </pc:grpChg>
        <pc:grpChg chg="del mod">
          <ac:chgData name="Christopher Aloo" userId="81d139e4-1a74-45bd-a04a-64f94c7d37c9" providerId="ADAL" clId="{E7987F6F-D4EF-420F-86A8-4A23E89472B3}" dt="2025-07-10T17:55:57.815" v="1143"/>
          <ac:grpSpMkLst>
            <pc:docMk/>
            <pc:sldMk cId="811530729" sldId="313"/>
            <ac:grpSpMk id="122" creationId="{6D323543-8C1F-A395-7DE0-7A6D6AC7064E}"/>
          </ac:grpSpMkLst>
        </pc:grpChg>
        <pc:grpChg chg="del mod">
          <ac:chgData name="Christopher Aloo" userId="81d139e4-1a74-45bd-a04a-64f94c7d37c9" providerId="ADAL" clId="{E7987F6F-D4EF-420F-86A8-4A23E89472B3}" dt="2025-07-10T17:55:59.470" v="1145"/>
          <ac:grpSpMkLst>
            <pc:docMk/>
            <pc:sldMk cId="811530729" sldId="313"/>
            <ac:grpSpMk id="124" creationId="{F1F91130-43A5-00F3-FFDB-1FCA26F94CE9}"/>
          </ac:grpSpMkLst>
        </pc:grpChg>
        <pc:grpChg chg="del mod">
          <ac:chgData name="Christopher Aloo" userId="81d139e4-1a74-45bd-a04a-64f94c7d37c9" providerId="ADAL" clId="{E7987F6F-D4EF-420F-86A8-4A23E89472B3}" dt="2025-07-10T17:56:02.620" v="1148"/>
          <ac:grpSpMkLst>
            <pc:docMk/>
            <pc:sldMk cId="811530729" sldId="313"/>
            <ac:grpSpMk id="126" creationId="{C5A7BE4C-E99D-64FA-23A5-143C07C5DAA0}"/>
          </ac:grpSpMkLst>
        </pc:grpChg>
        <pc:grpChg chg="del mod">
          <ac:chgData name="Christopher Aloo" userId="81d139e4-1a74-45bd-a04a-64f94c7d37c9" providerId="ADAL" clId="{E7987F6F-D4EF-420F-86A8-4A23E89472B3}" dt="2025-07-10T17:56:04.468" v="1150"/>
          <ac:grpSpMkLst>
            <pc:docMk/>
            <pc:sldMk cId="811530729" sldId="313"/>
            <ac:grpSpMk id="129" creationId="{3B1372D4-3AC0-321D-8342-49855C38F65F}"/>
          </ac:grpSpMkLst>
        </pc:grpChg>
        <pc:grpChg chg="del mod">
          <ac:chgData name="Christopher Aloo" userId="81d139e4-1a74-45bd-a04a-64f94c7d37c9" providerId="ADAL" clId="{E7987F6F-D4EF-420F-86A8-4A23E89472B3}" dt="2025-07-10T17:56:17.470" v="1152"/>
          <ac:grpSpMkLst>
            <pc:docMk/>
            <pc:sldMk cId="811530729" sldId="313"/>
            <ac:grpSpMk id="131" creationId="{3BB43ADB-EF57-11C0-30CD-F25BC28D5A8A}"/>
          </ac:grpSpMkLst>
        </pc:grpChg>
        <pc:grpChg chg="del mod">
          <ac:chgData name="Christopher Aloo" userId="81d139e4-1a74-45bd-a04a-64f94c7d37c9" providerId="ADAL" clId="{E7987F6F-D4EF-420F-86A8-4A23E89472B3}" dt="2025-07-10T17:56:21.995" v="1158"/>
          <ac:grpSpMkLst>
            <pc:docMk/>
            <pc:sldMk cId="811530729" sldId="313"/>
            <ac:grpSpMk id="133" creationId="{1FB99F2C-6C5C-8CDF-7AA5-E13AB5939176}"/>
          </ac:grpSpMkLst>
        </pc:grpChg>
        <pc:grpChg chg="del mod">
          <ac:chgData name="Christopher Aloo" userId="81d139e4-1a74-45bd-a04a-64f94c7d37c9" providerId="ADAL" clId="{E7987F6F-D4EF-420F-86A8-4A23E89472B3}" dt="2025-07-10T17:56:23.268" v="1160"/>
          <ac:grpSpMkLst>
            <pc:docMk/>
            <pc:sldMk cId="811530729" sldId="313"/>
            <ac:grpSpMk id="139" creationId="{1AE2C4BD-15EF-A60C-54BD-CBC05DD2D37A}"/>
          </ac:grpSpMkLst>
        </pc:grpChg>
        <pc:grpChg chg="del mod">
          <ac:chgData name="Christopher Aloo" userId="81d139e4-1a74-45bd-a04a-64f94c7d37c9" providerId="ADAL" clId="{E7987F6F-D4EF-420F-86A8-4A23E89472B3}" dt="2025-07-10T17:57:00.658" v="1174"/>
          <ac:grpSpMkLst>
            <pc:docMk/>
            <pc:sldMk cId="811530729" sldId="313"/>
            <ac:grpSpMk id="141" creationId="{5CEA1066-DF04-AFDA-E1F0-049D038A0ECD}"/>
          </ac:grpSpMkLst>
        </pc:grpChg>
        <pc:grpChg chg="del mod">
          <ac:chgData name="Christopher Aloo" userId="81d139e4-1a74-45bd-a04a-64f94c7d37c9" providerId="ADAL" clId="{E7987F6F-D4EF-420F-86A8-4A23E89472B3}" dt="2025-07-10T17:56:31.432" v="1168"/>
          <ac:grpSpMkLst>
            <pc:docMk/>
            <pc:sldMk cId="811530729" sldId="313"/>
            <ac:grpSpMk id="144" creationId="{A0EF75A9-5AE5-F577-2A47-3AD5D4A71CA4}"/>
          </ac:grpSpMkLst>
        </pc:grpChg>
        <pc:grpChg chg="del mod">
          <ac:chgData name="Christopher Aloo" userId="81d139e4-1a74-45bd-a04a-64f94c7d37c9" providerId="ADAL" clId="{E7987F6F-D4EF-420F-86A8-4A23E89472B3}" dt="2025-07-10T17:56:32.703" v="1171"/>
          <ac:grpSpMkLst>
            <pc:docMk/>
            <pc:sldMk cId="811530729" sldId="313"/>
            <ac:grpSpMk id="149" creationId="{EF12F917-4D05-D331-6FA4-C4B9678A4A00}"/>
          </ac:grpSpMkLst>
        </pc:grpChg>
        <pc:grpChg chg="del mod">
          <ac:chgData name="Christopher Aloo" userId="81d139e4-1a74-45bd-a04a-64f94c7d37c9" providerId="ADAL" clId="{E7987F6F-D4EF-420F-86A8-4A23E89472B3}" dt="2025-07-10T17:57:00.658" v="1174"/>
          <ac:grpSpMkLst>
            <pc:docMk/>
            <pc:sldMk cId="811530729" sldId="313"/>
            <ac:grpSpMk id="152" creationId="{3A5EEF7A-B3A1-DAB7-E86D-6121A622268B}"/>
          </ac:grpSpMkLst>
        </pc:grpChg>
        <pc:grpChg chg="del mod">
          <ac:chgData name="Christopher Aloo" userId="81d139e4-1a74-45bd-a04a-64f94c7d37c9" providerId="ADAL" clId="{E7987F6F-D4EF-420F-86A8-4A23E89472B3}" dt="2025-07-10T17:57:05.474" v="1176"/>
          <ac:grpSpMkLst>
            <pc:docMk/>
            <pc:sldMk cId="811530729" sldId="313"/>
            <ac:grpSpMk id="155" creationId="{54A8AAEC-1B9C-E516-F418-EB6217C36255}"/>
          </ac:grpSpMkLst>
        </pc:grpChg>
        <pc:grpChg chg="del mod">
          <ac:chgData name="Christopher Aloo" userId="81d139e4-1a74-45bd-a04a-64f94c7d37c9" providerId="ADAL" clId="{E7987F6F-D4EF-420F-86A8-4A23E89472B3}" dt="2025-07-10T17:57:09.012" v="1179"/>
          <ac:grpSpMkLst>
            <pc:docMk/>
            <pc:sldMk cId="811530729" sldId="313"/>
            <ac:grpSpMk id="157" creationId="{1B19CC64-4C12-0A3E-7293-6F55CAF41444}"/>
          </ac:grpSpMkLst>
        </pc:grpChg>
        <pc:grpChg chg="del mod">
          <ac:chgData name="Christopher Aloo" userId="81d139e4-1a74-45bd-a04a-64f94c7d37c9" providerId="ADAL" clId="{E7987F6F-D4EF-420F-86A8-4A23E89472B3}" dt="2025-07-10T17:57:11.728" v="1181"/>
          <ac:grpSpMkLst>
            <pc:docMk/>
            <pc:sldMk cId="811530729" sldId="313"/>
            <ac:grpSpMk id="160" creationId="{8609F454-37D4-F784-6247-20454F6072DC}"/>
          </ac:grpSpMkLst>
        </pc:grpChg>
        <pc:grpChg chg="del mod">
          <ac:chgData name="Christopher Aloo" userId="81d139e4-1a74-45bd-a04a-64f94c7d37c9" providerId="ADAL" clId="{E7987F6F-D4EF-420F-86A8-4A23E89472B3}" dt="2025-07-10T17:57:22.969" v="1183"/>
          <ac:grpSpMkLst>
            <pc:docMk/>
            <pc:sldMk cId="811530729" sldId="313"/>
            <ac:grpSpMk id="162" creationId="{2A5D6FB5-E7A6-2AED-F055-9EC43049AF8D}"/>
          </ac:grpSpMkLst>
        </pc:grpChg>
        <pc:grpChg chg="mod">
          <ac:chgData name="Christopher Aloo" userId="81d139e4-1a74-45bd-a04a-64f94c7d37c9" providerId="ADAL" clId="{E7987F6F-D4EF-420F-86A8-4A23E89472B3}" dt="2025-07-10T17:57:22.969" v="1183"/>
          <ac:grpSpMkLst>
            <pc:docMk/>
            <pc:sldMk cId="811530729" sldId="313"/>
            <ac:grpSpMk id="164" creationId="{1F755472-11BF-D08A-4D9D-328BA7A7D23A}"/>
          </ac:grpSpMkLst>
        </pc:grpChg>
        <pc:inkChg chg="add mod">
          <ac:chgData name="Christopher Aloo" userId="81d139e4-1a74-45bd-a04a-64f94c7d37c9" providerId="ADAL" clId="{E7987F6F-D4EF-420F-86A8-4A23E89472B3}" dt="2025-07-10T17:52:24.445" v="1036"/>
          <ac:inkMkLst>
            <pc:docMk/>
            <pc:sldMk cId="811530729" sldId="313"/>
            <ac:inkMk id="2" creationId="{C67048FD-9D5E-FCAA-5726-0F39433A4C0A}"/>
          </ac:inkMkLst>
        </pc:inkChg>
        <pc:inkChg chg="add mod">
          <ac:chgData name="Christopher Aloo" userId="81d139e4-1a74-45bd-a04a-64f94c7d37c9" providerId="ADAL" clId="{E7987F6F-D4EF-420F-86A8-4A23E89472B3}" dt="2025-07-10T17:52:21.866" v="1033"/>
          <ac:inkMkLst>
            <pc:docMk/>
            <pc:sldMk cId="811530729" sldId="313"/>
            <ac:inkMk id="3" creationId="{9C858E03-069B-E166-8B2F-6C4C7445A149}"/>
          </ac:inkMkLst>
        </pc:inkChg>
        <pc:inkChg chg="add mod">
          <ac:chgData name="Christopher Aloo" userId="81d139e4-1a74-45bd-a04a-64f94c7d37c9" providerId="ADAL" clId="{E7987F6F-D4EF-420F-86A8-4A23E89472B3}" dt="2025-07-10T17:52:24.445" v="1036"/>
          <ac:inkMkLst>
            <pc:docMk/>
            <pc:sldMk cId="811530729" sldId="313"/>
            <ac:inkMk id="4" creationId="{7C8558FB-E98A-52B2-EF4A-E60EA22EAC05}"/>
          </ac:inkMkLst>
        </pc:inkChg>
        <pc:inkChg chg="add mod">
          <ac:chgData name="Christopher Aloo" userId="81d139e4-1a74-45bd-a04a-64f94c7d37c9" providerId="ADAL" clId="{E7987F6F-D4EF-420F-86A8-4A23E89472B3}" dt="2025-07-10T17:55:01.975" v="1106"/>
          <ac:inkMkLst>
            <pc:docMk/>
            <pc:sldMk cId="811530729" sldId="313"/>
            <ac:inkMk id="5" creationId="{E8013A05-73D3-D4AE-10F6-C1A931724171}"/>
          </ac:inkMkLst>
        </pc:inkChg>
        <pc:inkChg chg="add mod">
          <ac:chgData name="Christopher Aloo" userId="81d139e4-1a74-45bd-a04a-64f94c7d37c9" providerId="ADAL" clId="{E7987F6F-D4EF-420F-86A8-4A23E89472B3}" dt="2025-07-10T17:52:24.445" v="1036"/>
          <ac:inkMkLst>
            <pc:docMk/>
            <pc:sldMk cId="811530729" sldId="313"/>
            <ac:inkMk id="6" creationId="{896A5F53-F51C-0EAF-B5E5-0A04B5585887}"/>
          </ac:inkMkLst>
        </pc:inkChg>
        <pc:inkChg chg="add mod">
          <ac:chgData name="Christopher Aloo" userId="81d139e4-1a74-45bd-a04a-64f94c7d37c9" providerId="ADAL" clId="{E7987F6F-D4EF-420F-86A8-4A23E89472B3}" dt="2025-07-10T17:55:53.466" v="1141"/>
          <ac:inkMkLst>
            <pc:docMk/>
            <pc:sldMk cId="811530729" sldId="313"/>
            <ac:inkMk id="7" creationId="{8349373F-3D50-76C1-4788-C9B6E7B9A68B}"/>
          </ac:inkMkLst>
        </pc:inkChg>
        <pc:inkChg chg="add mod">
          <ac:chgData name="Christopher Aloo" userId="81d139e4-1a74-45bd-a04a-64f94c7d37c9" providerId="ADAL" clId="{E7987F6F-D4EF-420F-86A8-4A23E89472B3}" dt="2025-07-10T17:52:24.445" v="1036"/>
          <ac:inkMkLst>
            <pc:docMk/>
            <pc:sldMk cId="811530729" sldId="313"/>
            <ac:inkMk id="8" creationId="{2DAE0607-6EAA-9B77-89F7-9E04C063930E}"/>
          </ac:inkMkLst>
        </pc:inkChg>
        <pc:inkChg chg="add mod">
          <ac:chgData name="Christopher Aloo" userId="81d139e4-1a74-45bd-a04a-64f94c7d37c9" providerId="ADAL" clId="{E7987F6F-D4EF-420F-86A8-4A23E89472B3}" dt="2025-07-10T17:55:01.975" v="1106"/>
          <ac:inkMkLst>
            <pc:docMk/>
            <pc:sldMk cId="811530729" sldId="313"/>
            <ac:inkMk id="10" creationId="{17F588B6-17F3-7140-874C-0D5185B37D4D}"/>
          </ac:inkMkLst>
        </pc:inkChg>
        <pc:inkChg chg="add mod">
          <ac:chgData name="Christopher Aloo" userId="81d139e4-1a74-45bd-a04a-64f94c7d37c9" providerId="ADAL" clId="{E7987F6F-D4EF-420F-86A8-4A23E89472B3}" dt="2025-07-10T17:57:22.969" v="1183"/>
          <ac:inkMkLst>
            <pc:docMk/>
            <pc:sldMk cId="811530729" sldId="313"/>
            <ac:inkMk id="12" creationId="{6F4A3884-2FB7-3A0A-C6D1-A20C616B098C}"/>
          </ac:inkMkLst>
        </pc:inkChg>
        <pc:inkChg chg="add mod">
          <ac:chgData name="Christopher Aloo" userId="81d139e4-1a74-45bd-a04a-64f94c7d37c9" providerId="ADAL" clId="{E7987F6F-D4EF-420F-86A8-4A23E89472B3}" dt="2025-07-10T17:53:25.098" v="1069"/>
          <ac:inkMkLst>
            <pc:docMk/>
            <pc:sldMk cId="811530729" sldId="313"/>
            <ac:inkMk id="14" creationId="{F1FBAF37-3581-2542-7B8D-18640E80A7EE}"/>
          </ac:inkMkLst>
        </pc:inkChg>
        <pc:inkChg chg="add mod">
          <ac:chgData name="Christopher Aloo" userId="81d139e4-1a74-45bd-a04a-64f94c7d37c9" providerId="ADAL" clId="{E7987F6F-D4EF-420F-86A8-4A23E89472B3}" dt="2025-07-10T17:53:25.098" v="1069"/>
          <ac:inkMkLst>
            <pc:docMk/>
            <pc:sldMk cId="811530729" sldId="313"/>
            <ac:inkMk id="15" creationId="{536FFCF6-B3A5-79F8-686C-B35553207C49}"/>
          </ac:inkMkLst>
        </pc:inkChg>
        <pc:inkChg chg="add mod">
          <ac:chgData name="Christopher Aloo" userId="81d139e4-1a74-45bd-a04a-64f94c7d37c9" providerId="ADAL" clId="{E7987F6F-D4EF-420F-86A8-4A23E89472B3}" dt="2025-07-10T17:53:01.267" v="1042"/>
          <ac:inkMkLst>
            <pc:docMk/>
            <pc:sldMk cId="811530729" sldId="313"/>
            <ac:inkMk id="17" creationId="{4F081C35-1251-0055-E3C6-7F6AC7150158}"/>
          </ac:inkMkLst>
        </pc:inkChg>
        <pc:inkChg chg="add mod">
          <ac:chgData name="Christopher Aloo" userId="81d139e4-1a74-45bd-a04a-64f94c7d37c9" providerId="ADAL" clId="{E7987F6F-D4EF-420F-86A8-4A23E89472B3}" dt="2025-07-10T17:53:05.182" v="1050"/>
          <ac:inkMkLst>
            <pc:docMk/>
            <pc:sldMk cId="811530729" sldId="313"/>
            <ac:inkMk id="18" creationId="{FF99D7EF-4157-B37B-2043-301C19F2225D}"/>
          </ac:inkMkLst>
        </pc:inkChg>
        <pc:inkChg chg="add mod">
          <ac:chgData name="Christopher Aloo" userId="81d139e4-1a74-45bd-a04a-64f94c7d37c9" providerId="ADAL" clId="{E7987F6F-D4EF-420F-86A8-4A23E89472B3}" dt="2025-07-10T17:57:22.969" v="1183"/>
          <ac:inkMkLst>
            <pc:docMk/>
            <pc:sldMk cId="811530729" sldId="313"/>
            <ac:inkMk id="20" creationId="{18ADBBE1-1A42-827D-E2E3-41DD64B37010}"/>
          </ac:inkMkLst>
        </pc:inkChg>
        <pc:inkChg chg="add mod">
          <ac:chgData name="Christopher Aloo" userId="81d139e4-1a74-45bd-a04a-64f94c7d37c9" providerId="ADAL" clId="{E7987F6F-D4EF-420F-86A8-4A23E89472B3}" dt="2025-07-10T17:55:53.466" v="1141"/>
          <ac:inkMkLst>
            <pc:docMk/>
            <pc:sldMk cId="811530729" sldId="313"/>
            <ac:inkMk id="21" creationId="{41E4B775-52EE-A0DC-4835-DC9F1DE734F0}"/>
          </ac:inkMkLst>
        </pc:inkChg>
        <pc:inkChg chg="add mod">
          <ac:chgData name="Christopher Aloo" userId="81d139e4-1a74-45bd-a04a-64f94c7d37c9" providerId="ADAL" clId="{E7987F6F-D4EF-420F-86A8-4A23E89472B3}" dt="2025-07-10T17:56:23.268" v="1160"/>
          <ac:inkMkLst>
            <pc:docMk/>
            <pc:sldMk cId="811530729" sldId="313"/>
            <ac:inkMk id="23" creationId="{603081B2-CA85-51D1-6EBF-50284C4C2A40}"/>
          </ac:inkMkLst>
        </pc:inkChg>
        <pc:inkChg chg="add mod">
          <ac:chgData name="Christopher Aloo" userId="81d139e4-1a74-45bd-a04a-64f94c7d37c9" providerId="ADAL" clId="{E7987F6F-D4EF-420F-86A8-4A23E89472B3}" dt="2025-07-10T17:53:05.182" v="1050"/>
          <ac:inkMkLst>
            <pc:docMk/>
            <pc:sldMk cId="811530729" sldId="313"/>
            <ac:inkMk id="24" creationId="{2AACFBD6-F284-819E-7B3D-A7BDFE6540A4}"/>
          </ac:inkMkLst>
        </pc:inkChg>
        <pc:inkChg chg="add mod">
          <ac:chgData name="Christopher Aloo" userId="81d139e4-1a74-45bd-a04a-64f94c7d37c9" providerId="ADAL" clId="{E7987F6F-D4EF-420F-86A8-4A23E89472B3}" dt="2025-07-10T17:55:53.466" v="1141"/>
          <ac:inkMkLst>
            <pc:docMk/>
            <pc:sldMk cId="811530729" sldId="313"/>
            <ac:inkMk id="25" creationId="{6ECCEF06-6ED9-1503-191A-0111F119905E}"/>
          </ac:inkMkLst>
        </pc:inkChg>
        <pc:inkChg chg="add mod">
          <ac:chgData name="Christopher Aloo" userId="81d139e4-1a74-45bd-a04a-64f94c7d37c9" providerId="ADAL" clId="{E7987F6F-D4EF-420F-86A8-4A23E89472B3}" dt="2025-07-10T17:55:53.466" v="1141"/>
          <ac:inkMkLst>
            <pc:docMk/>
            <pc:sldMk cId="811530729" sldId="313"/>
            <ac:inkMk id="26" creationId="{FEAE266F-E57F-0E18-1C97-9F37DA72810C}"/>
          </ac:inkMkLst>
        </pc:inkChg>
        <pc:inkChg chg="add mod">
          <ac:chgData name="Christopher Aloo" userId="81d139e4-1a74-45bd-a04a-64f94c7d37c9" providerId="ADAL" clId="{E7987F6F-D4EF-420F-86A8-4A23E89472B3}" dt="2025-07-10T17:53:05.182" v="1050"/>
          <ac:inkMkLst>
            <pc:docMk/>
            <pc:sldMk cId="811530729" sldId="313"/>
            <ac:inkMk id="27" creationId="{578A4718-30DE-A5AE-825D-0786513A012A}"/>
          </ac:inkMkLst>
        </pc:inkChg>
        <pc:inkChg chg="add mod">
          <ac:chgData name="Christopher Aloo" userId="81d139e4-1a74-45bd-a04a-64f94c7d37c9" providerId="ADAL" clId="{E7987F6F-D4EF-420F-86A8-4A23E89472B3}" dt="2025-07-10T17:53:05.182" v="1050"/>
          <ac:inkMkLst>
            <pc:docMk/>
            <pc:sldMk cId="811530729" sldId="313"/>
            <ac:inkMk id="28" creationId="{89A569FC-0541-66A6-E0FB-65AF217DE701}"/>
          </ac:inkMkLst>
        </pc:inkChg>
        <pc:inkChg chg="add mod">
          <ac:chgData name="Christopher Aloo" userId="81d139e4-1a74-45bd-a04a-64f94c7d37c9" providerId="ADAL" clId="{E7987F6F-D4EF-420F-86A8-4A23E89472B3}" dt="2025-07-10T17:53:05.182" v="1050"/>
          <ac:inkMkLst>
            <pc:docMk/>
            <pc:sldMk cId="811530729" sldId="313"/>
            <ac:inkMk id="29" creationId="{487ECB67-8E85-DA04-665B-3FFC295AA2CA}"/>
          </ac:inkMkLst>
        </pc:inkChg>
        <pc:inkChg chg="add mod">
          <ac:chgData name="Christopher Aloo" userId="81d139e4-1a74-45bd-a04a-64f94c7d37c9" providerId="ADAL" clId="{E7987F6F-D4EF-420F-86A8-4A23E89472B3}" dt="2025-07-10T17:53:12.999" v="1058"/>
          <ac:inkMkLst>
            <pc:docMk/>
            <pc:sldMk cId="811530729" sldId="313"/>
            <ac:inkMk id="32" creationId="{312B4763-11AA-BC1F-DA03-9DA099334D9D}"/>
          </ac:inkMkLst>
        </pc:inkChg>
        <pc:inkChg chg="add mod">
          <ac:chgData name="Christopher Aloo" userId="81d139e4-1a74-45bd-a04a-64f94c7d37c9" providerId="ADAL" clId="{E7987F6F-D4EF-420F-86A8-4A23E89472B3}" dt="2025-07-10T17:57:22.969" v="1183"/>
          <ac:inkMkLst>
            <pc:docMk/>
            <pc:sldMk cId="811530729" sldId="313"/>
            <ac:inkMk id="33" creationId="{C66B80FA-81AA-FDC3-E654-6B2D3F21D3A8}"/>
          </ac:inkMkLst>
        </pc:inkChg>
        <pc:inkChg chg="add mod">
          <ac:chgData name="Christopher Aloo" userId="81d139e4-1a74-45bd-a04a-64f94c7d37c9" providerId="ADAL" clId="{E7987F6F-D4EF-420F-86A8-4A23E89472B3}" dt="2025-07-10T17:53:12.999" v="1058"/>
          <ac:inkMkLst>
            <pc:docMk/>
            <pc:sldMk cId="811530729" sldId="313"/>
            <ac:inkMk id="35" creationId="{871406DF-E000-466E-3746-03FDFB40F48E}"/>
          </ac:inkMkLst>
        </pc:inkChg>
        <pc:inkChg chg="add mod">
          <ac:chgData name="Christopher Aloo" userId="81d139e4-1a74-45bd-a04a-64f94c7d37c9" providerId="ADAL" clId="{E7987F6F-D4EF-420F-86A8-4A23E89472B3}" dt="2025-07-10T17:53:25.098" v="1069"/>
          <ac:inkMkLst>
            <pc:docMk/>
            <pc:sldMk cId="811530729" sldId="313"/>
            <ac:inkMk id="36" creationId="{6EF2BB39-D246-7F26-E258-CC2B1EFF2AE5}"/>
          </ac:inkMkLst>
        </pc:inkChg>
        <pc:inkChg chg="add mod">
          <ac:chgData name="Christopher Aloo" userId="81d139e4-1a74-45bd-a04a-64f94c7d37c9" providerId="ADAL" clId="{E7987F6F-D4EF-420F-86A8-4A23E89472B3}" dt="2025-07-10T17:53:12.999" v="1058"/>
          <ac:inkMkLst>
            <pc:docMk/>
            <pc:sldMk cId="811530729" sldId="313"/>
            <ac:inkMk id="37" creationId="{82ADCEB8-7F31-9AFC-500E-71F9E147ADB0}"/>
          </ac:inkMkLst>
        </pc:inkChg>
        <pc:inkChg chg="add mod">
          <ac:chgData name="Christopher Aloo" userId="81d139e4-1a74-45bd-a04a-64f94c7d37c9" providerId="ADAL" clId="{E7987F6F-D4EF-420F-86A8-4A23E89472B3}" dt="2025-07-10T17:53:12.999" v="1058"/>
          <ac:inkMkLst>
            <pc:docMk/>
            <pc:sldMk cId="811530729" sldId="313"/>
            <ac:inkMk id="38" creationId="{FF9E1838-C717-0FA3-6432-7000CC453F62}"/>
          </ac:inkMkLst>
        </pc:inkChg>
        <pc:inkChg chg="add mod">
          <ac:chgData name="Christopher Aloo" userId="81d139e4-1a74-45bd-a04a-64f94c7d37c9" providerId="ADAL" clId="{E7987F6F-D4EF-420F-86A8-4A23E89472B3}" dt="2025-07-10T17:54:17.941" v="1092"/>
          <ac:inkMkLst>
            <pc:docMk/>
            <pc:sldMk cId="811530729" sldId="313"/>
            <ac:inkMk id="40" creationId="{66B1ACD9-76F2-8766-EACE-E58AB1C90370}"/>
          </ac:inkMkLst>
        </pc:inkChg>
        <pc:inkChg chg="add mod">
          <ac:chgData name="Christopher Aloo" userId="81d139e4-1a74-45bd-a04a-64f94c7d37c9" providerId="ADAL" clId="{E7987F6F-D4EF-420F-86A8-4A23E89472B3}" dt="2025-07-10T17:57:22.969" v="1183"/>
          <ac:inkMkLst>
            <pc:docMk/>
            <pc:sldMk cId="811530729" sldId="313"/>
            <ac:inkMk id="42" creationId="{504C23FE-5F29-3519-0839-35FD049E1227}"/>
          </ac:inkMkLst>
        </pc:inkChg>
        <pc:inkChg chg="add">
          <ac:chgData name="Christopher Aloo" userId="81d139e4-1a74-45bd-a04a-64f94c7d37c9" providerId="ADAL" clId="{E7987F6F-D4EF-420F-86A8-4A23E89472B3}" dt="2025-07-10T17:53:16.818" v="1063" actId="9405"/>
          <ac:inkMkLst>
            <pc:docMk/>
            <pc:sldMk cId="811530729" sldId="313"/>
            <ac:inkMk id="44" creationId="{E566041C-79B8-82F2-4261-DD2E2016C857}"/>
          </ac:inkMkLst>
        </pc:inkChg>
        <pc:inkChg chg="add">
          <ac:chgData name="Christopher Aloo" userId="81d139e4-1a74-45bd-a04a-64f94c7d37c9" providerId="ADAL" clId="{E7987F6F-D4EF-420F-86A8-4A23E89472B3}" dt="2025-07-10T17:53:17.866" v="1065" actId="9405"/>
          <ac:inkMkLst>
            <pc:docMk/>
            <pc:sldMk cId="811530729" sldId="313"/>
            <ac:inkMk id="46" creationId="{9A18066B-DD42-267F-050D-E9E42D010C5D}"/>
          </ac:inkMkLst>
        </pc:inkChg>
        <pc:inkChg chg="add">
          <ac:chgData name="Christopher Aloo" userId="81d139e4-1a74-45bd-a04a-64f94c7d37c9" providerId="ADAL" clId="{E7987F6F-D4EF-420F-86A8-4A23E89472B3}" dt="2025-07-10T17:53:18.804" v="1066" actId="9405"/>
          <ac:inkMkLst>
            <pc:docMk/>
            <pc:sldMk cId="811530729" sldId="313"/>
            <ac:inkMk id="47" creationId="{A1AA2155-DB59-419E-C090-0D39021E6679}"/>
          </ac:inkMkLst>
        </pc:inkChg>
        <pc:inkChg chg="add">
          <ac:chgData name="Christopher Aloo" userId="81d139e4-1a74-45bd-a04a-64f94c7d37c9" providerId="ADAL" clId="{E7987F6F-D4EF-420F-86A8-4A23E89472B3}" dt="2025-07-10T17:53:24.017" v="1068" actId="9405"/>
          <ac:inkMkLst>
            <pc:docMk/>
            <pc:sldMk cId="811530729" sldId="313"/>
            <ac:inkMk id="49" creationId="{7DB5C43B-6AE2-F489-0D3D-2681A6972602}"/>
          </ac:inkMkLst>
        </pc:inkChg>
        <pc:inkChg chg="add mod">
          <ac:chgData name="Christopher Aloo" userId="81d139e4-1a74-45bd-a04a-64f94c7d37c9" providerId="ADAL" clId="{E7987F6F-D4EF-420F-86A8-4A23E89472B3}" dt="2025-07-10T17:53:55.302" v="1077"/>
          <ac:inkMkLst>
            <pc:docMk/>
            <pc:sldMk cId="811530729" sldId="313"/>
            <ac:inkMk id="51" creationId="{DCC5E364-F92B-4671-7275-FA599695C3DA}"/>
          </ac:inkMkLst>
        </pc:inkChg>
        <pc:inkChg chg="add mod">
          <ac:chgData name="Christopher Aloo" userId="81d139e4-1a74-45bd-a04a-64f94c7d37c9" providerId="ADAL" clId="{E7987F6F-D4EF-420F-86A8-4A23E89472B3}" dt="2025-07-10T17:53:55.302" v="1077"/>
          <ac:inkMkLst>
            <pc:docMk/>
            <pc:sldMk cId="811530729" sldId="313"/>
            <ac:inkMk id="52" creationId="{84C50488-26C0-F850-DAFC-75E9F1E3397E}"/>
          </ac:inkMkLst>
        </pc:inkChg>
        <pc:inkChg chg="add mod">
          <ac:chgData name="Christopher Aloo" userId="81d139e4-1a74-45bd-a04a-64f94c7d37c9" providerId="ADAL" clId="{E7987F6F-D4EF-420F-86A8-4A23E89472B3}" dt="2025-07-10T17:55:57.815" v="1143"/>
          <ac:inkMkLst>
            <pc:docMk/>
            <pc:sldMk cId="811530729" sldId="313"/>
            <ac:inkMk id="54" creationId="{51D9E717-D994-7DC8-66F6-DD2D4F025E1A}"/>
          </ac:inkMkLst>
        </pc:inkChg>
        <pc:inkChg chg="add mod">
          <ac:chgData name="Christopher Aloo" userId="81d139e4-1a74-45bd-a04a-64f94c7d37c9" providerId="ADAL" clId="{E7987F6F-D4EF-420F-86A8-4A23E89472B3}" dt="2025-07-10T17:57:22.969" v="1183"/>
          <ac:inkMkLst>
            <pc:docMk/>
            <pc:sldMk cId="811530729" sldId="313"/>
            <ac:inkMk id="55" creationId="{0AC469CC-AA0F-D261-6ED1-E0153FC48534}"/>
          </ac:inkMkLst>
        </pc:inkChg>
        <pc:inkChg chg="add mod">
          <ac:chgData name="Christopher Aloo" userId="81d139e4-1a74-45bd-a04a-64f94c7d37c9" providerId="ADAL" clId="{E7987F6F-D4EF-420F-86A8-4A23E89472B3}" dt="2025-07-10T17:53:55.302" v="1077"/>
          <ac:inkMkLst>
            <pc:docMk/>
            <pc:sldMk cId="811530729" sldId="313"/>
            <ac:inkMk id="57" creationId="{5E1B0AED-0434-2AE1-7BCF-91090F3E9C33}"/>
          </ac:inkMkLst>
        </pc:inkChg>
        <pc:inkChg chg="add">
          <ac:chgData name="Christopher Aloo" userId="81d139e4-1a74-45bd-a04a-64f94c7d37c9" providerId="ADAL" clId="{E7987F6F-D4EF-420F-86A8-4A23E89472B3}" dt="2025-07-10T17:53:57.247" v="1078" actId="9405"/>
          <ac:inkMkLst>
            <pc:docMk/>
            <pc:sldMk cId="811530729" sldId="313"/>
            <ac:inkMk id="59" creationId="{228F856D-834E-0D23-7786-AD911310DB6F}"/>
          </ac:inkMkLst>
        </pc:inkChg>
        <pc:inkChg chg="add mod">
          <ac:chgData name="Christopher Aloo" userId="81d139e4-1a74-45bd-a04a-64f94c7d37c9" providerId="ADAL" clId="{E7987F6F-D4EF-420F-86A8-4A23E89472B3}" dt="2025-07-10T17:55:53.466" v="1141"/>
          <ac:inkMkLst>
            <pc:docMk/>
            <pc:sldMk cId="811530729" sldId="313"/>
            <ac:inkMk id="60" creationId="{471A7212-AD4C-275A-D2D7-6E6F7D5BA2D0}"/>
          </ac:inkMkLst>
        </pc:inkChg>
        <pc:inkChg chg="add mod">
          <ac:chgData name="Christopher Aloo" userId="81d139e4-1a74-45bd-a04a-64f94c7d37c9" providerId="ADAL" clId="{E7987F6F-D4EF-420F-86A8-4A23E89472B3}" dt="2025-07-10T17:56:23.268" v="1160"/>
          <ac:inkMkLst>
            <pc:docMk/>
            <pc:sldMk cId="811530729" sldId="313"/>
            <ac:inkMk id="61" creationId="{DC9F5558-91FE-DDCE-0D9D-7B6C8A16D587}"/>
          </ac:inkMkLst>
        </pc:inkChg>
        <pc:inkChg chg="add">
          <ac:chgData name="Christopher Aloo" userId="81d139e4-1a74-45bd-a04a-64f94c7d37c9" providerId="ADAL" clId="{E7987F6F-D4EF-420F-86A8-4A23E89472B3}" dt="2025-07-10T17:53:59.269" v="1081" actId="9405"/>
          <ac:inkMkLst>
            <pc:docMk/>
            <pc:sldMk cId="811530729" sldId="313"/>
            <ac:inkMk id="62" creationId="{5B65AE79-9857-2374-6DD1-5A61957B3945}"/>
          </ac:inkMkLst>
        </pc:inkChg>
        <pc:inkChg chg="add mod">
          <ac:chgData name="Christopher Aloo" userId="81d139e4-1a74-45bd-a04a-64f94c7d37c9" providerId="ADAL" clId="{E7987F6F-D4EF-420F-86A8-4A23E89472B3}" dt="2025-07-10T17:56:17.470" v="1152"/>
          <ac:inkMkLst>
            <pc:docMk/>
            <pc:sldMk cId="811530729" sldId="313"/>
            <ac:inkMk id="63" creationId="{B7453F93-9759-6633-43CA-627DC0680274}"/>
          </ac:inkMkLst>
        </pc:inkChg>
        <pc:inkChg chg="add mod">
          <ac:chgData name="Christopher Aloo" userId="81d139e4-1a74-45bd-a04a-64f94c7d37c9" providerId="ADAL" clId="{E7987F6F-D4EF-420F-86A8-4A23E89472B3}" dt="2025-07-10T17:56:23.268" v="1160"/>
          <ac:inkMkLst>
            <pc:docMk/>
            <pc:sldMk cId="811530729" sldId="313"/>
            <ac:inkMk id="64" creationId="{CDBBC021-3CE0-A331-4DD6-1956DCCE39CD}"/>
          </ac:inkMkLst>
        </pc:inkChg>
        <pc:inkChg chg="add">
          <ac:chgData name="Christopher Aloo" userId="81d139e4-1a74-45bd-a04a-64f94c7d37c9" providerId="ADAL" clId="{E7987F6F-D4EF-420F-86A8-4A23E89472B3}" dt="2025-07-10T17:54:00.960" v="1084" actId="9405"/>
          <ac:inkMkLst>
            <pc:docMk/>
            <pc:sldMk cId="811530729" sldId="313"/>
            <ac:inkMk id="65" creationId="{F04EE5CB-87C1-CF69-9382-10FD94E97C5D}"/>
          </ac:inkMkLst>
        </pc:inkChg>
        <pc:inkChg chg="add mod">
          <ac:chgData name="Christopher Aloo" userId="81d139e4-1a74-45bd-a04a-64f94c7d37c9" providerId="ADAL" clId="{E7987F6F-D4EF-420F-86A8-4A23E89472B3}" dt="2025-07-10T17:55:01.975" v="1106"/>
          <ac:inkMkLst>
            <pc:docMk/>
            <pc:sldMk cId="811530729" sldId="313"/>
            <ac:inkMk id="66" creationId="{166C3555-8C80-B5B9-6E93-C0D3C0DBBBAF}"/>
          </ac:inkMkLst>
        </pc:inkChg>
        <pc:inkChg chg="add">
          <ac:chgData name="Christopher Aloo" userId="81d139e4-1a74-45bd-a04a-64f94c7d37c9" providerId="ADAL" clId="{E7987F6F-D4EF-420F-86A8-4A23E89472B3}" dt="2025-07-10T17:54:05.749" v="1087" actId="9405"/>
          <ac:inkMkLst>
            <pc:docMk/>
            <pc:sldMk cId="811530729" sldId="313"/>
            <ac:inkMk id="68" creationId="{B5ABE519-712F-55BD-6993-500FE9F22327}"/>
          </ac:inkMkLst>
        </pc:inkChg>
        <pc:inkChg chg="add">
          <ac:chgData name="Christopher Aloo" userId="81d139e4-1a74-45bd-a04a-64f94c7d37c9" providerId="ADAL" clId="{E7987F6F-D4EF-420F-86A8-4A23E89472B3}" dt="2025-07-10T17:54:12.473" v="1089" actId="9405"/>
          <ac:inkMkLst>
            <pc:docMk/>
            <pc:sldMk cId="811530729" sldId="313"/>
            <ac:inkMk id="70" creationId="{C2791D06-DF96-4B87-274F-7F5E3EF42D39}"/>
          </ac:inkMkLst>
        </pc:inkChg>
        <pc:inkChg chg="add">
          <ac:chgData name="Christopher Aloo" userId="81d139e4-1a74-45bd-a04a-64f94c7d37c9" providerId="ADAL" clId="{E7987F6F-D4EF-420F-86A8-4A23E89472B3}" dt="2025-07-10T17:54:16.975" v="1091" actId="9405"/>
          <ac:inkMkLst>
            <pc:docMk/>
            <pc:sldMk cId="811530729" sldId="313"/>
            <ac:inkMk id="72" creationId="{018DEC36-6B8F-6B57-24D1-3A8977173973}"/>
          </ac:inkMkLst>
        </pc:inkChg>
        <pc:inkChg chg="add mod">
          <ac:chgData name="Christopher Aloo" userId="81d139e4-1a74-45bd-a04a-64f94c7d37c9" providerId="ADAL" clId="{E7987F6F-D4EF-420F-86A8-4A23E89472B3}" dt="2025-07-10T17:55:01.975" v="1106"/>
          <ac:inkMkLst>
            <pc:docMk/>
            <pc:sldMk cId="811530729" sldId="313"/>
            <ac:inkMk id="74" creationId="{966D7C04-6E71-40ED-1562-CD8182D45E25}"/>
          </ac:inkMkLst>
        </pc:inkChg>
        <pc:inkChg chg="add mod">
          <ac:chgData name="Christopher Aloo" userId="81d139e4-1a74-45bd-a04a-64f94c7d37c9" providerId="ADAL" clId="{E7987F6F-D4EF-420F-86A8-4A23E89472B3}" dt="2025-07-10T17:55:01.975" v="1106"/>
          <ac:inkMkLst>
            <pc:docMk/>
            <pc:sldMk cId="811530729" sldId="313"/>
            <ac:inkMk id="75" creationId="{F7C77C1E-565D-E2CC-492B-44AB31BFA97E}"/>
          </ac:inkMkLst>
        </pc:inkChg>
        <pc:inkChg chg="add">
          <ac:chgData name="Christopher Aloo" userId="81d139e4-1a74-45bd-a04a-64f94c7d37c9" providerId="ADAL" clId="{E7987F6F-D4EF-420F-86A8-4A23E89472B3}" dt="2025-07-10T17:54:23.715" v="1095" actId="9405"/>
          <ac:inkMkLst>
            <pc:docMk/>
            <pc:sldMk cId="811530729" sldId="313"/>
            <ac:inkMk id="76" creationId="{45BAA1C1-8069-F6AC-3B32-09ED0E500D0A}"/>
          </ac:inkMkLst>
        </pc:inkChg>
        <pc:inkChg chg="add">
          <ac:chgData name="Christopher Aloo" userId="81d139e4-1a74-45bd-a04a-64f94c7d37c9" providerId="ADAL" clId="{E7987F6F-D4EF-420F-86A8-4A23E89472B3}" dt="2025-07-10T17:54:28.741" v="1097" actId="9405"/>
          <ac:inkMkLst>
            <pc:docMk/>
            <pc:sldMk cId="811530729" sldId="313"/>
            <ac:inkMk id="78" creationId="{98DA4A6F-430D-D807-0012-4FD9FA5B4C95}"/>
          </ac:inkMkLst>
        </pc:inkChg>
        <pc:inkChg chg="add">
          <ac:chgData name="Christopher Aloo" userId="81d139e4-1a74-45bd-a04a-64f94c7d37c9" providerId="ADAL" clId="{E7987F6F-D4EF-420F-86A8-4A23E89472B3}" dt="2025-07-10T17:54:31.667" v="1099" actId="9405"/>
          <ac:inkMkLst>
            <pc:docMk/>
            <pc:sldMk cId="811530729" sldId="313"/>
            <ac:inkMk id="80" creationId="{C97D5A7A-48C0-679B-DCA6-F3B165A0BA0F}"/>
          </ac:inkMkLst>
        </pc:inkChg>
        <pc:inkChg chg="add">
          <ac:chgData name="Christopher Aloo" userId="81d139e4-1a74-45bd-a04a-64f94c7d37c9" providerId="ADAL" clId="{E7987F6F-D4EF-420F-86A8-4A23E89472B3}" dt="2025-07-10T17:54:37.066" v="1100" actId="9405"/>
          <ac:inkMkLst>
            <pc:docMk/>
            <pc:sldMk cId="811530729" sldId="313"/>
            <ac:inkMk id="81" creationId="{B58F96B5-445A-B429-E584-542804D6A438}"/>
          </ac:inkMkLst>
        </pc:inkChg>
        <pc:inkChg chg="add">
          <ac:chgData name="Christopher Aloo" userId="81d139e4-1a74-45bd-a04a-64f94c7d37c9" providerId="ADAL" clId="{E7987F6F-D4EF-420F-86A8-4A23E89472B3}" dt="2025-07-10T17:54:37.504" v="1101" actId="9405"/>
          <ac:inkMkLst>
            <pc:docMk/>
            <pc:sldMk cId="811530729" sldId="313"/>
            <ac:inkMk id="82" creationId="{553481FC-8231-42D0-0515-E987E95A70BA}"/>
          </ac:inkMkLst>
        </pc:inkChg>
        <pc:inkChg chg="add">
          <ac:chgData name="Christopher Aloo" userId="81d139e4-1a74-45bd-a04a-64f94c7d37c9" providerId="ADAL" clId="{E7987F6F-D4EF-420F-86A8-4A23E89472B3}" dt="2025-07-10T17:54:38.510" v="1103" actId="9405"/>
          <ac:inkMkLst>
            <pc:docMk/>
            <pc:sldMk cId="811530729" sldId="313"/>
            <ac:inkMk id="84" creationId="{411EF094-BB4A-83C2-D24C-D0FBCB08B0CF}"/>
          </ac:inkMkLst>
        </pc:inkChg>
        <pc:inkChg chg="add">
          <ac:chgData name="Christopher Aloo" userId="81d139e4-1a74-45bd-a04a-64f94c7d37c9" providerId="ADAL" clId="{E7987F6F-D4EF-420F-86A8-4A23E89472B3}" dt="2025-07-10T17:55:01.020" v="1105" actId="9405"/>
          <ac:inkMkLst>
            <pc:docMk/>
            <pc:sldMk cId="811530729" sldId="313"/>
            <ac:inkMk id="86" creationId="{C827D198-57A2-D0DE-E5B1-8E122173A6F6}"/>
          </ac:inkMkLst>
        </pc:inkChg>
        <pc:inkChg chg="add mod">
          <ac:chgData name="Christopher Aloo" userId="81d139e4-1a74-45bd-a04a-64f94c7d37c9" providerId="ADAL" clId="{E7987F6F-D4EF-420F-86A8-4A23E89472B3}" dt="2025-07-10T17:57:22.969" v="1183"/>
          <ac:inkMkLst>
            <pc:docMk/>
            <pc:sldMk cId="811530729" sldId="313"/>
            <ac:inkMk id="88" creationId="{1D344ED7-9455-72A4-C24B-6BDF03533754}"/>
          </ac:inkMkLst>
        </pc:inkChg>
        <pc:inkChg chg="add">
          <ac:chgData name="Christopher Aloo" userId="81d139e4-1a74-45bd-a04a-64f94c7d37c9" providerId="ADAL" clId="{E7987F6F-D4EF-420F-86A8-4A23E89472B3}" dt="2025-07-10T17:55:05.690" v="1108" actId="9405"/>
          <ac:inkMkLst>
            <pc:docMk/>
            <pc:sldMk cId="811530729" sldId="313"/>
            <ac:inkMk id="89" creationId="{5B8D77B5-D98F-0E70-2CEE-985F3540B316}"/>
          </ac:inkMkLst>
        </pc:inkChg>
        <pc:inkChg chg="add">
          <ac:chgData name="Christopher Aloo" userId="81d139e4-1a74-45bd-a04a-64f94c7d37c9" providerId="ADAL" clId="{E7987F6F-D4EF-420F-86A8-4A23E89472B3}" dt="2025-07-10T17:55:09.656" v="1109" actId="9405"/>
          <ac:inkMkLst>
            <pc:docMk/>
            <pc:sldMk cId="811530729" sldId="313"/>
            <ac:inkMk id="90" creationId="{63D8B767-E8E6-B21C-3B8D-42AB5862F7E8}"/>
          </ac:inkMkLst>
        </pc:inkChg>
        <pc:inkChg chg="add">
          <ac:chgData name="Christopher Aloo" userId="81d139e4-1a74-45bd-a04a-64f94c7d37c9" providerId="ADAL" clId="{E7987F6F-D4EF-420F-86A8-4A23E89472B3}" dt="2025-07-10T17:55:11.193" v="1110" actId="9405"/>
          <ac:inkMkLst>
            <pc:docMk/>
            <pc:sldMk cId="811530729" sldId="313"/>
            <ac:inkMk id="91" creationId="{9D66599C-083F-BCEA-0434-8C5B2BCD0F9A}"/>
          </ac:inkMkLst>
        </pc:inkChg>
        <pc:inkChg chg="add mod">
          <ac:chgData name="Christopher Aloo" userId="81d139e4-1a74-45bd-a04a-64f94c7d37c9" providerId="ADAL" clId="{E7987F6F-D4EF-420F-86A8-4A23E89472B3}" dt="2025-07-10T17:55:34.339" v="1133"/>
          <ac:inkMkLst>
            <pc:docMk/>
            <pc:sldMk cId="811530729" sldId="313"/>
            <ac:inkMk id="92" creationId="{E3C08065-630D-0603-C2BF-D99A52EBC2C0}"/>
          </ac:inkMkLst>
        </pc:inkChg>
        <pc:inkChg chg="add mod">
          <ac:chgData name="Christopher Aloo" userId="81d139e4-1a74-45bd-a04a-64f94c7d37c9" providerId="ADAL" clId="{E7987F6F-D4EF-420F-86A8-4A23E89472B3}" dt="2025-07-10T17:55:34.339" v="1133"/>
          <ac:inkMkLst>
            <pc:docMk/>
            <pc:sldMk cId="811530729" sldId="313"/>
            <ac:inkMk id="93" creationId="{17E48DFE-1214-3F4A-25B6-69F8E6A577D7}"/>
          </ac:inkMkLst>
        </pc:inkChg>
        <pc:inkChg chg="add mod">
          <ac:chgData name="Christopher Aloo" userId="81d139e4-1a74-45bd-a04a-64f94c7d37c9" providerId="ADAL" clId="{E7987F6F-D4EF-420F-86A8-4A23E89472B3}" dt="2025-07-10T17:56:23.268" v="1160"/>
          <ac:inkMkLst>
            <pc:docMk/>
            <pc:sldMk cId="811530729" sldId="313"/>
            <ac:inkMk id="94" creationId="{C12C48AF-0527-22EF-25D3-981FCA1C426B}"/>
          </ac:inkMkLst>
        </pc:inkChg>
        <pc:inkChg chg="add">
          <ac:chgData name="Christopher Aloo" userId="81d139e4-1a74-45bd-a04a-64f94c7d37c9" providerId="ADAL" clId="{E7987F6F-D4EF-420F-86A8-4A23E89472B3}" dt="2025-07-10T17:55:15.771" v="1115" actId="9405"/>
          <ac:inkMkLst>
            <pc:docMk/>
            <pc:sldMk cId="811530729" sldId="313"/>
            <ac:inkMk id="96" creationId="{2E9809E4-890D-7BE4-F451-ABFB6124A37D}"/>
          </ac:inkMkLst>
        </pc:inkChg>
        <pc:inkChg chg="add">
          <ac:chgData name="Christopher Aloo" userId="81d139e4-1a74-45bd-a04a-64f94c7d37c9" providerId="ADAL" clId="{E7987F6F-D4EF-420F-86A8-4A23E89472B3}" dt="2025-07-10T17:55:18.396" v="1116" actId="9405"/>
          <ac:inkMkLst>
            <pc:docMk/>
            <pc:sldMk cId="811530729" sldId="313"/>
            <ac:inkMk id="97" creationId="{2BF71EB0-44CA-8D29-6CFE-0A7186BBFD35}"/>
          </ac:inkMkLst>
        </pc:inkChg>
        <pc:inkChg chg="add">
          <ac:chgData name="Christopher Aloo" userId="81d139e4-1a74-45bd-a04a-64f94c7d37c9" providerId="ADAL" clId="{E7987F6F-D4EF-420F-86A8-4A23E89472B3}" dt="2025-07-10T17:55:20.462" v="1117" actId="9405"/>
          <ac:inkMkLst>
            <pc:docMk/>
            <pc:sldMk cId="811530729" sldId="313"/>
            <ac:inkMk id="98" creationId="{8ACBE672-70E6-C27E-2838-6BDDD6EB193B}"/>
          </ac:inkMkLst>
        </pc:inkChg>
        <pc:inkChg chg="add mod">
          <ac:chgData name="Christopher Aloo" userId="81d139e4-1a74-45bd-a04a-64f94c7d37c9" providerId="ADAL" clId="{E7987F6F-D4EF-420F-86A8-4A23E89472B3}" dt="2025-07-10T17:56:04.468" v="1150"/>
          <ac:inkMkLst>
            <pc:docMk/>
            <pc:sldMk cId="811530729" sldId="313"/>
            <ac:inkMk id="99" creationId="{0261DFEF-FADC-4B07-2D79-0EFD4E4264D3}"/>
          </ac:inkMkLst>
        </pc:inkChg>
        <pc:inkChg chg="add mod">
          <ac:chgData name="Christopher Aloo" userId="81d139e4-1a74-45bd-a04a-64f94c7d37c9" providerId="ADAL" clId="{E7987F6F-D4EF-420F-86A8-4A23E89472B3}" dt="2025-07-10T17:56:23.268" v="1160"/>
          <ac:inkMkLst>
            <pc:docMk/>
            <pc:sldMk cId="811530729" sldId="313"/>
            <ac:inkMk id="101" creationId="{FEBDD982-94A0-ACAE-F08E-118D55DED2B9}"/>
          </ac:inkMkLst>
        </pc:inkChg>
        <pc:inkChg chg="add">
          <ac:chgData name="Christopher Aloo" userId="81d139e4-1a74-45bd-a04a-64f94c7d37c9" providerId="ADAL" clId="{E7987F6F-D4EF-420F-86A8-4A23E89472B3}" dt="2025-07-10T17:55:25.374" v="1121" actId="9405"/>
          <ac:inkMkLst>
            <pc:docMk/>
            <pc:sldMk cId="811530729" sldId="313"/>
            <ac:inkMk id="102" creationId="{CF1745A1-1EC5-FA34-5DFC-B481EAFD2952}"/>
          </ac:inkMkLst>
        </pc:inkChg>
        <pc:inkChg chg="add">
          <ac:chgData name="Christopher Aloo" userId="81d139e4-1a74-45bd-a04a-64f94c7d37c9" providerId="ADAL" clId="{E7987F6F-D4EF-420F-86A8-4A23E89472B3}" dt="2025-07-10T17:55:25.982" v="1122" actId="9405"/>
          <ac:inkMkLst>
            <pc:docMk/>
            <pc:sldMk cId="811530729" sldId="313"/>
            <ac:inkMk id="103" creationId="{34AD8CC5-2F76-6201-3F2B-438DA1867C48}"/>
          </ac:inkMkLst>
        </pc:inkChg>
        <pc:inkChg chg="add">
          <ac:chgData name="Christopher Aloo" userId="81d139e4-1a74-45bd-a04a-64f94c7d37c9" providerId="ADAL" clId="{E7987F6F-D4EF-420F-86A8-4A23E89472B3}" dt="2025-07-10T17:55:26.540" v="1123" actId="9405"/>
          <ac:inkMkLst>
            <pc:docMk/>
            <pc:sldMk cId="811530729" sldId="313"/>
            <ac:inkMk id="104" creationId="{0E3FE74C-D5B7-FB4D-1A17-D4A96D771F57}"/>
          </ac:inkMkLst>
        </pc:inkChg>
        <pc:inkChg chg="add mod">
          <ac:chgData name="Christopher Aloo" userId="81d139e4-1a74-45bd-a04a-64f94c7d37c9" providerId="ADAL" clId="{E7987F6F-D4EF-420F-86A8-4A23E89472B3}" dt="2025-07-10T17:55:34.339" v="1133"/>
          <ac:inkMkLst>
            <pc:docMk/>
            <pc:sldMk cId="811530729" sldId="313"/>
            <ac:inkMk id="105" creationId="{963D41FC-61D0-11DF-2B19-55252AB94555}"/>
          </ac:inkMkLst>
        </pc:inkChg>
        <pc:inkChg chg="add">
          <ac:chgData name="Christopher Aloo" userId="81d139e4-1a74-45bd-a04a-64f94c7d37c9" providerId="ADAL" clId="{E7987F6F-D4EF-420F-86A8-4A23E89472B3}" dt="2025-07-10T17:55:27.843" v="1125" actId="9405"/>
          <ac:inkMkLst>
            <pc:docMk/>
            <pc:sldMk cId="811530729" sldId="313"/>
            <ac:inkMk id="106" creationId="{3356131D-63C7-EA14-FF7F-EC6C7BD6D49A}"/>
          </ac:inkMkLst>
        </pc:inkChg>
        <pc:inkChg chg="add">
          <ac:chgData name="Christopher Aloo" userId="81d139e4-1a74-45bd-a04a-64f94c7d37c9" providerId="ADAL" clId="{E7987F6F-D4EF-420F-86A8-4A23E89472B3}" dt="2025-07-10T17:55:28.755" v="1126" actId="9405"/>
          <ac:inkMkLst>
            <pc:docMk/>
            <pc:sldMk cId="811530729" sldId="313"/>
            <ac:inkMk id="107" creationId="{BE44B3FA-15A2-768A-66CB-2902D729EFD2}"/>
          </ac:inkMkLst>
        </pc:inkChg>
        <pc:inkChg chg="add">
          <ac:chgData name="Christopher Aloo" userId="81d139e4-1a74-45bd-a04a-64f94c7d37c9" providerId="ADAL" clId="{E7987F6F-D4EF-420F-86A8-4A23E89472B3}" dt="2025-07-10T17:55:29.239" v="1127" actId="9405"/>
          <ac:inkMkLst>
            <pc:docMk/>
            <pc:sldMk cId="811530729" sldId="313"/>
            <ac:inkMk id="108" creationId="{7FB94FE1-E60A-33F9-2826-6C03724853EF}"/>
          </ac:inkMkLst>
        </pc:inkChg>
        <pc:inkChg chg="add">
          <ac:chgData name="Christopher Aloo" userId="81d139e4-1a74-45bd-a04a-64f94c7d37c9" providerId="ADAL" clId="{E7987F6F-D4EF-420F-86A8-4A23E89472B3}" dt="2025-07-10T17:55:29.564" v="1128" actId="9405"/>
          <ac:inkMkLst>
            <pc:docMk/>
            <pc:sldMk cId="811530729" sldId="313"/>
            <ac:inkMk id="109" creationId="{2C62C707-9020-4BA8-1A39-C433E4D7C3B5}"/>
          </ac:inkMkLst>
        </pc:inkChg>
        <pc:inkChg chg="add mod">
          <ac:chgData name="Christopher Aloo" userId="81d139e4-1a74-45bd-a04a-64f94c7d37c9" providerId="ADAL" clId="{E7987F6F-D4EF-420F-86A8-4A23E89472B3}" dt="2025-07-10T17:56:23.268" v="1160"/>
          <ac:inkMkLst>
            <pc:docMk/>
            <pc:sldMk cId="811530729" sldId="313"/>
            <ac:inkMk id="111" creationId="{871C03F7-C200-7866-C3EC-6830CDC34D36}"/>
          </ac:inkMkLst>
        </pc:inkChg>
        <pc:inkChg chg="add mod">
          <ac:chgData name="Christopher Aloo" userId="81d139e4-1a74-45bd-a04a-64f94c7d37c9" providerId="ADAL" clId="{E7987F6F-D4EF-420F-86A8-4A23E89472B3}" dt="2025-07-10T17:57:22.969" v="1183"/>
          <ac:inkMkLst>
            <pc:docMk/>
            <pc:sldMk cId="811530729" sldId="313"/>
            <ac:inkMk id="112" creationId="{93BFBC8F-60F8-C988-012E-D54858298BDB}"/>
          </ac:inkMkLst>
        </pc:inkChg>
        <pc:inkChg chg="add">
          <ac:chgData name="Christopher Aloo" userId="81d139e4-1a74-45bd-a04a-64f94c7d37c9" providerId="ADAL" clId="{E7987F6F-D4EF-420F-86A8-4A23E89472B3}" dt="2025-07-10T17:55:33.673" v="1132" actId="9405"/>
          <ac:inkMkLst>
            <pc:docMk/>
            <pc:sldMk cId="811530729" sldId="313"/>
            <ac:inkMk id="113" creationId="{AE647967-9B3D-C257-2609-F4524FBF66D7}"/>
          </ac:inkMkLst>
        </pc:inkChg>
        <pc:inkChg chg="add">
          <ac:chgData name="Christopher Aloo" userId="81d139e4-1a74-45bd-a04a-64f94c7d37c9" providerId="ADAL" clId="{E7987F6F-D4EF-420F-86A8-4A23E89472B3}" dt="2025-07-10T17:55:38.968" v="1134" actId="9405"/>
          <ac:inkMkLst>
            <pc:docMk/>
            <pc:sldMk cId="811530729" sldId="313"/>
            <ac:inkMk id="115" creationId="{703DDB91-5F72-74C6-04D5-95696B6A2B9B}"/>
          </ac:inkMkLst>
        </pc:inkChg>
        <pc:inkChg chg="add">
          <ac:chgData name="Christopher Aloo" userId="81d139e4-1a74-45bd-a04a-64f94c7d37c9" providerId="ADAL" clId="{E7987F6F-D4EF-420F-86A8-4A23E89472B3}" dt="2025-07-10T17:55:41.672" v="1135" actId="9405"/>
          <ac:inkMkLst>
            <pc:docMk/>
            <pc:sldMk cId="811530729" sldId="313"/>
            <ac:inkMk id="116" creationId="{B90494A0-7FBB-BB7B-E53D-AD7C9FBAAE5D}"/>
          </ac:inkMkLst>
        </pc:inkChg>
        <pc:inkChg chg="add">
          <ac:chgData name="Christopher Aloo" userId="81d139e4-1a74-45bd-a04a-64f94c7d37c9" providerId="ADAL" clId="{E7987F6F-D4EF-420F-86A8-4A23E89472B3}" dt="2025-07-10T17:55:48.864" v="1137" actId="9405"/>
          <ac:inkMkLst>
            <pc:docMk/>
            <pc:sldMk cId="811530729" sldId="313"/>
            <ac:inkMk id="118" creationId="{43C228AC-08C5-53C7-9EF4-2BF061DF168B}"/>
          </ac:inkMkLst>
        </pc:inkChg>
        <pc:inkChg chg="add">
          <ac:chgData name="Christopher Aloo" userId="81d139e4-1a74-45bd-a04a-64f94c7d37c9" providerId="ADAL" clId="{E7987F6F-D4EF-420F-86A8-4A23E89472B3}" dt="2025-07-10T17:55:51.808" v="1139" actId="9405"/>
          <ac:inkMkLst>
            <pc:docMk/>
            <pc:sldMk cId="811530729" sldId="313"/>
            <ac:inkMk id="120" creationId="{3A9B8109-8E9D-9E4A-E03E-5B9810651BCB}"/>
          </ac:inkMkLst>
        </pc:inkChg>
        <pc:inkChg chg="add">
          <ac:chgData name="Christopher Aloo" userId="81d139e4-1a74-45bd-a04a-64f94c7d37c9" providerId="ADAL" clId="{E7987F6F-D4EF-420F-86A8-4A23E89472B3}" dt="2025-07-10T17:55:52.366" v="1140" actId="9405"/>
          <ac:inkMkLst>
            <pc:docMk/>
            <pc:sldMk cId="811530729" sldId="313"/>
            <ac:inkMk id="121" creationId="{8673DF72-96FD-1119-48C2-193BAD1599B1}"/>
          </ac:inkMkLst>
        </pc:inkChg>
        <pc:inkChg chg="add">
          <ac:chgData name="Christopher Aloo" userId="81d139e4-1a74-45bd-a04a-64f94c7d37c9" providerId="ADAL" clId="{E7987F6F-D4EF-420F-86A8-4A23E89472B3}" dt="2025-07-10T17:55:56.848" v="1142" actId="9405"/>
          <ac:inkMkLst>
            <pc:docMk/>
            <pc:sldMk cId="811530729" sldId="313"/>
            <ac:inkMk id="123" creationId="{3069A887-94C9-9A27-9281-9873C83296C6}"/>
          </ac:inkMkLst>
        </pc:inkChg>
        <pc:inkChg chg="add">
          <ac:chgData name="Christopher Aloo" userId="81d139e4-1a74-45bd-a04a-64f94c7d37c9" providerId="ADAL" clId="{E7987F6F-D4EF-420F-86A8-4A23E89472B3}" dt="2025-07-10T17:55:58.350" v="1144" actId="9405"/>
          <ac:inkMkLst>
            <pc:docMk/>
            <pc:sldMk cId="811530729" sldId="313"/>
            <ac:inkMk id="125" creationId="{F4ED1359-D9F8-C79D-763D-FB5F42552732}"/>
          </ac:inkMkLst>
        </pc:inkChg>
        <pc:inkChg chg="add">
          <ac:chgData name="Christopher Aloo" userId="81d139e4-1a74-45bd-a04a-64f94c7d37c9" providerId="ADAL" clId="{E7987F6F-D4EF-420F-86A8-4A23E89472B3}" dt="2025-07-10T17:56:00.525" v="1146" actId="9405"/>
          <ac:inkMkLst>
            <pc:docMk/>
            <pc:sldMk cId="811530729" sldId="313"/>
            <ac:inkMk id="127" creationId="{DF4637E8-34EC-8BAB-E427-E23591A99CDD}"/>
          </ac:inkMkLst>
        </pc:inkChg>
        <pc:inkChg chg="add">
          <ac:chgData name="Christopher Aloo" userId="81d139e4-1a74-45bd-a04a-64f94c7d37c9" providerId="ADAL" clId="{E7987F6F-D4EF-420F-86A8-4A23E89472B3}" dt="2025-07-10T17:56:01.721" v="1147" actId="9405"/>
          <ac:inkMkLst>
            <pc:docMk/>
            <pc:sldMk cId="811530729" sldId="313"/>
            <ac:inkMk id="128" creationId="{D1FF7509-B577-47C9-92D4-1211FCC8B21A}"/>
          </ac:inkMkLst>
        </pc:inkChg>
        <pc:inkChg chg="add">
          <ac:chgData name="Christopher Aloo" userId="81d139e4-1a74-45bd-a04a-64f94c7d37c9" providerId="ADAL" clId="{E7987F6F-D4EF-420F-86A8-4A23E89472B3}" dt="2025-07-10T17:56:03.472" v="1149" actId="9405"/>
          <ac:inkMkLst>
            <pc:docMk/>
            <pc:sldMk cId="811530729" sldId="313"/>
            <ac:inkMk id="130" creationId="{F7EE82E4-0F43-C4F2-1863-A23FD9688D8F}"/>
          </ac:inkMkLst>
        </pc:inkChg>
        <pc:inkChg chg="add mod">
          <ac:chgData name="Christopher Aloo" userId="81d139e4-1a74-45bd-a04a-64f94c7d37c9" providerId="ADAL" clId="{E7987F6F-D4EF-420F-86A8-4A23E89472B3}" dt="2025-07-10T17:56:17.470" v="1152"/>
          <ac:inkMkLst>
            <pc:docMk/>
            <pc:sldMk cId="811530729" sldId="313"/>
            <ac:inkMk id="132" creationId="{C2C90591-D69C-E99C-C158-6C427EE7741A}"/>
          </ac:inkMkLst>
        </pc:inkChg>
        <pc:inkChg chg="add">
          <ac:chgData name="Christopher Aloo" userId="81d139e4-1a74-45bd-a04a-64f94c7d37c9" providerId="ADAL" clId="{E7987F6F-D4EF-420F-86A8-4A23E89472B3}" dt="2025-07-10T17:56:19.510" v="1153" actId="9405"/>
          <ac:inkMkLst>
            <pc:docMk/>
            <pc:sldMk cId="811530729" sldId="313"/>
            <ac:inkMk id="134" creationId="{7DEADAD0-7A02-4AEB-0439-E60333DDF688}"/>
          </ac:inkMkLst>
        </pc:inkChg>
        <pc:inkChg chg="add mod">
          <ac:chgData name="Christopher Aloo" userId="81d139e4-1a74-45bd-a04a-64f94c7d37c9" providerId="ADAL" clId="{E7987F6F-D4EF-420F-86A8-4A23E89472B3}" dt="2025-07-10T17:56:23.268" v="1160"/>
          <ac:inkMkLst>
            <pc:docMk/>
            <pc:sldMk cId="811530729" sldId="313"/>
            <ac:inkMk id="135" creationId="{89FA1350-699C-017B-BCD8-115BAAD45F34}"/>
          </ac:inkMkLst>
        </pc:inkChg>
        <pc:inkChg chg="add">
          <ac:chgData name="Christopher Aloo" userId="81d139e4-1a74-45bd-a04a-64f94c7d37c9" providerId="ADAL" clId="{E7987F6F-D4EF-420F-86A8-4A23E89472B3}" dt="2025-07-10T17:56:20.114" v="1155" actId="9405"/>
          <ac:inkMkLst>
            <pc:docMk/>
            <pc:sldMk cId="811530729" sldId="313"/>
            <ac:inkMk id="136" creationId="{385C9765-9EA1-5193-5422-22A5E1B33D5F}"/>
          </ac:inkMkLst>
        </pc:inkChg>
        <pc:inkChg chg="add">
          <ac:chgData name="Christopher Aloo" userId="81d139e4-1a74-45bd-a04a-64f94c7d37c9" providerId="ADAL" clId="{E7987F6F-D4EF-420F-86A8-4A23E89472B3}" dt="2025-07-10T17:56:20.378" v="1156" actId="9405"/>
          <ac:inkMkLst>
            <pc:docMk/>
            <pc:sldMk cId="811530729" sldId="313"/>
            <ac:inkMk id="137" creationId="{F0477336-3A65-EE72-41C0-8404910BF168}"/>
          </ac:inkMkLst>
        </pc:inkChg>
        <pc:inkChg chg="add mod">
          <ac:chgData name="Christopher Aloo" userId="81d139e4-1a74-45bd-a04a-64f94c7d37c9" providerId="ADAL" clId="{E7987F6F-D4EF-420F-86A8-4A23E89472B3}" dt="2025-07-10T17:56:23.268" v="1160"/>
          <ac:inkMkLst>
            <pc:docMk/>
            <pc:sldMk cId="811530729" sldId="313"/>
            <ac:inkMk id="138" creationId="{32842416-AE07-200C-DC29-4F40EE267CDA}"/>
          </ac:inkMkLst>
        </pc:inkChg>
        <pc:inkChg chg="add">
          <ac:chgData name="Christopher Aloo" userId="81d139e4-1a74-45bd-a04a-64f94c7d37c9" providerId="ADAL" clId="{E7987F6F-D4EF-420F-86A8-4A23E89472B3}" dt="2025-07-10T17:56:22.301" v="1159" actId="9405"/>
          <ac:inkMkLst>
            <pc:docMk/>
            <pc:sldMk cId="811530729" sldId="313"/>
            <ac:inkMk id="140" creationId="{0D0376C8-6DFD-DE63-9C4A-9AB7CEFAB5FC}"/>
          </ac:inkMkLst>
        </pc:inkChg>
        <pc:inkChg chg="add mod">
          <ac:chgData name="Christopher Aloo" userId="81d139e4-1a74-45bd-a04a-64f94c7d37c9" providerId="ADAL" clId="{E7987F6F-D4EF-420F-86A8-4A23E89472B3}" dt="2025-07-10T17:56:32.703" v="1171"/>
          <ac:inkMkLst>
            <pc:docMk/>
            <pc:sldMk cId="811530729" sldId="313"/>
            <ac:inkMk id="142" creationId="{0D0A50C8-4910-CDF9-68B3-25A628476327}"/>
          </ac:inkMkLst>
        </pc:inkChg>
        <pc:inkChg chg="add mod">
          <ac:chgData name="Christopher Aloo" userId="81d139e4-1a74-45bd-a04a-64f94c7d37c9" providerId="ADAL" clId="{E7987F6F-D4EF-420F-86A8-4A23E89472B3}" dt="2025-07-10T17:56:32.703" v="1171"/>
          <ac:inkMkLst>
            <pc:docMk/>
            <pc:sldMk cId="811530729" sldId="313"/>
            <ac:inkMk id="143" creationId="{BD653F51-8F60-4D92-5A47-D5E9DA0DB93E}"/>
          </ac:inkMkLst>
        </pc:inkChg>
        <pc:inkChg chg="add mod">
          <ac:chgData name="Christopher Aloo" userId="81d139e4-1a74-45bd-a04a-64f94c7d37c9" providerId="ADAL" clId="{E7987F6F-D4EF-420F-86A8-4A23E89472B3}" dt="2025-07-10T17:56:32.703" v="1171"/>
          <ac:inkMkLst>
            <pc:docMk/>
            <pc:sldMk cId="811530729" sldId="313"/>
            <ac:inkMk id="145" creationId="{B5AA3891-949A-0C60-552D-E35A24FF14EF}"/>
          </ac:inkMkLst>
        </pc:inkChg>
        <pc:inkChg chg="add mod">
          <ac:chgData name="Christopher Aloo" userId="81d139e4-1a74-45bd-a04a-64f94c7d37c9" providerId="ADAL" clId="{E7987F6F-D4EF-420F-86A8-4A23E89472B3}" dt="2025-07-10T17:56:32.703" v="1171"/>
          <ac:inkMkLst>
            <pc:docMk/>
            <pc:sldMk cId="811530729" sldId="313"/>
            <ac:inkMk id="146" creationId="{77031B11-F581-38F1-EAA6-F15A81E489F0}"/>
          </ac:inkMkLst>
        </pc:inkChg>
        <pc:inkChg chg="add mod">
          <ac:chgData name="Christopher Aloo" userId="81d139e4-1a74-45bd-a04a-64f94c7d37c9" providerId="ADAL" clId="{E7987F6F-D4EF-420F-86A8-4A23E89472B3}" dt="2025-07-10T17:56:32.703" v="1171"/>
          <ac:inkMkLst>
            <pc:docMk/>
            <pc:sldMk cId="811530729" sldId="313"/>
            <ac:inkMk id="147" creationId="{0BE64872-38D4-9127-47E6-F14485C5BD85}"/>
          </ac:inkMkLst>
        </pc:inkChg>
        <pc:inkChg chg="add mod">
          <ac:chgData name="Christopher Aloo" userId="81d139e4-1a74-45bd-a04a-64f94c7d37c9" providerId="ADAL" clId="{E7987F6F-D4EF-420F-86A8-4A23E89472B3}" dt="2025-07-10T17:56:32.703" v="1171"/>
          <ac:inkMkLst>
            <pc:docMk/>
            <pc:sldMk cId="811530729" sldId="313"/>
            <ac:inkMk id="148" creationId="{39F6EC65-827E-A074-06A7-B0E2EA5B72F5}"/>
          </ac:inkMkLst>
        </pc:inkChg>
        <pc:inkChg chg="add mod">
          <ac:chgData name="Christopher Aloo" userId="81d139e4-1a74-45bd-a04a-64f94c7d37c9" providerId="ADAL" clId="{E7987F6F-D4EF-420F-86A8-4A23E89472B3}" dt="2025-07-10T17:56:32.703" v="1171"/>
          <ac:inkMkLst>
            <pc:docMk/>
            <pc:sldMk cId="811530729" sldId="313"/>
            <ac:inkMk id="150" creationId="{01BE3111-AB30-EE58-4A9E-C168DF12029C}"/>
          </ac:inkMkLst>
        </pc:inkChg>
        <pc:inkChg chg="add mod">
          <ac:chgData name="Christopher Aloo" userId="81d139e4-1a74-45bd-a04a-64f94c7d37c9" providerId="ADAL" clId="{E7987F6F-D4EF-420F-86A8-4A23E89472B3}" dt="2025-07-10T17:57:22.969" v="1183"/>
          <ac:inkMkLst>
            <pc:docMk/>
            <pc:sldMk cId="811530729" sldId="313"/>
            <ac:inkMk id="151" creationId="{B3B7DA9E-CE8C-C83C-77B1-AE357EC03B0F}"/>
          </ac:inkMkLst>
        </pc:inkChg>
        <pc:inkChg chg="add">
          <ac:chgData name="Christopher Aloo" userId="81d139e4-1a74-45bd-a04a-64f94c7d37c9" providerId="ADAL" clId="{E7987F6F-D4EF-420F-86A8-4A23E89472B3}" dt="2025-07-10T17:56:59.188" v="1172" actId="9405"/>
          <ac:inkMkLst>
            <pc:docMk/>
            <pc:sldMk cId="811530729" sldId="313"/>
            <ac:inkMk id="153" creationId="{2D6C96BC-1B95-E722-5E01-4693A478A8B4}"/>
          </ac:inkMkLst>
        </pc:inkChg>
        <pc:inkChg chg="add">
          <ac:chgData name="Christopher Aloo" userId="81d139e4-1a74-45bd-a04a-64f94c7d37c9" providerId="ADAL" clId="{E7987F6F-D4EF-420F-86A8-4A23E89472B3}" dt="2025-07-10T17:56:59.969" v="1173" actId="9405"/>
          <ac:inkMkLst>
            <pc:docMk/>
            <pc:sldMk cId="811530729" sldId="313"/>
            <ac:inkMk id="154" creationId="{3DC689F4-37B1-85D6-4AE8-EF3AA5E9D37F}"/>
          </ac:inkMkLst>
        </pc:inkChg>
        <pc:inkChg chg="add">
          <ac:chgData name="Christopher Aloo" userId="81d139e4-1a74-45bd-a04a-64f94c7d37c9" providerId="ADAL" clId="{E7987F6F-D4EF-420F-86A8-4A23E89472B3}" dt="2025-07-10T17:57:04.377" v="1175" actId="9405"/>
          <ac:inkMkLst>
            <pc:docMk/>
            <pc:sldMk cId="811530729" sldId="313"/>
            <ac:inkMk id="156" creationId="{54FE30C8-F41E-90D6-4DFE-0C30087F04E2}"/>
          </ac:inkMkLst>
        </pc:inkChg>
        <pc:inkChg chg="add">
          <ac:chgData name="Christopher Aloo" userId="81d139e4-1a74-45bd-a04a-64f94c7d37c9" providerId="ADAL" clId="{E7987F6F-D4EF-420F-86A8-4A23E89472B3}" dt="2025-07-10T17:57:07.519" v="1177" actId="9405"/>
          <ac:inkMkLst>
            <pc:docMk/>
            <pc:sldMk cId="811530729" sldId="313"/>
            <ac:inkMk id="158" creationId="{034AE09E-420B-2DBE-3BA4-7AB23511EBE6}"/>
          </ac:inkMkLst>
        </pc:inkChg>
        <pc:inkChg chg="add">
          <ac:chgData name="Christopher Aloo" userId="81d139e4-1a74-45bd-a04a-64f94c7d37c9" providerId="ADAL" clId="{E7987F6F-D4EF-420F-86A8-4A23E89472B3}" dt="2025-07-10T17:57:08.326" v="1178" actId="9405"/>
          <ac:inkMkLst>
            <pc:docMk/>
            <pc:sldMk cId="811530729" sldId="313"/>
            <ac:inkMk id="159" creationId="{A0D6170C-526A-F0E1-736C-F57A8DED7D47}"/>
          </ac:inkMkLst>
        </pc:inkChg>
        <pc:inkChg chg="add">
          <ac:chgData name="Christopher Aloo" userId="81d139e4-1a74-45bd-a04a-64f94c7d37c9" providerId="ADAL" clId="{E7987F6F-D4EF-420F-86A8-4A23E89472B3}" dt="2025-07-10T17:57:10.738" v="1180" actId="9405"/>
          <ac:inkMkLst>
            <pc:docMk/>
            <pc:sldMk cId="811530729" sldId="313"/>
            <ac:inkMk id="161" creationId="{2B5DFB70-5B18-F027-12C6-AC4E2986D0CE}"/>
          </ac:inkMkLst>
        </pc:inkChg>
        <pc:inkChg chg="add">
          <ac:chgData name="Christopher Aloo" userId="81d139e4-1a74-45bd-a04a-64f94c7d37c9" providerId="ADAL" clId="{E7987F6F-D4EF-420F-86A8-4A23E89472B3}" dt="2025-07-10T17:57:22.417" v="1182" actId="9405"/>
          <ac:inkMkLst>
            <pc:docMk/>
            <pc:sldMk cId="811530729" sldId="313"/>
            <ac:inkMk id="163" creationId="{434E4972-8454-D7D0-89C0-CE57534E3564}"/>
          </ac:inkMkLst>
        </pc:inkChg>
      </pc:sldChg>
      <pc:sldChg chg="addSp delSp modSp new del mod">
        <pc:chgData name="Christopher Aloo" userId="81d139e4-1a74-45bd-a04a-64f94c7d37c9" providerId="ADAL" clId="{E7987F6F-D4EF-420F-86A8-4A23E89472B3}" dt="2025-07-10T18:16:51.702" v="1350" actId="47"/>
        <pc:sldMkLst>
          <pc:docMk/>
          <pc:sldMk cId="1478756609" sldId="314"/>
        </pc:sldMkLst>
        <pc:grpChg chg="del mod">
          <ac:chgData name="Christopher Aloo" userId="81d139e4-1a74-45bd-a04a-64f94c7d37c9" providerId="ADAL" clId="{E7987F6F-D4EF-420F-86A8-4A23E89472B3}" dt="2025-07-10T17:57:34.120" v="1189"/>
          <ac:grpSpMkLst>
            <pc:docMk/>
            <pc:sldMk cId="1478756609" sldId="314"/>
            <ac:grpSpMk id="4" creationId="{EE9E0567-21D5-3D8F-8E7A-7C47B850712F}"/>
          </ac:grpSpMkLst>
        </pc:grpChg>
        <pc:grpChg chg="mod">
          <ac:chgData name="Christopher Aloo" userId="81d139e4-1a74-45bd-a04a-64f94c7d37c9" providerId="ADAL" clId="{E7987F6F-D4EF-420F-86A8-4A23E89472B3}" dt="2025-07-10T17:57:34.120" v="1189"/>
          <ac:grpSpMkLst>
            <pc:docMk/>
            <pc:sldMk cId="1478756609" sldId="314"/>
            <ac:grpSpMk id="6" creationId="{773C8EA2-7D40-0CEE-7106-C13F3DD64B80}"/>
          </ac:grpSpMkLst>
        </pc:grpChg>
        <pc:grpChg chg="del mod">
          <ac:chgData name="Christopher Aloo" userId="81d139e4-1a74-45bd-a04a-64f94c7d37c9" providerId="ADAL" clId="{E7987F6F-D4EF-420F-86A8-4A23E89472B3}" dt="2025-07-10T17:57:39.445" v="1195"/>
          <ac:grpSpMkLst>
            <pc:docMk/>
            <pc:sldMk cId="1478756609" sldId="314"/>
            <ac:grpSpMk id="9" creationId="{B03E7977-142C-24D3-0FA5-2DBF09BEA787}"/>
          </ac:grpSpMkLst>
        </pc:grpChg>
        <pc:grpChg chg="del mod">
          <ac:chgData name="Christopher Aloo" userId="81d139e4-1a74-45bd-a04a-64f94c7d37c9" providerId="ADAL" clId="{E7987F6F-D4EF-420F-86A8-4A23E89472B3}" dt="2025-07-10T17:57:45.379" v="1198"/>
          <ac:grpSpMkLst>
            <pc:docMk/>
            <pc:sldMk cId="1478756609" sldId="314"/>
            <ac:grpSpMk id="12" creationId="{A7BD307F-B6C3-9B10-12A2-D365A2828D0F}"/>
          </ac:grpSpMkLst>
        </pc:grpChg>
        <pc:grpChg chg="del mod">
          <ac:chgData name="Christopher Aloo" userId="81d139e4-1a74-45bd-a04a-64f94c7d37c9" providerId="ADAL" clId="{E7987F6F-D4EF-420F-86A8-4A23E89472B3}" dt="2025-07-10T17:57:47.451" v="1200"/>
          <ac:grpSpMkLst>
            <pc:docMk/>
            <pc:sldMk cId="1478756609" sldId="314"/>
            <ac:grpSpMk id="15" creationId="{E32308E2-BE3C-CB44-0DBA-470272DF0939}"/>
          </ac:grpSpMkLst>
        </pc:grpChg>
        <pc:grpChg chg="del mod">
          <ac:chgData name="Christopher Aloo" userId="81d139e4-1a74-45bd-a04a-64f94c7d37c9" providerId="ADAL" clId="{E7987F6F-D4EF-420F-86A8-4A23E89472B3}" dt="2025-07-10T17:57:48.465" v="1202"/>
          <ac:grpSpMkLst>
            <pc:docMk/>
            <pc:sldMk cId="1478756609" sldId="314"/>
            <ac:grpSpMk id="17" creationId="{45836F37-9852-2ACF-4279-19AFDD439D9D}"/>
          </ac:grpSpMkLst>
        </pc:grpChg>
        <pc:grpChg chg="del mod">
          <ac:chgData name="Christopher Aloo" userId="81d139e4-1a74-45bd-a04a-64f94c7d37c9" providerId="ADAL" clId="{E7987F6F-D4EF-420F-86A8-4A23E89472B3}" dt="2025-07-10T17:57:51.198" v="1204"/>
          <ac:grpSpMkLst>
            <pc:docMk/>
            <pc:sldMk cId="1478756609" sldId="314"/>
            <ac:grpSpMk id="19" creationId="{88D192A9-0CF2-9D22-0052-7362B1FEE180}"/>
          </ac:grpSpMkLst>
        </pc:grpChg>
        <pc:grpChg chg="del mod">
          <ac:chgData name="Christopher Aloo" userId="81d139e4-1a74-45bd-a04a-64f94c7d37c9" providerId="ADAL" clId="{E7987F6F-D4EF-420F-86A8-4A23E89472B3}" dt="2025-07-10T17:57:52.034" v="1206"/>
          <ac:grpSpMkLst>
            <pc:docMk/>
            <pc:sldMk cId="1478756609" sldId="314"/>
            <ac:grpSpMk id="21" creationId="{FAD164F9-4451-A0F0-AEA0-DFB3040FDBB9}"/>
          </ac:grpSpMkLst>
        </pc:grpChg>
        <pc:grpChg chg="del mod">
          <ac:chgData name="Christopher Aloo" userId="81d139e4-1a74-45bd-a04a-64f94c7d37c9" providerId="ADAL" clId="{E7987F6F-D4EF-420F-86A8-4A23E89472B3}" dt="2025-07-10T17:57:58.639" v="1218"/>
          <ac:grpSpMkLst>
            <pc:docMk/>
            <pc:sldMk cId="1478756609" sldId="314"/>
            <ac:grpSpMk id="23" creationId="{A9DFAD19-09CB-0AE8-C3EB-A0CC593C84E7}"/>
          </ac:grpSpMkLst>
        </pc:grpChg>
        <pc:grpChg chg="del mod">
          <ac:chgData name="Christopher Aloo" userId="81d139e4-1a74-45bd-a04a-64f94c7d37c9" providerId="ADAL" clId="{E7987F6F-D4EF-420F-86A8-4A23E89472B3}" dt="2025-07-10T17:58:01.170" v="1220"/>
          <ac:grpSpMkLst>
            <pc:docMk/>
            <pc:sldMk cId="1478756609" sldId="314"/>
            <ac:grpSpMk id="35" creationId="{56200337-CF4C-7D69-2534-0E9810750096}"/>
          </ac:grpSpMkLst>
        </pc:grpChg>
        <pc:grpChg chg="mod">
          <ac:chgData name="Christopher Aloo" userId="81d139e4-1a74-45bd-a04a-64f94c7d37c9" providerId="ADAL" clId="{E7987F6F-D4EF-420F-86A8-4A23E89472B3}" dt="2025-07-10T17:58:01.170" v="1220"/>
          <ac:grpSpMkLst>
            <pc:docMk/>
            <pc:sldMk cId="1478756609" sldId="314"/>
            <ac:grpSpMk id="37" creationId="{09700007-522B-B110-7E25-F49B9FF0A14A}"/>
          </ac:grpSpMkLst>
        </pc:grpChg>
        <pc:inkChg chg="add mod">
          <ac:chgData name="Christopher Aloo" userId="81d139e4-1a74-45bd-a04a-64f94c7d37c9" providerId="ADAL" clId="{E7987F6F-D4EF-420F-86A8-4A23E89472B3}" dt="2025-07-10T17:57:34.120" v="1189"/>
          <ac:inkMkLst>
            <pc:docMk/>
            <pc:sldMk cId="1478756609" sldId="314"/>
            <ac:inkMk id="2" creationId="{AE7AAF54-42E9-93F7-043C-D7D17D9DF413}"/>
          </ac:inkMkLst>
        </pc:inkChg>
        <pc:inkChg chg="add mod">
          <ac:chgData name="Christopher Aloo" userId="81d139e4-1a74-45bd-a04a-64f94c7d37c9" providerId="ADAL" clId="{E7987F6F-D4EF-420F-86A8-4A23E89472B3}" dt="2025-07-10T17:57:34.120" v="1189"/>
          <ac:inkMkLst>
            <pc:docMk/>
            <pc:sldMk cId="1478756609" sldId="314"/>
            <ac:inkMk id="3" creationId="{B429DE1B-081D-D40C-11D6-676FF084D64C}"/>
          </ac:inkMkLst>
        </pc:inkChg>
        <pc:inkChg chg="add mod">
          <ac:chgData name="Christopher Aloo" userId="81d139e4-1a74-45bd-a04a-64f94c7d37c9" providerId="ADAL" clId="{E7987F6F-D4EF-420F-86A8-4A23E89472B3}" dt="2025-07-10T17:57:34.120" v="1189"/>
          <ac:inkMkLst>
            <pc:docMk/>
            <pc:sldMk cId="1478756609" sldId="314"/>
            <ac:inkMk id="5" creationId="{BC0AA551-FEDE-8924-929C-744C91B20B3A}"/>
          </ac:inkMkLst>
        </pc:inkChg>
        <pc:inkChg chg="add mod">
          <ac:chgData name="Christopher Aloo" userId="81d139e4-1a74-45bd-a04a-64f94c7d37c9" providerId="ADAL" clId="{E7987F6F-D4EF-420F-86A8-4A23E89472B3}" dt="2025-07-10T17:57:52.034" v="1206"/>
          <ac:inkMkLst>
            <pc:docMk/>
            <pc:sldMk cId="1478756609" sldId="314"/>
            <ac:inkMk id="7" creationId="{9A3033B4-0A69-6835-4F62-010FBDEEE6B7}"/>
          </ac:inkMkLst>
        </pc:inkChg>
        <pc:inkChg chg="add mod">
          <ac:chgData name="Christopher Aloo" userId="81d139e4-1a74-45bd-a04a-64f94c7d37c9" providerId="ADAL" clId="{E7987F6F-D4EF-420F-86A8-4A23E89472B3}" dt="2025-07-10T17:58:01.170" v="1220"/>
          <ac:inkMkLst>
            <pc:docMk/>
            <pc:sldMk cId="1478756609" sldId="314"/>
            <ac:inkMk id="8" creationId="{0CC3E8D9-84EC-F38A-7B2A-68577BA7DD9E}"/>
          </ac:inkMkLst>
        </pc:inkChg>
        <pc:inkChg chg="add mod">
          <ac:chgData name="Christopher Aloo" userId="81d139e4-1a74-45bd-a04a-64f94c7d37c9" providerId="ADAL" clId="{E7987F6F-D4EF-420F-86A8-4A23E89472B3}" dt="2025-07-10T17:57:52.034" v="1206"/>
          <ac:inkMkLst>
            <pc:docMk/>
            <pc:sldMk cId="1478756609" sldId="314"/>
            <ac:inkMk id="10" creationId="{E3EF17E2-C421-E36B-312F-4B9A9BD580A6}"/>
          </ac:inkMkLst>
        </pc:inkChg>
        <pc:inkChg chg="add mod">
          <ac:chgData name="Christopher Aloo" userId="81d139e4-1a74-45bd-a04a-64f94c7d37c9" providerId="ADAL" clId="{E7987F6F-D4EF-420F-86A8-4A23E89472B3}" dt="2025-07-10T17:58:01.170" v="1220"/>
          <ac:inkMkLst>
            <pc:docMk/>
            <pc:sldMk cId="1478756609" sldId="314"/>
            <ac:inkMk id="11" creationId="{85E93DB4-16D5-E494-935C-1CE24736D081}"/>
          </ac:inkMkLst>
        </pc:inkChg>
        <pc:inkChg chg="add mod">
          <ac:chgData name="Christopher Aloo" userId="81d139e4-1a74-45bd-a04a-64f94c7d37c9" providerId="ADAL" clId="{E7987F6F-D4EF-420F-86A8-4A23E89472B3}" dt="2025-07-10T17:57:52.034" v="1206"/>
          <ac:inkMkLst>
            <pc:docMk/>
            <pc:sldMk cId="1478756609" sldId="314"/>
            <ac:inkMk id="13" creationId="{68D993DE-236A-AE7D-C5C6-A091681002FE}"/>
          </ac:inkMkLst>
        </pc:inkChg>
        <pc:inkChg chg="add mod">
          <ac:chgData name="Christopher Aloo" userId="81d139e4-1a74-45bd-a04a-64f94c7d37c9" providerId="ADAL" clId="{E7987F6F-D4EF-420F-86A8-4A23E89472B3}" dt="2025-07-10T17:57:52.034" v="1206"/>
          <ac:inkMkLst>
            <pc:docMk/>
            <pc:sldMk cId="1478756609" sldId="314"/>
            <ac:inkMk id="14" creationId="{228B27F7-C691-E3B8-277F-0F22413C41B3}"/>
          </ac:inkMkLst>
        </pc:inkChg>
        <pc:inkChg chg="add mod">
          <ac:chgData name="Christopher Aloo" userId="81d139e4-1a74-45bd-a04a-64f94c7d37c9" providerId="ADAL" clId="{E7987F6F-D4EF-420F-86A8-4A23E89472B3}" dt="2025-07-10T17:58:01.170" v="1220"/>
          <ac:inkMkLst>
            <pc:docMk/>
            <pc:sldMk cId="1478756609" sldId="314"/>
            <ac:inkMk id="16" creationId="{75AE6406-4FBE-98F5-5343-51EE1031BB8B}"/>
          </ac:inkMkLst>
        </pc:inkChg>
        <pc:inkChg chg="add mod">
          <ac:chgData name="Christopher Aloo" userId="81d139e4-1a74-45bd-a04a-64f94c7d37c9" providerId="ADAL" clId="{E7987F6F-D4EF-420F-86A8-4A23E89472B3}" dt="2025-07-10T17:57:51.198" v="1204"/>
          <ac:inkMkLst>
            <pc:docMk/>
            <pc:sldMk cId="1478756609" sldId="314"/>
            <ac:inkMk id="18" creationId="{39107981-AF36-7F27-7954-FEB798DFC4FF}"/>
          </ac:inkMkLst>
        </pc:inkChg>
        <pc:inkChg chg="add mod">
          <ac:chgData name="Christopher Aloo" userId="81d139e4-1a74-45bd-a04a-64f94c7d37c9" providerId="ADAL" clId="{E7987F6F-D4EF-420F-86A8-4A23E89472B3}" dt="2025-07-10T17:57:52.034" v="1206"/>
          <ac:inkMkLst>
            <pc:docMk/>
            <pc:sldMk cId="1478756609" sldId="314"/>
            <ac:inkMk id="20" creationId="{650F01AD-2828-E0FE-4D0D-F013F6ED0EEA}"/>
          </ac:inkMkLst>
        </pc:inkChg>
        <pc:inkChg chg="add mod">
          <ac:chgData name="Christopher Aloo" userId="81d139e4-1a74-45bd-a04a-64f94c7d37c9" providerId="ADAL" clId="{E7987F6F-D4EF-420F-86A8-4A23E89472B3}" dt="2025-07-10T17:57:52.034" v="1206"/>
          <ac:inkMkLst>
            <pc:docMk/>
            <pc:sldMk cId="1478756609" sldId="314"/>
            <ac:inkMk id="22" creationId="{869B96A2-A63F-A9B8-45C6-6EA00A2A0AC9}"/>
          </ac:inkMkLst>
        </pc:inkChg>
        <pc:inkChg chg="add">
          <ac:chgData name="Christopher Aloo" userId="81d139e4-1a74-45bd-a04a-64f94c7d37c9" providerId="ADAL" clId="{E7987F6F-D4EF-420F-86A8-4A23E89472B3}" dt="2025-07-10T17:57:52.700" v="1207" actId="9405"/>
          <ac:inkMkLst>
            <pc:docMk/>
            <pc:sldMk cId="1478756609" sldId="314"/>
            <ac:inkMk id="24" creationId="{7617B52E-E5B2-1570-A5A2-51A50A9EBF2A}"/>
          </ac:inkMkLst>
        </pc:inkChg>
        <pc:inkChg chg="add">
          <ac:chgData name="Christopher Aloo" userId="81d139e4-1a74-45bd-a04a-64f94c7d37c9" providerId="ADAL" clId="{E7987F6F-D4EF-420F-86A8-4A23E89472B3}" dt="2025-07-10T17:57:53.918" v="1208" actId="9405"/>
          <ac:inkMkLst>
            <pc:docMk/>
            <pc:sldMk cId="1478756609" sldId="314"/>
            <ac:inkMk id="25" creationId="{B48B62CC-3C42-DA28-1CE4-8D9B75BE99B1}"/>
          </ac:inkMkLst>
        </pc:inkChg>
        <pc:inkChg chg="add">
          <ac:chgData name="Christopher Aloo" userId="81d139e4-1a74-45bd-a04a-64f94c7d37c9" providerId="ADAL" clId="{E7987F6F-D4EF-420F-86A8-4A23E89472B3}" dt="2025-07-10T17:57:54.240" v="1209" actId="9405"/>
          <ac:inkMkLst>
            <pc:docMk/>
            <pc:sldMk cId="1478756609" sldId="314"/>
            <ac:inkMk id="26" creationId="{F86537A0-6CED-20B3-47D1-EB99B8B0491B}"/>
          </ac:inkMkLst>
        </pc:inkChg>
        <pc:inkChg chg="add">
          <ac:chgData name="Christopher Aloo" userId="81d139e4-1a74-45bd-a04a-64f94c7d37c9" providerId="ADAL" clId="{E7987F6F-D4EF-420F-86A8-4A23E89472B3}" dt="2025-07-10T17:57:54.722" v="1210" actId="9405"/>
          <ac:inkMkLst>
            <pc:docMk/>
            <pc:sldMk cId="1478756609" sldId="314"/>
            <ac:inkMk id="27" creationId="{48435153-3043-273C-1EBD-93DEBA4135A3}"/>
          </ac:inkMkLst>
        </pc:inkChg>
        <pc:inkChg chg="add">
          <ac:chgData name="Christopher Aloo" userId="81d139e4-1a74-45bd-a04a-64f94c7d37c9" providerId="ADAL" clId="{E7987F6F-D4EF-420F-86A8-4A23E89472B3}" dt="2025-07-10T17:57:55.313" v="1211" actId="9405"/>
          <ac:inkMkLst>
            <pc:docMk/>
            <pc:sldMk cId="1478756609" sldId="314"/>
            <ac:inkMk id="28" creationId="{0B70032C-6622-47D2-D5CC-4250103DF6DA}"/>
          </ac:inkMkLst>
        </pc:inkChg>
        <pc:inkChg chg="add">
          <ac:chgData name="Christopher Aloo" userId="81d139e4-1a74-45bd-a04a-64f94c7d37c9" providerId="ADAL" clId="{E7987F6F-D4EF-420F-86A8-4A23E89472B3}" dt="2025-07-10T17:57:55.797" v="1212" actId="9405"/>
          <ac:inkMkLst>
            <pc:docMk/>
            <pc:sldMk cId="1478756609" sldId="314"/>
            <ac:inkMk id="29" creationId="{AFEFCC6B-9588-F5E5-EEE6-951A85A10B32}"/>
          </ac:inkMkLst>
        </pc:inkChg>
        <pc:inkChg chg="add mod">
          <ac:chgData name="Christopher Aloo" userId="81d139e4-1a74-45bd-a04a-64f94c7d37c9" providerId="ADAL" clId="{E7987F6F-D4EF-420F-86A8-4A23E89472B3}" dt="2025-07-10T17:58:01.170" v="1220"/>
          <ac:inkMkLst>
            <pc:docMk/>
            <pc:sldMk cId="1478756609" sldId="314"/>
            <ac:inkMk id="30" creationId="{D5469CD8-8A03-B29F-475B-61829A3272D7}"/>
          </ac:inkMkLst>
        </pc:inkChg>
        <pc:inkChg chg="add mod">
          <ac:chgData name="Christopher Aloo" userId="81d139e4-1a74-45bd-a04a-64f94c7d37c9" providerId="ADAL" clId="{E7987F6F-D4EF-420F-86A8-4A23E89472B3}" dt="2025-07-10T17:58:01.170" v="1220"/>
          <ac:inkMkLst>
            <pc:docMk/>
            <pc:sldMk cId="1478756609" sldId="314"/>
            <ac:inkMk id="31" creationId="{1AF3882A-DC2B-0D50-053F-6F46E664FDDB}"/>
          </ac:inkMkLst>
        </pc:inkChg>
        <pc:inkChg chg="add mod">
          <ac:chgData name="Christopher Aloo" userId="81d139e4-1a74-45bd-a04a-64f94c7d37c9" providerId="ADAL" clId="{E7987F6F-D4EF-420F-86A8-4A23E89472B3}" dt="2025-07-10T17:58:01.170" v="1220"/>
          <ac:inkMkLst>
            <pc:docMk/>
            <pc:sldMk cId="1478756609" sldId="314"/>
            <ac:inkMk id="32" creationId="{805B1D23-03AC-420C-434C-6C4956798CDF}"/>
          </ac:inkMkLst>
        </pc:inkChg>
        <pc:inkChg chg="add mod">
          <ac:chgData name="Christopher Aloo" userId="81d139e4-1a74-45bd-a04a-64f94c7d37c9" providerId="ADAL" clId="{E7987F6F-D4EF-420F-86A8-4A23E89472B3}" dt="2025-07-10T17:58:01.170" v="1220"/>
          <ac:inkMkLst>
            <pc:docMk/>
            <pc:sldMk cId="1478756609" sldId="314"/>
            <ac:inkMk id="33" creationId="{D582F764-FE4F-CEC5-9415-9D086711BF94}"/>
          </ac:inkMkLst>
        </pc:inkChg>
        <pc:inkChg chg="add mod">
          <ac:chgData name="Christopher Aloo" userId="81d139e4-1a74-45bd-a04a-64f94c7d37c9" providerId="ADAL" clId="{E7987F6F-D4EF-420F-86A8-4A23E89472B3}" dt="2025-07-10T17:58:01.170" v="1220"/>
          <ac:inkMkLst>
            <pc:docMk/>
            <pc:sldMk cId="1478756609" sldId="314"/>
            <ac:inkMk id="34" creationId="{2B56A06A-B800-2F56-BEBC-109F2CC54760}"/>
          </ac:inkMkLst>
        </pc:inkChg>
        <pc:inkChg chg="add">
          <ac:chgData name="Christopher Aloo" userId="81d139e4-1a74-45bd-a04a-64f94c7d37c9" providerId="ADAL" clId="{E7987F6F-D4EF-420F-86A8-4A23E89472B3}" dt="2025-07-10T17:58:00.218" v="1219" actId="9405"/>
          <ac:inkMkLst>
            <pc:docMk/>
            <pc:sldMk cId="1478756609" sldId="314"/>
            <ac:inkMk id="36" creationId="{3B133236-3AD6-4D85-6372-285F1953ED43}"/>
          </ac:inkMkLst>
        </pc:inkChg>
      </pc:sldChg>
      <pc:sldChg chg="addSp delSp modSp new mod">
        <pc:chgData name="Christopher Aloo" userId="81d139e4-1a74-45bd-a04a-64f94c7d37c9" providerId="ADAL" clId="{E7987F6F-D4EF-420F-86A8-4A23E89472B3}" dt="2025-07-10T18:00:08.372" v="1301"/>
        <pc:sldMkLst>
          <pc:docMk/>
          <pc:sldMk cId="3330064731" sldId="315"/>
        </pc:sldMkLst>
        <pc:grpChg chg="del mod">
          <ac:chgData name="Christopher Aloo" userId="81d139e4-1a74-45bd-a04a-64f94c7d37c9" providerId="ADAL" clId="{E7987F6F-D4EF-420F-86A8-4A23E89472B3}" dt="2025-07-10T17:58:46.092" v="1226"/>
          <ac:grpSpMkLst>
            <pc:docMk/>
            <pc:sldMk cId="3330064731" sldId="315"/>
            <ac:grpSpMk id="4" creationId="{73D10350-8E55-5766-C909-5C9915B0BBBC}"/>
          </ac:grpSpMkLst>
        </pc:grpChg>
        <pc:grpChg chg="del mod">
          <ac:chgData name="Christopher Aloo" userId="81d139e4-1a74-45bd-a04a-64f94c7d37c9" providerId="ADAL" clId="{E7987F6F-D4EF-420F-86A8-4A23E89472B3}" dt="2025-07-10T17:58:47.061" v="1228"/>
          <ac:grpSpMkLst>
            <pc:docMk/>
            <pc:sldMk cId="3330064731" sldId="315"/>
            <ac:grpSpMk id="6" creationId="{13CC5E6E-1908-1B39-8625-918AACF25EBE}"/>
          </ac:grpSpMkLst>
        </pc:grpChg>
        <pc:grpChg chg="del mod">
          <ac:chgData name="Christopher Aloo" userId="81d139e4-1a74-45bd-a04a-64f94c7d37c9" providerId="ADAL" clId="{E7987F6F-D4EF-420F-86A8-4A23E89472B3}" dt="2025-07-10T17:58:53.453" v="1236"/>
          <ac:grpSpMkLst>
            <pc:docMk/>
            <pc:sldMk cId="3330064731" sldId="315"/>
            <ac:grpSpMk id="8" creationId="{D097A3D1-C55B-0020-152D-1EADCF55FE38}"/>
          </ac:grpSpMkLst>
        </pc:grpChg>
        <pc:grpChg chg="del mod">
          <ac:chgData name="Christopher Aloo" userId="81d139e4-1a74-45bd-a04a-64f94c7d37c9" providerId="ADAL" clId="{E7987F6F-D4EF-420F-86A8-4A23E89472B3}" dt="2025-07-10T17:58:53.453" v="1236"/>
          <ac:grpSpMkLst>
            <pc:docMk/>
            <pc:sldMk cId="3330064731" sldId="315"/>
            <ac:grpSpMk id="12" creationId="{62C08079-C8DA-81AD-B036-06F28CCEDCC9}"/>
          </ac:grpSpMkLst>
        </pc:grpChg>
        <pc:grpChg chg="del mod">
          <ac:chgData name="Christopher Aloo" userId="81d139e4-1a74-45bd-a04a-64f94c7d37c9" providerId="ADAL" clId="{E7987F6F-D4EF-420F-86A8-4A23E89472B3}" dt="2025-07-10T17:58:57.144" v="1240"/>
          <ac:grpSpMkLst>
            <pc:docMk/>
            <pc:sldMk cId="3330064731" sldId="315"/>
            <ac:grpSpMk id="16" creationId="{C4ED4D6B-72E2-497F-EB8C-54EBFA4AD6DD}"/>
          </ac:grpSpMkLst>
        </pc:grpChg>
        <pc:grpChg chg="del mod">
          <ac:chgData name="Christopher Aloo" userId="81d139e4-1a74-45bd-a04a-64f94c7d37c9" providerId="ADAL" clId="{E7987F6F-D4EF-420F-86A8-4A23E89472B3}" dt="2025-07-10T17:59:13.254" v="1253"/>
          <ac:grpSpMkLst>
            <pc:docMk/>
            <pc:sldMk cId="3330064731" sldId="315"/>
            <ac:grpSpMk id="20" creationId="{4FFEB8D7-8DE5-D6AA-C4C8-43D5261B0BC1}"/>
          </ac:grpSpMkLst>
        </pc:grpChg>
        <pc:grpChg chg="del mod">
          <ac:chgData name="Christopher Aloo" userId="81d139e4-1a74-45bd-a04a-64f94c7d37c9" providerId="ADAL" clId="{E7987F6F-D4EF-420F-86A8-4A23E89472B3}" dt="2025-07-10T17:59:13.254" v="1253"/>
          <ac:grpSpMkLst>
            <pc:docMk/>
            <pc:sldMk cId="3330064731" sldId="315"/>
            <ac:grpSpMk id="30" creationId="{C54D3B9E-AF27-CE0A-C73A-BA5F28C9977C}"/>
          </ac:grpSpMkLst>
        </pc:grpChg>
        <pc:grpChg chg="del mod">
          <ac:chgData name="Christopher Aloo" userId="81d139e4-1a74-45bd-a04a-64f94c7d37c9" providerId="ADAL" clId="{E7987F6F-D4EF-420F-86A8-4A23E89472B3}" dt="2025-07-10T17:59:14.696" v="1255"/>
          <ac:grpSpMkLst>
            <pc:docMk/>
            <pc:sldMk cId="3330064731" sldId="315"/>
            <ac:grpSpMk id="33" creationId="{CBB41E08-6BA5-29F6-8B0E-3F775503AF5F}"/>
          </ac:grpSpMkLst>
        </pc:grpChg>
        <pc:grpChg chg="del mod">
          <ac:chgData name="Christopher Aloo" userId="81d139e4-1a74-45bd-a04a-64f94c7d37c9" providerId="ADAL" clId="{E7987F6F-D4EF-420F-86A8-4A23E89472B3}" dt="2025-07-10T17:59:27.624" v="1264"/>
          <ac:grpSpMkLst>
            <pc:docMk/>
            <pc:sldMk cId="3330064731" sldId="315"/>
            <ac:grpSpMk id="35" creationId="{E98F3387-0E23-F92C-60DA-9DFD78F4646F}"/>
          </ac:grpSpMkLst>
        </pc:grpChg>
        <pc:grpChg chg="del mod">
          <ac:chgData name="Christopher Aloo" userId="81d139e4-1a74-45bd-a04a-64f94c7d37c9" providerId="ADAL" clId="{E7987F6F-D4EF-420F-86A8-4A23E89472B3}" dt="2025-07-10T17:59:30.762" v="1267"/>
          <ac:grpSpMkLst>
            <pc:docMk/>
            <pc:sldMk cId="3330064731" sldId="315"/>
            <ac:grpSpMk id="44" creationId="{07348412-8179-2F3A-844C-1BC18F0BF2A0}"/>
          </ac:grpSpMkLst>
        </pc:grpChg>
        <pc:grpChg chg="del mod">
          <ac:chgData name="Christopher Aloo" userId="81d139e4-1a74-45bd-a04a-64f94c7d37c9" providerId="ADAL" clId="{E7987F6F-D4EF-420F-86A8-4A23E89472B3}" dt="2025-07-10T17:59:33.605" v="1270"/>
          <ac:grpSpMkLst>
            <pc:docMk/>
            <pc:sldMk cId="3330064731" sldId="315"/>
            <ac:grpSpMk id="47" creationId="{017DEF7F-31C9-FC9C-B1A4-1F4660B1BC4F}"/>
          </ac:grpSpMkLst>
        </pc:grpChg>
        <pc:grpChg chg="del mod">
          <ac:chgData name="Christopher Aloo" userId="81d139e4-1a74-45bd-a04a-64f94c7d37c9" providerId="ADAL" clId="{E7987F6F-D4EF-420F-86A8-4A23E89472B3}" dt="2025-07-10T17:59:35.104" v="1272"/>
          <ac:grpSpMkLst>
            <pc:docMk/>
            <pc:sldMk cId="3330064731" sldId="315"/>
            <ac:grpSpMk id="50" creationId="{897B9911-2916-4C18-731E-EB2EF40229A8}"/>
          </ac:grpSpMkLst>
        </pc:grpChg>
        <pc:grpChg chg="del mod">
          <ac:chgData name="Christopher Aloo" userId="81d139e4-1a74-45bd-a04a-64f94c7d37c9" providerId="ADAL" clId="{E7987F6F-D4EF-420F-86A8-4A23E89472B3}" dt="2025-07-10T17:59:44.456" v="1275"/>
          <ac:grpSpMkLst>
            <pc:docMk/>
            <pc:sldMk cId="3330064731" sldId="315"/>
            <ac:grpSpMk id="52" creationId="{76BEA1BA-D6CB-625A-FE0F-0D528CCD1956}"/>
          </ac:grpSpMkLst>
        </pc:grpChg>
        <pc:grpChg chg="del mod">
          <ac:chgData name="Christopher Aloo" userId="81d139e4-1a74-45bd-a04a-64f94c7d37c9" providerId="ADAL" clId="{E7987F6F-D4EF-420F-86A8-4A23E89472B3}" dt="2025-07-10T17:59:50.406" v="1283"/>
          <ac:grpSpMkLst>
            <pc:docMk/>
            <pc:sldMk cId="3330064731" sldId="315"/>
            <ac:grpSpMk id="55" creationId="{A32994DC-E2DA-9E4D-DE3E-8BCCF0FBF1C2}"/>
          </ac:grpSpMkLst>
        </pc:grpChg>
        <pc:grpChg chg="del mod">
          <ac:chgData name="Christopher Aloo" userId="81d139e4-1a74-45bd-a04a-64f94c7d37c9" providerId="ADAL" clId="{E7987F6F-D4EF-420F-86A8-4A23E89472B3}" dt="2025-07-10T17:59:55.647" v="1289"/>
          <ac:grpSpMkLst>
            <pc:docMk/>
            <pc:sldMk cId="3330064731" sldId="315"/>
            <ac:grpSpMk id="63" creationId="{050ABC4B-38CB-E921-4E86-5384809C63F1}"/>
          </ac:grpSpMkLst>
        </pc:grpChg>
        <pc:grpChg chg="del mod">
          <ac:chgData name="Christopher Aloo" userId="81d139e4-1a74-45bd-a04a-64f94c7d37c9" providerId="ADAL" clId="{E7987F6F-D4EF-420F-86A8-4A23E89472B3}" dt="2025-07-10T17:59:59.012" v="1295"/>
          <ac:grpSpMkLst>
            <pc:docMk/>
            <pc:sldMk cId="3330064731" sldId="315"/>
            <ac:grpSpMk id="69" creationId="{5C08931A-B5AC-CF71-EC24-A90148B052B8}"/>
          </ac:grpSpMkLst>
        </pc:grpChg>
        <pc:grpChg chg="del mod">
          <ac:chgData name="Christopher Aloo" userId="81d139e4-1a74-45bd-a04a-64f94c7d37c9" providerId="ADAL" clId="{E7987F6F-D4EF-420F-86A8-4A23E89472B3}" dt="2025-07-10T18:00:03.467" v="1297"/>
          <ac:grpSpMkLst>
            <pc:docMk/>
            <pc:sldMk cId="3330064731" sldId="315"/>
            <ac:grpSpMk id="75" creationId="{9F9CC4CE-0334-A706-002C-C844E272D4C9}"/>
          </ac:grpSpMkLst>
        </pc:grpChg>
        <pc:grpChg chg="del mod">
          <ac:chgData name="Christopher Aloo" userId="81d139e4-1a74-45bd-a04a-64f94c7d37c9" providerId="ADAL" clId="{E7987F6F-D4EF-420F-86A8-4A23E89472B3}" dt="2025-07-10T18:00:08.372" v="1301"/>
          <ac:grpSpMkLst>
            <pc:docMk/>
            <pc:sldMk cId="3330064731" sldId="315"/>
            <ac:grpSpMk id="77" creationId="{8185674E-EC08-4EDE-60E5-35912BB2C184}"/>
          </ac:grpSpMkLst>
        </pc:grpChg>
        <pc:grpChg chg="mod">
          <ac:chgData name="Christopher Aloo" userId="81d139e4-1a74-45bd-a04a-64f94c7d37c9" providerId="ADAL" clId="{E7987F6F-D4EF-420F-86A8-4A23E89472B3}" dt="2025-07-10T18:00:08.372" v="1301"/>
          <ac:grpSpMkLst>
            <pc:docMk/>
            <pc:sldMk cId="3330064731" sldId="315"/>
            <ac:grpSpMk id="81" creationId="{833E14D8-A7AC-543E-6D0F-924BC0B3653F}"/>
          </ac:grpSpMkLst>
        </pc:grpChg>
        <pc:inkChg chg="add mod">
          <ac:chgData name="Christopher Aloo" userId="81d139e4-1a74-45bd-a04a-64f94c7d37c9" providerId="ADAL" clId="{E7987F6F-D4EF-420F-86A8-4A23E89472B3}" dt="2025-07-10T17:58:53.453" v="1236"/>
          <ac:inkMkLst>
            <pc:docMk/>
            <pc:sldMk cId="3330064731" sldId="315"/>
            <ac:inkMk id="2" creationId="{F1C5EFC1-EACB-B2A4-D1F9-ADBEA3B7B7A4}"/>
          </ac:inkMkLst>
        </pc:inkChg>
        <pc:inkChg chg="add mod">
          <ac:chgData name="Christopher Aloo" userId="81d139e4-1a74-45bd-a04a-64f94c7d37c9" providerId="ADAL" clId="{E7987F6F-D4EF-420F-86A8-4A23E89472B3}" dt="2025-07-10T17:58:57.144" v="1240"/>
          <ac:inkMkLst>
            <pc:docMk/>
            <pc:sldMk cId="3330064731" sldId="315"/>
            <ac:inkMk id="3" creationId="{C4A8031D-0A74-1B7A-A0D9-9DFE651D83D4}"/>
          </ac:inkMkLst>
        </pc:inkChg>
        <pc:inkChg chg="add mod">
          <ac:chgData name="Christopher Aloo" userId="81d139e4-1a74-45bd-a04a-64f94c7d37c9" providerId="ADAL" clId="{E7987F6F-D4EF-420F-86A8-4A23E89472B3}" dt="2025-07-10T17:59:55.647" v="1289"/>
          <ac:inkMkLst>
            <pc:docMk/>
            <pc:sldMk cId="3330064731" sldId="315"/>
            <ac:inkMk id="5" creationId="{3E0E2DF6-CAE4-7838-453D-CC4D1E7DD825}"/>
          </ac:inkMkLst>
        </pc:inkChg>
        <pc:inkChg chg="add mod">
          <ac:chgData name="Christopher Aloo" userId="81d139e4-1a74-45bd-a04a-64f94c7d37c9" providerId="ADAL" clId="{E7987F6F-D4EF-420F-86A8-4A23E89472B3}" dt="2025-07-10T17:58:57.144" v="1240"/>
          <ac:inkMkLst>
            <pc:docMk/>
            <pc:sldMk cId="3330064731" sldId="315"/>
            <ac:inkMk id="7" creationId="{B1490833-2963-4D9E-4FBD-2445DF47D45E}"/>
          </ac:inkMkLst>
        </pc:inkChg>
        <pc:inkChg chg="add mod">
          <ac:chgData name="Christopher Aloo" userId="81d139e4-1a74-45bd-a04a-64f94c7d37c9" providerId="ADAL" clId="{E7987F6F-D4EF-420F-86A8-4A23E89472B3}" dt="2025-07-10T17:58:57.144" v="1240"/>
          <ac:inkMkLst>
            <pc:docMk/>
            <pc:sldMk cId="3330064731" sldId="315"/>
            <ac:inkMk id="9" creationId="{311A3B56-A3F9-3A37-8EB7-97C3901AC8CD}"/>
          </ac:inkMkLst>
        </pc:inkChg>
        <pc:inkChg chg="add mod">
          <ac:chgData name="Christopher Aloo" userId="81d139e4-1a74-45bd-a04a-64f94c7d37c9" providerId="ADAL" clId="{E7987F6F-D4EF-420F-86A8-4A23E89472B3}" dt="2025-07-10T17:58:53.453" v="1236"/>
          <ac:inkMkLst>
            <pc:docMk/>
            <pc:sldMk cId="3330064731" sldId="315"/>
            <ac:inkMk id="10" creationId="{F46713C7-15BC-A7A9-ADE0-B32E98EFDB09}"/>
          </ac:inkMkLst>
        </pc:inkChg>
        <pc:inkChg chg="add mod">
          <ac:chgData name="Christopher Aloo" userId="81d139e4-1a74-45bd-a04a-64f94c7d37c9" providerId="ADAL" clId="{E7987F6F-D4EF-420F-86A8-4A23E89472B3}" dt="2025-07-10T18:00:08.372" v="1301"/>
          <ac:inkMkLst>
            <pc:docMk/>
            <pc:sldMk cId="3330064731" sldId="315"/>
            <ac:inkMk id="11" creationId="{FFB9605D-D620-17F8-69B9-0FA8BAB6FC90}"/>
          </ac:inkMkLst>
        </pc:inkChg>
        <pc:inkChg chg="add mod">
          <ac:chgData name="Christopher Aloo" userId="81d139e4-1a74-45bd-a04a-64f94c7d37c9" providerId="ADAL" clId="{E7987F6F-D4EF-420F-86A8-4A23E89472B3}" dt="2025-07-10T18:00:08.372" v="1301"/>
          <ac:inkMkLst>
            <pc:docMk/>
            <pc:sldMk cId="3330064731" sldId="315"/>
            <ac:inkMk id="13" creationId="{31A79732-9BD4-DAEE-ABF1-E14294EB0FCB}"/>
          </ac:inkMkLst>
        </pc:inkChg>
        <pc:inkChg chg="add mod">
          <ac:chgData name="Christopher Aloo" userId="81d139e4-1a74-45bd-a04a-64f94c7d37c9" providerId="ADAL" clId="{E7987F6F-D4EF-420F-86A8-4A23E89472B3}" dt="2025-07-10T17:58:53.453" v="1236"/>
          <ac:inkMkLst>
            <pc:docMk/>
            <pc:sldMk cId="3330064731" sldId="315"/>
            <ac:inkMk id="14" creationId="{4B2DB439-B60A-883B-EF82-55BD2160C343}"/>
          </ac:inkMkLst>
        </pc:inkChg>
        <pc:inkChg chg="add mod">
          <ac:chgData name="Christopher Aloo" userId="81d139e4-1a74-45bd-a04a-64f94c7d37c9" providerId="ADAL" clId="{E7987F6F-D4EF-420F-86A8-4A23E89472B3}" dt="2025-07-10T18:00:08.372" v="1301"/>
          <ac:inkMkLst>
            <pc:docMk/>
            <pc:sldMk cId="3330064731" sldId="315"/>
            <ac:inkMk id="15" creationId="{6CF8BBB3-C504-DEBA-8815-9C764E810EA0}"/>
          </ac:inkMkLst>
        </pc:inkChg>
        <pc:inkChg chg="add mod">
          <ac:chgData name="Christopher Aloo" userId="81d139e4-1a74-45bd-a04a-64f94c7d37c9" providerId="ADAL" clId="{E7987F6F-D4EF-420F-86A8-4A23E89472B3}" dt="2025-07-10T18:00:08.372" v="1301"/>
          <ac:inkMkLst>
            <pc:docMk/>
            <pc:sldMk cId="3330064731" sldId="315"/>
            <ac:inkMk id="17" creationId="{081F75FD-65C0-4E70-9AFC-E3B07FC03EED}"/>
          </ac:inkMkLst>
        </pc:inkChg>
        <pc:inkChg chg="add mod">
          <ac:chgData name="Christopher Aloo" userId="81d139e4-1a74-45bd-a04a-64f94c7d37c9" providerId="ADAL" clId="{E7987F6F-D4EF-420F-86A8-4A23E89472B3}" dt="2025-07-10T17:59:55.647" v="1289"/>
          <ac:inkMkLst>
            <pc:docMk/>
            <pc:sldMk cId="3330064731" sldId="315"/>
            <ac:inkMk id="18" creationId="{C79BDB65-071D-FEE4-BB99-BB47885A360F}"/>
          </ac:inkMkLst>
        </pc:inkChg>
        <pc:inkChg chg="add mod">
          <ac:chgData name="Christopher Aloo" userId="81d139e4-1a74-45bd-a04a-64f94c7d37c9" providerId="ADAL" clId="{E7987F6F-D4EF-420F-86A8-4A23E89472B3}" dt="2025-07-10T17:59:14.696" v="1255"/>
          <ac:inkMkLst>
            <pc:docMk/>
            <pc:sldMk cId="3330064731" sldId="315"/>
            <ac:inkMk id="19" creationId="{CB11C730-59B2-30FA-F59E-58A9B308CBD9}"/>
          </ac:inkMkLst>
        </pc:inkChg>
        <pc:inkChg chg="add mod">
          <ac:chgData name="Christopher Aloo" userId="81d139e4-1a74-45bd-a04a-64f94c7d37c9" providerId="ADAL" clId="{E7987F6F-D4EF-420F-86A8-4A23E89472B3}" dt="2025-07-10T17:59:06.513" v="1250"/>
          <ac:inkMkLst>
            <pc:docMk/>
            <pc:sldMk cId="3330064731" sldId="315"/>
            <ac:inkMk id="21" creationId="{BBC566A5-244F-10B0-D095-79638DB7BAF8}"/>
          </ac:inkMkLst>
        </pc:inkChg>
        <pc:inkChg chg="add mod">
          <ac:chgData name="Christopher Aloo" userId="81d139e4-1a74-45bd-a04a-64f94c7d37c9" providerId="ADAL" clId="{E7987F6F-D4EF-420F-86A8-4A23E89472B3}" dt="2025-07-10T17:59:13.254" v="1253"/>
          <ac:inkMkLst>
            <pc:docMk/>
            <pc:sldMk cId="3330064731" sldId="315"/>
            <ac:inkMk id="22" creationId="{D4428801-AE07-9A09-57D7-4F2DF77549F6}"/>
          </ac:inkMkLst>
        </pc:inkChg>
        <pc:inkChg chg="add mod">
          <ac:chgData name="Christopher Aloo" userId="81d139e4-1a74-45bd-a04a-64f94c7d37c9" providerId="ADAL" clId="{E7987F6F-D4EF-420F-86A8-4A23E89472B3}" dt="2025-07-10T17:59:06.513" v="1250"/>
          <ac:inkMkLst>
            <pc:docMk/>
            <pc:sldMk cId="3330064731" sldId="315"/>
            <ac:inkMk id="23" creationId="{6B7468DF-2C07-6A6C-556F-7E50090D0437}"/>
          </ac:inkMkLst>
        </pc:inkChg>
        <pc:inkChg chg="add mod">
          <ac:chgData name="Christopher Aloo" userId="81d139e4-1a74-45bd-a04a-64f94c7d37c9" providerId="ADAL" clId="{E7987F6F-D4EF-420F-86A8-4A23E89472B3}" dt="2025-07-10T17:59:55.647" v="1289"/>
          <ac:inkMkLst>
            <pc:docMk/>
            <pc:sldMk cId="3330064731" sldId="315"/>
            <ac:inkMk id="24" creationId="{CC082875-4004-568D-8C34-3C3F3B68FE70}"/>
          </ac:inkMkLst>
        </pc:inkChg>
        <pc:inkChg chg="add mod">
          <ac:chgData name="Christopher Aloo" userId="81d139e4-1a74-45bd-a04a-64f94c7d37c9" providerId="ADAL" clId="{E7987F6F-D4EF-420F-86A8-4A23E89472B3}" dt="2025-07-10T17:59:55.647" v="1289"/>
          <ac:inkMkLst>
            <pc:docMk/>
            <pc:sldMk cId="3330064731" sldId="315"/>
            <ac:inkMk id="25" creationId="{24BF267D-56D7-3782-C564-137B9DBD4694}"/>
          </ac:inkMkLst>
        </pc:inkChg>
        <pc:inkChg chg="add mod">
          <ac:chgData name="Christopher Aloo" userId="81d139e4-1a74-45bd-a04a-64f94c7d37c9" providerId="ADAL" clId="{E7987F6F-D4EF-420F-86A8-4A23E89472B3}" dt="2025-07-10T17:59:06.513" v="1250"/>
          <ac:inkMkLst>
            <pc:docMk/>
            <pc:sldMk cId="3330064731" sldId="315"/>
            <ac:inkMk id="26" creationId="{AA844BF9-32BD-D876-9A7D-B97F240A8866}"/>
          </ac:inkMkLst>
        </pc:inkChg>
        <pc:inkChg chg="add mod">
          <ac:chgData name="Christopher Aloo" userId="81d139e4-1a74-45bd-a04a-64f94c7d37c9" providerId="ADAL" clId="{E7987F6F-D4EF-420F-86A8-4A23E89472B3}" dt="2025-07-10T17:59:55.647" v="1289"/>
          <ac:inkMkLst>
            <pc:docMk/>
            <pc:sldMk cId="3330064731" sldId="315"/>
            <ac:inkMk id="27" creationId="{7B91FB99-D40C-EDC2-9DE4-F584F0B1AB72}"/>
          </ac:inkMkLst>
        </pc:inkChg>
        <pc:inkChg chg="add mod">
          <ac:chgData name="Christopher Aloo" userId="81d139e4-1a74-45bd-a04a-64f94c7d37c9" providerId="ADAL" clId="{E7987F6F-D4EF-420F-86A8-4A23E89472B3}" dt="2025-07-10T17:59:27.624" v="1264"/>
          <ac:inkMkLst>
            <pc:docMk/>
            <pc:sldMk cId="3330064731" sldId="315"/>
            <ac:inkMk id="28" creationId="{84D7B07A-6111-ACAC-EE32-38094B1A93BC}"/>
          </ac:inkMkLst>
        </pc:inkChg>
        <pc:inkChg chg="add mod">
          <ac:chgData name="Christopher Aloo" userId="81d139e4-1a74-45bd-a04a-64f94c7d37c9" providerId="ADAL" clId="{E7987F6F-D4EF-420F-86A8-4A23E89472B3}" dt="2025-07-10T17:59:27.624" v="1264"/>
          <ac:inkMkLst>
            <pc:docMk/>
            <pc:sldMk cId="3330064731" sldId="315"/>
            <ac:inkMk id="29" creationId="{FB82F0EE-6B06-60C8-BB4D-29D5705D3BF5}"/>
          </ac:inkMkLst>
        </pc:inkChg>
        <pc:inkChg chg="add mod">
          <ac:chgData name="Christopher Aloo" userId="81d139e4-1a74-45bd-a04a-64f94c7d37c9" providerId="ADAL" clId="{E7987F6F-D4EF-420F-86A8-4A23E89472B3}" dt="2025-07-10T17:59:33.605" v="1270"/>
          <ac:inkMkLst>
            <pc:docMk/>
            <pc:sldMk cId="3330064731" sldId="315"/>
            <ac:inkMk id="31" creationId="{3D75984D-0083-1497-9E4D-B432889E24EC}"/>
          </ac:inkMkLst>
        </pc:inkChg>
        <pc:inkChg chg="add mod">
          <ac:chgData name="Christopher Aloo" userId="81d139e4-1a74-45bd-a04a-64f94c7d37c9" providerId="ADAL" clId="{E7987F6F-D4EF-420F-86A8-4A23E89472B3}" dt="2025-07-10T17:59:44.456" v="1275"/>
          <ac:inkMkLst>
            <pc:docMk/>
            <pc:sldMk cId="3330064731" sldId="315"/>
            <ac:inkMk id="32" creationId="{E6F64014-C74B-4B03-8DD6-F0357E8B202A}"/>
          </ac:inkMkLst>
        </pc:inkChg>
        <pc:inkChg chg="add mod">
          <ac:chgData name="Christopher Aloo" userId="81d139e4-1a74-45bd-a04a-64f94c7d37c9" providerId="ADAL" clId="{E7987F6F-D4EF-420F-86A8-4A23E89472B3}" dt="2025-07-10T17:59:50.406" v="1283"/>
          <ac:inkMkLst>
            <pc:docMk/>
            <pc:sldMk cId="3330064731" sldId="315"/>
            <ac:inkMk id="34" creationId="{96B1EC62-0E5D-D48F-5371-FED3E2A94827}"/>
          </ac:inkMkLst>
        </pc:inkChg>
        <pc:inkChg chg="add mod">
          <ac:chgData name="Christopher Aloo" userId="81d139e4-1a74-45bd-a04a-64f94c7d37c9" providerId="ADAL" clId="{E7987F6F-D4EF-420F-86A8-4A23E89472B3}" dt="2025-07-10T17:59:44.456" v="1275"/>
          <ac:inkMkLst>
            <pc:docMk/>
            <pc:sldMk cId="3330064731" sldId="315"/>
            <ac:inkMk id="36" creationId="{C31A5FC9-31C6-DA07-72CB-F570744ACCB0}"/>
          </ac:inkMkLst>
        </pc:inkChg>
        <pc:inkChg chg="add">
          <ac:chgData name="Christopher Aloo" userId="81d139e4-1a74-45bd-a04a-64f94c7d37c9" providerId="ADAL" clId="{E7987F6F-D4EF-420F-86A8-4A23E89472B3}" dt="2025-07-10T17:59:22.659" v="1257" actId="9405"/>
          <ac:inkMkLst>
            <pc:docMk/>
            <pc:sldMk cId="3330064731" sldId="315"/>
            <ac:inkMk id="37" creationId="{2F3D57B6-5EC4-20B8-1807-DD80B9611591}"/>
          </ac:inkMkLst>
        </pc:inkChg>
        <pc:inkChg chg="add mod">
          <ac:chgData name="Christopher Aloo" userId="81d139e4-1a74-45bd-a04a-64f94c7d37c9" providerId="ADAL" clId="{E7987F6F-D4EF-420F-86A8-4A23E89472B3}" dt="2025-07-10T17:59:44.456" v="1275"/>
          <ac:inkMkLst>
            <pc:docMk/>
            <pc:sldMk cId="3330064731" sldId="315"/>
            <ac:inkMk id="38" creationId="{10190309-BF0E-7516-465C-8184C86CE52B}"/>
          </ac:inkMkLst>
        </pc:inkChg>
        <pc:inkChg chg="add mod">
          <ac:chgData name="Christopher Aloo" userId="81d139e4-1a74-45bd-a04a-64f94c7d37c9" providerId="ADAL" clId="{E7987F6F-D4EF-420F-86A8-4A23E89472B3}" dt="2025-07-10T17:59:55.647" v="1289"/>
          <ac:inkMkLst>
            <pc:docMk/>
            <pc:sldMk cId="3330064731" sldId="315"/>
            <ac:inkMk id="39" creationId="{E532190C-7332-79B9-BBFB-C542A2E3359F}"/>
          </ac:inkMkLst>
        </pc:inkChg>
        <pc:inkChg chg="add mod">
          <ac:chgData name="Christopher Aloo" userId="81d139e4-1a74-45bd-a04a-64f94c7d37c9" providerId="ADAL" clId="{E7987F6F-D4EF-420F-86A8-4A23E89472B3}" dt="2025-07-10T17:59:50.406" v="1283"/>
          <ac:inkMkLst>
            <pc:docMk/>
            <pc:sldMk cId="3330064731" sldId="315"/>
            <ac:inkMk id="40" creationId="{F731DEAF-1E16-97AF-F260-6802CA6C8D13}"/>
          </ac:inkMkLst>
        </pc:inkChg>
        <pc:inkChg chg="add mod">
          <ac:chgData name="Christopher Aloo" userId="81d139e4-1a74-45bd-a04a-64f94c7d37c9" providerId="ADAL" clId="{E7987F6F-D4EF-420F-86A8-4A23E89472B3}" dt="2025-07-10T17:59:30.762" v="1267"/>
          <ac:inkMkLst>
            <pc:docMk/>
            <pc:sldMk cId="3330064731" sldId="315"/>
            <ac:inkMk id="41" creationId="{724317A9-8D81-8E46-32F5-1AFA5CB335C2}"/>
          </ac:inkMkLst>
        </pc:inkChg>
        <pc:inkChg chg="add mod">
          <ac:chgData name="Christopher Aloo" userId="81d139e4-1a74-45bd-a04a-64f94c7d37c9" providerId="ADAL" clId="{E7987F6F-D4EF-420F-86A8-4A23E89472B3}" dt="2025-07-10T17:59:55.647" v="1289"/>
          <ac:inkMkLst>
            <pc:docMk/>
            <pc:sldMk cId="3330064731" sldId="315"/>
            <ac:inkMk id="42" creationId="{25720BE0-4429-B900-E58F-19D82DEBE776}"/>
          </ac:inkMkLst>
        </pc:inkChg>
        <pc:inkChg chg="add mod">
          <ac:chgData name="Christopher Aloo" userId="81d139e4-1a74-45bd-a04a-64f94c7d37c9" providerId="ADAL" clId="{E7987F6F-D4EF-420F-86A8-4A23E89472B3}" dt="2025-07-10T17:59:27.624" v="1264"/>
          <ac:inkMkLst>
            <pc:docMk/>
            <pc:sldMk cId="3330064731" sldId="315"/>
            <ac:inkMk id="43" creationId="{1D4D88CF-39B0-23EA-8024-FF7E15C81821}"/>
          </ac:inkMkLst>
        </pc:inkChg>
        <pc:inkChg chg="add mod">
          <ac:chgData name="Christopher Aloo" userId="81d139e4-1a74-45bd-a04a-64f94c7d37c9" providerId="ADAL" clId="{E7987F6F-D4EF-420F-86A8-4A23E89472B3}" dt="2025-07-10T17:59:50.406" v="1283"/>
          <ac:inkMkLst>
            <pc:docMk/>
            <pc:sldMk cId="3330064731" sldId="315"/>
            <ac:inkMk id="45" creationId="{D97B697D-6DE4-381F-873B-AA11D7B03B31}"/>
          </ac:inkMkLst>
        </pc:inkChg>
        <pc:inkChg chg="add">
          <ac:chgData name="Christopher Aloo" userId="81d139e4-1a74-45bd-a04a-64f94c7d37c9" providerId="ADAL" clId="{E7987F6F-D4EF-420F-86A8-4A23E89472B3}" dt="2025-07-10T17:59:29.931" v="1266" actId="9405"/>
          <ac:inkMkLst>
            <pc:docMk/>
            <pc:sldMk cId="3330064731" sldId="315"/>
            <ac:inkMk id="46" creationId="{E5E5D2F0-B594-34EF-D446-F57A6AB08DF2}"/>
          </ac:inkMkLst>
        </pc:inkChg>
        <pc:inkChg chg="add mod">
          <ac:chgData name="Christopher Aloo" userId="81d139e4-1a74-45bd-a04a-64f94c7d37c9" providerId="ADAL" clId="{E7987F6F-D4EF-420F-86A8-4A23E89472B3}" dt="2025-07-10T17:59:50.406" v="1283"/>
          <ac:inkMkLst>
            <pc:docMk/>
            <pc:sldMk cId="3330064731" sldId="315"/>
            <ac:inkMk id="48" creationId="{F21B3280-F3DC-EF2F-47E2-743D6B33E22A}"/>
          </ac:inkMkLst>
        </pc:inkChg>
        <pc:inkChg chg="add mod">
          <ac:chgData name="Christopher Aloo" userId="81d139e4-1a74-45bd-a04a-64f94c7d37c9" providerId="ADAL" clId="{E7987F6F-D4EF-420F-86A8-4A23E89472B3}" dt="2025-07-10T17:59:50.406" v="1283"/>
          <ac:inkMkLst>
            <pc:docMk/>
            <pc:sldMk cId="3330064731" sldId="315"/>
            <ac:inkMk id="49" creationId="{607FFD23-7C79-08F3-E831-CC4230CF98E1}"/>
          </ac:inkMkLst>
        </pc:inkChg>
        <pc:inkChg chg="add mod">
          <ac:chgData name="Christopher Aloo" userId="81d139e4-1a74-45bd-a04a-64f94c7d37c9" providerId="ADAL" clId="{E7987F6F-D4EF-420F-86A8-4A23E89472B3}" dt="2025-07-10T17:59:44.456" v="1275"/>
          <ac:inkMkLst>
            <pc:docMk/>
            <pc:sldMk cId="3330064731" sldId="315"/>
            <ac:inkMk id="51" creationId="{4C5FEA35-FFA6-3268-BDBA-815D128B66C4}"/>
          </ac:inkMkLst>
        </pc:inkChg>
        <pc:inkChg chg="add mod">
          <ac:chgData name="Christopher Aloo" userId="81d139e4-1a74-45bd-a04a-64f94c7d37c9" providerId="ADAL" clId="{E7987F6F-D4EF-420F-86A8-4A23E89472B3}" dt="2025-07-10T17:59:50.406" v="1283"/>
          <ac:inkMkLst>
            <pc:docMk/>
            <pc:sldMk cId="3330064731" sldId="315"/>
            <ac:inkMk id="53" creationId="{23A5A7B2-C441-A793-57DF-C092E5BE5141}"/>
          </ac:inkMkLst>
        </pc:inkChg>
        <pc:inkChg chg="add mod">
          <ac:chgData name="Christopher Aloo" userId="81d139e4-1a74-45bd-a04a-64f94c7d37c9" providerId="ADAL" clId="{E7987F6F-D4EF-420F-86A8-4A23E89472B3}" dt="2025-07-10T17:59:44.456" v="1275"/>
          <ac:inkMkLst>
            <pc:docMk/>
            <pc:sldMk cId="3330064731" sldId="315"/>
            <ac:inkMk id="54" creationId="{6DCC6065-0114-2C23-DE92-12DDE8DB4ACE}"/>
          </ac:inkMkLst>
        </pc:inkChg>
        <pc:inkChg chg="add mod">
          <ac:chgData name="Christopher Aloo" userId="81d139e4-1a74-45bd-a04a-64f94c7d37c9" providerId="ADAL" clId="{E7987F6F-D4EF-420F-86A8-4A23E89472B3}" dt="2025-07-10T17:59:55.647" v="1289"/>
          <ac:inkMkLst>
            <pc:docMk/>
            <pc:sldMk cId="3330064731" sldId="315"/>
            <ac:inkMk id="56" creationId="{979F562C-5E59-3744-81C5-296F8205F851}"/>
          </ac:inkMkLst>
        </pc:inkChg>
        <pc:inkChg chg="add">
          <ac:chgData name="Christopher Aloo" userId="81d139e4-1a74-45bd-a04a-64f94c7d37c9" providerId="ADAL" clId="{E7987F6F-D4EF-420F-86A8-4A23E89472B3}" dt="2025-07-10T17:59:46.140" v="1277" actId="9405"/>
          <ac:inkMkLst>
            <pc:docMk/>
            <pc:sldMk cId="3330064731" sldId="315"/>
            <ac:inkMk id="57" creationId="{D7E0207D-5001-E91D-D7AE-193C459923BF}"/>
          </ac:inkMkLst>
        </pc:inkChg>
        <pc:inkChg chg="add">
          <ac:chgData name="Christopher Aloo" userId="81d139e4-1a74-45bd-a04a-64f94c7d37c9" providerId="ADAL" clId="{E7987F6F-D4EF-420F-86A8-4A23E89472B3}" dt="2025-07-10T17:59:46.416" v="1278" actId="9405"/>
          <ac:inkMkLst>
            <pc:docMk/>
            <pc:sldMk cId="3330064731" sldId="315"/>
            <ac:inkMk id="58" creationId="{88E85CF3-17FC-33AC-89B9-150734CFA595}"/>
          </ac:inkMkLst>
        </pc:inkChg>
        <pc:inkChg chg="add">
          <ac:chgData name="Christopher Aloo" userId="81d139e4-1a74-45bd-a04a-64f94c7d37c9" providerId="ADAL" clId="{E7987F6F-D4EF-420F-86A8-4A23E89472B3}" dt="2025-07-10T17:59:47.265" v="1279" actId="9405"/>
          <ac:inkMkLst>
            <pc:docMk/>
            <pc:sldMk cId="3330064731" sldId="315"/>
            <ac:inkMk id="59" creationId="{8AA1BF7F-5A44-D2DC-2764-D37F187046D3}"/>
          </ac:inkMkLst>
        </pc:inkChg>
        <pc:inkChg chg="add">
          <ac:chgData name="Christopher Aloo" userId="81d139e4-1a74-45bd-a04a-64f94c7d37c9" providerId="ADAL" clId="{E7987F6F-D4EF-420F-86A8-4A23E89472B3}" dt="2025-07-10T17:59:48.317" v="1280" actId="9405"/>
          <ac:inkMkLst>
            <pc:docMk/>
            <pc:sldMk cId="3330064731" sldId="315"/>
            <ac:inkMk id="60" creationId="{DA24BF61-DF15-84E1-9083-0B32BEB4D031}"/>
          </ac:inkMkLst>
        </pc:inkChg>
        <pc:inkChg chg="add mod">
          <ac:chgData name="Christopher Aloo" userId="81d139e4-1a74-45bd-a04a-64f94c7d37c9" providerId="ADAL" clId="{E7987F6F-D4EF-420F-86A8-4A23E89472B3}" dt="2025-07-10T18:00:08.372" v="1301"/>
          <ac:inkMkLst>
            <pc:docMk/>
            <pc:sldMk cId="3330064731" sldId="315"/>
            <ac:inkMk id="61" creationId="{F76B4EF6-7DE8-3808-8EC2-591EAA3001AD}"/>
          </ac:inkMkLst>
        </pc:inkChg>
        <pc:inkChg chg="add mod">
          <ac:chgData name="Christopher Aloo" userId="81d139e4-1a74-45bd-a04a-64f94c7d37c9" providerId="ADAL" clId="{E7987F6F-D4EF-420F-86A8-4A23E89472B3}" dt="2025-07-10T17:59:50.406" v="1283"/>
          <ac:inkMkLst>
            <pc:docMk/>
            <pc:sldMk cId="3330064731" sldId="315"/>
            <ac:inkMk id="62" creationId="{DC19A772-9A08-ECCF-6806-877ADA941B87}"/>
          </ac:inkMkLst>
        </pc:inkChg>
        <pc:inkChg chg="add mod">
          <ac:chgData name="Christopher Aloo" userId="81d139e4-1a74-45bd-a04a-64f94c7d37c9" providerId="ADAL" clId="{E7987F6F-D4EF-420F-86A8-4A23E89472B3}" dt="2025-07-10T18:00:08.372" v="1301"/>
          <ac:inkMkLst>
            <pc:docMk/>
            <pc:sldMk cId="3330064731" sldId="315"/>
            <ac:inkMk id="64" creationId="{24BD14CB-D7FD-045A-8EDA-2B28CC526F0D}"/>
          </ac:inkMkLst>
        </pc:inkChg>
        <pc:inkChg chg="add">
          <ac:chgData name="Christopher Aloo" userId="81d139e4-1a74-45bd-a04a-64f94c7d37c9" providerId="ADAL" clId="{E7987F6F-D4EF-420F-86A8-4A23E89472B3}" dt="2025-07-10T17:59:52.617" v="1285" actId="9405"/>
          <ac:inkMkLst>
            <pc:docMk/>
            <pc:sldMk cId="3330064731" sldId="315"/>
            <ac:inkMk id="65" creationId="{4AE48D35-CD3A-5698-C69E-9E9847B95B83}"/>
          </ac:inkMkLst>
        </pc:inkChg>
        <pc:inkChg chg="add mod">
          <ac:chgData name="Christopher Aloo" userId="81d139e4-1a74-45bd-a04a-64f94c7d37c9" providerId="ADAL" clId="{E7987F6F-D4EF-420F-86A8-4A23E89472B3}" dt="2025-07-10T18:00:08.372" v="1301"/>
          <ac:inkMkLst>
            <pc:docMk/>
            <pc:sldMk cId="3330064731" sldId="315"/>
            <ac:inkMk id="66" creationId="{3F0D8829-30C2-6864-3089-BC0F705E5CCC}"/>
          </ac:inkMkLst>
        </pc:inkChg>
        <pc:inkChg chg="add">
          <ac:chgData name="Christopher Aloo" userId="81d139e4-1a74-45bd-a04a-64f94c7d37c9" providerId="ADAL" clId="{E7987F6F-D4EF-420F-86A8-4A23E89472B3}" dt="2025-07-10T17:59:54.302" v="1287" actId="9405"/>
          <ac:inkMkLst>
            <pc:docMk/>
            <pc:sldMk cId="3330064731" sldId="315"/>
            <ac:inkMk id="67" creationId="{8B62EF8A-BDBA-0C3C-B057-E6A786B232A3}"/>
          </ac:inkMkLst>
        </pc:inkChg>
        <pc:inkChg chg="add">
          <ac:chgData name="Christopher Aloo" userId="81d139e4-1a74-45bd-a04a-64f94c7d37c9" providerId="ADAL" clId="{E7987F6F-D4EF-420F-86A8-4A23E89472B3}" dt="2025-07-10T17:59:54.718" v="1288" actId="9405"/>
          <ac:inkMkLst>
            <pc:docMk/>
            <pc:sldMk cId="3330064731" sldId="315"/>
            <ac:inkMk id="68" creationId="{90F54165-EFF2-A8D9-A4D6-408A77536303}"/>
          </ac:inkMkLst>
        </pc:inkChg>
        <pc:inkChg chg="add mod">
          <ac:chgData name="Christopher Aloo" userId="81d139e4-1a74-45bd-a04a-64f94c7d37c9" providerId="ADAL" clId="{E7987F6F-D4EF-420F-86A8-4A23E89472B3}" dt="2025-07-10T18:00:08.372" v="1301"/>
          <ac:inkMkLst>
            <pc:docMk/>
            <pc:sldMk cId="3330064731" sldId="315"/>
            <ac:inkMk id="70" creationId="{286ED9B8-4BE5-C223-3EAA-5569FECA30E7}"/>
          </ac:inkMkLst>
        </pc:inkChg>
        <pc:inkChg chg="add">
          <ac:chgData name="Christopher Aloo" userId="81d139e4-1a74-45bd-a04a-64f94c7d37c9" providerId="ADAL" clId="{E7987F6F-D4EF-420F-86A8-4A23E89472B3}" dt="2025-07-10T17:59:56.483" v="1291" actId="9405"/>
          <ac:inkMkLst>
            <pc:docMk/>
            <pc:sldMk cId="3330064731" sldId="315"/>
            <ac:inkMk id="71" creationId="{C956AE63-E973-017E-1EF1-9DDDBEFD845F}"/>
          </ac:inkMkLst>
        </pc:inkChg>
        <pc:inkChg chg="add">
          <ac:chgData name="Christopher Aloo" userId="81d139e4-1a74-45bd-a04a-64f94c7d37c9" providerId="ADAL" clId="{E7987F6F-D4EF-420F-86A8-4A23E89472B3}" dt="2025-07-10T17:59:56.700" v="1292" actId="9405"/>
          <ac:inkMkLst>
            <pc:docMk/>
            <pc:sldMk cId="3330064731" sldId="315"/>
            <ac:inkMk id="72" creationId="{25111E89-0044-72A5-E585-AD87609E4548}"/>
          </ac:inkMkLst>
        </pc:inkChg>
        <pc:inkChg chg="add">
          <ac:chgData name="Christopher Aloo" userId="81d139e4-1a74-45bd-a04a-64f94c7d37c9" providerId="ADAL" clId="{E7987F6F-D4EF-420F-86A8-4A23E89472B3}" dt="2025-07-10T17:59:58.122" v="1293" actId="9405"/>
          <ac:inkMkLst>
            <pc:docMk/>
            <pc:sldMk cId="3330064731" sldId="315"/>
            <ac:inkMk id="73" creationId="{9EC9149D-6C0A-322C-2BDF-8347EE71BAB7}"/>
          </ac:inkMkLst>
        </pc:inkChg>
        <pc:inkChg chg="add">
          <ac:chgData name="Christopher Aloo" userId="81d139e4-1a74-45bd-a04a-64f94c7d37c9" providerId="ADAL" clId="{E7987F6F-D4EF-420F-86A8-4A23E89472B3}" dt="2025-07-10T17:59:58.320" v="1294" actId="9405"/>
          <ac:inkMkLst>
            <pc:docMk/>
            <pc:sldMk cId="3330064731" sldId="315"/>
            <ac:inkMk id="74" creationId="{3158D47C-9FE7-2745-DDA0-4F6B58806DD0}"/>
          </ac:inkMkLst>
        </pc:inkChg>
        <pc:inkChg chg="add">
          <ac:chgData name="Christopher Aloo" userId="81d139e4-1a74-45bd-a04a-64f94c7d37c9" providerId="ADAL" clId="{E7987F6F-D4EF-420F-86A8-4A23E89472B3}" dt="2025-07-10T18:00:02.445" v="1296" actId="9405"/>
          <ac:inkMkLst>
            <pc:docMk/>
            <pc:sldMk cId="3330064731" sldId="315"/>
            <ac:inkMk id="76" creationId="{5BECAC58-EE2C-BBAE-1706-CABA3F1B4239}"/>
          </ac:inkMkLst>
        </pc:inkChg>
        <pc:inkChg chg="add">
          <ac:chgData name="Christopher Aloo" userId="81d139e4-1a74-45bd-a04a-64f94c7d37c9" providerId="ADAL" clId="{E7987F6F-D4EF-420F-86A8-4A23E89472B3}" dt="2025-07-10T18:00:06.771" v="1298" actId="9405"/>
          <ac:inkMkLst>
            <pc:docMk/>
            <pc:sldMk cId="3330064731" sldId="315"/>
            <ac:inkMk id="78" creationId="{A8B2B886-EA02-7BC1-EA09-FFD2C9DFAD32}"/>
          </ac:inkMkLst>
        </pc:inkChg>
        <pc:inkChg chg="add">
          <ac:chgData name="Christopher Aloo" userId="81d139e4-1a74-45bd-a04a-64f94c7d37c9" providerId="ADAL" clId="{E7987F6F-D4EF-420F-86A8-4A23E89472B3}" dt="2025-07-10T18:00:06.928" v="1299" actId="9405"/>
          <ac:inkMkLst>
            <pc:docMk/>
            <pc:sldMk cId="3330064731" sldId="315"/>
            <ac:inkMk id="79" creationId="{056BE718-0FF6-2730-19FA-2DADE7E9B1B7}"/>
          </ac:inkMkLst>
        </pc:inkChg>
        <pc:inkChg chg="add">
          <ac:chgData name="Christopher Aloo" userId="81d139e4-1a74-45bd-a04a-64f94c7d37c9" providerId="ADAL" clId="{E7987F6F-D4EF-420F-86A8-4A23E89472B3}" dt="2025-07-10T18:00:07.438" v="1300" actId="9405"/>
          <ac:inkMkLst>
            <pc:docMk/>
            <pc:sldMk cId="3330064731" sldId="315"/>
            <ac:inkMk id="80" creationId="{9690DEF1-45F5-C7BE-01DB-C3CE5DE35497}"/>
          </ac:inkMkLst>
        </pc:inkChg>
      </pc:sldChg>
      <pc:sldMasterChg chg="delSldLayout">
        <pc:chgData name="Christopher Aloo" userId="81d139e4-1a74-45bd-a04a-64f94c7d37c9" providerId="ADAL" clId="{E7987F6F-D4EF-420F-86A8-4A23E89472B3}" dt="2025-07-10T18:16:46.462" v="1349" actId="47"/>
        <pc:sldMasterMkLst>
          <pc:docMk/>
          <pc:sldMasterMk cId="0" sldId="2147483659"/>
        </pc:sldMasterMkLst>
        <pc:sldLayoutChg chg="del">
          <pc:chgData name="Christopher Aloo" userId="81d139e4-1a74-45bd-a04a-64f94c7d37c9" providerId="ADAL" clId="{E7987F6F-D4EF-420F-86A8-4A23E89472B3}" dt="2025-07-10T18:16:46.462" v="1349" actId="47"/>
          <pc:sldLayoutMkLst>
            <pc:docMk/>
            <pc:sldMasterMk cId="0" sldId="2147483659"/>
            <pc:sldLayoutMk cId="0" sldId="2147483657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6:08:13.6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2884 1711 1493 0,'-33'-10'13'16,"-7"2"-5"-16,-8-1-4 16,-8 7 0-16,-2 2-4 0,-4 8 2 15,1 4 2-15,7 7-4 16,6 4 0-16,16 6 7 16,10 2 1-16,16 6 8 15,9 5 5-15,16 7-18 16,10 1-3-16,15 2-24 15,7-1-2-15,10-5-16 16,10-3-5-16,2-7 7 16,1-1 7-16,-6 1 27 15,-8 4 6-15,-15 6 0 16,-9 2 6-16,-25 0 7 16,-13 0 12-16,-24-3 32 15,-10-1 12-15,-17-2 98 16,-6-4-2-16,-7-4-52 15,-3-4-35-15,-1-8-51 0,-2-1-24 16,2-6-60-16,2 0-33 16,5-7-32-16,7-6 2 15,11-9 34-15,10-8 29 16,15-12 38-16,8-5 12 16,15-7-13-16,7 0-7 15,10 3-58-15,5 1-103 16,9 7 114-16</inkml:trace>
  <inkml:trace contextRef="#ctx0" brushRef="#br0" timeOffset="951.42">3145 2360 1583 0,'7'49'0'0,"1"16"-3"16,2 4 9-16,-1 1-12 16,1-6-15-16,1-13 5 15,1-10 3-15,3-21 7 16,0-13 8-16,4-21 2 16,0-11-1-16,3-19 1 15,0-4-4-15,-2-6 2 16,-3 2 2-16,-4 2 0 15,-2 2 8-15,-3 6 0 16,-3 3 0-16,-1 9-9 16,-1 7-3-16,-2 10 0 0,-1 13-9 15,0 0 9-15,5 12 0 16,-1 17 3-16,1 8 9 16,-3 12-12-16,2 1 0 15,-4 0-6-15,-2 2 6 16,4-1 3-16,-1 3 9 15,6 5-6-15,1 2-9 16,0 3 3-16,3-2-9 16,-2-5-3-16,0-7-3 0,-2-8 3 15,-4-8 6-15,-1-10 1 16,0-7 5-16,-2-11 0 16,0-6 2-16,0 0 10 15,-4-17 0-15,2-9 0 16,1-7-6-16,1-13-15 15,1-7-6-15,6-11-13 16,3-7 11-16,3-8-6 16,4-1 3-16,0 4 9 15,2 5 9-15,-1 9 6 16,0 9 5-16,-3 16-1 16,-3 11 2-16,-3 18-4 15,-3 6 1-15,1 14-3 16,2 9-4-16,3 15 0 15,1 7-2-15,-4 5-11 0,-3 1-5 16,-8-1-28-16,-5-1-12 16,-13-1-33-16,-6 0-39 15,-5-9-201-15,-4-6 176 16</inkml:trace>
  <inkml:trace contextRef="#ctx0" brushRef="#br0" timeOffset="1649.54">3700 2612 1415 0,'6'19'56'16,"3"-1"-25"-16,0-5-19 15,1-3-4-15,5-8-8 16,3-3-4-16,3-10-10 16,1-2 1-16,-5-4-1 15,-3-2 8-15,-4 1 8 16,-2 0 4-16,-3-2 4 0,-1 2 2 16,-4-1-5-16,-3 1 1 15,-3 4-8-15,-4-1 0 16,1 5 0-16,0 2-4 15,-2 6 4-15,-1 5-2 16,-1 10 0-16,-2 8 2 16,3 12 2-16,2 5 4 15,3 8-2-15,2-3 0 16,7-4-2-16,7-5 0 0,7-13-2 16,2-6-2-16,6-13-4 15,-2-7-4-15,5-13-1 16,1-6-1-16,-3-7-4 15,3-2 7-15,-9-1 3 16,1 3 6-16,-7 5 8 16,-3 4 1-16,-5 4 1 15,-1 4 0-15,-2 6-6 16,1 3-4-16,1 10 0 16,2 5-2-16,0 13 0 15,0 6 2-15,-1 7 2 16,-1 1-2-16,-2-6 2 15,0-3-2-15,0-13 0 16,0-4 0-16,-2-11 0 16,0 0 0-16,4-20-2 15,0-3 0-15,3-6 2 0,3-3 0 16,3-2-4-16,3 1 4 16,2-1-2-16,-1 2-2 15,2 4-6-15,-5 3-17 16,-2 10-110-16,0 2 88 15</inkml:trace>
  <inkml:trace contextRef="#ctx0" brushRef="#br0" timeOffset="1913.26">4334 2525 1481 0,'4'18'4'16,"-1"1"2"-16,3 0-2 15,0 1-4-15,-1-2 2 16,-2-1-6-16,-2-4-6 0,-1-3-2 15,-3-4-1 1,-2-3 5-16,-3-4 6 0,-3-2 2 16,2-10-83-16,-2-6-181 15,5-11 150-15</inkml:trace>
  <inkml:trace contextRef="#ctx0" brushRef="#br0" timeOffset="2066.53">4355 2316 2115 0,'31'-9'-15'0,"1"-3"-144"15,3 0-145-15,-4 2 195 16</inkml:trace>
  <inkml:trace contextRef="#ctx0" brushRef="#br0" timeOffset="2716.85">4269 2485 1543 0,'16'29'-4'0,"3"8"-9"0,-1 1-16 16,-2 0-20-16,0-3-9 15,-2-6 4-15,0-5 15 16,-4-9 22-16,0-5 17 15,-3-7 36-15,-1-4 7 16,2-6 13-16,-2-4-5 0,0-7-22 16,1-2-4-16,-1-8-10 15,2-1-5-15,4-8-10 16,1 0-12-16,0-3-26 16,2 1-18-16,-4 7-82 15,-6 5-89-15,-3 13 111 16</inkml:trace>
  <inkml:trace contextRef="#ctx0" brushRef="#br0" timeOffset="2901.13">4698 2608 1508 0,'7'31'10'0,"1"-3"-6"16,-2-3-14-16,-3-8-81 0,-2-4-153 16,-4-10 145-16</inkml:trace>
  <inkml:trace contextRef="#ctx0" brushRef="#br0" timeOffset="3051.27">4627 2362 1822 0,'7'-14'-57'0,"7"1"-196"15,3-1-144-15,5 2 221 16</inkml:trace>
  <inkml:trace contextRef="#ctx0" brushRef="#br0" timeOffset="3383.48">4929 2430 1394 0,'-8'10'0'16,"-4"2"-4"-16,-7 4 2 0,-2 3-2 15,0 0 2-15,1-1 4 16,6-2 2-16,4-2 4 15,9-2-4-15,5-2-4 16,10-4-6-16,6-2-8 16,8-3-9-16,1 0-4 15,0 1-8-15,-4 5 0 16,-7 3 10-16,-5 4 8 0,-7 6 13 16,-4 0 6-16,-10 5 19 15,-4-2 8-15,-4-2 16 16,2-3-5-16,-2-7-11 15,0-5-21-15,-2-8-213 16,-3-9 147-16</inkml:trace>
  <inkml:trace contextRef="#ctx0" brushRef="#br0" timeOffset="3800.24">5246 2597 1598 0,'8'12'0'0,"3"-3"-18"15,-1-7-44-15,-1-4 0 16,3-9-56-16,2-6-2 15,0-6 36-15,-2-2 32 0,-3-3 79 16,-4 2 12-16,-4 0 2 16,-3 3-7-1,-7 6-4-15,-1 4 6 0,-6 8 7 16,2 5-2-16,-3 8-8 16,1 6-8-16,2 10-4 15,-1 1-3-15,5 13-5 16,5 4-3-16,4 6-4 15,3 2-1-15,10-4-1 16,1-4-2-16,11-12-11 16,2-11-28-16,7-25-231 15,6-15 179-15</inkml:trace>
  <inkml:trace contextRef="#ctx0" brushRef="#br0" timeOffset="4199.59">5813 2143 2529 0,'15'51'-6'16,"-4"21"-19"-16,-2 6-27 15,-5 5-61-15,-2-5-87 16,-1-18-39-16,-1-9 35 0,0-22 97 15,0-8 57-15,-2-13 54 16,-3-7 2-16,-4-8 13 16,-1-6 2-16,0-8-12 15,0-4-3-15,-2-4-6 16,-4 0-3-16,-1 4-24 16,-4 2 2-16,-1 10 12 15,-1 6 5-15,0 15 19 16,0 7 18-16,6 11 67 15,2 3 11-15,8 5 4 16,4 0-19-16,9-2-41 16,9-7-18-16,15-8-45 15,8-8-33-15,7-12-53 16,5-8-28-16,6-12-110 16,1-2 58-16,6-1 106 15</inkml:trace>
  <inkml:trace contextRef="#ctx0" brushRef="#br0" timeOffset="4765.82">3942 3089 1448 0,'86'1'35'0,"12"-1"-23"16,9 1-10-16,14-2 2 16,0 0-4-16,-2 1 0 15,1 0 1-15,-6-1-2 16,-7-4-7-16,-10-3-66 15,-9-3-265-15,-12-3 196 16</inkml:trace>
  <inkml:trace contextRef="#ctx0" brushRef="#br0" timeOffset="9100.12">7541 2652 424 0,'5'1'35'0,"-1"0"56"16,2 2-18-16,-1 1-12 15,-1-2-13-15,0 2-20 16,0-3-1-16,-1 1 21 16,-3-2 20-16,0 0 34 15,0 0-9-15,1 1-8 0,8 17-6 16,-7 8-17-16,-2 12-6 15,0 26-19-15,-2 13-10 16,-3 23-15-16,-2 9-4 16,0 6-6-16,-2 3 0 15,0-11-4-15,1-10 0 16,2-18 0-16,0-12-2 16,0-20 4-16,0-9-2 15,-2-18-37-15,-1-8-137 0,5-20 114 16</inkml:trace>
  <inkml:trace contextRef="#ctx0" brushRef="#br0" timeOffset="10983.7">7523 2709 796 0,'1'0'43'16,"14"-8"48"-16,-2 4-91 16,2 0 5-16,4 0 6 15,-1 1-4-15,5 2 14 16,2 0 6-16,9 1 7 15,5 0 1-15,9-1-6 16,3 0-3-16,9-2-7 0,4 0-2 16,11-1-3-16,5-1-2 15,8 1-1-15,3 1-1 16,5-1 0-16,6 1-5 16,5-1 1-16,9 1-2 15,3-1-4-15,4-2 0 16,9 0 0-16,-1-2 2 15,4-2 0-15,1-1-2 0,-3-2 6 16,0-1 2-16,1 1 3 16,-3 0 3-16,-4 1-3 15,-2 1-1-15,-8-1 0 16,0-1-6-16,-7 2 1 16,-6 1-3-16,-11 3 0 15,-5 4 2-15,-13 0-2 16,-9 3 4-16,-5 3 4 15,-8-1-1-15,-4 4 3 16,0 1-6-16,-8 2-2 16,1 0-4-16,-9 2-4 15,-6-1 0-15,-8 1-4 16,-4 1 2-16,-9 0-3 16,-2-3 1-16,-6 1 6 15,-3-3 2-15,0-1 4 0,-1 1 4 16,1-1-6-16,-1 2 1 15,3 4-3-15,-2 3 0 16,1 9 2-16,1 7-2 16,-4 18 0-16,-1 9-2 15,-2 14 2-15,3 4 0 16,6 7 0-16,3 0-3 16,8 0 1-16,3 3 2 0,2 7-2 15,0 4 2-15,-1 11 0 16,-2 3 2-16,0 1 3 15,-3-10-3-15,0-13 8 16,-4-11-4-16,1-21 9 16,-3-8 3-16,1-15-1 15,1-7 1-15,-5-11-9 16,0-5-1-16,-5-7-10 16,-3-4-2-16,-6-3-11 15,-2-2-1-15,-8-2 3 16,-2-2 5-16,-5-1 12 15,-3-1 6-15,-3 0 3 16,0 2-3-16,-6 1-6 16,-6-1-2-16,-8 3-4 15,-5 2-2-15,-10 1 2 16,-2 2-2-16,-6 1 4 0,-2 1-2 16,-5 2 2-16,0-1 2 15,-5 0-2-15,-1 2 2 16,-3-3-2-16,-5 4 0 15,-5-2 0-15,-2 0-2 16,-8 1 2-16,-1-3 0 16,-4-1-2-16,-2 2 2 0,-3-2 0 15,-1 1 2-15,11 1 4 16,5 2 2-16,5-3 3 16,5 2-1-16,-4 2-4 15,-2-1-1-15,4 3-5 16,-1 2 0-16,5-1 0 15,6-1 0-15,5-2 2 16,5-3 2-16,10-2 6 16,5 0-4-16,6-5 0 15,5 0-3-15,7-3-3 16,3 1 2-16,8 2-2 16,2 3 0-16,3 0-2 15,0-1 1-15,4 1-3 16,7-4 0-16,7-2-4 15,4 0 0-15,6-1-3 16,2 1-3-16,1-3 1 16,3 2-3-16,1-3 1 0,2 1 1 15,0-2 8-15,-2 0 0 16,4 1 1-16,-1-3-1 16,7-1-8-16,2 1-3 15,0-1-3-15,-4 1 5 16,-1 2 7-16,-1 0 4 15,-1 1 8-15,2 1 8 0,-6 1-1 16,0-1 5-16,-3 0-6 16,-2 1-3-16,0-3 1 15,-2 0-2-15,1-2 0 16,0 0-2-16,1-3-3 16,0 1 3-16,3 0 6 15,0 0 4-15,-4 4 3 16,4 0 0-16,-8 3-1 15,2 0-1-15,-1-1-1 16,-3 3-4-16,7-1 3 16,-2 0-1-16,4 2-2 15,1 0-3-15,0 0-3 16,0 0-2-16,1 1-2 16,-1 1 0-16,2 3-13 15,-2 2-11-15,0 0-69 16,1 0 58-16</inkml:trace>
  <inkml:trace contextRef="#ctx0" brushRef="#br0" timeOffset="16232.92">8755 1952 1320 0,'24'25'2'16,"-1"23"-2"-16,-2 8 2 15,-2 12-6-15,-7-1 2 16,-2-12-3-16,-1-9-1 15,-5-19 0-15,0-9 6 16,-3-11 0-16,-1-7 4 16,0 0 9-16,-10-11-3 0,2-6 0 15,-2-2-4-15,-6-4-6 16,0 0 0-16,-9 1 0 16,-4 3-6-16,-5 6-6 15,-2 2 1-15,0 6 5 16,2 4 6-16,2 8 11 15,0 4 7-15,2 8-1 16,2 4-1-16,4 6-7 16,2 1-3-16,6 2 0 15,5-2-2-15,9-4 0 16,6-3-2-16,11-8-2 16,7-3 0-16,9-9-2 15,4-2 2-15,10-9 0 16,2-3 2-16,5-6-2 15,0-3 0-15,1-3 0 16,-1 0 0-16,-5 0 0 0,-6 0 4 16,-10 0 3-16,-7 2 3 15,-8 3 0-15,-6 2 1 16,-7 5 3-16,-3 1 1 16,-7 2 1-16,-5 3-1 15,-1 3-11-15,-3 2 0 16,0 7 0-16,1 2-4 15,-3 7 2-15,0 3-2 0,0 6 0 16,2 1 0-16,3 2 0 16,3-2 0-16,10-6-4 15,2-3-6-15,12-8 1 16,6-3-1-16,1-6 4 16,4-6 4-16,1-7-2 15,-2-2 4-15,3-4 2 16,-2-2 0-16,-1-2 2 15,-2 0-2-15,-5 1 0 16,-3 2-2-16,-6 3 0 16,-3 4 2-16,-2 4 4 15,-3 3 2-15,-3 2 1 16,0 3-1-16,-4 4-4 16,-2 4-4-16,1 8 0 15,-1 4 0-15,2 5 0 0,2 1 2 16,5 0 2-16,1-2-2 15,7-4 0-15,3-4-1 16,6-5-1-16,4-7 0 16,6-10-13-16,2-5-6 15,2-10-14-15,0-3-4 16,-1-5 12-16,-5-1 1 0,-4 0 19 16,-5 0 3-16,-5 0 4 15,-2 1 3-15,-5 1 7 16,-2 0 2-16,-2 3-1 15,0 0-3-15,-2 8-1 16,0 4 5-16,2 14 0 16,0 0-1-16,-3 5-5 15,3 15-4-15,0 17 0 16,-1 8 0-16,1 8 1 16,0 0-1-16,0-6-13 15,1-6-28-15,0-15-122 16,-2-6 101-16</inkml:trace>
  <inkml:trace contextRef="#ctx0" brushRef="#br0" timeOffset="16370.21">9349 2220 1537 0</inkml:trace>
  <inkml:trace contextRef="#ctx0" brushRef="#br0" timeOffset="16816.9">9568 2160 1589 0,'-22'7'-15'0,"-2"2"0"15,1 3 1-15,3 2 12 16,2 1 2-16,6 3 0 16,2 0 2-16,6 2 3 15,3-2 1-15,6-1-3 16,2-3 0-16,7-7 3 15,3-1 0-15,2-8-3 16,2-4 6-16,2-5 3 0,-3-2 0 16,-2-3 0-16,-3 0-6 15,-3 2-3-15,-5 0 0 16,-1 2-3-16,-1 0 0 16,-2 4 0-16,3 3 9 15,-6 5 3-15,0 0 3 16,0 0 2-16,0 0-8 0,-2 14 9 15,2 4 0-15,1 7 6 16,5 2-3-16,3-1-6 16,3-1-6-16,5-9-21 15,0-5-27-15,1-11-131 16,0-3-12-16,2-16 110 16</inkml:trace>
  <inkml:trace contextRef="#ctx0" brushRef="#br0" timeOffset="17167.38">9213 2162 1537 0,'38'-7'79'16,"3"-1"1"-16,4 0-50 15,0 0-12-15,-8 1-75 16,-5 0-77-16,-11 0-2 16,-3 0-38-16,-6-2-200 15,0 2 185-15</inkml:trace>
  <inkml:trace contextRef="#ctx0" brushRef="#br0" timeOffset="18183.25">9916 2233 1543 0,'28'0'-33'0,"4"-1"-4"15,-2 1-1-15,-1 1 9 16,0-1 11-16,-7 2 12 16,2 1 1-16,-9-1-11 15,-1 0-30-15,-2-1 28 16</inkml:trace>
  <inkml:trace contextRef="#ctx0" brushRef="#br0" timeOffset="18500.99">10507 1840 1522 0,'5'42'4'16,"-2"10"0"-16,-5 16 1 16,-2 4 1-16,-4-2-6 15,0-5-4-15,2-16-13 16,0-9-14-16,0-18-35 15,-2-7-130-15,-1-16 123 16</inkml:trace>
  <inkml:trace contextRef="#ctx0" brushRef="#br0" timeOffset="18866.74">10384 2120 2463 0,'42'-7'-9'0,"0"3"-3"15,-2-1-5-15,0 1-4 16,-3 5 10-16,-1-1 3 16,-4 8 1-16,-6 1-4 15,-9 0 1-15,-3 2 1 16,-3 1 4-16,-4 1 2 15,0-1-2-15,-5-4 1 0,1-2 6 16,-4-3 1-16,1-3 7 16,0 0 2-16,0 0-1 15,-8-12 3-15,3 0-6 16,1-2-7-16,4-3-11 16,1-1-15-16,8-2-71 15,1 0-62-15,9-2-93 16,0 0-71-16,1 6 265 15</inkml:trace>
  <inkml:trace contextRef="#ctx0" brushRef="#br0" timeOffset="19883">10994 2119 1130 0,'-3'5'20'15,"-6"0"3"-15,-5-3 8 16,-6-1 18-16,0-1 1 16,0 0 16-16,1 1 4 15,3 1-16-15,3 0-10 16,3 4 2-16,0 4-22 16,2 3-21-16,2 3 3 0,6 3-6 15,3 0 6-15,7-3-3 16,2-2-3-16,6-6 6 15,1-4-3-15,4-5 6 16,3-4-3-16,3-7-6 16,3-3 3-16,1-3-3 15,-3-2-3-15,0-1 0 16,-6 2 0-16,-6 2 3 16,-3 2-3-16,-7 5 6 15,-3 2 3-15,-5 8 0 16,0 0 3-16,0 0-9 15,0 0 0-15,0 0 0 16,1 15-9-16,-4 2 9 16,1 5 9-16,-1 3-6 15,2 2 8-15,1-3 1 0,2-3-6 16,1-7-3-16,3-3-9 16,2-7-32-16,1-4-16 15,4-8-10-15,1-3 33 16,3-6 8-16,5-1 6 15,0 0 11-15,2 0 4 16,0 2 4-16,1 4 2 0,-4 4 2 16,-6 2-5-16,-3 5 5 15,-3 3-2-15,-2 4-2 16,6 1 2-16,-6 3-4 16,-4-1 0-16,-2-2 0 15,-2 0-6-15,-8-2-4 16,2-1 3-16,-9-3-3 15,-4-3-4-15,-1-3-1 16,-1-3-2-16,7-5 3 16,3-2 4-16,5-4 16 15,2-1 4-15,3 1 11 16,1-2 2-16,5 1-5 16,4-1-3-16,5 1-13 15,4 3-2-15,8 5 0 16,-1 3-2-16,3 8 2 15,-1 5 2-15,-5 11 4 16,-3 5 2-16,-4 12 3 0,-4 5-3 16,-5 2 2-16,-1-2-4 15,-1-7-6-15,-3-7 4 16,3-9-4-16,-2-5 1 16,-1-9 9-16,0 0 18 15,0 0 26-15,0 0-4 16,-4-15-17-16,7 0-15 15,1-5-18-15,4-5 0 0,2-1-6 16,2 0-9-16,4 2 3 16,0 4-3-16,2 6 10 15,1 3 5-15,-4 11 0 16,0 6 5-16,-3 13 4 16,-1 7 3-16,-1 11-3 15,0 1-3-15,0-2-15 16,0-5-41-16,0-10-95 15,-2-7-12-15,-1-14 86 16</inkml:trace>
  <inkml:trace contextRef="#ctx0" brushRef="#br0" timeOffset="20056.23">11862 2256 1723 0,'2'12'-176'0,"-2"-3"6"16,0-9 94-16</inkml:trace>
  <inkml:trace contextRef="#ctx0" brushRef="#br0" timeOffset="20883.43">11794 2096 1206 0,'2'-31'-21'0,"4"1"3"16,3 4 9-16,6 7 14 15,0 5 15-15,4 7 17 16,2 3 5-16,3 7 12 16,1 3-7-16,-1 8-16 15,-2 3-10-15,-4 9-19 16,-3 3-2-16,-7 5 0 15,-2 3 2-15,-6-5 2 16,-2-1 0-16,-2-9 0 16,-2-5 4-16,2-9 5 15,-2-3 3-15,0-5 1 16,0-3 0-16,-2-7 1 0,1-1-6 16,2-5 1-16,1-2 16 15,4-1 7-15,2 0 6 16,6 0-19-16,4-1-14 15,3 3-23-15,4 2-10 16,-1 8 0-16,-1 3 3 16,0 10 12-16,0 5 9 0,-4 8 12 15,4 5-6-15,-5 2 12 16,0 0-15-16,0-6-60 16,-3-5-7-16,7-8-46 15,0-4-53-15,3-8-73 16,2-1-19-16,-4-6 100 15,-2 1 93-15,-1-1 170 16,-2 0 24-16,-1 0 18 16,-2-1-10-16,-1-1-63 15,-2 2-15-15,-4-3-13 16,-2 0-9-16,-5 1 3 16,-3-1 4-16,-6 6-1 15,-2 4 1-15,-3 9-9 16,0 3-3-16,0 9 17 15,-1 3-7-15,7 5-21 16,2 0-1-16,7-4-11 0,7-1-3 16,4-8 0-16,5-2-9 15,2-6 9-15,3-4 3 16,3-6 18-16,2-2 9 16,1-5 6-16,2-2-3 15,-6 2-15-15,1 2-7 16,-8 5-8-16,-1 5 0 15,-4 4-12-15,-2 8 3 0,-2 12-9 16,0 8-9-16,-4 15 0 16,0 8 1-16,-2 16-25 15,-1 5-21-15,-2 4-9 16,-3-3 3-16,-8-15 31 16,-7-9 32-16,-6-13 68 15,-7-10 31-15,-8-15 27 16,-4-8-7-16,-9-18-77 15,0-11-87-15,0-16-278 16,6-5 207-16</inkml:trace>
  <inkml:trace contextRef="#ctx0" brushRef="#br0" timeOffset="21333.45">11504 2327 1732 0,'62'8'-9'0,"3"1"-12"16,4-1 9-16,6-4-14 16,-2-2 2-16,-3-5-6 15,-3-2-24-15,-11-4-9 0,-2 0-40 16,-7-1 57-16</inkml:trace>
  <inkml:trace contextRef="#ctx0" brushRef="#br0" timeOffset="23966.09">12160 2974 990 0,'-2'-6'15'0,"2"-1"-28"15,-5 0-3-15,6-4 11 16,2-1 5-16,-1-3 0 15,2 0-2-15,-3-3 9 16,-1 0 9-16,-1 1 38 16,-1 2 13-16,-4 1 38 15,1 2 3-15,-4 0-11 16,-4 3-21-16,2 1-30 16,-1 2 40-16,-1 4-24 15,2 2-5-15,-1 4-18 16,1 3-6-16,0 5-9 15,1 5 0-15,2 10 6 16,1 7 2-16,3 11 1 0,3 6 3 16,4 6-18-16,3 0-6 15,5 2-6-15,4-3-12 16,3-4-9-16,2-1 6 16,-1-9-6-16,-6-2 12 15,-4-4 3-15,-1-3 0 16,-10-4 0-16,-2-2 0 15,-11-8 6-15,-10-1-3 0,-6-6 3 16,-7-2 0-16,-5-6-3 16,-1-1 3-16,-3-8-6 15,0-3 9-15,3-5-6 16,3-3 3-16,9-4-3 16,2-4-6-16,12-3-24 15,8-2-18-15,12-1-32 16,9 0-13-16,17 2 18 15,5 0 13-15,14 1 35 16,3 3 12-16,0 3 12 16,-2 2-9-16,-9 4-48 15,-2 3 18-15,-8 3-2 16,-1 1-5-16,-8 2-24 16,-1 1-27-16,-6 2-74 0,2 0-95 15,-1-1 134 1</inkml:trace>
  <inkml:trace contextRef="#ctx0" brushRef="#br0" timeOffset="24466.37">12294 3229 1119 0,'8'10'83'0,"5"-1"84"16,4-2-65-16,6-3-32 15,3-3 50-15,5-6-91 16,2-3-17-16,1-3-12 16,-2 0-9-16,-7-1 6 15,-6 1-6-15,-8 0 9 16,-5 2 3-16,-3 0 3 15,1 2 3-15,-5 0 12 16,1-2 6-16,-5-1 0 16,-3-2-3-16,-4-1-24 15,-2 1-21-15,-5 1-6 0,-2 2 3 16,-3 6 9 0,2 3 9-16,-2 5 12 0,3 5 9 15,3 4 3-15,0 4-6 16,7 7 6-16,1 2-9 15,5 9 12-15,4-1-3 16,7 2 6-16,6-4 0 0,11-8-9 16,7-3 3-16,9-12-6 15,4-4-18-15,1-14-66 16,-2-8-63-16,1-8-134 16,-2-2-41-16,-3-2 156 15</inkml:trace>
  <inkml:trace contextRef="#ctx0" brushRef="#br0" timeOffset="24850.5">12807 3194 347 0,'5'-9'160'0,"-1"1"256"16,-3 1-106-16,-3 1-128 16,1 2-50-16,-4 0 44 15,1 2-44-15,-4 2-78 16,-3 4-22-16,-2 8-26 16,-3 5-3-16,-2 10-3 15,0 2 0-15,2 3 3 16,2-1 0-16,8-6 0 15,3-4 6-15,5-6 9 16,2-4 3-16,5-6 42 0,5-2 12 16,4-6-1-16,6-5-8 15,4-7-39-15,1-2-22 16,-2-1 0-16,-1-1 0 16,-6 2-5-16,-3 0 6 15,-3 1-8-15,-1 2 4 16,-6 2 1-16,1 3 1 15,-5 4 2-15,-3 5-5 0,0 0-1 16,0 0 0-16,10 13 1 16,-7 2 3-16,0 8 0 15,1 0-3-15,-1-3-5 16,0-4-25-16,5-8-111 16,1-7-70-16,5-13-252 15,4-8 371-15</inkml:trace>
  <inkml:trace contextRef="#ctx0" brushRef="#br0" timeOffset="25617.12">13118 2866 1344 0,'-2'-14'89'16,"1"2"285"-16,1 12-380 15,3 6-12-15,-1 18 12 0,1 8 3 16,-1 16 3-16,-3 5 0 15,-4 5 3-15,-1-1 0 16,-3-3-9-16,-1-7-39 16,0-10-98-16,-1-6 36 15,0-14-26-15,1-7-30 16,0-10-53-16,1-5-12 16,-2-7 85-16,0-2 63 0,2-2 134 15,0 0 40-15,2 1 65 16,-1-2 26-16,2 2-18 15,3 1-20-15,2-2-38 16,4 2-14-16,4 1 19 16,2-1-4-16,8 3-50 15,6 1-24-15,7 2-30 16,6 2-6-16,-1 3-3 16,0 3-3-16,-10 5-15 15,-4 5-3-15,-6 8 0 16,-2 3 0-16,-4 5 9 15,-5-1 15-15,-2 0 21 16,0 0 12-16,1-2 3 16,1-1-3-16,1-5-9 15,0-3-9-15,2-3 9 16,-1-4-1-16,1 0 10 0,0-4 3 16,3-3-12-16,2-4 0 15,4-7-9-15,-3-3-9 16,3-6-6-16,-2-3-9 15,-4-2 3-15,-1 0 6 16,-6 3 3-16,-1 1 6 16,-4 4 0-16,1 3 9 0,-2 4 6 15,3 3 3-15,1 5-15 16,2 0-18-16,5 5-15 16,2 3 3-16,2 8 3 15,1 4 15-15,0 6 0 16,-1 0-9-16,-3-2 6 15,-1-1 3-15,-4-7 0 16,0-4 9-16,-3-4 15 16,-1-6 24-16,0 0 32 15,1 0 9-15,12-12-16 16,-4-2-15-16,3-11-40 16,-1-3-42-16,2-7-119 15,-1-1-146-15,-3 4-231 16,-2 4 68-16,1 8 237 15</inkml:trace>
  <inkml:trace contextRef="#ctx0" brushRef="#br0" timeOffset="25965.62">13715 3108 1729 0,'7'8'147'15,"2"1"32"-15,0-1-134 16,2-1-39-16,1-1-9 15,1-2-39-15,2-2-30 16,0-4-35-16,1-5 2 0,1-3 33 16,-2-2 22-16,-2-3 41 15,-1-2 0-15,-6 0 9 16,-3-2 6-16,-5 0-3 16,-2 0 3-16,-5 3-3 15,-4 2 3-15,-4 6 8 16,-4 3 10-16,-2 7 3 15,0 7 9-15,3 13 18 16,-1 5 3-16,4 13 14 16,2 2 7-16,10 4-18 15,5-3-15-15,13-9-33 16,4-5-33-16,8-15-105 16,4-8-53-16,6-15-201 15,3-7 289-15</inkml:trace>
  <inkml:trace contextRef="#ctx0" brushRef="#br0" timeOffset="26050.1">14111 3026 559 0,'21'-36'7'0,"4"-1"107"15,2-6-187-15</inkml:trace>
  <inkml:trace contextRef="#ctx0" brushRef="#br0" timeOffset="26300.21">14231 2807 1227 0,'-32'27'78'0,"-2"4"42"16,-6 4-27-16,1 5 67 15,0 0 38-15,5 5 38 16,2-1-2-16,10-4-109 16,7-3-25-16,14-10-69 15,8-3-25-15,16-7-47 16,5-5-30-16,12-6-37 16,2-2-31-16,-1-3 8 15,-4 4 44-15,-16-1 60 16,-10 3 27-16,-19 4 57 15,-12 3 3-15,-20 7 5 16,-8 2-14-16,-10 1-36 16,1-1-6-16,7-6-39 15,8-5-71-15,13-8-249 0,9-4 207 16</inkml:trace>
  <inkml:trace contextRef="#ctx0" brushRef="#br0" timeOffset="26866.26">12342 3624 2447 0,'2'45'89'0,"1"2"-24"16,2 8-63-16,1 5-2 15,-1 2-15-15,0-4-42 16,0 0-21-16,-1-7-22 16,0-5-22-16,0-6 30 15,-1-4 2-15,1-11-89 16,1-4-87-16,6-16 178 15</inkml:trace>
  <inkml:trace contextRef="#ctx0" brushRef="#br0" timeOffset="27334.12">12832 3884 1801 0,'0'0'102'16,"-1"0"-55"-16,-18 6-32 16,3 1-9-16,-2 1 3 15,0 3-3-15,0 1-3 16,0 4 21-16,1 2 18 16,1 3 33-16,4-1 5 0,7 0-14 15,4 0-24-15,6-1-33 16,6-2-1-16,6-5-8 15,2-5-4-15,4-7-24 16,1-5-11-16,3-6 0 16,0-4 6-16,-3-3 30 15,0-2-2-15,-9-1 7 16,-2-2 7-16,-6 0 0 16,-2 1 6-16,0 3 12 15,-4 3 3-15,-1 6 6 16,0 10-5-16,0 0 8 15,0 2-3-15,0 17 2 16,2 7-7-16,-1 13-15 16,3 2-1-16,1 1-15 15,-1-5-13-15,6-9-67 0,1-8-54 16,4-15-165-16,3-8-77 16,1-19 268-16</inkml:trace>
  <inkml:trace contextRef="#ctx0" brushRef="#br0" timeOffset="27749.25">13180 3562 2198 0,'1'12'138'0,"5"8"-20"16,0 11-99-16,7 17-16 15,-1 7-6-15,-2 11-17 16,-3 3-15-16,-6-5-37 15,-1-6-25-15,-3-19-10 16,-1-10 23-16,2-18 63 16,2-11 15-16,-1 0 45 15,-11-4 18-15,10-12-6 16,2-5-4-16,7-6-47 16,0-4-21-16,8 0-23 15,2 1-7-15,6 2-6 16,4 4-3-16,0 10 9 15,-1 8 4-15,-3 16 17 16,-4 7 9-16,-9 11 24 0,-3 5 12 16,-7 4 0-16,-4 0 3 15,-11-1 12-15,-4-1 8 16,-7-8 28-16,-1-2 3 16,-1-13-9-16,3-7-36 15,2-9-159-15,2-8-89 16,2-8-326-16,4-1 403 15</inkml:trace>
  <inkml:trace contextRef="#ctx0" brushRef="#br0" timeOffset="28335.83">13578 3959 2204 0,'11'20'143'16,"2"-3"1"-16,2-4-144 16,3-6-18-16,2-7-48 15,0-3-5-15,6-8-70 16,0-5-8-16,-4-5 65 16,-2-2 10-16,-8-1 44 15,-4 2 27-15,-7 2 48 0,-3 4 29 16,-5 3 34-16,-4 0-4 15,-5 4-29-15,-3 2-23 16,-6 8-38-16,0 6 1 16,0 10-1-16,1 3 5 15,5 11 12-15,3 5 5 16,6 4 18-16,10 0-2 16,2-3-10-16,7-4-9 0,9-8-33 15,-1-7-17-15,12-11-44 16,1-7-30-16,6-12-63 15,2-7-133-15,-3-9-210 16,0-3 195-16,-6-4-18 16,-5 0 3-16,-8-3 195 15,-5 0 131-15,-6-5 86 16,0 0 8-16,-3-1 17 16,2-1-8-16,-4 3-37 15,0 3-13-15,-3 14 8 16,2 7 18-16,1 18 24 15,0-1 2-15,0 1-34 16,-6 12-22-16,7 8 35 16,1 8-4-16,2 14 28 15,0 9 14-15,3 19 22 16,-1 4-10-16,2-2-70 16,0-7-54-16,2-20-198 0,1-11-155 15,6-19 154-15</inkml:trace>
  <inkml:trace contextRef="#ctx0" brushRef="#br0" timeOffset="28666.14">14266 3781 1072 0,'20'-13'33'0,"-12"5"37"15,-3 7 17-15,-21 8 12 16,-8 3-8-16,-9 6-54 15,-1 5-8-15,4 2 18 16,2 3 69-16,5 0 82 16,3-2 14-16,6-4-30 15,5-2-73-15,9-4-73 16,5 0-21-16,11-2-17 16,8 1-9-16,6-1-42 15,5 0-29-15,-2 0-52 16,-5-1 8-16,-11 0 57 15,-6 1 31-15,-17 2 41 16,-10 2 17-16,-15 0 13 0,-9-1 9 16,-6-5-72-16,0-5-104 15,-1-10 71-15</inkml:trace>
  <inkml:trace contextRef="#ctx0" brushRef="#br0" timeOffset="28999.58">12544 4437 2343 0,'3'-3'-26'16,"6"-4"-27"-16,28-8-177 15,17-5 18-15,39-7 140 16,14-4 6-16,20 4 37 16,7 1 29-16,-3 7 44 15,0 5 31-15,-3 5 48 16,-5 4 17-16,-6 5 4 16,-3 3-25-16,-16-1-73 15,-6-2-19-15,-16-6-53 0,-10-3-102 16,-13-9-651-16,-15-7 650 15</inkml:trace>
  <inkml:trace contextRef="#ctx0" brushRef="#br0" timeOffset="33852.28">15789 2353 1326 0,'-10'20'33'0,"-7"8"-4"15,-9 13-8-15,-7 5-1 0,-11 11-5 16,-6 1-5-16,-20 10-6 16,-1 5-2-16,-1-1 0 15,-2-4-2-15,9-11 0 16,-4-11 0-16,3-15 0 16,6-7-2-16,11-15-50 15,9-6-262-15,11-13 189 16</inkml:trace>
  <inkml:trace contextRef="#ctx0" brushRef="#br0" timeOffset="34166.42">15058 2602 1753 0,'36'31'15'15,"7"10"-6"-15,5 5 3 16,0 7-9-16,-2 1 0 16,-3-2 0-16,-4-3-3 0,4-6 0 15,3-3 0-15,2-6 39 16,1-3 3-16,-6-10 11 15,-6-4-5-15,-6-11-36 16,-2-6 0-16,-3-9-72 16,-1-5-80-16,-2-9 80 15</inkml:trace>
  <inkml:trace contextRef="#ctx0" brushRef="#br0" timeOffset="35282.61">14883 3305 935 0,'0'0'111'0,"0"0"65"16,14-8-93-16,8 3-23 16,6 0-16-16,15-1-14 15,8 0-11-15,11 3-11 16,3 0-3-16,-6 2 1 16,-3 1-4-16,-8 0 4 15,-3 1 0-15,4-1 0 16,-4-1 1-16,1 0-1 15,-4 0-4-15,-10-1-2 16,-4-1-6-16,-8-3-137 16,-4 1 102-16</inkml:trace>
  <inkml:trace contextRef="#ctx0" brushRef="#br0" timeOffset="36233.78">15138 4051 1105 0,'-4'1'-70'0,"4"-1"-235"16,0 0 148-16</inkml:trace>
  <inkml:trace contextRef="#ctx0" brushRef="#br0" timeOffset="36899.78">15170 3857 1433 0,'-5'-11'48'0,"2"0"4"16,0-1 16-16,2 0-2 16,1-1-13-16,1 3-38 15,1 1 3-15,-2 3 15 0,0 6 6 16,0 0 6-16,0 0-3 16,0 0-19-16,5 5-8 15,-2 10 3-15,0 8 3 16,2 8-3-16,1 4 0 15,1 2-12-15,4-4 0 16,-2-5-6-16,5-4 0 16,-1-8 0-16,0-4 0 0,2-5 6 15,-3-5 3-15,3-2 9 16,2-7 9-16,3-6 0 16,4-6-3-16,1-8-15 15,-3-3-9-15,5-5 0 16,-4 0-6-16,-1 1-3 15,1 4 3-15,-10 4 9 16,-1 5-3-16,-9 4 3 16,-1 3 0-16,-3 5-3 15,1 9 3-15,0 0-3 16,-12 6 0-16,8 17 0 16,-2 10 0-16,3 18-3 15,2 6-3-15,4 12 3 16,4 2 3-16,1 4-27 15,3 3-24-15,-6 3-51 16,-2-1-23-16,-5-5 26 0,-6-8 28 16,-12-12 62-16,-5-7 56 15,-8-13 112-15,-1-7 53 16,2-11 34-16,-1-6-91 16,-12-13-59-16,-7-5-30 15,-16-14-40-15,-4-6-14 0,3-13-28 16,4-7-56-16,17-10-110 15,5-5-131-15,18-4-470 16,8-2 612-16</inkml:trace>
  <inkml:trace contextRef="#ctx0" brushRef="#br0" timeOffset="41198.47">16088 2644 477 0,'4'99'2'0,"2"6"1"16,1 14-3-16,3 1 0 16,1 1-3-16,3 5 8 15,5-3 20-15,0-2 2 16,7-3 3-16,-3-4-7 15,0-14-7-15,-2-6 16 0,-4-17 31 16,0-7 24-16,-7-6 31 16,0-5-11-16,-3-8-41 15,-1-7-25-15,-5-8-30 16,0-6-7-16,-2-9 4 16,-2-1 8-16,-1-8 1 15,1-1 2-15,-1-5-5 16,-2-3-8-16,1-2-6 15,-2-1-6-15,-1-2 2 16,-2 1-2-16,0-1 6 16,-1 0 6-16,2 1 0 15,0 1 2-15,3-3-1 16,-1 0-7-16,4 0 0 16,-1-1-3-16,3 0-5 15,-1 1 2-15,2 3 4 16,-1 0 0-16,0 0 2 0,0 0 0 15,0 0 0-15,1 0 2 16,-1 0-2-16,-1 0 2 16,-27 14-2-16,29-14 0 15,-15 12 2-15,5-7-2 16,-3-2 4-16,0 0 0 16,-5 0 0-16,-2 2 1 0,-8 0-5 15,-2 1-4-15,-8 0-11 16,-3 2-2-16,-11-1-7 15,-5 4 5-15,-10 1 11 16,-8-1 2-16,-14 5 6 16,-5-2 0-16,-1 5 0 15,-7 1 4-15,-12 2 8 16,-3 0 5-16,-9 0 14 16,1-3 10-16,-4-2 7 15,0-3 3-15,-9-1-5 16,-6-2-7-16,8 2-8 15,-2-1-6-15,-1-2-7 16,4-1-7-16,0-6-9 16,0-2-6-16,7-5-46 15,2-2-33-15,11-1-74 16,3-1-22-16,7 2-112 16,4 1 147-16</inkml:trace>
  <inkml:trace contextRef="#ctx0" brushRef="#br0" timeOffset="41999.17">11694 3077 980 0,'-6'-1'79'0,"6"1"45"16,0 0-99-16,0 0 0 16,-2 18-4-16,7 4 5 15,1 7 7-15,5 15 7 16,0 7-1-16,4 18-8 16,-1 14-8-16,0 18-15 15,1 12-8-15,-2 21-8 16,2-3-3-16,-5 0-1 15,-3-4 2-15,4-21 5 16,-3-4 5-16,0-16-2 16,0-8-2-16,-4-13-4 15,1-4 0-15,-3-12-3 16,0-7 1-16,-1-10 6 16,-2-7 2-16,1-9 2 15,0-3 2-15,0-7 0 16,0-6-2-16,0 0 0 0,0 0 0 15,0 0-2-15,1 0 2 16,0 0-4-16,0 0 0 16,28 0 0-16,-15-2-1 15,7 1 1-15,8-1 2 16,12-1 0-16,10 1 2 16,17-2 0-16,6 0-2 15,16-2-43-15,4 1-36 0,11-1-39 16,6 2-45-16,14 2-149 15,3-1 200-15</inkml:trace>
  <inkml:trace contextRef="#ctx0" brushRef="#br0" timeOffset="43448.98">12176 4894 439 0,'-6'0'-8'0,"2"0"-13"15,-4 0 0-15,4 1 38 16,-7-1 18-16,4 0 53 15,1-1 29-15,6 1 1 16,0 0-18-16,-1 0-47 16,0 0-26-16,1 0-20 15,-1 0-5-15,0 0-2 16,0 1 9-16,2 8 25 16,12-5 12-16,10 0 6 0,7 0-10 15,12 2-15-15,6-4-5 16,10 1 11-16,7-2 7 15,14-5 15-15,4-1-1 16,14-5-8-16,6 1-5 16,9 0-10-16,6 0-4 15,3 1-2-15,6 1 12 0,5 0 2 16,1 1-6-16,4-1-15 16,0-1-4-16,1 1 1 15,3 0-6-15,0 1-3 16,-5 0-6-16,4 1 6 15,-11 1-9-15,-10-1 3 16,-4 0 0-16,-5-4-3 16,1 0 0-16,-6-3-18 15,-3 0 1-15,-11-3-67 16,-3-2 3-16,-1 0-240 16,-1 0 212-16</inkml:trace>
  <inkml:trace contextRef="#ctx0" brushRef="#br0" timeOffset="44599">12111 4797 812 0,'0'0'41'0,"0"0"61"16,0 0-138-16,0-1 2 15,0 0 18-15,0 0 27 16,0 1 39-16,1-1 25 15,22-10 16-15,-4 10-10 16,12 0-17-16,5 0-14 16,13-2-25-16,7 0-9 15,12-2-10-15,2-1 0 16,7-1-1-16,2 0 7 0,11 0 15 16,5 0 8-16,8-1 10 15,5 2-1-15,7-1-13 16,1 0 9-16,11 0-10 15,6-1-12-15,2-2 3 16,2 2 0-16,0-4-7 16,-2 4 1-16,1-2-3 15,-7 0 0-15,5-1-6 16,-3 0 12-16,-8-1 3 16,2 0-3-16,-2-1 3 15,3-1-9-15,-7 0-12 16,2-1 6-16,-11 1-6 15,-6 1 0-15,0 0 6 16,-6 1-6-16,-11 1 0 16,-7-1 0-16,-10 1 0 0,-1 3 0 15,-8-2-9-15,-4 4-3 16,-4-1-42-16,-8 0-27 16,-6 1-81-16,-6-1 34 15,-9 1-164-15,-4-2 145 16</inkml:trace>
  <inkml:trace contextRef="#ctx0" brushRef="#br0" timeOffset="47549.71">16965 3277 1086 0,'5'0'8'0,"1"0"-26"16,2 1-3-16,-1-1 21 16,0 0 6-16,-1-2 23 15,2 1 17-15,2 0 24 16,1 0 4-16,7 0-5 15,4 1-12-15,10-1-19 16,4 1-9-16,6-3-13 16,1 1-4-16,2-1-11 15,1 0 5-15,-2-2-2 16,0 0 4-16,-6 0-4 16,1 0 2-16,-5 0-3 15,2-1-3-15,-5 0 0 16,-2-2 0-16,-1 0 0 15,-3 0 0-15,1 0-3 16,-4 4-7-16,-3-1-29 0,-2 1-13 16,-9-1-49-16,-1 2-23 15,-7 3-127-15,0-1 121 16</inkml:trace>
  <inkml:trace contextRef="#ctx0" brushRef="#br0" timeOffset="48132.45">17668 2903 1220 0,'0'0'25'0,"0"0"-12"15,1 0-18-15,0 0-3 0,0 0 4 16,1 0 4-16,27 7 4 15,-16-5 5-15,3 2 11 16,9 3 5-16,3 0-2 16,10 4-9-16,3-1-6 15,7 3-6-15,2 1-1 16,1 1 1-16,0 1-2 16,-4 0 0-16,-5 2 0 15,-9 0-2-15,-3 0 1 0,-10 1-3 16,-3 0-2-16,-14-1 2 15,-3 1 0-15,-13 2 4 16,-7 0-2-16,-9 3 2 16,-5 2 0-16,-4 4 2 15,-6 2 6-15,-4 5 11 16,-4 2 3-16,-1 6 9 16,2 0-2-16,4 1-6 15,3-3-2-15,6-6-9 16,5-3-10-16,10-10-29 15,8-6-61-15,16-10 52 16</inkml:trace>
  <inkml:trace contextRef="#ctx0" brushRef="#br0" timeOffset="51249.51">18787 2064 1284 0,'0'54'0'0,"-2"10"-2"16,-4-1-2-16,1 1 2 16,-1-5 0-16,4-13 2 15,-1-10 2-15,3-19 0 16,0-12 0-16,0-15-2 0,2-10 0 15,1-16-4-15,4-3-10 16,2-10-1-16,0-1-5 16,2-4 11-16,0-1 1 15,-2-3 10-15,0-1 2 16,-3 3 2-16,-1 2 1 16,0 8-3-16,2 4 4 0,6 8-8 15,4 5 0-15,9 8-2 16,3 6 2-16,6 9 2 15,-2 3 2-15,1 15 0 16,-6 6 0-16,-12 14-10 16,-4 7 0-16,-13 5 2 15,-6 1-2-15,-10 2 6 16,-6-2 0-16,-12-6 0 16,-4-4 0-16,-8-5 10 15,2-4-2-15,2-9-3 16,2-4-6-16,11-11-96 15,4-6-236-15,14-7 188 16</inkml:trace>
  <inkml:trace contextRef="#ctx0" brushRef="#br0" timeOffset="51732.52">19140 2211 1148 0,'4'3'-2'15,"0"-1"8"-15,1-2 5 16,0-2 7-16,0-2 5 15,0 1 2-15,-3-2-9 16,-1 1-5-16,-4 0-5 16,0 2-6-16,-4 2 0 15,-2 1 2-15,-1 3 0 16,2 2 0-16,2 1 0 16,4 0 0-16,2 0-2 15,0 0 2-15,1-3 2 16,-1-4 0-16,0 0 9 15,0 0 1-15,0 0 7 16,-1-11 0-16,6-4 6 0,3-3 1 16,5-4-1-16,0-4-6 15,7-1-9-15,5-2-5 16,3 1-7-16,1 1 0 16,3 6-3-16,-3 4-9 15,-7 5-83-15,-1 2-207 16,-10 3 153-16</inkml:trace>
  <inkml:trace contextRef="#ctx0" brushRef="#br0" timeOffset="52115.5">19448 2233 1720 0,'23'-6'-9'0,"-1"-6"9"16,0-3 3-16,1-5-3 15,-2-3 6-15,0 1-3 16,-1-2-3-16,-4 0 0 16,-2 1-9-16,-8 0-15 0,-6 4-8 15,-8 4-19-15,-5 4-13 16,-7 9 39-16,-6 4 2 15,-4 11 15-15,-2 6 12 16,0 11 13-16,4 5 1 16,3 7-5-16,5 1 7 15,10 0-5-15,6-4-9 16,8-9-6-16,8-4 0 16,10-12-9-16,6-5 3 0,13-12-26 15,7-8-24-15,7-14-199 16,5-5 162-16</inkml:trace>
  <inkml:trace contextRef="#ctx0" brushRef="#br0" timeOffset="52815.25">20121 1785 1502 0,'-6'45'12'0,"-8"13"4"16,-1 6 1-16,-4 6 31 16,-1 1-6-16,4-8-15 15,0-5-13-15,6-18-8 16,4-9-3-16,3-13-3 0,2-7-12 16,1-12-35-1,0-8-25-15,3-11 1 0,1-6-12 16,1-7-3-16,-1-1 11 15,-6 1 34-15,-3 2 18 16,-8 4-6-16,-4 3 0 16,-6 10 8-16,-5 7 13 0,-5 12 47 15,-2 10 23-15,0 14 17 16,3 4 4-16,6 10-15 16,1 2-16-16,13-2-17 15,9-3-10-15,6-10-5 16,8-7 7-16,8-10 0 15,1-6-3-15,12-9 0 16,4-8-1-16,7-10-11 16,2-2-3-16,4-5-6 15,0 1-3-15,2 2 0 16,1 2-6-16,-5 5 6 16,-3 3 3-16,-11 8-3 15,-7 3 3-15,-13 9-3 16,-7 5-9-16,-8 10 9 15,-5 3 3-15,-3 4 9 16,0 0 0-16,4-7-6 0,2-7 0 16,4-14-6-16,0 0 0 15,-4-5-12-15,0-9-6 16,-2-8-3-16,-1-4-5 16,1-4 8-16,2-2 9 15,2-4-3-15,2-2 12 16,6 0-3-16,5 2 0 15,4 0 0-15,3 2 3 0,2 5-3 16,0 3-3-16,0 7-12 16,2 4-19-16,-2 4-35 15,0 6-32-15,5 7-138 16,-2 3 118-16</inkml:trace>
  <inkml:trace contextRef="#ctx0" brushRef="#br0" timeOffset="53299.16">20688 2076 1481 0,'-25'2'54'0,"0"2"12"15,1 2 0-15,2 4-28 16,1 1 1-16,1 5-21 0,1 2 0 15,9 1-9-15,4 0-3 16,13-2 0-16,11-2 0 16,15-6 9-16,7-4 0 15,11-8-15-15,6-7 0 16,1-8-12-16,-3-3-15 16,-6-7-12-16,-5-3-18 0,-9-4-11 15,-5-2-7-15,-9-2 44 16,-6-1 13-16,-5 1 12 15,-3-1 6-15,-2 1 8 16,0 0 6-16,-1 6 5 16,1 3 34-16,-3 11 13 15,0 8-1-15,-3 11-14 16,-2 10-9-16,-6 18-18 16,-2 7-6-16,-6 20-12 15,-2 6 0-15,-1 7-3 16,2 2 0-16,5-5-33 15,5-5-27-15,6-18-18 16,5-8-14-16,3-19 11 16,3-7 35-16,-1-13-116 15,-1-7 107-15</inkml:trace>
  <inkml:trace contextRef="#ctx0" brushRef="#br0" timeOffset="53449.58">20945 2023 1326 0,'54'-5'4'0,"9"-2"-2"15,10-1 2-15,0 1-4 0,-6-1-2 16,-8-1-19-16,-14 1 13 16</inkml:trace>
  <inkml:trace contextRef="#ctx0" brushRef="#br0" timeOffset="54016.61">19014 2428 1334 0,'63'-1'-14'15,"10"-2"7"-15,28-5 3 16,10-3 4-16,16 2 9 16,6-1 1-16,6 2-4 15,6 1-2-15,3 2-2 16,-1 0 0-16,-4 4 0 16,-7 0 0-16,-4 1 1 15,-4 1-3-15,-21-1 0 0,-9-2-2 16,-22-2-3-16,-9 0-11 15,-15-2-69-15,-5 1-103 16,-21-1 84-16</inkml:trace>
  <inkml:trace contextRef="#ctx0" brushRef="#br0" timeOffset="58348.56">19296 2893 1406 0,'10'4'17'16,"8"0"-23"-16,16-2 0 16,6-3 6-16,11-6 22 15,2-3 3-15,4-6 0 16,3-1-4-16,-5-5-5 15,-4-3-3-15,-7-3-7 16,-6-2-4-16,-6-2 2 16,-3 0-4-16,-7 1-2 15,-4 1 2-15,-10 0-13 16,-6 2-7-16,-8 1-22 0,-7 4-9 16,-11 6 3-16,-6 6 5 15,-7 13 30-15,-2 8 5 16,0 12 14-16,1 6 3 15,2 9 7-15,2 7 1 16,7 15 3-16,2 6 3 16,3 7 4-16,0-2 0 15,8-7-4-15,2-7-5 16,8-13-8-16,5-6-9 0,5-14-4 16,2-6-11-16,8-14-58 15,4-7-75-15,6-16 79 16</inkml:trace>
  <inkml:trace contextRef="#ctx0" brushRef="#br0" timeOffset="58749.34">19871 2935 1466 0,'0'11'31'0,"2"-2"-29"16,2 1-2-16,2-4-4 16,2-2-2-16,4-4 6 0,1-3 6 15,6-5 7-15,0-1-1 16,0-4 0-16,-1 0-7 16,-7-2-1-16,-3 0-2 15,-7 1 2-15,-4 1 2 16,-6 3-12-16,-4 1 2 15,-6 6 2-15,-1 2-2 0,-3 6 6 16,0 5 0-16,4 5 2 16,2 3 4-16,4 4-2 15,1 1 6-15,8 2 0 16,4-1 0-16,7-3 3 16,5-2-6-16,6-9-15 15,5-6-3-15,9-10-48 16,8-7 12-16,12-11-139 15,3-4 120-15</inkml:trace>
  <inkml:trace contextRef="#ctx0" brushRef="#br0" timeOffset="59149.46">20542 2744 1044 0,'4'2'106'16,"-1"3"49"-16,-10 6-52 0,-6 3-24 15,-9 4-34-15,-7 1 15 16,-5 1 6-16,-2 3 2 16,-1-1 7-16,3 2 0 15,9-6-10-15,6-3-17 16,12-5-30-16,5-3-9 16,7-2-21-16,5-1 9 15,8 1 6-15,5-1 6 0,7 0 18 16,1 2-15-16,-1 0-6 15,-4 2-3-15,-10 4-3 16,-3 2 0-16,-10 3 6 16,-6 2-9-16,-11 1 9 15,-5 3 0-15,-14 1 9 16,-4-1 6-16,-3-4 0 16,-3-2-9-16,6-9-12 15,2-5-12-15,9-7-39 16,2-6-30-16,13-10-77 15,9-6-24-15,12-11 0 16,9-6 21-16,14-4 97 16</inkml:trace>
  <inkml:trace contextRef="#ctx0" brushRef="#br0" timeOffset="60332.77">20632 2714 1293 0,'22'30'72'0,"-4"4"19"0,0 5-25 15,-6 6-20-15,-2 1 14 16,-3-2-15-16,-4-1-10 16,-3-7-14-16,-3-7-6 15,-7-10-18-15,-2-7-21 16,-3-11-110-16,-3-4 9 0,-1-9-51 16,1-2-30-16,0 0-90 15,0 1 36-15,1 5 153 16,-1 4 82-16,4 4 146 15,2 3 89-15,6 1 24 16,2 2-47-16,7-4-76 16,-2 0-16-16,10-5-18 15,6-3-13-15,8-6-10 16,7-1 54-16,5-1-10 16,4 1-23-16,0 2-27 15,-2 3-15-15,-2 3-24 16,-6 4-6-16,-8 2-6 15,-1 4-6-15,-6 6-6 16,-3 3-6-16,-3 1-30 16,-3 1-15-16,-4-2-6 0,-4-1 7 15,-4-4 29-15,-4-1 12 16,-3-5 21-16,0-1 6 16,-4-4 0-16,0-4 9 15,1-6 3-15,4-4-6 16,4-7 15-16,5-2 0 15,6-4-12-15,6-2 6 16,9 1-13-16,4 2-2 0,2 7 0 16,-4 5-3-16,2 11 0 15,-5 5 3-15,-2 10-3 16,-1 5-6-16,-4 10 6 16,-3 2 0-16,2 4 6 15,-1 0 6-15,2-1-3 16,1-3 6-16,-2-6 0 15,-1-3 0-15,-1-9-6 16,-3-5-3-16,2-4-3 16,0-7 3-16,2-9-3 15,1-4 6-15,3-5-3 16,-2-2-3-16,1 3 0 16,-1 3-3-16,0 7 0 15,1 4 0-15,-5 9 0 16,5 4-9-16,-5 12 0 15,-4 4 3-15,3 9 3 16,-2 2 3-16,4-3 3 0,4-3-3 16,5-9 0-16,2-7 0 15,1-10-6-15,2-7 6 16,2-10-21-16,1-5-27 16,0-3-65-16,-3 1 39 15,-1 1 30-15,-3 3 13 0,-5 3 23 16,-3 1 6-16,-10 4 2 15,-2 1 0-15,-10 4 6 16,-3 3 9-16,-3 6 8 16,-1 3 8-16,-3 8 0 15,0 4 19-15,-1 6 7 16,2 3-7-16,3 1-14 16,4-2-12-16,8-3-6 15,3-4-12-15,8-8-6 16,5-3 6-16,4-5 15 15,4-5 3-15,2-3 3 16,5-3-9-16,0 1-12 16,2 2-6-16,0 6 6 15,-3 4 0-15,1 14-6 16,-6 5 0-16,-3 17 0 16,-6 10 0-16,-4 12 0 0,4 6-3 15,-8 6-6-15,-1 1 3 16,-8-1-15-16,-14-3 6 15,-23-9 3-15,-11-6 0 16,-18-9 24-16,0-7 24 16,-3-22 24-16,-2-14-16 15,7-29-59-15,5-11-50 16,16-17-79-16,11-9-38 0,13-10 4 16,5 3 115-16</inkml:trace>
  <inkml:trace contextRef="#ctx0" brushRef="#br0" timeOffset="60732">19922 3306 1336 0,'68'-3'39'15,"13"-2"1"-15,13-2-32 16,18-2-8-16,2 1 2 15,7 2 0-15,5-1 0 0,-5 1 0 16,-3 1 4-16,-3 0-4 16,-8 1-1-16,-13-1 7 15,-5 0-4-15,-18 1 0 16,-7-1-2-16,-12-1-2 16,-8 0-6-16,-19 0-25 15,-9-1-62-15,-21 3 54 16</inkml:trace>
  <inkml:trace contextRef="#ctx0" brushRef="#br0" timeOffset="62515.68">22029 2022 1384 0,'0'0'0'15,"-13"6"0"-15,0 13 8 16,-2 2 2-16,-7 13 3 15,-1 2-3-15,-5 0-4 16,-2-1-2-16,7-10 0 16,6-4-1-16,7-11 1 15,10-10-2-15,0 0 4 16,1-2-4-16,8-14 2 0,6-4 2 16,7-7-1-16,-1-3-1 15,6 0-2-15,-4-2 0 16,-1 2-2-16,1 0 0 15,4 1 0-15,4 1 0 16,7 5 0-16,0 3 0 16,-2 11 0-16,-2 9-2 0,-17 13-4 15,-7 8 1-15,-15 14-3 16,-10 4 0-16,-4 6 6 16,-1 0 0-16,3-7 2 15,4-4 2-15,7-14-2 16,3-5-2-16,3-15-21 15,0 0-39-15,9-8-196 16,-4-6 149-16</inkml:trace>
  <inkml:trace contextRef="#ctx0" brushRef="#br0" timeOffset="63315.89">22328 2155 1005 0,'19'0'71'0,"4"-5"-13"15,5-4-11-15,0-1-6 16,0-5-14-16,-3 0-8 16,-7 0-9-16,-2-2-4 15,-10 1-3-15,-4-1-1 16,-7 3 0-16,-3 1 0 15,-6 2-4-15,-3 3 4 16,-2 3 0-16,-3 4 6 16,-3 6 5-16,1 6 1 0,-1 11 9 15,2 4 4-15,6 11 1 16,1 2-1-16,7 1-6 16,6-3-6-16,3-7-1 15,4-6-2-15,10-11-7 16,1-7 5-16,16-10-4 15,7-8-2-15,8-7 0 16,7-4-2-16,2-5 0 16,-3-2 0-16,-4-1-2 15,-10 1 0-15,-14 3-2 16,-4 4 2-16,-13 3 0 16,0 4 2-16,-7 6-2 15,-3 3 1-15,-2 5-2 16,0 4-1-16,-6 10 5 15,3 8-3-15,-7 10 4 0,-3 6 0 16,1 2-2-16,-4-3 2 16,11-7 2-16,5-7-6 15,9-9 3-15,11-5 6 16,5-8 0-16,4-6 9 16,7-10-6-16,1-3-6 15,4-5 0-15,-2-1 0 0,-4 1 3 16,-2 1-3-16,-8 4 0 15,-3 3-3-15,-7 8-3 16,-9 9 0-16,0 0-3 16,6 12 0-16,-8 11 3 15,-3 5 0-15,1 5 6 16,0-1 6-16,6-6-3 16,4-5-3-16,8-10-1 15,2-6 1-15,9-8 12 16,1-7 3-16,7-8-6 15,1-2-3-15,2-6-6 16,-4-1 0-16,-10-4 0 16,-5 0-3-16,-14-1-39 15,-5 0-32-15,-9 4-129 16,-1 0-113-16,3 8 181 16</inkml:trace>
  <inkml:trace contextRef="#ctx0" brushRef="#br0" timeOffset="63585.65">23580 1792 1625 0,'-19'75'-18'0,"-10"3"18"16,-4-1-6-16,-1-2 15 15,3-8 3-15,4-14 0 16,6-10 0-16,13-18-33 16,5-8-39-16,10-15-221 15,4-7 197-15</inkml:trace>
  <inkml:trace contextRef="#ctx0" brushRef="#br0" timeOffset="64465.91">23728 2027 1264 0,'-19'0'-4'0,"-4"2"4"16,-3 4 27-16,1 1 8 0,3 5 12 15,3 4-1-15,3 4-15 16,3 2-9-16,3 0-17 16,3 0-5-16,8-6 0 15,4-1 2-15,9-8 0 16,2-3 2-16,6-7 4 15,1-4-4-15,2-6 0 16,2-3 1-16,-2-3-3 16,-1-2 4-16,-3 0-2 15,-2-1 2-15,-5 1 6 16,-4 2 1-16,-2 5 25 16,-6 1-8-16,0 8-12 15,-2 5-9-15,-2 5-9 16,-1 9 0-16,-8 13 0 0,-3 4 9 15,3 3 6-15,1-4-1 16,6-9-11-16,5-5-3 16,6-10-8-16,7-5-7 15,5-9-18-15,2-7-24 16,6-12-16-16,0-5-16 16,1-5-32-16,-2-3 11 0,-5-4 21 15,-3-1 4-15,-1-5 51 16,-5-2 0-16,0-1 40 15,1 0 47-15,-3 5 20 16,3 8 2-16,-3 17 7 16,-5 8-17-16,2 18-10 15,-4 10-15-15,-1 23-14 16,2 11-7-16,-10 13-4 16,-4 4-1-16,-6-3-8 15,-2-6 0-15,5-10-1 16,2-9 1-16,7-15 0 15,0-4 2-15,3-11-4 16,1-6 0-16,0 0-1 16,1 0 1-16,14-17 4 15,-5 3-2-15,3-3-2 0,1 2 0 16,3 3-2 0,0 1-1-16,-1 7-1 0,-4 2 2 15,-2 8-2-15,-3 5 0 16,-7 3-5-16,0 4 3 15,-9 4 0-15,-5 1 2 16,-1-1 0-16,-1 1 0 16,-5 0 0-16,1-2 0 15,-7-3 4-15,-2-4-2 0,3-9 3 16,3-5-1-16,8-10-15 16,2-5-30-16,9-8-180 15,3-3 145-15</inkml:trace>
  <inkml:trace contextRef="#ctx0" brushRef="#br0" timeOffset="64898.8">24217 2124 1516 0,'9'5'4'0,"0"-5"0"16,-2-3 2-16,4-7 1 0,2-2 1 16,3-6 15-16,2-3-8 15,1-3-12-15,1-2-3 16,-3-2-9-16,4-1 0 16,-11 3-6-16,-3 2 5 15,-8 7 4-15,-9 3-13 16,-5 9 2-16,-3 4 3 15,-9 10 8-15,-3 7 18 16,-2 14 3-16,0 6-1 0,4 10 1 16,2 2 7-16,15-5 5 15,7-4-6-15,15-10 3 16,9-8-3-16,8-11-3 16,4-7-1-16,6-11-14 15,3-8-23-15,6-13-94 16,-3-6 39-16,4-7-33 15,-6-3-18-15,-5-4 9 16,-1-1-96-16,-9-2 126 16</inkml:trace>
  <inkml:trace contextRef="#ctx0" brushRef="#br0" timeOffset="65065.65">24658 1672 1398 0,'-8'44'25'0,"-1"13"-4"0,-3 4-1 15,-2 2-3-15,-1-1-5 16,-2-7-4-16,-1-8-1 16,8-16-11-16,4-7-7 15,9-16-76-15,8-4-187 16,6-13 163-16</inkml:trace>
  <inkml:trace contextRef="#ctx0" brushRef="#br0" timeOffset="65383.18">24758 2003 1562 0,'-38'25'21'15,"4"1"-6"-15,12-4 9 16,5-2-6-16,15-6-3 15,7-1-3-15,8-1-1 16,6-1 1-16,4 4 0 16,3 0 3-16,4 3-6 15,1 2-6-15,-8 2 3 16,-3 0-3-16,-16 1-9 16,-7-2 3-16,-17-2 6 15,-2-2 6-15,-18-5 3 0,-8-4 3 16,-1-11-24-16,-6-6-33 15,3-11-116-15,-2-3 28 16,-1 0 74-16</inkml:trace>
  <inkml:trace contextRef="#ctx0" brushRef="#br0" timeOffset="65766.84">23496 2356 1481 0,'132'0'0'16,"-7"-2"0"-16,-2 0 0 16,-7-4 0-1,-7 0 6-15,-15-4-2 0,-6 0 0 16,-15-1-10-16,-10-1-15 15,-16-1-131-15,-4 0 104 16</inkml:trace>
  <inkml:trace contextRef="#ctx0" brushRef="#br0" timeOffset="69565.89">20581 3319 1127 0,'1'6'56'15,"-3"2"89"-15,-10 9-153 16,-4 3 10-16,-14 13 6 0,-7 6 4 16,-15 11 3-16,-5 4 3 15,-14 7-5-15,-3 7-1 16,-10 9-4-16,-1 3-5 15,0-6 1-15,-1-9-2 16,13-18-2-16,5-8 0 16,9-12 0-16,5-7-4 15,6-15-67-15,0-7-195 0,9-14 148 16</inkml:trace>
  <inkml:trace contextRef="#ctx0" brushRef="#br0" timeOffset="69852.77">19422 3546 1681 0,'31'12'96'0,"4"6"-54"16,5 2-63-16,4 5 3 15,0 3 6-15,3 6 12 16,1 5 0-16,3 5 0 15,3 1 0-15,4-1 0 16,3-2 3-16,6-6-3 16,5-4 3-16,6-8 0 0,-1-5 3 15,-2-6 0-15,-8-2-9 16,-14-5-39-16,-6-3-12 16,-15-3-29-16,-2 0 2 15,-9-7-43-15,-2-1-208 16,-2 2 172-16</inkml:trace>
  <inkml:trace contextRef="#ctx0" brushRef="#br0" timeOffset="70433.78">19513 4315 1398 0,'51'0'31'0,"9"-2"-18"16,8-2 5-16,11-2 3 15,6-4 6-15,6-1-5 16,3-1-7-16,3-1 29 15,-1-1-11-15,-1 1-12 16,-4-1-6-16,-7 1-15 16,-2 3-6-16,-12 1-33 15,-5 1-27-15,-9 3 2 16,-10-2-37-16,-13 0 57 0</inkml:trace>
  <inkml:trace contextRef="#ctx0" brushRef="#br0" timeOffset="73199.78">22826 3510 732 0,'-1'1'-25'0,"0"0"55"0,0 0 24 16,0 0 40-16,1 0 8 16,-1 1-17-16,-13 26-27 15,16-15-23-15,-1 3-11 16,1 10-13-16,1 4-1 15,1 10-2-15,0 3 3 16,3 1-1-16,1 1-2 0,-1-8-2 16,2-2-3-16,-2-6 9 15,3-4 5-15,2-8 14 16,1-4 2-16,7-7 0 16,0-4-2-16,7-6-11 15,1-3-7-15,1-9-3 16,-2-3-4-16,-2-5 2 15,-1-2 3-15,-5-2 3 16,-1-1 1-16,-6 1 5 16,-3-5 0-16,-5-2 22 15,-2 1 3-15,-2 2 2 16,1 8-5-16,-1 9-6 16,1 4 0-16,-1 11-18 15,0 0-9-15,-1 6-6 16,-2 11-3-16,0 21 0 15,0 8 15-15,4 18-9 16,3 9-6-16,9 2-72 0,3 3-32 16,5-2-26-16,0-1 74 15,-5 6 23-15,-3 0 12 16,-7 3 15-16,-5-4 6 16,-8-8 17-16,-8-4 16 15,-12-12 35-15,-7-3 149 16,-10-12 121-16,-2-7-45 0,2-18-119 15,5-9-63-15,0-20-97 16,4-11-18-16,0-19-16 16,1-8-6-16,5-15-53 15,4-9-26-15,7-14-59 16,5-6-126-16,11-8-182 16,5 3 386-16</inkml:trace>
  <inkml:trace contextRef="#ctx0" brushRef="#br0" timeOffset="73950.48">22917 3344 1303 0,'1'-13'58'16,"10"-2"0"-16,3-3-13 15,4-6-28-15,1-3-9 16,0-4-4-16,0-1-2 15,-3-1 0-15,0 1-2 16,-2 2 2-16,-1 1 0 0,-3 3-2 16,1 3 0-16,-5 5 0 15,-2 4-2-15,-2 7 2 16,-2 7 0-16,0 0-2 16,0 0-2-16,0 3 4 15,-2 10 8-15,-3 10 7 16,-1 4 4-16,-2 12 17 15,0 4 12-15,3 5-6 16,4 0-1-16,9-6-17 16,6-4-3-16,13-11-18 15,5-8-3-15,5-16-48 16,0-5-47-16,-4-16-50 16,-2-5-59-16,-5-2 115 15</inkml:trace>
  <inkml:trace contextRef="#ctx0" brushRef="#br0" timeOffset="77532.16">22395 4111 935 0,'6'-4'96'0,"6"0"81"15,5-1-162-15,11-1-13 16,4-1 2-16,7 1 12 16,12 0 9-16,8-1 14 15,5-1 1-15,9 0-9 16,-1 1-9-16,-2 0-16 16,1 0-5-16,-2 1-1 15,-4 2 2-15,-3 1-2 16,-4 3 2-16,-7 1-2 15,-5 2-2-15,-7-2-7 16,-4 2-15-16,-8-1-258 16,-2 0 187-16</inkml:trace>
  <inkml:trace contextRef="#ctx0" brushRef="#br0" timeOffset="77832.28">22765 4207 1320 0,'71'0'29'0,"1"0"-25"16,3 0 0-16,-1-1-4 15,-4-3 0-15,-10-2-8 16,-6-2-3-16,-11-3-11 16,-7 0-57-16,-9-3 48 15</inkml:trace>
  <inkml:trace contextRef="#ctx0" brushRef="#br0" timeOffset="86116.74">7463 4277 1132 0,'13'-13'28'0,"10"-6"-11"16,9-4-13-16,17-9 7 0,8-6 9 16,18-6 15-16,4-4 3 15,11-11 3-15,8-6 0 16,8-11-10-16,5-3-4 16,16-2-4-16,5-2-1 15,9-6-7-15,7-2 1 16,-5-4-9-16,0 2 3 0,-5 7-2 15,-8 3-2 1,-8 12-3-16,-13 4-1 0,-12 9-2 16,-6 4 0-16,-16 6 2 15,-6 6 0-15,-13 11-2 16,-10 6-4-16,-8 7-5 16,-7 4-5-16,-11 5-38 15,-1 3-37-15,-12 4-283 16,-1 2 203-16</inkml:trace>
  <inkml:trace contextRef="#ctx0" brushRef="#br0" timeOffset="86698.9">8212 4107 668 0,'9'0'126'0,"2"-1"197"16,6-1-306-16,6-4-15 15,2-3 6-15,10-4 9 16,6-3 7-16,16-8 3 15,10-4 0-15,12-11-4 16,7-8-5-16,14-9-9 16,4-4-5-16,8-4 0 15,5-1 0-15,6-4-2 16,2-3 2-16,7-5 2 0,-2-1-3 16,-3 3 1-16,-1 1 2 15,-8 5-4-15,-4 3 0 16,-8 7 0-16,-6 5 0 15,-13 6 0-15,-6 3-2 16,-13 0 2-16,-5 2-2 16,1 5-2-16,-3 2-4 15,-7 5-8-15,-3 4-9 0,-11 8-50 16,-6 4-59-16,-13 8 68 16</inkml:trace>
  <inkml:trace contextRef="#ctx0" brushRef="#br0" timeOffset="87183.18">9176 3985 1196 0,'22'1'12'16,"8"-3"-33"-16,11-6 1 15,11-10 20-15,4-6 14 16,12-10 23-16,2-4 5 0,13-4 1 16,5-1-2-16,9-3-10 15,7 2-4-15,0-5-8 16,4-1-3-16,5-5-5 16,-6-3-5-16,4-2-2 15,4 2 0-15,-3 0-2 16,1 1 0-16,1 0 0 15,-5 2-2-15,-14 7-2 16,-7 6-4-16,-24 9-8 16,-10 7-9-16,-18 10-39 15,-10 5-54-15,-19 9 63 16</inkml:trace>
  <inkml:trace contextRef="#ctx0" brushRef="#br0" timeOffset="87582.4">10049 4092 1194 0,'20'-7'33'15,"2"-3"-7"-15,17-4-30 16,6-2 4-16,23-8 15 16,4-2 10-16,10-9 10 15,4-4 2-15,0-6 2 16,3-1-8-16,-2 0-8 15,-2 1-6-15,-4 5-5 16,-1 2-2-16,-6 5-2 16,-4 1-5-16,-13 2 1 15,-5 1-2-15,-10 2-8 16,-5-2-9-16,-15-1-51 0,-10-1-93 16,-18 0 93-16</inkml:trace>
  <inkml:trace contextRef="#ctx0" brushRef="#br0" timeOffset="88150.62">7390 3640 1099 0,'-10'-3'26'16,"7"-2"-17"-16,3-3-16 15,15-9 5-15,7-3 6 16,11-14 28-16,9-7 13 15,18-11 11-15,15-6 0 16,18-6 1-16,6-1-9 0,8 2-17 16,-3 4-8-16,-11 6-15 15,-7 5-2-15,-16 9-4 16,-9 4 0-16,-9 6-2 16,-3 2 0-16,-3 0 0 15,-5-1 0-15,-5-1 0 16,-4-1-4-16,-7 4-8 15,-4 1-13-15,-9 7-93 16,-6 4-219-16,-7 1 168 16</inkml:trace>
  <inkml:trace contextRef="#ctx0" brushRef="#br0" timeOffset="90032.84">11905 2463 598 0,'25'2'-7'0,"6"-3"12"15,5 0 13-15,12-5 25 0,9 0 12 16,14 2-5-16,9-3-7 16,15 2-25-1,5-1-9-15,7-2-6 0,5-2-3 16,9-2 9-16,3-2 9 15,8-2 25-15,4 1 10 16,6-1 17-16,6 0-12 16,8 2-17-16,3-1-8 15,4 2-20-15,4 0-1 0,-3 0-6 16,0-1-1-16,-7 0 1 16,-13 1-2-16,6 1 0 15,-9-1 0-15,-6 5-2 16,1-2 0-16,-10 2 0 15,-1 3 0-15,-1 3-2 16,-6 0 1-16,-10 2-1 16,-3-1 2-16,-16 0 2 15,-5 1-4-15,-12 0 2 16,-7 1-2-16,-6 2 0 16,-5-2 0-16,-10 1 2 15,-6-2-2-15,-12 0-2 16,-6 0-6-16,-7-1-7 15,-2 0-4-15,-5 0-20 0,-6 1-10 16,0 0-83-16,0-1-187 16,-16-10 194-16</inkml:trace>
  <inkml:trace contextRef="#ctx0" brushRef="#br0" timeOffset="90515.13">16178 2294 1119 0,'18'66'0'16,"2"17"2"-16,-2 4 2 16,-7 13-4-16,-4 3 0 15,-10 3-4-15,-6 1-8 0,-8-8-36 16,-2-4-94-16,0-10 80 15</inkml:trace>
  <inkml:trace contextRef="#ctx0" brushRef="#br0" timeOffset="93082.51">19055 3389 400 0,'3'18'10'0,"1"3"-9"16,0 4 5-16,4 5 16 15,1 0 9-15,0 6 40 16,1 2 6-16,1 5 1 16,0 7-5-16,4 14-19 15,0 7-15-15,-2 6-19 16,-2-5-4-16,-4-7-2 16,-2-6 2-16,-4-8-2 15,-1-4 4-15,-4-7-4 0,-2-7 2 16,-3-5 4-16,-1-3 5 15,-1-7 7-15,1-1-3 16,3-4 2-16,2-3-2 16,1-3-8-16,2-3-2 15,2-4-7-15,0 0-2 0,0 0 1 16,0 0-1-16,0 0 4 16,0 0-1-16,0 0 5 15,0 0-1-15,0 0-5 16,0 0-3-16,0-1-5 15,14-11 0-15,-2 10-2 16,4 2 2-16,3 0-2 16,3 1-2-16,4 0 0 15,4-1-2-15,5-2 0 16,4-2 2-16,6-1 0 16,1 0 0-16,8-1 0 15,2 1 0-15,5 3 0 16,3-1 0-16,-1 4 0 15,2-1 2-15,-1 4-2 16,0-1 0-16,1 0 2 0,-1 1 0 16,1-2 0-16,-1-2 2 15,-4-2-4-15,1-3 0 16,-7-6-10-16,-2 0-17 16,-11-6-130-16,-7-4 104 15</inkml:trace>
  <inkml:trace contextRef="#ctx0" brushRef="#br0" timeOffset="94399.38">18945 3349 291 0,'17'-5'47'0,"4"1"39"16,4 2-15-16,7 0-23 15,0-1-7-15,8 2-14 16,4-1-1-16,8-1-8 15,11 1 5-15,6 2 18 16,0-2 13-16,5 2 12 16,-3 0-4-16,3 2-8 15,3-1-10-15,3 2-12 16,0-1-8-16,0-1-14 0,3-1-3 16,-4 0-5-16,-1-2 2 15,-3-1-2-15,-6 0 2 16,1 0 0-16,-1 1-4 15,-2 0 2-15,-2-1-2 16,-4 1 0-16,-3-2 4 16,-6-1-4-16,-4-1 2 15,-11-3-2-15,-6 1 2 0,-10 0 1 16,-4 1 3-16,-4 3-2 16,-3 0-2-16,-1 2 2 15,-3-1-4-15,-1 1 4 16,-5 2 0-16,1 0 3 15,-1 0 3-15,0 0 6 16,0 0 3-16,0 0 2 16,0 0-3-16,0 0-5 15,0 0-3-15,0 0-8 16,0 0 4-16,0 0-4 16,0 0 0-16,0 0 0 15,0 0-1-15,0 0 1 16,0 0 2-16,1 0-2 15,15-1-2-15,-6 5 2 16,0 0 0-16,-2 0 0 16,-1 0 0-16,-1-2-2 0,-2-1 0 15,-1 0 2-15,-3-1 0 16,0 0 0-16,0 0 0 16,1 0-2-16,0 0 2 15,0 0-2-15,0 0-2 16,1 0 0-16,-1 0 0 15,28-2 0-15,-29 2-2 16,0 0-8-16,0 0 1 16,0 0-1-16,0 0 4 0,0 0 8 15,0 0 0-15,0 0 2 16,0 0 0-16,0 1 2 16,1-1 4-16,0 1 4 15,-1 0-3-15,2 0 1 16,26 21-2-16,-27-22 3 15,12 11 3-15,-6-2-3 16,0 3-1-16,5 7 0 16,1 7-4-16,-1 15-2 15,-2 9 1-15,-4 13 1 16,0 7 0-16,5 19 0 16,4 7-4-16,2 2 0 15,-1-2-2-15,-8-19-4 16,-7-12 0-16,-7-9-4 15,-4-4 0-15,-1-4-3 0,0-3-3 16,0-3-172-16,4 0 134 16</inkml:trace>
  <inkml:trace contextRef="#ctx0" brushRef="#br0" timeOffset="96148.47">21243 4308 673 0,'0'0'23'0,"0"0"-12"15,0 0-9-15,-1 0 1 16,0 0 4-16,-18 5 8 16,7-7 8-16,-5-1 11 15,2-1 3-15,-14 2-8 16,-3 0-1-16,-3 1-17 16,-5 2 1-16,2 1-1 15,-1 1 3-15,-6 5 6 16,-1-1-2-16,-14 4 3 15,-3-1-1-15,-10 0-1 16,-3-1-6-16,-2-2-2 0,-1-1-3 16,1-2-3-16,1-2 3 15,5-2-4-15,3-1 2 16,2-1-4-16,1 1 0 16,1 2 0-16,0 0-2 15,4 1 4-15,0 0-2 16,3-2-2-16,4 0 3 15,8-1-3-15,4 0 0 0,12-2 2 16,5 0-2-16,8-1 2 16,2-1 2-16,8 1-2 15,2-2 6-15,7 1 0 16,5 3-1-16,13-2 1 16,6 1-8-16,12 0-4 15,9 0 0 1,13 0 2-16,5 0 2 0,10-1-3 15,3-2 3-15,6 0-2 16,2-2 2-16,8-3 0 16,6 2 2-16,10-2-1 15,4 1 3-15,2 1-2 16,-2 0 0-16,-16 4-2 16,-9 1 2-16,-19 2 0 15,-10 0 0-15,-14 1 2 16,-9-2-2-16,-13 3 0 15,-8-2 0-15,-16 2 2 0,-1-4-2 16,-19 0-1-16,-6 0-1 16,-15 3 4-16,-8 1 4 15,-12 1 0-15,-12 1 2 16,-12 3 3-16,-8 1 5 16,-6-1 3-16,1 3 4 0,-4 0-2 15,-1 1-3-15,-5 0-5 16,-1 1-5-16,-4 0-4 15,0 0-2-15,0 4-1 16,1 0-1-16,7 1-2 16,1 1 2-16,9-1-2 15,9 1 0-15,14-3-2 16,12-1 2-16,14-5-2 16,9-2 2-16,13-4-5 15,3-2-11-15,16-1-42 16,6-1-21-16,17-5-26 15,8 1-12-15,14-4 46 16,6 0 28-16,14 1 39 16,9-1-1-16,20 1 5 15,7 1-5-15,10 1 1 16,4 0-3-16,3-2-2 0,2 2 2 16,2-2 5-16,-4 2 2 15,-10 3 0-15,-4 1 2 16,-13 1 5-16,-7 2-2 15,-8-1 4-15,-10 2 0 16,-12 0-2-16,-6 0-3 16,-10 0-2-16,-3-1 1 15,-15 0-3-15,-1-1 0 0,-16-1-14 16,-8 2-6-16,-14 0-56 16,-8 1-28-16,-12 1-6 15,-3 0 18-15,-12 3 65 16,-4-1 21-16,-5 3 23 15,-4 2 1-15,0 0 4 16,-1 3 10-16,-3-3 11 16,-1 4 7-16,-1-2 16 15,2 1 3-15,1 0-19 16,2 0-7-16,3-1-25 16,0-3-9-16,11-3 0 15,7-3 12-15,17-3 36 16,9-1 13-16,15 2 3 15,11 0-19-15,18-1-28 16,11-1-11-16,22 2-11 16,13-4 2-16,20 0-4 0,8-1 4 15,18-1-1-15,7-1-3 16,8 1 0-16,7 0 2 16,3 1-2-16,0-1 0 15,4 3 4-15,-9 2-4 16,-18 1 4-16,-10 1-5 15,-25-1-8-15,-8-3-17 16,-25 0-188-16,-11 0 130 0</inkml:trace>
  <inkml:trace contextRef="#ctx0" brushRef="#br0" timeOffset="100298.6">21729 4076 1150 0,'0'0'35'15,"13"-2"11"1,4 4-48-16,4-1-4 0,10 0 8 16,1-1 6-16,8-1 4 15,-1-1 1-15,-5 0-1 16,-3-2-4-16,-13 0-4 15,-1-2-1-15,-3 0-3 16,-2-1-3-16,0-1-19 16,0-1-28-16,-2-1 29 15</inkml:trace>
  <inkml:trace contextRef="#ctx0" brushRef="#br0" timeOffset="100615.97">21785 3812 1610 0,'14'8'54'16,"12"6"-111"-16,8 0-5 15,21 3 43-15,1-7 5 16,-1-5 12-16,2-1-2 0,-12-4 8 15,-1 3-2-15,-9 4 2 16,-8 1 0-16,-10 7-4 16,-7 0-2-16,-5 3-6 15,-5 2 2-15,-7 3 1 16,-2 2 3-16,-9 6 2 16,-2 1 0-16,-14-2-4 15,-4-2-14-15,-17-8-73 16,-12-7-118-16,-16-13 120 15</inkml:trace>
  <inkml:trace contextRef="#ctx0" brushRef="#br0" timeOffset="102998.89">11413 4810 1192 0,'7'9'28'16,"1"4"-25"-16,-3 4-4 16,4 13 6-16,0 8 5 0,-1 18 19 15,2 8 6-15,-3 16-4 16,-2 9 0-16,-3 4-17 15,-2-1-7-15,0-9-3 16,-2-7 0-16,1-7 2 16,-1-1 2-16,1-7 5 15,1-2-1-15,-1-9-1 16,-1-2-1-16,4-9-8 16,-1-4 0-16,-1-10 0 15,0-4-2-15,-3-9-6 16,-4-6-7-16,-3-9-173 15,-3-6 129-15</inkml:trace>
  <inkml:trace contextRef="#ctx0" brushRef="#br0" timeOffset="103448.66">11085 5499 980 0,'9'31'85'0,"4"4"112"0,10 12-203 16,1 2 1-16,4 2 5 15,1 2 0-15,3 0 0 16,6 3 2-16,-1-1 1 15,2 2-1-15,-2 5 0 16,-7 1 0-16,-4-1-2 16,-6-4 0-16,-5-12 6 15,-1-8 0-15,0-13 13 16,-2-5 8-16,4-12 8 16,2-5 0-16,1-14 6 15,2-7 1-15,6-16 5 16,1-10 16-16,4-12 3 15,0-5-31-15,-2-10-17 0,-1-3-18 16,-9-3-18-16,-2 1 1 16,-1 6-19-16,-3 4 0 15,3 10-22-15,0 6 14 16,0 10-107-16,-2 4-236 16,-1 11 198-16</inkml:trace>
  <inkml:trace contextRef="#ctx0" brushRef="#br0" timeOffset="111549.96">8008 7007 433 0,'0'0'26'0,"0"0"54"15,0 0-80-15,0 0-3 16,0 0 1-16,0 0 4 16,0 0 23-16,0 0 16 0,0 1 37 15,0-1 6-15,0 1 9 16,0 0-4-16,0 0 18 16,23 5-14-16,-3-6 8 15,4 0-10-15,5-4-31 16,2 0-25-16,0-1-20 15,-2-1-5-15,2-2 9 16,0 0 5-16,0-3-3 16,-4 0 0-16,-2-2-2 15,-6-1 2-15,-4 0-15 16,-3-2-9-16,-6 0-38 16,-1-3 16-16,-5-2-10 15,0-1-6-15,-1-1 3 16,-4-1-1-16,-1-2 0 15,-2-1 6-15,-3-2 10 16,-1 2 11-16,-1 2 18 0,1 3 8 16,2 6 11-16,2 5 8 15,3 6 2-15,1 4-6 16,2 8-8-16,1 5-11 16,1 15-3-16,3 9 1 15,1 17 2-15,-1 8-2 16,0 12-1-16,-2 4-3 15,0 1-2-15,-1-4 0 16,0-16-2-16,0-9 2 0,0-20-2 16,0-6-6-16,-1-15-191 15,2-5 140-15</inkml:trace>
  <inkml:trace contextRef="#ctx0" brushRef="#br0" timeOffset="111865.13">8447 6979 2432 0,'2'21'22'16,"2"3"-35"-16,4 7-161 15,5-2-95-15,-7-4 12 0,-1-4 49 16,-3-11 150-16,-2-9 22 15,0-1 36-15,0 0 9 16,0 0 3-16,0 0-2 16,-6-12-10-16,5-3-4 15,2-5-4-15,4-3 4 16,-4 0 10-16,-1-1 2 16,0-2-6-16,-3-2-10 0,9-1-66 15,5 1-73-15,8 5 81 16</inkml:trace>
  <inkml:trace contextRef="#ctx0" brushRef="#br0" timeOffset="112931.89">8831 6996 1468 0,'-11'-3'-24'0,"0"-3"-154"16,2-1-55-16,-1-3-38 0,0-1 98 15,0 0 275 1,1 4 105-16,-3 3 29 0,3 4-73 16,-2 5-103-16,0 5-29 15,2 5-25-15,-1 4 0 16,4 6 0-16,2 0-1 15,5 1 5-15,2-1-2 16,5-5-4-16,1-5 2 16,1-6-5-16,1-3 7 15,1-6 6-15,1-2-1 0,4-8 1 16,0-2-2-16,1-6-5 16,-1-2-5-16,-4-1 0 15,1 0 4-15,-3 2 0 16,-2 2-2-16,-3 2 1 15,-1 1-5-15,-2 6 2 16,-3 8 4-16,0 0 3 16,0 0 9-16,-6 6 0 15,4 8-6-15,1 11-6 16,-4 4 6-16,5 2-3 16,0-1 3-16,5-5-6 15,6-5-6-15,-4-8 0 16,1-6 0-16,2-7-9 15,-4-6-15-15,7-9-64 16,0-4 3-16,2-5-65 0,3 0-1 16,-3 4 41-16,1 2 19 15,-6 7 107-15,0 4 27 16,-2 4 35-16,1 4 4 16,0 6 22-16,-2 5 1 15,-2 7-31-15,-3 3-12 16,-2 4-43-16,-2-2-9 15,-1-5-5-15,0-3-5 16,-2-7 2-16,0-3-4 0,-1-6-13 16,-3-6-26-16,2-6-112 15,0-3-73-15,-1-8-128 16,3 0 38-16,1-4 230 16,2 0 84-16,3-2 95 15,1 2 44-15,6 2-11 16,2 4-10-16,4 4-11 15,3 4-10-15,2 7-27 16,1 1-16-16,2 12-3 16,0 4-3-16,0 15 12 15,-1 7-3-15,0 10-13 16,-4 3-7-16,-6 2-19 16,-2-3-9-16,-5-7-3 15,-1-7-4-15,-2-14 10 0,-1-5 0 16,0-11 3-16,0 0-1 15,-4-7-6-15,0-7 0 16,1-11-6-16,-1-7 0 16,6-6-8-16,5-1-6 15,6-1-9-15,3 3-4 16,2 8 0-16,1 5 3 16,0 14 15-16,-2 7 5 0,0 16 4 15,-4 9 8-15,-1 12 11 16,0 6 6-16,0 4 2 15,1-3-5-15,2-6-11 16,-1-4-3-16,-4-14-8 16,0-6 0-16,-4-9-52 15,-1-7-88-15,1-9 84 16</inkml:trace>
  <inkml:trace contextRef="#ctx0" brushRef="#br0" timeOffset="113265.8">9618 6998 1607 0,'-6'-1'60'16,"1"0"-90"-16,5 1-24 16,-1 0 4-16,0 0 21 15,1 0 4-15,-1 0 8 16,-1 0 15-16,0 1 8 15,0 0 1-15,1-1 1 16,-18 30 0-16,19-17-4 16,4 3 0-16,0 2-2 15,0 0 0-15,1-3-2 0,-3-3 1 16,0-4-1-16,-2-8-1 16,0 0 1-16,0 0-2 15,0 0 0-15,2-13-22 16,-2-2-16-16,-4-5-65 15,-4-3-48-15,0-4 81 16</inkml:trace>
  <inkml:trace contextRef="#ctx0" brushRef="#br0" timeOffset="113699.24">9528 6807 1078 0,'9'0'58'0,"1"0"35"16,0 0-23-16,4 3-20 15,1 0-15-15,4 4-19 16,2 0-8-16,2 5-5 0,-4 2 1 16,1 5-17-16,-3 1 1 15,-6 3-3-15,-1-1 3 16,-5 0 12-16,-2-1-2 16,1-1 4-16,0-1 0 15,0-1 6-15,1-1-1 16,-1-2 1-16,-1-5-2 0,-1-5 0 15,-2-5-2-15,0 0 5 16,-7-10 11-16,-1-8 1 16,1-2-4-16,2-8-5 15,1 0-14-15,6 2-2 16,5 0-2-16,4 7-9 16,4 4-2-16,0 7 1 15,0 6-1-15,2 11 9 16,0 7 0-16,0 10 6 15,-1 5 0-15,-1 3 2 16,1 0 4-16,-2-6-4 16,-1-4-13-16,1-12-32 15,-3-6-19-15,3-10-83 16,0-7-169-16,0-6 179 16</inkml:trace>
  <inkml:trace contextRef="#ctx0" brushRef="#br0" timeOffset="114065.2">10048 6901 1313 0,'-6'-2'36'16,"-5"3"-8"-16,0 2-17 15,-6 8 3-15,3 2-1 16,0 5 7-16,4 2 1 16,2 0-4-16,0-1-1 15,8-4-6-15,0-3-5 0,5-3-1 16,3-3-2-16,3-4 2 15,3-2 0-15,6-1 4 16,3-1-2-16,4 2-1 16,-1 4 1-16,-2 9-6 15,-2 6-4-15,-5 14-2 16,-2 11-5-16,-3 7 5 16,-3 8 2-16,-6 4-2 15,-5 2 4-15,-14-1 2 16,-10-2 8-16,-18-10 48 15,-5-6 96-15,-7-15 117 16,1-10-3-16,-3-20-114 16,-3-11-54-16,0-22-145 15,2-15-71-15,9-28-206 16,9-12-100-16,23-10 319 0</inkml:trace>
  <inkml:trace contextRef="#ctx0" brushRef="#br0" timeOffset="114248.61">10471 6980 1687 0,'0'0'60'0,"0"0"-164"16,0 0-329-16,4-15 242 15</inkml:trace>
  <inkml:trace contextRef="#ctx0" brushRef="#br0" timeOffset="114532.49">10435 6908 1276 0,'-34'6'64'0,"-2"3"36"16,1 4-74-16,-3 6-24 16,2 0 0-16,8 2 5 15,5-2 9-15,12-5 3 16,5-2 6-16,9-2-3 15,3-3 8-15,10 1-24 16,7-2-6-16,12-1 0 0,5 0-12 16,8-1 6-16,0 0-6 15,-7 5-8-15,-3 0 10 16,-14 4-1-16,-5 1 3 16,-13 4 4-16,-6-1 4 15,-10 0 4-15,-7 1 4 16,-7-2 0-16,-3-2-1 15,-4-7-7-15,1-6-9 16,-2-5-17-16,1-4-16 0,4-6-125 16,3-3 105-16</inkml:trace>
  <inkml:trace contextRef="#ctx0" brushRef="#br0" timeOffset="115282.89">10656 7018 1965 0,'13'10'168'0,"4"0"46"15,1 1-199-15,5-4-107 16,-3-3-75-16,-4-7-6 16,1-2 17-16,-7-4 105 0,-1-3 57 15,-4-1 12-15,-4 0-30 16,0-3-68-16,-3 0-22 15,-4-1 44-15,-4 1 5 16,-8 1 24-16,-2 4 8 16,-6 3 29-16,3 4 17 15,1 4 16-15,3 3 3 16,4 7 5-16,1 2 35 16,6 8-7-16,3 5 1 0,10 7-3 15,4 1-4-15,7 4-26 16,3-3-18-16,4-5-12 15,4-5-9-15,6-12-3 16,3-7 0-16,2-11-39 16,-3-7-21-16,0-12-35 15,-2-3-16-15,-5-8-23 16,-1-2 32-16,-8-3 37 16,-5-1 4-16,-5-2 23 15,-5 1 19-15,-3 4 42 16,-1 4 22-16,-2 11 26 15,1 8 51-15,1 16 18 16,0 0-32-16,-2 2-66 16,8 15-34-16,6 16 16 15,2 8 6-15,4 13 9 16,2 5-9-16,1 4-12 0,1-2-12 16,-2-10-33-16,-5-5-15 15,-5-18-54-15,-6-9-41 16,-8-13-66-16,-5-6 59 15,-8-12-98-15,-5-5-140 16,0-10-27-16,-2-1 167 16,8-1 268-16,6 3 161 0,5 7 204 15,3 3-14-15,2 5-178 16,-1 4-55-16,4 2 79 16,4 2-53-16,12-1-68 15,11 0-30-15,13-2-60 16,8 0-9-16,11-1-15 15,1 0-24-15,0 2-111 16,-7 1-71-16,-12-1-211 16,-5 3 306-16</inkml:trace>
  <inkml:trace contextRef="#ctx0" brushRef="#br0" timeOffset="116498.56">8477 7859 1152 0,'8'1'46'16,"0"0"24"-16,5 3-56 16,-1 0 5-16,4 4 14 15,6 3 6-15,-2 9 3 16,4 6-5-16,-3 9-14 16,-5 4-3-16,1 5-11 15,-1-1 3-15,-1-7-6 16,0-3-2-16,-4-11-2 15,0-9 5-15,-6-6 5 16,-1-6 18-16,1-7 24 0,-1-6 5 16,2-14 19-16,2-7 3 15,0-12-9-15,1-4-16 16,1-3-38-16,1-1-12 16,-2 2-48-16,1 4-35 15,0 7-76-15,-2 6-41 16,3 12-13-16,2 7 126 15</inkml:trace>
  <inkml:trace contextRef="#ctx0" brushRef="#br0" timeOffset="116981.21">9132 8005 1855 0,'-13'-3'203'0,"1"-3"57"16,-1-1-472-16,0-7-224 16,-4-4 199-16,-2-1 153 15,-2-1 28-15,1 8 83 16,-1 2 35-16,3 10 18 16,-1 4-9-16,3 10-21 15,5 5-26-15,3 7-27 0,6 4-12 16,5 2 9-16,0 0 0 15,7-3 3-15,3-4 9 16,7-9 0-16,3-3 0 16,7-13 12-16,1-8-3 15,3-12-3-15,3-6-9 16,-5-7-12-16,0-2 0 16,-8 0-9-16,-6 1 15 0,-7 6 3 15,-5 2 6-15,-5 10 3 16,0 5 9-16,-1 11 18 15,0 0 5-15,-5 7 7 16,4 9-9-16,1 15-12 16,2 4-6-16,-2 6-6 15,1-2-3-15,2-4-3 16,-1-5-9-16,5-10-30 16,0-5-21-16,0-14-110 15,2-8-6-15,6-15 117 16</inkml:trace>
  <inkml:trace contextRef="#ctx0" brushRef="#br0" timeOffset="117182.86">9427 7604 1375 0,'0'0'102'0,"8"6"249"0,-2 11-261 15,4 18-120-15,1 11 9 16,-1 17 21-16,0 6 30 15,0 3-12-15,0 0-15 16,0-7-93-16,0-7-63 16,-3-12-85-16,-1-7 19 15,-3-19 6-15,0-7 36 0</inkml:trace>
  <inkml:trace contextRef="#ctx0" brushRef="#br0" timeOffset="117765.6">9711 8084 2297 0,'-6'37'150'0,"5"-3"39"16,2-3-282-16,2-12-189 15,1-6-175-15,-4-13 132 16,0 0 215-16,-5-17 90 15,-1-5 34-15,-1-17 15 16,0-7-44-16,2-10-108 0,-1-5-16 16,5-5-5-16,0-3 19 15,2 2 107-15,6 5 25 16,4 12 50-16,5 9 45 16,7 14 17-16,2 6-5 15,5 15-15-15,3 6-25 16,2 17-16-16,5 10-10 15,-1 17-15-15,-2 11 5 0,-1 13-20 16,-7 4-9-16,-1-1-12 16,-4-5 0-16,-9-16 0 15,-1-9 3-15,-8-16 3 16,-2-6 6-16,-4-12-9 16,0-6-39-16,-4-14-3 15,-1-8 7-15,-3-11 2 16,-5-6 12-16,-2 0 5 15,-2 3 3-15,2 5 5 16,-1 3 4-16,5 10 4 16,0 6 2-16,-1 12 2 15,3 8 3-15,-3 17 9 16,2 7 5-16,3 11-3 16,0 7-3-16,7-4-9 15,5-4-4-15,6-13-2 16,4-8-2-16,9-15-12 0,1-7-18 15,11-15-234-15,3-8 179 16</inkml:trace>
  <inkml:trace contextRef="#ctx0" brushRef="#br0" timeOffset="118149.37">10404 7946 1262 0,'0'0'99'0,"-6"-4"123"0,-7 2-76 16,2 2-56-16,-7 4-27 15,-1 3-15-15,1 8-19 16,-2 2-11-16,3 9-6 16,3 2-6-16,3 0-6 15,4-1-6-15,8-5-9 16,4-5-9-16,5-6-11 16,3-5 2-16,3-6 9 15,3-2 9-15,-1-9 6 16,-3-3 0-16,0-5 6 15,-4 0 9-15,1-2 18 16,-2 1 0-16,-2 3 21 16,-1 1-1-16,-4 7 4 15,0 3-9-15,-3 6-39 16,0 0 0-16,9 18 18 16,-4 6 12-16,0 13 24 0,1 6-7 15,-1 0-32-15,2-6-24 16,-1-14-65-16,0-5-46 15,0-17-50-15,1-8-33 16,2-19 0-16,3-12-179 16,3-12 198-16</inkml:trace>
  <inkml:trace contextRef="#ctx0" brushRef="#br0" timeOffset="118331.7">10640 7663 1702 0,'12'35'93'0,"-1"13"-33"16,1 8-69-16,-3 9 24 16,-2 0-9-16,-1-7-15 15,-3-6-18-15,1-11-54 16,-2-8-23-16,-1-13-40 16,1-8 11-16,-7-12 77 15</inkml:trace>
  <inkml:trace contextRef="#ctx0" brushRef="#br0" timeOffset="118581.75">10604 8044 1894 0,'0'0'194'16,"13"-11"40"-16,0 2-227 16,12-3-152-16,4-1 22 15,7 3 54-15,2 4 18 16,-2 6 10-16,-2 6-1 15,-2 7-6-15,-3 4 6 0,-5 4 15 16,-3-2 12-16,-6 1 15 16,-4-3 3-16,-6-6-77 15,-5-3-44-15,-6-8 14 16,-4-5-40-16,-4-10-176 16,-1-3 161-16</inkml:trace>
  <inkml:trace contextRef="#ctx0" brushRef="#br0" timeOffset="119148.39">10865 7925 101 0,'1'-31'27'0,"4"4"63"16,4 5 12-16,5 7 30 16,3 5 55-16,4 10-10 15,0 3-3-15,3 13-35 16,0 5-21-16,-2 6-37 16,-2 4-19-16,-2 0-27 15,-2-2-8-15,1-1-6 16,-1-4 3-16,-1-3 1 0,-1-4 0 15,-3-5 20-15,-3-3-9 16,0-5-30-16,-1-2-9 16,-1-4-15-16,0-4 3 15,-2-5-12-15,-2-2 1 16,-4-4 11-16,-4 0 1 16,-4 0 0-16,-2 0 5 15,-3 3 3-15,1 1 0 0,1 1 6 16,3 0 2-16,6 4 2 15,3-1-2-15,7 2-2 16,3 3-2-16,7 1 0 16,4 3 2-16,3 8 6 15,1 4 5-15,-2 8 3 16,-1 2 0-16,-3 4-3 16,-1 1 13-16,0-2 24 15,-2 0 6-15,-3-6 44 16,-1-2 19-16,-4-8-10 15,-4-2-11-15,-3-7-60 16,0 0-30-16,9-19-12 16,-4-1-9-16,2-11 0 15,1-2-12-15,9 1-24 16,2 1 0-16,3 9-2 16,-1 2 11-16,3 13 12 0,0 7 15 15,2 15 6-15,0 7 6 16,-3 10 9-16,-1 2-6 15,3-3-66-15,1-4-83 16,3-11-211-16,0-5 242 16</inkml:trace>
  <inkml:trace contextRef="#ctx0" brushRef="#br0" timeOffset="119533.43">12148 7809 2654 0,'-14'3'28'15,"-3"1"45"-15,-6 5-243 16,-4 2-91-16,5 2 1 16,-3 1 99-16,9 0 152 15,0-2 50-15,6 1 58 16,2 0 0-16,7-1-43 15,3-1-26-15,8 0-51 16,5-2-20-16,5 2 5 16,1 0 3-16,0 0 27 15,-2 0 6-15,-2 0-12 16,-1-2-15-16,-7-2-18 0,-1 0-9 16,-12-1 4-16,-5 1 14 15,-12 1 12-15,-4 0 12 16,-3-1 12-16,1-4 0 15,6-2-24-15,3-2-39 16,6-5-122-16,4-3 60 0,10-6-183 16,6-3 162-16</inkml:trace>
  <inkml:trace contextRef="#ctx0" brushRef="#br0" timeOffset="120164.78">12431 7883 1241 0,'4'8'41'0,"-3"0"7"16,1 2-5-16,-4-3 5 15,0-1-1-15,-1-3-11 16,3-3 1-16,0 0 44 16,-1 0 2-16,0 0-14 15,1 0-30-15,-1 0-21 16,0-7-9-16,11 0-3 0,7-2 6 15,2 0 0-15,-1-3-12 16,-4 0 0-16,-4-1-21 16,-6 0-6-16,-4-1 0 15,-1 2 9-15,-4 1 18 16,-5 3 21-16,-4 4 0 16,-8 6 0-16,-5 4 0 15,-5 8-6-15,1 5 15 0,-1 9 47 16,5 5 22-16,8 5 14 15,7 0-5-15,12-2-58 16,7-3-25-16,13-9-11 16,3-4-5-16,8-11-9 15,4-6 1-15,5-10-11 16,2-9-13-16,-2-11-34 16,-1-5-66-16,-2-7-32 15,-4-6-3-15,-2-6 32 16,-5-3 34-16,-7-1 56 15,-4 2 18-15,-8 5 39 16,-3 4 21-16,-1 14 83 16,-1 7 51-16,-2 15 60 15,0 8-52-15,1 6-85 16,-1 9-34-16,1 17-45 0,1 7-11 16,3 12-2-16,1 0-3 15,1-2-4-15,-1-4-5 16,-3-11-29-16,-2-6-18 15,-6-12-53-15,-2-4-78 16,-3-11-127-16,-1-7-52 16,0-12-39-16,-1-4 239 15</inkml:trace>
  <inkml:trace contextRef="#ctx0" brushRef="#br0" timeOffset="120316.2">12710 7771 1111 0,'0'0'134'0,"0"0"162"16,1 0 69-16,15 13-108 15,-3-6-54-15,13-4-118 16,4 0-33-16,13-3-47 16,1-4-10-16,1-5-87 15,0-2-106-15,-6-2-322 16,-2-1 328-16</inkml:trace>
  <inkml:trace contextRef="#ctx0" brushRef="#br0" timeOffset="120998.54">9614 8366 1664 0,'-33'4'116'15,"8"1"-14"-15,7-1-96 16,18-1-27-16,9-3 9 16,19-2 33-16,10-2 27 15,29-5 35-15,11 0-2 0,24-3-12 16,9 1-28-16,17 1-29 15,6 0-6-15,11 2 3 16,3-1-3-16,5 0 12 16,3-1 0-16,-1 1 0 15,0 2 3-15,-8-2-11 16,-10-1-8-16,-13-2-2 16,-5 1-2-16,-20-2-20 15,-10-1-20-15,-25-1-53 16,-15-3-49-16,-24-1-131 15,-12-1-17-15,-22-2 211 16</inkml:trace>
  <inkml:trace contextRef="#ctx0" brushRef="#br0" timeOffset="121581.99">9756 7374 1501 0,'25'1'19'0,"9"-1"8"16,23 0-58-16,9-2 4 15,17-4 29-15,7-1 9 16,9 1 17-16,3 0 40 15,2 1 57-15,1-1-2 16,-1-1-34-16,-1 0-26 0,-5-1-39 16,-3 1-12-16,-11-1-9 15,-6 1-21-15,-19 1-63 16,-11-1-65-16,-17 0-190 16,-7-1 260-16</inkml:trace>
  <inkml:trace contextRef="#ctx0" brushRef="#br0" timeOffset="121999.23">12025 6956 1258 0,'0'0'62'16,"11"4"97"-16,11 0-167 16,5-1 3-16,16-2 26 15,5-1 14-15,13-4 92 16,4-1 43-16,10-4-24 16,-1 1-26-16,0-2-90 15,0 0-30-15,-3-1-51 16,3 1-39-16,-1 0-176 15,-2 1-116-15,-10 3 270 16</inkml:trace>
  <inkml:trace contextRef="#ctx0" brushRef="#br0" timeOffset="124466.49">13328 6354 1413 0,'4'26'33'0,"1"7"-13"16,4 7-15-16,1 14 3 16,0 3 4-16,-2 13-2 15,-1 1-1-15,0-3-3 0,-1-4-6 16,0-12 0-16,1-6-8 16,-2-16-17-16,-1-8-33 15,-1-17 35-15</inkml:trace>
  <inkml:trace contextRef="#ctx0" brushRef="#br0" timeOffset="125915.39">13547 6779 1631 0,'4'10'131'0,"7"3"25"16,0 0-133-16,10-2-43 15,1-2 11-15,1-5 0 16,3-4 6-16,-4-2 15 16,-2-5 3-16,-2-6 5 15,-2-1-2-15,-2-4-12 16,0-3-6-16,-2-1-15 16,-3-3-9-16,-3 2-17 15,-5 2-10-15,-5 1-27 16,-6 4-14-16,-4 4 11 0,-4 3 29 15,-6 8 47-15,-2 4 8 16,-3 10 39 0,1 5 21-16,4 12 20 0,0 3-2 15,15 7-9 1,3 1-13-16,18-4-11 0,12-3-12 16,11-9-15-16,6-6-9 15,4-12-6-15,6-7-12 16,3-12-27-16,1-6-36 15,0-5-56-15,-4-3-10 0,-7 0 4 16,-3-1 80-16,-8 2 20 16,-2 2 8-16,-9 0 9 15,-3 3 7-15,-9 4 9 16,-5 2 3-16,-9 4 19 16,-4 1 7-16,-8 4 13 15,-3 2 69-15,-2 5-9 16,-3 3-14-16,1 8-30 15,1 2-16-15,4 4-23 16,3 2-9-16,6-1-9 16,3 0 0-16,4-2 0 15,4-2 6-15,6-3 6 16,2-1 3-16,6-5-6 16,3-3 6-16,4-6 0 0,0-5-9 15,2-7 0-15,1-2-3 16,-4-6-15-16,-1-1 3 15,-8-2 3-15,-4 1 0 16,-8 3 3-16,-3 5 0 16,-2 7-9-16,0 2-3 15,-2 7 15-15,1 3 6 16,-1 11 12-16,2 5 9 16,-1 9-18-16,3 4 6 0,2-4-9 15,2-3-9-15,5-8 0 16,4-4-6-16,3-7-3 15,5-6-9-15,2-12-114 16,0-6-53-16,5-8-107 16,-3-2 115-16,-3-2-12 15,0 4 0-15,-9 7 59 16,-5 5 73-16,0 9 144 16,0 4 49-16,-2 5 19 15,2 4-4-15,-1 8-31 16,0 4-25-16,1 7 10 15,-1 1-1-15,0-1-35 16,-1-1-3-16,1-8-18 16,-3-5-10-16,0-6-14 15,-2-7-6-15,0 0 12 16,0 0 18-16,0 0-3 0,7-16-9 16,0 1-12-16,1-2-19 15,5-3-10-15,0-2-4 16,2 0-21-16,2-1-3 15,1 2-39-15,-1 2-15 16,-2 4-59-16,0 4-51 16,-2 3 23-16,1 3-1 0,2 4-59 15,-4 3-99-15,1 4 66 16,-2 2 108-16,0 5 135 16,1 2 97-16,-1 4 154 15,-4 1 110-15,-1 3-57 16,0 0-85-16,-3-2-86 15,0-1-26-15,-3-4 50 16,1-3-16-16,-1-6-21 16,0-7-22-16,0 0-35 15,0 0-6-15,-4-6-24 16,0-6-6-16,2-3-27 16,1-2-12-16,2-2-12 15,2 0-8-15,3-1 14 16,1 1-9-16,2 2 15 15,2 1 6-15,3 4 12 0,0 3 12 16,1 5 6-16,0 1 0 16,-1 6 9-16,0 3-6 15,-4 8 0-15,0 5 6 16,-3 5 6-16,0 1 6 16,-1 0 6-16,-1-4-3 15,1-5-9-15,-2-2 3 16,1-8-6-16,1-1-3 0,-2-5 0 15,-1-3-3-15,0-5-60 16,-1-5-60-16,3-6-179 16,0 0 216-16</inkml:trace>
  <inkml:trace contextRef="#ctx0" brushRef="#br0" timeOffset="126406.63">15391 6693 1777 0,'-4'5'138'0,"2"-3"2"0,2-2-125 15,0 0-6-15,0 0 12 16,1 0 51-16,19-8 8 16,8-4-8-16,7-2-25 15,10-5-20-15,1-4-9 0,-4-3-27 16,-4 0-16-16,-6-1-31 16,-5 0-36-16,-4-1-33 15,-5-1-10-15,-8-5 7 16,-6-2-1-1,-9-2 28-15,-5 0 32 0,-9-1 63 16,-2 1 10-16,-1 8 64 16,-2 6 12-16,4 13 22 15,2 8-15-15,1 16-34 16,3 9-14-16,3 20-33 16,4 10 0-16,6 13-3 15,2 3-3-15,3 0 0 16,0-3 0-16,3-10 0 15,2-7 0-15,4-14-30 16,2-8-23-16,3-16-88 16,3-8-83-16,2-17 180 15</inkml:trace>
  <inkml:trace contextRef="#ctx0" brushRef="#br0" timeOffset="126932.25">15820 6422 1297 0,'2'8'80'0,"0"5"82"0,2 12-130 16,4 4 1 0,-1 7-15-16,3 2-6 15,-2-2 12-15,1-3 2 0,2-8-2 16,-2-7 6-16,2-7-15 16,0-5 3-16,0-6-3 15,2-5-6-15,-3-5-6 16,1-2-3-16,-1-2-9 15,-1 2 0-15,-1-1 0 16,-2 3 6-16,-2 1 0 16,0 0 0-16,-3 4 3 15,-1 5 0-15,0-1-12 16,0 0 9-16,0 0 3 16,0 1 0-16,0 0 15 15,0 0 0-15,16-3 3 16,-3 3 0-16,7-5 0 15,0-1-6-15,1-4-3 0,-1 0 3 16,-5-2-3-16,-3 1 0 16,-5 1 3-16,-3 1-9 15,-5 2-3-15,-5 3 6 16,-11 2 0-16,-1 4 15 16,-7 6 26-16,2 6 13 15,5 9 12-15,3 4 0 16,7 5-10-16,3 1-5 0,8-2-28 15,5-4-7-15,11-7-7 16,3-5-10 0,10-12-36-16,5-7-96 0,7-14-189 15,4-6-115-15,0-6 326 16</inkml:trace>
  <inkml:trace contextRef="#ctx0" brushRef="#br0" timeOffset="127402.28">16540 6517 2004 0,'4'18'239'15,"-1"2"139"-15,1 15-376 16,2 5-11-16,0 9 2 16,2 0 6-16,0 6-2 15,-4 2-2-15,3 6-17 16,-2 1-27-16,-1-1-13 0,-2-3-11 15,-1-11-2-15,-2-8 1 16,0-18 12-16,-2-7 20 16,3-16 3-16,-6-3-33 15,2-21-26-15,0-10 2 16,-2-20 36-16,0-8 42 0,-3-13 45 16,-1-2 12-16,1-9 12 15,2 2-6 1,4 5-7-16,4 2-11 0,11 17-9 15,5 6 3-15,10 17-12 16,5 8-9-16,3 12-18 16,-1 10-3-16,-2 13 9 15,-2 7-3-15,-10 11-26 16,-6 3 5-16,-14 7 27 16,-5 1 9-16,-11-2 33 15,-6-1-4-15,-3-6-17 16,-2-5-3-16,2-10-27 15,0-5-47-15,5-8-94 16,4-4-37-16,4-6-132 16,5-3 212-16</inkml:trace>
  <inkml:trace contextRef="#ctx0" brushRef="#br0" timeOffset="128065.68">16996 6468 1652 0,'0'0'167'0,"0"0"117"0,0 0-290 16,-25 8-12-16,9-2-27 15,-7 2 3-15,0 6 27 16,2 1 18-16,1 8 12 16,5 1 3-16,6 0-18 15,7-3-3-15,6-5-9 16,5-5 3-16,7-6 6 15,5-2 6-15,5-8 0 16,4-4 3-16,-2-11-18 16,-3-4-27-16,-6-6-20 15,-2-3-7-15,-6-1 18 16,-1 1 21-16,-7 4 27 16,-2 2 6-16,-2 10 6 15,-1 6 3-15,-3 9 6 16,0 5 0-16,-1 14 6 15,-2 6-3-15,1 13 12 0,-3 5 2 16,2 3-2-16,3-2 0 16,3-7-15-16,4-7-12 15,5-11-6-15,1-6-12 16,1-11-39-16,1-5-32 16,1-9-61-16,2-5-11 15,0-4 40-15,0-2 54 16,0 0 15-16,-2 0 14 0,4 3 20 15,0 2 11-15,-2 5 25 16,4 7 10-16,-4 5 7 16,0 5 5-16,-1 9 13 15,-6 3 7-15,3 8-7 16,-3 3-5-16,1 4 9 16,1-1 0-16,-2-8-10 15,-1-3 1-15,0-9-6 16,-3-3-3-16,3-5 26 15,1-3 10-15,-1-7-30 16,2-5-26-16,1-9-75 16,1-4-89-16,-1-6-80 15,-1 0-35-15,1 1 24 16,1 2 37-16,4 8 115 16</inkml:trace>
  <inkml:trace contextRef="#ctx0" brushRef="#br0" timeOffset="129032.18">17537 6507 2300 0,'-6'0'141'0,"2"1"20"0,-3-1-291 0,1-1-114 16,0-4-69-16,-5-2 139 15,2 0 100-15,-2 2 82 16,0 2 10-16,3 4-15 15,2 5-3-15,1 4-9 16,1 2 0-16,4 1 9 16,3 0 0-16,7-3 0 15,1 0 3-15,9-6 3 16,5-4-3-16,3-6-18 16,4-4-14-16,-2-7-19 15,-3-2-5-15,-5-5 32 16,-6-2-1-16,-4 1 3 15,-5 2 2-15,-6 6 7 16,-1 3 8-16,-3 8 16 16,-6 4 9-16,1 7 8 15,0 5 18-15,2 9 35 0,2 4 8 16,3 7-8-16,-1 0-6 16,4-1-37-16,1-4-17 15,4-8-15-15,3-4-6 16,4-7-3-16,2-6 0 15,3-7-36-15,1-4-11 16,2-5-22-16,-1-1-12 16,-3-2 1-16,-1-3-10 15,-5-1 37-15,0-1 27 0,-5 2 17 16,-1 1 11-16,-4 4 13 16,-1 2 5-16,0 8 19 15,-1 7 21-15,0 0-13 16,-4 12-8-16,1 9-9 15,1 4-3-15,1 5-6 16,1 0 0-16,2-7-6 16,2-4 0-16,-1-9 0 15,0-1-3-15,0-6 6 16,1-2-3-16,0-5 0 16,-1-4-1-16,3-5-14 15,-3-2-14-15,3-6-4 16,0-1-6-16,1-1 0 15,3-1 0-15,2 5 0 0,1 2 0 16,0 8 15 0,2 4 9-16,-2 7 0 0,1 6 3 15,-2 10 6-15,-4 6 6 16,0 5 15-16,-3 0 3 16,1-3 6-16,1-3-10 15,-1-9-5-15,1-3 0 16,-4-6 15-16,2-3 24 0,-1-5 21 15,-2-3 2-15,4-5-21 16,-3-3-36-16,1-4-22 16,3-2-2-16,0-1-1 15,2 0 0-15,4 2-4 16,2 3-4-16,4 8-1 16,3 5 1-16,-3 8 3 15,0 7-5-15,-4 11-2 16,-1 2-1-16,-3 5 6 15,1-2-2-15,1-9-94 16,-1-6-77-16,4-11-186 16,0-5 14-16,6-12 237 15</inkml:trace>
  <inkml:trace contextRef="#ctx0" brushRef="#br0" timeOffset="129332.4">18492 6311 2467 0,'-20'13'31'15,"0"4"-96"-15,-1 2-12 16,6 1 6-16,3-2 20 0,8-5 45 16,4-2 6-16,4-3 6 15,4 1-3-15,5-1 3 16,2 0-3-16,5 4-3 15,2 0-3-15,-1 3-6 16,-4 2 0-16,-9 1-3 16,-7 1 0-16,-13 1 9 15,-11-1-3-15,-14-3-2 16,-6-4-31-16,-3-12-162 16,3-6-160-16,2-11 271 15</inkml:trace>
  <inkml:trace contextRef="#ctx0" brushRef="#br0" timeOffset="129852.96">14510 7076 1522 0,'83'-9'52'0,"8"-4"-19"15,12 0-18-15,27-4-6 16,7 2 9-16,9 1 14 15,11 2 16-15,-3 2 24 16,0 2 9-16,8 0-1 0,-7 1-8 16,-8 1-21-16,-2-1-3 15,-19 0-21-15,-13-1-3 16,-20 0-4-16,-14-2-14 16,-18 1-12-16,-10-1-23 15,-24 1-136-15,-11-2-83 16,-30 1 123-16</inkml:trace>
  <inkml:trace contextRef="#ctx0" brushRef="#br0" timeOffset="130848.72">13447 7798 1427 0,'11'4'29'0,"7"-2"-19"16,9 2-10-16,11-3 19 15,5-1 6-15,8-1 57 16,-2-2 79-16,2 0 7 15,-2-2-19-15,-1-2-74 16,-1 0-39-16,-3-2-33 0,-5 0-1 16,-6 2-2-16,-4 0-2 15,-8 0-34-15,-6 1-57 16,-6-4-179-16,-5 0-71 16,-4-4 247-16</inkml:trace>
  <inkml:trace contextRef="#ctx0" brushRef="#br0" timeOffset="131132.76">13795 7567 1454 0,'2'-7'56'0,"9"0"89"15,6 1-145-15,11 3-39 16,4 1 15-16,3 5 51 15,1 2 27-15,3 5 47 16,1 0 25-16,-1 2-16 16,-1 1-32-16,-8 2-51 15,-2 0-15-15,-11 4-21 16,-3 4 0-16,-12 7 3 16,-8 4-12-16,-15 5-3 15,-7 1 3-15,-8-4 0 0,-3-4-6 16,-4-10-65-16,-3-5-76 15,-6-10-160-15,-1-6 238 16</inkml:trace>
  <inkml:trace contextRef="#ctx0" brushRef="#br0" timeOffset="131748.99">12766 6681 1229 0,'-1'-5'68'0,"1"5"116"0,0 0-199 16,0-1 1-16,0 1 14 16,0 0 8-16,0 0 5 15,8 6 7-15,5 3 3 16,7 1-2-16,11 2 4 15,4 0 5-15,6 0-15 16,0 1-15-16,-3-1 6 16,-2 1-3-16,-10 1 3 15,-5 2 0-15,-8 5-6 16,-6 0 0-16,-10 8 0 16,-9 1 0-16,-13 5 18 15,-7 2 14-15,-7 3-8 16,0-1-9-16,-5-4-77 15,2-5-60-15,8-11 93 16</inkml:trace>
  <inkml:trace contextRef="#ctx0" brushRef="#br0" timeOffset="135314.93">14592 7203 1870 0,'0'0'3'0,"4"12"-120"16,2 4-8-16,6 11 68 16,0 7 42-16,7 16 33 15,-3 9 15-15,-5 14 15 16,-2 5-4-16,-8 5-23 15,-1-2-24-15,1-7-56 16,0-8-10-16,1-19-5 16,1-14 4-16,0-25-298 15,6-11 227-15</inkml:trace>
  <inkml:trace contextRef="#ctx0" brushRef="#br0" timeOffset="135534.5">14865 7276 2288 0,'-1'5'109'0,"2"7"6"16,3 6-106-16,9 14-29 16,5 5-10-16,2 12-18 15,0 2 3-15,-4 4 9 16,-2-2 10-16,-5-1 16 15,-1-2-23-15,-5-7-119 16,-3-6-51-16,-8-17-182 16,0-8 306-16</inkml:trace>
  <inkml:trace contextRef="#ctx0" brushRef="#br0" timeOffset="136031.63">14685 7605 2133 0,'6'3'158'0,"10"2"-18"0,8-1-160 15,14-3-60-15,4-1 1 16,9-6 28-16,1-1 1 16,1 2 8-16,-2 0 18 15,-4 4 24 1,-6 2 0-16,-10 5 9 0,-8 5-6 15,-10 5-6-15,-2 4-6 16,-6 6 9-16,-3 1 6 16,-3 4 36-16,0-2 6 0,0-4-1 15,4-4-8-15,3-8-24 16,1-4-3-16,1-8-12 16,5-2 3-16,0-10-3 15,2-5 0-15,8-10-12 16,-3-5-15-16,5-6-50 15,1-2-19-15,-2 1-15 16,-3 3-2-16,-10 7 23 16,-9 8 3-16,-8 7-11 15,-9 7 34-15,-12 10 37 16,-4 4 3-16,-15 10 34 16,-2 2 13-16,-3 0 12 15,1-2 39-15,21-6-32 16,8-4-30-16,32-8-48 15,11-4-12-15,16-8-7 0,12-3 14 16,0-5-48-16,1-2-55 16,-4 0 79-16</inkml:trace>
  <inkml:trace contextRef="#ctx0" brushRef="#br0" timeOffset="136481.87">15559 7513 930 0,'7'23'183'0,"0"2"144"16,-1 7-184-16,-1-1 57 0,2 0-113 15,-2-2-39-15,1-4-39 16,0-4-9-16,-1-6 0 16,0-5-3-16,0-6-6 15,1-4 6-15,1-4-3 16,2-5 6-16,4-4 3 16,1-3-6-16,3-1 3 15,1-1-15-15,-2 2-6 16,-3 1 6-16,-7 2 6 15,-3 1 9-15,-4 2 0 16,0 2 6-16,-4 3 6 16,0 3 0-16,1 5 6 15,-1 2 9-15,2 8-4 16,-1 2 4-16,4 4-9 16,2 3 6-16,10-2 9 15,2-1-3-15,6-4 15 16,4-3 3-16,3-8-1 0,7-3 4 15,1-9-15-15,-2-4-15 16,-3-6-10-16,-4-2-3 16,-6-4-5-16,-3-1-1 15,-8-4 1-15,-2 1-3 0,-8-1-16 16,-4 2-28 0,-7 4-72-16,-4 1-46 0,-1 7-101 15,0 3 2-15,2 8 197 16</inkml:trace>
  <inkml:trace contextRef="#ctx0" brushRef="#br0" timeOffset="137382.67">14620 8090 1017 0,'15'0'94'0,"12"-2"131"16,6 0-223-1,11-3-10-15,8-1 8 0,7-1 23 16,7 0 16-16,16 1 23 16,6 2 2-16,1-1 19 15,1 1 3-15,-11-1-59 16,-1 0-15-16,0 0-9 16,-2 0 3-16,-1 0 3 15,-7-1-3-15,-6-4-12 0,-9 0-27 16,-10-4-133-16,-6-1-6 15,-15 0 94-15</inkml:trace>
  <inkml:trace contextRef="#ctx0" brushRef="#br0" timeOffset="140402.2">16367 7529 1365 0,'20'1'39'16,"-1"1"3"-16,-2 2-51 16,-1 1-5-16,-2 5 6 15,1 1 8-15,1 6 8 16,-1 3 2-16,0 1 1 15,-4 0-3-15,-2-2-20 16,-5-3-28-16,-4-8-303 16,-2-3 203-16</inkml:trace>
  <inkml:trace contextRef="#ctx0" brushRef="#br0" timeOffset="140616.91">16376 7331 2518 0,'13'3'110'0,"7"0"63"16,16-1-270-16,5-2-60 0,9-7-93 16,0-3-156-16,-3-4-54 15,1 1 140-15,-8 4 158 16</inkml:trace>
  <inkml:trace contextRef="#ctx0" brushRef="#br0" timeOffset="140949.01">16847 7383 1161 0,'-4'21'61'0,"-8"-2"22"16,-1-1-44-16,-9-6-14 16,-3-1 6-16,-4-5 17 15,-1-3 8-15,1-1 26 16,3-2 58-16,3 1-44 15,4 1-27-15,8-2-45 16,10 0-21-16,1 0-27 16,0 1-6-16,11 10 0 15,7-4 6-15,14-1 18 16,4 0 3-16,8 1 18 0,0-1 0 16,-7 1 6-16,-6 2-3 15,-12 1-15-15,-10-1 3 16,-11 2 15-16,-5 2 11 15,-17 2 1-15,-5 2 0 16,-11 1-21-16,-2 1-21 0,2-4-42 16,6-4-29-16,12-6-85 15,4-5-22-15,11-7-123 16,7-5 198-16</inkml:trace>
  <inkml:trace contextRef="#ctx0" brushRef="#br0" timeOffset="141387.12">17222 7567 2022 0,'-1'29'209'0,"3"0"42"16,1-1-271-16,3-7-115 0,4-6-86 15,-5-9-21-15,-5-6 33 16,0 0 113-16,1-13 69 16,-8-6 5-16,-2-7-22 15,-4-5-47-15,-1-2 5 16,0 0 46-16,0-1 42 16,4 0 60-16,2 1 7 15,6 0-11-15,3 1-11 0,10 1-20 16,5 4-11-16,9 3-7 15,3 5 17-15,5 9 64 16,4 7 20-16,0 11-14 16,1 10-16-16,-7 17-56 15,-3 7-18-15,-9 12-12 16,-6 3-44-16,-8 0-67 16,-5-3-26-16,-3-15-10 15,-1-8 68-15,-4-18-6 16,-1-6-23-16,-6-10-165 15,-4-5 153-15</inkml:trace>
  <inkml:trace contextRef="#ctx0" brushRef="#br0" timeOffset="141499.93">17308 7586 958 0,'-6'-5'147'0,"3"-1"92"16,5-1-81-16,13 0-29 0,6-1-1 16,16-2-71-1,8 2-24-15,8-2-78 0,5 1-66 16,-6 4-159-16,-4 0 198 15</inkml:trace>
  <inkml:trace contextRef="#ctx0" brushRef="#br0" timeOffset="144482.21">18013 7503 1425 0,'5'8'25'0,"2"7"-9"16,1 5-34-16,-1 10 3 15,-2 6 15-15,0 8 17 16,-1 6 8-16,0 9 12 15,-3 5-2-15,-1 6 19 16,1 2-27-16,-1-3-27 16,0-5-3-16,2-11-9 0,-1-11 6 15,0-20-6-15,-1-21-15 16,0-5-19-16,-1-25-6 16,-6-20-59-16,-4-10-15 15,-6-14 35-15,0-3 35 16,-3-9 89-16,5-3 29 15,7-4 11-15,7 1-3 16,14 9-25-16,10 8-6 16,11 17-24-16,5 10-9 15,4 19-4-15,-1 8 2 0,-2 19 5 16,0 7-1-16,-10 16-6 16,-5 7 2-16,-12 8-6 15,-7 3-4-15,-10 0-4 16,-6-1 5-16,-15-4 5 15,-6-5 4-15,-10-8 19 16,-1-3 2-16,7-9-6 16,3-6-5-16,14-8-49 15,4-6-50-15,8-3-61 16,1-2 1-16,9 0 41 16,3 1 41-16,6 0 67 15,5-1-15-15,2-1-103 16,5 2-45-16,1 1 17 15,2 3 79-15,5 5 217 16,2 2 97-16,1 4 19 0,0 4-68 16,-1 0-99-16,-4-2-38 15,-3-1-32-15,-1-3 12 16,-5-5 3-16,-2-3 2 16,-2-7-20-16,-3-3-12 15,-2-7-27-15,-3-2-27 16,-6-2-53-16,-4 0 9 0,-8 1-5 15,-4 4-6-15,-9 7 23 16,-3 5 31-16,-8 13 62 16,-2 7 32-16,0 12 24 15,4 6 2-15,5 8-17 16,6 3 69-16,8 4-48 16,7 0-21-16,8-3-21 15,7-3 14-15,8-7 1 16,4-5-3-16,10-10-9 15,3-5-18-15,6-10-18 16,3-8-12-16,1-9-57 16,-2-3-27-16,-5-5-44 15,-6 0 14-15,-9 0 33 16,-5 2 34-16,-8 5 35 16,-2 4 9-16,-4 6 21 0,-2 2 6 15,-3 9-1-15,0 0-2 16,0 0 0-16,-7 12-3 15,2 6 9-15,0 4 3 16,-3 4-9-16,2 1-6 16,-1-5-6-16,2-2-6 15,2-8-3-15,3-4 9 0,0-8 18 16,0 0 6-16,6-4-7 16,-1-8-17-16,7-8-32 15,3-4-16-15,0-2 0 16,2-1 3-16,1 4 21 15,0 3 6-15,2 5 9 16,2 4-3-16,2 7-9 16,1 6 0-16,-5 10-3 15,-1 4 3-15,-8 7 9 16,-3 2 15-16,-8 2 24 16,0-1 9-16,-2-3 9 15,0-2-15-15,1-7-19 16,1-5-11-16,0-9-6 15,0 0 0-15,0 0 9 16,-3-8-6-16,3-9-3 16,0-3 3-16,3-4-15 0,2-3 3 15,2-1 6-15,4-2-9 16,3 4-17-16,3 2-4 16,3 10 0-16,1 4 3 15,-1 7 15-15,4 3 3 16,-4 8 3-16,-4 3 6 15,-2 8 0-15,-5 3 6 16,-3 1 24-16,0 1 15 0,0-3 23 16,1-3 4-16,4-5-18 15,3-2-9-15,2-8-9 16,3-3 2-16,-2-6-2 16,-1-3-6-16,-6-6-30 15,-2-1 0-15,-5-2-36 16,-3-2-15-16,-6 0-29 15,-3-1-16-15,-7 3-5 16,-4 2 8-16,-3 4 39 16,-1 3 18-16,4 4 54 15,3 1 18-15,8 3 27 16,9 1 6-16,0 0-28 16,2-2-14-16,13 2-21 15,5-1 3-15,10 1 3 16,1 1 0-16,3 5-9 15,2 0-3-15,-8 8-9 0,-3 4-3 16,-9 3-18 0,-7 3-6-16,-5-2 4 0,-1-2 2 15,-1-4 36-15,0-3 15 16,-2-5 11-16,0-8 10 16,0 1 12-16,0-1 18 15,9-3 20-15,-5-10-8 16,2-8-32-16,3-4-26 0,2-4-21 15,4 1-3-15,5 0-4 16,3 5-4-16,3 4-10 16,0 3-6-16,-2 11-26 15,-3 6-18-15,-5 13-2 16,-4 5 17-16,-6 10 30 16,-1 2 21-16,-5-1 21 15,2-2-6-15,2-6-6 16,2-5-3-16,0-8-9 15,0-4-6-15,-2-7 0 16,-1-3-6-16,-1-8-51 16,0-4-12-16,0-7-29 15,0-3 5-15,5 0 40 16,2 0 17-16,9 5 21 16,5 2-3-16,3 8 0 0,4 5 14 15,-4 9-1-15,-2 7 8 16,-4 9 8-16,-6 3 8 15,-6 1 11-15,-3 2 18 16,-5-5 3-16,-1-1-6 16,-1-5-19-16,1-3-8 15,1-5-3-15,0-5-6 16,0 0-12-16,0 0 9 16,0 0 1-16,0 0 2 0,-5-20 5 15,5 6-5-15,0-5 3 16,3 0 0-16,6 0-3 15,4 1 3-15,8 5 6 16,3 3-3-16,3 7 0 16,0 3 3-16,-4 9-3 15,-2 1 3-15,-3 2 3 16,-6-1-6-16,-6-1 3 16,-3-1 3-16,-3-2 12 15,-1-2 3-15,-1-1-6 16,2-4-9-16,0 0-9 15,-1 0-3-15,0 0-12 16,-22-11 3-16,9-3-12 16,-3-4 0-16,2-6 3 15,2-5 6-15,7-5-3 0,5-3-9 16,11 0-12-16,6 4-8 16,6 9-10-16,1 5 5 15,2 11 32-15,-2 3 1 16,1 12 8-16,-2 8 7 15,-4 12 2-15,-1 5 9 16,-3 5 11-16,-1 3 26 0,-3-3 28 16,1 0 2-16,-5-6-8 15,-2-3-6-15,-4-10-9 16,-1-4-1-16,0-9-17 16,1-5-12-16,0 0-9 15,4-14-12-15,4-8-3 16,1-6 0-16,4-5-30 15,1 0 0-15,1 6-15 16,2 3 4-16,0 9 8 16,1 3-3-16,1 12 0 15,0 3 12-15,1 13 9 16,-2 5 15-16,1 5 15 16,-4-2-12-16,1-3 0 15,1-5-6-15,2-9-6 16,2-2-3-16,0-8 3 0,-1-4-6 15,-5-5 9-15,-3-1-3 16,-7-3 3-16,-2-2 6 16,-3 0-6-16,-2-1 3 15,-4 0 0-15,-2 1 0 16,-7 4 9-16,-2 3 3 16,-5 7 3-16,-1 4 3 15,-2 7 12-15,1 4 6 16,4 4 3-16,0 4 0 0,8 0-12 15,6 0 0-15,7-1-10 16,8-1-5-16,8-3 3 16,0-1 0-16,10-4 3 15,2-1-3-15,6-3-9 16,3 1 3-16,-1 2-9 16,-2 3-12-16,-4 7-21 15,-1 4-17-15,-9 11-40 16,-7 7-6-16,-13 15-53 15,-8 10 11-15,-13 14-233 16,-9 2 187-16,-130 127-43 16,122-185 890-1,-67 30-509-15,5-11 430 16,3-12-108-16,12-29-294 16,4-17-113-16,13-42-109 0,7-26-113 15,26-42-267-15,16-19-396 16,35-13 620-16</inkml:trace>
  <inkml:trace contextRef="#ctx0" brushRef="#br0" timeOffset="145232.37">21103 7077 1762 0,'-2'12'165'16,"1"6"221"-16,1 8-542 15,3 5-30-15,3-3 52 0,2-3 29 16,4-9 93-16,1-5 18 16,0-7 15-16,1-3 15 15,-2-6 0-15,-1-4-12 16,-1-8-24-16,1-1-15 15,-3-3-9-15,-4 1 12 16,-4 1 21-16,-5 3 30 16,-3 0 56-16,1 3 31 0,-2 4 68 15,5 1-38-15,2 4-29 16,4-1-23-16,11 2-80 16,2-1-16-16,13 4-16 15,3 1-4-15,2 8 1 16,0 1-11-16,-7 5-20 15,-3 2-3-15,-7 2-13 16,-2 0-17-16,-4 0 10 16,-3 0-13-16,-4-1 12 15,-1-2 40-15,-2-5 20 16,0-2 9-16,0-9 20 16,0 0-2-16,0 0 45 15,0 0-8-15,-4-15-9 16,3-4-2-16,2-7-18 15,6-4-9-15,13-5-18 16,8 1-15-16,7 5-43 0,0 4-6 16,-1 15-33-16,-4 8-6 15,-2 18 26-15,0 8 12 16,-7 12 15-16,0 5-2 16,-6 1 5-16,0-3-27 15,2-9-196-15,0-6 231 16</inkml:trace>
  <inkml:trace contextRef="#ctx0" brushRef="#br0" timeOffset="145887.04">22188 6985 1622 0,'-5'0'71'16,"0"3"-41"-16,6 7-98 16,3 5-4-16,1 9 51 15,2 1 42-15,1 4 42 0,2-2 11 16,1-6-8-16,0-3-12 15,-1-10-39-15,-1-2-15 16,0-8-9-16,-2-3 0 16,2-7 0-16,-1-2 6 15,0-4 0-15,2-1 3 16,-5-6 3-16,-1 0 18 16,0-1 9-16,-2 0 12 0,2 1-7 15,2 2-8-15,5 1-18 16,5 2-9-16,9 6-27 15,2 4-17-15,5 13 8 16,-1 9 0-16,-4 15 21 16,-4 5 18-16,-7 6 6 15,-5 2-6-15,-6-3 3 16,-3-4-3-16,-2-8 6 16,0-5 3-16,0-8 12 15,0-11 14-15,0-1 34 16,0 0 21-16,-1-4-1 15,1-11-11-15,1-11-41 16,0-4-30-16,1-6-10 16,3-3 0-16,8-3-2 15,5 3-6-15,13 5-32 0,6 5-20 16,5 16-20-16,0 6 8 16,-4 17 6-16,-4 8 6 15,-12 12 16-15,-3 3-4 16,-15 2-24-16,-3-3 0 15,-6-6-47-15,-1-5 13 16,5-5 75-16</inkml:trace>
  <inkml:trace contextRef="#ctx0" brushRef="#br0" timeOffset="146252.13">23149 6898 2382 0,'-20'25'-196'15,"1"-3"17"-15,6-7 161 16,2-3 30-16,11-4 18 15,4-1-3-15,8-1-30 16,3-1-39-16,10 1-47 0,2 1-25 16,3 4-23-16,-2 3 5 15,-11 5 70-15,-9 2 2 16,-16 3 19-16,-11-2 14 16,-18-2 27-16,-4-4 10 15,-6-9 4-15,3-4-9 16,8-12-16-16,4-5-24 15,9-13-231-15,3-3 160 0</inkml:trace>
  <inkml:trace contextRef="#ctx0" brushRef="#br0" timeOffset="147300.84">23485 6942 2070 0,'27'-6'-12'16,"-1"-2"-3"-16,-5-2 18 15,-4 0 12-15,-7-2 0 16,-4 1 6-16,-6-1-21 16,-2 0-9-16,-5-1-18 0,-2-1-6 15,-4 1 15-15,-4 2 0 16,0 5 15-16,-3 3 3 15,-3 9 6-15,0 3 12 16,-2 9 12-16,3 4 3 16,0 5 0-16,4 2-6 15,5 0-3-15,5-4 8 16,11-5-14-16,4-3 0 16,9-6-6-16,4-2-9 15,8-6 6-15,4-3-3 0,6-3-6 16,2-4 0-16,2-1 0 15,-1-1 0-15,-3-1 3 16,-3-2-3-16,-5-3-12 16,-6 0-12-16,-8 1-12 15,-6 1 1-15,-5 3-1 16,-2 3 24-16,-3 2 15 16,0 5 18-16,0 0-9 15,0 0-12-15,1 0-9 16,0 0-3-16,21 7 15 15,-10-3 15-15,3-4 0 16,2-1 3-16,3-8-18 16,0-1-6-16,0-7-21 15,0 0-12-15,-6-3-21 0,-3 1-6 16,-7 2 0-16,-5-1 10 16,-8 5 20-16,-3 1 15 15,-7 7 12-15,-2 5 15 16,-6 9 24-16,1 6 9 15,-5 10 26-15,2 4 10 16,7 4 12-16,3 1 2 16,14-6-15-16,5-2-37 15,7-8-21-15,7-5-12 0,12-8-14 16,4-5-12-16,15-9-22 16,1-4-47-16,2-6-55 15,-1-2-10-15,-7 0-20 16,-6 0 6-16,-9 1 95 15,-5 2 37-15,-11 6 29 16,-3 1 24-16,-6 5 24 16,0 6 83-16,0 0 24 15,0 0-24-15,-1 0-56 16,-8 8-27-16,10 5-30 16,0 4 6-16,1 2-6 15,2-1-3-15,0-1-3 16,-1-3-3-16,5-5-6 15,-1-1 3-15,3-5-18 16,3-3 3-16,1-4 3 0,4-3-12 16,-1-4 9-16,1-1-3 15,-1-3 6-15,0 0 9 16,-3-2 6-16,-4 2 21 16,-1 2 6-16,1 4 9 15,-2 6 39-15,1 3 11 16,0 7-8-16,-1 5-26 0,5 4-27 15,3 1-19-15,8 0-9 16,6-3-21-16,7-8-61 16,4-6-128-16,2-10-496 15,1-5 568-15</inkml:trace>
  <inkml:trace contextRef="#ctx0" brushRef="#br0" timeOffset="149665.28">18732 7581 1768 0,'4'21'126'0,"3"5"38"16,10 15-215-16,7 9-15 0,1 9 19 15,2 5 17-15,-2 2 18 16,-2-2 6-16,-4-9 6 16,-2-6 6-16,-4-13 0 15,-2-6 0-15,-5-16-6 16,-6-13 0-16,0 0-30 16,3-1-6-16,-10-16-21 15,-3-6-6-15,-9-7 28 16,-6-3 2-16,-5 2 15 15,-2 2 3-15,-1 8 12 16,-1 3 9-16,0 13 9 16,2 5 9-16,2 11 6 15,1 4 5-15,9 9 7 16,5 1 0-16,12 4-12 16,9-2-12-16,14-3 3 0,8-3 0 15,11-12 0-15,5-6 3 16,9-9-27-16,2-7-3 15,6-7-6-15,3-3 0 16,-4-4-6-16,-2-1-3 16,-6 0-21-16,-5 1-3 15,-8 1 6-15,-7 3 12 16,-14 5 22-16,-9 3 5 16,-11 4 29-16,-7 3 10 0,-11 4 21 15,-4 1 9-15,-6 6-7 16,-3 3 1-16,2 5 6 15,4 3-3-15,3 4-10 16,5 1 1-16,12 3-21 16,1-3-2-16,11-1-20 15,4-2-1-15,8-6-6 16,5-4-2-16,6-7-4 16,3-4-1-16,3-8-6 15,1-2-5-15,1-6-19 16,-1-4-21-16,-1-2-3 15,-2-4-2-15,-9 0 20 16,-8 1 12-16,-5 3 12 16,-7 4 6-16,-2 9 18 15,1 4 24-15,-2 9 9 0,-1 7-1 16,-2 12-11-16,5 8-18 16,0 9 9-16,3 2 16 15,7-3-5-15,-2-4 1 16,6-8-1-16,3-6-1 15,2-10-8-15,2-5-7 16,2-13-20-16,0-4-21 16,1-12-20-16,-2-3-16 0,-1-8-4 15,-5 0-29-15,-6-7 23 16,-3-1 20-16,-6-2 36 16,-1 2 12-16,-4 12 12 15,-2 7 9-15,2 16 53 16,2 11-5-16,-2 7-15 15,6 13-24-15,0 16-26 16,2 9-3-16,2 10 4 16,0 0 4-16,1 1-9 15,-1-4 0-15,0-11-20 16,-2-4-20-16,-1-16-95 16,0-5-30-16,-5-16-53 15,0 0-15-15,-12-9 108 16,0-8-18-16,-4-9-84 15,-3 0-49-15,-3 1 125 16,-2 1 129-16,-1 9 254 0,5 3 34 16,6 7-47-16,2 2-31 15,12 3 117-15,3 4-27 16,17 2-108-16,9 0-83 16,16-3-70-16,9-2-22 15,8-6-67-15,0 0-71 16,-1-3-58-16,-5-1 13 15,-7 1 36-15,-5 0 48 0,-12 1 40 16,-6 2-12-16,-13 1-20 16,-13 4-26-16,1 0-51 15,-1 0-4-15,0 0 117 16,-7-1 85-16,-11 4 130 16,-3 1 11-16,-7 0-52 15,-4 1-13-15,0-2-18 16,0 0-7-16,2-1-22 15,0 0 32-15,4 0-18 16,0 0-20-16,6 3-21 16,1 2 3-16,4 5-3 15,8 3 3-15,2 6-6 16,3 2-3-16,8-1 0 16,1-2-3-16,16-5 14 0,2-5 4 15,8-9 6-15,4-5-6 16,1-12-36-16,3-4-33 15,2-8-39-15,-2-3-17 16,-6-3 2-16,-4 1 15 16,-10 2 30-16,-2 2 19 15,-7 12 41-15,-5 5 14 16,-3 12 61-16,-4 7 15 16,0 14 26-16,0 6 15 0,2 10-13 15,0 2-52-15,9 0-9 16,2-2-13-16,10-10-22 15,5-3-15-15,5-14-81 16,5-7-54-16,0-11-169 16,3-7-217-16,-4-2 335 15</inkml:trace>
  <inkml:trace contextRef="#ctx0" brushRef="#br0" timeOffset="149998.44">18229 8370 1005 0,'30'2'149'15,"21"-2"178"-15,21 0-192 16,43-6 47-16,19 0 36 16,33-3 63-16,14-2-95 15,21 2-36-15,9-1-70 0,6 1-29 16,3-2-14-16,-5-2-25 16,-1-2-11-16,-11-2-32 15,-6-1-25-15,-27-1-119 16,-14-3-143-16,-32 0 97 15</inkml:trace>
  <inkml:trace contextRef="#ctx0" brushRef="#br0" timeOffset="150815.25">18828 6797 949 0,'70'-1'131'16,"6"-1"195"-16,25-1-326 16,11-1 0-16,16-3 2 15,8 2 3-15,14-3 7 16,4 0 3-16,11 0 18 16,5 0 0-16,11 2-4 15,0 2 16-15,7-1-18 16,1 1-18-16,0-1-9 15,-1 0 3-15,-12 0-15 16,-2-1-15-16,-4-1-27 16,-5-3-10-16,-12 1-159 15,-12-2 140-15</inkml:trace>
  <inkml:trace contextRef="#ctx0" brushRef="#br0" timeOffset="154665.79">15807 8334 999 0,'0'0'38'0,"0"0"17"16,0 0-20-16,0 0 13 15,0 0 14-15,5 3 2 16,-3 8 0-16,5 12-14 16,1 6-5-16,-2 14-16 15,1 7-6-15,-2 9-7 16,-1 0-7-16,-2 4-1 16,0-1 0-16,0 4-5 15,-2 3 0-15,-1-3-3 16,0-4 3-16,-2-7-3 15,-1-9 0-15,2-12-9 16,0-5-11-16,-1-14-36 16,4-4-68-16,-1-11 70 15</inkml:trace>
  <inkml:trace contextRef="#ctx0" brushRef="#br0" timeOffset="155115.01">15477 8747 728 0,'4'9'123'0,"5"5"170"16,5 4-285-16,4 9-24 15,2 3 5-15,1 8 30 16,0 9 14-16,3 9 21 16,-1 7 6-16,3 7-5 15,0 0-11-15,0-5-9 16,1-5-4-16,-7-13 2 16,-4-6 8-16,-5-11 33 15,-1-6 15-15,-3-14-17 16,4-4-6-16,-2-7 15 15,-1-6 11-15,2-8 37 16,0-7-13-16,7-11-38 16,1-6-32-16,8-12-32 15,1-8-8-15,4-13-11 0,1-5-12 16,0-7-45-16,-2 6-66 16,-2 12-40-16,-2 7-23 15,-6 20-84-15,-1 6 83 16,-7 13 109-16</inkml:trace>
  <inkml:trace contextRef="#ctx0" brushRef="#br0" timeOffset="158399.23">15187 9548 851 0,'0'0'98'16,"-4"13"118"-16,7 4-204 15,1 3-4-15,0 12 25 16,-1 6 13-16,-3 12 22 16,0 7 6-16,-2 9-26 15,-2 5-9-15,-1 2-26 16,-2-3-7-16,3-8-14 15,-1-8-32-15,4-18-88 16,1-9-259-16,2-22 195 16</inkml:trace>
  <inkml:trace contextRef="#ctx0" brushRef="#br0" timeOffset="158948.01">15306 9868 1528 0,'0'0'133'16,"2"12"4"-16,2 0-218 15,4 10-126-15,1 5 105 16,2 7 45-16,-3 3 24 16,-1 7 33-16,-1 2 8 15,-8 5 12-15,-2-1-1 16,-5-4 14-16,-3-4 2 0,0-11 7 15,0-7 1-15,1-10 25 16,2-7 36-16,2-9-17 16,-3-9-15-16,0-11-36 15,-4-4-24-15,-1-8-9 16,-1-1-3-16,1 4-6 16,3 2 6-16,7 6 0 15,5 3-9-15,15 2 6 16,8 2 0-16,13 0-6 15,3-1-3-15,5 0-45 16,4 0-18-16,4-2-20 16,0 3 11-16,-6 2 63 15,-8 3 9-15,-18 2 10 16,-8 2 2-16,-12 0 10 16,-7 1 11-16,-11-1 49 0,-4-1 13 15,-11-1-5-15,-3 0-24 16,0-2 0-16,5 1 2 15,8 0 52-15,5 0 41 16,9 3 13-16,0 2-46 16,9 0-46-16,7-1-37 15,8-3-71-15,6-1-42 0,14-1-114 16,7-2-158-16,10 0 175 16</inkml:trace>
  <inkml:trace contextRef="#ctx0" brushRef="#br0" timeOffset="159414.71">16178 9580 1107 0,'0'0'60'0,"2"13"41"15,-2 5-20-15,-2 14 7 16,-1 7-1-16,-4 13 62 16,0 3 12-16,0-2-68 15,0 0-37-15,2-9-50 16,2-5-24-16,-4-12-86 15,1-7-55-15,-3-12-78 16,-2-7-84-16,-6-15 190 16</inkml:trace>
  <inkml:trace contextRef="#ctx0" brushRef="#br0" timeOffset="159598.22">15974 9816 1440 0,'0'0'268'0,"0"0"467"15,16-8-531-15,10-3-197 0,10-1-19 16,12-4-33-16,2 1-9 16,3 5-31-16,-5 0-11 15,-6 8-59-15,-2 0-33 16,-9 3 39-16,-6 1 29 16,-6-1 13-16,-3 0-3 15,-4-3-89-15,2-3 127 16</inkml:trace>
  <inkml:trace contextRef="#ctx0" brushRef="#br0" timeOffset="160048.6">15834 9741 1067 0,'8'16'83'0,"5"6"78"16,3 6-101-16,0 5-43 15,2 0-5-15,-7-2-4 16,-3-2-5-16,-5-7-3 15,-2-5-2-15,-4-10-120 16,-2-7 88-16</inkml:trace>
  <inkml:trace contextRef="#ctx0" brushRef="#br0" timeOffset="160199.66">15863 9613 2884 0,'4'8'70'0,"14"0"-47"15,11-2-154-15,16-8-238 0,8-5-666 16,13-8 811-16</inkml:trace>
  <inkml:trace contextRef="#ctx0" brushRef="#br0" timeOffset="161149.68">16850 9726 2127 0,'-1'14'68'15,"1"4"28"-15,7 8-311 0,0 5-6 16,2 6 98-16,0 1 75 16,-6 0 90-16,1-1 30 15,-2-7 39-15,1-5 11 16,3-11-29-16,3-3-19 16,6-12-62-16,4-7-9 15,4-14-41-15,2-7-37 0,0-9-36 16,-4-4-23-16,-3 3 5 15,-3 1 22-15,-6 9 56 16,-2 7 28-16,-7 10 55 16,0 5 46-16,-3 7 17 15,-2 6 4-15,0 13-13 16,-1 5-29-16,3 10 27 16,4 2 15-16,7-4 26 15,3-4-29-15,8-10-25 16,3-5-15-16,4-9-12 15,4-4-15-15,-2-9-17 16,-2-6-4-16,-1-9-28 16,-3-1-20-16,-4-4-44 15,-1 0-17-15,-6 0-66 16,-1 1-45-16,-2 4-6 0,0 5 6 16,-3 8 135-16,-5 11 15 15,0 0 33-15,5 2 19 16,-4 14 32-16,-1 7 20 15,3 9 30-15,2 6 86 16,0 1 43-16,1-1-19 16,-1-6-39-16,0-4-34 15,1-9-60-15,-2-6-7 16,-2-7-14-16,-2-6 2 0,2-7-6 16,-2-6-9-16,-2-14-13 15,1-8-18-15,1-10-13 16,2-3 2-16,4-5 2 15,4 0 7-15,2-1 12 16,3 1-3-16,3 5-8 16,3 6-3-16,5 14-16 15,4 9-15-15,-1 19 18 16,-1 11-8-16,-5 22 2 16,-6 12 12-16,-2 18 3 15,-4 4 18-15,-5 6 6 16,1-2 9-16,-4-10-9 15,0-8-6-15,0-23-84 16,1-10-77-16,7-24-326 16,3-17 371-16</inkml:trace>
  <inkml:trace contextRef="#ctx0" brushRef="#br0" timeOffset="161365.34">17865 9290 2517 0,'0'30'171'16,"0"16"43"-16,1 13-200 0,2 17-86 15,1 7-25-15,1 0-22 16,0-4-62-16,0-9 47 16,-2-11-37-16,2-18 33 15,-2-12-11-15,-2-15-174 16,1-13 268-16</inkml:trace>
  <inkml:trace contextRef="#ctx0" brushRef="#br0" timeOffset="162115.31">18517 9132 1543 0,'7'0'115'0,"2"7"10"16,-1 9-119-16,1 22-21 16,2 10 6-16,-3 16 9 15,1 6 9-15,-8 8 15 0,-4 4-12 16,-7-6 6-16,-2-6 0 15,0-15 48-15,2-11 44 16,3-16 72-16,3-9-19 16,1-11-72-16,3-8-49 15,0-9-42-15,3-8-4 16,3-15 9-16,3-6 17 0,5-5-4 16,4 1-9-16,7 0-9 15,1 5-14-15,4 8-39 16,3 5-28-16,-2 17-60 15,-4 7-59-15,-6 20 33 16,-8 9 44-16,-12 10 72 16,-6 5 33-16,-14 2 51 15,-8 0 36-15,-8-2 51 16,-4-4 17-16,-8-9-3 16,1-8-23-16,0-16-117 15,3-10-105-15,9-19-172 16,4-10-136-16,21-8 324 15</inkml:trace>
  <inkml:trace contextRef="#ctx0" brushRef="#br0" timeOffset="162498.99">18913 9711 3025 0,'10'11'11'0,"6"0"12"16,13-7-239-16,4-4-87 16,4-12-83-16,-5-4-15 0,-3-5 300 15,-1-3 77-15,-7-2 48 16,-1-1-1-16,-9-3-14 16,-4 0-9-16,-8 1-6 15,-5 2 1-15,-9 7 13 16,-6 4 19-16,-7 10 33 15,-4 4 18-15,-8 8 20 16,0 6 16-16,-6 10 65 16,-3 7-23-16,5 11-1 15,2 5-24-15,15 5-58 16,11-4-11-16,22-3-20 16,14-4-12-16,22-10-25 15,12-6-34-15,14-16-58 16,4-7-41-16,3-16-234 15,-4-5-581-15,-12-7 747 0</inkml:trace>
  <inkml:trace contextRef="#ctx0" brushRef="#br0" timeOffset="165665.41">19973 9618 1057 0,'0'-7'-24'0,"0"-6"-42"16,-1-2-50-16,-3-4 61 16,-2 2 87-16,-5 0 111 15,-5 2 11-15,-3 6-13 16,-5 2-19-16,-3 8-42 15,-2 7-13-15,0 11 38 16,3 7-7-16,2 10-41 16,4 4-24-16,9 0-15 15,4-5 6-15,18-9-15 16,9-4-3-16,15-16-18 16,7-5-9-16,11-16-36 15,4-10-42-15,4-12-81 16,-3-3 44-16,-9-5-67 15,-8 2-14-15,-13 3 48 16,-8 1 85-16,-12 4 216 0,-6 3 69 16,-5 7 0-16,-2 6-3 15,-1 9-27-15,6 10 77 16,-7 2-120-16,0 14-50 16,0 23-60-16,-2 8-15 15,-1 14-3-15,0-1-15 16,4-8-6-16,5-7-15 15,5-14-18-15,5-9-5 0,4-16-73 16,3-8-59-16,11-20-91 16,4-11 178-16</inkml:trace>
  <inkml:trace contextRef="#ctx0" brushRef="#br0" timeOffset="166066.04">20397 9110 1912 0,'0'0'152'16,"7"19"75"-16,-1 12-230 16,0 11-42-16,1 15 9 15,-4 6 10-15,-3 8 8 16,-2 0 0-16,-2-4-33 16,0-7 3-16,4-16 3 15,1-9 12-15,0-14 33 0,2-8 0 16,-3-13-18-16,0 0-20 15,-1-11 5-15,-1-7 15 16,2-13 51-16,3-3 35 16,8-4 4-16,1 0-9 15,13 3-39-15,4 3-18 16,8 11-27-16,4 7-12 16,-3 15-21-16,-4 7-12 0,-12 14-23 15,-3 5 5-15,-13 5 30 16,-6 3 18-16,-10-1 51 15,-6-2 30-15,-9-5 51 16,-3-2 35-16,-6-8-5 16,0-6-25-16,4-15-151 15,0-12-103-15,6-19-193 16,2-11 15-16,9-14 223 16</inkml:trace>
  <inkml:trace contextRef="#ctx0" brushRef="#br0" timeOffset="166265.72">20899 9053 2583 0,'2'68'87'0,"3"4"-25"16,1 9-45-16,0 4-14 0,1-2-3 15,-4-7-16-15,0-5-13 16,-2-17-51-16,-2-11-79 15,1-21-137-15,0-21-230 16,7 2 379-16</inkml:trace>
  <inkml:trace contextRef="#ctx0" brushRef="#br0" timeOffset="166635.75">21066 9542 2889 0,'13'9'58'16,"11"0"50"-16,21-4-219 16,10-4-37-16,8-11 0 15,-1-5-49-15,-8-8 88 16,-7 0 28-16,-9-4 57 16,-9 0 18-16,-6-3-6 15,-4 0-3-15,-9 2-14 16,-1 2-13-16,-13 4-6 15,-6 3 0-15,-18 7 12 16,-10 5 15-16,-11 10 33 0,-1 7 45 16,-1 8 83-16,3 8 19 15,9 10-7-15,5 4-3 16,17 9-64-16,9-1-8 16,18-3-23-16,9-3-17 15,17-8-24-15,8-6-15 16,18-11-25-16,10-7-19 15,4-16-86-15,0-9-134 16,-5-19 118-16</inkml:trace>
  <inkml:trace contextRef="#ctx0" brushRef="#br0" timeOffset="167449.2">22294 8862 1792 0,'5'23'102'0,"1"24"-58"15,-1 23-17-15,-4 22-3 16,-5 4-3-16,-4-4-6 15,-4-8 3-15,4-6-6 16,1-5-3-16,-1-12-9 16,3-11-12-16,-5-20-99 15,2-7-77-15,-5-19-150 16,-4-7 243-16</inkml:trace>
  <inkml:trace contextRef="#ctx0" brushRef="#br0" timeOffset="167864.91">22038 9449 1417 0,'-2'-13'124'16,"2"0"375"-16,9-1-287 0,8 1-93 16,15 3-70-16,9 0-15 15,12 2-10-15,0 2-4 16,4 3-22-16,-1 0-22 16,1 3-47-16,0 4-24 15,-10 2-66-15,-5 1 5 16,-14 2 37-16,-7 2 23 15,-11 1 39-15,-8 2 30 16,-6 1 87-16,-4 0 39 0,1-1 44 16,4-1 13-16,0-3-49 15,3 0-35-15,4-3-38 16,4-3-13-16,5-3-2 16,4-4-2-16,8-8-12 15,3-3-14-15,2-8-44 16,2-2-26-16,-5-2-52 15,-6 0 5-15,-10 3 51 16,-10 1 19-16,-12 3 59 16,-12 2 18-16,-17 5 38 15,-11 2 25-15,-6 9 36 16,5 2 32-16,12 5-38 16,14 1-11-16,18-4-113 15,7 0-81-15,15-3-195 0,6-3-240 16,21-4 382-16</inkml:trace>
  <inkml:trace contextRef="#ctx0" brushRef="#br0" timeOffset="169782.4">16109 10678 1744 0,'-7'-2'239'0,"-1"-6"78"16,2-2-237-16,-1-10-133 15,-2-3-1-15,-3-2 45 16,-2 2 33-16,-3 5 61 15,-3 1 7-15,-7 9 1 16,-3 3-13-16,-7 11-73 16,-3 6-24-16,3 12-18 15,5 5 5-15,10 8 24 16,10 1 6-16,11-3 4 16,4-1-4-16,16-9-5 15,2-4 6-15,15-8-5 16,5-4 1-16,4-12-4 15,6-9-4-15,5-9 2 0,1-6-3 16,-2-11-7 0,-1-1-5-16,-11-4-26 0,-4 0-2 15,-14 10 4-15,-6 5-12 16,-11 12 48-16,-8 16 12 16,0-1 3-16,-5 2-6 15,-2 22-9-15,-2 8-6 16,2 14-6-16,1 5-11 15,4 5-25-15,2 3-12 0,6 11-56 16,0 6-34-16,0 11 25 16,-6 0 57-16,-12-8 61 15,-12-6 24-15,-17-14 32 16,-5-8 65-16,-13-15 92 16,-2-9 33-16,-6-11 60 15,-2-7-66-15,1-10-64 16,-2-8-48-16,6-15-60 15,6-10-38-15,11-21-79 16,12-9-37-16,22-19-160 16,13-4-268-16,18 2 258 15</inkml:trace>
  <inkml:trace contextRef="#ctx0" brushRef="#br0" timeOffset="170600.05">16668 10698 1033 0,'6'4'165'0,"4"-2"253"16,5-1-140-16,4-4-192 15,4-3-29-15,2-6-27 16,1-5-18-16,-1-4-6 16,-5-4 0-16,-2-2 0 15,-6-4-15-15,-7 1-33 16,-2-1-15-16,-13 3-14 16,-3 2 2-16,-14 6 21 15,-8 4 15-15,-7 11 6 16,-3 5 0-16,5 15 36 15,4 6 27-15,9 10 51 16,6 5 14-16,8 5 16 16,7 3 3-16,8-1-1 15,7-3-44-15,11-8-25 16,2-5-22-16,8-8-24 16,4-5-4-16,4-10-2 0,1-4-5 15,4-9-6-15,-1-5-9 16,2-11-30-16,0-6-18 15,-1-7-49-15,-5-4 2 16,-13 1 30-16,-3 2 34 16,-11 9 29-16,-4 6 24 15,-6 12 47-15,-1 12 46 16,0 0 27-16,-2 11-4 0,-1 11-43 16,0 7-43-16,1 8-18 15,0 1-4-15,0 0-3 16,1-3 3-16,-2-7 17 15,1-4 11-15,-1-9 19 16,1-6-3-16,2-9-19 16,0 0-21-16,14-6-33 15,-1-8-8-15,8-17-11 16,2-4-6-16,1-12-23 16,3-1-16-16,-1 4-58 15,-3 5 12-15,1 13 50 16,-4 9 39-16,-2 14 42 15,0 10 18-15,-2 18 69 16,-3 9 9-16,-1 13 20 16,-1 6-27-16,-1-2-63 0,1-3-8 15,-1-13-22-15,-1-9-26 16,4-11-140-16,-1-10-105 16,4-12-379-16,3-11 487 15</inkml:trace>
  <inkml:trace contextRef="#ctx0" brushRef="#br0" timeOffset="170965.02">17725 10640 2396 0,'8'-2'55'0,"6"-6"-64"15,6-4-148-15,6-10-145 16,1 0 48-16,-2-3 105 15,-3 2 97-15,-8 3 65 16,-4 0 35-16,-4 1 44 16,-4 0 1-16,-2-3-18 15,2 0-18-15,-7 2-45 16,-3 0 0-16,-9 6-7 16,-5 4 4-16,-7 9 12 15,-3 4 9-15,-1 14 39 16,-3 7 30-16,3 15 29 0,4 6-37 15,8 5-5-15,8-1-6 16,13-7 0-16,7-6-29 16,16-8-26-16,4-8-10 15,13-8-28-15,8-6-10 16,4-12-59-16,7-7-91 16,-1-11-248-16,-2-3-299 15,-8-4 542-15</inkml:trace>
  <inkml:trace contextRef="#ctx0" brushRef="#br0" timeOffset="171336.86">18293 10419 2109 0,'5'2'134'0,"4"0"-68"16,0 3-159-16,0 4-104 0,0 2 0 15,-6 7 71-15,-3 2 49 16,-6 3 65-16,0 1 15 15,-2-2 57-15,-1-4 32 16,4-7 64-16,1-4-4 16,4-7-62-16,3-6-34 15,8-10-83-15,3-9-29 16,7-15-91-16,0-7-59 0,1-6-238 16,5 0 326-16</inkml:trace>
  <inkml:trace contextRef="#ctx0" brushRef="#br0" timeOffset="171831.34">18823 10397 1101 0,'-19'-15'26'0,"0"0"-21"16,-1 6 15-16,-5 5 44 16,0 6 17-16,-5 10 47 0,2 5 24 15,3 8 174-15,3 2-16 16,5 8-125-16,5-2-75 16,10-1-62-16,3-4-21 15,12-5-22-15,5-5-1 16,10-9-18-16,9-3-2 15,6-13-3-15,4-7-13 16,8-10-32-16,1-8-19 16,2-5-53-16,-6-2-34 15,-13 0 42-15,-10 1 26 0,-14 9 84 16,-6 4 66-16,-5 8 92 16,-4 5 46-16,-5 4 22 15,-3 3-60-15,0 7-43 16,0 9-57-16,0 17-33 15,0 11-3-15,0 19-8 16,-2 4 0-16,8 0-3 16,3-7-1-16,6-17-13 15,6-10-15-15,2-17-73 16,4-11-82-16,12-17-214 16,3-10-297-16,4-14 541 15</inkml:trace>
  <inkml:trace contextRef="#ctx0" brushRef="#br0" timeOffset="172049.45">19405 10065 2621 0,'1'8'117'0,"1"7"73"16,1 13-181-16,-2 6-29 15,6 12-23-15,-2 3-4 16,-1 7 17-16,-3 0 8 0,-2 3 16 15,-1 1-1-15,-1-9-38 16,4-3-21 0,1-18-136-16,2-8-123 0,9-15 148 15</inkml:trace>
  <inkml:trace contextRef="#ctx0" brushRef="#br0" timeOffset="172559.96">19269 10287 1528 0,'2'-6'-24'0,"4"-8"48"0</inkml:trace>
  <inkml:trace contextRef="#ctx0" brushRef="#br0" timeOffset="174104.4">19679 10351 1580 0,'0'-3'116'16,"0"3"58"-16,0 0-216 16,10 8 12-16,-4 14 57 15,2 7 42-15,-3 11 11 16,-3 3-23-16,-2-3-48 16,0-4-39-16,0-14-155 15,2-7-128-15,-3-20 243 16</inkml:trace>
  <inkml:trace contextRef="#ctx0" brushRef="#br0" timeOffset="174265.21">19676 10235 2792 0,'4'9'189'16,"12"-2"89"-16,5-3-369 15,28-9-241-15,11-7 119 16</inkml:trace>
  <inkml:trace contextRef="#ctx0" brushRef="#br0" timeOffset="175215.24">20060 10411 2576 0,'-11'-7'71'16,"5"-2"4"-16,15-10-205 15,10-2-84-15,16-3 2 16,2 0 32-16,8 5 141 16,0 5 39-16,-7 9 3 15,-3 4-3-15,-11 6-56 16,-7 5-16-16,-10 7-6 15,-7 3 4-15,-14 7 56 16,-8 4 18-16,-10 1 47 16,-4 0 28-16,0-1 119 15,4-3 60-15,9-6-34 0,9-5-51 16,8-7-110-16,6-3-46 16,13-2-41-16,7-5-20 15,20-9-51-15,7-5-21 16,12-12-102-16,7-1-71 15,5-4 0-15,-2 0 159 16,-5 5 53-16,-6 1 19 16,-15 5 33-16,-10 2 15 0,-18 4 32 15,-8 2 20-15,-16 2 44 16,-6 0 21-16,-8-1 89 16,-3 2 33-16,-4 3-97 15,-3 5-38-15,0 7-45 16,0 3 5-16,5 5 19 15,5 3-21-15,7 2 2 16,5 0 3-16,8 1 12 16,6-2-3-16,8-3-10 15,4-4-25-15,12-3-23 16,3-3-2-16,11-7-4 16,6-5-2-16,0-8-10 15,-2-6-23-15,-1-7-24 16,-8-3-11-16,-10-3 6 15,-4 3 11-15,-14 2 27 16,-3 5 17-16,-7 9 36 0,-4 4 28 16,-4 11 33-16,2 9 9 15,-2 14-12-15,-2 7-34 16,2 15-7-16,-1 5-2 16,11-2-3-16,4-2-6 15,9-10-11-15,3-6-8 16,6-14-15-16,4-6-11 0,6-17-37 15,1-11-30-15,6-15-98 16,0-8-112-16,-4-7-205 16,-4-2 152-16,-10 0 168 15,-8 0 36-15,-6 0 128 16,-4 1 71-16,-3 3 90 16,2 2 17-16,-1 7 72 15,3 7 67-15,0 13-45 16,-2 6-87-16,4 16-60 15,-2 9-29-15,1 18-61 16,-1 12-16-16,-2 17-4 16,-1 3 1-16,-1 0-4 15,0-3-2-15,0-10-42 16,2-6-66-16,1-12-77 16,0-8-140-16,-4-13-156 0,-2-11 388 15</inkml:trace>
  <inkml:trace contextRef="#ctx0" brushRef="#br0" timeOffset="176002.89">20995 10232 2369 0,'13'1'131'16,"13"-2"23"-16,12-1-131 0,22-4-70 16,8-1-45-16,0 2-10 15,-2 3 6-15,-12 8 32 16,-4 3 10-16,-8 7 18 15,-8 2 7-15,-11 3 2 16,-6 1 3-16,-10 0 6 16,-5-1-3-16,-2-5 15 15,-3-4-12-15,-2-4-45 16,-3-4-17-16,-1-5-16 16,-1-5 3-16,1-7 43 15,3-5 20-15,1-6 45 16,4-1 17-16,5-5 16 15,4-2 12-15,8 1-24 16,0 2-18-16,3 10-12 16,-1 7-3-16,-1 10 45 0,-1 5 35 15,0 11 22-15,1 6 8 16,-5 6-32-16,0 4-27 16,-3 0-20-16,-1-1 1 15,2-4 9-15,2 0 2 16,-3-7 7-16,5-3-5 15,-2-3 0-15,0-3-20 16,1-6-10-16,-3-3-3 16,0-8-18-16,0-6-10 0,-2-7-7 15,-2-4-4-15,-5-4-12 16,-3 0 6-16,-5 4 6 16,-4 3 13-16,3 6 28 15,1 4 22-15,5 5 11 16,4 1-17-16,11 1-12 15,4 0-16-15,17 0-8 16,5 3-6-16,11 5-3 16,-1 4 4-16,-10 6-6 15,-6 2-3-15,-16 1-28 16,-6 0 3-16,-6-1 7 16,-5-1 17-16,-2-2 38 15,0-2 18-15,1-5 12 16,4-1-11-16,8-4-26 15,4-5-6-15,8-7-8 0,4-5 0 16,2-10 1-16,2-1 1 16,-2-3 4-16,-1 4 0 15,1 7-1-15,1 6 5 16,11 12 1-16,0 7 5 16,3 18 12-16,-5 9-3 15,-3 15-4-15,-3 2-5 16,4 1-60-16,2-3-69 0,1-8-299 15,2-3 117-15</inkml:trace>
  <inkml:trace contextRef="#ctx0" brushRef="#br0" timeOffset="176482.44">17113 11115 2668 0,'146'-9'66'15,"22"-2"37"-15,49-12-120 16,26-4-2-16,35-7 14 15,9-5 5-15,16-3 12 16,6 1 8-16,4-1 3 16,4 7-5-16,0 5-16 15,-5 4-19-15,-22 10-29 16,-10 2-9-16,-42 4-28 16,-17 1-66-16,-45-1-159 15,-20-3-352-15,-22-10 534 16</inkml:trace>
  <inkml:trace contextRef="#ctx0" brushRef="#br0" timeOffset="179168.29">14875 9436 1437 0,'0'0'48'16,"0"0"2"-16,0 0-50 16,5 3 0-16,12 2 10 15,8 1 52-15,20 2 42 16,17-1 31-16,20-1 5 0,3-1-35 15,-5-6-60-15,-8-2-81 16,-12-4-99-16,-5 0-32 16,-9 1-98-16,-12 2 109 15,-23 5 92-15</inkml:trace>
  <inkml:trace contextRef="#ctx0" brushRef="#br0" timeOffset="179401.4">14703 10154 2340 0,'29'6'80'0,"15"-5"-23"16,15-3-71-16,26-9-17 15,13 0 5-15,10-4-53 16,-3 0-106-16,-9-2-329 16,-5 1 371-16</inkml:trace>
  <inkml:trace contextRef="#ctx0" brushRef="#br0" timeOffset="183332.49">3919 3530 1144 0,'-12'10'79'0,"-1"6"111"16,0 10-174-16,2 8-8 15,-1 6 1-15,3 9 13 16,2 8 5-16,-1 17 6 16,2 4 7-16,1 8 5 15,-2 3-15-15,1 3-12 16,1 7-6-16,-1 10-1 0,3 3 4 15,-4 7-6 1,-3 4 6-16,-1 5-6 0,-1 2 3 16,1 10 12-16,1 1 9 15,-1 3 27-15,0 2 11 16,-3-4 10-16,0 1-3 16,1-3-6-16,0-3-10 15,-1-1-20-15,-2-2-9 0,-1-3-16 16,-4 0-7-16,0-3 1 15,0 0-3-15,3-2-2 16,4-3-1-16,4-8-1 16,4-7-4-16,4-11-9 15,-1-6 0-15,2-11-16 16,-2-7-41-16,-11-9-125 16,-4-5-114-16,-17-13 153 15</inkml:trace>
  <inkml:trace contextRef="#ctx0" brushRef="#br0" timeOffset="184003.71">2619 7241 2097 0,'37'43'-30'16,"0"5"9"-16,6 12 12 16,3 5 9-16,2 9 0 15,6 7 0-15,1 8 6 16,-2 6 0-16,8 7 6 16,0 4 9-16,3 6 30 15,6 3 11-15,-2 5 43 16,0-1-27-16,-2-8-7 15,-5-5 1-15,-5-10-36 16,-4-6-5-16,-6-7-12 16,1-4-3-16,-5-8 9 15,-4-6-5-15,0-6-2 0,-4-5 1 16,1-8-8-16,-2-7-2 16,-4-9-4-16,-1-9 0 15,-9-13-4-15,-3-6-1 16,-5-14 1-16,-2-10 5 15,-3-19 4-15,-1-13-1 16,0-25 0-16,3-11-3 16,8-25-4-16,1-8 3 0,13-11-4 15,5-6-1-15,9 1-4 16,8 1-5-16,3 5-4 16,3 9-1-16,3 10-6 15,0 6-17-15,-1 13-90 16,-4 3-72-16,-9 13-236 15,-2 2-238-15,-21 7 517 16</inkml:trace>
  <inkml:trace contextRef="#ctx0" brushRef="#br0" timeOffset="185582.17">3022 10004 1125 0,'-3'31'149'0,"3"20"432"15,1 19-495-15,4 34-86 16,-4 13-11-16,-3 14-16 16,-5 2 3-16,-4-12-3 15,3-12 3-15,-1-25 18 16,2-14 6-16,5-21 0 16,0-14 0-16,2-18 6 15,0-16-12-15,2-9-21 16,-2-18-3-16,2-19-9 15,-2-9 6-15,-2-8 18 0,1-3 10 16,1-9 2-16,4-11 3 16,12-19 8-16,8-12-11 15,16-17-65-15,9-4-27 16,11 4-93-16,5 11-83 16,4 29-50-16,-1 19 121 15,-4 31 282-15,-4 17 132 16,-13 28 26-16,-6 14-114 0,-15 32-85 15,-11 14-12-15,-15 26 16 16,-10 9 13-16,-18 18 19 16,-6 7 5-16,-12 3 47 15,-5-2-4-15,-5-21-47 16,0-13-24-16,7-28-25 16,4-16-5-16,10-27-6 15,4-12-6-15,10-20-24 16,4-8-15-16,0-13-17 15,3 0 2-15,2-2 33 16,2 2 27-16,18 1 27 16,7-2-4-16,17-8-35 15,9-3-33-15,10 4-95 16,5 8-30-16,1 23 19 16,-5 16 83-16,-7 28 42 15,-8 11 18-15,-10 17 23 0,-1 3 31 16,-8-2 40-16,0-4-2 15,1-12-24-15,2-7-10 16,3-12-32-16,2-5-12 16,0-10-21-16,-2-5-21 15,-2-6-56-15,0-2-34 0,-5-6-89 16,-4-3 57 0,-3 0-137-16,-2-2 172 0</inkml:trace>
  <inkml:trace contextRef="#ctx0" brushRef="#br0" timeOffset="186331.18">3955 10726 1479 0,'15'-3'104'0,"4"-6"201"15,1-1-75-15,2-10-93 16,2-7-59-16,0-13-85 16,0-8-70-16,-8-6-81 15,-2-3-6-15,-13 7 44 16,-5 7 57-16,-15 13 75 15,-6 11 24-15,-8 14-6 16,-5 6-6-16,-3 18-15 16,-3 8-9-16,0 20 9 0,4 11 36 15,5 14 101-15,3 3 51 16,15-6-8-16,8-5-32 16,23-14-82-16,11-11-38 15,16-14-39-15,7-9-22 16,11-20-16-16,4-10-38 15,7-15-7-15,0-3-4 16,0-6-45-16,-3-2-51 16,-6-1 6-16,-4 2 35 0,-9 3 72 15,-6 2 25-15,-15 7 41 16,-8 4 15-16,-15 6 65 16,-7 2 46-16,-7 3 53 15,-5 1 7-15,-7 5-44 16,0 2-70-16,-4 6-35 15,-2 4-3-15,8 9-5 16,0 6-6-16,2 12 4 16,1 5-11-16,3 4-7 15,5-1 2-15,9-9-9 16,3-5-8-16,14-10-2 16,3-7 0-16,11-10 2 15,4-5 9-15,7-11 3 16,3-5-2-16,0-7 2 15,0-2 2-15,-7 3 3 16,-5 2 0-16,-8 9-4 0,-6 5-1 16,-7 11-11-16,-5 7-2 15,-7 18 2-15,0 8 5 16,-4 16 6-16,1 10 0 16,0 18 0-16,1 8 1 15,3 21 2-15,2 5-3 16,-6 6 1-16,-6-3-1 0,-16 1 36 15,-9 0 34-15,-11-3 47 16,-2 0-25-16,-6-22 16 16,5-16-17-16,0-34-37 15,4-19-19-15,9-43-84 16,4-26-49-16,12-51-127 16,6-27-262-16,21-28 149 15</inkml:trace>
  <inkml:trace contextRef="#ctx0" brushRef="#br0" timeOffset="186614.8">4965 10384 2234 0,'2'51'124'0,"-1"6"-10"16,0 10-115-16,-3 1-3 15,-4-10 4-15,-2-7 0 16,1-17 4-16,-1-7-3 16,4-12 4-16,0-6-4 15,-4-13-11-15,2-10-16 16,1-18-45-16,2-10-60 16,3-14-81-16,3-2 6 0,6 2 39 15,3 3 47-15,10 6 56 16,3 2-81-16,6 5 87 15</inkml:trace>
  <inkml:trace contextRef="#ctx0" brushRef="#br0" timeOffset="186981.68">5165 10609 2148 0,'0'28'134'0,"4"-5"-36"15,5-1-71-15,5-8-16 16,5-5-2-16,2-10-8 16,1-6-1-16,5-15-10 15,3-7-4-15,5-9-32 0,1-5-24 16,-1-4-67-16,-3 2-4 16,-9 2 43-16,-4 5 35 15,-12 13 39-15,-7 6 18 16,-14 15 9-1,-5 6 0-15,-12 12 24 0,-3 7 0 16,1 11 35-16,1 4 19 16,6 8 30-16,7 4 11 0,4 0-24 15,9 0-37-15,6-7-22 16,5-5-16-16,7-7-27 16,-1-9-40-16,12-10-93 15,3-9-138-15,16-17 114 16</inkml:trace>
  <inkml:trace contextRef="#ctx0" brushRef="#br0" timeOffset="187364.81">5951 10325 1431 0,'-8'-15'58'15,"-3"0"96"-15,-7 6-166 16,-3 4 3-16,-7 12 48 15,-2 6 35-15,-5 13 49 0,-2 4 20 16,0 10 22-16,-1 3-13 16,6-2-54-16,6-2-16 15,12-9-30-15,7-3-6 16,9-7-24-16,6-3-10 16,12-5-1-16,4-4-11 15,10-6-3-15,4-4-5 16,-2-5-20-16,-1 1-3 0,-10 2-11 15,-6 4 2-15,-13 10 4 16,-7 5 10-16,-15 10 12 16,-6 5 10-16,-13 3 9 15,-5 2 4-15,-3-1-5 16,2-3 1-16,2-7-5 16,6-6-21-16,6-14-153 15,3-7-142-15,16-17-323 16,9-8 464-16</inkml:trace>
  <inkml:trace contextRef="#ctx0" brushRef="#br0" timeOffset="187698.6">6342 10295 1655 0,'-35'13'173'0,"-5"4"81"0,-7 4-150 15,-4 12-62-15,-2 4 21 16,2 3-6-16,1 1-8 16,6-3-18-16,8-5-12 15,9-7-19-15,9-6-5 16,11-7-4-16,6-6-10 0,14-5-19 16,5-2-5-16,14-3-17 15,1 2 0-15,2 3 36 16,-1 6 16-16,-15 7 11 15,-2 6 14-15,-17 9 22 16,-12 3 6-16,-9 9 1 16,-5 3-15-16,-6 1-13 15,2-2-11-15,-2-14-121 16,1-9-152-16,4-24 129 16</inkml:trace>
  <inkml:trace contextRef="#ctx0" brushRef="#br0" timeOffset="187881.58">6496 10601 1150 0,'-10'32'161'15,"-1"2"428"-15,-2 0-437 16,2-6-260-16,3-8-110 15,1-14 114-15</inkml:trace>
  <inkml:trace contextRef="#ctx0" brushRef="#br0" timeOffset="188548.77">6357 10372 1516 0,'26'-25'43'0,"7"7"2"16,0 5-75-16,6 13-5 16,-1 10 16-16,-6 16 13 15,-4 7 4-15,-10 14 8 16,-3 7 4-16,-12 0 3 16,-3 1 14-16,-5-7 24 15,-1-6 23-15,4-10 37 16,5-6 3-16,11-12-25 15,4-6-26-15,10-10-48 16,5-6-15-16,7-12-15 0,2-9-6 16,-2-6-3-16,-5-3 12 15,-11 1 0-15,-5 4 0 16,-12 5-18-16,-6 3-20 16,-11 4-13-16,-6 1 0 15,-7 5 33-15,-1 3 30 16,5 5 60-16,2 1 21 15,13 0-7-15,3-3-26 16,9-3-51-16,7 1-27 0,5 1 21 16,3 3 27-16,2 7 24 15,0 4 9-15,-4 13 3 16,0 4 5-16,-3 11 16 16,-1 1-17-16,-3 4-20 15,-2 0-14-15,-3-8-11 16,-4-3-5-16,0-12-8 15,-1-5-3-15,-1-10-15 16,1-7 0-16,7-14 4 16,-1-9-5-16,12-16-6 15,6-9-19-15,13-7-22 16,7-3-8-16,3 5-7 16,2 7 3-16,-9 19 25 0,-4 13 50 15,-4 26 65-15,-6 13 43 16,-2 24 41-16,-3 12-11 15,-7 16-24-15,-1 3-19 16,0-2-53-16,-2-8-81 16,4-16-167-16,1-11-236 15,-4-25 182-15</inkml:trace>
  <inkml:trace contextRef="#ctx0" brushRef="#br0" timeOffset="190015.06">3711 11510 1655 0,'-50'-15'152'0,"-3"-1"111"0,-6 7-350 15,0 3-26-15,-4 12 11 16,-2 6 27-16,5 15 49 16,5 8 26-16,6 18 74 15,6 10 22-15,4 16 17 16,2 5-2-16,15 6-9 16,4-4 29-16,26-13-32 15,10-8-11-15,24-19-42 16,9-8-32-16,17-20-28 15,14-12-5-15,14-25-7 16,10-13-23-16,14-27-57 16,-1-11-85-16,1-16-57 15,-2-8 9-15,-15-8 110 16,-10-1 71-16,-19-3-12 0,-15 1-44 16,-26 5-124-16,-12 6-90 15,-20 13 64-15,-6 12 151 16,-14 23 248-16,-5 13 170 15,-6 24 54-15,-1 9-70 16,-2 21-90-16,-1 10 58 16,1 26-123-16,0 14-35 15,2 20-33-15,4 14-7 0,5 16-20 16,6 5 1-16,4-1-23 16,3-10 3-16,9-31 5 15,3-13-6-15,11-28-45 16,4-11-72-16,11-19-186 15,6-12-98-15,14-23 264 16</inkml:trace>
  <inkml:trace contextRef="#ctx0" brushRef="#br0" timeOffset="190418.4">4479 11855 2169 0,'-23'37'15'15,"8"5"5"-15,4 3 4 16,8-4-6-16,6-2-18 16,10-10-27-16,6-7-8 15,8-13-19-15,3-8 9 16,6-12 3-16,-1-8 12 0,0-7-6 15,-1-3 0 1,-2-8 7-16,-3-3 2 0,-2-7-15 16,-2-1-24-1,-4 2-18-15,-1 6-2 0,-8 17 50 16,-4 8 39-16,-7 17 69 16,-5 8 29-16,-3 19 13 15,-2 8 11-15,2 15-14 16,1 6-10-16,2-2-20 15,3-3-33-15,8-16-54 16,4-9-75-16,9-20-161 16,3-13-149-16,16-22 273 15</inkml:trace>
  <inkml:trace contextRef="#ctx0" brushRef="#br0" timeOffset="190765.53">5376 11692 2614 0,'-50'26'87'16,"6"2"9"-16,3 2-82 16,13 2-26-16,9 1-3 0,8-4-10 15,8-1-6-15,4-8-16 16,4-2-18-16,12-11-44 15,2-6 3-15,15-8-28 16,6-6-63-16,6-4-3 16,0 1 0-16,-9 8 69 15,-7 6 93-15,-18 13 41 16,-8 5 17-16,-15 10 39 16,-8 4 48-16,-8 5-11 15,-6-1-9-15,-4-1-19 16,-1-1-14-16,2-9-15 15,1-8-21-15,7-13-152 16,2-9-106-16,10-20 115 16</inkml:trace>
  <inkml:trace contextRef="#ctx0" brushRef="#br0" timeOffset="191165.12">5998 11586 1470 0,'-18'8'58'16,"-11"6"110"-16,-8 6-111 15,-9 8-27-15,-3 4 9 0,-2 6 51 16,1 4 35-16,3 1 45 16,5-1-20-16,8-6-65 15,6-6-29-15,9-11-51 16,6-7-19-16,13-7-33 15,7-6-4-15,13-6 7 16,8-3 6-16,11-7 23 16,5 2 3-16,4 1-6 15,-3 2 3-15,-10 11-12 16,-9 3-3-16,-19 13 7 16,-8 6 5-16,-19 12 18 15,-7 3 15-15,-7 5 50 16,-2 2 21-16,2-5-20 15,4-4-7-15,3-11-29 16,2-9-75-16,8-14-219 16,2-14-286-16,11-21 389 0</inkml:trace>
  <inkml:trace contextRef="#ctx0" brushRef="#br0" timeOffset="191314.98">6003 12146 2109 0,'-8'6'-266'0,"2"-17"-323"16,5-10 438-16</inkml:trace>
  <inkml:trace contextRef="#ctx0" brushRef="#br0" timeOffset="191436.66">6110 11684 1140 0,'18'-28'376'15,"7"-3"-240"-15,10-8-299 16,8 0 132-16</inkml:trace>
  <inkml:trace contextRef="#ctx0" brushRef="#br0" timeOffset="191704.13">6615 11534 2603 0,'-12'19'86'0,"1"10"-1"15,-2 8-84-15,-2 18-38 16,2 3-13-16,0 11-42 15,-1 0-42-15,4 0-1 16,1-1-35 0,0-9 32-16,0-5 4 0,2-10-19 15,-1-4-8-15,-3-12 61 16,0-4-18-16,-1-13-216 16,-2-7 179-16</inkml:trace>
  <inkml:trace contextRef="#ctx0" brushRef="#br0" timeOffset="191998.81">6334 12216 1714 0,'-2'-10'266'16,"4"-3"-36"-16,10-8-92 15,4-10-68-15,17-12-57 16,4-6-26-16,20-6-43 0,12 3-12 16,7 4-51-16,4 7 17 15,-13 12 27-15,-9 7 4 16,-20 13 11-16,-10 6 3 15,-14 9 6-15,-4 6 18 16,-6 9 21-16,-4 7 12 16,-2 10 51-16,-2 4 30 15,-3 5 71-15,-2 1 39 0,-3-2 2 16,-3-2-54-16,-2-12-53 16,0-7-43-16,-1-18-136 15,2-11-93-15,4-27-459 16,1-14 408-16</inkml:trace>
  <inkml:trace contextRef="#ctx0" brushRef="#br0" timeOffset="192131.57">7016 11450 2085 0,'5'13'182'0,"8"-2"-155"15,3-2-598-15,19 2 325 16</inkml:trace>
  <inkml:trace contextRef="#ctx0" brushRef="#br0" timeOffset="192402.01">7184 11809 2882 0,'-32'-6'-61'15,"2"3"-12"-15,5 5-28 16,6 4-78-16,7 7 2 16,2 0-35-16,10-1 63 15,0-1 2-15,11-2 4 16,9 0 21-16,10-1 39 15,9-3-14-15,4-5-122 16,0-4 131-16</inkml:trace>
  <inkml:trace contextRef="#ctx0" brushRef="#br0" timeOffset="192780.86">7418 11696 1989 0,'-16'9'177'0,"-4"5"21"0,4 4-120 16,-3 9-38 0,-3 2 7-16,4 8-2 0,1 5-5 15,4-2-17-15,3-1-13 16,10-10-6-16,6-8-4 16,7-11-3-16,6-6-2 0,7-11-15 15,-1-7-2-15,3-8-17 16,0-6-15-1,-3-3 6-15,-4 0 1 0,-8 2 21 16,-4 1 15-16,-4 8 17 16,-3 3 4-16,1 4 9 15,-3 4 1-15,-1 3 5 16,1 6-3-16,3 7 1 16,1 10-1-16,1 16-2 15,0 8-1-15,0 5 0 16,1-1-7-16,6-9-9 15,1-8-41-15,3-15-114 16,0-13-121-16,1-21-507 16,1-13 614-16</inkml:trace>
  <inkml:trace contextRef="#ctx0" brushRef="#br0" timeOffset="193767.37">7875 11368 1756 0,'-6'42'425'16,"-1"14"102"-16,3 10-393 15,-2 10-132-15,-2 3-3 0,2-9-11 16,1-5-15-16,2-13-42 16,5-8-15-16,0-15-95 15,-1-12-41-15,-1-17-138 16,3 0-22-16,-3-16 82 15,-2-4-56-15,-2-4 67 16,-2 0 138-16,-1 5 280 16,-1 3 103-16,2 5 43 15,0 2-85-15,4 1-37 16,2 3 16-16,0-5 155 16,4-2-28-16,5-7-126 15,8-8-78-15,14-8-63 16,3-4-31-16,12 5-20 15,-1 6 9-15,1 13 7 16,-1 8 8-16,-9 18 11 0,-9 9-5 16,-11 15-4-16,-8 8-6 15,-11 5 5-15,-5-1 0 16,-6-3 4-16,-1-5 1 16,3-10 1-16,2-6-5 15,3-11-1-15,7-12-10 16,0 0-26-16,-4-4 0 15,7-12-13-15,0-8 4 16,1-6 13-16,4-3 0 0,3-4 3 16,6-2-5-16,4-2-43 15,4 2-17-15,7 8-22 16,-3 5 10-16,0 14 68 16,-5 8 57-16,-8 14 98 15,-4 6 13-15,-7 11 2 16,-5 5-58-16,-1 4-10 15,-3 1 14-15,3-1 12 16,0-4-29-16,2-7-6 16,2-4-5-16,2-9-16 15,1-4-12-15,0-6-21 16,2-5-14-16,-1-13-22 16,0-5-11-16,-3-11-4 15,-1-4 3-15,-2-1 10 16,0 0 7-16,-1 5 14 0,3 2 7 15,0 5 1-15,3 2-1 16,1 5-26-16,0 4-17 16,5 6 16-16,1 4 11 15,3 8 40-15,0 7 18 16,4 13 11-16,1 7-10 16,-1 6-1-16,-1-1-2 15,-1-3-8-15,-4-4-8 0,2-7-8 16,-1-3-2-16,1-10 0 15,2-2-1-15,0-10-3 16,2-7-4-16,1-8-3 16,2-4-1-16,-1-9 0 15,4-1-1-15,-1 2 3 16,1 4 0-16,-1 15 15 16,1 7 3-16,-1 13 3 15,-3 9-2-15,9 8-15 16,3 0-12-16,10-7-57 15,6-7-62-15,4-18-219 16,6-10-554-16,-5-12 706 16</inkml:trace>
  <inkml:trace contextRef="#ctx0" brushRef="#br0" timeOffset="194398.02">3848 12704 2402 0,'116'-28'-1'15,"16"-1"-2"-15,5 4 3 16,14 3 0-16,2 4 6 16,8 7 23-16,0 3 16 0,2 5 24 15,2 1 5-15,-4 3-18 16,0 2-11-16,-9-2-9 16,-3 1-7-16,-15-3-14 15,-11 0-6-15,-15-5-19 16,-14-1-17-16,-27-1-51 15,-16-4-65-15,-29-4-161 16,-14-5-320-16,-29-8 469 16</inkml:trace>
  <inkml:trace contextRef="#ctx0" brushRef="#br0" timeOffset="194997.77">1957 10777 2588 0,'56'3'2'16,"10"1"-2"-16,-2-1 0 15,0-1-7-15,-5 0-7 16,-12 0-29-16,-9-2-29 0,-12 0-100 16,-6-1-157-16,-10-12-333 15,1-5 503-15</inkml:trace>
  <inkml:trace contextRef="#ctx0" brushRef="#br0" timeOffset="195230.96">2063 10500 2523 0,'39'-1'13'0,"17"2"12"15,6 6-3-15,0 7 2 16,-3 4-3-16,-9 10-7 0,-11 4-2 16,-14 9 9-16,-13 3 4 15,-23 8 10-15,-8 5 1 16,-13 4-8-16,-4 2-6 16,0 0-22-16,0-5-41 15,-1-10-149-15,1-8-267 16,12-10 122-16</inkml:trace>
  <inkml:trace contextRef="#ctx0" brushRef="#br0" timeOffset="195614.66">2121 12095 2729 0,'77'-11'-15'16,"-5"-9"-49"-16,0-3-78 15,-9-5-126-15,-6-5-183 0,-15-5 251 16</inkml:trace>
  <inkml:trace contextRef="#ctx0" brushRef="#br0" timeOffset="195882.84">2363 11651 2923 0,'70'11'0'16,"2"2"0"-16,-5 4-6 15,-5 5-4-15,-28 10-1 16,-11 8-9-16,-29 17-5 16,-15 7-1-16,-16 16 6 0,-9 5 8 15,-7 5 0-15,-3-2-18 16,3-10-154-16,5-10-232 15,2-33 114-15</inkml:trace>
  <inkml:trace contextRef="#ctx0" brushRef="#br0" timeOffset="197098.49">8303 10285 716 0,'0'0'160'0,"0"0"164"16,0 0-262-16,0 0-60 15,1 0 6-15,22-3 15 16,-4 2 8-16,9 0 21 16,11-2 10-16,13 1 10 15,7-2 56-15,16 1 27 16,8 0-26-16,12 1-25 15,2 0-23-15,6 2-33 16,-2 0-19-16,4 1-23 16,1 1 0-16,-5 2-6 15,-3 0 0-15,-7 0 6 0,-4-2-6 16,-7-2-29-16,0 0-64 16,-13-6-239-1,-2-3 192-15</inkml:trace>
  <inkml:trace contextRef="#ctx0" brushRef="#br0" timeOffset="197914.49">9842 9931 1437 0,'0'0'81'16,"0"0"163"-16,15 5-142 15,4 2-96-15,6 5 0 16,5 0 3-16,3 2 0 16,-1 0-9-16,-2 1 0 15,-7 1 0-15,-8 0-9 16,-12 4 6-16,-6 4 12 16,-16 11 18-16,-6 5 11 0,-15 12 7 15,-9 4-12-15,-7 3 12 16,-2-1-9-16,6-7 3 15,2-5-1-15,13-16-55 16,4-8-115-16,14-19-550 16,4-9 550-16</inkml:trace>
  <inkml:trace contextRef="#ctx0" brushRef="#br0" timeOffset="200965.34">10767 9841 1218 0,'-6'3'83'0,"0"4"70"0,-2 4-112 16,2 7-39-16,1 4-2 16,5 7 2-16,2 3 5 15,7 6 9-15,-1 4 5 16,5 3 37-16,-1 1 2 16,1-4-13-16,0-1-5 15,1-9-12-15,1-5 0 16,1-8 9-16,-2-8 6 15,2-9 20-15,-2-2 13 0,4-12 27 16,2-4-1-16,5-10-14 16,2-5-34-16,4-6-23 15,-1-2-9-15,-2-4-19 16,-2 4 1-16,-6-1-4 16,-5 2-2-16,-6 3-4 15,-4 1-5-15,-3 8-4 16,-1 3-5-16,-2 10-2 15,0 4 4-15,1 9 7 16,0 0 3-16,1 24 8 16,3 9 0-16,2 25-4 15,0 13-1-15,-2 23-6 16,0 10-6-16,-3 15-21 16,-1 2-15-16,-2-10 0 0,-4-9 25 15,-10-19 40-15,-4-10 37 16,-9-7 70-16,-6-6 13 15,-12-9 14-15,-6-6-59 16,-12-14-25-16,-3-6-16 16,-8-18-12-16,-4-7-5 15,-2-15-13-15,0-14-6 16,13-21-28-16,6-13-32 16,20-21-118-16,13-8-163 0,21-10 74 15</inkml:trace>
  <inkml:trace contextRef="#ctx0" brushRef="#br0" timeOffset="201756.13">10581 10364 1388 0,'0'0'49'15,"12"-1"22"-15,-2 0-55 16,8 1-14-16,2 1 9 0,6 1 50 15,4-1 40-15,7 1 34 16,0-1 11-16,12 0 7 16,3-1 8-16,12-2-54 15,3-1-16-15,7 0-21 16,1-2-20-16,-2 0-32 16,0 0-12-16,-9 1-21 15,-5 0-19-15,-11 2-72 16,-9 0-44-16,-12 3-216 15,-7 3-122-15,-13-3 386 16</inkml:trace>
  <inkml:trace contextRef="#ctx0" brushRef="#br0" timeOffset="205647.44">11962 9982 1121 0,'0'0'114'0,"0"0"210"16,0 0-369-16,0-1-17 0,20-12 12 16,-8 10 17-16,1 2 37 15,5 0 13-15,5 0 12 16,4-2 4-16,11 0-4 15,3-2-6-15,12-3-9 16,4 0-6-16,3 0-4 16,0 0 1-1,-9 3 3-15,-6 0-1 0,-18 3-1 16,-8 0-3-16,-11 2 0 16,-8 0 21-16,0 0 33 15,0 0 5-15,0 0 10 16,0 1-18-16,0 0-27 15,0 1-12-15,0 29-9 16,3-19-3-16,0 8 0 16,-1 5 0-16,-7 12-3 15,3 10 0-15,-5 15 0 0,1 11 3 16,0 16 0 0,0 8 9-16,2 7 0 0,3-1-6 15,3-2 2-15,1 1 7 16,4 6 39-16,-4 2 21 15,1 9 56-15,-3-2 5 16,-2-4-21-16,1 3 8 16,-5-1-26-16,3 4-22 0,-1 0-5 15,3-2-6-15,6-5-21 16,2-6-13-16,4-8-18 16,-1-8-10-16,1-13-7 15,0-7-4-15,-2-14-3 16,0-4 1-16,-6-3 2 15,-1-1 4-15,0-2-1 16,-1-1 2-16,3-7-3 16,1-2-2-16,0-5-10 15,-1-5-5-15,1-7-6 16,-2-4-1-16,-1-5 2 16,-1-4 1-16,-2-6 8 15,0 0-4-15,0 0-5 16,0 0-1-16,0 0-16 15,0 0 15-15,0 0 4 16,0 0 1-16,2-14-1 0,-3 3-11 16,0-2-3-16,0-1 2 15,0-1 8-15,0 1 4 16,6-1 24-16,3 1 3 16,12-1 9-16,9 2 2 15,16 1-4-15,8 0-2 16,16 1-13-16,7 0-61 15,4-3-170-15,3-2-149 0,1-4 256 16</inkml:trace>
  <inkml:trace contextRef="#ctx0" brushRef="#br0" timeOffset="206064.66">13296 12492 2592 0,'59'26'-42'15,"5"0"37"-15,0-1 1 16,-15 2 3-16,-9 0-7 16,-17 6 2-16,-14 3-3 0,-21 8-14 15,-10 5 5-15,-21 5-2 16,-8 2 5-16,-13-1 7 15,0-5 0 1,3-14-70-16,5-8-91 0,8-20-304 16,5-7 290-16</inkml:trace>
  <inkml:trace contextRef="#ctx0" brushRef="#br0" timeOffset="207131.37">14219 12266 2085 0,'-71'26'-167'0,"8"17"143"16,5 8 33-16,5 14 47 15,3 4 37-15,10 6 134 16,8 0-34-16,18-7-2 16,12-4-76-16,20-13-53 15,10-10-25-15,20-15-38 16,3-10-11-16,15-17-2 16,7-7 1-16,9-18 7 15,-3-6 1-15,-7-12 1 16,-7-3-2-16,-18-2-5 15,-3-1-6-15,-21 5-17 16,-11 5-6-16,-21 5-6 0,-13 6 5 16,-14 9 10-16,-6 3 18 15,-1 12 32-15,4 5 15 16,1 11 1-16,4 4 1 16,10 12 2-16,4 2-4 15,21 11-6 1,10 2 0-16,8 2-7 0,7-3-3 15,2-6-8-15,-2-6-3 16,-3-11-7-16,0-4 0 0,-1-14-5 16,0-5-1-16,6-14-4 15,2-9-4 1,0-7-7-16,0-6-7 0,-8-1 0 16,-6 0-5-16,-11 2-3 15,-6 0-10-15,-16 4-51 16,-3 3-19-16,-9 7 22 15,-1 6 19-15,4 10 117 16,3 4 32-16,12 6 55 16,8 4-6-16,13 1-73 15,10 2-18-15,21 2-30 16,10-1 0-16,9 2-2 16,1 2 1-16,-13 3 2 15,-7 3-3-15,-13 4-2 16,-6 4-3-16,-11 4 0 0,-3 4 5 15,-5 5 8-15,0 1 4 16,3-2 2-16,-1-4-2 16,3-12-5-16,1-6-5 15,-1-10-9-15,4-6-3 16,2-8-1-16,2-8 1 16,-1-7 9-16,1-6 1 0,2-3 3 15,4-2 2 1,7 0-2-16,7 2-2 0,8 7-1 15,2 5-4-15,-1 10-4 16,-3 6-4-16,-15 11-5 16,-7 5-1-16,-13 13 2 15,-6 4 5-15,-5 12 10 16,-4 5 3-16,-1 2 3 16,1-3 2-16,4-12-13 15,5-9-33-15,7-18-156 16,4-12-115-16,5-24-464 15,5-13 600-15</inkml:trace>
  <inkml:trace contextRef="#ctx0" brushRef="#br0" timeOffset="207354.89">15625 12406 2873 0,'2'78'-21'16,"-1"-6"-37"-16,-2-8-33 15,-2-7-104-15,0-8-82 0,-3-15-84 16,1-9 32-16,-1-19 124 16,-1-9 125-16</inkml:trace>
  <inkml:trace contextRef="#ctx0" brushRef="#br0" timeOffset="208581.73">15481 12679 2486 0,'39'-14'48'0,"23"-10"-61"16,10-1-19-16,8 6-15 15,1 4-10-15,-10 14-19 16,-9 4-47-16,-21 13-38 15,-10 4 9-15,-19 12 38 16,-6 5 33-16,-8 9 144 16,-3-2 57-16,-1-6 56 15,0-7 3-15,0-14-78 0,-1-6-62 16,-4-11-68-16,-1-7-46 16,-3-15-26-16,1-6-7 15,2-11 51-15,3-3 27 16,9-6 24-16,3-1 6 15,15-4 3-15,7 0-3 0,14 1 0 16,6 3-6-16,8 10-11 16,3 7-7-16,-2 16 0 15,-5 9 9-15,-7 17 15 16,-10 7 3-16,-14 16 18 16,-6 7 3-16,-9 8 56 15,-4 2 34-15,-4 2 50 16,-1-3-41-16,0-6-23 15,1-3-9-15,2-14-37 16,0-8-26-16,2-11-29 16,1-7-18-16,0-10-22 15,3-8-5-15,4-17 18 16,3-7 16-16,11-6 6 16,6 0-3-16,10 0-11 15,6 4-4-15,4 1-41 16,1 6-16-16,0 14-70 0,-3 11 1 15,-11 19 64-15,-6 14 26 16,-18 20 51-16,-6 7 12 16,-7 10 71-16,-2 1 43 15,5-4 26-15,3-2-12 16,4-12-84-16,4-8-27 16,1-15-36-16,4-8-21 15,2-14-78-15,-1-10-58 0,0-16-75 16,-3-7-26-16,-6-8 108 15,-4 0 1-15,-6 6 39 16,-6 7 19-16,2 7 150 16,-2 7 41-16,4 6 36 15,0 3 10-15,2 2-10 16,4 4 36-16,-2 3 71 16,0 0-24-16,1 0-30 15,21 3-50-15,-3 5-49 16,8 5-5-16,3 5-15 15,-4 1-3-15,1 6 1 16,-3-3-16-16,-5 1 0 16,-2-2 1-16,-6-5-13 15,-1-2-7-15,-4-8-20 16,1-3-6-16,5-5-8 0,3-5-3 16,4-8 5-16,1-4-4 15,-4-2 3-15,-7 0 0 16,-9-2-1-16,-5 1 4 15,-10 0-4-15,-4-1-3 16,-10 3 5-16,0 0 7 16,1 3 16-16,6 1-2 0,12 4 12 15,6 1-10-15,11 0-4 16,8 2-8-16,10 3-8 16,6 4 12-16,2 11 6 15,2 6 11-15,-7 13-1 16,-4 5-5-16,-10 7 5 15,-7 3 1-15,-4-1 13 16,0 2 10-16,3-2 10 16,0-3-2-16,8-7-13 15,3-7-14-15,6-10-12 16,6-4-1-16,6-11-2 16,3-3 4-16,3-7-1 15,-1-4-1-15,-9-7-6 16,-4-2-4-16,-11-4-4 15,-5-1 1-15,-9-1 5 16,-3-3-3-16,-8-5-8 0,-3-4-10 16,-2-4-40-16,-5-3-36 15,-2 3-105-15,0 6-160 16,3 11-464-16,3 8 646 16</inkml:trace>
  <inkml:trace contextRef="#ctx0" brushRef="#br0" timeOffset="208881.09">18008 12326 2878 0,'-43'34'-19'0,"-1"6"13"16,2 1 1-16,11-6 7 15,9-4-2-15,17-9-5 16,10-5 0-16,14-3-4 16,7 1 5-16,5 2 2 15,-1 2 1-15,3 6 4 16,-6 0-3-16,-9 3-6 16,-8 2-5-16,-21 4-8 15,-11 2 1-15,-19 3-2 16,-8-4-6-16,-3-6-90 0,-1-10-147 15,19-28 81-15</inkml:trace>
  <inkml:trace contextRef="#ctx0" brushRef="#br0" timeOffset="212114.57">9803 11774 1409 0,'12'-3'8'16,"1"2"4"-16,3-2 3 15,2 0 7-15,5-1-3 16,2 1 0-16,5-3 3 16,2 2-5-16,9 2 14 0,1-2-1 15,6 5-18-15,0 2-6 16,-2 3-6-16,-3 2-3 15,-8 1-3-15,-4 1 0 16,-10 2-3-16,-4 0-12 16,-8 1 3-16,-1 0 4 15,-6 0 14-15,-2-1 14 0,1 1 10 16,0 2 0-16,2 1 3 16,0 1 0-16,-1 4-4 15,0 3-5-15,-1 7-3 16,-2 4-6-16,-1 9-6 15,0 3 3-15,-4 11-3 16,3 5 0-16,2 5 9 16,4 4 9-16,10 0 15 15,-1 1-3-15,6-2-6 16,-2-4-3-16,0-2-15 16,-1-4 0-16,-7-5-3 15,0-5-9-15,-5-6 6 16,-3-3-3-16,-3-6 0 15,1 0 6-15,0-6 5 16,0-2 1-16,1-4 12 16,0-1-3-16,1-2 0 0,0-1-9 15,0-4 6-15,2 0 0 16,-1-4-9-16,-1-1 6 16,0 0-12-16,0-2 0 15,1 0-3-15,-1-1-3 16,1-2 0-16,1-2 3 15,0 0-9-15,0 1 9 0,0-2-3 16,0 1 3 0,1 0 6-16,-2 0-6 0,0 2 3 15,1 0-3-15,0 1-6 16,0-2-6-16,3 2-3 16,-1-1-3-16,3 0 3 15,1 0 3-15,5-1 0 16,1 0 9-16,7-1 3 15,3-2-3-15,11 1 6 16,3-1 3-16,9 1-3 16,4 1 3-16,7 1-6 15,5 0-3-15,10 0 3 16,4 0 0-16,9 0-6 16,5 1 6-16,10 0 0 15,1 1-3-15,7 0 0 16,6-1-3-16,4 2 0 0,3 1 3 15,-1 0 3-15,2 2-3 16,-1 0 0-16,-1 1 3 16,3 0-3-16,-1 1 3 15,1-1 0-15,-1 2 0 16,-3-1-6-16,-4 0-6 16,-5-3-47-16,-6-2-40 0,-9-4-134 15,-7-3 52-15,-18-2 107 16</inkml:trace>
  <inkml:trace contextRef="#ctx0" brushRef="#br0" timeOffset="213065.39">14037 13393 1543 0,'7'-9'16'0,"0"0"-16"0,1 2 0 16,-1 0-6-16,-3 3 3 15,2 3 6-15,-2 2 3 16,0 7 18-16,3 5 0 15,-1 11 9-15,-1 9 2 16,-4 12-14-16,-2 7-3 0,-9 11-9 16,-3 3-6-16,-6 1 0 15,-1-3 0-15,2-16 0 16,1-9 3-16,8-20 18 16,-1-8 33-16,10-11 56 15,0 0 10-15,0-25-15 16,5-6-31-16,2-17-62 15,1-9-12-15,6-4-6 16,3-3-9-16,4 0 3 16,3 0-9-16,6 0-15 15,6 1-14-15,10 7-31 16,6 6-6-16,2 16 39 16,-3 8 31-16,-9 15 55 15,-10 8 16-15,-12 12-36 0,-8 10-15 16,-15 16-24-16,-10 5-3 15,-16 14 21-15,-4 4 18 16,-14 8 6-16,-4-1 6 16,-2-1-9-16,0-7-9 15,10-14-96-15,7-9-98 16,20-23 98-16</inkml:trace>
  <inkml:trace contextRef="#ctx0" brushRef="#br0" timeOffset="213269.68">14645 13863 2335 0,'-11'23'-471'0,"4"-12"-156"16,-1-16 468-16</inkml:trace>
  <inkml:trace contextRef="#ctx0" brushRef="#br0" timeOffset="213435.84">14659 13452 2821 0,'91'-19'-179'0,"8"-2"-178"0,15-3 106 16</inkml:trace>
  <inkml:trace contextRef="#ctx0" brushRef="#br0" timeOffset="213731.44">14927 13564 2468 0,'-38'24'106'15,"2"0"-26"-15,6 6-53 16,-1-4-12-16,4 2-16 16,1-1-2-16,5-6 1 15,6-2-2-15,12-8-11 16,3-2-13-16,12 0-52 15,5 1 0-15,10 0 25 16,6 2 20-16,2-2 43 16,1 3 5-16,-10 0-2 0,-6 0-3 15,-20 3-18-15,-11 1-6 16,-18 2 0-16,-8 2 3 16,-2-1 11-16,-1-7-1 15,3-10-109-15,1-4-118 16,-2-20 117-16</inkml:trace>
  <inkml:trace contextRef="#ctx0" brushRef="#br0" timeOffset="214349.11">15284 13422 2518 0,'-28'16'-17'0,"-1"3"12"16,-1 2 7-16,-9 3 8 16,3 1 0-16,4 2 22 15,4-2 3-15,18-2-2 16,6 0-3-16,14-2-20 0,4-1-5 15,14-1 0-15,6-3-2 16,10-4-4-16,6-5-1 16,0-6 0-16,-4-1-2 15,-3-8 4-15,-3 1-1 16,-6-5-22-16,-6 2-28 16,-16 3-24-16,-10-3-9 15,-15 1 32-15,-4-1 18 0,-4 2 23 16,4 5 11-16,3 8 9 15,6 1-1-15,2 8 1 16,3 1-2-16,-1 6-5 16,2 0-2-16,-4-2-2 15,-3 2 0-15,3-4 2 16,-4-2 5-16,2-4 11 16,3-4 5-16,5-7 7 15,0 0-6-15,1-21-22 16,8-4-32-16,7-17-55 15,5-2-50-15,0-3 3 16,1 1 38-16,-2 6 75 16,-1 4 27-16,0 4 12 15,-1 5 0-15,0 5-27 16,-1 5-36-16,-2 7-59 16,-2 3-43-16,-7 7-56 0,-3 0-6 15,-7 7 122-15</inkml:trace>
  <inkml:trace contextRef="#ctx0" brushRef="#br0" timeOffset="-214031.31">15648 13674 2650 0,'20'7'-49'0,"12"-6"-40"16,6-4-10-16,5-8 4 16,3-6-19-16,0-3 37 15,-3-1 11-15,-8-5 33 16,-6 1 15-16,-10 0 21 16,-6-3 12-16,-9-1 9 15,-4 0-6-15,-10 2-15 16,-4 5 3-16,-9 9 0 15,-3 4 9-15,-6 9 33 16,0 6 5-16,-4 11 16 16,4 5-17-16,3 9-5 15,4 5 16-15,11 8 36 16,3-3 11-16,11 2-50 0,3-5-13 16,12-7-30-16,7-4-15 15,19-14-20-15,11-7-11 16,19-15-41-16,7-8-77 15,3-14-56-15,-1-3-102 16,-11-3 81-16,-9-3 63 0,-19-2 104 16,-10-1 37-16,-18-2 17 15,-8 1 3-15,-13 3 15 16,-3 3 47-16,-1 9 51 16,1 5 10-16,8 7 11 15,2 4-2-15,3 7-25 16,2 3-10-16,0 12-57 15,2 10-13-15,0 21-10 16,1 9 0-16,-1 15 6 16,-1 4 2-16,0-5-11 15,1-5-8-15,-1-12-35 16,1-12-39-16,-2-14-113 16,-4-19-88-16,0 0-35 15,-18 0 143-15,-3-17 93 16,-4-2 25-16,-8-4 43 0,-3 2 16 15,0-1 24-15,4 3 11 16,9 2 13-16,6 5 79 16,15 1 51-16,5 0-3 15,16-2-48-15,9-4-35 16,19-1-90-16,9-1-21 16,16 0-60-16,2 0-41 15,6 5-70-15,-2 1-29 16,-7 4-36-16,-5 3 135 0,-18 5 20 15,-9 1 24-15,-18 5 62 16,-9 0 29-16,-15 2 29 16,-4-1 2-16,-8 3-8 15,-2 0 3-15,5 0 45 16,2 2 5-16,6-2-2 16,4 0 11-16,0 1 49 15,5-1 3-15,6 0-44 16,2-2 1-16,16-1-50 15,3-1-35-15,14-5-25 16,8-1-10-16,3-7-4 16,0-2-3-16,-5-8-11 15,-5-2-13-15,-7-7-39 16,-9-1-42-16,-15-4 0 16,-14-1 5-16,-25 2 27 0,-11 2 51 15,-24 9 72-15,-6 6 31 16,-2 14 26-16,5 11 17 15,18 12 6-15,9 6-32 16,23 7-1-16,10 4-9 16,24 0-27-16,14 1-24 15,24-8-75-15,15-5-30 16,20-12-80-16,11-8-89 0,9-9-386 16,0-6 260-16</inkml:trace>
  <inkml:trace contextRef="#ctx0" brushRef="#br0" timeOffset="-213415.08">14476 13693 1537 0,'0'0'-2'0,"0"-1"4"16,0 0 6-16,0 0 78 15,1 0 12-15,0 1 7 0,11 7-18 16,-11 8-19-16,-1 0-5 16,-2 8-15-16,0 2-12 15,-1-2-24-15,-2-1-39 16,3-8-120-16,-1-7-101 16,2-18 126-16</inkml:trace>
  <inkml:trace contextRef="#ctx0" brushRef="#br0" timeOffset="-213229.18">14550 13469 2688 0,'32'-24'-319'0</inkml:trace>
  <inkml:trace contextRef="#ctx0" brushRef="#br0" timeOffset="-210631.94">13029 13406 1831 0,'30'13'-141'16,"10"-7"82"-16,2-1 32 0,3-1 60 15,0 1 20-15,-2 3 22 16,-1 2-3-16,-5 1-24 16,-5 1-15-16,-9 1-21 15,-3-1-4-15,-10 2 13 16,-4 0 15-16,-6 1 39 15,-1 1 21-15,-5-2 29 16,0-1-38-16,-1-2-16 16,0-2-8-16,-1 1-32 15,-2-2-7-15,-5 5-19 16,-5 2-6-16,-9 9-7 16,-3 5-2-16,-6 10 5 15,0 2-2-15,-5 3-51 16,-3-3-82-16,0-22 61 15</inkml:trace>
  <inkml:trace contextRef="#ctx0" brushRef="#br0" timeOffset="-204348.45">20478 12444 1406 0,'-33'26'-4'15,"-14"2"17"-15,-5 0 20 0,-13 1 27 16,-4-2 57-16,-8-1 56 16,-2-1-24-16,3-6-53 15,-1-4-27-15,12-7-39 16,4-4-15-16,10-6-6 15,7-4-9-15,7-4-9 16,4-2 3-16,11-5-18 16,4-4 0-16,10-6-18 15,2-1-3-15,10-5 3 16,6 0 6-16,10 0 16 16,6 2 14-16,10 7 15 15,1 4 11-15,9 11 19 16,0 7 12-16,4 10 24 15,2 10 0-15,-2 14-4 16,-1 5 10-16,-3 7-21 16,-4 2-2-16,-2-1 3 0,-1-1-20 15,0-4 14-15,3-3-2 16,1-5-13-16,2-6 1 16,2-9-14-16,3-4-5 15,2-8-9-15,-1-5-1 16,4-7-3-16,1-5 1 15,3-8-3-15,2-2-2 16,-10-5-4-16,-9-1-5 0,-16 0-8 16,-6 3-5-16,-13 1 1 15,-7 1 4-15,-14 0 7 16,-10 0 5-16,-17-1-1 16,-6 0 1-16,-16-3-14 15,-7 0-11-15,-7 4-18 16,-3 3-3-16,2 12-22 15,5 5 0-15,9 9-43 16,9 3-85-16,21 1 74 16</inkml:trace>
  <inkml:trace contextRef="#ctx0" brushRef="#br0" timeOffset="-203615.4">19493 13010 1518 0,'48'6'199'0,"10"-3"49"16,21 0-27-16,11-2-40 16,21-1-70-16,9-1-23 15,14-2-43-15,0-2-20 16,1 1-34-16,-2-1-16 0,-7 3-54 16,-7 1-37-16,-19 1-131 15,-10-1-145-15,-20-1 213 16</inkml:trace>
  <inkml:trace contextRef="#ctx0" brushRef="#br0" timeOffset="-201765.17">16250 13878 1595 0,'80'-7'36'0,"1"-1"-36"15,-1 0-69-15,-3 4 25 16,-7 1-1-16,1 2 3 16,-9 3-9-16,-4 2-20 0,-17 0-283 15,-6-3 211-15</inkml:trace>
  <inkml:trace contextRef="#ctx0" brushRef="#br0" timeOffset="-201091.45">18244 13206 2139 0,'-28'34'15'0,"-4"10"-9"16,-6 15 3-16,-3 9 20 15,-4 15 37-15,1 7-9 16,0 7-25-16,4-2-18 15,3-12-64-15,2-12-78 0,6-25-105 16,2-13-98-16,12-24 222 16</inkml:trace>
  <inkml:trace contextRef="#ctx0" brushRef="#br0" timeOffset="-200478.75">18648 13353 344 0,'-40'8'126'0,"-2"3"248"16,-4 4-99-16,-1 7-155 15,1 4-29-15,3 5-31 16,7 4-11-16,7 4-15 0,9-1-3 16,12 1-5-16,6-1 6 15,12-9 10-15,8-4-18 16,19-14-54-16,9-6-31 15,19-17-30-15,11-8-108 16,9-14 113-16</inkml:trace>
  <inkml:trace contextRef="#ctx0" brushRef="#br0" timeOffset="-200031.31">18774 13454 2172 0,'-29'9'-260'0,"6"5"62"15,3 4 109-15,10 2 139 16,1 1 46-16,8-1 54 16,8-3 5-16,8-2-36 15,8-5-26-15,14-10-63 16,3-2-17-16,12-13-9 15,1-2-4-15,2-8-8 16,-4-2-19-16,-9-2-63 0,-9 0 1 16,-13 6 5-16,-6 5 21 15,-10 10 66-15,-3 2 33 16,-10 6 72-16,-3 2 32 16,-4 7-3-16,-1 6-13 15,3 10-9-15,4 6-46 16,2 11-7-16,5 5 1 15,-1 7-2-15,4 1-7 0,0-3-12 16,1-7-11-16,3-14-24 16,-1-7-13-16,12-15-36 15,4-9-14-15,11-23-54 16,5-12-42-16,8-28-214 16,-2-11 97-16</inkml:trace>
  <inkml:trace contextRef="#ctx0" brushRef="#br0" timeOffset="-199839.3">19345 13215 2936 0,'8'50'8'0,"-1"9"-8"15,-1 7-1-15,-2 7-5 16,-3-1-2-16,0-2-9 0,-5-4-11 15,0-11-51-15,-5-8-44 16,4-22-157-16,5-24-255 16,-3 0 254-16</inkml:trace>
  <inkml:trace contextRef="#ctx0" brushRef="#br0" timeOffset="-199264.65">19296 13521 2804 0,'36'-9'-219'0,"11"-1"3"16,3 3 25-16,-2 3 158 16,-5 4 30-16,-10 2 6 15,-1 0-3-15,-8 1-33 16,-5 1-18-16,-6 2-36 15,-5 0-17-15,-6 0 32 16,-2 1 21-16,-4 2 75 16,-1-2 63-16,1-1 98 15,4-6 48-15,0 0-42 16,0 0-35-16,0 0-92 0,0 0-26 16,0 0-31-16,13-6-1 15,0 1 1-15,3 1-3 16,5-2 3-16,-2 0-2 15,6-2-4-15,-2-2 3 16,-1-1-4-16,1-1-6 16,-6 1-11-16,-4 0-6 15,-10 2-5-15,-4 1 2 0,-9 2 14 16,-4 1 3-16,-6 5 8 16,-3 2 1-16,-4 7 0 15,1 5 3-15,2 6 10 16,-1 3 6-16,5 5 12 15,3 2 7-15,8 2 2 16,6-3-1-16,11-1-15 16,6-3-10-16,13-9-21 15,6-6-16-15,8-13-27 16,6-10-31-16,6-15-111 16,0-4-95-16,-2-6-236 15,-3 0 130-15,-13 3 278 16</inkml:trace>
  <inkml:trace contextRef="#ctx0" brushRef="#br0" timeOffset="-198962.19">20045 13464 2592 0,'1'10'36'16,"2"5"-52"-16,1 2-11 16,-1 5 5-16,-1 1 9 15,-2 1 8-15,-2 2 12 16,-3-3 12-16,2-1 8 15,-1-6 11-15,4-4-14 0,0-12-11 16,0 0-8-16,0 0-8 16,0 0-3-16,7-12 0 15,-6 1 2-15,0-1 2 16,1-2-2-16,-1 2-5 16,1 1-14-16,0 0-2 15,1 2-2-15,3 4-4 16,-1 0 4-16,2 2-41 15,0 0-22-15,0 3-77 16,1-3-42-16,-2 1-66 16,-1-1-6-16,0-9 206 15</inkml:trace>
  <inkml:trace contextRef="#ctx0" brushRef="#br0" timeOffset="-198449.01">20327 13463 1138 0,'-3'-25'-46'0,"-10"8"162"16,-8 4 68-16,-10 9 94 15,-5 4 146-15,-3 7-143 16,-2 7-103-16,5 8-71 16,1 3-47-16,7 5-12 15,6 1-8-15,8 2-5 16,8 3-5-16,11-1-7 16,9 0-6-16,12-5-8 15,2-7-8-15,8-8-8 16,5-9-4-16,3-13-12 15,3-8-3-15,0-15-17 16,0-3-11-16,-8-7-4 16,-6 0 5-16,-10 5 1 15,-5 2 18-15,-12 12 60 16,-5 5 35-16,-2 7 13 0,-7 5 15 16,1 4-5-16,2 3-29 15,-3 8-34-15,1 7-25 16,-1 16-32-16,1 9-3 15,-2 21-2-15,2 7 7 16,-1 12 11-16,-3 3 3 16,-4-1 4-16,-5-1 4 15,-76 162 9-15</inkml:trace>
  <inkml:trace contextRef="#ctx0" brushRef="#br0" timeOffset="-196714.45">20798 13386 2331 0,'-12'8'106'16,"0"0"-57"-16,-2 0-24 16,-2 4-24-16,2 2 8 15,-3 6 22-15,2 1 13 0,3 4 20 16,2 0-14-16,5 1-1 16,3-3-5-16,5-1-12 15,3-3-8-15,5-2-11 16,2-3-7-16,8-8-6 15,3-5-2-15,10-14-7 16,2-6-4-16,-1-11-20 16,-1-4-8-16,-8-4-14 15,-6 1 3-15,-8 5 4 16,-12 2-5-16,-13 9 33 16,-4 3 20-16,-10 8 56 15,-1 5 6-15,-5 6 7 16,1 6-1-16,3 4-20 15,6-2-14-15,11-2-38 16,12-7-26-16,8 4-36 16,12-5-21-16,16-1-58 0,3-2-25 15,2 1-7-15,2-1 19 16,-6 4 98-16,1 0 33 16,-6 2 54-16,-3 3 21 15,-7 4 54-15,-3 1 20 16,-7 5-11-16,-1 4-15 15,-6 6-6-15,0 2-9 16,-3-2-43-16,-2-1-4 0,0-5-13 16,-2-1 3-16,0-7 3 15,2-11 1-15,0 1 0 16,0-1-4-16,0 0-1 16,-2-11-7-16,2-10-8 15,3-8-5-15,7-5-27 16,3-1-22-16,9 3-43 15,1 3-23-15,2 8-113 16,1 6-50-16,-4 9 33 16,-2 5 74-16,-4 10 159 15,-4 5 57-15,-2 7 119 16,-1 5 61-16,-1 5 16 16,0 1-49-16,-3-2-84 15,-1-2-38-15,-3-5-45 16,0-5-11-16,-1-9-41 0,0-9-30 15,-3-6-43 1,-3-13-83-16,-3-16-92 0,1-7-83 16,-1-6 2-16,0 0 179 15,4 0 56-15,0 3 35 16,4 9 117-16,2 4 59 16,4 9 37-16,3 5 2 15,5 7 78-15,4 3-6 0,7 4-85 16,7 0-26-16,10 2-141 15,2-2-90-15,0 3-290 16,-2 1 348-16</inkml:trace>
  <inkml:trace contextRef="#ctx0" brushRef="#br0" timeOffset="-196480.85">21740 13366 2592 0,'-22'1'10'16,"-2"0"-10"-16,2 2 9 16,3 1-2-16,4 5 12 15,1 2-5-15,4 5-6 16,-2 2 2-16,7 2-4 0,-1 1-4 16,10-2-4-16,5-1-4 15,10-4-12-15,8-3-30 16,13-9-82-16,6-5-58 15,9-12-293-15,4-6-117 16,4-6 425-16</inkml:trace>
  <inkml:trace contextRef="#ctx0" brushRef="#br0" timeOffset="-196098.83">21853 13315 2706 0,'-32'14'21'15,"6"2"-15"-15,6 4-6 16,1 2 2-16,8 1 5 16,4-1 4-16,12-3 8 15,5-1 0-15,12-8-14 16,6-3-5-16,13-10-25 16,5-5-11-16,8-11-16 15,-4-4-23-15,-6-4-57 16,-3-3 3-16,-15 2-20 15,-5 1 24-15,-13 8 146 16,-8 2 60-16,-8 6 108 16,-6 4-17-16,-1 3-15 0,-1 4-44 15,3 5-27-15,0 3-24 16,1 9-33-16,2 3-8 16,6 8-19-16,-1 4-2 15,8-2 0-15,4 0 0 16,4-8-13-16,6-8-20 15,9-14-62-15,6-10-57 16,6-19-210-16,0-11 87 0</inkml:trace>
  <inkml:trace contextRef="#ctx0" brushRef="#br0" timeOffset="-195897.6">22311 12965 2931 0,'9'71'5'0,"3"9"6"15,2-2 5-15,2-2-1 16,1-4-1-16,-3-8-38 16,-1-4-35-16,-6-17-124 15,-7-7-136-15,-3-19 69 16</inkml:trace>
  <inkml:trace contextRef="#ctx0" brushRef="#br0" timeOffset="-195648.23">21552 13742 2793 0,'86'-10'-235'0,"31"0"73"16,11 4 102-16,14 2 167 15,-11 0 22-15,-21 0-32 16,-8-1-47-16,-12-1-59 16,0-1-37-16,-14 1-151 15,-7-1-128-15,-24 3 104 16</inkml:trace>
  <inkml:trace contextRef="#ctx0" brushRef="#br0" timeOffset="-192431.13">9712 11694 1088 0,'0'0'95'0,"0"0"68"16,8 0-142-16,11 0-52 15,4 0 2-15,4-3 21 16,2 0 8-16,1 1 6 16,1 2 7-16,1 1 7 15,0 4 3-15,-3 2-7 16,0 0-3-16,-4-1-9 15,2 1-2-15,3-1 2 16,-2 0-4-16,2 1 8 16,0-1 3-16,-3 1 10 15,0-1 5-15,-4 0 5 16,-2 1-2-16,-4-3-10 16,-6-1 19-16,-6-2-32 15,-5-1-9-15,0 0-18 0,0 0 3 16,0 0 16-16,0 0 2 15,0 0 11-15,0 0 10 16,-1 0-6-16,1 0 3 16,-1 0-3-16,0 0-9 15,0 0-3-15,0 0 6 16,0 0 6-16,0 1 11 16,1 0 16-16,-1 0-3 0,-16 21 9 15,17-11-6-15,2 6 0 16,3 5 2-16,1 9-20 15,-1 9 0-15,-3 17-15 16,0 12-9-16,-5 21 3 16,-1 9-3-16,-5 11-54 15,-2-1-74-15,-7-8-252 16,-3-11 292-16</inkml:trace>
  <inkml:trace contextRef="#ctx0" brushRef="#br0" timeOffset="-182778.54">9613 11667 1175 0,'0'0'64'0,"0"0"70"16,13-9-132-16,5 6-12 15,15 0 10-15,4 0 10 16,15 1 13-16,8-2 0 16,4-1-4-16,2 0-3 15,3-1-2-15,-4 0 1 16,-2-1 8-16,-4 0 2 16,-6 1 31-16,0 0 13 0,-10 1-22 15,-6 0-8-15,-7 1-24 16,-10 1-6-16,-5 0-6 15,-4 2 0-15,-7 0-3 16,-4 1 0-16,0 0 15 16,0 0 0-16,0 0 9 15,0 0-3-15,0 0-18 16,0 1 3-16,-6 22-9 16,4-9 3-16,-1 9-3 15,0 3 3-15,0 8 0 16,-1 4 0-16,1 7 3 15,-1 6-3-15,2 6 0 16,0 2 3-16,2 2 0 16,1-1-3-16,5 0 3 15,1-2-3-15,3 3 6 16,2 2-3-16,-1 1 12 16,-1 0 12-16,-1-2 5 0,-2-3 7 15,-2-1-6-15,-1-1-15 16,-1 2-6-16,-1-1 0 15,1-4 0-15,-1-2 6 16,1-5 6-16,0-3 6 0,3-2 11 16,-1-3 1-16,2-6 6 15,0 0-8-15,-2-3-21 16,0-3-2-16,-2-2-8 16,-1-1-3-16,0-1-6 15,-1 2 0-15,-1 1 0 16,2-1-3-16,-2 1 1 15,3-1-2-15,0 1-2 16,-1 0 0-16,-1 0-2 16,0-1 1-16,0-1-2 15,-2-2 3-15,-1-1-10 16,-1-3-17-16,-2-3-83 16,2-3-61-16,-1-12-281 15,-1-8 371-15</inkml:trace>
  <inkml:trace contextRef="#ctx0" brushRef="#br0" timeOffset="-181880.66">11109 13463 1316 0,'100'7'16'16,"5"-1"19"-16,5-1 4 0,0-2 9 16,0 1-1-16,5 0-13 0,3-1 14 15,0-1-12-15,1 0-15 16,-2 0-6-16,1 0-3 15,-2 2-6-15,-3 0 2 16,-7 0-2-16,0 3 6 16,-10-2-9-16,-5 0 6 15,-10-3-9-15,-7-2-6 0,-9-3-9 16,-1-4-8-16,-7-3-16 16,-5-2-12-16,-10-3-16 15,-8 0-20-15,-13 1-188 16,-6 1 164-16</inkml:trace>
  <inkml:trace contextRef="#ctx0" brushRef="#br0" timeOffset="-181115.99">12927 13224 1535 0,'14'15'2'0,"1"-7"4"16,10 5 25-16,3-1 17 16,11 3 29-16,3 0 7 15,4 0 3-15,2 1-1 16,0 0 4-16,-1 0 9 16,4 0 17-16,-2 2-21 15,-3-2-37-15,-1 0-10 0,-10-3-32 16,-3 1-7-16,-10-3-9 15,-4 0 2-15,-11-2 14 16,-6 3 8-16,-9 0 18 16,-6-1-5-16,-3 2 3 15,-5-1-7-15,-7 7 26 16,-3 2 16-16,-7 6-3 16,-9 6-15-16,-5 5-33 15,-2 4-17-15,-3 5-22 16,4-2-33-16,6-7-128 15,7 2-144-15,19-22 64 16</inkml:trace>
  <inkml:trace contextRef="#ctx0" brushRef="#br0" timeOffset="-179714.66">9674 11708 1628 0,'41'3'0'0,"9"-4"-6"16,-2-2 0-16,-1-7 3 0,0 0 0 16,-5-4 6-16,-3 0 3 15,0-2 6-15,-1 0 0 16,0 0 0-16,1 1-6 15,-5 1 0-15,-3 2 0 16,-1 2-1-16,-3 2-2 16,-5 2 0-16,-3 1 3 15,-10 3-6-15,-9 2 0 16,1 0 24-16,-1 0 15 0,0 0 9 16,1 0 9-16,0 0-24 15,-1 0-15-15,0 0 5 16,0 0-2-16,2 14 12 15,-2 3-3-15,1 14 6 16,1 10 0-16,3 18-3 16,2 14 0-16,0 22-15 15,2 11-4-15,0 18-5 16,2 2 0-16,-1 2-9 16,0-1 6-16,-2-5-6 15,0 0 0-15,-3-6 0 16,0-4 0-16,0-12 0 15,-3-13-6-15,3-16-12 16,0-9-29-16,-1-20-103 16,3-7-86-16,5-17 120 0</inkml:trace>
  <inkml:trace contextRef="#ctx0" brushRef="#br0" timeOffset="-178729.27">10243 13379 1604 0,'5'14'-36'16,"4"-4"24"-16,3-1 12 16,2 1-3-16,2-1 3 15,4 0-3-15,-2 1 3 0,9 0 9 16,2 0 12 0,10 0 9-16,7 1 6 0,8 1-7 15,8 0-8-15,7 2-6 16,3 0-6-16,8 2-6 15,5-2-3-15,6 0 3 16,4-1-3-16,6-4 0 16,3-3 3-16,-1-4-3 15,5-2 3-15,1-4 3 16,0 1-6-16,3-2 0 16,-1 0 3-16,-8 3-27 15,-5 0-23-15,-5 3-40 16,-3 1 16-16,-8 0-10 15,-5 1-34-15,-14-1-262 16,-9 0 207-16</inkml:trace>
  <inkml:trace contextRef="#ctx0" brushRef="#br0" timeOffset="-177565.83">10276 12249 1204 0,'11'-21'-39'0,"0"8"47"15,-2 3 23-15,0 5 14 16,-5 4 5-16,3 4 12 16,0 5 0-16,-1 6-6 15,5 6 0-15,-3 10 28 16,0 5 8-16,5 9-11 16,0 4-18-16,4 5-12 0,0-1-10 15,-2 1 1-15,0 0 3 16,-1 0-6-16,1 0 15 15,-2 2 5-15,0 0 7 16,-4-3-5-16,-1-1-28 16,-4-5-15-16,0-3-6 0,-3-4-6 15,0-4-3 1,-1-4-1-16,-1-3-1 0,0-5-1 16,0-1 4-16,-1-6 10 15,1 0 8-15,-1-2 13 16,1-1 3-16,-1 0-7 15,1-1-7-15,-1 1-11 16,1-2-6-16,1 0-5 16,-1 0 1-16,1-2-5 15,2 0 2-15,1-1 0 16,0-1 0-16,0-2 6 16,-1-1-4-16,0 0 3 15,1 2 4-15,-2-2-2 16,0 1 4-16,0 0-2 15,-1 1 0-15,0-1-1 16,0 0-2-16,-1 0 4 16,-1 0 3-16,0 1-1 0,1 0-1 15,0 0-3-15,0 0-6 16,1 0-1-16,0-1 1 16,1 3-3-16,1 1 1 15,3 2-3-15,1 0 1 16,1 0 1-16,0 0-2 15,0 0-1-15,1-2-8 16,-3-3-25-16,-1-1-58 0,-4-5-64 16,0 0-110-16,-1-13-539 15,-10-13 650-15</inkml:trace>
  <inkml:trace contextRef="#ctx0" brushRef="#br0" timeOffset="-176182.07">8489 10295 942 0,'0'0'167'0,"0"0"163"15,1 0-261-15,16-1-75 16,-3 0 1-16,9-3 5 15,3-1 0-15,5-3 2 0,3 0 0 16,4-2 5-16,7 2 9 16,6 0 10-16,5 1 49 15,10 1 8-15,3 0-11 16,11 1-21-16,6-2-12 16,10-2-30-16,2-1 0 15,-4-3-3-15,-6 0-6 16,-6 0 0-16,-4 1 3 0,-10 5 0 15,-4 0-3-15,-15 3 0 16,-6 2-9-16,-15 0-30 16,-6 0-24-16,-12 0-86 15,-2-1-2-15,-3-2 106 16</inkml:trace>
  <inkml:trace contextRef="#ctx0" brushRef="#br0" timeOffset="-175531.9">9624 9924 1318 0,'0'0'82'15,"14"-1"155"-15,1 1-228 16,4 1-30-16,7 2 6 15,1 0 15-15,3 0 0 16,3 2 9-16,1 2 3 16,0 1 12-16,2 2-1 15,2 3 7-15,-6 2 6 0,-1 1 0 16,-3 2 15-16,-2 1 3 16,-1-1-4-16,-2-2-8 15,-9 0-21-15,-5-1 0 16,-8-3 3-16,-4 2 15 15,-10 3 24-15,-7 4-4 16,-15 6-2-16,-6 4-15 16,-15 9-27-16,-3 3-7 0,-3 8-8 15,-1 2-2-15,9 0-64 16,5-3-92-16,11-9-593 16,0-11 606-16</inkml:trace>
  <inkml:trace contextRef="#ctx0" brushRef="#br0" timeOffset="-174382.55">3480 10963 1359 0,'22'0'68'0,"13"4"27"0,12 1-82 15,22 3-18-15,13-3 1 16,19-5 4-16,10-2 2 15,17-8-2-15,4-3 0 0,11-3 0 16,1-2 2-16,2 0-2 16,4-1 2-16,-1 6-1 15,0 1 3-15,-2 5 0 16,-7 3-2-16,-5 3-4 16,-8 1-4-16,-16 1-59 15,-2 2 41-15</inkml:trace>
  <inkml:trace contextRef="#ctx0" brushRef="#br0" timeOffset="-168465.53">12047 2507 362 0,'-5'-5'93'16,"-5"2"20"-16,-1-1-60 0,-2-1-12 16,-1-1 11-16,0 1 19 15,-2 0-1-15,0 1-22 16,-1 2-9-16,0 0-5 15,-3 1 2-15,-1 3 5 16,-2 2-6-16,1 6 6 16,1-1 3-16,2 6 1 15,5 0-5-15,0-1-11 16,8 0-7-16,-1-1-15 16,2-3 1-16,3 0-4 15,-2-1 4-15,1-2 2 16,-1 0-3-16,2 0 3 15,-1 1-4-15,2 2 0 16,1 1-3-16,-1 3-1 16,-2 1 0-16,3 2-2 15,0 2 2-15,0 3-2 0,5 2 0 16,-4 3 0-16,0 3 0 16,-2 3 2-16,-3 1 0 15,-1 0-2-15,-2-1 0 16,-2 2 0-16,1 0 0 15,-3 2-4-15,2 1 2 16,1-4-11-16,1-1-40 16,5-3 34-16</inkml:trace>
  <inkml:trace contextRef="#ctx0" brushRef="#br0" timeOffset="-166598.95">22093 11440 1711 0,'-4'32'117'0,"0"5"-30"16,0 9-84-16,4 4-3 0,2 4 0 15,4-1 0-15,5-6 6 16,2-2-3-16,0-9-45 15,1-7-69-15,2-15-329 16,1-8 339-16</inkml:trace>
  <inkml:trace contextRef="#ctx0" brushRef="#br0" timeOffset="-165765.45">22346 11477 2201 0,'-11'8'93'0,"2"4"-135"0,4 5-92 16,0 3-40-16,4 3 16 16,1 0 86-16,2 0 57 15,2-4 66-15,0-2 9 16,1-5 6-16,-5-3-10 15,6-5-38-15,1-2-9 16,0-3-12-16,4-3-3 0,-3-5-14 16,-2 0-13-16,-2-4 6 15,-3 0 3-15,-1 2 18 16,-1 0 15-16,-2 2 21 16,2 1 6-16,1 2 8 15,0 0-5-15,5 3-3 16,5 0-9-16,9 0-9 15,7 1 3-15,9 4-3 16,2 2 0-16,3 5 9 16,0 3-12-16,-4 4-1 15,-7 0-2-15,-10 2-3 16,-4 0 3-16,-15 0-6 16,-4 0 18-16,-4 1 37 15,-2-2-8-15,2-2 27 16,8-1 0-16,3-6-31 0,7-2-8 15,11-4-27 1,3-2-6-16,8-9-3 0,0-4-5 16,-1-6 0-16,-3-2-5 15,-7-3-20-15,-6 2 1 16,-10 1-20-16,-6 2 8 16,-13 3 15-16,-6-1 8 15,-8 3 26-15,-4 1 3 16,0 4 8-16,-1 0-3 0,10 3-4 15,3-1-1-15,8 2-5 16,12 5-11-16,0 0 2 16,7-7 1-16,11 8 2 15,3 3 7-15,11 3-3 16,0 2 0-16,2 1-18 16,-2-1-7-16,-4 1-10 15,-3 2-2-15,-8 0 5 16,-3 2 7-16,-6 0 10 15,-4 2-5-15,-3 1 8 16,-1 0 1-16,0-2 2 16,0-1 2-16,4-3 0 15,0-1 1-15,1-5-5 16,1-1-10-16,-6-4-44 16,0 0-15-16,1-1-81 0,12-14-75 15,-5-4-451 1,2-4 542-16</inkml:trace>
  <inkml:trace contextRef="#ctx0" brushRef="#br0" timeOffset="-165315.95">23148 11582 1795 0,'1'17'137'16,"2"2"4"-16,3 1 14 15,3-1-30-15,5-2-51 16,4-4-12-16,5-4-20 16,4-5-12-16,6-6-17 0,1-6-4 15,-3-10-21 1,0-4-16-16,-15-5-29 0,-4-2-22 16,-9 0-12-16,-10 0-41 15,-11 4 30-15,-11 3 33 16,-13 6 48-16,-3 6 18 15,-8 8 33-15,0 2 18 16,11 8 3-16,5 1-12 16,15 2-108-16,11 2-95 0,15 4-345 15,13 3 399-15</inkml:trace>
  <inkml:trace contextRef="#ctx0" brushRef="#br0" timeOffset="-164698.55">22237 12141 1652 0,'2'20'-75'0,"0"2"30"16,4 0 35-16,1 1 6 16,-3-3-27-16,2-2-50 15,-3-5 44-15</inkml:trace>
  <inkml:trace contextRef="#ctx0" brushRef="#br0" timeOffset="-163747.18">22447 12131 1601 0,'9'15'-51'0,"2"-1"38"16,0-2 15-16,-1-4 42 16,-1 0 16-16,1-5 2 15,-1-2-5-15,2-4-36 16,-1-4-6-16,1-5-6 0,0-3-6 16,-5-4-15-16,-4-1-12 15,-6 0-18-15,-4 0-3 16,-6 2 16-16,-2 1 17 15,0 2 27-15,0 1 23 16,7 3 13-16,5 2-6 16,8 2-9-16,5 1-12 15,8 1-12-15,4 1 0 0,8 4-6 16,7 2-6-16,1 3-3 16,1 2 0-16,-3 4 0 15,-9 2 3-15,-7 4 0 16,-6-1 3-16,-10 4 6 15,-2 0-3-15,-3 2 6 16,-1-1 23-16,1-2 37 16,3-1 15-16,6-4 2 15,5-1-23-15,4-5-30 16,1-5-15-16,0-3-20 16,-1-4 2-16,-4-5-28 15,-3-1-2-15,-5-6-15 16,-3-3 1-16,-5-4-7 15,-4-2-18-15,-6 1 3 0,-4 1 0 16,-7 5 34 0,-2 3 20-16,-1 5 38 0,3 2 19 15,8 5 33-15,2 0 6 16,15 3-37-16,2 0-5 16,17 3-36-16,10-1-12 15,11 4 15-15,3 0-12 16,3 5 3-16,-1 0 0 0,-11 2 0 15,-2 1-3-15,-12 2-3 16,-4 1-3-16,-8 4 6 16,-6 2 15-16,-1-1 15 15,-3 1 4-15,3-2 30 16,2-2 13-16,4-2 11 16,6-1-11-16,4-4-47 15,2-4-9-15,9-4-8 16,-1-4-1-16,3-6-2 15,-1-5-3-15,-7-7-8 16,-2-2-3-16,-12-1-9 16,-2-1-4-16,-11 1-1 15,-7 1 2-15,-9-1 9 16,-5-1 3-16,-12 1-1 16,-1 2-3-16,3 0-46 15,4 3-33-15,11 4-76 0,6 3-118 16,8 7-197-16,7 2 366 15</inkml:trace>
  <inkml:trace contextRef="#ctx0" brushRef="#br0" timeOffset="-162165.87">23462 11966 2025 0,'4'15'108'0,"4"11"76"16,1 5-52-16,1 7-28 15,0 1-20-15,-2 0-129 16,-1-1-105-16,-5-6-306 16,2-2 205-16</inkml:trace>
  <inkml:trace contextRef="#ctx0" brushRef="#br0" timeOffset="-159415.91">23525 11343 1616 0,'34'23'134'0,"11"7"102"16,7 4 33-16,11 12-78 15,1 6-50-15,0 9-80 16,-6 6-40-16,-16 4-21 15,-5 3-9-15,-18 6-53 16,-9 4-40-16,-15 5-47 16,-12 3-68-16,-15 0 37 15,-7 0 49-15,-13-11 41 16,0-10 7-16,3-23-59 16,5-14-71-16,6-26 128 15</inkml:trace>
  <inkml:trace contextRef="#ctx0" brushRef="#br0" timeOffset="-158949.72">22006 11149 1456 0,'-51'20'166'0,"1"5"518"16,1 15-639-16,6 8-8 16,3 12 28-16,3 8 18 15,8 16 23-15,1 10-44 16,10 18-24-16,8 3-17 15,13-4-21-15,11-5-10 16,25-15-38-16,15-11-14 0,34-22-123 16,13-16-128-16,8-24 148 15</inkml:trace>
  <inkml:trace contextRef="#ctx0" brushRef="#br0" timeOffset="-156898.89">14050 12080 1533 0,'33'-9'53'0,"29"-3"54"16,14-1 28-16,25-2 56 15,18-3 15-15,15-2-62 16,6 0-51-16,20 0-54 16,4 1-19-16,-4-1-41 0,4 1-28 15,-19 0-33-15,-12 0-29 16,-16 3-53-16,-16 1 0 16,-24 2-49-16,-13 2-9 15,-15-1 167-15</inkml:trace>
  <inkml:trace contextRef="#ctx0" brushRef="#br0" timeOffset="-156297.22">15182 13054 1735 0,'92'-18'3'0,"9"-1"0"16,0 1-6-16,-5 5-30 15,-2 3-17-15,-16 8-46 16,-8 2 26-16,-12 4-116 16,-6 2 114-16</inkml:trace>
  <inkml:trace contextRef="#ctx0" brushRef="#br0" timeOffset="-152215.35">3849 3531 1068 0,'8'-3'28'15,"1"0"-19"-15,0 1-5 0,-1 2 10 16,-3 2 7-16,-2 1 22 16,-3 2 5-16,-1 1-1 15,0 2-3-15,-1-1-17 16,2 0-5-16,0-2-9 15,1-1-3-15,5 0-6 16,3-4 0-16,7-2-2 16,2-2 3-16,4 0-3 15,2 2 0-15,1 2 4 16,1 0-6-16,2 2 6 16,2 0 0-16,2-2 3 15,-1 2 5-15,0-2 5 16,-2-1 1-16,0-2-1 15,-3-1-3-15,-4-1-7 16,-4-1-7-16,-6 0 5 16,-5 4-4-16,-7 2 3 0,0 0 6 15,0 0 9-15,0 0-3 16,0 0 3-16,0 0-6 16,-14 8-15-16,5 1 9 15,-3 7-9-15,0 3 3 16,-5 9 3-16,-1 6-6 15,-2 14 3-15,2 9-3 16,-1 13 3-16,3 1 0 0,0 2-3 16,1-4 2-16,10-3 1 15,6 1 3-15,3 2 6 16,1 1 6-16,1 2 0 16,-1 0-9-16,4 0 0 15,-2 1-6-15,3 2 0 16,-5 0 6-16,-1 1-6 15,-3-1 6-15,0-2-3 16,-2-2-3-16,1-5 0 16,0 1-3-16,-1 0 0 15,3 2 3-15,-3 1 0 16,1 1 0-16,-1 0-3 16,-4 1 3-16,0 2-3 15,-3-3 0-15,0 3 6 16,1-2-6-16,1-1 3 15,-4-1 0-15,1 2-3 0,0-1 0 16,-5 0-6-16,2 0 0 16,-4 0-3-16,-2 0-6 15,1-1 9-15,3-2-3 16,3-1 6-16,1-1 3 16,4 1 0-16,0 0-3 15,5 0 0-15,-1 2 6 16,2 2-6-16,0 1 3 0,-3 1-3 15,0-1-3-15,-4-5 6 16,-1-1-6-16,1-5 6 16,1-4 3-16,3-3-3 15,3-3 0-15,1-3 0 16,2-3 3-16,1-3 0 16,0 0 0-16,0-5 0 15,-1-3-3-15,-1-6-3 16,-1-3-21-16,1-5-68 15,-1-5-9-15,1-4-7 16,-1-5-136-16,2-6 157 16</inkml:trace>
  <inkml:trace contextRef="#ctx0" brushRef="#br0" timeOffset="-151231.48">2643 7347 919 0,'36'4'142'0,"6"1"191"16,20-5-321-16,11 0-9 15,13-8 1-15,9-3 0 0,2-4 4 16,5-1 4-16,3 1 1 16,-1-1 8-16,2 1 12 15,3 1-2-15,-3-3 17 16,-2 1 0-16,-3-5-36 16,-7 0-3-16,-5 1-12 15,-4-4-15-15,-15 3-68 16,-2-1-1-16,-12 0 54 15</inkml:trace>
  <inkml:trace contextRef="#ctx0" brushRef="#br0" timeOffset="-150597.25">4465 7110 1346 0,'9'5'44'0,"5"0"-11"16,7 1-25-16,10-4-4 15,1-2-2-15,7-8 0 0,-2-2 1 16,0-3 1-16,-1 1 0 16,-6 2 4-16,-3 3 4 15,-6 3 11-15,-2 2 0 16,-8 3-6-16,-2 3 0 15,-3 3-2-15,-3 0-6 16,2 3 6-16,-1 0 0 0,-2 2 6 16,-2 2 15-16,0 6 23 15,-3 2 7-15,-4 7 0 16,-2 5-18-16,-11 9-30 16,-5 6-6-16,-11 12-15 15,-6 9 3-15,-7 11-3 16,-2 4-6-16,3 4-12 15,2-2-39-15,9-10-149 16,6-4-123-16,6-23 226 16</inkml:trace>
  <inkml:trace contextRef="#ctx0" brushRef="#br0" timeOffset="-147050.12">7653 3802 1328 0,'58'-37'33'16,"13"-4"-19"-16,6-1-7 15,14-11-7-15,3-6 6 16,1-8-4-16,-2-5 0 16,-4-1 8-16,2 0 5 15,0-4 14-15,2 1 0 0,0 3-2 16,-4 8-9-16,-9 13-10 15,-4 4-4-15,-16 9-3 16,-5 3-1-16,-11 10 0 16,-5 5 0-16,-8 9-3 15,-3 6-1-15,-12 7-10 16,-6 3-28-16,-8 6 26 16</inkml:trace>
  <inkml:trace contextRef="#ctx0" brushRef="#br0" timeOffset="-142999.25">18702 4654 1446 0,'24'-1'24'16,"6"-4"16"-16,19-5-69 15,13-3 4-15,12-4 25 16,5 1 8-16,13 1 9 16,9 0 12-16,14 2 17 15,8 0 65-15,13-1 2 16,1 1-17-16,8 3-31 0,-2 0-14 15,-7 4-9-15,-4 2-3 16,-19 4-12-16,-9 2-6 16,-14 3-3-16,-8 1-3 15,-8 1-3-15,-5 1 3 16,-8-3-10-16,-6-2 1 16,-7-5-14-16,-3-3-19 0,-5-6-93 15,-4-3-77-15,-8-7-369 16,-16-3 422-16</inkml:trace>
  <inkml:trace contextRef="#ctx0" brushRef="#br0" timeOffset="-141232.5">8899 6265 1504 0,'-39'-10'33'0,"-4"4"-27"16,-1 3-8-16,-6 5-4 16,1 1 1-16,-5-3 3 0,-7 0 0 15,-5-3 2-15,-4 0 0 16,-4 1 0-16,0 2 0 16,-13 5 0-16,-2 6 2 15,-7 9-2-15,-1 5-2 16,4 9 2-16,6 0 0 15,13 0 0-15,8-1 0 0,12-4 0 16,7 2 2-16,8 2-2 16,3 5 0-16,7 8-2 15,0 6-2-15,5 9 4 16,3 3-2-16,10 4-4 16,5 4 2-16,9 6 2 15,6 5-2-15,11 8 8 16,2 5-4-16,8 15 2 15,-1 7 0-15,5 22 0 16,0 4-2-16,0 3 2 16,2-3-2-16,-6-20 0 15,0-8 4-15,0-15 4 16,4-8 1-16,11-7 28 16,10 0 14-16,15 0-12 15,9 2-1-15,20 0-20 16,4-3-12-16,14-13-21 15,6-8-44-15,3-17-191 0,-6-12 188 16</inkml:trace>
  <inkml:trace contextRef="#ctx0" brushRef="#br0" timeOffset="-140499.04">11589 6500 1497 0,'17'6'33'0,"6"2"-31"16,4 4-6-16,6 4 2 15,4 4-2-15,6 9 4 16,3 7 0-16,6 16 4 16,2 9 0-16,0 21-1 15,0 8-1-15,-1 16-2 0,0 5 0 16,1 4-9-16,-2 3-3 16,-4-2-9-16,-3 4-1 15,-8-1-16-15,-4-3-30 16,-4-11 41-16</inkml:trace>
  <inkml:trace contextRef="#ctx0" brushRef="#br0" timeOffset="-139465.37">8666 8758 839 0,'-5'2'43'15,"5"-2"92"-15,0 0-188 16,0 0 8-16,0 0 31 15,0 0 19-15,0 0 27 16,12-12 16-16,8 7 40 16,10 1 1-16,21 0 8 15,10-1-6-15,19-2-33 0,9-1-15 16,16-3-24-16,4 0-5 16,5 1-8-16,-1 1 0 15,-5 3-6-15,-4 0 0 16,-3 1 1-16,-3-2-2 15,-9-3-3-15,-4-5-6 16,-9-5-44-16,-4-4-84 0,-7-9 82 16</inkml:trace>
  <inkml:trace contextRef="#ctx0" brushRef="#br0" timeOffset="-135681.65">24662 6351 1501 0,'59'104'-4'15,"-3"5"0"-15,-9 6 4 16,-9 1 0-16,-7 7 0 15,-4 4 2-15,-17 5 0 16,-8 2-2-16,-23 5 0 16,-10-3-6-16,-16 0-8 15,-9-8-9-15,-1-15-49 16,-7-9-65-16,2-20 75 16</inkml:trace>
  <inkml:trace contextRef="#ctx0" brushRef="#br0" timeOffset="-133699.59">14707 8972 1425 0,'-79'52'54'0,"6"19"4"16,-3 17 36-16,17 30-14 16,9 18-8-16,11 28-30 15,8 11 6-15,23 9 6 16,10 1-10-16,29-10-2 0,12-8-24 15,30-24-18 1,22-14 0-16,17-21-39 0,11-9-56 16,26-11-363-16,-2-9 370 15</inkml:trace>
  <inkml:trace contextRef="#ctx0" brushRef="#br0" timeOffset="-133099.91">23032 8730 2811 0,'72'98'-19'0,"7"21"0"0,0 15 12 15,-8 6 5-15,-17 12-4 16,-12-1-5-16,-17 11 1 16,-11 0-3-16,-16-5-1 15,-11-3-1-15,-21-4-7 16,-13-6-4-16,-23-25-76 15,-12-18-55-15,-14-38-278 0,-5-19 196 16</inkml:trace>
  <inkml:trace contextRef="#ctx0" brushRef="#br0" timeOffset="-129065.6">4699 10347 1202 0,'0'0'116'16,"0"0"137"-16,13 7-166 16,8 2-132-16,8 3-3 15,8 4 33-15,1 0 12 16,-1 4 6-16,-4 1 3 0,-11 5 0 16,-3 3 3-16,-10 2-6 15,-6 1 6-15,-3 3-3 16,-4-1 6-16,0-4 0 15,1-2-3-15,2-10 0 16,0-5 3-16,1-7 0 16,0-6 3-16,0 0 38 15,0 0 28-15,-19-7 12 16,3-6-1-16,-7-6-32 16,-2-3-24-16,0-3-9 15,2-4 0-15,9-4-21 16,7-4-21-16,19-7-6 15,15-3 3-15,22-7 12 16,8-1 12-16,11 4-12 16,1 3-12-16,3 11-84 0,0 5-83 15,-10 9 107-15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45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171 425 5425,'42'295'3683,"-5"147"-2941,-36-413-739,0-18 4,0 1 0,0-1 1,-2 1-1,1-1 0,-1 1 0,-1-1 1,0 1-1,-5 13 0,7-24 1,-1 0 0,1 0 0,-1 0 0,1 0 0,-1 0 0,1 0 0,-1 0 0,1-1-1,-1 1 1,0 0 0,1-1 0,-1 1 0,0 0 0,-1 0 0,2-1 2,0 0 0,-1 0 0,1 0 0,0 1-1,-1-1 1,1 0 0,0 0 0,-1 0 0,1 0 0,0 0 0,-1 0 0,1-1-1,0 1 1,-1 0 0,1 0 0,-1 0 0,1 0 0,0 0 0,0 0 0,-1-1 0,1 1-1,0 0 1,-1 0 0,1 0 0,0-1 0,-1 1 0,-1-3 49,0 0 1,1 1-1,-1-1 1,1 0-1,-1 0 1,1 0-1,0 0 0,0 0 1,-1-3-1,-4-32 218,1 0-1,2 0 0,3-72 0,0 52-198,0 43-67,4-222 60,1 170-71,19-103 0,-17 135 16,3 0 0,1 1 0,1 0 0,25-48 0,-24 59 29,1 0 0,1 1 0,1 0 0,1 1 0,1 1-1,39-34 1,-43 42 7,2 0 0,-1 0 0,2 2 0,-1 0-1,2 0 1,-1 2 0,1 0 0,0 1-1,1 1 1,-1 1 0,25-4 0,-37 8-58,-1 1 1,1-1-1,0 1 0,0 0 1,-1 1-1,1 0 0,0 0 1,0 0-1,-1 0 0,1 1 1,-1 0-1,1 0 0,-1 0 1,0 1-1,0 0 0,0 0 1,0 0-1,-1 1 1,1-1-1,-1 1 0,0 0 1,0 0-1,0 1 0,0-1 1,-1 1-1,0 0 0,0 0 1,0 0-1,-1 0 0,1 0 1,-1 1-1,0-1 0,1 8 1,2 9-64,-1 0-1,-1 0 1,0 1 0,-2-1 0,-1 1-1,-3 30 1,-3-4-118,-24 93 0,11-75 78,-4 0 1,-2-2-1,-45 82 1,45-102 195,-1-2 1,-2-1-1,-3-2 1,0 0-1,-50 46 1,68-74 75,-1 0 0,0-1 0,-1-1 0,0 0 0,0-1 0,-1 0 0,0-1 0,0-1 0,-1-1 0,-20 5 0,28-9-142,-1 0 1,1-1-1,-1 0 1,0-1-1,0 0 0,1 0 1,-1-1-1,0-1 0,1 1 1,-1-2-1,1 1 0,-1-1 1,1-1-1,0 1 0,0-1 1,1-1-1,-1 0 0,1 0 1,-13-11-1,15 10-98,0-1-1,0 1 1,1-1 0,-1 0-1,2 0 1,-1 0-1,1-1 1,0 0 0,0 0-1,1 0 1,0 0-1,1 0 1,0-1 0,0 1-1,1-1 1,0 1 0,0-1-1,1 0 1,0 1-1,0-1 1,1 0 0,1 1-1,-1-1 1,1 1 0,1-1-1,-1 1 1,7-11-1,-6 11 57,0 1-1,1 0 1,1 0-1,-1 0 1,1 1-1,0 0 0,0 0 1,1 0-1,0 0 1,0 1-1,0 0 1,1 0-1,7-4 0,-7 6 29,-1 0 0,1 1-1,-1-1 1,1 1-1,0 1 1,0-1 0,0 1-1,0 0 1,0 1-1,0 0 1,0 0 0,0 0-1,0 1 1,0 0-1,0 1 1,12 3 0,-8-1-5,-1 1 1,1 0-1,-1 1 1,1 0 0,-2 0-1,1 1 1,-1 1 0,0 0-1,0 0 1,12 15 0,5 11-2,35 58 1,-48-71-2,6 9-10,5 10 12,35 44-1,-50-74-40,0 0 1,0 0 0,1-1-1,0 0 1,1 0 0,0-1-1,0-1 1,21 11 0,-22-14 2,0-1 0,0 0 0,13 2 0,-23-5 35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46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32 342 8722,'23'-11'1170,"32"-22"0,8-3-212,-42 27-916,-1-2 0,0 0 0,-1-1 1,0-1-1,-1 0 0,-1-2 0,20-20 0,-35 34-46,-1-1 0,1 0 0,-1 1 1,0-1-1,0 0 0,0 0 0,0 1 0,0-1 0,0 0 0,-1 0 0,1 0 0,0 0 0,-1 0 0,0 0 0,1-1 0,-1 1 0,0 0 0,0 0 0,0 0 1,-1-4-1,0 3-2,-1 0 0,1 1 1,0-1-1,-1 1 0,0-1 1,1 1-1,-1 0 0,0-1 1,0 1-1,-1 0 0,1 0 1,0 1-1,-1-1 0,1 0 1,-4-1-1,-14-7 62,-1 0 1,0 2-1,0 0 0,-1 1 1,0 2-1,0 0 0,-42-3 1,60 8-33,1 0 1,0 0-1,0 0 0,-1 1 1,1-1-1,0 1 1,0 0-1,0 0 1,0 0-1,0 1 1,0-1-1,0 1 1,0-1-1,0 1 0,1 0 1,-1 0-1,1 0 1,-1 0-1,1 1 1,0-1-1,0 1 1,0-1-1,0 1 0,0 0 1,1 0-1,-3 3 1,-1 6 51,1-1 1,0 1 0,0 0 0,2 0-1,-4 20 1,1 8-6,1 1 0,2-1 1,1 1-1,10 70 0,-8-104-95,0-1 0,0 0 0,1 0 0,0 0 0,0 0-1,1 0 1,-1 0 0,1-1 0,1 1 0,-1-1 0,1 0 0,0 0 0,6 6 0,-6-8-40,0 1 0,0-1 1,1 0-1,0-1 1,-1 1-1,1-1 0,0 0 1,0 0-1,0-1 0,0 1 1,1-1-1,-1 0 1,0 0-1,0-1 0,1 0 1,6 0-1,6-2-286,0-1-1,0 0 1,0-1-1,0-1 1,-1-1-1,0-1 1,0 0-1,28-17 1,18-14-594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46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612 72 3961,'3'-9'577,"-1"5"40,-1-1-1,0 0 0,0 0 1,0 0-1,0-8 0,-1 12-543,0 0 0,0 0 0,-1 0 0,1 0 0,0 0 0,0 0 0,-1 0 0,1 0 0,-1 0 0,1 0 0,-1 0 0,1 0 0,-1 0 0,1 1 0,-1-1 0,0 0 0,1 0-1,-1 1 1,0-1 0,0 0 0,0 1 0,0-1 0,0 0 0,1 1 0,-1 0 0,0-1 0,0 1 0,0-1 0,0 1 0,0 0 0,0 0 0,-2-1 0,-6 0 15,1 1 1,-1 0-1,0 0 1,0 1 0,1 0-1,-1 0 1,1 1 0,-1 0-1,1 0 1,-1 1-1,1 0 1,-8 5 0,-1 1 96,1 0 1,1 1 0,-1 0-1,-22 21 1,30-22-150,0-1 1,1 1-1,0 0 0,1 1 0,0 0 1,0 0-1,1 0 0,1 0 0,-7 21 0,4-7 14,2 0-1,0 0 0,-2 38 0,7-56-48,0-1 0,0 1 0,0 0 0,0 0-1,1 0 1,0-1 0,3 11 0,-4-14 2,1-1-1,0 0 0,0 0 1,-1 1-1,1-1 0,0 0 1,0 0-1,0 0 1,0 0-1,0 0 0,0 0 1,0 0-1,1 0 1,-1 0-1,0-1 0,0 1 1,1 0-1,-1-1 0,1 1 1,-1-1-1,0 1 1,1-1-1,-1 0 0,1 0 1,-1 0-1,1 1 0,-1-1 1,1-1-1,-1 1 1,0 0-1,1 0 0,-1 0 1,1-1-1,1 0 1,5-1 40,0-1 0,0 0 0,-1-1 1,1 0-1,-1 0 0,0 0 1,0-1-1,0 0 0,-1-1 0,11-9 1,5-10 102,26-36-1,-33 41-83,6-10 60,-15 21-45,0 0-1,0 0 0,1 0 0,0 1 1,1 0-1,0 1 0,15-12 0,-21 18-61,0 0 1,0 0-1,0 0 0,0 1 0,0-1 1,1 1-1,-1-1 0,0 1 0,0 0 1,0 0-1,0 0 0,1 0 0,-1 1 0,0-1 1,0 0-1,0 1 0,0 0 0,1-1 1,-1 1-1,0 0 0,0 0 0,-1 0 1,1 0-1,0 1 0,0-1 0,0 0 1,-1 1-1,1-1 0,1 3 0,4 4 6,0 0 0,0 0-1,-1 1 1,-1-1 0,7 13 0,2 12-76,-1-1 1,-1 2 0,-2 0-1,-2 0 1,0 1-1,2 47 1,1 216-2008,-11-294 2021,0 97-1036,-21 154-1,16-221 1049,-2 0 0,-1 0 0,-1-1 0,-2 0 1,-1-1-1,-2 0 0,-1-1 0,-24 37 0,28-53 257,-1 0 1,0-1-1,-1-1 0,-1 0 0,0-1 0,-1 0 1,0-1-1,0-1 0,-1 0 0,-1-1 0,0-1 1,0 0-1,0-2 0,-1 0 0,-32 7 0,36-11-223,0 0-1,0 0 0,0-2 1,0 1-1,0-2 0,0 0 1,0-1-1,0 0 0,0-1 1,1-1-1,-1 0 0,1 0 1,0-2-1,0 1 0,1-2 0,0 0 1,0 0-1,0-1 0,1-1 1,0 0-1,-12-13 0,14 13-304,1-1-1,0 0 1,1 0-1,0-1 1,-6-12-1,4 2 38,2 1 0,-7-31 0,14 50 262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46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11682,'33'37'702,"-2"1"-1,-1 2 0,25 45 0,-12-13-541,-42-72-163,-1 1 1,0-1-1,0 0 1,1 1-1,-1-1 0,0 0 1,0 1-1,1-1 0,-1 1 1,0-1-1,0 0 1,0 1-1,0-1 0,0 1 1,0-1-1,0 1 0,0-1 1,0 0-1,0 1 0,0-1 1,0 1-1,0-1 1,0 1-1,0-1 0,0 0 1,0 1-1,0-1 0,-1 1 1,1-1-1,0 0 1,0 1-1,-1-1 0,1 0 1,0 1-1,0-1 0,-1 0 1,1 1-1,0-1 0,-1 0 1,1 1-1,0-1 1,-1 0-1,1 0 0,-1 0 1,1 1-1,0-1 0,-1 0 1,1 0-1,-1 0 0,1 0 1,-1 0-1,1 0 1,0 0-1,-1 0 0,1 0 1,-1 0-1,1 0 0,-1 0 1,1 0-1,-1 0 1,-2-1 12,0 1 1,-1-1-1,1 0 1,0 1-1,0-2 1,0 1 0,-3-2-1,-1-1-2,1-1 0,0 0 0,1-1 0,-1 1 1,1-1-1,0 0 0,1 0 0,-1-1 0,1 1 0,0-1 0,1 0 0,0 0 0,0 0 0,0-1 0,1 1 0,0-1 0,-1-12 1,1 6-298,0 0 0,1 1 0,1-1 1,0 0-1,1 0 0,0 0 0,1 0 1,1 1-1,4-15 0,11-12-1236,2 8 607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47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59 339 14867,'1'5'382,"0"0"1,0 0-1,0 0 0,1-1 1,-1 1-1,1-1 0,0 1 1,3 4-1,-4-8-401,0 0 0,-1 0 0,1-1-1,0 1 1,0 0 0,0 0 0,0-1 0,-1 1 0,1-1 0,0 1 0,0 0-1,0-1 1,0 0 0,0 1 0,0-1 0,1 0 0,-1 1 0,0-1-1,0 0 1,0 0 0,0 0 0,0 0 0,0 0 0,0 0 0,0 0-1,0-1 1,1 1 0,-1 0 0,0 0 0,0-1 0,0 1 0,0-1-1,0 1 1,0-1 0,0 1 0,-1-1 0,1 0 0,0 1 0,0-1 0,0 0-1,-1 0 1,2-1 0,13-12-738,-1-2 1,-1 0-1,0 0 0,-1-1 0,14-26 1,10-15 268,-18 34 382,-9 11 87,1 0-1,-1 0 1,-1-1 0,0 0 0,-1 0-1,8-26 1,-14 38 22,0 0 0,-1 0 0,0 0-1,1 0 1,-1 0 0,0 1 0,0-1 0,0 0 0,0 0-1,-1 0 1,1 0 0,0 0 0,-1 0 0,1 0 0,-1 1 0,0-1-1,0 0 1,0 0 0,0 1 0,0-1 0,0 0 0,0 1 0,0-1-1,0 1 1,-1 0 0,1-1 0,-1 1 0,1 0 0,-1 0 0,1 0-1,-1 0 1,0 0 0,1 0 0,-1 0 0,0 1 0,0-1 0,0 1-1,0-1 1,0 1 0,1 0 0,-4-1 0,-4 0 8,-1 1 0,1-1-1,-1 2 1,0-1 0,1 1 0,-19 5 0,17-3 72,0 0 0,1 1-1,-1 0 1,1 1 0,-1 0 0,2 1 0,-1 0 0,1 0-1,-1 1 1,2 1 0,-1-1 0,1 1 0,0 1 0,1-1-1,0 1 1,0 1 0,1-1 0,0 1 0,1 0 0,0 1-1,1-1 1,0 1 0,0 0 0,1 0 0,1 0 0,0 0-1,-1 13 1,1-4-57,1 0 0,1-1 0,0 1 0,1 0 1,2-1-1,4 20 0,-6-32-94,1-1 1,0 0 0,0 0 0,1-1 0,0 1 0,0 0-1,0-1 1,0 0 0,1 1 0,0-1 0,0-1-1,1 1 1,-1-1 0,1 1 0,0-1 0,0-1-1,0 1 1,1-1 0,-1 0 0,1 0 0,0 0-1,10 2 1,-3-2-221,-1 0 1,1-2-1,0 0 0,0 0 0,0-1 0,0-1 0,-1 0 1,1 0-1,0-2 0,14-3 0,62-23-760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47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441 1 12739,'-160'120'2993,"-6"-9"-3587,147-100 342,11-7 101,-1 1 1,1 0-1,1 1 1,-1 0-1,-12 12 1,19-18 142,1 0 0,0 1-1,0-1 1,-1 0 0,1 0 0,0 0 0,-1 0-1,1 1 1,0-1 0,0 0 0,-1 0 0,1 1-1,0-1 1,0 0 0,0 0 0,-1 1 0,1-1-1,0 0 1,0 1 0,0-1 0,0 0 0,0 1-1,0-1 1,0 0 0,-1 1 0,1-1 0,0 0-1,0 1 1,0-1 0,0 0 0,0 1-1,1-1 1,-1 0 0,0 1 0,0-1 0,0 0-1,0 1 1,0-1 0,0 0 0,0 0 0,1 1-1,-1-1 1,0 0 0,0 1 0,0-1 0,1 0-1,-1 0 1,0 1 0,0-1 0,1 0 0,-1 0-1,0 0 1,1 0 0,-1 1 0,0-1 0,1 0-1,-1 0 1,1 0 0,26 1-287,-20-1 244,25-1-82,20 0 2,56 5 0,-94-3 143,1 1 0,-1 0 0,0 2 0,0-1 0,-1 2 1,1 0-1,-1 0 0,24 14 0,-35-17-12,1-1 0,-1 1 0,1-1 0,-1 1 0,0 0 0,0 0 0,1 0 0,-2 0 0,1 1 0,0-1 0,0 0 1,-1 1-1,1-1 0,-1 1 0,0 0 0,1-1 0,-1 1 0,-1 0 0,1 0 0,0-1 0,-1 1 0,1 0 0,-1 0 0,0 0 0,0 0 1,0 0-1,0 0 0,-1 0 0,1 0 0,-1-1 0,1 1 0,-1 0 0,0 0 0,0 0 0,-1-1 0,1 1 0,0-1 0,-4 5 0,-2 3-15,-1 0-1,0-1 0,-1 0 0,1 0 0,-2-1 0,1 0 1,-17 10-1,14-10 61,-1 0 1,0-1 0,-1-1 0,1 0-1,-1-1 1,0 0 0,-21 3-1,26-7-98,-1 0-1,1 0 0,0-1 0,0 0 0,0 0 0,-1-1 1,1-1-1,0 0 0,0 0 0,0 0 0,1-1 0,-1-1 0,-8-4 1,5 2-774,0-1-1,1-1 1,0 0 0,-11-11 0,4-2-1063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48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494 0 9514,'-4'6'883,"-3"0"-445,0 0 0,-1 0-1,0 0 1,0-1 0,0-1 0,-1 1 0,1-1 0,-19 5-1,-85 21 1966,54-17-1979,55-12-409,-109 33 429,101-30-446,0 0-1,1 2 0,-1-1 0,1 1 0,0 0 1,0 1-1,-14 14 0,22-20-24,1 0 0,-1 1 0,1-1 0,0 1 0,0-1 0,-1 1-1,1-1 1,0 1 0,0 0 0,1 0 0,-1 0 0,0-1 0,0 1 0,1 0 0,0 0 0,-1 0-1,1 0 1,0 0 0,0 0 0,0 0 0,0 0 0,0 3 0,1-2-20,0-1 1,1 0-1,-1 1 1,0-1-1,1 0 0,-1 0 1,1 0-1,0 0 1,0 0-1,0 0 1,0 0-1,0-1 0,0 1 1,4 1-1,8 4-162,0 0 0,0-2 0,0 1 0,23 4 0,26 4-324,50 14-473,-101-25 898,0 2-1,-1 0 0,1 0 1,-1 1-1,-1 0 0,20 14 1,-29-19 101,1 1-1,0-1 1,-1 0 0,1 1 0,-1-1 0,1 1 0,-1-1 0,0 1-1,1 0 1,-1-1 0,0 1 0,0 0 0,0 0 0,-1 0 0,1 0 0,0 0-1,-1 0 1,1 0 0,-1 0 0,0 0 0,1 0 0,-1 0 0,0 0-1,0 0 1,-1 0 0,1 0 0,0 1 0,-1-1 0,1 0 0,-1 0-1,0 0 1,1-1 0,-1 1 0,0 0 0,0 0 0,0 0 0,-1-1-1,1 1 1,0 0 0,-1-1 0,1 1 0,-1-1 0,-1 2 0,-5 3 44,0 1 1,0-1-1,-1-1 1,0 0 0,0 0-1,0 0 1,-12 3-1,10-4 108,-1-1-1,1 0 0,-1-1 0,0 0 0,-22 0 1,29-2-226,0 0 0,0 0 1,1-1-1,-1 0 0,0 0 1,1 0-1,-1 0 0,0-1 1,1 0-1,0 0 0,-1 0 1,1 0-1,0-1 0,0 1 1,0-1-1,0 0 0,-4-6 1,-18-28-484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48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0 8562,'-8'44'640,"-1"-6"1096,-6-7-1968,-11-16-904,-4-11 800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48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 10506,'5'-3'365,"1"1"0,-1 0-1,1 0 1,0 0 0,0 1-1,-1 0 1,12-1-1,1-1 336,30-5 589,12-2-473,89-5 1,-131 15-963,0 0 1,0 1 0,0 1 0,0 1 0,-1 0-1,1 1 1,-1 1 0,0 1 0,26 12 0,-34-13 75,-1 0 0,0 1 0,0-1 0,0 2 0,-1-1 0,0 1 0,-1 0 0,1 0 0,-1 1 0,0 0 0,-1 0 0,0 0 0,5 12 0,-1 3 43,-1 0 1,-1 1 0,9 49-1,-14-58 278,1 1 1,1-1-1,0 0 0,13 28 1,-14-38-172,-1-1 1,1 1 0,0-1 0,1 1 0,-1-1 0,1 0 0,0 0 0,0-1 0,0 1 0,0-1-1,1 0 1,-1 0 0,1 0 0,0 0 0,0-1 0,0 0 0,9 3 0,-7-3-78,1-1 0,0 1 0,0-1 0,0 0 0,0-1 0,0 0 0,1 0 1,-1-1-1,0 0 0,0-1 0,12-3 0,-16 4-107,1-1 0,-1 0 0,1 0 0,-1-1 0,0 0 0,1 1 0,-1-1 0,-1-1 0,1 1 0,0 0 1,-1-1-1,0 0 0,1 0 0,-2 0 0,1 0 0,0 0 0,-1-1 0,0 1 0,3-10 0,0-1-212,-1-1 1,-1 0-1,-1 0 1,0 0-1,0-19 0,-2 24 272,-1-1 0,0 1 0,-1 0 0,0 0 0,0-1-1,-1 1 1,-1 1 0,-4-12 0,5 18 41,0-1 1,0 1-1,0 0 1,-1 0-1,1 0 1,-1 0-1,0 1 1,0-1 0,-1 1-1,1 0 1,-1 0-1,1 1 1,-1-1-1,0 1 1,0 0-1,0 1 1,0-1-1,0 1 1,-10-1-1,-4-1 395,0 1-1,-1 1 1,-34 3-1,44 0 714,17 2-645,30 2-480,-17-2 123,-1 2-86,0 0 0,-1 1-1,1 1 1,25 15 0,66 50-132,8 4-30,-111-73 143,5 3 4,0 0-1,0-1 1,1-1 0,21 7-1,-32-12 2,1 1 0,0 0 0,0-1 0,0 0 0,-1 1 0,1-1 0,0 0 0,0-1 0,0 1 0,0 0 0,-1-1 0,1 0 0,0 1 0,0-1 0,-1 0 0,1 0 0,0-1 0,-1 1 0,0-1 0,1 1 0,-1-1 0,0 0 0,1 0 0,-1 1 0,0-2 0,-1 1-1,1 0 1,2-4 0,4-8 10,-1-1-1,-1 0 0,0 0 0,-1-1 0,0 1 0,1-17 1,-2 13-2,1 1-1,0-1 1,1 1 0,10-19 0,-12 29-14,1 0-1,1 1 1,-1-1-1,1 1 0,1 0 1,-1 0-1,1 1 1,1 0-1,-1 0 0,1 0 1,0 1-1,14-7 0,-18 11 2,-1-1 0,1 1 0,0 0-1,-1 0 1,1 0 0,0 0 0,0 0-1,-1 1 1,1 0 0,0 0 0,0 0-1,0 0 1,0 1 0,0 0-1,-1-1 1,1 1 0,0 1 0,-1-1-1,1 0 1,-1 1 0,1 0 0,-1 0-1,0 0 1,1 0 0,-1 0 0,0 1-1,-1-1 1,1 1 0,0 0-1,-1 0 1,1 0 0,-1 0 0,4 7-1,2 5-23,0 0-1,-1 1 0,-1 0 0,0 0 0,7 34 0,6 89-96,-14-93-830,15 74 1,-18-112 597,0 0 1,1 0 0,0 0 0,0 0 0,1-1 0,7 13-1,-7-16 220,0 0 0,0-1 0,0 1 0,0-1 0,1 0 0,-1 0-1,1 0 1,8 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51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1 196 6969,'6'0'397,"1"1"0,-1 0-1,0 1 1,11 3-1,13 3-94,39 2 77,1-3-1,80-3 1,143-17-202,-168 5-54,260-12 222,745-57 613,-470 13-916,3 30-60,-116 23-839,-364 4 507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7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1250 195 12475,'-36'-25'653,"-12"-10"307,-92-49 0,122 75-848,1 1 0,-2 1 0,1 1 0,-1 1 0,0 0 0,0 1 0,0 1 0,0 1 0,-29 0-1,25 4-56,0 0-1,1 1 1,0 2-1,-1 0 0,2 1 1,-1 1-1,-30 15 0,25-8-26,2 1 0,0 0-1,1 2 1,0 1 0,-25 26-1,11-5-15,3 2-1,1 2 0,2 1 1,1 1-1,3 1 0,-23 53 1,17-24-11,3 2 1,3 1-1,-21 100 1,35-113-9,3 0 0,4 1 0,2 1 0,5 98 1,2-134-10,1 0 1,2 0 0,1 0 0,2-1 0,16 45 0,-16-57 4,0-1 1,1 0-1,1-1 1,0 0-1,1-1 1,1 0-1,0 0 1,1-1-1,29 23 1,-23-23-9,0-1 0,1-1 1,0-1-1,1-1 1,0 0-1,1-2 0,0 0 1,0-2-1,0 0 1,1-2-1,0 0 0,0-2 1,0 0-1,0-2 1,37-3-1,-23-2-135,-1-1-1,0-2 1,0-2-1,0-1 1,-2-1-1,1-2 1,-2-2 0,0-1-1,36-24 1,-18 4-888,69-64 1,50-61 209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7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0 17236,'-38'25'1000,"3"26"-368,6 27-512,17 59-152,14 29-72,17 55-344,7 20-528,5 6-489,0-10-183,5-38-384,-1-28 935,11-36 617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7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1 11634,'-22'6'369,"-12"3"2604,-51 22 0,76-28-2788,0 2-1,1-1 1,0 1 0,0 0 0,0 1 0,0 0-1,1 0 1,0 1 0,1-1 0,-11 15 0,13-14-316,0 0 1,1 0 0,0 0 0,1 0 0,0 1-1,0-1 1,0 1 0,1-1 0,0 1 0,1 0 0,0 12-1,1 2-549,1 0 0,9 37-1,-5-36 371,14 38-1,-16-51 394,0-2 0,0 1 1,1 0-1,0-1 0,1 0 0,11 14 0,-16-21-75,1 0-1,-1 1 1,0-1-1,1 0 1,-1 0-1,1 0 1,-1 0-1,1 0 1,0 0-1,-1-1 1,1 1-1,0 0 1,-1-1-1,1 1 0,0-1 1,0 0-1,-1 1 1,1-1-1,0 0 1,0 0-1,0 0 1,0-1-1,-1 1 1,1 0-1,0-1 1,0 1-1,-1-1 0,1 1 1,0-1-1,-1 0 1,1 0-1,-1 0 1,1 0-1,-1 0 1,1 0-1,-1 0 1,1 0-1,0-2 1,6-6-38,0 0 0,-1 0 0,0-1 0,10-17 0,-12 17 37,15-21-30,-3 0 0,0-2 0,-2 0 0,-2-1 0,-1-1 0,9-40 0,-20 70 88,0 0 0,-1 0-1,1 0 1,-1-1-1,0 1 1,0 0-1,-2-7 1,-1 16 776,-1 9-537,-6 37-91,2 1 1,2 0-1,2 1 0,3-1 0,6 63 0,-3-99-579,1 0 0,0 0 0,1 0 0,1 0 0,0 0 0,1-1 0,12 21 0,-15-30 157,1 0 0,-1 0 0,1-1 0,0 0 0,0 1 0,0-1 0,0-1 0,1 1-1,0-1 1,7 5 0,-8-7 112,0 1 0,-1-1 0,1 1 0,1-1 0,-1-1 0,0 1 0,0-1 0,0 1 0,0-1 0,0 0 0,1 0 0,-1-1 0,0 1 0,0-1 0,0 0 0,5-2 0,44-22-1060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7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492 1 9386,'-26'2'3594,"-46"11"0,44-6-3085,0 1 0,1 2 0,-35 17 0,42-17-617,1 1 0,0 0 0,1 2-1,0 0 1,1 1 0,1 1 0,0 0 0,0 1 0,-16 24 0,31-38 112,-17 30 133,17-31-134,1-1 1,-1 1-1,1 0 1,0 0-1,-1 0 0,1-1 1,0 1-1,0 0 1,-1 0-1,1 0 1,0 0-1,0 0 1,0-1-1,0 1 0,0 0 1,0 0-1,1 0 1,-1 0-1,0 0 1,0-1-1,1 1 0,-1 0 1,0 0-1,1 0 1,-1-1-1,1 1 1,-1 0-1,1 0 0,-1-1 1,1 1-1,-1 0 1,1-1-1,0 1 1,-1-1-1,1 1 1,0-1-1,0 1 0,1 0 1,7 0-53,0 1 0,0-1 0,1-1 1,-1 0-1,1 0 0,-1-1 0,0 0 1,13-3-1,3 0-114,-23 4 157,114-10-711,-98 9 620,-1 2 1,1 0-1,0 1 0,25 6 0,-39-8 90,0 1 0,-1 1-1,1-1 1,-1 0-1,0 1 1,1-1-1,-1 1 1,0 0-1,0 0 1,0 1-1,0-1 1,-1 0-1,1 1 1,0 0 0,2 3-1,-4-4 20,0 0 0,0 1 0,0-1 0,0 0 0,-1 1 0,1-1 0,-1 1 0,1-1 0,-1 0 0,0 1 0,0-1 0,0 1 0,0-1 0,0 1 0,-1-1 0,1 1 0,-1-1 0,0 0 0,1 1 0,-1-1 0,0 0-1,-3 4 1,1 1 86,-1-1-1,0 0 1,0 0-1,-1 0 1,0-1-1,0 0 1,0 0-1,-1 0 1,1 0-1,-12 6 1,6-5 51,-1 0 0,0-1 0,1 0 0,-2-1 0,-19 4 0,2-2-376,-1-3 0,0 0 0,1-2 1,-39-4-1,53 2-827,1 0 0,0-2 0,-22-5 0,35 7 875,1 1 0,0-1 0,-1 1 0,1-1 1,0 0-1,-1 0 0,1 1 0,0-1 0,0 0 0,0 0 0,0 0 0,-2-2 0,-2-10-1045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8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22 10530,'26'-7'395,"-16"4"94,1 0 0,-1 0-1,1 1 1,0 1 0,13-1 0,-25 4-229,0 0 0,-1-1 0,1 1 0,-1 0 1,0 0-1,1-1 0,-1 0 0,0 1 0,-4 1 1,-107 70 1981,-99 70-1416,203-137-857,1 1 0,-1 1 1,1-1-1,1 2 0,-1-1 0,-12 19 0,20-27 8,0 0 1,0 0-1,-1 1 0,1-1 1,0 0-1,0 0 0,-1 1 1,1-1-1,0 0 0,0 0 0,0 1 1,0-1-1,-1 0 0,1 1 1,0-1-1,0 0 0,0 1 0,0-1 1,0 0-1,0 1 0,0-1 1,0 0-1,0 1 0,0-1 1,0 1-1,0-1 0,0 0 0,0 1 1,0-1-1,1 0 0,-1 1 1,0-1-1,0 0 0,0 0 1,0 1-1,1-1 0,-1 0 0,0 1 1,0-1-1,0 0 0,1 0 1,-1 1-1,0-1 0,1 0 1,-1 0-1,0 0 0,0 0 0,1 1 1,-1-1-1,0 0 0,1 0 1,-1 0-1,0 0 0,1 0 0,-1 0 1,1 0-1,30-2-1477,46-15 38,27-4 484,-90 19 829,1 1 1,0 0-1,0 1 0,0 0 0,15 4 0,-26-4 123,1 1 0,-1 0 0,0 0 0,1 0-1,-1 0 1,0 1 0,0 0 0,0 0-1,0 0 1,0 0 0,-1 1 0,1-1-1,-1 1 1,1 0 0,-1 0 0,0 0-1,0 1 1,-1-1 0,1 1 0,0-1-1,-1 1 1,0 0 0,0 0 0,0 0-1,-1 0 1,1 0 0,-1 0 0,0 1 0,0-1-1,-1 0 1,1 1 0,-1-1 0,0 1-1,0-1 1,0 1 0,-2 6 0,0-1 180,-1 0 0,0 0-1,0-1 1,-1 1 0,0-1 0,-1 0 0,0 0 0,-1-1 0,1 1 0,-2-1 0,1-1 0,-1 1 0,0-1 0,-1 0 0,1-1 0,-1 1 0,-15 7 0,17-10-195,0-1 0,-1 1 0,1-2 1,-1 1-1,0-1 0,0 0 0,0 0 1,0 0-1,0-1 0,-1-1 0,1 1 1,0-1-1,0 0 0,-1-1 0,1 1 1,0-1-1,0-1 0,0 0 1,0 0-1,0 0 0,0-1 0,0 0 1,1 0-1,-12-8 0,13 7-252,0 1-1,0-2 1,0 1-1,1 0 1,-5-7 0,-12-28-512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8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187 749 9554,'-3'20'290,"-15"67"1226,16-77-1331,-2 0 0,1-1 1,-1 0-1,-1 1 1,1-1-1,-10 12 0,13-20-155,1 1 0,-1-1 0,0 0-1,0 1 1,0-1 0,0 0 0,0 0-1,0 0 1,-1 0 0,1 0 0,0 0 0,0 0-1,-1 0 1,1-1 0,-1 1 0,1 0-1,-1-1 1,1 1 0,-1-1 0,1 0-1,-1 1 1,1-1 0,-1 0 0,1 0 0,-1 0-1,1 0 1,-1 0 0,1 0 0,-1-1-1,0 1 1,1 0 0,-1-1 0,1 1-1,0-1 1,-1 0 0,1 1 0,-1-1-1,1 0 1,-2-1 0,-1-2-124,0 0-1,-1 0 1,2-1 0,-1 1 0,0-1-1,1 0 1,0 0 0,0 0 0,-3-8-1,-2-7-298,2-1-1,0 1 1,1-1-1,1-1 1,1 1-1,-1-24 1,6-134-1224,-1 150 1578,0 20 42,1-58 769,17-102-1,-15 150-560,0 1-1,1 0 0,1 0 1,0 0-1,1 1 1,1 0-1,1 0 1,0 1-1,2 0 1,16-20-1,-22 30-78,1 1 0,0-1 0,0 1-1,0 0 1,1 1 0,-1-1 0,1 1 0,0 1 0,10-5 0,-12 7-57,1-1 0,-1 1 0,1 0 0,-1 0-1,1 0 1,0 1 0,-1 0 0,1 0 0,-1 0 0,1 1 0,0 0 0,-1 0 0,1 1 0,5 1 0,-1 1-11,0 1-1,-1 0 0,0 1 1,1 0-1,-2 0 0,1 1 1,-1 0-1,0 1 1,0-1-1,-1 1 0,0 1 1,8 13-1,1 3-20,-1 2 0,-2 0 0,13 36 0,-4 0-243,-3 2 0,-3 1-1,-3 0 1,8 104-1,-15-60-1043,-18 216-1,6-269 815,-2 0-1,-17 56 1,5-60 75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8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1 111 22973,'10'28'480,"26"-14"-224,20-14-608,33-35-816,7-17-889,7-13 817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9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206 746 11434,'-12'44'849,"2"-9"2351,-2-11-1567,3-19-1561,-3-11-864,-2-20-1529,0-11-240,-6-15 1785</inkml:trace>
  <inkml:trace contextRef="#ctx0" brushRef="#br0" timeOffset="1">25 505 5857,'-11'-53'1737,"4"-3"1479,1-4-1743,9-3 223,14-1-216,1 9-471,8 3-289,6 11-456,1 8-200,10 12-128,6 14-80,-6 12-144,6 11-168,-8 6-577,2 3-663,7 4 960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9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0 19684,'-73'24'1777,"12"-5"303,11-3-1752,17-6-920,8-3-368,14 2-529,2 1-767,18 16-401,3 7 673,14 10 1504,0 4 392,7-2 88,12-5 0,7-14-480,10-11-304,16-27-809,12-11-1559,1-21 1423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9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71 9354,'1'-3'292,"1"0"-1,-1 1 1,0-1-1,0 0 1,0 0-1,-1 0 1,1 0 0,-1 1-1,1-1 1,-1-4-1,-1 6-112,1 0 0,0 0 0,-1 0 0,1 0 0,-1 0 0,1 0 0,-1 1 0,1-1-1,-1 0 1,1 0 0,-1 0 0,0 1 0,0-1 0,1 0 0,-1 1 0,0-1 0,0 1 0,0-1-1,1 1 1,-1-1 0,0 1 0,0 0 0,0-1 0,0 1 0,0 0 0,0 0 0,0 0 0,0 0-1,0 0 1,0 0 0,0 0 0,0 0 0,-2 0 0,-6 1 51,-1 0-1,1 1 1,0 0-1,0 0 1,0 1 0,0 0-1,0 1 1,0 0-1,1 0 1,0 1 0,0 0-1,0 0 1,1 1 0,-1 0-1,1 0 1,1 1-1,-10 10 1,3 0-261,0 0-1,1 0 1,1 2 0,0-1 0,1 1-1,-12 36 1,22-55 30,-4 12-69,0-1 0,1 1 0,1 1 0,-2 12 0,4-23 40,0-1 0,0 0 1,0 1-1,0-1 0,0 1 1,0-1-1,0 0 0,1 1 1,-1-1-1,0 0 0,1 1 1,-1-1-1,1 0 0,0 1 0,-1-1 1,1 0-1,0 0 0,0 0 1,1 2-1,0-2-22,-1-1 1,1 1-1,-1-1 1,1 0-1,-1 1 0,1-1 1,0 0-1,-1 0 1,1 0-1,-1 0 0,1 0 1,0 0-1,-1 0 1,1-1-1,-1 1 0,1-1 1,0 1-1,-1-1 1,1 1-1,-1-1 0,3-2 1,9-3-303,0-2 1,-1 0 0,0 0-1,21-19 1,41-49-793,-47 47 755,11-12-28,44-45-246,-69 75 751,-1 1 0,1 0 0,1 0 0,28-14 0,-41 23-11,1 0 1,-1 0 0,0 1-1,1-1 1,-1 1 0,0-1 0,1 1-1,-1-1 1,1 1 0,-1 0-1,1 0 1,-1 0 0,1 0 0,-1 0-1,1 0 1,-1 0 0,1 0-1,-1 0 1,0 1 0,1-1 0,-1 1-1,1-1 1,-1 1 0,0 0 0,1-1-1,-1 1 1,0 0 0,0 0-1,0 0 1,1 0 0,-1 0 0,0 0-1,0 0 1,0 0 0,-1 0-1,1 0 1,0 1 0,0-1 0,-1 0-1,1 1 1,0 1 0,2 7 195,0-1 0,-1 1 1,0 0-1,-1 0 0,0 10 1,0-17-274,-1 81 354,-1-62-552,0 0-1,2-1 1,0 1-1,2 0 1,5 21-1,-8-41 101,0-1 1,0 0-1,1 0 0,-1 0 1,0 0-1,1 0 0,-1 0 0,1-1 1,-1 1-1,1 0 0,-1 0 1,1 0-1,0 0 0,-1 0 0,1-1 1,0 1-1,0 0 0,0-1 1,-1 1-1,1 0 0,0-1 1,0 1-1,0-1 0,0 0 0,2 1 1,-2-1-70,1 0 1,-1-1-1,0 1 1,1 0 0,-1-1-1,0 0 1,1 1-1,-1-1 1,0 0-1,0 1 1,1-1 0,-1 0-1,0 0 1,0 0-1,0 0 1,0 0-1,0 0 1,-1-1 0,1 1-1,1-3 1,10-15-1676,-1-2 1,16-41-1,-1-16 71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0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20 10242,'-3'-19'6514,"1"34"-3802,4 49-1264,1 30-663,4 49-441,0 23-144,7 17-224,3-4-240,12-22-793,11-14-1095,-9-18 472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0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184 336 13171,'-22'2'273,"-109"9"2136,128-11-2400,1 0 0,0 0-1,-1 0 1,1-1 0,-1 1 0,1-1 0,0 1 0,-1-1 0,-2-2 0,5 3-16,-1 0 0,1 0 1,0 0-1,0 0 0,0 0 1,-1-1-1,1 1 0,0 0 1,0 0-1,0 0 0,0-1 1,0 1-1,-1 0 0,1 0 1,0 0-1,0-1 0,0 1 1,0 0-1,0 0 0,0-1 0,0 1 1,0 0-1,0 0 0,0-1 1,0 1-1,0 0 0,0 0 1,0-1-1,0 1 0,0 0 1,0-1-1,12-9-268,15-2 64,1 1 1,0 2 0,51-11-1,464-77 119,15 37 583,262 1 1309,-1 27-1057,-546 18-3014,-168 2 1304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50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1 9682,'-5'3'143,"-1"0"0,0 1 0,1 0-1,0-1 1,0 2 0,0-1 0,0 1 0,1 0-1,0 0 1,0 0 0,0 0 0,0 1 0,1-1-1,0 1 1,0 0 0,1 0 0,0 0 0,-2 7 0,-2 10-63,0 1 1,2-1 0,-2 39 0,5-29-53,0-1 0,2 1 0,2-1 0,1 1 0,1-1 0,17 57 0,-18-80-6,-1 0-1,1 0 1,1 0 0,-1 0 0,1-1 0,1 0-1,0 0 1,0-1 0,0 1 0,1-1 0,0 0-1,11 7 1,-11-9 14,0-1-1,0-1 0,0 1 0,1-1 1,-1 0-1,1-1 0,0 0 1,0 0-1,0-1 0,-1 0 0,1 0 1,0-1-1,1 0 0,-1 0 1,12-3-1,-3 0 19,0-1 0,-1-1 0,0-1 0,0 0-1,0-1 1,-1-1 0,0 0 0,18-14 0,-2-1 24,-1-1 1,44-47-1,-53 46 55,0 0-1,-2-2 1,0-1 0,-2 0 0,-1-1-1,-2 0 1,12-34 0,-25 60-112,2-6 130,1 1 0,0-1 0,0 1 0,7-10 0,-11 17-134,1 1 1,-1-1-1,1 0 1,-1 0-1,1 1 0,0-1 1,-1 1-1,1-1 1,0 0-1,0 1 0,-1-1 1,1 1-1,0 0 1,0-1-1,0 1 1,0 0-1,0-1 0,-1 1 1,1 0-1,0 0 1,2 0-1,-2 0-11,0 1-1,1-1 1,-1 1-1,0 0 1,0 0 0,0 0-1,0-1 1,0 1-1,0 0 1,0 0-1,0 1 1,0-1 0,0 0-1,-1 0 1,1 0-1,0 0 1,-1 1-1,1-1 1,0 3 0,11 30-59,-1 1 0,9 50 1,-11-45 2,70 451-5837,-65-348 4488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50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1424 473 9138,'-94'38'896,"-4"-4"873,-18-23-425,-7-11 424,-8-21-432,-3-12-207,-7-7-585,1-6-160,12-8-312,5-6-192,36-11-664,15-4-849,39 1-1983,29-7 2855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51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0 3393,'-31'11'610,"27"-9"-445,-1 0 0,1 0 0,-1 0 0,0-1 0,1 0 0,-7 1 0,9-2 638,-6 0 2388,-1 0-5300,7 0 1363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51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635 1 5841,'-2'-1'3735,"2"7"-3054,3-1-597,0 0 1,0 0-1,0 0 0,1-1 0,-1 1 1,1-1-1,0 0 0,1 0 1,-1-1-1,1 1 0,5 2 1,0 2-2,-1-1 0,13 14 0,-9-4-71,-1 0-1,0 1 0,-1 0 1,-1 1-1,-1 0 0,-1 1 1,0 0-1,-2 0 0,0 0 0,-2 1 1,0 0-1,2 33 0,-5-30-26,0 0-1,-2-1 1,-1 1-1,-1 0 0,-1-1 1,-1 0-1,0 0 1,-2 0-1,-1-1 1,-1 0-1,-13 23 0,3-13 279,-1-1 0,-2-1 0,-1 0 0,-2-2 0,-29 26 0,33-35 271,-1 0-1,-1-2 1,0-1 0,-1 0 0,-1-2 0,-1-1 0,-33 12-1,43-20-702,-1-1-1,1 0 1,-1-1-1,0-1 1,0-1-1,0-1 1,0 0-1,0-1 1,0 0-1,0-2 1,1 0-1,-1-1 1,1-1-1,0 0 1,0-1-1,0-1 1,-16-9-1,26 13-25,1-1 0,0 0-1,0 0 1,0 0 0,0-1-1,1 0 1,-1 0 0,1 0 0,0 0-1,1-1 1,-5-7 0,6 5 93,-1 1-1,1-1 1,-1-14-1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52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1098 229 2721,'4'-7'520,"0"0"1,0-1-1,-1 0 1,0 0 0,-1 0-1,1 0 1,1-16 0,-4 20-296,0-1 0,-1 0 1,1 1-1,-1-1 1,0 1-1,0 0 0,0-1 1,-1 1-1,0 0 0,1 0 1,-1 0-1,-1 0 0,1 0 1,-1 0-1,1 0 1,-5-3-1,1 1-86,1 0 1,-1 1-1,0 0 1,0 0-1,-1 0 1,0 1-1,0 0 1,-13-5-1,6 4-57,-1 0-1,1 1 1,-1 1-1,-16-2 1,-12 2-51,0 2 0,-49 4-1,90-3-23,-41 3 70,-1 2 1,1 2-1,0 2 1,1 1-1,-72 28 1,89-27 51,1 1 0,0 0 1,1 2-1,1 1 1,0 1-1,1 0 0,1 2 1,0 0-1,1 1 1,-26 37-1,23-25-3,2 2 1,1 0-1,2 1 0,2 1 1,0 1-1,3 0 0,1 0 1,1 1-1,3 1 0,-6 72 1,12-98 33,1 1 1,0 0-1,1 0 0,0-1 1,1 1-1,1-1 1,0 0-1,1 1 0,0-1 1,1-1-1,0 1 1,1-1-1,0 0 0,0 0 1,2 0-1,-1-1 1,10 9-1,-1-5-1,0 0 0,1-2 0,0 0 0,1-1 0,1-1 1,0 0-1,0-2 0,0 0 0,1-1 0,1-1 0,35 6 0,9-2 29,1-3 1,92-3-1,-78-4-139,-2-4 0,1-3 0,0-4-1,-2-3 1,144-46 0,-135 29-300,86-44-1,-163 70 72,0 0 0,0 0 1,-1-1-1,0 0 0,10-9 0,-17 14 45,1-1 1,-1 1-1,1-1 1,-1 0 0,1 1-1,-1-1 1,0 0 0,0 0-1,0 0 1,0 0-1,0 0 1,0 0 0,-1 0-1,1-1 1,-1 1 0,1 0-1,-1 0 1,0 0-1,0-1 1,0 1 0,0 0-1,0 0 1,-1 0 0,1-1-1,-1 1 1,1 0-1,-1 0 1,0 0 0,0 0-1,0 0 1,-2-3 0,-1 0-277,0 0 1,0 0-1,-1 1 1,1 0 0,-1 0-1,0 0 1,-7-3-1,-54-30-1008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53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0 246 11771,'101'0'1989,"117"-14"1,-123 6-1401,528-51 980,101-7-1081,-605 57-534,630-50-1636,-632 46-200,-16-5 595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59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662 11 9962,'-12'-3'138,"0"0"0,-1 1 0,1 0-1,-1 1 1,-20 1 0,25 1-113,1 0 0,-1 1 0,1-1-1,-1 2 1,1-1 0,-1 1 0,1 0 0,0 1 0,1-1 0,-12 9-1,2 1 25,-1 1-1,2 0 0,0 2 0,-19 23 0,-48 78 299,64-89-246,-29 42 624,4 2 0,2 1 1,-56 148-1,85-184-383,1 1-1,2 0 1,2 1 0,-3 48-1,9-58-132,1-1 1,1 0-1,2 0 0,1 0 1,1 0-1,14 46 0,-9-47-61,2-1-1,0 0 1,2-1-1,0-1 1,2 0-1,1-1 1,1-1-1,23 24 1,-7-13-74,2-1 1,1-2 0,1-1 0,44 24 0,-48-34-161,1-1 0,0-2 0,1-2 1,1-1-1,0-1 0,1-3 0,54 8 1,-49-13-1688,-1-1 0,1-3 0,74-8 0,-20-7-78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0:02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9994,'0'0'3033,"20"10"-2225,10-11 32,8-3-56,14-6-232,8 1-71,9 1-73,-3-3-72,-7 8-264,-12-4-192,-8 5-456,-6 0-265,-5 1-591,3 1-480,-10-4-913,0 2 1833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0:03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1214 142 7994,'-6'12'336,"-1"0"-1,0-1 1,0 0 0,-1 0 0,-1-1 0,1 0-1,-2-1 1,-10 10 0,-88 61-274,61-51 83,-1-2-1,-2-2 0,0-2 0,-105 32 0,-223 28 198,336-76-327,11-1 10,-1 0 0,1-3 1,-50 0-1,77-3-17,1 0 1,-1 0-1,0-1 0,1 0 0,-1 1 0,1-1 1,-1-1-1,1 1 0,0 0 0,-1-1 0,1 0 0,0 1 1,0-1-1,0 0 0,0-1 0,1 1 0,-1-1 1,0 1-1,-3-6 0,4 5 24,1 0-1,-1-1 1,1 1 0,0-1-1,0 1 1,0-1 0,1 1-1,-1-1 1,1 1 0,0-1 0,0 1-1,0-1 1,0 1 0,1-1-1,-1 0 1,1 1 0,0-1-1,0 1 1,3-7 0,7-13 32,0 0 1,2 0-1,0 1 1,2 1-1,0 1 1,1 0-1,1 0 1,1 2-1,1 0 1,40-29-1,-29 27-59,1 1 1,0 1-1,1 2 1,1 1-1,1 2 0,0 1 1,44-9-1,-64 18-2,1 0 0,0 1 0,0 0 1,0 2-1,22 0 0,-33 1-2,1-1 1,0 1-1,-1 0 1,1 0-1,-1 1 1,1-1-1,-1 1 1,0 0-1,0 0 1,0 1-1,0-1 1,0 1-1,0 0 1,-1 0-1,1 0 1,-1 0-1,0 1 1,0-1-1,0 1 1,0 0-1,3 6 1,47 117 218,-44-108-158,1-1 1,1-1-1,19 24 1,-24-35-46,0 1-1,0-2 1,0 1 0,1 0 0,0-1 0,0-1 0,0 1 0,1-1-1,0 0 1,0-1 0,9 3 0,8 1 61,0-2 0,0-1 0,1-1 0,0-1 0,-1-2 0,28-2 0,153-24 559,-203 25-636,27-4 6,0-1 0,0-2 0,-1-1 0,0-1 0,0-2 0,-1-1 0,-1-1 0,0-1 0,-1-2-1,40-33 1,-59 44-3,0-1-1,0 0 0,-1-1 0,0 1 0,-1-1 0,0 0 1,0-1-1,-1 1 0,0-1 0,0 0 0,-1 0 0,4-18 1,-6 22-18,0 1 0,-1 0 0,0-1 0,0 1 0,0 0 1,0-1-1,-1 1 0,0-1 0,0 1 0,0 0 1,0 0-1,-1 0 0,1 0 0,-1 0 0,0 0 0,0 0 1,-1 0-1,1 1 0,-1-1 0,0 1 0,0-1 1,0 1-1,0 0 0,0 1 0,-1-1 0,1 0 0,-1 1 1,0 0-1,-7-3 0,0 0-25,0 1 0,-1 0 0,0 1-1,1 1 1,-1 0 0,0 0 0,-1 1 0,1 1 0,0 0 0,-16 2-1,-9 3 42,-73 20 0,-124 60-623,166-58-1365,33-13 1317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0:04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414 0 9018,'-21'4'728,"-1"3"944,3 8-1504,-7-1-104,0 7-64,5 3-48,-14 10-40,9 6-40,-15 9 8,-2-1-8,-4-3-56,0-2-160,8-12 208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0:05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1231 17 11042,'-64'58'31,"-2"-3"-1,-2-3 0,-3-3 1,-2-3-1,-2-3 0,-1-4 1,-89 32-1,130-58-4,-1-2 1,0-2-1,-1-1 0,0-2 0,0-2 0,0-1 1,-1-2-1,-49-4 0,74 1-21,0 0 0,0-1 0,0-1 0,1 0-1,-1 0 1,1-2 0,0 1 0,1-1 0,-16-11 0,23 14-1,0 1 1,0-1 0,0-1 0,1 1-1,-1 0 1,1-1 0,0 0-1,0 0 1,0 0 0,1 0-1,-1 0 1,1 0 0,0-1-1,0 1 1,1-1 0,-1 1 0,1-1-1,0 0 1,0 0 0,0 1-1,1-1 1,0 0 0,0 0-1,0 0 1,1 0 0,-1 1-1,3-11 1,1 6 9,0 0 0,0 1 0,1-1 0,0 1 0,0 0 0,1 0 1,0 1-1,0-1 0,1 1 0,0 0 0,0 1 0,1 0 0,14-9 0,0 2 32,0 1 1,0 1-1,1 1 1,27-8 0,-12 6 14,0 2 1,1 2-1,0 2 1,1 1-1,-1 3 1,51 1-1,-62 3-27,1 1-1,-1 1 0,0 1 1,0 2-1,-1 1 0,0 0 1,0 3-1,-1 0 0,36 21 1,-47-22 45,-1 1 1,0 0 0,0 1-1,-1 1 1,-1 0 0,0 1 0,17 26-1,-23-31 59,1 0 0,0-1 0,1 0 0,0 0 1,0-1-1,1 0 0,0 0 0,0-1 0,1 0 0,-1-1 0,1 0 0,0 0 0,20 5 0,-11-5 25,1-1 1,0-1-1,0-1 0,0 0 0,0-2 0,39-4 1,31-9 254,0-5 1,157-52 0,-233 66-416,1 0-16,0-1-1,-1-1 0,1 0 1,-1-1-1,-1 0 0,15-11 1,-26 17 4,0 0-1,-1 0 1,0 0 0,1-1 0,-1 1-1,0-1 1,0 1 0,1-1 0,-1 1-1,0-1 1,-1 0 0,1 1 0,0-1-1,0 0 1,-1 0 0,1 1 0,-1-1-1,1 0 1,-1 0 0,0 0 0,0-4-1,-1 3 4,1 0-1,-1-1 1,0 1-1,0 0 1,-1-1-1,1 1 0,-1 0 1,1 0-1,-1 0 1,0 0-1,-3-3 1,-6-6 10,-1 0 1,0 1 0,-26-18 0,17 15-39,0 1 0,-1 1 0,0 1 0,-1 1 0,0 1 0,-1 1 0,0 2 0,0 0 0,-1 1 0,-40-2 0,28 5-51,0 2 1,0 1-1,0 2 1,0 2-1,0 1 1,-50 16 0,71-18-139,1 1 0,1 0 0,-1 1 1,1 1-1,0 0 0,0 1 1,-17 13-1,20-6-2186,9-5 1362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0:05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9930,'7'-5'229,"1"1"-1,0 0 1,-1 1-1,1-1 1,1 1-1,-1 1 1,0 0-1,1 0 1,-1 0 0,1 1-1,15 0 1,8 2 359,57 8 0,-78-7-369,39 6 291,0 3-1,-1 2 1,0 2 0,-1 2-1,-1 2 1,0 2-1,65 41 1,-71-35-463,-2 1 1,-1 1-1,-1 3 1,-2 1-1,-1 1 1,-1 2-1,-2 1 1,27 44-1,-43-56-261,-1 1 1,-1 0-1,-1 1 0,-1 1 1,-1-1-1,-2 2 0,-1-1 1,-1 1-1,-1 0 0,1 38 1,-6-42 117,0 0-1,-2 0 1,-1 0 0,0-1 0,-2 1 0,-1-1-1,-1 0 1,-2 0 0,0 0 0,-1-1 0,-1-1-1,-19 29 1,14-28 128,-1-1 0,0-1 0,-2 0 0,-35 29 0,39-38-310,0 0-1,-1-1 1,-1-1 0,0-1-1,0 0 1,0-2-1,-31 10 1,-20-3-447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0:08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802 0 10810,'12'6'70,"-1"0"-1,0 0 1,-1 1-1,1 1 1,-2-1 0,1 2-1,-1-1 1,0 1-1,-1 1 1,0 0-1,0 0 1,-1 0-1,6 13 1,3 9-64,-1 1 1,16 56-1,8 74 12,-38-161-17,2 16 3,2-1 0,0 0 1,0 0-1,10 18 1,-12-30-3,-1-1 1,1 0 0,-1 0-1,1-1 1,0 1 0,1 0-1,-1-1 1,0 0 0,6 4-1,-7-6 1,1 1 0,-1-1-1,1 0 1,0 0-1,0 0 1,0 0 0,0 0-1,-1 0 1,1-1-1,0 1 1,0-1 0,0 0-1,0 0 1,0 0-1,0-1 1,3 0 0,2-1 3,0 0 0,-1-1 1,0 0-1,1 0 1,-1-1-1,0 0 1,-1 0-1,1-1 1,-1 0-1,10-10 1,7-8 7,24-31 0,-42 47-13,11-13 14,-1 0 1,-1-2-1,-1 0 1,-1 0-1,-1-1 1,-1 0-1,7-27 1,-15 44 30,-1 1 1,0 0-1,-1 0 1,1-1 0,-1 1-1,0 0 1,0-1-1,-1 1 1,-2-10 0,3 13 28,-1 0 0,1 0 0,-1 0-1,0 0 1,0 1 0,0-1 0,0 0 0,0 0 0,0 1 0,0-1 0,-1 1 0,1-1 0,-1 1 0,1 0 0,-1-1 0,1 1 0,-1 0 0,0 0 0,1 0 0,-1 0 0,0 1-1,0-1 1,0 0 0,0 1 0,1-1 0,-1 1 0,-4-1 0,5 1-44,0 0 1,1 0-1,-1 0 0,0 1 0,1-1 1,-1 0-1,0 0 0,1 0 1,-1 0-1,1 1 0,-1-1 0,0 0 1,1 1-1,-1-1 0,1 1 0,-1-1 1,1 0-1,-1 1 0,1-1 0,-1 1 1,1-1-1,0 1 0,-1-1 0,1 1 1,0 0-1,-1-1 0,1 1 0,0-1 1,0 1-1,-1 0 0,1-1 1,0 1-1,0 1 0,-2 27 296,2-26-289,7 108-47,4-1 0,31 137-1,76 214-2833,-116-453 2776,9 31-255,-2 1 0,-1 0-1,3 66 1,-10-94 304,-1 1 1,-1 0-1,0 0 1,0 0-1,-1-1 1,-1 1-1,0-1 1,-1 1-1,0-1 1,-1 0-1,0-1 1,-1 1-1,0-1 1,-1 0-1,-12 15 1,5-13 56,0 0 1,0-1 0,-1 0-1,-1-1 1,0-1 0,0-1-1,-1 0 1,-19 7 0,-2-2 507,0-1 0,-72 13 1,49-17 773,-1-3 0,-1-2 0,-124-8 0,104-5-597,0-4-1,-117-33 1,161 34-688,0-1-1,1-2 1,0-1 0,-52-33 0,74 39-215,0 0 1,1-2 0,0 0 0,1 0-1,1-1 1,0-1 0,0-1 0,2 1-1,0-2 1,1 0 0,-16-31-1,21 37-199,2-1-1,-1 1 1,1-1 0,1 1-1,0-1 1,0 0-1,1 0 1,0 1-1,1-1 1,0 0-1,1 0 1,0 0-1,1 0 1,0 0-1,1 1 1,0-1-1,1 1 1,0 0-1,0 0 1,1 0 0,0 1-1,1-1 1,7-8-1,3 0-136,2 1 1,28-23-1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13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793 3 11074,'-64'-2'298,"-134"2"262,170 2-517,0 1-1,0 1 0,0 2 1,-52 17-1,64-16-34,0 1 1,0 1 0,1 0-1,0 1 1,1 1-1,0 0 1,1 1-1,0 0 1,0 1-1,2 0 1,0 1-1,0 1 1,-10 18 0,2 3 26,0 0 0,3 2 0,1 0 1,-16 65-1,19-59-15,3 0-1,1 1 1,3 0 0,1 0 0,2 0-1,8 79 1,-3-103 40,1 0 0,1 0 0,1-1 0,0 1 0,2-1 0,0-1-1,12 20 1,-12-26 33,1 1 0,1-1 0,0-1 0,0 0 0,2-1 0,-1 0-1,1 0 1,1-1 0,0-1 0,19 11 0,-12-10-5,1-1-1,0 0 1,1-2 0,0 0 0,0-2-1,0 0 1,0-2 0,46 2 0,-6-6 46,0-2 0,65-13 0,69-21-198,-165 29-139,-1-1 0,0-1 0,-1-2 0,35-20 0,-56 28-2,0-1-1,0 0 0,-1 0 0,0-1 0,0 1 1,0-2-1,-1 1 0,0-1 0,9-12 1,-13 13 117,1 0 1,0 0 0,-1 0 0,2-8-1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14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0 263 11586,'40'0'793,"13"0"3440,32-10-2969,10-6-328,9-10-344,3-5-136,7-2-344,6 0-80,11 6-336,4 2-288,0 6-856,-5 2-769,-16 3-1439,-14 2 2871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14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0 8690,'-2'1'136,"0"-1"-1,0 0 1,1 1 0,-1-1-1,0 1 1,1-1 0,-1 1-1,1 0 1,-1 0 0,1-1-1,-1 1 1,1 0 0,-1 1-1,1-1 1,0 0 0,0 0-1,-1 1 1,1-1 0,-1 3-1,1-1-75,0 0 0,0 1 0,0-1 0,1 1 1,0-1-1,0 0 0,0 1 0,0-1 0,0 1 0,2 5 0,32 158 464,0-5-281,-5 42-344,1 218 0,-38 205-147,5-576 281,-11 145 48,10-173-173,3-23 67,1 0-1,0-1 1,0 1 0,0 0-1,0 0 1,0 0 0,0 0-1,0-1 1,-1 1 0,1 0-1,0 0 1,0 0 0,0 0-1,0 0 1,0 0 0,-1 0-1,1 0 1,0-1 0,0 1 0,0 0-1,-1 0 1,1 0 0,0 0-1,0 0 1,0 0 0,0 0-1,-1 0 1,1 0 0,0 0-1,0 0 1,0 0 0,-1 0-1,1 0 1,0 1 0,0-1-1,0 0 1,-1 0 0,1 0-1,0 0 1,0 0 0,0 0 0,0 0-1,0 0 1,-1 1 0,1-1-1,0 0 1,0 0 0,0 0-1,0 0 1,0 0 0,0 1-1,0-1 1,-1 0 0,1 0-1,-8-28-622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15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1 501 9170,'3'-15'476,"1"0"0,1 0 0,0 0 0,1 0 0,0 1 0,1 0 0,1 1 1,0-1-1,1 1 0,1 1 0,0 0 0,21-20 0,0 4-347,2 1 0,1 2 0,56-31 0,-34 23-39,2 4-1,67-25 1,-96 43-81,1 2 1,0 1 0,1 1-1,-1 1 1,1 2 0,44 0-1,-60 4-30,0 2-1,-1 0 0,1 0 0,-1 2 1,0-1-1,0 2 0,0 0 0,-1 1 0,1 0 1,-1 1-1,-1 0 0,1 1 0,-1 1 1,-1-1-1,0 2 0,0 0 0,-1 0 0,0 1 1,12 16-1,-10-8 1,0 0 1,0 1 0,-2 0-1,-1 0 1,0 1 0,-2 0-1,0 1 1,-2-1-1,0 1 1,-1 1 0,1 43-1,-5-36 18,-2 0 1,-2 0-1,0 0 0,-2-1 0,-1 0 0,-2 0 0,0 0 0,-2-1 0,-1-1 0,-19 31 0,7-17 92,-2-2 0,-2-2-1,-1 0 1,-2-2 0,-65 59-1,79-80 163,-1 0 0,0-1 0,0 0 0,-2-2 0,-36 17 0,48-25-171,0 0 0,0 0 0,0-1 1,-1 0-1,1-1 0,-1 0 0,1 0 1,-1-1-1,1 0 0,-1 0 0,1-1 1,-1 0-1,1-1 0,0 0 0,-1 0 1,1 0-1,0-1 0,-10-6 0,10 5-125,1 0 0,0-1-1,-1 0 1,1 0-1,-6-7 1,11 11 1,1-1 1,0 1-1,-1-1 0,1 1 0,0-1 1,0 0-1,0 1 0,0-1 1,0 0-1,0 0 0,0 0 0,1 0 1,-1 0-1,1 0 0,-1 0 1,1 0-1,0 0 0,0 0 1,0 0-1,0 0 0,0 0 0,0 0 1,1 0-1,-1 0 0,1 0 1,-1 0-1,2-2 0,2-3-44,-1 2 1,1-1-1,1 0 0,-1 1 1,1 0-1,0 0 0,0 0 0,0 0 1,12-7-1,0 2 64,0 0 0,23-10 0,-28 15 40,1 1 1,-1 0 0,1 1 0,-1 0 0,1 1 0,0 0 0,0 1-1,0 0 1,17 2 0,-12 1 42,-1 1 0,0 0-1,0 1 1,0 1 0,-1 1-1,19 9 1,13 11 148,-1 3-1,-2 1 1,61 53 0,-46-36-129,-41-32-71,1 0 1,0-2-1,1 0 0,43 18 1,-54-27-152,0-1 1,0 0 0,0-1-1,0 0 1,0-1 0,1 0 0,-1-1-1,0 0 1,1 0 0,-1-1 0,0 0-1,0-1 1,0 0 0,15-6-1,-13 4-603,0-1-1,20-12 0,14-17-633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15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9850,'0'0'1579,"1"3"-1196,0 7-302,1 0 0,-2 1 0,0-1 0,-1 13 0,0 17 63,9 256 1077,0 208-364,-15-277-835,-2 219-399,3-232-1435,-2-137 1375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17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35 404 11514,'-8'2'-5,"-16"4"1534,22-3-525,12-2-212,177-17 1249,-99 6-1796,171-15 32,549-61-251,-5-45 1096,-557 68-1160,-88 9-3893,-124 39 640,-14 0 1736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19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1 986 8042,'27'-40'1048,"62"-71"1,41-24-264,-85 90-604,6-8-61,74-103 0,23-74-81,-32 47-325,-109 165-192,-7 18 400,0-1 0,0 1-1,0 0 1,0-1 0,0 1 0,0-1 0,0 1-1,0-1 1,0 1 0,0-1 0,0 1 0,0 0-1,0-1 1,-1 1 0,1-1 0,0 1 0,0-1-1,0 1 1,-1 0 0,1-1 0,0 1 0,-1 0-1,1-1 1,0 1 0,-1 0 0,1 0 0,0-1-1,-1 1 1,1 0 0,0 0 0,-1-1 0,1 1-1,-1 0 1,0 0 0,-10-2-1276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19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431 102 6457,'-19'9'313,"0"1"0,1 0 0,0 2 0,1 0 1,-27 24-1,13-5-220,-46 60 1,73-86-88,-24 32 75,-1-1 0,-59 54 1,87-89-42,0 0 1,-1 1-1,1-1 1,0 0 0,-1 0-1,1 0 1,-1-1-1,1 1 1,-1 0 0,1 0-1,-1-1 1,0 1-1,1-1 1,-1 0 0,0 1-1,-3-1 1,5 0-13,-1-1-1,0 0 1,0 1 0,1-1-1,-1 0 1,0 1 0,1-1-1,-1 0 1,1 0 0,-1 1-1,1-1 1,-1 0 0,1 0-1,0 0 1,-1 0 0,1 0-1,0 0 1,0 1 0,0-1-1,-1 0 1,1 0 0,0 0-1,0 0 1,0 0 0,1 0-1,-1 0 1,0 0 0,0 0-1,1-1 1,0-7-4,0-1-1,1 1 1,1 0 0,-1 0 0,2 0-1,-1 0 1,1 1 0,0-1 0,11-14 0,4-4-57,35-35 0,-22 26 65,8-9 207,1 2-1,85-67 1,-120 105-235,0 0-1,-1 1 1,2 0 0,-1 0-1,0 1 1,1-1 0,0 1-1,-1 1 1,1-1-1,8 0 1,-14 2-3,1 1 0,-1 1 0,0-1-1,1 0 1,-1 0 0,0 0 0,1 1 0,-1-1 0,0 1-1,0-1 1,1 1 0,-1-1 0,0 1 0,0 0 0,0-1-1,0 1 1,0 0 0,0 0 0,0 0 0,0 0 0,0 0-1,0 0 1,0 0 0,-1 0 0,1 1 0,0-1 0,-1 0-1,1 0 1,-1 0 0,1 1 0,-1-1 0,0 2 0,3 7 9,-1 0 0,0 1 0,1 13 0,-2-10 10,1 3 16,1 0 1,0 0-1,1 0 0,1 0 1,12 25-1,-14-35-25,1 0-1,0 0 1,1 0-1,0 0 1,0-1-1,1 0 1,-1 0-1,1 0 1,0-1-1,1 0 1,0 0 0,-1-1-1,1 0 1,9 5-1,-4-5-63,-1 0 0,1 0 0,0-1 0,0-1 0,0 0 1,0-1-1,1 0 0,-1 0 0,0-1 0,0-1 0,1 0 0,15-4 0,33-11-270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57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11002,'6'69'352,"7"18"-8,-3 16-207,-1 22-121,-4 5-120,-9-6-817,-3-6-287,-5-32-16,0-17-161,-2-34 457,14-33 800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57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8986,'0'46'464,"4"4"232,3 14-480,0 0-72,3 7-128,-1-2-344,-2-10 200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58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5385,'-1'52'312,"-1"2"88,4 3-312,4 2 8,1-6-552,0-6-1208,-2-13 1088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58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29 9074,'-4'5'56,"1"-1"0,0 1 1,0 0-1,0 0 0,1 0 0,0 0 1,0 0-1,0 0 0,0 1 1,1-1-1,0 1 0,0-1 0,1 1 1,-1 0-1,1-1 0,1 10 0,0-6-50,0 1 0,0-1 0,1 1 1,0-1-1,1 1 0,0-1 0,0 0 0,10 17 0,-11-23 0,1 1 0,-1 0 0,1-1 0,0 1 0,0-1 0,0 0 1,0 0-1,1 0 0,-1 0 0,1-1 0,-1 0 0,1 1 0,0-1 0,0 0 0,0-1 0,1 1 1,-1-1-1,0 0 0,0 0 0,1 0 0,-1-1 0,1 1 0,4-1 0,-3-1-10,1 0-1,0 0 1,-1 0-1,1-1 1,-1 0-1,1 0 1,-1-1-1,0 0 1,0 0-1,0 0 1,0-1-1,-1 0 1,11-9-1,-11 9 10,0-1 0,-1 0 0,0 0 1,1 0-1,-2-1 0,1 0 0,-1 1 0,1-1 0,-2 0 0,1-1 0,-1 1 0,0 0 0,0-1 0,1-7 0,-3 9 20,1 1 0,-1-1-1,-1 0 1,1 1-1,-1-1 1,0 1-1,0-1 1,0 1-1,0-1 1,-1 1-1,0 0 1,0-1 0,0 1-1,0 0 1,-1 0-1,1 1 1,-1-1-1,0 0 1,0 1-1,-1 0 1,1 0-1,-7-5 1,2 3 101,0-1-1,0 1 1,-1 1 0,0-1-1,0 1 1,0 1 0,-1 0-1,-15-3 1,18 4-62,1 1 0,-1 1 0,0-1 1,0 1-1,0 0 0,1 1 0,-1-1 1,0 1-1,1 1 0,-1-1 0,0 1 0,1 0 1,-8 4-1,-7 11-94,21-17 5,-1 1 0,0 0-1,1-1 1,-1 1 0,1 0-1,-1-1 1,1 1 0,-1 0 0,1 0-1,0 0 1,-1 0 0,1 0 0,0-1-1,0 1 1,-1 0 0,1 0-1,0 0 1,0 0 0,0 0 0,0 0-1,0 0 1,1 0 0,-1-1-1,0 1 1,1 2 0,10 6-180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59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91 9482,'-2'1'85,"0"0"0,0-1 1,-1 1-1,1 0 0,0 0 0,0 0 0,0 0 0,0 0 1,0 1-1,1-1 0,-1 1 0,0-1 0,0 1 1,1 0-1,-1-1 0,1 1 0,0 0 0,0 0 0,-3 4 1,3 0-54,0-1 0,-1 1 0,2 0 0,-1 0 0,1 0 0,0-1 0,0 8 0,0-8-30,0 0 0,0 0-1,1 0 1,-1-1 0,1 1-1,0 0 1,1-1 0,-1 1-1,1 0 1,0-1 0,0 0-1,0 1 1,0-1 0,1 0-1,0 0 1,0 0 0,0-1-1,0 1 1,0-1 0,1 1-1,0-1 1,-1 0 0,8 4-1,-8-6 1,-1-1-1,0 1 0,1-1 1,-1 1-1,0-1 0,1 0 1,-1 0-1,1 0 0,-1 0 1,0 0-1,1 0 0,-1-1 1,0 1-1,1-1 0,-1 0 1,0 1-1,0-1 0,0 0 1,1-1-1,-1 1 0,0 0 1,2-2-1,6-5 6,0 0 1,17-17-1,-22 20-4,6-6-1,-1 0 0,0-1 0,-1 0 0,0-1 0,12-23 0,-19 32-1,0-1-1,0 1 0,-1-1 1,0 1-1,0-1 0,0 1 0,0-1 1,-1 0-1,1 0 0,-2-4 0,1 6 1,-1 0-1,1 0 0,-1 0 0,0 0 0,0 0 0,0 0 0,-1 0 0,1 0 0,-1 1 0,1-1 0,-1 1 0,0-1 0,0 1 0,0-1 0,0 1 0,-5-3 0,2 1 3,0 1 0,-1 0-1,0 1 1,1-1-1,-1 1 1,0 0-1,0 1 1,0-1-1,-1 1 1,1 0 0,0 1-1,0-1 1,0 1-1,-1 1 1,1-1-1,-8 2 1,-4 1 1,-1 1 1,1 1 0,0 1-1,-19 8 1,28-10-193,-1 0 0,1 1 0,-15 10 0,8-2-135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59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95 11698,'-1'5'149,"1"0"0,0 0 0,0-1-1,0 1 1,0 0 0,1 0 0,0-1-1,0 1 1,0 0 0,1-1-1,-1 1 1,4 4 0,-1-2-146,0-1 0,1-1 0,-1 1-1,1 0 1,1-1 0,-1 0 0,8 5 0,-10-8-27,8 8-78,1-1 1,0-1-1,21 11 0,-29-17 99,0 0 0,1-1 1,-1 1-1,0-1 0,1 0 0,-1-1 0,0 1 0,1-1 0,-1 1 0,1-1 0,-1-1 0,0 1 0,1 0 1,-1-1-1,1 0 0,5-2 0,6-4 7,0 1 0,0-2 0,-1 0 0,0-1 0,-1 0 0,0-1 0,0-1 0,-1 0 0,0-1 0,12-16 0,-23 26-5,0-1-1,0 1 1,0-1 0,-1 0 0,1 1 0,-1-1-1,0 0 1,1 0 0,-2 0 0,1 0 0,0-1-1,0 1 1,-1 0 0,0 0 0,0 0 0,0-1-1,0 1 1,0 0 0,0 0 0,-1 0 0,0 0-1,1-1 1,-1 1 0,0 0 0,-1 0 0,1 0-1,0 1 1,-1-1 0,0 0 0,0 1 0,1-1-1,-2 0 1,1 1 0,-4-4 0,0 1 2,0 1 0,0 0 0,0 0 1,0 1-1,-1-1 0,1 2 0,-1-1 0,0 0 1,1 1-1,-1 1 0,0-1 0,-1 1 0,1 0 1,-9 0-1,7 2 37,1 0 0,0 0 0,-1 0 0,1 1 0,0 0 0,0 1 0,-8 3 0,12-4-92,1 0 0,-1-1 0,1 1 0,-1 1 0,1-1 0,0 0 0,0 1-1,0 0 1,0 0 0,0 0 0,0 0 0,1 0 0,0 0 0,-1 1 0,1-1 0,-2 7 0,2 8-259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59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34 11202,'-3'7'225,"0"1"0,1 0-1,0 0 1,0 0-1,1 0 1,0 0-1,0 0 1,0 0-1,1 0 1,1 0 0,-1 0-1,2 0 1,-1 1-1,3 7 1,-2-9-236,0 0 1,0 0-1,1 0 0,0-1 1,0 0-1,0 1 1,1-1-1,0 0 1,0-1-1,1 1 0,-1-1 1,1 0-1,0 0 1,1 0-1,-1-1 1,9 6-1,-9-8 8,-1-1 0,1 1-1,-1-1 1,1 0 0,0 0-1,0-1 1,0 1 0,-1-1 0,1 0-1,0 0 1,0-1 0,0 0-1,-1 1 1,1-1 0,0-1 0,-1 1-1,1-1 1,-1 0 0,1 0-1,-1 0 1,0-1 0,0 1 0,7-6-1,-4 2 9,1 0 0,-1 0 0,0-1 0,0 0 0,0 0 0,-1-1 0,-1 0 0,1 0 0,-1 0 0,8-18 0,-11 22 9,-1 0 0,0-1 0,1 1 0,-2 0 0,1-1 0,0 1 0,-1-1 0,0 1 0,0-1 0,0 1 0,-1-1 0,1 1-1,-1-1 1,0 1 0,0 0 0,-1-1 0,1 1 0,-1 0 0,0 0 0,0 0 0,0 0 0,-4-4 0,2 4 9,0 0 1,0 0-1,-1 0 0,0 0 0,1 0 1,-2 1-1,1 0 0,0 0 0,0 1 1,-1-1-1,0 1 0,1 0 0,-1 1 0,0 0 1,0-1-1,-9 1 0,7 1-14,1 0-1,-1 0 0,0 1 1,0 0-1,1 0 1,-1 1-1,0 0 0,1 0 1,0 1-1,0 0 0,0 1 1,0-1-1,0 1 1,0 0-1,1 1 0,0 0 1,0 0-1,0 0 1,1 1-1,0-1 0,0 1 1,0 1-1,1-1 1,-1 1-1,2 0 0,-1-1 1,1 2-1,0-1 0,0 0 1,-1 8-1,3-12-139,1-1-1,-1 0 1,1 0-1,0 1 1,0-1 0,0 0-1,0 1 1,0-1-1,0 0 1,0 1-1,1-1 1,-1 0-1,1 1 1,0-1 0,0 0-1,0 0 1,0 0-1,0 0 1,0 0-1,0 0 1,1 0-1,-1 0 1,1 0-1,0-1 1,-1 1 0,1-1-1,0 1 1,0-1-1,0 0 1,0 1-1,0-1 1,0 0-1,0 0 1,0 0-1,0-1 1,5 2 0,31 3-1363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00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 12035,'-12'20'440,"1"10"232,1 4-344,5 8-184,3 3-72,4-2-264,6 0-160,6-5-528,3-3 135,1-9 425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00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71 11979,'-1'-1'130,"0"0"0,1 0 0,-1 1 0,0-1 0,1 0 0,-1 0 0,1 0 0,-1 0 0,1 0 0,0 0 0,-1 0 0,1 0 0,0-1 0,0 1 1,0 0-1,0 0 0,0 0 0,0 0 0,0 0 0,0 0 0,0 0 0,0 0 0,1 0 0,-1 0 0,0 0 0,1 0 0,0-2 0,0 2-337,0-1 0,-1 1 0,1 0 0,0 0 0,0-1 0,0 1-1,0 0 1,0 0 0,0 0 0,1 0 0,-1 0 0,0 1 0,0-1-1,1 0 1,-1 0 0,1 1 0,-1-1 0,1 1 0,-1-1 0,2 1-1,-2 0 67,-1 0-1,1-1 1,0 1-1,-1 0 0,1 1 1,-1-1-1,1 0 0,0 0 1,-1 0-1,1 0 1,-1 0-1,1 1 0,-1-1 1,1 0-1,0 0 1,-1 1-1,1-1 0,-1 0 1,1 1-1,-1-1 0,0 1 1,1-1-1,-1 0 1,1 1-1,-1-1 0,1 2 1,4 17-1545,-8 21 1837,1-30 438,1-8 1601,3-10-1219,0 0-884,-1 0 0,0 0-1,0-1 1,-1-12 0,1 20-62,-1-1 0,0 1 0,0 0 0,0 0 0,0 0 0,-1-1 0,1 1 1,0 0-1,0 0 0,-1 0 0,1 0 0,-1-1 0,1 1 0,-1 0 0,1 0 0,-1 0 0,0 0 1,1 0-1,-1 0 0,0 0 0,0 1 0,0-1 0,0 0 0,1 0 0,-1 1 0,0-1 0,-1 0 1,1 1-1,0-1 0,0 1 0,0-1 0,0 1 0,0 0 0,0-1 0,-1 1 0,1 0 0,0 0 0,0 0 1,0 0-1,-1 0 0,1 0 0,0 0 0,0 0 0,0 1 0,-1-1 0,1 0 0,0 1 0,0-1 1,0 1-1,-1 0 0,1-1-9,0 1 1,0-1-1,0 0 1,0 1-1,0-1 1,1 1-1,-1 0 1,0-1-1,0 1 1,1 0-1,-1-1 1,1 1-1,-1 0 1,0 0-1,1-1 1,-1 1-1,1 0 1,0 0-1,-1 0 1,1 0-1,0 0 1,-1 0-1,1 0 1,0 0-1,0 1 1,0-2-15,0 1 0,0 0 0,0-1 0,0 1 0,0-1 0,1 1 0,-1 0 0,0-1 0,0 1 1,1-1-1,-1 1 0,0-1 0,1 1 0,-1-1 0,1 1 0,-1-1 0,1 1 0,-1-1 0,1 1 0,-1-1 0,1 0 0,-1 1 1,1-1-1,-1 0 0,1 1 0,0-1 0,-1 0 0,1 0 0,-1 0 0,1 0 0,0 1 0,-1-1 0,1 0 0,0 0 0,-1 0 1,1 0-1,0 0 0,-1-1 0,2 1 0,2 0-52,0-1 0,0 1 1,0-1-1,0 0 0,-1 0 0,1-1 1,0 1-1,0-1 0,-1 0 0,1 0 1,-1 0-1,1 0 0,-1 0 0,0-1 1,0 0-1,0 1 0,0-1 0,-1 0 1,4-5-1,-5 6-82,-8 2-172,4 0 193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01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0 279 11250,'244'-34'882,"-96"9"-870,742-65-139,9 43-7,-455 20-52,-153-10-3408,-196 19 2020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09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0 139 12195,'0'0'3480,"19"3"-3168,13-3-288,28-8-72,14-8 48,30-6-72,12-3-72,9-2-784,-3 3-1104,-13 4 1440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10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9634,'0'7'680,"-2"7"488,4 5-567,3 20-321,0 10 312,2 20-160,-2 9-176,-1 1-280,-1-1-256,-4-12-1144,-5-6 1143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11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2 5841,'0'-1'3247,"-8"9"-2616,-5 12-595,1 1-1,1 1 1,1-1 0,-14 44-1,-19 42-53,38-97 39,-1 1 1,0 0 0,-1-1-1,0 0 1,-1-1 0,-17 17-1,23-24 359,3-4-363,-1 0-1,1 0 1,0 0-1,0 0 1,0 0-1,1 0 1,-1 1-1,0-1 1,1 0-1,-1 1 1,1-1-1,-1 1 1,1-1-1,0 1 1,0 0-1,0 0 1,0-1-1,0 1 1,0 1-1,0-1 1,0 0-1,0 0 1,3 0-1,25-5 34,-1 0 0,1 3 0,0 0 0,53 2 0,-35 1-73,-31 0-69,87-5-305,-93 3 21,-1 0 0,1 0 0,0-1 0,-1-1 0,0 1 0,1-2 0,12-6 0,3-7-759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11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11947,'-13'60'400,"8"-1"376,4-2-496,11-10-440,2-4-296,9-9-368,1-1-33,1-3-959,-1-6-1417,-3-2 1737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11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14 7594,'0'-1'35,"0"1"0,0-1 0,0 0 0,0 1 0,0-1 0,0 0 0,0 1 0,1-1 0,-1 0 0,0 1 0,0-1 0,1 1 0,-1-1 0,0 0 0,1 1 0,-1-1 0,0 1 0,1-1 0,-1 1 0,1-1 0,0 0 0,5 12 5,-5-5-72,0 0-1,0 0 0,0 0 0,-1 9 0,-15 78 272,-2 25 1570,25-118-1051,6-2-700,-1-2 0,0 1 0,-1-1-1,1-1 1,-1 0 0,18-11-1,14-5-17,-22 11-109,0 1-1,0 2 0,0 0 0,31-5 0,-50 12 50,0-1-1,-1 1 1,1-1-1,-1 1 1,1 0-1,0 0 1,-1 1-1,1-1 1,0 0-1,-1 1 1,1 0-1,-1-1 1,1 1 0,-1 0-1,1 0 1,-1 1-1,0-1 1,1 0-1,-1 1 1,0 0-1,0-1 1,0 1-1,0 0 1,0 0-1,-1 0 1,1 0-1,0 0 1,-1 0-1,0 1 1,1-1 0,-1 0-1,0 1 1,0-1-1,-1 1 1,1-1-1,0 1 1,-1 0-1,1-1 1,-1 1-1,0 2 1,0 5-18,0-1-1,0 1 1,-1-1-1,-1 1 1,1-1 0,-2 1-1,1-1 1,-1 0-1,-8 17 1,3-13-36,-1 0-1,0-1 1,0 0-1,-1 0 1,-1-1-1,0-1 1,-1 0-1,1 0 1,-2-1-1,1-1 1,-2 0-1,1 0 1,-17 5-1,-26 9-278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12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1 211 11819,'46'-26'528,"10"-2"1632,16 1-1872,15-1-216,1 4-168,-2 0-168,-3 3-1024,-7 4-144,-13 6-1281,-4 6 1465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12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1 298 12475,'79'-5'1024,"23"-9"-64,23-5-504,41-12-360,17-4 24,26-4-72,11 1-48,-6 5-408,-3 2-336,-17 10-1016,-16 5 615,-16 6-1471,-16 5 1208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17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906 336 7682,'2'-16'478,"-1"0"1,-1-1 0,-1 1 0,0 0 0,-1-1-1,-1 1 1,0 0 0,-1 0 0,-1 1 0,-8-18-1,9 24-336,0 0-1,-1 0 0,0 0 0,-1 1 0,0 0 0,0 0 0,-1 1 0,0-1 1,0 1-1,-1 1 0,1-1 0,-2 2 0,1-1 0,-1 1 0,1 0 0,-1 1 1,-18-7-1,17 8-96,-1 1 1,0 0-1,0 0 1,0 1-1,0 1 1,0 0-1,0 0 0,0 1 1,-12 2-1,6 1-30,1 0-1,1 1 1,-1 1-1,1 1 0,-22 12 1,9-2-31,1 2 0,1 0 0,0 2 1,2 1-1,-35 40 0,17-11-40,3 2-1,-57 97 0,72-104-66,1 1 0,2 1 1,-26 93-1,43-123 65,0 0 1,1 0-1,1 0 1,0 0-1,1 0 1,1 0-1,4 28 1,-3-40 52,0 0 0,1 1 0,0-1 0,0 0 1,0 0-1,1 0 0,0 0 0,0-1 1,0 1-1,0-1 0,1 0 0,0 0 1,1 0-1,-1 0 0,1-1 0,-1 1 1,1-1-1,1 0 0,-1-1 0,1 1 0,-1-1 1,1 0-1,11 3 0,-5-3 10,-1 0 0,1-1 0,-1-1 1,1 0-1,0-1 0,-1 0 0,1 0 0,0-2 0,-1 1 0,1-1 0,-1-1 1,14-4-1,10-6 42,1-1 0,45-27 0,-28 12 62,-1-2 0,-2-3 0,-1-1-1,-2-3 1,-2-2 0,73-82 0,-116 119 30,1 0 1,-1 0 0,0 0 0,-1 0 0,1-1-1,-1 1 1,1-1 0,-1 1 0,0-1-1,1-5 1,-2 8-92,0 0 0,0 0 0,0 0 1,0 0-1,0 1 0,0-1 0,0 0 0,0 0 0,-1 0 0,1 0 0,0 0 0,-1 1 1,1-1-1,0 0 0,-1 0 0,1 0 0,-1 1 0,1-1 0,-1 0 0,0 1 0,1-1 0,-1 0 1,0 1-1,1-1 0,-1 1 0,0-1 0,0 1 0,1-1 0,-1 1 0,0 0 0,0-1 0,0 1 1,0 0-1,0 0 0,1 0 0,-1-1 0,0 1 0,0 0 0,0 0 0,0 0 0,0 1 0,0-1 1,0 0-1,0 0 0,-3 1-24,1-1 1,-1 1 0,1 0-1,-1 0 1,1 0-1,0 1 1,0-1 0,0 1-1,0 0 1,0 0 0,0 0-1,0 0 1,0 0-1,1 1 1,-1-1 0,1 1-1,0-1 1,0 1-1,0 0 1,0 0 0,0 0-1,0 0 1,1 1-1,0-1 1,-2 6 0,0-1-39,1 0 1,0 0-1,0 0 0,1 0 1,0 1-1,1-1 1,0 0-1,0 0 1,3 16-1,-3-20-19,1 0 0,1 0 0,-1 0 0,0 0 0,1 0 1,0 0-1,0-1 0,0 1 0,0-1 0,1 1 0,0-1 0,-1 0 0,1 0 0,0 0 0,0 0 1,1 0-1,-1-1 0,0 1 0,1-1 0,0 0 0,0 0 0,-1-1 0,1 1 0,0-1 1,0 0-1,0 0 0,1 0 0,-1 0 0,0-1 0,0 1 0,0-1 0,0 0 0,1 0 0,-1-1 1,0 0-1,0 1 0,0-1 0,0 0 0,0-1 0,0 1 0,7-4 0,1-3-311,0 1-1,0-2 1,0 0 0,-1 0-1,0-1 1,-1 0-1,13-17 1,-16 18 200,0 0 0,-1-1 0,0 0 0,0 0 1,-1 0-1,0-1 0,-1 0 0,0 0 0,4-19 0,-8 27 140,0 0 0,1 1 0,-1-1 0,0 0 0,0 0 1,0 1-1,-1-1 0,1 0 0,-1 0 0,1 1 0,-1-1 0,0 0 0,0 1 0,0-1 0,-1 1 0,1-1 0,0 1 1,-3-3-1,1 2 8,0 0 1,0 1 0,0 0 0,0 0-1,0 0 1,0 0 0,-1 0 0,1 0-1,-1 1 1,1 0 0,-1 0 0,-4-1-1,-3 0 56,-1 0 0,0 1-1,0 1 1,0 0-1,0 1 1,0 0 0,-18 4-1,23-3 63,-1 0-1,1 0 1,-1 0-1,1 1 1,0 1-1,0-1 1,0 1-1,-10 7 1,11-3 197,11-5-76,17-3-26,6-5-296,54-17 1,10-2-595,-81 21 520,0 2 0,0-1 0,1 2 0,-1-1 0,0 2 0,13 1 0,-20-1 121,0 0 0,0 0-1,-1 1 1,1-1 0,0 1-1,0 0 1,-1 0 0,0 1-1,1-1 1,-1 1 0,0-1-1,0 1 1,0 0 0,0 0-1,-1 1 1,1-1 0,-1 0-1,0 1 1,0 0 0,0-1 0,-1 1-1,1 0 1,1 6 0,2 9 22,0 0 0,-1 0 0,1 31 0,-4-44 9,4 166 755,-5-159-616,0-10-22,0-8-64,0-22-50,-1-2 6,1-1-1,2 1 0,8-43 1,-8 64 11,0 0-1,0 1 1,1-1-1,0 0 1,0 1 0,1-1-1,0 1 1,0 0-1,0 1 1,1-1 0,0 1-1,1 0 1,-1 0 0,1 0-1,0 1 1,1 0-1,12-8 1,-11 9-3,0 0 0,1 0 0,-1 1-1,0 0 1,1 0 0,0 1 0,0 1 0,0-1 0,0 1 0,0 1-1,11 0 1,-14 0-18,0 1-1,0 0 1,-1 1-1,1-1 0,0 1 1,-1 0-1,1 0 1,-1 1-1,0-1 1,0 1-1,0 1 0,0-1 1,0 1-1,-1-1 1,0 1-1,1 0 0,-1 1 1,4 5-1,-1 2-11,1 1-1,-2 0 0,0 0 1,0 1-1,5 21 1,-4-15 9,-7-19 4,0 0 0,1 0-1,-1 0 1,0 0 0,1 0-1,-1 0 1,0 0 0,1 0-1,0-1 1,-1 1 0,1 0-1,-1 0 1,1-1 0,0 1-1,-1 0 1,1-1 0,0 1-1,0 0 1,1 0 0,-1-1-38,0 0-1,0 0 1,-1 0 0,1 0 0,0 0 0,0 0 0,-1 0 0,1 0 0,0-1-1,0 1 1,0 0 0,-1 0 0,1-1 0,0 1 0,-1 0 0,1-1-1,0 1 1,-1-1 0,2 0 0,3-4-399,0 0 1,0-1-1,0 1 0,5-10 1,-4 6-10,35-40-2523,-21 19 1727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17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 11122,'0'76'544,"-2"14"385,2 46-185,0 9-344,-5 4-208,1-9-192,-1-27-784,-2-15-136,-1-27-41,-4-10-1023,-16-39 1248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18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0 461 11931,'1'1'259,"-1"-1"1,1 1 0,0 0-1,-1-1 1,1 1 0,0 0 0,-1-1-1,1 1 1,0-1 0,0 0 0,-1 1-1,1-1 1,0 1 0,0-1 0,0 0-1,-1 0 1,1 1 0,0-1-1,0 0 1,0 0 0,0 0 0,0 0-1,0 0 1,0 0 0,-1 0 0,2-1-1,6 2 1025,17-1-992,-1-1 0,1-1 0,-1-1 0,33-8 0,95-34-2127,14-3-2867,-151 45 4395,-1 1 0,1 0 0,1 1 0,-1 1 0,0 0 0,0 1 0,0 1 0,0 0 0,28 8 0,-38-8 329,0 0 0,1 0 0,-1 0 1,0 1-1,0 0 0,0 0 0,0 0 1,-1 0-1,1 1 0,-1 0 1,0 0-1,0 0 0,0 0 0,0 1 1,-1-1-1,0 1 0,0 0 0,0 0 1,-1 0-1,1 0 0,-1 1 1,-1-1-1,1 1 0,-1-1 0,1 1 1,-2 0-1,1-1 0,-1 10 0,0-11 113,0 1-1,-1-1 0,1 0 0,-1 1 0,0-1 0,-1 1 1,-2 6-1,3-10-124,1 0-1,0 0 1,-1-1 0,1 1-1,0 0 1,-1 0 0,1-1-1,-1 1 1,1 0 0,-1-1 0,1 1-1,-1-1 1,0 1 0,1-1-1,-1 1 1,0-1 0,1 1 0,-1-1-1,0 1 1,0-1 0,1 0-1,-1 0 1,0 1 0,0-1-1,0 0 1,0 0 0,1 0 0,-1 0-1,0 0 1,0 0 0,0 0-1,0 0 1,1 0 0,-1 0 0,0 0-1,0-1 1,0 1 0,1 0-1,-1-1 1,0 1 0,0 0 0,1-1-1,-1 1 1,0-1 0,1 1-1,-2-2 1,-19-17-1439,2-2 0,0 0 0,-24-35 0,32 42 808,4 5 621,0-1 0,1 0 0,0 0 0,1 0 0,0-1 0,0 1 0,-5-21 1,9 24 179,0 0 0,0 1 0,1-1 1,0-1-1,0 1 0,0 0 0,1 0 1,0 1-1,1-1 0,-1 0 0,1 0 1,1 0-1,-1 1 0,5-8 0,-1 2-132,1 1 0,0 0-1,1 0 1,1 1-1,-1 0 1,2 0 0,-1 1-1,1 0 1,22-14 0,-27 20-49,0 0 1,0 1 0,0 0-1,0 0 1,0 0 0,0 0-1,0 1 1,1 0 0,-1 0-1,0 0 1,10 1 0,-11 0 0,0 1 1,0 0-1,0 0 1,0 0-1,0 0 1,0 1-1,0-1 1,-1 1-1,1 0 1,-1 0-1,1 0 1,-1 1-1,0-1 1,0 1-1,0 0 1,0 0-1,3 5 1,3 4 11,0 1 0,-1 0 0,-1 1 1,0-1-1,9 29 0,-4-3 103,6 40 1,-14-60-60,-1 0-1,-1 0 1,-1 0 0,-1 32 0,-1-43-26,0-1 1,0 1-1,-1 0 1,0-1-1,0 1 1,-1-1-1,1 0 1,-2 0-1,1 0 1,-1 0-1,0 0 1,-1-1-1,1 0 0,-7 7 1,11-13-29,0 0 0,0 0 0,0 0 0,0 0 0,-1 0 0,1 1 0,0-1 0,0 0 0,0 0 0,0 0 0,0 0 0,0 0 0,0 0 0,0 0 0,0 0 0,0 1 0,0-1 0,-1 0 0,1 0 0,0 0 0,0 0 0,0 0 0,0 0 1,0 0-1,0 0 0,0 0 0,-1 0 0,1 0 0,0 0 0,0 0 0,0 0 0,0 0 0,0 0 0,0 0 0,-1 0 0,1 0 0,0 0 0,0 0 0,0 0 0,0 0 0,0 0 0,0 0 0,0 0 0,-1 0 0,1 0 0,0 0 0,0 0 0,0-1 0,0 1 0,0 0 0,0 0 0,0 0 0,0 0 0,-2-2 8,0 0-11,0-1 0,0 1 0,1-1 0,-1 1 0,1-1 0,0 0 0,-1 1 0,1-1 0,1 0 0,-1 0 0,0 0 0,1 0 0,-1 0 0,1 0 0,0 0 0,0 0 0,0 0 0,0 0 1,1 0-1,1-5 0,1-11-26,2 1 0,7-20 1,-5 19 9,1 0 0,1 1 0,1 1 0,0-1 0,1 2 0,1-1 0,1 2 0,16-17 1,-11 14 14,0 2 0,1 0 0,1 1 0,1 1 0,0 1 0,26-13 0,-42 24 3,-1 0-1,1 0 1,0 0-1,0 1 1,0 0-1,-1 0 1,1 0-1,0 0 1,8 1-1,-11 0-1,0 0 0,0 1 0,0-1 0,0 1 0,0 0 0,-1-1 0,1 1 0,0 0 0,0 0 0,0 0 0,-1 0 1,1 1-1,-1-1 0,1 0 0,-1 1 0,1-1 0,-1 1 0,0 0 0,1-1 0,-1 1 0,0 0 0,0 0 0,0-1 0,-1 1 0,1 0 0,1 4 0,1 8-5,0 0 0,0 1 0,-1-1 0,-1 0 0,-1 23 0,-8 78 27,7-107-17,-4 37 16,-6 74 98,10-100-75,1 0-1,1-1 0,1 1 0,5 21 1,-6-35-27,0 0 0,1-1 0,0 1 0,0 0 0,3 4-1,-5-8-14,1 0 0,-1 0 0,0-1 0,1 1 0,-1 0 0,1 0 0,-1-1-1,1 1 1,0-1 0,-1 1 0,1-1 0,0 1 0,-1-1 0,1 1 0,0-1-1,0 1 1,-1-1 0,1 0 0,0 1 0,0-1 0,0 0 0,-1 0 0,1 0-1,0 1 1,0-1 0,0 0 0,0 0 0,0 0 0,-1-1 0,1 1-1,0 0 1,0 0 0,0 0 0,-1-1 0,1 1 0,0 0 0,0-1 0,0 1-1,0-1 1,6-5-56,-1-1 0,0 0 0,0 0 0,0 0-1,-1-1 1,-1 0 0,1 0 0,4-11 0,-2 6-50,10-25-51,-1 1 0,-2-2 0,13-57 0,-26 95 186,12-41 527,-12 40-478,0 0 0,-1 1 0,1-1 0,0 0 0,0 1 0,0-1 0,0 1 0,0-1 0,0 1 0,1 0 1,-1-1-1,0 1 0,1 0 0,-1 0 0,1 0 0,-1 0 0,1 0 0,-1 0 0,4-1 0,-4 2-34,0 0 0,0 0 0,0 1-1,0-1 1,0 0 0,0 0 0,0 1 0,0-1 0,-1 0-1,1 1 1,0-1 0,0 1 0,0-1 0,-1 1 0,1-1-1,0 1 1,-1 0 0,1-1 0,0 1 0,-1 0-1,1 0 1,-1-1 0,1 1 0,-1 0 0,1 1 0,10 24 310,-11-24-321,37 144 390,-37-146-424,0 1 1,0-1-1,0 1 0,0-1 0,1 1 1,-1-1-1,0 1 0,0-1 0,0 1 0,1-1 1,-1 1-1,0-1 0,0 0 0,1 1 0,-1-1 1,0 0-1,1 1 0,-1-1 0,0 0 0,1 1 1,-1-1-1,1 0 0,-1 0 0,1 1 0,-1-1 1,0 0-1,1 0 0,-1 0 0,2 1 0,-1-2 1,-1 1 0,1 0 0,0-1 0,0 1 0,0-1-1,-1 1 1,1-1 0,0 1 0,-1-1 0,1 0-1,0 1 1,-1-1 0,1 0 0,-1 1 0,1-2 0,20-38-18,-17 31-14,3-6-23,-1-1 1,0 0-1,-1 0 0,-1 0 0,-1-1 1,2-18-1,-4 24 27,0-1 0,-1 1 1,-1-1-1,1 1 0,-2-1 0,0 1 0,0 0 1,-1 0-1,-9-22 0,10 30 17,0-1-1,0 1 1,0 0-1,0 0 0,-1 0 1,0 0-1,0 0 1,1 0-1,-2 1 1,1-1-1,0 1 1,0 0-1,-1 0 1,-6-3-1,3 3 28,0-1 1,1 1-1,-1 1 0,0-1 0,0 1 1,0 1-1,-8-1 0,12 1 199,4-1-230,0 0 1,-1 0-1,1 0 0,0 0 0,0 0 1,0 0-1,0 0 0,0 0 0,0 0 1,0 1-1,2-2 0,-1 0-13,12-6 0,1-1 1,-1 2-1,1 0 0,0 1 1,1 0-1,-1 1 0,1 1 1,28-4-1,-39 8 26,1 0 1,0 0-1,-1 0 0,1 0 0,0 1 0,-1 0 1,1 0-1,0 1 0,-1-1 0,0 1 1,1 0-1,-1 1 0,0-1 0,0 1 1,0 0-1,0 1 0,-1-1 0,0 1 0,1 0 1,-1 0-1,6 7 0,-5-4 8,0 1-1,0-1 1,0 1-1,-1 0 1,0 1-1,-1-1 1,0 1-1,0-1 1,-1 1-1,0 0 1,0 0 0,0 17-1,-8 40 337,4-54-52,0-1 0,1 1 0,0 0-1,1-1 1,0 1 0,4 22 0,-3-31-190,-1-1-1,1 1 0,0-1 0,0 1 1,1-1-1,-1 0 0,0 1 1,1-1-1,-1 0 0,1 0 0,0 0 1,-1 0-1,1 0 0,0 0 1,0-1-1,1 1 0,3 2 0,-1-2-43,-1-1 0,1 1 0,-1-1 0,1 1 0,0-2 0,-1 1 0,1 0 0,0-1-1,6 0 1,5-1-64,-1-1 0,1-1 0,-1 0 0,0-1 0,16-6-1,-17 5-114,-1-1-1,1-1 0,-1 0 0,0-1 0,-1 0 0,0 0 0,0-2 0,15-15 1,-22 21 68,-1-2 1,1 1 0,-1 0 0,0-1 0,0 0-1,-1 0 1,0 0 0,0 0 0,0-1 0,-1 1-1,1-1 1,-2 0 0,1 1 0,-1-1 0,0 0-1,0 0 1,-1 0 0,0 0 0,-2-13 0,-15-38 718,12 44-353,0 1 0,-4-25 0,9 36-68,-1 7-137,-2 19-89,-11 46 0,8-52-24,2 0 0,1 0 0,0 0 1,1 0-1,1 1 0,1 18 0,0-34 8,1 1 1,0-1-1,-1 1 0,1-1 1,1 1-1,-1-1 1,0 0-1,1 0 0,-1 0 1,1 1-1,0-2 1,0 1-1,0 0 0,1 0 1,4 4-1,-3-4 8,0 0-1,1-1 1,-1 1-1,1-1 1,-1 0 0,1 0-1,0 0 1,0-1-1,10 3 1,-1-3 21,1 0-1,0 0 1,0-2 0,0 0 0,0 0-1,24-7 1,-14 2 30,0-1-1,-1-2 0,33-15 1,-45 18-25,1-1 0,-1 0 0,-1-1 0,1-1 1,-1 0-1,-1 0 0,17-19 0,-24 24-58,1-1 1,-2 0 0,1 0-1,0 0 1,-1 0-1,0 0 1,0 0-1,-1-1 1,1 1 0,-1-1-1,0 1 1,-1-1-1,1 1 1,-1-1-1,0 0 1,-1 1 0,1-1-1,-1 1 1,0-1-1,0 1 1,-1-1-1,-3-8 1,-3-4-878,-1 0 0,-1 1 0,0 0 0,-1 1 0,-14-17 0,22 30 663,1 1 0,0-1-1,0 0 1,1 0-1,-1 0 1,1 0 0,-3-5-1,4 5 164,0 1 0,0 0 0,0-1 0,0 1 0,0-1 0,0 1 0,1 0 0,0-1 0,1-3 0,-2 6 72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19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592 1 21261,'-59'54'475,"-3"-3"1,-2-3 0,-79 46 0,135-89-507,0-1-44,0 1 0,0 0 0,0 1 0,1 0 0,0 0 0,0 0 0,-6 9 0,12-13 45,0-1 0,1 1 0,-1-1 0,1 1 0,-1-1 0,1 1 0,-1 0 1,1-1-1,0 1 0,0-1 0,0 1 0,0 0 0,0-1 0,0 1 0,0 0 0,0-1 0,1 1 0,-1 0 0,1-1 1,-1 1-1,1-1 0,0 1 0,-1-1 0,1 1 0,0-1 0,0 1 0,0-1 0,0 0 0,0 0 0,3 3 0,4 3-94,0 0 0,1 0 0,15 10 0,-12-10-2,117 68-853,-93-57 714,0 2-1,-2 1 1,33 27 0,-63-45 257,0 1 0,0 0 0,0-1 1,0 1-1,-1 1 0,1-1 0,-1 0 0,0 1 1,0 0-1,-1 0 0,3 5 0,-4-8 7,-1 0 0,0 0 0,1 0 0,-1 0-1,0-1 1,0 1 0,0 0 0,-1 0-1,1 0 1,0 0 0,-1 0 0,1 0 0,-2 3-1,0-2 2,0 0-1,0 1 1,0-1-1,-1 0 1,1 0 0,-1 0-1,0-1 1,-4 5-1,-10 5-80,1-1-1,-2-1 1,1-1 0,-1 0 0,-1-1-1,1-1 1,-1-1 0,-30 6 0,0-3-591,0-2 0,-67 1 0,23-9-2002,15-4 1278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19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1 588 11434,'97'-3'513,"22"-7"759,37-6 232,60-12 48,16-1-23,44-7-465,29-1-320,6 1-224,24 1-96,16 6-160,-13-2-64,-12 0-119,-13 0-41,-38-7-177,-22 0-271,-25-9-1048,-24-1-1793,-31-16 1529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1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1518 10 9994,'-102'4'836,"-106"-10"0,27-1-738,-28 9-43,-289 39 1,488-40-51,-122 23 131,117-20-105,0 0 0,0 1 0,1 1 0,-1 0 0,2 1 0,-18 11 0,25-14-25,1 0-1,1 1 1,-1 0-1,1-1 1,0 2-1,0-1 1,0 0-1,1 1 1,0 0-1,0-1 1,0 1-1,1 1 1,-1-1-1,2 0 1,-1 0-1,1 1 1,0-1-1,0 1 1,0 10-1,2 11 16,0 1 1,2-1-1,8 36 0,-4-29 19,82 801 203,-80-689-238,72 1040 50,100 1326 5019,-106-1583-4178,-14-326-889,-40-1-591,-31-351 174,1 102 28,10-338 322,3 76-78,-2-82-59,0 0 1,0 0-1,1 0 0,0 0 0,1 0 0,7 14 1,-9-21-29,0 0-1,0 0 1,0 0 0,0 0 0,0-1 0,1 1-1,-1-1 1,1 1 0,5 3 0,-6-5 91,0 0 0,-1-1 1,1 1-1,0 0 1,-1-1-1,1 1 0,0-1 1,0 1-1,0-1 0,-1 0 1,1 0-1,0 0 1,0 0-1,0 0 0,0 0 1,-1-1-1,1 1 0,0-1 1,0 1-1,-1-1 1,4-1-1,25-21-693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2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3313 7 11883,'0'0'34,"0"0"-1,0 0 1,0 0 0,0 0 0,-1-1 0,1 1 0,0 0 0,0 0 0,0 0 0,0 0 0,0 0 0,0-1 0,0 1 0,0 0 0,0 0 0,0 0 0,0 0 0,0-1 0,0 1 0,0 0 0,0 0 0,0 0 0,0 0 0,0-1 0,0 1 0,0 0 0,0 0 0,0 0 0,0 0 0,0-1 0,0 1 0,0 0 0,0 0 0,0 0 0,0 0 0,0-1 0,0 1 0,1 0 0,-1 0 0,0 0 0,0 0 0,0 0 0,0 0 0,0-1 0,1 1 0,-1 0-1,0 0 1,13 1 1061,21 9-137,-34-9-951,111 39 641,287 89-265,-232-96-777,196 12 1,-171-25 45,-167-17 325,-3-2 9,0 2 0,1 1 0,23 7 0,-39-9 22,-1 0 0,1 1 0,-1-1 0,1 1 0,-1 0 0,0 1-1,0-1 1,0 1 0,0 0 0,-1 0 0,1 0 0,-1 1 0,0-1 0,-1 1 0,1 0 0,3 6 0,1 9 51,1 0 1,-2 0 0,-1 0 0,6 34-1,3 42 27,-5 1 1,-4 1-1,-4 0 0,-20 181 0,-99 393-338,95-563 161,13-63 78,-235 1261-1299,187-899 760,-6 513 1,66-278 702,-3 156 142,-18-322-14,-2 59 825,27-1 1701,5-372-2046,3 180 1,-15-332-752,0-1 0,-1 1 1,-1 0-1,1-1 1,-2 1-1,1-1 1,-8 17-1,8-23-7,0 0-1,-1 0 1,1 0-1,-1 0 1,0-1-1,0 1 1,-1-1-1,1 0 1,-1 1-1,1-2 1,-1 1-1,0 0 1,0-1-1,0 0 1,0 0-1,-1 0 0,1 0 1,-1 0-1,-6 0 1,-5 1-3,0 0 1,0-2-1,0 0 0,-22-1 1,-67-11 7,24 2 20,-233 3-12,-3 23-15,-538 56 89,588-48-65,-1117 139-36,1299-151 10,-407 53-1659,240-46 789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0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1 226 18684,'10'3'256,"35"-10"-544,26-10-1728,50-18-881,28-4 1057,29-6 399,10-2-1191,-2 9 1287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1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10770,'-5'22'1475,"1"-1"0,1 1-1,1 0 1,2 39 0,15 90-667,-12-129-1043,5 37-12,55 560-5126,-62-588 5264,0-6 203,-1 0 0,-6 48 0,5-68 26,0 1 1,0 0-1,-1 0 1,-4 9-1,6-15-95,0 1-1,0-1 1,-1 1-1,1-1 1,0 1-1,0-1 0,-1 1 1,1-1-1,0 0 1,-1 1-1,1-1 1,-1 0-1,1 1 1,0-1-1,-1 0 0,1 1 1,-1-1-1,1 0 1,-1 0-1,1 1 1,-1-1-1,1 0 1,-1 0-1,1 0 0,-1 0 1,1 0-1,-1 0 1,1 1-1,-1-1 1,1-1-1,-1 1 1,1 0-1,-1 0 0,0 0 1,0-1 23,0 1 1,0-1-1,0 0 1,0 0-1,0 1 0,0-1 1,0 0-1,0 0 1,0 0-1,1 0 1,-1 0-1,0 0 1,0-3-1,-4-8 150,0 0 0,2-1 0,-1 1 0,2-1 0,0 0 0,-1-22 0,3-89 638,1 92-582,3-43 232,3-1-1,20-89 0,-16 117-417,2 1-1,2 0 1,2 0 0,33-62-1,-40 91-73,1 1 0,1-1 0,0 2-1,2 0 1,0 1 0,0 0 0,1 1-1,28-20 1,-34 27-12,1 1-1,0 0 0,0 1 1,0 0-1,0 1 0,1 0 1,0 0-1,0 1 0,0 1 1,0 0-1,1 0 0,-1 1 0,0 0 1,1 1-1,-1 1 0,0 0 1,13 2-1,-18-1-37,0-1-1,0 1 1,0 0-1,0 1 1,0 0-1,-1 0 1,1 0-1,-1 0 1,0 1 0,0 0-1,0 0 1,0 0-1,-1 1 1,1 0-1,-1-1 1,0 2-1,-1-1 1,1 0-1,-1 1 1,0-1-1,-1 1 1,1 0 0,-1 0-1,2 11 1,-1-2-105,0 1 1,-2 0 0,0 0 0,0 1 0,-2-1 0,0 0 0,-1 0 0,-7 29 0,-1-8-51,-2 0 1,-2 0 0,-30 57 0,9-33 14,-48 65 0,55-85 227,-3-2 0,-1 0 1,-2-3-1,-2-1 0,-50 40 0,76-68-43,6-3-84,-1 0 0,0 0 0,0-1 0,0 1 0,0-1 0,-1 0 0,1-1 0,-1 1 0,0-1 0,0 0 0,0-1 0,0 1 0,-6 0 0,11-2-12,-1 0 0,1 0 0,0 0 0,0 0 0,0 0 0,0-1 0,0 1-1,-1 0 1,1 0 0,0-1 0,0 1 0,0-1 0,0 1 0,0-1 0,0 1 0,0-1 0,0 0 0,-1-1 0,1 0 28,1 1 0,-1-1 1,0 1-1,1-1 0,0 0 0,-1 0 0,1 1 0,0-1 0,0 0 0,0 0 0,0-2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2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11466,'5'57'297,"-2"7"607,-3 8-1840,-3-1-89,-2-21-775,-4-10-1193,4-24 1553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2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21645,'0'0'3448,"35"-2"-4624,3-19-976,26-4 623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2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644 1 24301,'-49'17'431,"-83"19"-1,104-31-1843,-1-2 1,-41 1-1,65-4 793,-1 0 0,0 0 0,1 1 0,-1 0 0,0 0-1,1 0 1,-1 1 0,-6 2 0,9-2 477,0 0-1,0 0 1,0 0 0,0 0-1,0 1 1,1-1 0,-1 1-1,1-1 1,-1 1 0,1 0-1,0 0 1,0 1 0,-3 5-1,3-4 440,0 1 0,0-1 0,0 1 0,1 0 0,0 0-1,0-1 1,-1 9 0,2-11-169,0-1 0,0 0 1,0 0-1,0 0 0,0 0 0,1 0 0,-1 0 1,1 0-1,-1 0 0,1 0 0,-1 0 0,1 0 1,0 0-1,0-1 0,0 1 0,0 0 0,1 0 1,-1-1-1,0 1 0,1-1 0,-1 1 0,1-1 1,-1 0-1,1 1 0,0-1 0,2 1 0,9 2-107,-1-1-1,1-1 0,0 0 1,0-1-1,14 0 0,-13-1-71,45 3-254,109 9-768,-161-11 1018,28 6-239,-34-6 259,1 0-1,0-1 0,0 1 1,-1 0-1,1 0 0,0 0 1,-1 0-1,1 0 0,-1 1 1,0-1-1,1 0 0,-1 1 1,0-1-1,0 1 0,1 1 1,-1-2 11,-1 0 1,1 0 0,-1 0-1,1 0 1,-1 0-1,0 0 1,0 1 0,1-1-1,-1 0 1,0 0 0,0 0-1,0 0 1,0 0-1,-1 0 1,1 0 0,0 1-1,0-1 1,-1 0 0,1 0-1,0 0 1,-1 0 0,1 0-1,-1 0 1,-1 1-1,-20 21-278,18-20 263,-17 14 78,-1-1 0,-1-1 0,-41 19 0,-81 28 1572,112-49-1138,27-10-415,-31 12 732,-53 14 0,80-27-830,-1 1 0,1-1 0,-1-1 0,0 0 0,0-1 0,0 0 0,1 0 0,-1-1 0,0-1 0,-12-3 0,21 5-236,-1 0 0,0-1 0,1 0-1,-1 0 1,1 0 0,0 0-1,-1 0 1,1 0 0,0 0 0,-1-1-1,1 0 1,0 1 0,0-1-1,0 0 1,1 0 0,-1 0-1,0 0 1,1 0 0,-1 0 0,1 0-1,0-1 1,-1 1 0,1 0-1,0-1 1,1 1 0,-2-4 0,1-28-2072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3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215 106 7666,'-8'1'202,"-4"-1"280,0 1-1,0 0 1,-14 4-1,22-4-432,1 0 0,-1 0 0,1 1-1,-1-1 1,1 1 0,-1 0 0,1 0 0,0 0-1,0 0 1,0 1 0,0-1 0,1 1 0,-1 0-1,-4 6 1,-7 15 315,1 0 1,2 1-1,0 1 0,1 0 0,2 0 1,0 1-1,2 0 0,-3 37 0,8-57-252,0-1 0,1 1-1,0 0 1,0 0 0,1 0-1,0-1 1,0 1 0,0 0 0,1-1-1,3 8 1,-4-11-106,1-1 0,-1 0 1,0 0-1,1 1 0,-1-1 1,1 0-1,0-1 0,0 1 0,0 0 1,0 0-1,0-1 0,0 1 1,0-1-1,1 0 0,-1 0 1,0 0-1,1 0 0,-1 0 0,1 0 1,-1 0-1,1-1 0,-1 1 1,1-1-1,-1 0 0,1 0 0,0 0 1,-1 0-1,5-1 0,4-1-59,-1 0-1,1 0 1,0-1-1,-1-1 1,0 0-1,13-6 1,58-38-534,-51 29 348,125-91-502,-57 38 999,-95 69-236,4-2 82,1 0 1,0 1-1,13-7 1,-20 10-84,0 1 0,0-1 0,0 1 0,-1 0 1,1-1-1,0 1 0,0 0 0,0-1 0,0 1 0,0 0 0,0 0 0,0 0 0,0 0 1,0 0-1,0 0 0,0 0 0,0 0 0,0 0 0,0 0 0,0 1 0,-1-1 0,1 0 1,0 1-1,0-1 0,0 1 0,0-1 0,0 1 0,-1-1 0,1 1 0,0-1 0,0 1 1,-1 0-1,1-1 0,0 1 0,-1 0 0,1 0 0,-1 0 0,1-1 0,-1 1 1,1 0-1,-1 0 0,0 0 0,1 0 0,-1 0 0,0 1 0,1 10 65,0 0 0,-1 1 0,-1-1 0,0 0 0,-1 0 0,0 0 0,-1 0 0,-6 18 0,4-13 73,0 1-1,2-1 1,-3 23-1,6-40-138,1 0 0,-1 0 0,0 0-1,0 0 1,0 0 0,0 0 0,0 0-1,0 0 1,0 0 0,0 0 0,0 0-1,0 0 1,0 0 0,0 0 0,0 0-1,0 0 1,1 0 0,-1 0 0,0 0-1,0 0 1,0 0 0,0 0 0,0 0-1,0 0 1,0 0 0,0 0 0,0 0-1,0 0 1,0 0 0,0 0 0,0 0-1,0 0 1,0 0 0,0 0 0,0 0-1,0 1 1,0-1 0,0 0-1,0 0 1,0 0 0,0 0 0,0 0-1,0 0 1,0 0 0,0 0 0,0 0-1,0 0 1,0 0 0,6-11 525,12-33-231,0-1-200,-2 12-575,1 1-1,1 1 1,2 1-1,35-42 1,-37 51-616,1 1 0,1 1 0,1 1 0,1 0 0,0 2 0,35-20 0,-15 18-672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3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46 144 4969,'-1'0'0,"-8"21"1322,1 0 0,1 0-1,-5 26 1,10-40-1008,2 0 1,-1-1-1,1 1 0,0 0 1,0 0-1,2 11 0,-1-15-66,0 0 0,0 1-1,0-1 1,0 0 0,0 0-1,1 0 1,0 0 0,0 0-1,0 0 1,0 0-1,0 0 1,0-1 0,6 5-1,-6-5-62,0 0 0,1-1-1,-1 0 1,1 1-1,-1-1 1,1 0 0,0 0-1,-1-1 1,1 1-1,0-1 1,0 1 0,-1-1-1,1 0 1,0 0-1,0 0 1,0 0 0,-1 0-1,1-1 1,0 1-1,0-1 1,-1 0 0,1 0-1,0 0 1,-1 0-1,1 0 1,-1-1-1,1 1 1,-1-1 0,4-2-1,7-7-354,0 0-1,0-1 0,18-23 1,-17 20 119,-8 8-50,27-29-2466,-1-1-1,52-79 0,-82 113 2466,0-1 1,0 1-1,0 0 0,0-1 0,-1 1 0,1-1 1,-1 0-1,0 1 0,0-1 0,-1 0 0,1 0 1,-1 1-1,1-1 0,-1-4 0,-1 7 97,1 0 0,-1 0 0,1 0 0,-1 0 0,1 0-1,-1 0 1,1 0 0,-1 0 0,0 0 0,0 1 0,1-1 0,-1 0 0,0 0-1,0 1 1,0-1 0,0 1 0,0-1 0,0 1 0,0-1 0,0 1 0,0 0 0,0-1-1,0 1 1,0 0 0,0 0 0,0 0 0,0 0 0,0 0 0,0 0 0,0 0 0,-1 0-1,1 0 1,0 0 0,0 1 0,-1-1 0,-6 2 71,0 0-1,1 0 1,-15 6 0,-1 3 461,1 0-1,0 2 1,1 1 0,0 0 0,1 2-1,1 0 1,0 1 0,2 1 0,0 1 0,1 1-1,0 0 1,-13 25 0,23-35-277,1 0-1,0 0 1,0 0-1,-5 22 1,9-29-215,0 0 0,1 0-1,-1 0 1,1 0 0,0 1 0,0-1 0,0 0 0,0 0 0,1 1 0,-1-1-1,1 0 1,0 0 0,0 0 0,0 0 0,0 0 0,0 0 0,1 0 0,0 0-1,-1 0 1,1-1 0,4 6 0,-1-5-62,-1 1-1,1-1 1,0 0-1,-1 0 1,2-1 0,-1 0-1,0 1 1,0-2 0,1 1-1,-1 0 1,1-1-1,-1 0 1,12 0 0,4 0-421,0-2 0,31-3 0,-8-4-970,-1-2-1,0-2 1,0-2-1,48-23 1,-1-3 428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4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0 12147,'-17'7'2912,"1"0"2337,6 2-4016,7 5-1233,3 5-184,6 24-393,0 14-335,-1 33-264,-5 12-520,-12 15 47,-6 3-127,-8-13-97,-5-12-1279,-3-26 1688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4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1 187 20948,'8'-4'713,"15"-4"87,11-6-600,30-10-448,14-7-200,28-6-745,13 3-927,-3 13-2409,-16 7 104,-31 14 3217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4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69 262 11867,'-9'16'1189,"5"-6"565,-2-1 0,1 0 0,-1-1 0,-10 13 0,23-21-1863,12 0 6,-1-2 1,1 0 0,-1-1-1,0 0 1,0-2 0,0 0 0,0-1-1,-1-1 1,31-16 0,-24 10 65,-1-1 1,0-2 0,-2 0-1,0-1 1,0-1-1,22-26 1,-36 36-10,0-1-1,-1 0 1,0 0 0,-1 0 0,6-13-1,-10 19 27,0 0 1,0 0-1,0 0 0,0 0 0,-1 0 0,1 0 1,-1 0-1,0 0 0,0 0 0,-1-4 0,1 5 10,0 1 0,-1-1-1,1 1 1,-1-1 0,0 1-1,0-1 1,1 1 0,-1-1 0,0 1-1,0 0 1,0-1 0,0 1-1,-1 0 1,1 0 0,0 0-1,0 0 1,-1 0 0,1 0-1,-1 0 1,-1-1 0,-2 0 19,0 1 1,0-1-1,0 1 1,0 0-1,-1 0 1,1 0-1,0 1 1,-1-1-1,1 1 1,0 1-1,-1-1 1,1 1-1,-9 2 1,1 1 82,-1 0 0,1 1 1,0 0-1,-13 8 1,10-3 27,0 0-1,1 1 1,0 1 0,1 0 0,1 1 0,0 1 0,1 0 0,-19 27 0,10-8 39,2 0 0,2 1 1,-17 45-1,25-58-112,1 2 1,1-1-1,1 1 0,1 0 0,1 0 1,-1 28-1,5-46-59,-1 0 0,1 0-1,1 0 1,-1 0 0,1 0 0,0 0 0,0 0 0,0-1 0,1 1 0,-1 0 0,1 0-1,0-1 1,1 1 0,-1-1 0,1 0 0,0 0 0,0 0 0,0 0 0,1 0 0,-1-1-1,1 1 1,0-1 0,0 0 0,0 0 0,0 0 0,1-1 0,-1 0 0,1 0 0,-1 0-1,1 0 1,0 0 0,0-1 0,0 0 0,0 0 0,0-1 0,8 1 0,10-1-443,-1-1-1,1 0 1,0-2 0,-1-1 0,0 0 0,0-2 0,32-12 0,82-42-1670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4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1377 0 21261,'-81'102'672,"-2"31"160,-2 26-560,-24 45-368,-10 13-96,-14 16-256,-7-1-40,17-9 80,7-4 72,10-28 255,13-13-15,13-36-1216,10-18-1512,32-43 1175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5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1014 215 10298,'-6'-14'348,"0"0"0,0 0 0,-1 1 0,-1 0 0,0 0-1,-1 1 1,-1 0 0,0 1 0,0 0 0,-1 0 0,-22-16 0,23 20-124,-1 1 0,1 0 0,-1 1 0,0 0 0,-1 1 0,1 0 0,-1 0 1,0 2-1,1-1 0,-1 1 0,0 1 0,-1 0 0,1 1 0,0 1 0,-17 2 1,4 1-69,1 1 0,0 1 0,1 1 0,-1 2 0,1 0 0,-38 22 0,33-13-78,0 0-1,1 3 0,0 0 1,-33 36-1,24-16-65,2 1 1,1 1-1,3 2 1,1 1-1,3 1 1,-22 54 0,30-60-24,2 2 1,-19 77 0,32-107 22,0 0-1,2 0 1,-1 0 0,1 0-1,1 0 1,1 0-1,0 0 1,0 1 0,1-2-1,1 1 1,0 0 0,1 0-1,0-1 1,7 13 0,-8-19 5,1 0 1,0 0-1,0 0 1,1-1 0,0 0-1,0 0 1,0 0-1,0 0 1,1-1 0,0 0-1,-1 0 1,14 5-1,-9-4-50,1-2 0,-1 0 0,1 0 0,0-1-1,-1 0 1,1-1 0,18 0 0,3-3-505,1-1 0,-1-2 0,0-1 0,50-16 1,105-45-3964,-148 52 3771,71-27-273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5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410 210 9514,'-16'-13'731,"1"-1"1,-19-20-1,22 21-566,1 1 0,-2 1 0,0 0-1,-15-11 1,23 19-97,-1 0 0,1 1-1,-1 0 1,1-1 0,-1 2 0,1-1-1,-1 1 1,0 0 0,0 0 0,0 0-1,0 1 1,0 0 0,0 0 0,0 0-1,-11 3 1,10-1 83,-1 1 0,0-1 0,0 1 0,1 1 0,0-1 0,0 1 0,0 1 0,0-1 0,0 1 0,1 0 0,0 1 0,0 0 0,1 0 0,-1 0 0,1 0 0,-6 12 0,4-7 139,1 1 0,0-1 1,1 2-1,0-1 1,1 0-1,0 1 1,1 0-1,1 0 0,-2 21 1,4-31-258,0-1 0,0 0 0,0 1 1,0-1-1,0 1 0,0-1 0,1 0 0,-1 1 1,1-1-1,0 0 0,0 1 0,0-1 0,0 0 1,0 0-1,0 0 0,0 0 0,1 0 0,-1 0 1,1 0-1,-1 0 0,1-1 0,0 1 0,0 0 1,2 1-1,0-1-14,0-1 1,1 1 0,-1-1-1,0 0 1,0 0 0,1 0-1,-1 0 1,1-1 0,-1 0-1,1 0 1,-1 0 0,9-1-1,8-3-63,1-1-1,0-1 1,-1 0-1,0-2 0,-1-1 1,25-13-1,-6-1-354,0-1 0,35-31 0,-49 35-460,34-37 1,-48 46 594,-2 0 0,1-2-1,-2 1 1,1-1 0,7-17 0,-16 29 297,1 0 0,0 0 1,-1 0-1,1 0 1,-1-1-1,1 1 0,-1 0 1,0 0-1,0-1 1,1 1-1,-1 0 0,0 0 1,0-1-1,0 1 1,0 0-1,0-1 0,-1 1 1,1 0-1,0 0 1,-1-2-1,0 2 27,0 1 0,0 0-1,1-1 1,-1 1 0,0 0 0,0 0 0,1 0-1,-1 0 1,0 0 0,0 0 0,1 0 0,-1 0 0,0 0-1,0 0 1,0 0 0,1 0 0,-1 1 0,0-1-1,0 0 1,1 1 0,-1-1 0,0 0 0,1 1 0,-1-1-1,0 1 1,1-1 0,-1 1 0,1-1 0,-1 1-1,1-1 1,-1 1 0,0 1 0,-6 5 155,0 0 0,1 0 0,0 1 1,0 0-1,0 1 0,1-1 0,0 1 0,1 0 1,0 1-1,1-1 0,-5 17 0,6-18-220,0 0 0,1 0 1,0 0-1,0 0 0,1 0 0,0 0 0,0 0 0,1 0 0,0 0 0,0 0 0,1 0 0,0 0 0,0 0 0,7 14 0,-7-19-86,0 0-1,-1 0 0,1-1 1,0 1-1,0 0 0,0-1 0,1 0 1,-1 1-1,1-1 0,-1 0 1,1 0-1,0 0 0,0-1 0,0 1 1,0-1-1,0 1 0,0-1 1,0 0-1,0 0 0,6 1 0,-5-2-195,0-1 0,0 1 0,0 0 0,-1-1 0,1 0 0,0 0 0,0 0 0,0 0 0,-1-1 0,1 0 0,-1 1 0,1-1 0,-1-1 0,0 1 0,0 0 0,0-1 0,5-5 0,26-31-1002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6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11 16684,'-10'-5'2384,"1"0"377,-1 6-2161,3 13-400,2 24-208,1 19-104,1 35-160,-2 13-80,-6 18-288,-4-4-545,-1-15-375,2-14-953,1-31 73,-1-16 680,2-26-49,-6-11-1440,-6-18 1665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6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42 205 10522,'-13'-18'976,"-1"-2"2105,2-3 192,10 1-1497,5-1-512,18 4-719,12 0-233,22 4-216,9-1-72,25 6-408,11-1-697,9 3-2183,-4 8 1255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6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 12 18652,'-86'-6'2746,"55"3"-2513,-32 1-1,55 2-244,0 1 0,0 1-1,1-1 1,-1 1-1,1 1 1,-1-1 0,1 1-1,0 1 1,0-1-1,0 1 1,1 0 0,-1 1-1,1 0 1,0 0 0,1 0-1,-1 0 1,-5 8-1,5-6-1,0 1 1,1 0-1,0 0 0,0 0 0,0 1 0,1-1 0,1 1 0,0 0 0,0 0 0,0 0 1,1 0-1,1 1 0,-2 16 0,3-23 5,0 0 0,0 0 1,0 0-1,0 0 0,0 0 0,1 0 1,-1 0-1,1 0 0,0 0 0,0 0 1,0 0-1,0 0 0,0-1 1,1 1-1,0 0 0,-1-1 0,1 1 1,0-1-1,0 0 0,0 1 0,0-1 1,1 0-1,-1 0 0,1-1 0,-1 1 1,1 0-1,-1-1 0,1 1 0,0-1 1,0 0-1,0 0 0,0 0 0,0-1 1,4 2-1,2-2-7,0 1-1,-1-2 1,1 1 0,-1-1 0,1 0-1,-1-1 1,1 0 0,-1 0-1,0-1 1,1 0 0,8-5-1,4-5-54,-1-1-1,0 0 1,0-2-1,-2 0 0,0-1 1,18-22-1,-16 17 2,2 1 0,0 0 0,29-20 0,-48 39 201,-4 14 117,0-1 1,-1 1 0,-6 20 0,-2 14 80,8-35-285,1 1-1,0-1 1,1 0 0,1 0-1,-1 0 1,2 1 0,3 16-1,-4-24-68,1-1 0,-1 1-1,1 0 1,-1-1-1,1 1 1,0-1 0,1 0-1,-1 1 1,0-1-1,1 0 1,0-1 0,0 1-1,0 0 1,0-1-1,0 1 1,0-1 0,1 0-1,-1 0 1,1-1 0,-1 1-1,1-1 1,0 1-1,0-1 1,-1 0 0,6 0-1,-1 0-271,-1 0 0,0-1 0,1 0 0,-1-1 0,1 1-1,-1-1 1,1-1 0,7-2 0,-5 1-771,-1 0-1,0-1 1,0 0-1,0-1 1,14-9 0,18-20-1241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7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186 437 14219,'2'-4'134,"0"0"1,1 0-1,0 0 1,-1 0-1,1 0 1,0 1-1,1-1 0,-1 1 1,1 0-1,-1 0 1,7-4-1,2-2-107,32-22-190,57-32-1,-63 42 385,-1-2 0,-2-2 0,46-39 0,-75 58-139,-1 1 0,0-1 0,0 0 0,0 0 0,-1 0 0,0-1 0,5-11 0,-8 16-85,0 0 0,-1 0 1,1 0-1,-1 0 0,1 0 1,-1 0-1,0 0 0,1-1 0,-1 1 1,0 0-1,-1 0 0,1 0 1,0 0-1,0 0 0,-1 0 0,0 0 1,1 0-1,-1 0 0,0 0 1,0 0-1,0 1 0,0-1 0,0 0 1,0 0-1,0 1 0,-1-1 1,1 1-1,-1-1 0,1 1 0,-1 0 1,0-1-1,1 1 0,-3-1 1,-6-3-22,1 0 0,-1 1 0,-1 1 0,1-1 1,0 2-1,-1-1 0,0 1 0,1 1 0,-1 0 0,-14 1 1,2 0 41,1 2 1,0 0 0,0 2 0,-22 6 0,28-5 95,0 0 1,0 1 0,1 1 0,0 1 0,0 0 0,0 1 0,1 0-1,1 1 1,0 1 0,-16 15 0,14-8 40,0 0 0,1 0 0,0 2 0,2 0 0,0 0 0,-17 43 0,20-38-30,0 1 1,1 0-1,1 0 0,2 1 1,1 0-1,1 0 0,0 30 0,3-46-51,0 1-1,1 0 1,1 0-1,0-1 1,0 1-1,1-1 1,1 0-1,0 0 0,0 0 1,1 0-1,0 0 1,1-1-1,1 0 1,-1-1-1,1 1 1,1-1-1,0 0 0,17 14 1,-16-17-64,0 0-1,1-1 1,-1-1-1,1 1 1,0-1 0,0-1-1,1 0 1,-1 0 0,1-1-1,-1-1 1,1 1-1,0-2 1,0 1 0,0-2-1,19-2 1,-2-1-225,-1-2 0,0-1 0,0-1 0,48-21-1,-26 5-2470,-2-1 0,87-63-1,-78 43 1432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8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1171 74 10594,'-13'-10'802,"-1"0"0,0 1-1,-1 0 1,0 1 0,0 1 0,-20-7-1,29 12-836,0 1 0,0 0 0,0 0 0,-1 0 0,1 1 0,0 0 0,0 0 0,-1 0 0,1 1 0,0 0 0,0 0 0,-1 0-1,1 1 1,0 0 0,1 1 0,-1-1 0,0 1 0,1 0 0,-1 0 0,-4 5 0,-3 2-3,1 1 0,0 0-1,1 1 1,0 1 0,1 0 0,-14 22 0,13-16 164,0 1 1,1 0 0,2 1 0,-9 28 0,15-45-49,1 0 1,1-1-1,-1 1 1,0 0-1,1 0 1,0 0-1,0 0 1,0 0-1,1 7 1,0-9-37,-1-1 0,1 1 1,0-1-1,-1 1 1,1-1-1,0 1 1,0-1-1,0 1 1,0-1-1,0 0 0,1 0 1,-1 1-1,0-1 1,0 0-1,1 0 1,-1 0-1,1 0 1,-1-1-1,1 1 0,-1 0 1,1-1-1,0 1 1,-1-1-1,1 1 1,3-1-1,1 1 2,0 0 0,1-1 0,-1 0 1,0-1-1,1 1 0,-1-1 0,0 0 0,0-1 0,0 0 0,0 0 0,9-4 0,9-5-168,31-21 0,-43 25 58,23-16-142,30-17-69,-58 36 265,0 1 1,1 0 0,-1 0 0,0 0-1,1 1 1,15-2 0,-21 4 5,-1-1 0,1 1 0,-1 0 0,1 0 0,-1 0 0,1 0 0,-1 1 0,1-1 0,-1 0 0,1 1 0,-1-1 0,0 1 0,1-1 0,-1 1 0,0 0 0,1-1 0,-1 1 0,0 0 0,0 0 0,1 0 0,-1 0 0,0 0 0,0 0 0,0 1 0,0-1 0,-1 0 0,1 0 0,0 1 0,0-1 0,-1 0 0,1 1 0,-1-1 0,1 1 0,0 1 0,0 4-60,0 0 0,-1 0 1,0 1-1,0-1 0,-1 12 1,-5 13-111,0-1 0,-3 0 0,0-1 0,-15 33 0,23-60 167,-50 114-555,-5-1-1,-5-3 0,-77 105 0,-41 24-619,154-214 1400,0-1 0,-2-1 0,-2-2 0,0 0 0,-1-2 0,-34 19 0,51-34-12,0-1 0,0 0 0,-1-1 0,0 0 0,0-1 0,0 0-1,-25 2 1,30-6-159,0 1 0,0-2 1,0 1-1,0-1 0,1-1 0,-1 1 0,0-1 0,1-1 0,0 0 0,-1 0 0,1-1 0,0 0 0,0 0 0,-7-6 0,3 1-232,0-1-1,1 0 0,1-1 1,0 0-1,0-1 0,1 0 0,1 0 1,0-1-1,0 0 0,2 0 0,-1-1 1,2 0-1,-5-15 0,5 11-72,1 0 0,0-1 0,2 1 0,0-1 0,1 0 0,0 1 1,2-1-1,0 0 0,2 1 0,5-25 0,0 16-117,1 1 0,2 0 0,13-26 1,53-82-551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9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47 597 11234,'8'3'674,"-1"0"-1,1 1 0,-1 0 1,0 0-1,0 1 0,11 8 1,-16-11-472,0 1 0,1 0 0,-1 0 0,0 0 0,0 0-1,0 0 1,-1 0 0,1 0 0,-1 1 0,0-1 0,0 0 0,0 1 0,0-1 0,0 1 0,-1-1 0,0 1 0,0 6 0,0 2-175,-2 0-1,1 0 1,-1 0 0,-1-1 0,0 1 0,-9 18-1,-35 62-558,33-70-162,2 1-1,0 1 0,-12 37 1,23-59 473,5-2 204,-1-1-1,1 0 1,-1-1-1,0 1 1,1-1-1,-1 1 1,0-1-1,0 0 1,0 0-1,0 0 1,-1-1-1,1 1 1,0-1-1,-1 1 1,0-1-1,4-5 1,-2 3-6,13-15-147,-1-1 0,-1-1-1,-2 0 1,0-1-1,-1 0 1,-1-1 0,-1 0-1,-1-1 1,-1 0-1,-2 0 1,0-1 0,2-32-1,-8 51 154,0 0-1,0 0 1,0 1 0,-1-1-1,0 0 1,-1 1-1,1-1 1,-6-11 0,5 14 124,0 0 1,0 0-1,0 0 1,-1 0 0,0 1-1,0-1 1,0 1 0,0 0-1,0 0 1,-1 0-1,1 0 1,-1 1 0,0-1-1,-5-2 1,-30-10 2608,37 14-350,8-2-1598,11-3-763,0 0-1,0 1 1,0 1-1,0 1 0,1 0 1,0 1-1,-1 1 1,1 1-1,0 1 0,0 0 1,-1 1-1,31 8 0,-34-7-131,-1 1 0,0 1 0,0 0 0,-1 1 0,1 0 0,-1 1 0,18 14 0,-23-15 15,1 1 1,-2-1-1,1 1 0,-1 1 1,0-1-1,0 1 0,-1 0 1,0 1-1,0-1 1,-1 1-1,5 15 0,-7-17 82,0-1-1,-1 1 0,0 0 0,0-1 0,0 1 0,-1 0 1,0 0-1,-2 10 0,2-13 90,-1 0 0,0 0 0,0 0 0,-1 0 0,1 0 0,-1 0 0,0 0 0,0-1 0,0 1 0,0-1 0,0 1 0,-1-1 0,0 0 0,-3 4 0,4-5 406,0-22-44,2 17-442,0 1 0,-1-1 0,1 1 0,0-1 0,0 0 0,1 1 0,-1-1-1,0 1 1,1-1 0,0 1 0,-1-1 0,1 1 0,0 0 0,0-1 0,0 1 0,1 0 0,2-4 0,5-7-139,1 1-1,1 1 0,0 0 0,0 0 1,1 1-1,0 0 0,27-15 1,-28 19 155,1 0 0,0 0-1,1 1 1,-1 1 0,1 0 0,0 0 0,0 2 0,0-1 0,22 0 0,-29 4 14,0-1 1,0 1-1,0-1 1,0 2-1,0-1 0,0 1 1,0 0-1,0 0 0,-1 0 1,1 1-1,-1 0 1,1 0-1,-1 1 0,0-1 1,0 1-1,-1 0 1,1 1-1,-1-1 0,0 1 1,0-1-1,0 1 1,-1 0-1,0 1 0,5 10 1,-2-2-12,0 0 1,-2 1 0,1-1-1,-2 1 1,0 0 0,-1 0-1,0 0 1,-2 29 0,1-43 10,-1 1 1,0-1 0,0 1 0,0-1 0,-1 0 0,1 1-1,0-1 1,0 0 0,-1 1 0,1-1 0,-1 0 0,1 1-1,-1-1 1,0 0 0,1 0 0,-1 0 0,-1 2-1,1-3-4,1 0-1,-1 1 0,1-1 0,-1 0 0,0 0 0,1 0 0,-1 0 0,1 0 0,-1 0 0,0 0 0,1 0 0,-1 0 0,1 0 0,-1 0 0,0 0 0,1-1 0,-1 1 0,1 0 0,-1 0 0,1-1 0,-1 1 0,1 0 0,-1-1 0,1 1 0,-1 0 0,0-1 0,-4-4-37,0 0 0,1 0-1,-1 0 1,1 0-1,-5-9 1,-5-11 15,1-1 0,1 0 0,2-1 0,0 0-1,2-1 1,1 0 0,1 0 0,2-1 0,0 1 0,2-1 0,3-53 0,1 65 107,1 0 1,1 0-1,1 1 0,0-1 1,1 1-1,0 0 1,2 1-1,0-1 1,0 2-1,2-1 1,0 1-1,0 0 0,16-15 1,-15 18-433,0 0 1,1 1 0,0 0-1,0 1 1,1 0 0,1 1-1,-1 0 1,1 1-1,0 1 1,1 0 0,-1 1-1,1 1 1,1 0 0,27-3-1,-35 6 93,0 1 0,0 0 0,-1 1 0,1 0 0,0 0 1,0 1-1,0 0 0,-1 0 0,1 1 0,-1 0 0,0 0 0,10 6 0,-8-3-14,0 1-1,0 0 1,-1 0-1,0 1 1,0 0 0,-1 0-1,12 19 1,-2 2 450,-1 1 1,-2 1 0,-1 0-1,15 57 1,-20-54 831,3 7 951,-10-39-1570,-4-4-763,-4-2 283,1 1 0,-1 0 0,0 0 0,0 0 1,0 1-1,0 0 0,0 1 0,0-1 0,-1 1 1,1 1-1,0-1 0,-1 1 0,1 1 1,-1-1-1,1 1 0,-8 3 0,2-2 505,1 1 0,0 1 0,0 0 0,1 0 0,-1 1 0,1 1 0,0 0 0,1 0 0,-13 10-1,19-12-223,-1 0 0,1 0-1,0 1 1,1-1 0,-1 1-1,1 0 1,0 0-1,0 0 1,0 0 0,1 0-1,0 1 1,0-1 0,0 1-1,1-1 1,-1 1 0,1 0-1,1 0 1,-1-1-1,1 1 1,0 6 0,1-7-169,0-1 0,0 0 0,0 0 0,0 0 0,0 0 0,1 0 0,0 0 1,0-1-1,0 1 0,0 0 0,1-1 0,-1 0 0,1 1 0,0-1 0,0 0 0,0 0 1,0-1-1,1 1 0,-1-1 0,1 1 0,-1-1 0,1 0 0,0-1 0,0 1 0,0 0 1,0-1-1,0 0 0,7 1 0,8 0-238,-1 0 0,1-1 0,0-1 0,-1 0 0,1-2 0,0 0 0,-1-1 0,0-1 0,30-10 0,-16 2-836,0-1 1,0-2-1,-1-1 1,38-27-1,-67 42 979,13-9-383,-1 0-1,24-24 0,-35 32 479,-1 0 0,0 0 0,0 0 0,0 0 0,0-1 0,-1 1-1,1-1 1,-1 1 0,1-1 0,-1 1 0,0-1 0,0 0 0,0 0 0,0 0 0,0 0 0,-1 0 0,1 0 0,-1 1 0,0-1 0,0 0 0,0 0 0,0 0 0,-1 0 0,0-5 0,0 6 102,-1 0 0,1 0 1,0 0-1,-1 0 0,1 0 1,-1 1-1,1-1 0,-1 0 1,0 1-1,0-1 0,0 1 1,0 0-1,0-1 0,0 1 1,0 0-1,0 0 0,0 0 1,-1 1-1,1-1 0,0 1 1,-1-1-1,1 1 0,0 0 1,-1-1-1,1 1 0,-1 1 1,1-1-1,-4 1 1,1-1 106,0 1 0,0 0 1,0 0-1,0 0 1,0 1-1,0 0 0,0 0 1,1 0-1,-1 1 1,1-1-1,-1 1 0,-4 4 1,4-1-112,0 0-1,0 0 1,1 0 0,0 1 0,0 0 0,0 0-1,1 0 1,0 0 0,-3 12 0,-1 8-32,-4 35 0,9-51-52,-1 7-26,1 1 1,1 27 0,1-39-48,1 1 0,0-1-1,0 1 1,0-1 0,1 1 0,1-1-1,-1 0 1,7 12 0,-8-17-14,0-1 0,0 1 1,0-1-1,0 0 0,0 0 0,0 0 1,0 1-1,1-1 0,-1 0 0,0 0 1,1-1-1,-1 1 0,1 0 0,-1 0 0,1-1 1,-1 1-1,1-1 0,-1 1 0,1-1 1,0 0-1,-1 0 0,1 1 0,0-1 1,-1 0-1,1-1 0,0 1 0,-1 0 0,1 0 1,-1-1-1,1 1 0,0-1 0,-1 1 1,2-2-1,8-2-487,-1-1-1,0 0 1,17-13 0,-19 13 170,22-16-1016,0-1 0,-2-1-1,0-2 1,-2 0 0,37-48-1,-45 49 1202,-1-1 0,-1-1 0,-1 0 0,-2-2 0,0 1 0,-2-1 0,9-38 0,-8 10 2380,-4-1 1,4-82-1,-9 91 1561,0 29-1813,1 18-906,1 14-499,5 46-475,-3 2-1,0 112 1,-6-123-207,-4 211-2476,-5-147 1287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9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15 326 10858,'-13'-5'609,"12"5"-584,1 0-1,0 0 1,0 0 0,0-1-1,0 1 1,0 0 0,0 0-1,0 0 1,0 0 0,0 0-1,-1-1 1,1 1 0,0 0-1,0 0 1,0 0 0,0 0-1,0-1 1,0 1 0,0 0 0,0 0-1,0 0 1,0 0 0,0 0-1,0-1 1,0 1 0,0 0-1,0 0 1,1 0 0,-1 0-1,0-1 1,0 1 0,0 0-1,0 0 1,0 0 0,0 0-1,0 0 1,0 0 0,0-1-1,1 1 1,-1 0 0,0 0-1,3-2 165,0 0 0,0 1 0,0-1 0,0 1 0,0 0 0,1 0-1,-1 0 1,4-1 0,485-68 4178,-415 62-4040,1182-97 1217,12 33-5200,-608 37-1600,-436 24 4385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48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494 146 9786,'0'-4'84,"0"0"-1,1 0 1,-2 0 0,1 0-1,0 0 1,-1 0 0,0 0-1,0 1 1,0-1 0,0 0-1,-1 1 1,1-1-1,-1 1 1,0-1 0,0 1-1,0 0 1,0-1 0,-1 1-1,0 0 1,1 1 0,-1-1-1,0 0 1,0 1-1,0 0 1,-4-3 0,-3-1-75,0 0-1,0 1 1,0 0 0,0 0-1,-1 1 1,0 0 0,-19-3 0,14 5 12,1 1 0,0 1 0,-1 0 0,1 1 0,-1 0 0,1 1 1,0 1-1,0 1 0,0 0 0,0 1 0,1 1 0,0 0 0,0 0 1,-23 16-1,29-17 40,0 2 0,0-1 0,0 1 0,1 0 0,0 1 0,0-1 0,1 2 0,0-1 0,0 0 0,-5 12 0,8-13-11,0 1 1,0 0-1,1-1 0,0 1 1,1 0-1,0 0 1,0 0-1,0 0 0,1 0 1,0 0-1,1 0 1,0 0-1,0 0 1,3 9-1,-3-11-68,1 1 1,0-1-1,1 0 0,0 0 1,0 0-1,0 0 0,0-1 0,1 1 1,0-1-1,0 0 0,1 0 1,-1 0-1,8 5 0,-5-5-3,1 0 0,-1-1 0,1 1 1,0-1-1,1-1 0,-1 0 0,0 0 0,18 3 0,-7-3 47,0-2 1,-1 0-1,1-1 0,0 0 1,0-2-1,-1 0 0,1-1 1,31-10-1,-11-2 115,-1-2 0,-1-1 0,0-2 0,-2-1 0,0-2 0,58-50 0,-78 60-115,-1-1 0,22-25 0,-31 32 0,0 1 0,-1 0 1,0-1-1,0 0 0,-1 0 0,0 0 1,0-1-1,0 1 0,1-11 0,-3 15 50,-1 1 0,1 0 0,-1 0 0,0 0 0,0 0 1,0 0-1,0 0 0,0 0 0,0 0 0,-1-1 0,1 1 0,-1 0 0,0 0 0,1 0 0,-1 0 0,0 0 0,0 1 0,0-1 0,0 0 0,0 0 0,-1 1 0,1-1 1,-1 0-1,1 1 0,-1-1 0,1 1 0,-1 0 0,0 0 0,0 0 0,1-1 0,-1 2 0,0-1 0,0 0 0,0 0 0,0 1 0,0-1 0,0 1 0,0-1 0,-3 1 1,0-1 39,0 1 0,1 0 1,-1 0-1,0 0 1,0 1-1,1 0 1,-1-1-1,1 2 1,-1-1-1,0 1 1,1-1-1,0 1 1,-1 0-1,1 1 1,0-1-1,-6 6 1,4-2-98,1 0 1,-1 0 0,2 1 0,-1 0 0,1 0 0,0 0-1,0 1 1,1-1 0,0 1 0,0 0 0,1 0 0,0 0-1,1 0 1,-1 0 0,1 0 0,1 1 0,0-1 0,0 0-1,1 0 1,2 14 0,0-4-32,1 0-1,1-1 1,1 1-1,0-1 1,1 0-1,1-1 1,0 0-1,15 21 1,-18-30-12,0-1 1,1 1 0,-1-1-1,1 0 1,1 0-1,-1 0 1,1-1 0,11 6-1,-14-8-70,1-1-1,0 0 0,0 0 1,0 0-1,0-1 0,0 0 0,0 0 1,1 0-1,-1 0 0,0-1 1,1 0-1,-1 0 0,0-1 0,0 1 1,6-2-1,37-14-1723,4-10 575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49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 13171,'-3'5'1240,"-6"5"120,0 3-591,-1 4-553,3 10-144,4 13-144,3 12-24,-2 12-168,0 4-49,2-1-375,-3-6-200,3-18-616,0-12 183,7-31 913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49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18956,'-1'2'101,"-1"1"-1,1-1 1,1 1-1,-1 0 1,0 0 0,1-1-1,-1 1 1,1 0-1,0 0 1,0 0-1,0 0 1,0-1 0,0 1-1,1 0 1,-1 0-1,1 0 1,0-1-1,0 1 1,0 0 0,2 3-1,4 9-247,1-1 0,16 20 0,-9-11-13,-11-17 100,19 29-489,-1 0-1,-2 2 1,26 68 0,-42-92 502,0-1 1,-1 1 0,-1 0 0,0 0-1,-1 0 1,-1 25 0,-1-29 147,-1 0 1,1 1 0,-1-1-1,-1 0 1,0 0 0,0 0-1,-1 0 1,0-1 0,-1 1-1,-8 12 1,11-19 195,14-18 268,6 2-482,-1 1 1,1 0 0,1 2 0,37-18 0,-27 14-77,-2 1-15,1 2-1,0 0 0,32-8 1,-48 17-12,-1 0 0,1 1 0,0 0 0,-1 1 0,1 0 0,0 1 0,0 1 0,0 0 0,0 0 0,21 6 0,-30-6 5,1 0 1,-1 0 0,0 1-1,1-1 1,-1 1 0,0 0-1,0 0 1,0 0-1,0 0 1,-1 1 0,1-1-1,0 1 1,-1-1 0,0 1-1,4 5 1,-5-6 22,-1 0 0,1 1 0,0-1 0,0 0 0,-1 1 0,0-1 0,1 1 1,-1-1-1,0 0 0,0 1 0,0-1 0,0 1 0,-1-1 0,1 1 0,-1-1 0,1 0 0,-1 1 0,0-1 0,0 0 0,0 0 0,0 1 0,0-1 0,-1 0 1,-1 2-1,-6 8 174,-2 0 1,0 0-1,0-1 0,-1-1 1,0 0-1,0 0 1,-16 8-1,4-4 47,-1-1 0,-1 0 0,-29 9 0,41-18-167,-1 0 1,0-1-1,0 0 1,0-1-1,0-1 1,0 0-1,-28-3 0,35 2-240,-1-1 0,1-1 0,-1 0 0,1 0 0,0-1 0,0 0 0,0 0 0,1-1 0,-1 1 0,1-2-1,0 1 1,0-1 0,0 0 0,1-1 0,-8-7 0,13 12-55,-1-1 1,1 1-1,0 0 1,0 0-1,0-1 1,0 1-1,0 0 1,1-1-1,-1 1 0,0-1 1,1 1-1,-1-1 1,1 0-1,-1 1 1,1-1-1,0 0 1,0 1-1,0-1 1,0 1-1,0-1 0,0 0 1,0 1-1,0-1 1,1 0-1,-1 1 1,0-1-1,1 1 1,0-1-1,-1 1 1,1-1-1,0 1 1,0-1-1,0 1 0,1-2 1,25-30-2014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50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 13243,'-12'14'1168,"-2"1"120,-2 6-784,-3 10-576,-2 5-48,2 14 24,6 4-24,2 5-216,-3 7-256,4-2-1224,-4-1-561,6-14 1601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50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669 142 11963,'-14'-15'350,"-1"1"0,0 0 0,-1 1 0,-1 1 0,1 0 0,-2 2 1,0 0-1,-34-14 0,40 20-288,-1 0 0,1 1 0,0 1 0,-1 0 0,0 1 0,1 0 1,-1 1-1,0 0 0,1 1 0,-1 0 0,0 1 0,1 1 0,0 0 0,-1 1 0,-17 7 0,11-2 94,0 1 0,1 1-1,0 0 1,1 1-1,0 1 1,1 1 0,1 1-1,-21 23 1,25-25-19,0 1 0,2 0 1,-1 1-1,2 0 1,0 0-1,1 1 0,0 0 1,1 0-1,1 1 0,-5 30 1,9-42-116,0-1-1,1 1 1,0 0 0,0-1 0,0 1 0,1-1 0,0 1 0,-1-1 0,2 1-1,-1-1 1,0 0 0,1 1 0,0-1 0,0 0 0,0 0 0,0 0 0,1 0-1,0 0 1,-1-1 0,1 1 0,1-1 0,-1 0 0,0 0 0,1 0-1,0 0 1,-1-1 0,1 1 0,0-1 0,0 0 0,8 3 0,7 1-36,1 0 0,-1-1 1,1-1-1,0-1 0,31 1 1,-5-2-556,0-2-1,53-7 1,-38-2-2049,66-18 0,-40 5 1317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51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0 12083,'1'4'621,"2"4"-431,1 1 0,1-1 1,-1 0-1,8 10 0,14 22-433,-7 1-115,0 0 0,-3 1 0,-2 0 0,12 58 0,21 184-660,-15-69 943,-30-204 100,0 4 42,1-1 0,1 1 0,0-1 0,0 0 0,11 22 0,-5-25 113,-10-11-174,0 0-1,0 0 1,0 0 0,0 0 0,1 0-1,-1 0 1,0 0 0,0 0-1,0 0 1,0 0 0,1 0 0,-1 0-1,0 0 1,0 0 0,0 0-1,0 0 1,1 0 0,-1 0 0,0 0-1,0 0 1,0-1 0,0 1-1,0 0 1,1 0 0,-1 0-1,0 0 1,0 0 0,0-1 0,0 1-1,0 0 1,0 0 0,0 0-1,0 0 1,0-1 0,0 1 0,1 0-1,-1 0 1,1-26 210,-4 15-158,1-1 1,-2 1-1,1 0 0,-2 0 1,1 0-1,-2 0 0,-10-16 1,1 5 25,-1 1 1,-24-25-1,35 41-43,0 0 0,0 0 1,-1 0-1,0 1 0,0-1 0,0 1 0,0 1 0,0-1 0,-1 1 0,0 1 0,0-1 0,-11-2 1,13 4-1,0 1 0,1 0-1,-1-1 1,1 2 0,-1-1 0,1 1 0,-1-1 0,0 1 0,1 0 0,0 1 0,-1-1 0,1 1 0,0 0 0,0 0 0,0 0 0,0 1 0,0-1 0,0 1 0,1 0 0,-7 6 0,5-4 96,1 1-1,-1 0 1,1 0-1,0 0 0,0 1 1,1-1-1,0 1 1,0 0-1,0 0 1,1 0-1,0 0 1,0 0-1,1 0 0,0 1 1,0 13-1,1-15-29,0-1 0,1 1 0,-1-1 0,1 0 0,1 1 0,-1-1 0,1 0 0,-1 1 0,2-1 0,-1 0 0,0 0 0,1-1-1,0 1 1,0-1 0,0 1 0,1-1 0,0 0 0,0 0 0,0 0 0,0-1 0,7 6 0,2-3-116,1 0 0,0 0 1,0-1-1,0-1 0,0 0 0,1-1 1,0-1-1,-1 0 0,1-1 0,20-1 1,7-1-1384,0-3 0,57-12 0,-21-3-193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51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 10626,'0'24'992,"0"7"2497,-2 7-1936,-2 18-1289,1 8-216,-2 13-288,1 5-289,-3 2-831,-1-6-936,-1-16 1760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53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0 272 11058,'421'-2'4367,"-2"-34"-2874,-350 30-1459,371-38 190,903-73-80,-806 93-410,76-5-3432,-422 15 2553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58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12363,'3'59'952,"6"7"-288,5 6-856,3 5-1232,9-3 463,-2-12-839,2-10-176,-5-17 119,-6-8 249,-8-15 1408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58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89 17612,'21'5'1096,"17"-5"-312,17-4-552,34-10-208,9-3-32,16-2-472,4 0-520,-13 7-1865,-9 3-679,-19 13 2711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58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54 9482,'-10'9'1192,"14"-8"2449,8-4-3017,31-13-2320,17-4-25,15-5 1225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59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0 15131,'0'0'2035,"-10"1"-7776,1 0 5804,0 1-1,0 0 1,1 1 0,-1-1-1,0 2 1,1-1 0,0 1-1,-1 0 1,-9 8 0,-14 10 1466,-30 27 0,52-41-1018,2-2-176,-12 11 410,19-17-707,1 1 0,-1 0 0,0 0 0,1-1 0,-1 1 1,0 0-1,1 0 0,-1 0 0,1 0 0,-1 0 0,1 0 0,0-1 0,-1 1 0,1 0 0,0 0 0,0 0 0,0 0 0,0 0 0,0 2 0,0-2-21,1 0 0,0 0-1,-1 0 1,1 0-1,0-1 1,0 1-1,0 0 1,0 0 0,0-1-1,0 1 1,0 0-1,0-1 1,0 1-1,0-1 1,0 1 0,0-1-1,1 0 1,-1 0-1,0 1 1,0-1-1,0 0 1,3 0 0,29 2 111,-8-3-128,0-1 1,0-1-1,39-10 0,72-28-412,-108 31 285,-27 10 214,-9-2 420,2 0-446,0 1 0,0 0 0,-1 0 0,1 1 0,0-1-1,0 1 1,-1 1 0,1-1 0,0 1 0,0 0 0,0 0 0,-9 4 0,7-2 49,0 1 0,0-1 0,0 2 0,1-1 0,0 1 0,0 0 0,-12 11 1,18-15-75,-1 1 0,1-1 1,0 1-1,0-1 0,0 1 1,0 0-1,0 0 0,0 0 0,0 0 1,0-1-1,1 1 0,-1 0 1,1 0-1,-1 0 0,1 0 1,0 3-1,0-3-22,1 0 0,-1 0-1,1 0 1,-1 0 0,1 0-1,0-1 1,0 1 0,0 0 0,0 0-1,0 0 1,0-1 0,1 1-1,-1-1 1,1 1 0,-1-1 0,1 1-1,-1-1 1,1 0 0,2 2-1,3 1-81,0-1-1,0 1 0,0-1 1,0-1-1,1 1 0,-1-1 1,1-1-1,0 1 0,-1-1 1,1 0-1,0-1 0,0 0 0,0 0 1,14-3-1,-4 0-573,0-1-1,0-1 1,0 0-1,0-1 1,19-11-1,21-16-725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59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20404,'-14'22'985,"2"9"-169,7 11-440,5 18-296,2 11-48,10 12-64,-2 2-48,4-7-160,3-7-144,1-19-368,-3-11-681,-1-20-583,-2-7-801,-2-18-271,1-11 2423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6:00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64 13075,'-2'0'397,"0"0"-1,0 0 1,1 0 0,-1-1-1,0 1 1,1 0 0,-1-1 0,0 1-1,1-1 1,-1 0 0,-1-1-1,-10-12 186,10 9-1219,1 0 0,1-1 0,-1 1 1,1 0-1,-1-9 0,1 12 436,1 0-59,2 11 4188,-2-8-3924,-1 0 0,1 0 0,0-1 0,0 1 1,0 0-1,1 0 0,-1-1 0,0 1 0,0 0 0,0-1 0,0 1 0,1 0 0,-1 0 0,0-1 0,1 1 0,0 1 0,0-2-39,0 1 0,0 0 0,0 0 0,0 0 0,-1 0 0,1 0 0,0 0 0,0 0 0,-1 0 1,1 0-1,-1 0 0,1 1 0,-1-1 0,1 0 0,-1 0 0,0 0 0,0 1 0,1-1 0,-1 0 0,0 0 0,0 1 0,0-1 0,0 0 0,-1 1 1,1-1-1,-1 2 0,0-2 22,0 1 1,0-1-1,0 0 1,0 0-1,0 0 1,0 0-1,0 0 0,0-1 1,-1 1-1,1 0 1,0 0-1,-1-1 1,1 1-1,0-1 1,-1 1-1,1-1 1,-1 0-1,1 0 1,-1 1-1,1-1 1,-1 0-1,1 0 1,-1 0-1,-1-1 1,-7 0 134,1 1 0,-1 0 1,1 1-1,-18 3 0,23-3-15,0 0-1,0 1 0,0-1 0,0 1 1,0 0-1,1 0 0,-1 1 0,1-1 1,0 1-1,-1-1 0,1 1 0,0 0 0,-4 6 1,6-8-98,1 0-1,-1-1 1,0 1 0,1 0 0,-1 0 0,0 0 0,1-1-1,-1 1 1,1 0 0,0 0 0,-1 0 0,1 0 0,0 0-1,-1 0 1,1 0 0,0 0 0,0 0 0,0 0 0,0 0-1,0 0 1,0 0 0,0 0 0,0 0 0,0 0 0,1 0-1,-1 0 1,0 0 0,1 0 0,-1 0 0,0-1 0,1 1 0,-1 0-1,1 0 1,0 0 0,-1 0 0,1-1 0,0 1 0,-1 0-1,1-1 1,0 1 0,0 0 0,-1-1 0,3 2 0,1 0 1,1 0 0,-1-1 0,1 1 1,-1-1-1,1 1 0,0-2 1,0 1-1,4 0 0,74-2 36,-64-1-126,1 1 0,-1 1 0,1 1-1,25 4 1,-43-4 54,0-1 0,1 1-1,-1 0 1,1 0 0,-1 0-1,0 0 1,0 0 0,1 0-1,-1 1 1,0-1-1,0 1 1,0-1 0,0 1-1,1 2 1,-2-3 17,-1 0-1,1 0 1,-1 0-1,0 0 1,1 0-1,-1 0 1,0 0 0,0 0-1,0 0 1,0 0-1,0 0 1,0 0-1,0 0 1,0 0 0,0 0-1,0 0 1,-1 0-1,1 1 1,0-1-1,-1 0 1,1-1-1,-1 1 1,1 0 0,-1 0-1,1 0 1,-1 0-1,0 0 1,1 0-1,-1-1 1,0 1 0,0 0-1,0 0 1,0 0-1,-8 6-7,1-1-1,-1 0 1,0-1-1,0 0 1,0 0 0,-1-1-1,1 0 1,-1 0-1,-18 3 1,7-2-221,-1-2 0,0 0-1,-35-1 1,46-2-176,1-1-1,-1 0 0,1 0 1,-12-4-1,19 4 175,0 0 0,0 0 0,0 0 0,0 0 0,0-1 0,0 1 0,0-1 0,0 0 0,0 0 0,1 0 0,-1 0 0,1-1 0,-1 1 0,1-1 0,0 1 0,-3-6 0,3 3 44,0-1 0,1 1 1,-1 0-1,1 0 0,0-10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6:00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0 223 20212,'0'2'101,"1"0"-1,-1 0 0,0 0 1,0 0-1,1 0 0,0 0 1,-1 0-1,1 0 0,0 0 0,0 0 1,0-1-1,0 1 0,0 0 1,0-1-1,0 1 0,1 0 1,-1-1-1,1 1 0,-1-1 1,1 0-1,2 2 0,-1-2-66,0 1 0,1-1 1,-1 0-1,1 0 0,0 0 0,-1 0 0,1-1 0,0 1 0,-1-1 1,1 0-1,4-1 0,10-1-258,0-1 1,-1-1 0,33-11-1,-43 13 226,14-4-332,0-1-1,-1-1 1,0-1 0,-1 0 0,0-2 0,31-22 0,-49 32 320,1 0 0,-1 0 1,0 0-1,0-1 0,0 1 1,0-1-1,0 1 1,0 0-1,0-1 0,0 0 1,-1 1-1,1-1 1,-1 1-1,1-1 0,-1 0 1,1 1-1,-1-1 0,0 0 1,0 0-1,0 1 1,0-3-1,-1 1 39,1-1 1,-1 1-1,0-1 0,-1 1 0,1 0 1,-1-1-1,1 1 0,-1 0 1,-4-5-1,-3-3 160,-1 0 0,0 1 0,0 0 0,-14-9 0,20 16-157,0 0 0,-1 0 0,1 0 0,-1 1 0,0-1 0,1 1 0,-1 0 0,0 1 0,0-1-1,-1 1 1,1 0 0,0 0 0,0 1 0,0-1 0,-11 2 0,10 0-3,0 0 1,0 0 0,0 1-1,0 0 1,0 1 0,0-1-1,0 1 1,1 0-1,-1 0 1,1 1 0,-9 7-1,6-3 10,-1 1 0,2 0-1,-1 0 1,1 0-1,0 1 1,1 0 0,0 0-1,1 1 1,0 0 0,1-1-1,0 2 1,0-1 0,-2 20-1,5-25-31,0 1-1,1-1 1,0 1-1,0-1 1,0 1-1,1-1 1,0 0-1,1 1 1,-1-1-1,1 0 0,0 1 1,1-1-1,-1 0 1,1-1-1,1 1 1,-1 0-1,1-1 1,0 0-1,0 0 1,0 0-1,1 0 0,0-1 1,0 0-1,0 0 1,0 0-1,0 0 1,1-1-1,0 0 1,0 0-1,0 0 1,9 2-1,4 0-185,-1 0-1,1-1 0,0-1 1,0 0-1,0-2 1,28-1-1,-15-2-1022,0-1-1,-1-2 1,36-10-1,33-16-1377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6:00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376 1 11058,'-23'17'1289,"1"9"5464,3 24-5921,0 18-440,1 37-336,-1 20-56,-7 41-128,-8 13-24,-9 6-96,-2-1-32,3-15-152,6-15-232,17-24-1368,8-25-889,24-60 1681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6:01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17636,'-1'35'1512,"1"3"513,7 8-1865,5 6-336,1 9-801,1-1-287,-7-3-992,-3-7-257,-8-15 401,-4-9 783,-8-14 769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6:01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1 119 22437,'14'-1'728,"19"-6"8,10-5-424,42-6-400,18-6-128,27-2-296,14 4-304,-10 13-600,-18 11-1137,-26 22-2912,-14 12 3888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6:01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69 414 8810,'-68'37'7940,"68"-41"-2908,5-15-5131,14-29-185,31-90-1854,-45 119 1883,16-44-282,-19 57 473,1 1 0,-1 0 0,1 0 0,0 0 0,1 1 0,-1-1 0,1 1 0,0-1 0,4-3 0,-7 7 39,1 0-1,-1 0 1,1 0 0,-1 0-1,1 1 1,0-1-1,-1 0 1,1 1 0,0-1-1,-1 1 1,1-1-1,0 1 1,0 0 0,0 0-1,-1-1 1,1 1-1,0 1 1,0-1 0,0 0-1,-1 0 1,1 1-1,0-1 1,0 1 0,-1-1-1,1 1 1,-1 0 0,1 0-1,0 0 1,-1 0-1,1 0 1,-1 0 0,0 0-1,1 0 1,-1 0-1,0 1 1,0-1 0,2 3-1,3 3-21,-1 1-1,0-1 1,-1 1-1,0 0 1,0 0-1,4 12 1,0 11-117,-1 1 0,6 64 1,-10-61 706,2 1 1,11 41 0,-15-75-490,-1 1 1,1-1 0,-1 0-1,1 0 1,0 0 0,0 0-1,0 0 1,0 0-1,0 0 1,0 0 0,1 0-1,-1-1 1,1 1 0,-1 0-1,1-1 1,0 1-1,-1-1 1,1 0 0,0 1-1,0-1 1,0 0 0,0 0-1,0 0 1,0-1-1,0 1 1,3 0 0,-2-1-73,-1 0 0,1 0 0,0-1 0,-1 0 0,1 1 0,0-1-1,-1 0 1,1 0 0,-1 0 0,1-1 0,-1 1 0,0 0 0,0-1 0,1 0 0,-1 1 0,0-1 0,-1 0 0,1 0 0,0 0 0,3-5 0,12-18-582,-2-1 0,23-52 0,-28 55 526,1 1-1,0 0 0,2 0 0,1 2 0,18-24 1,-27 39 72,0 0 0,1 0 1,-1 1-1,1 0 0,0 0 1,0 0-1,0 1 1,1-1-1,7-1 0,-12 4 6,1 0-1,-1 0 1,0 1-1,0-1 1,0 1-1,1 0 1,-1-1-1,0 1 1,1 0 0,-1 1-1,0-1 1,0 0-1,1 1 1,-1-1-1,0 1 1,0-1-1,0 1 1,0 0-1,0 0 1,0 0-1,0 0 1,0 1-1,0-1 1,0 0-1,0 1 1,-1-1-1,1 1 1,-1 0-1,1 0 1,-1-1 0,1 1-1,1 4 1,0 2 126,0 0 0,0 1 0,0 0 1,-1-1-1,-1 1 0,1 0 1,-1 12-1,0-11 208,0-1 0,0 1 0,1-1-1,0 0 1,1 1 0,4 11 0,-6-20-280,-1 1-1,1-1 1,0 1 0,0-1 0,0 0-1,0 1 1,0-1 0,0 0 0,0 0-1,0 0 1,0 0 0,0 0 0,1 0-1,-1 0 1,0 0 0,1 0 0,-1-1-1,1 1 1,-1 0 0,1-1 0,-1 1-1,1-1 1,1 1 0,0-1-13,0-1 0,-1 1 0,1-1 0,0 1 0,-1-1 0,1 0 0,-1 0 0,1 0 0,-1 0 0,0 0 0,1 0 0,3-3 0,3-4-30,0 1 0,-1-1 0,0 0 0,0-1 1,8-12-1,-10 12-93,0 0 1,-1-1 0,0 1 0,-1-1-1,0 0 1,0-1 0,-1 1 0,3-21-1,-3 9-770,-2-1 0,0 0 0,-4-26 0,1 4-2503,2 4 1032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6:02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24 181 13715,'0'22'2027,"-1"-3"577,4 35 0,-3-50-2513,1 0 0,-1-1 1,1 1-1,0 0 0,0-1 1,0 1-1,1-1 1,-1 1-1,1-1 0,0 0 1,0 1-1,0-1 0,0 0 1,0 0-1,5 4 0,-4-6-93,0 1 1,0-1-1,0 1 0,0-1 0,0 0 0,0-1 0,0 1 0,0 0 0,1-1 0,-1 0 0,0 0 0,0 0 0,0 0 0,1 0 0,-1-1 0,0 1 0,0-1 0,3-1 0,7-2-84,0 0 0,23-12 1,-19 7-107,0 0 1,-1-2-1,0 0 0,-1 0 1,0-1-1,-1-1 1,16-18-1,-25 25 127,0 0 0,-1 1 1,1-2-1,-2 1 0,1 0 0,-1-1 0,0 1 0,0-1 0,0 0 0,-1 0 1,0 0-1,-1 0 0,0-1 0,0 1 0,0 0 0,-1-1 0,0 1 0,0 0 1,-1-1-1,0 1 0,0 0 0,-3-8 0,3 12 47,-1 1 0,1-1 0,0 1-1,-1-1 1,0 1 0,0-1 0,0 1 0,0 0-1,0 0 1,0 0 0,0 0 0,-1 0 0,1 0-1,-1 1 1,1-1 0,-1 1 0,0-1 0,0 1 0,1 0-1,-1 0 1,0 1 0,0-1 0,0 1 0,0-1-1,-3 1 1,-5-1 6,1 1-1,-1 0 0,1 1 1,0 0-1,-1 0 0,-10 4 1,9-1 116,-1 1 0,1 0 0,0 1 0,0 0 1,0 1-1,1 0 0,0 1 0,1 0 0,-1 1 1,2 0-1,-1 0 0,1 1 0,1 1 0,-11 15 1,13-17 22,1-1 0,1 1 0,0 0 0,0 1 0,1-1 0,0 1 0,0-1 0,-2 20-1,5-22-70,-1 0 0,1 0 0,1 0 0,-1 0 0,1 0-1,1 0 1,-1 0 0,1-1 0,0 1 0,1 0 0,0-1-1,0 1 1,5 7 0,-3-7-14,0 0 0,1 0 1,0-1-1,0 1 0,0-1 0,1-1 1,0 1-1,0-1 0,14 8 0,-7-6-38,1-1-1,0-1 0,0 0 1,29 6-1,1-5-524,-1-2-1,85-3 0,19-11-1831,-1-13 185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6:13:22.348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92D050"/>
    </inkml:brush>
    <inkml:brush xml:id="br4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1964 2110 1382 0,'8'68'31'0,"-3"6"4"16,3 3 0-16,-3-3-16 15,-1-4-9-15,-1-12-6 0,0-9-2 16,-4-13 0-16,0-5 2 15,0-11 0-15,-5-6-2 16,1-9 9-16,-4-5 13 16,-1-8 30-16,4-8 0 15,-3-11-10-15,-2-8-8 16,-3-12 0-16,0-6 15 0,4-14 21 16,6-6 2-16,8-7-14 15,11-1-24-15,6 0-27 16,8 1-3-16,7 8-3 15,-2 7 0-15,3 13-3 16,-4 8-6-16,-4 13-3 16,-2 6 0-16,-4 15-3 15,-2 7 0-15,-3 15 3 16,-4 11 0-16,-4 19 9 16,-7 11 3-16,-11 19 3 15,-7 6-3-15,-14 3 6 16,-5-3-9-16,-5-13 3 15,-3-7-3-15,3-15 6 16,1-6 3-16,5-14 0 16,4-5 6-16,4-13-6 0,5-5-3 15,7-10-6-15,3-6 3 16,8-8 3-16,4-2-6 16,10-6 9-16,5 0-9 15,12 1-9-15,5 1 9 16,9 9-3-16,0 7 0 15,2 14-6-15,0 7 0 16,-8 16-3-16,0 6 9 0,-3 10 3 16,-4 4 0-16,-6 1 0 15,-1-3-3-15,-6-9-33 16,-2-7-12-16,1-11-56 16,-5-7-25-16,1-6-99 15,1-3 58-15,1-6 98 16</inkml:trace>
  <inkml:trace contextRef="#ctx0" brushRef="#br0" timeOffset="402.47">2540 2512 1678 0,'12'4'0'0,"1"-6"3"16,1-4 6-16,3-6 3 0,0-4 3 16,5-6 3-16,1-3-6 15,1-3-6-15,0 0 0 16,-4 0-3-16,-3 0-3 16,-8 1 0-16,-4 1-3 15,-5 1-6-15,-6 2 0 16,-7 5 3-16,-5 3 3 15,-6 9 6-15,-4 3 9 16,2 8-6-16,0 7 6 0,4 11-3 16,0 5-9-16,5 16 9 15,2 7-6-15,5 12-3 16,2-1 6-16,7-7-6 16,5-7 3-16,8-18-3 15,5-7-9-15,9-16-18 16,4-7-39-16,8-13-152 15,3-9-84-15,6-9 164 16</inkml:trace>
  <inkml:trace contextRef="#ctx0" brushRef="#br0" timeOffset="866.95">2967 2340 1019 0,'-7'-16'127'0,"-5"3"-13"0,-1 4-17 16,-1 5-39-16,-2 4-15 16,1 8-26-16,-2 5-7 15,5 9-8-15,3 5 0 16,6 4 2-16,3 0-2 16,6-4 0-16,3-2 2 0,3-11-4 15,3-3 1-15,2-10 1 16,2-2 2-16,1-10 2 15,-1-2-2-15,0-6 0 16,-4-2-2-16,2-2 0 16,-2 1 0-16,0 4 0 15,1 1 1-15,-7 8-1 16,1 3-2-16,-6 6-2 16,-1 3-1-16,1 14 1 15,-3 8 0-15,0 17 4 16,-1 6 2-16,-2 14-3 15,0 4 1-15,2 12 0 16,-1 3-2-16,-1 2 2 16,-3-1-2-16,-9-9 2 15,-6-5-2-15,-4-14 0 16,-3-9 2-16,1-22-2 0,2-11 2 16,3-19-14-16,0-15-44 15,5-25 35-15</inkml:trace>
  <inkml:trace contextRef="#ctx0" brushRef="#br0" timeOffset="1167.35">3347 2474 1628 0,'9'24'0'16,"-3"-2"3"-16,-5-6 0 16,-1-3-3-16,-2-7 3 15,-2-5 0-15,-2-9-51 16,0-8-32-16,-1-15-38 16,5-7-8-16,4-8 21 15,4-1 34-15,5 3 69 16,0 3 8-16,3 10-1 15,-2 6-1-15,-1 8-67 16,3 1 45-16</inkml:trace>
  <inkml:trace contextRef="#ctx0" brushRef="#br0" timeOffset="1583.79">3677 2482 2127 0,'12'-12'-96'16,"2"-4"72"-16,2-10 30 15,1-5-9-15,1-4-39 16,1-1-20-16,-4-1-46 15,-2 2-26-15,-7 0-10 16,-6 2 57-16,-9 5 3 16,-4 3 17-16,-9 10 39 15,-4 7 30-15,-3 10 26 16,-3 8 6-16,1 10 13 16,3 4 5-16,4 8 12 15,5 5-4-15,4 6 42 16,4 1-16-16,6 1-53 0,4-4-12 15,7-10-15-15,4-6-3 16,6-11 0-16,3-6-9 16,6-13-69-16,5-7-80 15,5-14-119-15,3-6 176 16</inkml:trace>
  <inkml:trace contextRef="#ctx0" brushRef="#br0" timeOffset="1950.6">4036 2178 1598 0,'-15'30'-6'0,"3"-2"9"15,2-2 9-15,5-4-3 16,3-6-3-16,6-6-6 16,2-4-6-16,7-6 6 15,2-3-9-15,6-1 6 16,1 1-15-16,1 5-3 0,-3 3 1 16,-8 10 10-16,-2 3 5 15,-14 9 3-15,-6 5 0 16,-11 4 2-16,-8 1 0 15,-4-2 0-15,-2-4 0 16,2-7 2-16,5-6-2 16,5-10-8-16,1-7-39 15,10-12 30-15</inkml:trace>
  <inkml:trace contextRef="#ctx0" brushRef="#br0" timeOffset="2152.91">4519 2290 1855 0,'-4'26'-12'15,"-3"-4"-9"-15,-11-7-48 16,-3-5-29-16,-6-11-86 15,-2-7-176-15,2-11 202 16</inkml:trace>
  <inkml:trace contextRef="#ctx0" brushRef="#br0" timeOffset="2335.11">4439 2040 1400 0,'36'-18'-231'0,"-8"1"29"16,-2 3 29-1,-5 7 102-15,-7 3-104 0,8 4 115 16</inkml:trace>
  <inkml:trace contextRef="#ctx0" brushRef="#br0" timeOffset="3000.25">4569 2144 1427 0,'-33'8'-4'0,"-3"2"6"16,0-1 4-16,4 3 3 16,1 3-1-16,8 1 0 15,4 2 0-15,7 2-2 16,6-1-1-16,9 3-1 0,6-2-2 16,7-1-2-16,5 0 4 15,4-3-2-15,3 2 0 16,3-3 2-16,-4 1-2 15,-4 0 0-15,-8 0 2 16,-10 1-4-16,-5 2 3 16,-16 2 9-16,-5 1 0 0,-14 1 1 15,-4-2-1-15,-4-2-9 16,-1-6-6-16,3-9-42 16,0-4-54-16,10-12 55 15</inkml:trace>
  <inkml:trace contextRef="#ctx0" brushRef="#br0" timeOffset="3183.89">4820 2416 1759 0,'6'29'-42'0,"-15"-8"-38"16,-7-6-10-16,-8-11 38 16,-3-5-39-16,0-13 56 0</inkml:trace>
  <inkml:trace contextRef="#ctx0" brushRef="#br0" timeOffset="3785.57">4779 2205 1413 0,'35'-3'39'0,"-1"4"-6"15,-6 2-10-15,-7 6-13 16,-5 3 0-16,-6 6-3 16,1 3-1-16,-3 6 6 15,1 2-3-15,0 2 0 16,-2-2-3-16,0-5-3 15,2-4 0-15,0-7-3 16,1-5 6-16,0-6 3 16,-2-4-3-16,0-9 6 15,-1-6 0-15,-2-4 6 16,-1-4 9-16,-5 0 5 16,-2 2 4-16,-6 2-21 15,-1 1-3-15,0 7-12 0,1 0 0 16,3 5 3-16,2 2 3 15,4 0 0-15,2 1-3 16,11 0 3-16,3 0-6 16,8 2 3-16,4 2 0 15,0 5-3-15,1 4 0 16,-9 6-3-16,-4 0-3 16,-8 5 6-16,-4 0 6 0,-2-2 9 15,-2-2-3-15,0-5 0 16,0-4 0-16,1-4-9 15,4-5 9-15,6-10 0 16,5-7 0-16,5-10-3 16,4-5-3-16,2-1 3 15,2 3-6-15,1 8 3 16,3 8 0-16,2 15-3 16,2 8 0-16,-1 22 14 15,0 9 4-15,-5 13 0 16,-5 5 6-16,-7-3-42 15,-4-3-54-15,-10-14-262 16,-3-6 250-16</inkml:trace>
  <inkml:trace contextRef="#ctx0" brushRef="#br0" timeOffset="4553.08">3613 2517 410 0,'8'-10'131'16,"1"2"101"-16,-1-2 5 0,0 3-86 16,3 0-40-16,-2 1-47 15,2 1-20-15,-1 1-18 16,-2 0-9-16,-4 2 0 16,-4 2-1-16,0 0 7 15,0 0 8-15,0 0-4 16,0 0 25-16,0 0-13 15,0 0-15-15,0 0-21 16,0 0 3-16,0 1-3 16,0 0-3-16,-3 22 3 15,5-14 0-15,2 3-3 16,0 1 5-16,3-2-5 16,0 0 0-16,4-1 0 15,2-4 0-15,3-3 3 16,-2-1 0-16,6-3 0 0,-1-2-3 15,3-3-3-15,-1-1-3 16,-1 1-32-16,-2-1-54 16,-7 2 73-16</inkml:trace>
  <inkml:trace contextRef="#ctx0" brushRef="#br0" timeOffset="5167.22">1563 2959 1499 0,'75'-5'-2'0,"21"-3"4"16,8 0 5-16,20-2 11 15,12 1 11-15,19 0 61 16,9 0 2-16,16 2 7 16,8 1-9-16,18 2-22 15,5-2-11-15,8 1-30 16,-1 1-6-16,-6-1-15 16,-10 1-3-16,-19 1 0 15,-10 0-3-15,-27 2 0 16,-2 1 0-16,-19 0-24 15,-14-1-33-15,-15-5-227 16,-11-2-229-16,-17-16 358 16</inkml:trace>
  <inkml:trace contextRef="#ctx0" brushRef="#br0" timeOffset="7300.78">1986 3427 1580 0,'50'1'9'0,"6"3"-3"16,2-1 6-16,-3 2-9 15,-5 1 0-15,-9-1-18 16,-6-1-24-16,-12 1-4 15,-8 0-7-15,-7 0-30 16,-5 1-32-16,-6 0 65 0</inkml:trace>
  <inkml:trace contextRef="#ctx0" brushRef="#br0" timeOffset="7583.63">2292 3316 1702 0,'23'-14'0'0,"7"-1"0"15,5 2 0-15,1 6 0 16,-2 2 0-16,-3 10 0 16,-6 5 3-16,-7 8 0 15,-4 6-3-15,-6 5 0 16,-5 2 0-16,-6 7 0 15,-5 2 6-15,-6 4 6 16,-4 2 6-16,-10 0 6 16,-3-3-15-16,-9-3-12 15,-2 0-66-15,-7-8-420 16,-1-8 374-16</inkml:trace>
  <inkml:trace contextRef="#ctx0" brushRef="#br0" timeOffset="8250.66">2853 3221 1409 0,'0'0'72'0,"4"21"81"0,4 4-70 16,1 19-77-16,0 10-3 16,-5 11-9-16,0 2-12 15,-7-2-32-15,-2-4-10 16,-1-14 9-16,-1-6 32 15,1-17 15-15,1-7 4 16,5-17 32-16,0 0 70 16,-8-14 14-16,5-5-5 0,0-10-58 15,0-5-26-15,5-8-21 16,1-5-6-16,10-11-3 16,5-4-29-16,11-7-61 15,7 1-45-15,12 9-8 16,1 6 92-16,-2 19 34 15,-6 10 20-15,-15 21 8 16,-5 12-2-16,-16 17-2 16,-5 8 0-16,-14 13-1 15,-2 3 5-15,-11 2-4 16,0-1-2-16,-1-9 0 16,-2-5 0-16,9-11-14 15,1-6-48-15,5-14 39 16</inkml:trace>
  <inkml:trace contextRef="#ctx0" brushRef="#br0" timeOffset="8599.91">3257 3522 2715 0,'6'20'54'0,"3"3"13"0,3 6-174 16,1-3-66-16,-4-3-149 16,-3-4-132-16,-5-6 153 15,-2-4 168-15,-1-7 72 16,-3-2 44-16,-3-10 69 16,-3-2 14-16,-1-9 4 15,0-3-8-15,3-4 36 16,2-5 24-16,5-5-50 15,4-3-57-15,7-5-153 16,5 2-37-16,5 8-13 16,3 5-40-16,4 10-29 15,2 4 36-15,2 7 135 16,-3 4 54-16,0 6 34 16</inkml:trace>
  <inkml:trace contextRef="#ctx0" brushRef="#br0" timeOffset="8833.69">3546 3568 1194 0,'-1'13'51'16,"0"-4"-32"-16,1 0-106 16,0-3-46-16,-2-4-24 0,2-2 137 15,0 0 99 1,0 0 78-16,0 0-9 0,0 0-26 15,0 0-25-15,0 0-35 16,0 0 37-16,0 0-46 16,0 0-20-16,0 0-128 15,0 0-54-15,0 0 107 16</inkml:trace>
  <inkml:trace contextRef="#ctx0" brushRef="#br0" timeOffset="9000.03">3507 3299 2574 0,'0'0'90'0,"1"0"-39"16,0-1-57-16,26-12-160 0,-5 5-193 15,6-6 116-15</inkml:trace>
  <inkml:trace contextRef="#ctx0" brushRef="#br0" timeOffset="9166.54">3863 3408 1556 0,'0'0'75'0,"0"0"-45"16,11 10-144-16,-5-3 44 15,-1 0-15-15,-4-2 62 16</inkml:trace>
  <inkml:trace contextRef="#ctx0" brushRef="#br0" timeOffset="9333.94">3859 3408 1514 0,'0'0'23'0,"0"1"-32"16,1 0-15-16,0 0-26 0,0 0-24 15,0 0-69-15,1 0-59 16,0 0 81-16</inkml:trace>
  <inkml:trace contextRef="#ctx0" brushRef="#br0" timeOffset="10199.94">3972 3495 468 0,'5'-17'87'0,"-1"0"138"15,-2-1-93-15,-2-2 5 16,-3 1-25-16,-6 3-5 15,-4 0-24-15,-6 6-26 16,-4 2-9-16,-5 8-19 16,1 3-4-16,-3 10-7 15,4 6-3-15,6 8 28 16,-1 6 5-16,9 8-4 16,2 1 1-16,9 0-27 0,6-5-6 15,11-8-6-15,4-5-6 16,11-10 0-16,2-5 0 15,2-10-15-15,1-4-12 16,-2-6-29-16,1-3 2 16,-5-3 3-16,-2 3 25 15,-5-2 18-15,-2 0 2 16,-1 3-2-16,-4-4 2 16,0 4 1-16,-3 2 1 0,-4 3 4 15,3 3 6-15,-8 4 5 16,1 1 5-16,-4 7-1 15,0 3 15-15,-1 7-9 16,-2 4-6-16,3-3-21 16,-2-2-45-16,2-6-37 15,-1-10-69-15,0 0 83 16</inkml:trace>
  <inkml:trace contextRef="#ctx0" brushRef="#br0" timeOffset="10350.44">4040 3357 1396 0,'-3'-12'108'16,"2"0"353"-16,6 2-371 15,5 1-54-15,6 1-66 0,4 0-57 16,10-3-241-16,3 2 217 16</inkml:trace>
  <inkml:trace contextRef="#ctx0" brushRef="#br0" timeOffset="10834.13">4252 3512 300 0,'0'0'18'0,"0"0"74"16,0 0 55-16,0 0 96 16,0 0 18-16,0-1-99 15,1 0-16-15,15-19-20 16,-8 10 81-16,0-1-6 16,3-2-52-16,-2-3-86 15,1-2-36-15,-3 0-45 16,-2-1-9-16,-4 2-6 15,-1 0-6-15,-8 3 3 0,-5 0 6 16,-5 6 3-16,-3 3 13 16,-2 7 14-16,3 5 0 15,3 10 0-15,-2 6 9 16,5 13-4-16,-1 6 1 16,5 6 6-16,8 1 9 15,10-5 9-15,9-6 3 16,10-9-6-16,8-4-6 0,4-11-18 15,1-3-3 1,4-11-33-16,-1-4-27 0,-3-8-62 16,-1-1-58-16,-8-3-102 15,-4-1 202-15</inkml:trace>
  <inkml:trace contextRef="#ctx0" brushRef="#br0" timeOffset="11649.34">5109 3362 1983 0,'-2'0'84'0,"2"0"-60"0,0 0-42 16,-1 0-18-16,0 0 12 15,0 1 0-15,-26 12 0 16,18 0 9-16,-2 3 6 0,4 5 9 16,1 0 0-16,6 1 0 15,5-2 0-15,9-5-11 16,4-2-1-16,6-9 0 15,3-3 0-15,2-6 15 16,1-5 6-16,-2-3 3 16,-4-3 0-16,-7-1-7 15,-3 1-2-15,-9 0 12 16,-3 2 3-16,-6 3 18 16,-4 1 0-16,-2 3-9 15,-1 3-9-15,11 4-18 16,0 0-12-16,0 0-24 15,-6 14-9-15,12 6-6 16,5 7 1-16,-2 8 17 16,3 5 12-16,1 8 6 15,-1 4 9-15,-1 5-6 0,-3 1 3 16,-8 4 0-16,-8 0 3 16,-11-5 0-16,-7-3 9 15,-10-16 15-15,1-11 6 16,0-17 21-16,4-8 6 15,7-18-1-15,3-8-5 16,11-18-60-16,5-10-36 0,11-11-50 16,8-3-16-16,12 3 25 15,7 8 17-15,8 8 52 16,0 3 19-16,9 7 10 16,-3 4 15-16,-2 7 30 15,-1 4 14-15,-19 7-2 16,-7 3-6-16,-17 5-27 15,-7 0-12-15,-14 1-12 16,-9 0 6-16,-9 1 21 16,0 0 11-16,4 0 37 15,7 0 6-15,13 1-7 16,14 4-20-16,0-1-30 16,10-15-24-16,20 1-99 15,9-3-56-15,20-6-198 16,9-3-112-16,13-2 323 15</inkml:trace>
  <inkml:trace contextRef="#ctx0" brushRef="#br0" timeOffset="13749.69">6370 3498 1063 0,'22'-6'21'0,"0"-3"-13"15,1-2-2-15,2-7 15 16,-3-1 16-16,-6 1 25 15,-3 1 21-15,-12-1 6 16,-5 1-9-16,-12 1-28 16,-2-1-9-16,-7 2-22 15,0 2-12-15,0 2-6 16,2 1 0-16,3 4 3 16,2 3 3-16,1 3 3 15,1 6-3-15,-2 6-3 16,-2 6-3-16,-3 10-3 15,2 6 3-15,4 8 9 16,5-3 5-16,9-5 19 0,6-4 0 16,8-11 9-16,5-3 6 15,7-9 6-15,3-8 5 16,7-9-2-16,0-8-18 16,-1-12-15-16,-4-2-18 15,-6-4-3-15,-2 2 3 16,-6 6-6-16,-3 6 3 0,-5 8-3 15,-2 5 3 1,-4 9 12-16,0 0 9 0,0 0-4 16,3 12 1-16,4 12 18 15,3 6 0-15,12 9-12 16,4 1-6-16,6-6-74 16,7-4-124-16,0-13-221 15,6-5-96-15,4-13 338 16</inkml:trace>
  <inkml:trace contextRef="#ctx0" brushRef="#br0" timeOffset="14200.94">7189 3325 1471 0,'-8'3'64'0,"-2"2"178"16,2 10-224-16,-2 7-15 15,4 14 0-15,6 11 3 16,1 15 6-16,-1 8-9 16,0 10 3-16,-3 6 6 15,-9 6-12-15,1-2 0 16,-4-17-18-16,-2-15 3 16,5-27 3-16,0-12 12 0,12-19 51 15,0 0 35-15,-4-11 4 16,12-12-15-16,0-16-39 15,3-8-36-15,7-15-12 16,-5-5 0-16,2-7-15 16,4-2-18-16,3-1-27 15,7-2-5-15,9 7-1 16,3 7 18-16,4 20 33 16,-1 12 15-16,-5 21 27 15,-5 8 0-15,-11 20 0 16,-8 11-3-16,-18 18-3 15,-8 7 0-15,-13 2 0 16,-4-2-6-16,-8-13-3 16,-3-7-24-16,-5-13-131 15,-4-12-33-15,6-14 122 16</inkml:trace>
  <inkml:trace contextRef="#ctx0" brushRef="#br0" timeOffset="15516.43">7392 3012 821 0,'30'4'157'0,"-1"12"129"15,-1 9-168-15,-5 16-52 16,-3 6-8-16,-7 6-8 16,-1 1 31-16,-5-3-43 15,2-4-17-15,0-9-18 16,-1-5 0-16,-2-12-3 15,-2-4 0-15,-3-7 0 16,0-4 0-16,-1-6 0 16,0 0-6-16,0 0-17 15,0 0-7-15,14-14-12 16,1 0-12-16,8-6 33 16,2-1 3-16,3 0 7 15,0 4 5-15,-9 6 10 16,-4 4 2-16,-7 6 3 15,-4 2 5-15,3 6 3 16,-1 4 16-16,3 6 0 16,0 4-9-16,0 4-3 0,1 0-6 15,-1-2-4-15,3-3-2 16,-6-7-3-16,3-3 0 16,-3-6 3-16,-2-4-6 15,4-4 9-15,1-5-6 16,5-5 6-16,3-1-3 15,0-2 3-15,0 3 0 0,-3 1 3 16,-3 5-3 0,-3 2 0-16,-2 2-6 0,-6 4-6 15,0 0 3-15,0 0-3 16,0 1 0-16,0 0 9 16,0 1-3-16,0 26 0 15,0-28-3-15,12 5 3 16,-2-6 0-16,4-4 6 15,1-4-6-15,-1-2 6 16,-2-2-6-16,-4 0 0 16,-4-1 0-16,-8 0-18 15,-3 0 0-15,-9 1-9 16,-3 0 3-16,-4 4 18 16,3 1 0-16,2 4 3 15,5 1 6-15,6 2-9 16,7 1 0-16,0 0-9 0,0 0 3 15,14 7 3-15,-1-1 6 16,6 4 3-16,2 2 3 16,4 5 9-16,2 3 6 15,1 5-3-15,-2 1 2 16,-7 3-14-16,-6-3-9 16,-6-2 0-16,-2-5-3 0,-5-5 3 15,0-5-6-15,-1-5 6 16,1-4 6-16,-1 0 0 15,0 0 6-15,-9-22-12 16,11-1-9-16,11-11-26 16,1-6-1-16,9 1 3 15,-1 4 9-15,2 9 42 16,0 5 12-16,-4 9 12 16,-1 5-4-16,-4 8-23 15,-1 4 0-15,-2 8-15 16,-2 4-6-16,-3 5 3 15,0 2 3-15,-3 1-3 16,1-1 3-16,0-5-3 16,1-3-3-16,0-7-21 15,1-4-14-15,-1-10-58 16,2-5-29-16,2-7-22 0,1-3 70 16,3 3 36-16,0 2 21 15,0 5 42-15,-1 4 10 16,-1 2 2-16,-3 3-6 15,2 4-5-15,0 0 1 16,0 4 8-16,-1 1 55 16,3 1 32-16,3 0 4 15,8-3-31-15,4-2-17 0,5-6-48 16,1-3-12-16,-3-7-3 16,-2 0-9-16,-7-3 0 15,-5-2 0-15,-10-1 0 16,-4-1 3-16,-11-2-3 15,-5 2 0-15,-10 6 6 16,-3 2 3-16,0 11 18 16,-2 5 0-16,8 13 14 15,3 5 1-15,9 12 6 16,6 4-6-16,15 2-22 16,10-1-7-16,21-7-48 15,15-8-71-15,16-17-148 16,4-9-131-16,4-18 295 15</inkml:trace>
  <inkml:trace contextRef="#ctx0" brushRef="#br0" timeOffset="15916.88">6542 3814 1690 0,'60'10'69'0,"17"-4"-63"15,13 0-15-15,20-2 9 16,9-1 3-16,15 0 3 16,7 0 6-16,13-2 6 15,2 0 0-15,-2-2-9 16,-4 1-3-16,-10-6-3 0,-8 1-9 15,-18-3-24-15,-9-2-101 16,-13-7 74-16</inkml:trace>
  <inkml:trace contextRef="#ctx0" brushRef="#br0" timeOffset="17951.91">1941 4443 1956 0,'29'-8'12'0,"17"-2"0"15,5 0-3-15,5-2-9 16,4 0 3-16,-4-2 6 16,-4-2-6-16,-2 2 0 15,-4 1-3-15,-7 3-3 16,-5 3 3-16,-13 2-3 15,-9 3 0-15,-12 2-33 0,0 0-59 16,-9-8-504-16,-1-3 473 16</inkml:trace>
  <inkml:trace contextRef="#ctx0" brushRef="#br0" timeOffset="18199.32">2413 4077 2425 0,'62'28'0'0,"-5"7"-7"16,-8 5-2-16,-15 5-4 15,-7 3 0-15,-14 3 3 16,-7 1 3-16,-15 2 7 15,-10 1-2-15,-12 0 7 16,-6-2 4-16,-8 0-5 16,-1-3-13-16,-4-8-252 15,-5-5 180-15</inkml:trace>
  <inkml:trace contextRef="#ctx0" brushRef="#br0" timeOffset="21138.81">3120 4093 1347 0,'-3'16'47'0,"0"13"15"16,-2 10-47-16,3 22-13 16,-2 4 2-16,4 5-2 15,1 2 0-15,2-7 2 16,3-4-2-16,-4-16-2 16,2-8-2-16,-2-19 2 15,-5-6 0-15,0-12 4 16,1-5 8-16,-4-13 5 15,1-7 4-15,-1-10 26 16,-1-6-5-16,5-4-15 0,2 0-4 16,3-6-14-16,3-1-3 15,10-3-3-15,2-1-3 16,5 2 0-16,5 5 0 16,-1 8-3-16,1 4 3 15,-2 12 0-15,-1 6 6 16,-6 12-3-16,0 5 15 15,-8 12 0-15,-3 9-3 0,-4 15 6 16,-6 8 0-16,-8 14-6 16,-4 2 0-16,-7-2-3 15,0-1-3-15,-2-17-9 16,1-5 0-16,1-14-48 16,1-8-54-16,3-11-99 15,1-8-96-15,10-10 177 16</inkml:trace>
  <inkml:trace contextRef="#ctx0" brushRef="#br0" timeOffset="21432.56">3415 4374 1684 0,'-2'31'231'0,"2"5"151"0,1 1-299 15,4-2-87-15,3-3-10 16,0-13-27-16,0-6-28 16,-1-6-8-16,-2-5-4 15,-2-5 39-15,-2-7 3 16,-1-11 3-16,-3-3-17 0,4-13-58 16,4-4-24-16,4-3 7 15,5 3 80 1,3 4 29-16,-1 5 15 0,2 11 6 15,-1 1 4-15,0 8-2 16,2 2-6-16,5-1-347 16,0-3 258-16</inkml:trace>
  <inkml:trace contextRef="#ctx0" brushRef="#br0" timeOffset="21815.95">3708 4511 2398 0,'1'15'142'0,"4"-1"18"15,3 1-139-15,8-3-54 0,0-5-36 16,8-9-101-16,-3-7-36 16,5-11-39-16,-1-5 66 15,-1-5 128-15,-3 0 36 16,-9 1 21-16,-2 0 9 15,-10 4 33-15,-5 1 24 16,-7 4 8-16,-6 2 1 0,-4 8-33 16,-7 3-30-16,-3 9-12 15,-1 8-6-15,1 8 6 16,6 6 3-16,6 8 6 16,7 4 0-16,8 6-3 15,6-1 2-15,11 1-8 16,4-5-6-16,12-8 12 15,5-7-12-15,14-14-71 16,6-11-73-16,8-19-318 16,5-10 381-16</inkml:trace>
  <inkml:trace contextRef="#ctx0" brushRef="#br0" timeOffset="22167.37">4535 3951 1278 0,'-9'28'81'0,"1"5"57"16,1 8-85-16,4 3 34 16,3 5-19-16,2 1-5 15,2 2-18-15,-2-1 12 16,0-3-3-16,-2 0-4 15,-5-10-14-15,2-4-21 0,-5-13-6 16,1-6-6-16,4-9 0 16,3-6 9-16,-1 0-3 15,0 0 12-15,0 0 9 16,0-1-6-16,1 0-3 16,-1 1-18-16,0-1-45 15,0-1-15-15,-4-25-39 16,13 23 1-16,-2 0-22 15,-6 4-26-15,0 0 4 16,0 0-47-16,-9-15 105 16</inkml:trace>
  <inkml:trace contextRef="#ctx0" brushRef="#br0" timeOffset="22617.44">4131 4533 1717 0,'0'-9'150'0,"7"-4"17"15,-1-3-215-15,6-4-74 16,0 1 29-16,-9-1 78 16,-5 1 9-16,-6 3 30 15,-4 6 24-15,-6 2 24 16,1 6 5-16,-3 6-11 16,-1 3-18-16,1 12-24 15,2 6 0-15,5 8 0 16,1 5 20-16,8 3 25 15,3 1-8-15,7-5-21 16,5-3-7-16,10-6-21 16,8-6-3-16,11-12-11 15,5-7-25-15,7-14-72 16,-2-4-86-16,-4-9-66 0,-3 2-33 16,-10 3 91-16,-5 2-138 15,-13 5 156-15</inkml:trace>
  <inkml:trace contextRef="#ctx0" brushRef="#br0" timeOffset="23416.89">4309 4392 2623 0,'9'0'53'0,"11"1"-31"16,8 1-35-16,13-2-18 15,5-2-21-15,5-4-56 0,1-2-25 16,-7 1-104-16,-5 1-11 16,-13 4 68-16,-9 2 27 15,-9 2 68-15,-4 0-39 16,-3 4-116-16,-1 0-63 16,2 2 67-16,2 0 96 15,0-1 195-15,1 0 89 16,-1-1 63-16,-1 2 16 15,-1 4-78-15,0 2-25 0,-2 8-35 16,1 4-15-16,0 5-16 16,0 0 17-16,1-1-8 15,-1-4-22-15,-1-7-53 16,0-6-32-16,-1-13-73 16,0 0 22-16,-10-8-66 15,2-10-84-15,-2-10-103 16,-2-2 108-16,4-2 226 15,1 0 115-15,3-2 145 16,2-1-55-16,5-3-141 16,3 1-38-16,6 3-10 15,3 4 12-15,3 8 27 16,3 6 10-16,1 9 13 16,-1 5 1-16,1 12 3 15,-2 6-6-15,1 10-2 0,-2 5-3 16,-4 6-19-16,-1 0 36 15,-6-2-17-15,0-1-7 16,-2-4-8-16,3-5-6 16,-3-6-9-16,-1-4-9 15,-5-7-15-15,0-8 0 16,0 1-3-16,0-1-3 16,1 0 0-16,-1 0 3 0,0 0 12 15,0 0 6-15,1 0 3 16,0-1-12-16,0 0-27 15,1 0-33-15,26-20-221 16,-20 13 226-16</inkml:trace>
  <inkml:trace contextRef="#ctx0" brushRef="#br0" timeOffset="23933.6">5146 4418 1518 0,'-22'-3'256'0,"4"2"310"0,0 3-478 16,4 5-124-16,-1 3-10 15,2 6-30-15,0 5-10 16,3 7 23-16,-1 2 12 15,5 0 51-15,3-1 0 16,4-8 12-16,7-4 0 16,6-7 12-16,4-5 9 15,9-7-12-15,3-8-1 16,9-9-43-16,2-5-13 0,3-6-21 16,-3-1-9-16,-8-4 0 15,-2 0-5-15,-9-3-13 16,-3-6-6-16,-7-5 16 15,-3-3 17-15,-6-1 34 16,-3 3 19-16,0 12 19 16,0 11 24-16,3 16 33 15,0 8 2-15,2 20-17 16,0 10-12-16,-1 23-36 16,-1 9 0-16,-4 11-6 15,-2 1-3-15,-1-5 6 16,2-3-6-16,2-17 3 15,2-7 3-15,2-20-9 16,-1-6-3-16,-3-13-96 0,0 0-98 16,5-26 150-16</inkml:trace>
  <inkml:trace contextRef="#ctx0" brushRef="#br0" timeOffset="24883.56">5377 4462 1167 0,'-3'-1'89'0,"3"1"63"16,0 0-98-16,0 0-10 15,0 0-11-15,13 1 29 0,6 0-20 16,5-1-21-16,9-1-15 16,7 0-1-16,0 2-5 15,4 0 3-15,-6 6-3 16,-8 3 0-16,-7 3 0 16,-7 2 0-16,-6 5 3 15,-3 0 6-15,-5 2 3 16,-2-2 0-16,-2-6-3 15,-1-2-3-15,3-6-18 16,0-6-21-16,0 0-20 16,0 0 5-16,-6-18 18 15,2 4 22-15,-5-4 31 16,-2-2 19-16,2-4 21 16,-3 1-4-16,11-5-23 15,2 0-27-15,10-3-39 16,3 3-15-16,7 5-5 0,2 5 2 15,-1 11 15-15,0 6 7 16,-5 14 18-16,-1 6 4 16,-7 12 3-16,-2 2 4 15,-5 4 9-15,-1-4 15 16,0-5 6-16,0-5 6 16,2-7-7-16,0-5-8 0,1-5 0 15,0-6-6-15,1-3-6 16,3-4 6-16,2-6-6 15,2-2 0-15,3-4 3 16,3 2-3-16,2 2-3 16,0 3 0-16,2 5-9 15,-5 2-9-15,-2 3 6 16,0 2-6-16,-4 3 9 16,-1-1 0-16,1-1 0 15,-1-1 0-15,-2-3-3 16,-1-1 3-16,-2-3 3 15,-2-2 9-15,-1 1 30 16,-2 0 0-16,-9 0-10 16,-5 1 1-16,-3 1-27 15,-1 2-6-15,-4 3 3 16,4 2-6-16,-2 5-6 0,-1 2 6 16,4 7 12-16,3 1 12 15,5 4 18-15,6 1-3 16,4-1-9-16,7-2-3 15,6-5-15-15,2-4 0 16,9-9 0-16,2-2 0 16,3-8-9-16,-1-3 6 15,-2-1 14-15,-4 0 19 16,-1 4 30-16,-2 2-21 0,-5 5-21 16,1 3-13-16,-4 6-28 15,0 7-8-15,-4 13-18 16,-2 9-24-16,-5 17-2 15,-2 11 13-15,-9 15 5 16,-4 6-36-16,-11 3 15 16,-7-4 7-16,-12-13 89 15,-2-9 119-15,-12-12 84 16,-4-7-43-16,-3-20-44 16,-7-10-68-16,-2-25-112 15,-4-15-158-15,0-21 100 16</inkml:trace>
  <inkml:trace contextRef="#ctx0" brushRef="#br0" timeOffset="25250.5">4366 4895 1408 0,'52'-11'40'0,"12"2"-3"16,7 2-29-16,10 3-2 16,4-1-4-16,2 2-1 15,1 1 1-15,-2 1-2 16,-2 0 0-16,-5 0-2 16,-6-2-9-16,-7-2-98 15,-5-2 76-15</inkml:trace>
  <inkml:trace contextRef="#ctx0" brushRef="#br0" timeOffset="27783.75">7147 4411 1528 0,'-21'-7'88'0,"5"-1"85"0,0 2-206 15,3 2-15-15,-3 4 24 16,-4 1 15-16,3 5-2 16,-1 3 5-16,2 5 6 15,-1 2 0-15,0 5 15 16,-1 1 5-16,3 1 34 15,3-1 3-15,6-3 3 16,6-2-9-16,7-7-16 16,5-2 7-16,7-8 3 15,1-4 0-15,9-10-18 16,0-6-9-16,4-7-24 16,1-1-3-16,-1-1-9 15,-1 5 9-15,-10 5 0 16,-5 6 9-16,-9 8 0 0,-8 5-15 15,0 0 3-15,-2 5 0 16,-4 10 3-16,2 6 18 16,-3 5 0-16,4 4 6 15,-2 2-3-15,2-4 0 16,3-2-6-16,0-5 6 16,3-10-9-16,2-2 0 15,5-9-3-15,5-7 0 16,7-11 0-16,3-8-12 15,3-7-9-15,0-2 3 16,-5 1 0-16,-3 5 12 16,-4 6 9-16,-4 3 0 0,-7 9 12 15,-5 10-9-15,0 1-6 16,0 0 0-16,3 9 9 16,-6 12 9-16,-1 12 15 15,1 6 9-15,4 2-10 16,0-1-5-16,5-7-15 15,1-5-12-15,-3-12-6 16,-1-4-6-16,-3-12 0 16,0 0 9-16,0 0-9 15,3-16 4-15,1-5-7 16,1-5-9-16,4-6 6 16,2-2 3-16,0 0 9 0,-1 0 6 15,1 5 0 1,2 4-3-16,-2 11-6 0,0 4 0 15,-5 8 3-15,0 4 3 16,-3 9 9-16,1 6 3 16,0 9 18-16,-2 0-9 15,2 1 6-15,0-2 0 0,-1-6-13 16,2-4-2-16,1-9-12 16,-2-4-9-16,4-7 4 15,0-4-4-15,5-6 3 16,0-4 9-16,5-7 0 15,2 0-3-15,3-3 3 16,3 3 0-16,-1 6 3 16,0 6-3-16,-4 9 0 15,-4 5 0-15,-4 10-9 16,-3 4 6-16,-7 11-6 16,-2 3 6-16,-4 2 3 15,2-1-3-15,2-6 3 16,1-4 3-16,5-7-3 15,-3-5-6-15,3-9-12 16,3-3-18-16,3-11-63 16,6-3-29-16,-2-4-54 15,-1-1 36-15,-5 5 96 0,-6 3 19 16,-2 6 34-16,-2 3 19 16,-1 7 9-16,0 0 2 15,0 0 0-15,0 0 18 16,-8 15 0-16,8-2 5 15,0 4 37-15,-1 0 15 16,2-2-4-16,4 1-8 0,3-3-33 16,4-2-25-16,0-6-14 15,0-5-18-15,-1-4-24 16,-1-5 3-16,-3-4 3 16,-2-3 3-16,-4-4 18 15,-3 2-9-15,-5-2-26 16,-3 0-10-16,-3 1-12 15,-1 2 9-15,1 1 24 16,3 4 12-16,6 4 3 16,4-1 0-16,6 1-12 15,4 1 0-15,7-1-9 16,4 6 9-16,5 3 6 16,1 3-3-16,-1 8 9 15,-5 3 0-15,-6 6 3 16,-3 4 9-16,-10 1-3 15,3-3 3-15,-5-3-3 0,2-3-6 16,4-7-6-16,0-3 3 16,3-5-9-16,-2 0 9 15,1-3 21-15,1-2-3 16,2 0 9-16,1-1-9 16,-1-2-12-16,-3 0 0 15,3-5-9-15,0-2-3 16,6-4 0-16,2-3-12 0,0-2-9 15,0-3 0-15,-7 2-18 16,-4 2 15-16,-8 3 13 16,-3 4 5-16,-7 7 12 15,-3 1 9-15,2 6 17 16,1 2 19-16,6 5-3 16,4 1-9-16,7 3-21 15,7 2-12-15,5 0 0 16,4 1 0-16,1 0 6 15,-1-1-3-15,-3 2 0 16,-1 0-3-16,-9-1 0 16,-2-2 3-16,-5-2 6 15,-3-1 3-15,-3-4 0 16,3-5 0-16,0 0 0 0,0 0-12 16,-6-13 3-16,11-3-12 15,5-11-9-15,0-4 6 16,7-5-3-16,-1-4 0 15,1 4 6-15,-1 2 0 16,-2 12-3-16,0 7 0 16,-6 14 9-16,4 6 0 15,-5 14 6-15,0 7 12 16,1 10-6-16,-6 3-3 0,1-2 0 16,2-3-18-16,-1-12-72 15,1-5-53-15,0-12-117 16,1-6 86-16,4-14-203 15,3-5 191-15</inkml:trace>
  <inkml:trace contextRef="#ctx0" brushRef="#br0" timeOffset="28116.3">8762 4111 602 0,'13'-34'164'0,"0"6"202"16,-1 6-236-16,-5 11-33 15,0 6-6-15,-1 9 2 16,-1 9 81-16,-3 16-75 15,1 11-27-15,-4 16-48 16,0 4-15-16,4 0-3 16,0-3-24-16,1-12-87 0,2-4-50 15,-6-16-21-15,-2-7 39 16,-9-15-10-16,-3-6 15 16,-7-10 35-16,-2-3 51 15,-1-4 71-15,-2-2 26 16,2 0 20-16,2 2-3 15,4 3 32-15,6 7 7 16,7 2 5-16,6 3-13 0,9-1 32 16,9-4-56-16,13-3-78 15,7 1-45-15,18-2-83 16,4 2 47-16,1-2-61 16,-2-1-233-16,-9 5 208 15</inkml:trace>
  <inkml:trace contextRef="#ctx0" brushRef="#br0" timeOffset="28766.69">9231 4229 1369 0,'0'0'44'0,"0"1"7"16,0 0-34-16,-1 0-17 16,-11 19 2-16,3-6-2 15,-4 3 4-15,1 5 6 16,-2 2 3-16,6 1 10 15,2-2 18-15,6-5 16 0,5-4-4 16,4-9 1-16,4-2 6 16,2-7-3-16,1-4 0 15,-1-5-16-15,-1-1-5 16,-4-4 0-16,-3-1-3 16,-3 0-15-16,-4 0-15 15,-2 5-15-15,0 2-15 0,2 6 0 16,3 2-3-16,6 4-3 15,2 0 7-15,11 7-4 16,2 3 6-16,7 10-12 16,2 3-6-16,-6 7-12 15,1 2-3-15,-9 6 16 16,-5 4 8-16,-14 6 24 16,-10 2 18-16,-18 6 33 15,-10 0 14-15,-8 0 46 16,-2-3 9-16,3-15 14 15,5-9 21-15,7-18-32 16,4-9-53-16,8-12-73 16,4-7-46-16,9-10-88 15,7-6-4-15,14-11 73 16,8-1 41-16,18-6 51 16,7-2 12-16,10-1 17 0,2 1 1 15,0 6 0-15,-2 5 9 16,-10 11-6-16,-9 7-10 15,-17 11-14-15,-5 4-18 16,-15 9 18-16,0 0 6 16,-15-12 2-16,-1 11-6 15,2-6-12-15,1 2-4 16,6-3-2-16,4-5-12 0,6-2-31 16,3-3-43-16,8-1-110 15,4 3-39-15,1 5-311 16,3-1 412-16</inkml:trace>
  <inkml:trace contextRef="#ctx0" brushRef="#br0" timeOffset="29166.5">9906 4312 2058 0,'0'0'155'0,"0"0"45"16,0 0-182-16,3 12-13 15,5 5 6-15,-1 2-7 16,5 0-13-16,5 0-10 15,-6-6-2-15,0-1-1 16,-5-7 6-16,-6-5 16 16,0 0 56-16,0 0 25 0,0 0 21 15,5-19-26-15,2-3-53 16,1-2-15-16,4-9-22 16,-1 2-13-16,4-5-49 15,6 0-50-15,1 3-71 16,3-1-114-16,3 8-147 15,1 3 45-15,-1 9 214 16</inkml:trace>
  <inkml:trace contextRef="#ctx0" brushRef="#br0" timeOffset="30050.2">10316 4152 1140 0,'10'11'51'0,"-2"1"22"15,0-1-36-15,-4-3-22 16,-1-1-3-16,-8 0 11 15,-6-1 12-15,-7 0 21 0,-4 2 10 16,-4 0 57-16,2 1 44 16,2 3-3-16,5-3-11 15,6 3-31-15,3 2-30 16,6 1-57-16,3 2-12 16,7-4-32-16,2-3-8 15,6-6-11-15,5-5 1 16,4-8 6-16,1-6 12 15,0-3 15-15,-7 0-3 0,-4 1 12 16,-6 2-15-16,-4 0 12 16,0 2-7-16,-5 2-4 15,-4 1 3-15,0 3-4 16,-2 2-4-16,6 5 3 16,0 0-3-16,-3 15-3 15,2 0 7-15,1 9 3 16,0 2 1-16,1 3 0 15,6-2-3-15,-2-7-1 16,4-6-5-16,5-9-35 16,1-6-5-16,12-9-17 15,1-6-19-15,5-4 9 16,1 0 9-16,-7 4 25 16,-2 4 20-16,-8 8 18 0,-6 0 0 15,-7 7 0-15,-4 4-6 16,-8 10-6-16,-4 2 6 15,-3 7 6-15,1-1 0 16,4-10 3-16,1-1 0 16,3-11 0-16,-1-3-18 15,-2-11-57-15,-2-3-39 16,-1-12-40-16,0-2 83 0,2-4 27 16,2-1 24-16,6 0 42 15,4 0 4-15,10 1-4 16,5-2-7-16,12 4-26 15,5 5-12-15,10 9-9 16,3 6-4-16,-3 14 14 16,-3 8 7-16,-16 17 22 15,-9 8 2-15,-10 9 17 16,-6 5 4-16,-1 0 5 16,-2-2 1-16,1-9 48 15,-1-5 8-15,0-11-11 16,0-6-9-16,-1-12-39 15,-1-4-19-15,-1-10-34 16,4-6-4-16,1-11 3 16,2-6 12-16,6-4 48 15,2-3 2-15,7 2 7 16,2 3-6-16,3 10-21 0,3 7-9 16,-4 14-6-16,-2 12-9 15,-4 21-12-15,-5 8 6 16,-6 16-6-16,-4-1-9 15,-5-6-104-15,0-6-73 16,5-16-277-16,5-12 344 16</inkml:trace>
  <inkml:trace contextRef="#ctx0" brushRef="#br0" timeOffset="30917.04">11187 3898 2031 0,'0'52'147'15,"-1"5"8"-15,0 8-161 16,-1-1-27-16,1-4-155 16,-1-4-63-16,-1-9-90 15,0-9 173-15,-1-13 51 16,-2-10 30-16,-6-13 74 15,-2-7 28-15,-7-10 18 16,-2-3 12-16,-2-5 5 0,1 1-6 16,1 3-13-16,4 0-3 15,5 8-5-15,5-2 8 16,7 5 15-16,0-2 1 16,11-3 5-16,8-2-4 15,17-5-108-15,10 0 4 16,11 2-4-16,3 7 8 0,-1 7 40 15,-1 4 26-15,-9 7 29 16,-11 1 5-16,-11 2-7 16,-8-1 14-16,-16-3-16 15,-2 0-9-15,-14-3-4 16,-5 1 22-16,-5 0 42 16,1 1 12-16,1 4 5 15,3 1-8-15,2 6-45 16,0-1-28-16,3 3-26 15,1-3-9-15,6-4-14 16,3 1-4-16,5-7 9 16,5-1 0-16,4-6 36 15,5-5 15-15,4-4 23 16,1-3 7-16,1 0-9 16,5-1-14-16,-3-2-15 15,-5 2-5-15,-1 4-20 0,-8 2-2 16,-4 7-16-16,1 5-7 15,-5 7-1-15,0 4-3 16,1 4-10-16,-1 0-15 16,9-5-62-16,0-6-25 15,11-6-23-15,3-6 12 16,3-7 26-16,0-3 50 16,-5-4-38-16,-1 0-12 0,-7-2 15 15,-2-4-17-15,-1-4-29 16,-2 0 7-16,-2-4 25 15,0-4 65-15,-3-1 181 16,1-7 59-16,-3 4 66 16,3 5-54-16,-2 8-53 15,1 12-21-15,3 17-46 16,-1 13 48-16,4 27-40 16,1 11-32-16,1 14-12 15,-1 3-9-15,0-4-18 16,1-6-6-16,-3-13-51 15,1-9-48-15,-4-19-112 16,0-9 14-16,-3-26 103 16</inkml:trace>
  <inkml:trace contextRef="#ctx0" brushRef="#br0" timeOffset="31067.1">11820 3868 2127 0,'8'56'164'16,"9"3"-27"-16,2 7-94 16,10-2-81-16,3-4-119 0,-1-8 67 15</inkml:trace>
  <inkml:trace contextRef="#ctx0" brushRef="#br0" timeOffset="33683.37">1732 5384 2043 0,'38'-3'-6'16,"9"-1"6"-16,5 2 0 16,6-4 0-16,4-1 3 15,2-5-6-15,-6-4-30 0,-5-3-65 16,-7 0-22-16,-12-1-11 15,-6 1 35-15,-9 4 74 16,-3 0 5-16,-8 2-66 16,-2-1 54-16</inkml:trace>
  <inkml:trace contextRef="#ctx0" brushRef="#br0" timeOffset="33983.01">2294 5101 2413 0,'36'12'0'16,"0"2"3"-16,-1 5-6 0,-2 5-4 15,-7 6-2-15,-2 7-5 16,-15 11 0-16,-9 5 1 16,-17 10 5-16,-6 2 3 15,-10 2 5-15,-1-1 4 0,-1-7-170 16,3-7-196-16,0-17 204 16</inkml:trace>
  <inkml:trace contextRef="#ctx0" brushRef="#br0" timeOffset="37304.81">1720 3968 1559 0,'0'123'12'0,"8"12"3"15,3 9 3-15,4 16-12 16,2 8 3-16,-4 9-9 16,-4 4-3-16,-7 5-6 15,-5-1-3-15,-5-4 0 16,-3-4 3-16,-2-15 6 16,-2-6 3-16,1-15 0 15,0-9 3-15,0-12 0 16,3-4 0-16,-4-8-3 15,0-3 0-15,0-9-9 16,-1-6-9-16,2-13-54 0,0-7-71 16,-1-21 77-16</inkml:trace>
  <inkml:trace contextRef="#ctx0" brushRef="#br0" timeOffset="37982.5">1696 3133 1619 0,'-10'52'12'0,"1"37"9"15,3 23-9-15,4 36-6 16,4 24-12-16,4 15-171 0,-1 3 148 16</inkml:trace>
  <inkml:trace contextRef="#ctx0" brushRef="#br0" timeOffset="52066.24">3134 5031 878 0,'-3'8'121'0,"0"14"133"16,2 11-206-16,-3 24-5 0,-2 14 5 15,-2 14-13-15,1 4-14 16,-5-1-15-16,4-9-6 16,0-11 4-16,-1-9 0 15,4-17-6-15,-1-10 0 16,1-17-6-16,2-6 4 15,-3-11 4-15,-1-6 0 16,-1-11 0-16,0-3 0 0,1-13 0 16,0-3 0-16,2-7 0 15,0-5-2-15,1-1 2 16,3-3 0-16,3-4 0 16,3-4 0-16,7 1 0 15,5 3 0-15,4 11 0 16,4 6 0-16,0 11 0 15,-1 6-4-15,-2 12-23 16,-4 4-31-16,-1 8-182 16,-4 3 142-16</inkml:trace>
  <inkml:trace contextRef="#ctx0" brushRef="#br0" timeOffset="52502.53">3061 5076 1332 0,'8'-16'39'0,"10"-3"-20"16,6 0-3-16,10-2-14 16,4 0-2-16,-1 5-2 15,-1 2 2-15,-5 10-2 16,-3 6 6-16,-8 12-4 15,-4 8 0-15,-10 8-2 16,-5 3-2-16,-10 2 6 16,-8 3 0-16,-6 0 0 15,-5-2-1-15,-3-1 3 16,-2-1-4-16,-3-4 0 16,2-2 6-16,6-8-19 0,3-5-49 15,13-16 40-15</inkml:trace>
  <inkml:trace contextRef="#ctx0" brushRef="#br0" timeOffset="52816.28">3305 5328 1156 0,'0'0'120'0,"7"9"214"16,0 5-257-16,3 11-74 15,2 3-3-15,1 7-6 16,0 0 6-16,-2 3 0 16,-2-2 6-16,-7-1-6 15,-4-5-3-15,-8-8-9 16,-4-7-2-16,-1-10 5 16,-1-7 0-16,-2-10 9 15,3-4 0-15,3-9 9 16,1-1 0-16,9-4 5 15,2-1-5-15,13-2-6 16,6-1-9-16,14-2-77 16,7-1-9-16,9 0-98 15,1 2 111-15</inkml:trace>
  <inkml:trace contextRef="#ctx0" brushRef="#br0" timeOffset="53216.5">3577 5475 1063 0,'-3'3'85'0,"3"2"70"16,3-1-99-16,2 4-48 15,3 0-4-15,2 0 0 16,1 1 1-16,3-1-3 16,0-1 0-16,3-4-2 15,0-1 4-15,0-5-4 16,1-2 2-16,0-6-2 15,-2-1 2-15,0-6 2 16,-2 0 0-16,-7-2-2 16,-2 0-2-16,-6 1 4 15,-7 2-2-15,-2 4 7 16,-4 2 7-16,-6 5 7 16,-2 2 2-16,-3 10 2 15,-2 3-5-15,-1 10 16 16,-1 4 13-16,3 5-9 15,1 3-4-15,9 4-29 0,6 2 3 16,14 0-6-16,9 0 3 16,14-5-6-16,6-5-6 15,8-10-125-15,5-8-54 16,5-15 122-16</inkml:trace>
  <inkml:trace contextRef="#ctx0" brushRef="#br0" timeOffset="53683.51">4082 5427 1373 0,'-21'-7'48'16,"-1"0"2"-16,-4 7-38 15,-3 2-2-15,0 8-2 16,-2 1-1-16,4 5 3 15,4 4 2-15,6 3-1 16,3 3 13-16,7 3 9 16,4 2-9-16,3 0-9 15,9-1-3-15,4-6-6 16,7-5 0-16,8-9 0 16,2-8-6-16,7-11-15 0,2-9-24 15,5-7-33-15,-2-3 35 16,-1-5 6-16,-8-1 8 15,-3-1 17-15,-3-2 6 16,-8-8-11-16,1-3-9 16,-4-11-13-16,-3 0 2 15,-1 4 16-15,-3 8 23 0,-4 17 42 16,-3 9 16-16,-2 21 4 16,0 0 45-16,-7 17-53 15,1 12-32-15,-1 26-24 16,-1 9 0-16,0 9 18 15,-1 5-9-15,1-3-36 16,-3-1-66-16,0-7-145 16,3-5 174-16</inkml:trace>
  <inkml:trace contextRef="#ctx0" brushRef="#br0" timeOffset="53966.53">4091 5531 1870 0,'3'-10'101'0,"9"1"-59"0,8 3-30 16,12 1-24-16,4 0-12 16,9 0-71-16,-1 4-25 15,1 2-14-15,-4 4 27 16,-9 6 84-16,-4 4 12 15,-14 5 11-15,-3 4-12 0,-10 1-23 16,-4-2-21 0,-4-4-64-16,0-4-35 0,0-11-131 15,1-4-70-15,1-11 241 16</inkml:trace>
  <inkml:trace contextRef="#ctx0" brushRef="#br0" timeOffset="54316.63">4396 5528 347 0,'-1'-26'99'16,"2"0"148"-16,5 1-55 15,2 1-40-15,6-1-80 16,2 4-25-16,3 5-26 16,1 7-6-16,0 10-7 15,0 11 0-15,-6 10 0 16,-4 8-2-16,-8 9 3 16,-3 4-1-16,-3 3 0 15,2 1-2-15,-1-6-3 16,1-8 1-16,2-12-2 0,-1-8-2 15,1-13 2-15,0 0 2 16,8-15-2-16,-4-4 0 16,7-9 0-16,1-5-2 15,7-4 4-15,4 0-4 16,3-1-4-16,3 0 4 16,1 6 0-16,0 2 10 15,-3 12 21-15,-3 9 3 16,-7 19-1-16,-5 9-6 0,-7 13-21 15,-3 3 0-15,-1 5 0 16,0 0-4-16,2-5-37 16,3-4-128-16,5-18 101 15</inkml:trace>
  <inkml:trace contextRef="#ctx0" brushRef="#br0" timeOffset="54732.43">5042 5402 1518 0,'-23'-13'71'0,"4"5"-2"16,-1 4-13-16,4 8-44 16,0 3 0-16,2 8-6 0,2 3-6 15,1 6 3-15,6 0-3 16,2-1-3-16,5 0 3 15,5-6 0-15,-2-3-3 16,12-7-3-16,-3-6 0 16,10-9 9-16,3-3-6 15,-2-6 3-15,2 0 3 16,-4 4-3-16,-2 2 21 16,-4 7-3-16,-2 7 0 0,-3 12-6 15,-2 7-9-15,-5 19 0 16,-4 11 3-16,-8 17 0 15,-5 4-3-15,-9 7 0 16,-5-2 0-16,-10-11-3 16,-6-6 0-16,-13-18 0 15,-4-11-3-15,-5-22-6 16,0-10-24-16,6-21-113 16,2-8-18-16,8-17 110 15</inkml:trace>
  <inkml:trace contextRef="#ctx0" brushRef="#br0" timeOffset="62649.35">5958 5308 985 0,'-3'19'83'15,"0"6"53"-15,-3 10-105 16,1 2-8-16,0 2-7 15,-3-1-5-15,1-2-7 0,1-3-2 16,-1-10-2-16,1-5-4 16,6-18-9-16,-2 0-5 15,8-18-7-15,3-4 2 16,0-7 11-16,-1-3 7 16,3-1 24-16,-5-1 8 15,9-5 4-15,-1-4-4 16,13-3-11-16,2 0-7 15,4 9-5-15,2 7 6 0,-9 14 3 16,-2 8 1-16,-9 16 2 16,-3 9-3-16,-8 19 6 15,-3 8 5-15,-5 12 1 16,-2 0-2-16,0-2-9 16,1-6-10-16,5-10-2 15,6-6-6-15,4-11-43 16,2-7-61-16,3-12 59 15</inkml:trace>
  <inkml:trace contextRef="#ctx0" brushRef="#br0" timeOffset="63415.96">6326 5483 369 0,'14'-24'55'0,"-4"3"121"16,4 0 36-16,-8 5 11 15,-2 7-54-15,-4 9-53 0,0 0-30 16,-2 15-28-16,1 5-10 15,-2 10-13-15,2 3 49 16,1 2-54-16,0-1-13 16,6-6-11-16,0-4-3 15,5-10 3-15,1-5-3 16,2-10-9-16,0-7 0 16,5-17-35-16,4-8-7 0,5-10 9 15,3-2 18-15,-4 2 23 16,-2 3 4-16,-15 11 34 15,-4 5 11-15,-7 8 11 16,-1 6 4-16,-1 5-24 16,3 5-12-16,0 0-18 15,0 0-12-15,0 0 0 16,13 6-6-16,1 4 3 16,5 4 0-16,1 3 0 15,-4 1 3-15,-3 4 0 16,-6 0-6-16,-8 0 6 15,-2-2-3-15,-3-2 3 16,-3-4 0-16,1-4 0 16,2-3 0-16,6-7 6 15,0 0-3-15,3-7 6 16,4-5-9-16,8-9 0 0,5-5-3 16,11-7-6-16,6-3 3 15,-3-1 0-15,3 2 3 16,-9 5 0-16,-3 6 0 15,-9 12 3-15,-3 6 0 16,-7 11 0-16,-3 6 3 16,-3 14-3-16,-1 4 9 15,0 8-6-15,-2-1 3 0,3-4 3 16,1-2-6-16,3-10 0 16,0-5 0-16,3-6-3 15,0-5 0-15,-1-6-6 16,1-5 0-16,0-9 0 15,-1-4 0-15,4-7 6 16,-1-4 0-16,2-5 3 16,1-2-3-16,2 3 0 15,1 2 6-15,2 12-6 16,0 6 0-16,-2 17 0 16,-5 9 0-16,-2 22 0 15,-7 10 6-15,-2 13 9 16,-2 0-9-16,0-7 0 15,10-8-12-15,6-21-191 16,13-11 149-16</inkml:trace>
  <inkml:trace contextRef="#ctx0" brushRef="#br0" timeOffset="63816.88">7411 4893 1622 0,'0'28'104'0,"-1"12"-14"16,0 8-72-16,-1 14-6 15,-4 0-12-15,-1 2 3 16,-2-2-15-16,-2-12-66 16,1-6-29-16,1-20-27 15,1-9 58-15,2-11 18 16,1-6 20-16,0-11 26 15,4-2 12-15,2-7 19 16,4 0 12-16,4-4 18 16,6-3 1-16,7-1-11 15,8-2-11-15,11 4-10 16,4 3-6-16,4 9-12 16,-7 8 0-16,-9 14 0 15,-7 9-3-15,-14 13 3 16,-7 5 0-16,-14 11 0 0,-10 5 0 15,-12 0-3-15,-5-3 0 16,-3-12-21-16,2-7-9 16,7-17-331-16,5-5 254 15</inkml:trace>
  <inkml:trace contextRef="#ctx0" brushRef="#br0" timeOffset="64482.9">7845 5244 1216 0,'4'15'95'16,"4"0"110"-16,6 2-184 15,4-2-2-15,5-5-16 16,2-5 0-16,1-7-22 15,2-4-4-15,-1-8-49 16,0-1-29-16,-7-5-32 16,-2 0 1-16,-11 2 35 15,-7 0 29-15,-10 1 63 16,-7 1 19-16,-7 2 47 0,-1 1 30 16,-3 4 31-16,0 3 10 15,3 3-12-15,1 3-27 16,4 8 35-16,2 4-45 15,3 11-41-15,4 6-24 16,4 11-12-16,5 3-3 16,10 0-3-16,4-3 0 15,9-13-3-15,3-3-6 0,6-14-27 16,4-6-3-16,9-11-12 16,3-9 13-16,1-11 2 15,-3-4 12-15,-11 0 18 16,-10 1 6-16,-9 6 42 15,-7 5 14-15,-5 7 31 16,-1 3 3-16,-1 9-16 16,0 0-17-16,0 0-33 15,4 6-12-15,-1 12-12 16,-1 4 0-16,-1 6 0 16,-1 1 0-16,-4-2 0 15,-2-5 0-15,-2-10 0 16,0-2 0-16,1-10 0 15,1-6 6-15,0-8 9 16,3-9 15-16,4-10 12 16,6-4 9-16,10-6-10 0,8-1-11 15,8 1-24-15,5 1-27 16,10 2-185-16,3-1-291 16,10-4 404-16</inkml:trace>
  <inkml:trace contextRef="#ctx0" brushRef="#br0" timeOffset="64816.77">8954 4916 1947 0,'-16'4'111'0,"-5"4"-18"15,-1 2-81-15,-12 6-15 16,-8 5 9-16,-8 5-6 15,-3 4 0-15,3 1 3 16,6-1-3-16,11-2 3 16,8-3-3-16,18-5-3 15,5-4-3-15,18-6-3 16,8-1-6-16,10-5 9 16,5-2 3-16,4 1 0 15,0 1 0-15,-4 4 3 0,-7 2 0 16,-13 8 0-16,-11 5-3 15,-22 9 3-15,-12 2-6 16,-20 3-6-16,-8-2-72 16,-10-6-280-16,-2-3 250 15</inkml:trace>
  <inkml:trace contextRef="#ctx0" brushRef="#br0" timeOffset="65249.41">6756 5843 1067 0,'60'-10'52'0,"7"-2"21"16,26-5-32-16,9-3-12 16,19-5-4-16,6 2-9 15,5 1-10-15,-2 1-4 0,-7 3-4 16,-9 1-6-16,-21 4-71 16,-8 3 55-16</inkml:trace>
  <inkml:trace contextRef="#ctx0" brushRef="#br0" timeOffset="65818.33">9670 4994 1415 0,'-24'-1'58'0,"1"1"40"15,2 3 9-15,1 5-32 16,0 2-3-16,-1 6-15 15,0 0-24-15,3 5-21 16,2 0-7-16,13-2-7 16,6 1-10-16,13-5-18 15,5-1-12-15,12-4-3 16,3 0-3-16,-1 0 21 16,-5 0 9-16,-5 3 15 15,-12 1 3-15,-7 5-3 16,-6 3 6-16,-19 5-3 0,-8 0 0 15,-11 4 0-15,-3-5 9 16,-4-6-9-16,4-6-39 16,3-11-147-16,6-5-157 15,15-14 191-15</inkml:trace>
  <inkml:trace contextRef="#ctx0" brushRef="#br0" timeOffset="66166.35">9686 5120 1586 0,'4'7'98'0,"0"9"-23"15,2 5-57-15,1 9 3 16,-2 5 0-16,5 4-3 16,3-1-3-16,3-2-6 15,3-8-6-15,1-9-3 16,0-6-3-16,3-13-27 15,-1-5-3-15,-3-14-3 16,-1-4 0-16,-5-8 24 16,-4-2 15-16,-10 0 6 15,-4 1 12-15,-14 2 9 16,-3 3 6-16,-5 4 15 16,-4 2 15-16,3 6-4 0,-1 6 7 15,3 8-21-15,1 5-21 16,-1 14-15-16,2 6-15 15,3 7-177-15,5 0-348 16,8-17 419-16</inkml:trace>
  <inkml:trace contextRef="#ctx0" brushRef="#br0" timeOffset="66366.97">9993 4943 2420 0,'0'-4'123'0,"8"9"37"16,-1 10-156-16,8 15-9 15,1 8 0-15,-7 12 0 16,-4 5-5-16,-9 5-75 16,-5 1-103-16,-8-8-369 15,-1-5 264-15</inkml:trace>
  <inkml:trace contextRef="#ctx0" brushRef="#br0" timeOffset="66865.98">10595 4713 1789 0,'4'10'129'0,"2"11"14"15,0 11-50-15,-1 21-40 16,-2 8 1-16,-6 8-30 15,-1 0-6-15,-3-9-24 16,1-8-30-16,1-14-56 16,1-7-16-16,2-16-35 15,2-14 8-15,0-1 48 16,-7-2-8-16,0-13 39 16,-4-4 39-16,-4-4 7 15,-4 2 10-15,-4 2 15 16,-2 3 20-16,-1 7 46 0,-1 3 2 15,-2 11-11-15,1 3-9 16,1 12-12-16,2 4-1 16,4 7-8-16,3 3-15 15,11 0-18-15,5-1-9 16,20-7-24-16,13-6-33 16,20-17-107-16,11-8-104 15,14-15 208-15</inkml:trace>
  <inkml:trace contextRef="#ctx0" brushRef="#br0" timeOffset="69299.8">1842 6267 828 0,'14'16'0'16,"5"0"0"-16,13 0-5 0,8-1 1 15,16-2-3-15,8-3 5 16,10-1-3-16,8-1-2 16,11-3 0-16,6 1 3 15,16 1 4-15,8-1 0 16,6 4 0-16,13 0 2 0,4 1-2 16,2 1 2-16,11 0 5 15,-5 0 0-15,9-2 16 16,-4-2 4-16,-1-3 3 15,-2 0-3-15,-12 0-11 16,-3-1-14-16,-25 2-4 16</inkml:trace>
  <inkml:trace contextRef="#ctx0" brushRef="#br1" timeOffset="78114.07">16651 1859 502 0</inkml:trace>
  <inkml:trace contextRef="#ctx0" brushRef="#br1" timeOffset="78282.82">16619 1852 785 0,'-26'23'134'15,"-5"5"-32"-15,-12 9-47 16,-4 2-12-16,-4 4-12 16,-2 0-4-16,5-3-6 15,3 0-7-15,6-9-8 0,1-2-2 16,-1-8-18-16,2-6-131 15,-1-8 90-15</inkml:trace>
  <inkml:trace contextRef="#ctx0" brushRef="#br1" timeOffset="78565.58">16145 1981 1408 0,'33'9'34'0,"4"5"-6"16,1 3-3-16,-2 3-6 16,0 4-3-16,-4 1-9 15,1 0-3-15,1-3-2 16,0-2-2-16,-2-5 0 15,0-3 0-15,-5-5-2 16,-1-4-13-16,0-3-65 16,-3 0-81-16,-4 0 92 15</inkml:trace>
  <inkml:trace contextRef="#ctx0" brushRef="#br1" timeOffset="80466.5">16735 2239 1189 0,'1'0'15'0,"0"0"-9"16,0 1 0-16,19 17-4 15,-17-5 3-15,-1 5-5 16,0 1 2-16,-1 1-4 31,-1 0-42-31,-2-8 30 0</inkml:trace>
  <inkml:trace contextRef="#ctx0" brushRef="#br1" timeOffset="81365.39">15172 2548 1322 0,'0'0'-21'0,"14"4"-8"16,5-4 6-16,9 0 9 15,12-3 10-15,10-4 6 16,11 0 4-16,25-2 4 15,11-2-1-15,26 1-3 16,3 0 0-16,12-1-2 16,3 3-2-16,10 1 7 15,6-3 9-15,14 0 7 16,8-3 2-16,10-2-5 16,5 2-5-16,11-3-5 15,0 3-5-15,4-1-3 16,-1 1-2-16,-6 2-2 15,-2 0 0-15,-4 2-2 0,1-3 0 16,-9 2 0-16,1 0 2 16,-5-1 0-16,-6 2 0 15,-5-1 0-15,-8 3 2 16,-14-1-8-16,-10 0-23 16,-20 3-104-16,-7 0-129 15,-16 1 114-15</inkml:trace>
  <inkml:trace contextRef="#ctx0" brushRef="#br1" timeOffset="82648.23">17769 1511 1415 0,'2'26'2'0,"3"25"6"15,-2 15 7-15,-1 31 7 16,-3 20 1-16,-7 30-6 15,-1 15-5-15,-4 21-6 16,2 11-2-16,4 9-2 16,3 0 0-16,3 8-2 15,2-2 0-15,2 12 2 16,0-2 0-16,-1-2 1 16,-1 1-3-16,0-14 4 15,-1-1-2-15,2-8 13 0,0-3 30 16,-2-5 38-16,-1-1 25 15,0 0 24-15,-1-2 5 16,3 0-23-16,1 2-10 16,3-4-43-16,0-3-32 15,-1-8-18-15,-2-7-6 16,-2-11-15-16,-1-8-13 16,-5-22-29-16,0-12-67 0,-2-24-82 15,-1-12-32-15,0-24-62 16,1-13-69-16,4-27 193 15</inkml:trace>
  <inkml:trace contextRef="#ctx0" brushRef="#br1" timeOffset="83665.5">18725 1878 1421 0,'2'26'4'16,"10"-6"-4"-1,5-3 2-15,3-7-2 0,3-3 0 16,1-8 0-16,0-3-2 0,1-4 2 15,1-3 0-15,0-3 0 16,-2-1 0-16,0-3 2 16,-1-2 0-16,-6 0 6 15,-2 0 7-15,-8 3 10 16,-6 3 2-16,0 6 2 16,-1 8 9-16,0 0-8 15,0 0-12-15,4 17-18 16,-2 3-6-16,3 18 3 15,1 9 0-15,0 17 3 16,-2 5 0-16,2 8 3 16,-1 1-6-16,-4-9-3 15,-1-5-3-15,-14-15 0 16,-4-10 9-16,-24-16 57 16,-12-9 50-16,-16-16 87 0,-6-8 16 15,4-20-48-15,4-6-83 16,16-14-75-16,11-3-74 15,24-4-315-15,15 1 230 16</inkml:trace>
  <inkml:trace contextRef="#ctx0" brushRef="#br1" timeOffset="92165.04">16140 2766 179 0,'7'-3'18'16,"-3"0"23"0,-4 3-8-16,0 0 3 0,4 10 6 0,-11 8 9 15,1 5 6-15,-10 6 18 16,-1 5-2-16,-4-1-30 15,0-2-11-15,3-7-16 16,1-5-3-16,6-7-6 16,2-6 9-16,3-4 23 15,0-2 20-15,3-2 48 16,1-1 9-16,5-3-37 16,2 0-15-16,10-2-35 15,4-1-9-15,13 3-3 16,1 0 1-16,2 4 3 15,1 0-2-15,-7 2-1 16,-1 2-5-16,-5 0-5 16,-4-2-4-16,-4-2-2 15,-3-3 0-15,-4-1-2 16,1-3 0-16,-4-1 0 16,-1-3 0-16,-4-2 0 0,0 1 0 15,-6-2-2-15,-1 0 0 16,-5 3 0-16,-1 1 2 15,-3 3-2-15,0 3 2 16,0 5 0-16,0 3 0 16,3 7 4-16,1 2 0 15,3 6 2-15,1 3 3 16,3 9 9-16,0-1-1 0,2 5 1 16,3-1-5-16,2-4-7 15,6-3-2-15,2-10-8 16,2-6-10-16,6-12-84 15,0-7-145-15,2-10 129 16</inkml:trace>
  <inkml:trace contextRef="#ctx0" brushRef="#br1" timeOffset="92415.45">16479 2862 520 0,'12'-13'101'0,"-5"1"72"16,0 1-14-16,-1 4-66 16,-6 7-45-16,0 0-33 0,0 0-7 15,0 0-10-15,9 9 6 16,-9 6 17-16,-2 3 6 16,2 5 10-16,1 3 4 15,6 1-12-15,3 2-8 16,3-2-7-16,-3 0-14 15,1-8-198-15,0-6 146 16</inkml:trace>
  <inkml:trace contextRef="#ctx0" brushRef="#br1" timeOffset="93351.13">16184 3553 1160 0,'0'0'25'16,"0"0"-18"-16,0 0-10 0,0 0-3 15,0 1 2-15,-1 0 6 16,-14 20 0-16,5-11 6 15,-1-1 9-15,-2 2 8 16,5-3 2-16,0 1-2 16,0-1-9-16,8-4-4 15,3 1-7-15,8-4 1 16,3 0 0-16,7-2-2 16,3-1 0-16,3 1 9 15,3 1-1-15,-3 2-2 16,-2 3-1-16,-5 4-7 15,-4 1 2-15,-6 3 0 16,-4 0 0-16,-9 5 0 0,-5 1 2 16,-11 3 1-1,-6 1 1-15,-11-2-2 0,-4 2 0 16,-8-10-30-16,-1-4-96 16,2-20 78-16</inkml:trace>
  <inkml:trace contextRef="#ctx0" brushRef="#br1" timeOffset="93849.66">16108 3527 2013 0,'29'-4'48'0,"12"-1"-90"16,5-1-27-16,11-1 13 15,2 0 5-15,-3-2-48 16,-6 1-2-16,-13 0 14 16,-8 1 57-16,-15 4 24 15,-13 3-4-15,-1 0-19 16,0 0-13-16,-10-1-5 16,-2 5 8-16,-1 4 20 15,2 2 13-15,2 4 10 16,2 2 2-16,4 2 2 15,1 3-3-15,-1 0-3 0,-1-3 4 16,-3-2 4-16,0-3 3 16,2-2 5-16,3-4 1 15,2-1-1-15,4-2-5 16,8-4-5-16,6-1-2 16,8-6-4-16,4-4 2 15,0-5-3-15,-1 0-1 16,-10-2 0-16,-2 2 0 0,-13 3 0 15,-6 0 0 1,-11 5 0-16,-6 1-1 0,-13 5-1 16,-7 4 0-16,-10 5 2 15,1 1 0-15,11 2-31 16,12-4-246-16,22-9 186 16</inkml:trace>
  <inkml:trace contextRef="#ctx0" brushRef="#br1" timeOffset="94732.73">16112 4071 625 0,'6'-1'27'0,"2"0"10"16,1 1-5-16,3 2 22 15,1 0 19-15,1 1 25 16,-2 0-2-16,2-3-25 16,2 1-13-16,2-2-23 15,3-4-14-15,-3-2-13 16,-2 0-2-16,-5 0 6 16,-2 3 9-16,-9 4 2 15,0 0 2-15,0 0-7 16,0 0-7-16,0 1 5 0,-3 21 1 15,-5-1 14-15,-2 7-6 16,-4 12-3-16,2 3-11 16,-2 2-5-16,0-1-4 15,3-8-12-15,0-5-15 16,7-11-147-16,0-8-197 16,10-13 178-16</inkml:trace>
  <inkml:trace contextRef="#ctx0" brushRef="#br1" timeOffset="95132.9">16472 4099 1485 0,'3'-4'29'15,"1"1"22"-15,5 3-86 16,2 0 15-16,8-3 18 16,2-1 2-16,3-1 0 15,1 0 4-15,-3 0 4 16,-2 1 5-16,-8 4-3 16,-3 0 6-16,-5 7-13 15,-2 1 0-15,-8 7-3 0,-3 3 3 16,-10 4-3-16,-4 2 3 15,-3-1 0-15,1-2 3 16,6-3 15-16,6-2 3 16,13-3 0-16,4-3 0 15,13-4-16-15,8-2-2 16,9-10-15-16,6-2-41 16,2-9-89-16,0 0-12 0,-6 1-238 15,-6 1 181-15</inkml:trace>
  <inkml:trace contextRef="#ctx0" brushRef="#br1" timeOffset="96032.18">16100 4725 1429 0,'3'-4'37'0,"2"-1"-10"16,5 2-25-16,4 0 0 15,7-4 2-15,3 0-3 16,3-3-1-16,1 3 2 0,-2 1 0 15,-3 3 0-15,-7 3-2 16,-4 3 0-16,-7 3 0 16,-3 6 0-16,-6 2 0 15,-6 4 0-15,-6 0-2 16,-4 0 0-16,-3-1 2 16,3-1 2-16,1-2 10 15,6-1-2-15,7-3 3 16,2 0-4-16,8-3 0 15,1 2-3-15,6 0 3 16,-1 0 3-16,2 1-3 16,-3 0 0-16,-3 0-3 15,-4 1-3-15,-5-1 0 16,-5 0-3-16,-11 0 0 16,-2 1 0-16,-9-3 3 15,3-2 6-15,4-5-12 0,4-4-24 16,14-13-127-16,8-6-218 15,18-9 189-15</inkml:trace>
  <inkml:trace contextRef="#ctx0" brushRef="#br1" timeOffset="96465.06">16637 4711 1202 0,'-24'-6'122'0,"4"1"352"16,-3 4-564-16,2 4-29 16,-1 0 60-16,-3 3 51 15,-3 2 6-15,1 2 4 16,1-2 4-16,7 1 1 15,8 1 1-15,9-1 2 16,4 2-1-16,8 4-9 16,2 1 0-16,4 3 0 15,2 3 0-15,-2 3 0 16,-1 1-3-16,-5-1-3 0,-5-1-4 16,-3-6 10-16,-5-4-2 15,-4-7 2-15,-2-5 2 16,-3-5 5-16,4-3 5 15,2-6 9-15,4-4 3 16,10-9 0-16,7-4-9 16,15-7-45-16,8-4-45 0,15-2-60 15,2 0-193-15,-3 7 167 16</inkml:trace>
  <inkml:trace contextRef="#ctx0" brushRef="#br1" timeOffset="97848.86">16214 5343 518 0,'-22'-4'73'0,"-1"4"57"16,1 2-5-16,-5 10 5 15,0 4-16-15,0 4-31 16,1 4-11-16,7-1-30 15,4 0-16-15,9-5-19 0,5-4 1 16,6-5-6-16,3-5 4 16,7-6 9-16,2-5 3 15,6-5 1-15,5-3-5 16,-2-3-8-16,-1-1-6 16,-4-1 1-16,-3 3 1 15,-3 3 2-15,-3 3 2 16,-4 7 2-16,-4 2 2 15,-1 9 1-15,-1 7 7 0,-5 11 1 16,0 8-2-16,-4 9-5 16,-2 3-8-16,2-2-14 15,-2-1-40-15,1-8-301 16,2-9 220-16</inkml:trace>
  <inkml:trace contextRef="#ctx0" brushRef="#br1" timeOffset="98299.18">16459 5423 1313 0,'-7'-5'52'16,"5"-2"22"-16,2-1-65 0,14-1-5 15,2-3-4-15,8-2 2 16,1-1 0-16,-2 6-2 15,-3 1 2-15,-5 8 2 16,-2 4-2-16,-11 8 0 16,-2 4-2-16,-12 5 0 15,-5 2 4-15,-8 2 5 16,-6-1 14-16,4-2 34 16,6-3 77-16,13-5-11 15,11-1-24-15,19-6-84 16,8-4-30-16,16-8-51 15,5-4-21-15,4-5-95 16,1-1 19-16,-4 2 105 16</inkml:trace>
  <inkml:trace contextRef="#ctx0" brushRef="#br1" timeOffset="99083.57">16183 5864 1423 0,'-2'20'31'0,"0"1"-17"15,1 2-16-15,2 0-4 16,0-1 0-16,0-3-2 0,2-3-1 15,-3-7-11-15,2-1-17 16,3-8-85-16,-3-4-192 16,11-11 161-16</inkml:trace>
  <inkml:trace contextRef="#ctx0" brushRef="#br1" timeOffset="99414.62">16492 5861 1640 0,'-12'19'86'0,"6"3"-71"15,4 2-12-15,2 1-3 16,4-2-9-16,1-6-24 16,-1-4-5-16,3-8-4 15,-1-4-6-15,4-8 17 16,2-4 20-16,2-7-13 15,-1-1 3-15,-2 0-4 16,-3 2 3-16,-4 4 15 16,-1 1 3-16,-5 4 6 15,-1 0 0-15,-8 1 2 16,-4 2-1-16,-2 1 11 0,-2 2 3 16,2 2 9-16,6 0-3 15,1 0-10-15,10 0-9 16,0 0-25-16,7-4-25 15,9-3-311-15,8-3 227 16</inkml:trace>
  <inkml:trace contextRef="#ctx0" brushRef="#br1" timeOffset="99781.09">16783 5856 1214 0,'-11'-1'87'16,"-1"1"153"-16,5 5-249 15,0 0-9-15,3-2-7 16,0 1 0-16,0-2 5 16,0-2 9-16,4 0 11 15,0 0 6-15,0 0 3 16,-1 0-1-16,1 0 0 15,-6 13-4-15,6 0-2 16,3 0-1-16,0 6 9 16,2 1 0-16,2 1 3 15,-1-1-1-15,2-5-6 0,0-2 0 16,4-7-4-16,2-6-4 16,-2-6-6-16,0-6-6 15,-2-3-5-15,-3-1 3 16,-7 2-3-16,-5 2-29 15,-6 5 32-15</inkml:trace>
  <inkml:trace contextRef="#ctx0" brushRef="#br1" timeOffset="101265.7">16778 5845 154 0,'0'0'11'0,"0"0"9"16,0 0-17-16,0 0 1 15,0 0 5-15,0 0 13 16,0-1 11-16,1 0 14 15,-1 0 5-15,1 1-1 16,0-1-2-16,0 0 5 16,0 0 7-16,0 1 1 15,0 0 6-15,-1 0 21 16,1 0-2-16,0 0-17 16,0 0-17-16,0 1-33 15,0 0-4-15,0 0-2 16,0-1 0-16,-1 1-1 0,0 0-1 15,0 0-6-15,0 0-2 16,0 1-1-16,0-1-3 16,0-1 2-16,0 1 0 15,-1 0 6-15,1 0 6 16,0 0 1-16,0 0 1 16,0 0-7-16,0-1-1 15,0 1-4-15,0 0 2 16,0-1 0-16,0 0-1 0,1 0 1 15,-1 0-2-15,2 0 0 16,26-7-2-16,-28 7 0 16,1 0-2-16,0 1 2 15,17 14 0-15,-16-1 3 16,-2 3 5-16,-1 4-4 16,1 1 0-16,-5 0-6 15,-3-1-6-15,2-7-42 16,-5-3-55-16,1-8 57 15</inkml:trace>
  <inkml:trace contextRef="#ctx0" brushRef="#br1" timeOffset="105932.2">18401 2809 937 0,'-3'-13'55'0,"3"1"20"16,4 0-70-16,8-3 1 16,7 1 4-16,6-3 17 15,6 2 4-15,5 3 2 16,0 1-8-16,0 7-13 16,-4 3-6-16,-12 8-5 15,-6 5 1-15,-12 13-2 16,-6 7 0-16,-13 9 2 15,-3 2-2-15,-14-2 2 16,-1-7-2-16,-7-6 0 16,0-5 0-16,4-5 8 0,2-5 4 15,15-7 13-15,7-4 6 16,11-7 2-16,6-4 0 16,8-4-14-16,6-1-9 15,9 1-8-15,4-1 0 16,4 4 0-16,1 3-2 15,-1 3-4-15,2 2-16 16,-2 1-121-16,0-1-229 16,1-2 192-16</inkml:trace>
  <inkml:trace contextRef="#ctx0" brushRef="#br1" timeOffset="106582.88">18892 2801 1750 0,'-8'19'54'0,"0"6"-99"16,1 3-24-16,3 1 40 15,0-5 17-15,4-7 0 16,1-5 6-16,5-6 0 0,1-6-6 15,5-4 9-15,1-5 0 16,5-5-67-16,2-4 28 16,-2-1-13-16,-4-2-1 15,-5 2 21-15,-7 2 4 16,-9-1 10-16,-3 3 4 16,-9 0 11-16,-1 2 8 15,1 3 15-15,3-1 8 16,8 2 10-16,6-2 2 0,10 0-14 15,8-1-7-15,11 0-8 16,5 0-6-16,3 4 1 16,-1 3 1-16,-2 5-2 15,-4 3 0-15,-5 9 0 16,-4 0-2-16,-7 8 0 16,-4 1 0-16,-7 5 2 15,0 0-2-15,-2-3 0 16,-2 0 0-16,2-4 2 15,1-1 0-15,4-2 4 16,2-1-4-16,1-6 2 16,0-2-1-16,1-6 1 15,1-3-2-15,3-7 0 16,1-3 2-16,2-7-4 16,0-3 2-16,-4-3-2 0,-5-1 2 15,-7 1-2-15,-6 4 0 16,-8 3 0-16,-2 5-2 15,-7 4 2-15,0 4 0 16,1 3 0-16,1 1 0 16,5 2 0-16,1 0-8 15,8-1-56-15,3-3-66 0,10-4 74 16</inkml:trace>
  <inkml:trace contextRef="#ctx0" brushRef="#br1" timeOffset="107000.26">19452 2695 1421 0,'18'2'35'16,"6"0"-29"-16,5 0-4 15,5-2 0-15,3-2 0 16,-2-4 1-16,-1-1 3 16,-11 1 8-16,-4 2 1 15,-11 2-1-15,-8 2-6 16,-4 10-6-16,-9 6-2 15,-14 15 0-15,-6 5 0 16,-4 7 0-16,-2-1 0 0,11-8 0 16,6-5-2-16,15-12 0 15,7-4-2-15,13-7 4 16,8-4 0-16,17-7-8 16,9-6-25-16,16-6-114 15,3-4-211-15,0-1 173 16</inkml:trace>
  <inkml:trace contextRef="#ctx0" brushRef="#br1" timeOffset="107833.23">18382 3569 1237 0,'39'-15'27'0,"-1"1"-25"16,1 3 0-16,-1 6 0 15,-2 3 0-15,-9 6 0 16,-7 4 0-16,-9 2-2 15,-6 3 2-15,-8 3-2 16,-4-2 0-16,-9 1 0 16,-3 1 0-16,-6-3 2 15,-1 0 2-15,-1-4-1 16,0 0 1-16,3-3 10 16,3-4 5-16,9-1 24 15,11-1 5-15,1 0-3 16,4-2-8-16,15 0-22 15,7 0-5-15,10 2-6 16,7 0 0-16,-1 5-2 16,0 1-1-16,-7 1-10 15,-5-1-30-15,-4-6-174 16,0-4 137-16</inkml:trace>
  <inkml:trace contextRef="#ctx0" brushRef="#br1" timeOffset="108214.43">18906 3489 1458 0,'-16'16'33'16,"2"2"-6"-16,2 5-64 15,3 0 0-15,1-2 12 16,2-2 14-16,2-4 11 16,3-4 5-16,3-3-3 15,3-3 6-15,7-5-2 16,4-3 2-16,7-4-3 16,2-2-1-16,0-2-4 15,-3 0 4-15,-8 0-4 16,-7 0 0-16,-7 0-2 15,-5-2 4-15,-8 1 0 0,-2 1 0 16,-6 2 2-16,0 1-4 16,0 5 0-16,2 2-2 15,4 3-46-15,2 3-200 16,5-3 162-16</inkml:trace>
  <inkml:trace contextRef="#ctx0" brushRef="#br1" timeOffset="108443.02">19090 3538 269 0,'0'0'0'16</inkml:trace>
  <inkml:trace contextRef="#ctx0" brushRef="#br1" timeOffset="108853.45">19059 3514 955 0,'0'0'85'0,"0"-1"35"15,0 0-89-15,0 1-14 16,0 0-17-16,0 0 2 15,0 0-2-15,1 0 4 16,-1 0-4-16,2 0 2 16,25 3-2-16,-26-3 2 15,0 0-2-15,0 0 2 0,0 1-2 16,28 8 0 0,-28-9 0-16,17 0 0 0,-3-3 2 15,7-2-1-15,1-2-1 16,3 0 0-16,-2 2 0 15,-3 1 2-15,-7 5-2 16,-4 2 4-16,-8 7-4 16,-2 2 0-16,-9 4 0 15,-6 0 0-15,-6 0 2 16,-3 1 4-16,-3-2 4 16,-1-4 1-16,3-1 11 15,2-1 5-15,6-3 4 16,5-1-2-16,6-2-12 15,6-3-1-15,0 0-7 16,0 0 3-16,8 4 0 16,10-4-5-16,11-2 1 15,4-1-8-15,7-2-52 0,-1-1-35 16,-1-3-161-16,0-1-176 16,-4-3 233-16</inkml:trace>
  <inkml:trace contextRef="#ctx0" brushRef="#br1" timeOffset="109032.65">19533 3416 1965 0,'-2'44'78'0,"-2"6"-168"15,0 2-47-15,1 1-149 16,-2-6 18-16,4-5 164 15</inkml:trace>
  <inkml:trace contextRef="#ctx0" brushRef="#br1" timeOffset="110002.27">18485 4184 1448 0,'26'-10'35'0,"9"-2"-31"15,6 4-4-15,6 3 0 0,-2 0 0 16,-10 6 0-16,-9 3 2 16,-15 3-4-16,-7 4-2 15,-7 4 2-15,-8 5 2 16,-7 4-2-16,-1 1 0 15,-9 1-5-15,-3-1-5 16,-2-2 2-16,0-3 2 16,6-6 7-16,5-1 8 15,13-4 7-15,7 1-1 16,15-3 1-16,9-3-10 0,17-4-10 16,9-4-11-16,6-8-100 15,0-1-224-15,-6 0 177 16</inkml:trace>
  <inkml:trace contextRef="#ctx0" brushRef="#br1" timeOffset="110448.2">18887 4193 1489 0,'13'-7'33'16,"6"-1"-31"-16,8 0-8 15,8-1 2-15,0 0 0 0,-3 2 4 16,-5 3 0-16,-11 5-2 16,-4 5-7-16,-11 6-13 15,-4 4-3-15,-7 4 4 16,-4 3 7-16,-2 0 12 16,0 0 2-16,5 1 0 15,3-3 4-15,6-1 4 16,5-3 2-16,4-4-3 15,3-3-1-15,8-9-6 16,4-1-6-16,6-12-19 16,3-3-27-16,-2-4-243 15,-1-3 172-15</inkml:trace>
  <inkml:trace contextRef="#ctx0" brushRef="#br1" timeOffset="111981.88">19422 4076 108 0,'0'0'5'0,"1"0"-5"0,0 0 2 16,-1 0 22-16,1 0 18 15,0 0 46-15,1 0 27 16,0 1 37-16,24 13 26 15,-20-3-46-15,-1 2-25 16,-1 8-29-16,2 3-23 16,-6 4-26-16,0 3-6 15,-2-3-25-15,-2 1-29 16,1-9-128-16,-1-6-150 0,4-5 163 16</inkml:trace>
  <inkml:trace contextRef="#ctx0" brushRef="#br1" timeOffset="112565.31">19730 4025 1136 0,'-1'12'64'0,"1"12"62"0,0 11-118 15,0 14-4-15,-2 4-10 16,-1 0-232-16,-3-1 163 16</inkml:trace>
  <inkml:trace contextRef="#ctx0" brushRef="#br1" timeOffset="114548.35">18558 4751 1378 0,'-4'49'39'0,"0"6"-17"15,1 5-32-15,4-5-50 16,3-5-47-16,1-15-206 0,0-8 151 15</inkml:trace>
  <inkml:trace contextRef="#ctx0" brushRef="#br1" timeOffset="115532.13">18844 4874 500 0,'2'3'29'16,"-1"2"65"-16,-1 1 40 0,-4 3 73 15,-1 1-6-15,-1 2-53 16,-1 3-34-16,2 0-56 16,2 0-23-16,3-3-27 15,5-1-3-15,4-6-3 0,5 0-2 16,3-6 0-16,2-3 0 16,4-2 2-16,-2-4-2 15,0 1-2-15,-1-1-5 16,-8-2-11-16,-1-1 3 15,-12-3 1-15,-4-1 6 16,-11-2 8-16,-3-1 4 16,-2 0-2-16,0 2 4 15,6 3 4-15,6 2-1 16,8 3-3-16,7 2-4 0,6 2-4 16,4 1-2-16,7 2 0 15,0 1 3-15,4 2-1 16,-1 3 2-16,-3 3 0 15,-1 3 2-15,-2 4-1 16,0 4-1-16,-3 5 6 16,-3 2-4-16,-6 3-2 15,-3-1 2-15,-2-2 6 16,-1-4 0-16,1-7 1 16,4-3-1-16,4-7 0 15,6-3-2-15,7-6 0 16,1-4-6-16,0-3 0 15,-2 1 3-15,-10 3-3 16,-3-1 0-16,-10 2 0 16,-4 0-6-16,-7-3 0 0,-3-2-3 15,-5 0 5-15,-2-2 4 16,-2-1 0-16,1 0 0 16,5 1 0-16,4 2 2 15,7 4-2-15,5 0 5 16,7 4-2-16,4 2 0 15,8-1-3-15,6 2 0 16,2 2-3-16,2 2-3 0,1 4 6 16,-3 2 3-16,2 3-3 15,-5 3 3-15,1 5 3 16,-3 2-6-16,3 5 12 16,1 0 0-16,-2-1-3 15,0-3 3-15,-6-7-9 16,-2-4-3-16,-6-7 0 15,-9-4 3-15,0 0 15 16,2-10 6-16,-8-3-3 16,-2-2 2-16,-2-5-17 15,-2-2-6-15,-1-2 0 16,-1-1 0-16,-4 2 0 16,-2 3-6-16,-1 7-15 15,-1 4-14-15,4 5-52 16,2 4 23-16,2 0-153 0,3 0 132 15</inkml:trace>
  <inkml:trace contextRef="#ctx0" brushRef="#br1" timeOffset="117281.21">18638 5531 1264 0,'0'0'47'0,"0"0"32"16,0-1-81-16,11-18-2 0,-3 7 2 15,1-1 0-15,5-1 2 16,-4 1 6-16,5 2 6 15,1 0 3-15,1 4-1 16,1 4-4-16,2 3-8 16,-2 6-2-16,-2 7 0 15,-4 1 1-15,-6 9-1 16,-4 1 0-16,-8 5 0 16,-5 2 0-16,-8 1 0 15,-3-2 4-15,-7-3-4 16,-1-4 4-16,-4-7 10 15,-1-3 3-15,4-8 24 16,3-4 40-16,5-7 44 16,6-3-8-16,8-4-51 0,6-3-25 15,9-2-26-15,8 1-9 16,13 1 3-16,5 4-9 16,8 4-3-16,0 2 0 15,-2 6-30-15,0-1-17 16,-7 2-67-16,-1 0-41 15,-6-1-56-15,-2 0 144 16</inkml:trace>
  <inkml:trace contextRef="#ctx0" brushRef="#br1" timeOffset="118251.14">19104 5441 1400 0,'-4'12'29'0,"1"4"-29"15,-1 3-4-15,-1 4 16 16,2 3 9-16,0 1 14 15,1 0-2-15,4-6-12 0,3-2 9 16,4-8-24-16,2-4-3 16,4-8 0-16,2-4-6 15,-1-7-3-15,2 0-6 16,-5-1-11-16,-3 0 8 16,-6-1-20-16,-4-1-6 15,-5-1 4-15,-4 2 8 16,-6-1 27-16,-1 0 10 0,-3 2 19 15,1-1 6-15,3 1 6 16,3 2-4-16,6 4-7 16,4 1 5-16,4 1-21 15,0 1-9-15,9 0-3 16,3 1 3-16,8 0-3 16,3 1 0-16,4 2 0 15,2 2 0-15,-1 6 0 16,-3 3 0-16,-9 4 0 15,-4 4 0-15,-7 4 0 16,-6-1 0-16,-2 1 6 16,-1-2 3-16,-1-5 3 15,4-2 3-15,3-8-6 16,0-1 0-16,5-5-6 16,1-4 2-16,1-6-5 15,7-1 0-15,-6-5 0 0,-1 0-2 16,-3 1 4-16,-7-1-2 15,-2 3 0-15,-5 1 0 16,-7-1-2-16,0 0 2 16,-1 1-3-16,2 0 6 15,2 0-3-15,5 0-3 16,7-1 6-16,4 2-6 0,6 1 0 16,0 4 3-16,6 5 0 15,0 1 0-15,6 5 0 16,1 1 0-16,5 3 0 15,4 1 0-15,2 0 0 16,2 1 0-16,-6 2 0 16,-3 1-3-16,-10 1 0 15,-6-1 3-15,-8-1-3 16,-4-1 6-16,-4-3-3 16,-1-1 0-16,-4-3 6 15,2-2-6-15,6-3 6 16,0 0-6-16,8-17 0 15,2 4 0-15,5-6-3 16,0 0 6-16,1-1-3 16,-3 1 0-16,-6 3 2 15,-4 1-2-15,-9 8 0 0,-5-1-2 16,-7 5-1-16,-6 2-3 16,-3 1-9-16,3 2-48 15,4-1-114-15,8 0 125 16</inkml:trace>
  <inkml:trace contextRef="#ctx0" brushRef="#br1" timeOffset="120764.58">15322 6673 1446 0,'8'-32'6'0,"9"0"-27"15,31-5-14-15,18-3 6 16,45-5 23-16,23-6 6 16,39 0 4-16,18 3-2 15,34 7 0-15,14 6-2 16,21 5 0-16,12 1 2 15,17 1-2-15,10-1 6 0,9-4 13 16,4-1 10-16,1-3 27 16,-9 4 4-16,-9 1 60 15,-4 5-19-15,-20 4-50 16,-11 2-27-16,-16 2-21 16,-14-1-3-16,-20-2-18 15,-10 0-27-15,-24-3-128 16,-13 0 2-16,-33-3 113 15</inkml:trace>
  <inkml:trace contextRef="#ctx0" brushRef="#br1" timeOffset="124115.34">12094 6776 1026 0,'-13'-2'122'16,"1"8"176"-16,2 10-273 15,2 24-15-15,-1 15 0 16,0 38 9-16,1 16 4 0,-3 29 12 15,-2 10 19-15,-1 13-33 16,-2 6-12-16,1 8-6 16,2 5 3-16,3 1 0 15,2 1 8-15,3 8 31 16,0 6 9-16,-1 13 33 16,1 8-1-16,-1 11-2 15,0 2-12-15,3 0-12 16,1-1 2-16,4-16 10 15,3-10-19-15,6-12-5 16,3-8-9-16,6-12-14 16,4-2-10-16,3-5-4 15,3-6-5-15,2-1-5 16,-1-7-1-16,-6-18-36 16,0-12-63-16,-6-29-263 0,0-17 189 15</inkml:trace>
  <inkml:trace contextRef="#ctx0" brushRef="#br1" timeOffset="125365.86">9152 11536 1495 0,'12'0'42'0,"15"-1"16"16,15-1-46-16,25-3-12 16,14-4-3-16,30-6 3 0,14-2 0 15,37-7 0-15,16-1 3 16,35-6 3-16,17-2 12 15,32-3 24-15,19-3 20 16,29-2 73-16,9-2 32 16,20-1 72-16,2 1-69 15,7 3-37-15,8 1-42 16,3 3-60-16,5 2-11 16,13-1-17-16,-11-1-2 0,4-5-2 15,8-1-4-15,-4-3-1 16,8 2 0-16,-14-3 3 15,-17 3 1-15,-38 2 2 16,-16 2 0-16,-47 8-1 16,-21 3-5-16,-41 7-16 15,-20 4-9-15,-29 3-79 16,-15 3-46-16,-22 0-231 16,-4 1 190-16</inkml:trace>
  <inkml:trace contextRef="#ctx0" brushRef="#br1" timeOffset="128440.33">18363 10742 773 0,'2'-6'59'15,"0"-2"14"-15,1-1-25 16,0 2 18-16,0 1 5 16,-3 6 12-16,0 0-3 0,0 0-20 15,-7 14-8-15,-8 8-9 16,-6 4-5-16,-9 12-14 15,-7 1-9-15,-5 8-15 16,0-1-8-16,1-7-106 16,6-6-155-16,5-16 135 15</inkml:trace>
  <inkml:trace contextRef="#ctx0" brushRef="#br1" timeOffset="128683.74">17950 10787 1365 0,'0'-5'81'0,"3"3"113"15,0 1-99 1,6 2-38-16,8 6-39 0,1 1-9 16,13 7-6-16,-1 2-3 15,3 5 3-15,1-1-3 16,2 5 0-16,-2-2-3 15,3-4-63-15,-5-1-56 16,-2-8-99-16,-3 0-112 0,-6-5 161 16</inkml:trace>
  <inkml:trace contextRef="#ctx0" brushRef="#br1" timeOffset="128882.18">18405 10988 917 0,'2'-3'73'0,"0"-2"21"16,1 2-51-16,1 0-16 16,-1 1 10-16,3 3 13 15,-2 2 8-15,1 8 6 16,-1 7-2-16,-3 18-12 16,-1 11-9-16,-4 13-22 15,0 5-17-15,4-6-2 16</inkml:trace>
  <inkml:trace contextRef="#ctx0" brushRef="#br1" timeOffset="131931.99">11291 6860 561 0,'3'-11'82'0,"1"-1"66"15,0 1-16-15,1 2-29 16,1 0-30-16,-1 3-14 16,2 3-9-16,0 3-17 15,0 4-6-15,3 9-15 16,-3 5-7-16,-1 9-1 16,0 3 2-16,-4 4-2 15,2-1 0-15,1-5-2 16,2-6 2-16,6-12 0 15,1-4-2-15,4-11 1 16,-2-3 3-16,2-8 0 16,-3-2 4-16,2-4 9 0,-2 0 4 15,-4-2 12-15,0 2 2 16,-4 0 0-16,0 2 0 16,-2 7 9-16,0 1 20 15,-5 12-28-15,0 0-14 16,7 11-21-16,-4 8-6 15,3 14-9-15,0 9 9 16,-3 17-3-16,-1 8 6 16,-5 11 0-16,-2 2-3 0,-6-2-11 15,-2-1-1-15,-6-9-3 16,-2-7 3-16,-10-19 12 16,-6-7 9-16,-19-14 30 15,-4-7 17-15,-10-10 13 16,1-7-3-16,9-12-12 15,4-9-15-15,15-15-39 16,8-11-87-16,26-18 51 16</inkml:trace>
  <inkml:trace contextRef="#ctx0" brushRef="#br1" timeOffset="134533.67">12611 9593 812 0,'-22'16'52'0,"2"-1"37"16,7 1-11-16,1-2-15 15,5 1-19-15,7-1-22 0,0-1-7 16,10-1-3-16,0-5-5 15,9-5-1-15,6-4 0 16,-1-8-2-16,4-3 2 16,-3-7-4-16,-2 0 2 15,-8-1 7-15,-2 2 12 16,-10 3 18-16,-3 0 11 16,-9 4 1-16,-4 2-1 0,-7 6-11 15,-3 4-10-15,-1 6-14 16,1 6-1-16,7 0-43 15,8-2-47-15,17-11 43 16</inkml:trace>
  <inkml:trace contextRef="#ctx0" brushRef="#br1" timeOffset="134965.07">13453 9116 1433 0,'-35'3'31'16,"-2"1"-20"-16,3 3-5 15,3 2 2-15,3 2-2 16,12 2-4-16,0 1-2 15,10 3 2-15,2-1-2 16,4 0 0-16,7-3 2 16,5-6-4-16,4-5 0 0,7-9-2 15,5-6 0-15,5-11 2 16,1-1 2 0,-3-3 0-16,-3-1 2 0,-10 4 0 15,-5 3 0-15,-12 4-2 16,-5 4 2-16,-10 4 2 15,-5 4-1-15,-3 6 5 16,-1 4-2-16,0 10 0 16,4 3-4-16,8 1-27 15,11-2-101-15,20-9 79 16</inkml:trace>
  <inkml:trace contextRef="#ctx0" brushRef="#br1" timeOffset="135383.63">14741 8483 1282 0,'-21'0'89'0,"-2"1"90"0,1 4-83 16,6 2-16-16,9 0-32 15,7 3-24-15,9 1-27 16,1-3-3-16,13-5-15 16,-3-5-21-16,13-12-47 15,-1-3-5-15,7-8 59 16,3-2 6-16,-6 1 23 15,-5 2 6-15,-12 5 8 16,-8 3 6-16,-15 4-1 16,-4 3-1-16,-17 5-2 15,-6 3-3-15,-8 6 1 16,-4 4 6-16,6 6 7 16,3 0-9-16,14-1-18 15,9-4-43-15,18-8-201 0,16-6 177 16</inkml:trace>
  <inkml:trace contextRef="#ctx0" brushRef="#br1" timeOffset="135797.87">15588 7886 928 0,'-16'-14'135'0,"1"3"136"16,-1 3-197-16,3 4-24 15,5 3-4-15,8 1-17 16,-1 0 0-16,-8 9-5 16,9 2-9-16,6 4-9 15,5 0-6-15,8-4 0 16,4-2 0-16,8-7 0 15,4-4-6-15,7-9 0 16,-1-4-3-16,2-8 3 16,-4-4 6-16,-11-1 0 15,-3 0 0-15,-20 1 0 16,-8 2 0-16,-16 4 0 16,-9 1 0-16,-11 7 0 0,-4 3 0 15,0 9 3-15,2 3 6 16,11 7-9-16,7 1-6 15,17 1-89-15,8-2-277 16,14-9 222-16</inkml:trace>
  <inkml:trace contextRef="#ctx0" brushRef="#br1" timeOffset="136251.64">16722 7206 1444 0,'-12'-12'53'16,"-4"2"-9"-16,-8 12-23 0,-3 8 0 15,-2 12-18-15,2 4-3 16,6 4 3-16,4 1-3 16,12-5 0-16,4-2 0 15,8-10 0-15,8-3 0 16,7-11 0-16,5-4 0 15,11-10 6-15,5-5 0 16,2-5-3-16,0-1 0 0,-12-1-3 16,-6 0 3-16,-17 2 6 15,-10 2 3-15,-18 3 12 16,-9 7-4-16,-13 10-5 16,-5 7-6-16,3 15-89 15,5 6-145-15,21-1 161 16</inkml:trace>
  <inkml:trace contextRef="#ctx0" brushRef="#br1" timeOffset="138215.6">12895 10246 1101 0,'-26'1'97'0,"2"2"167"0,2 6-237 16,3 3-12-16,5 2 1 16,2 2-3-16,7 1-11 15,4-1 0-15,5-2-2 16,6-3 0-16,6-6 0 16,7-7 2-16,5-11-2 15,1-5-2-15,3-8 2 16,-7 0 0-16,-6 3 0 15,-6 3 2-15,-13 4 2 16,-5 3-4-16,-13 5 10 16,-3 4-4-16,-8 8 9 15,-3 5-3-15,3 7-9 16,6 0-42-16,16-8 32 16</inkml:trace>
  <inkml:trace contextRef="#ctx0" brushRef="#br1" timeOffset="139597.68">12206 10518 1346 0,'-13'8'40'16,"1"3"5"-16,2 2-45 15,-1 2 0-15,6 1 0 16,0-1-2-16,2 1 4 15,4-1 0-15,1 0-2 16,2-3 2-16,2-4-2 16,-3-3 0-16,9-6 0 15,3-3 2-15,5-9-2 16,1-3 0-16,1-4 2 16,-2-3-1-16,-5 2-1 15,-2-1 4-15,-9 4-4 16,-4 1 0-16,-7 4 2 0,-4 0 0 15,-7 5 6-15,-1 4 7 16,-5 7 3-16,-3 7 3 16,3 9-7-16,2 3-6 15,5 1-43-15,9-2-80 16,15-13 71-16</inkml:trace>
  <inkml:trace contextRef="#ctx0" brushRef="#br2" timeOffset="145347.66">4833 7269 1396 0,'-8'-18'41'16,"-3"1"-26"-16,-4 0-3 16,-7 3-6-16,-5 1-5 15,-7 7 3-15,-6 2-2 16,-5 7 0-16,-2 4 2 16,-9 7-2-16,3 3 0 0,6 3-2 15,3 1 2-15,15 1 0 16,7-1-2-16,16 1 2 15,7 0-2-15,16 1 0 16,9 2 0-16,14 2 2 16,12 1-2-16,8 1 0 15,1-1 0-15,-5 2 0 16,-10-1 0-16,-14 2 0 16,-10 1 2-16,-19 2-2 15,-11 3-2-15,-23 7 2 16,-13 2 0-16,-18-1 0 15,-4-4 0-15,-4-15 0 16,2-10 0-16,10-13 4 0,8-6 1 16,15-11 1-1,10-7 2-15,19-12-31 0,9-6-70 16,25-9 60-16</inkml:trace>
  <inkml:trace contextRef="#ctx0" brushRef="#br2" timeOffset="145564.91">5117 7710 1351 0,'-14'14'49'0,"-1"4"-5"16,-2 2-34-16,-1 2-66 16,1-4-270-16,6-16 193 15</inkml:trace>
  <inkml:trace contextRef="#ctx0" brushRef="#br2" timeOffset="146580.51">4998 7500 1849 0,'7'-17'140'16,"6"4"-2"-16,2 3-132 16,8 8-15-16,5 2-3 15,3 9 0-15,2 5-3 16,1 8-12-16,-1 2-12 0,-9 5-48 15,-5 2-17-15,-12 3-10 16,-11 1 1-16,-8-1 57 16,-3-2 43-16,-6-6 9 15,3-4 6-15,2-11 11 16,3-3 30-16,6-7 17 16,1-3-7-16,5-8-23 15,1-3-18-15,6-9-6 16,1-1-6-16,10-3 0 15,1 1 0-15,5 4 0 16,4 1-3-16,-4 6 0 16,-2 4 3-16,-2 5-3 15,-4 5 3-15,1 4 0 16,-3 5 0-16,2 5 0 16,-4 4 3-16,-4 3-3 0,-2 2 0 15,-5-2 0-15,-2 0-3 16,-3-5 3-16,-1-3 3 15,0-7-3-15,6-6 9 16,0 0-6-16,-5-9 3 16,9-7 0-16,3-2-6 15,3-4 0-15,2-2 3 16,5 1-3-16,-1 0 0 0,4 3 3 16,1 3-3-16,-2 6 3 15,0 3-3-15,-6 8 0 16,-2 3 0-16,-4 7 0 15,-3 3 0-15,-2 3 0 16,0 1 0-16,0 0 0 16,1-2 3-16,3-4-12 15,0-4-21-15,1-4-9 16,1-3-8-16,2-7 2 16,-1-3 12-16,4-4 6 15,-1-3 17-15,1 1 8 16,0-1 2-16,-3 6 4 15,0 3 16-15,-3 7 16 16,1 3 3-16,-5 13 17 16,-2 7 4-16,1 20-9 0,-2 11-3 15,-3 19-24-15,-3 7-9 16,-2 8-15-16,-3 1 6 16,-2-5-12-16,1-6 0 15,0-22-12-15,2-13 0 16,1-28 3-16,-1-9 6 15,3-16 15-15,1-8-6 16,2-17 0-16,1-8 0 0,3-14 0 16,0-6 3-16,9-11 6 15,6-8-3-15,4-13-9 16,8-3 3-16,5 2-6 16,1 5 0-16,4 20 3 15,-3 11-3-15,-4 22 6 16,-2 14 0-16,-7 21 0 15,-1 10 6-15,-9 21-6 16,-5 10 6-16,-12 17-3 16,-7 3-6-16,-11 1-84 15,-2-4-110-15,1-13 163 16</inkml:trace>
  <inkml:trace contextRef="#ctx0" brushRef="#br2" timeOffset="146787.81">5977 7200 1583 0,'8'-2'167'16,"0"11"24"-16,-6 10-110 16,2 19-78-16,-1 9 3 15,-2 16 0-15,2 3-12 0,-2 0-87 16,-1-5-83-1,-1-16-341-15,-2-10 373 16</inkml:trace>
  <inkml:trace contextRef="#ctx0" brushRef="#br2" timeOffset="147164.76">5944 7637 999 0,'0'0'135'16,"0"0"230"-16,0-1-350 15,19-9-9-15,-5 8-4 16,-1-2-2-16,5 0 2 16,1-1-2-16,5-3 2 15,3-2-2-15,5-2 0 16,0-1 0-16,4-2 0 16,0-3 0-16,4 0 0 0,-3 0 0 15,-5 1 2-15,-7 1 0 16,-13 2-2-16,-3 1 0 15,-12 2 0-15,-2 1 0 16,-13 3 0-16,-7 3 0 16,-10 4 0-16,-3 7 11 15,2 6 43-15,4 5 29 16,8 6 34-16,3 4-6 16,8 5-22-16,4 2-20 0,12-1-39 15,7-2-18-15,16-7-57 16,8-5-81-16,19-14-419 15,5-6 437-15</inkml:trace>
  <inkml:trace contextRef="#ctx0" brushRef="#br2" timeOffset="147580.51">6945 6924 1402 0,'-1'6'114'0,"-2"19"443"15,-1 16-491-15,-2 32-66 16,-3 12 0-16,-7 17 0 16,-2 5-18-16,-3-5-120 15,-1-6-131-15,8-21 150 16</inkml:trace>
  <inkml:trace contextRef="#ctx0" brushRef="#br2" timeOffset="147788.44">6974 7586 1537 0,'0'0'225'16,"0"0"188"-16,3 8-318 15,0 9-131-15,1 3-59 0,-2 2-135 16,-2 0-114-16,-4-8-81 15,1-4 240-15</inkml:trace>
  <inkml:trace contextRef="#ctx0" brushRef="#br2" timeOffset="148514.41">6989 7496 1113 0,'3'-33'87'0,"5"1"64"0,2 2-73 0,4 6-39 16,-3 3-8-16,1 9-14 15,-1 5-11-15,4 9-2 16,1 9-4-16,0 14 0 16,0 7 2-16,-8 13 0 15,0 0 3-15,-7-1 1 16,-3-5 3-16,-1-10 0 16,-2-7-3-16,5-9-3 15,0-6 0-15,0-7-3 0,4-6-9 16,-3-9 3-16,4-4-3 15,1-6 9-15,-3 0 6 16,4 2 27-16,0 1 15 16,3 4 17-16,3 4 4 15,-2 10-21-15,-1 4-12 16,1 11-18-16,-3 7-12 16,-1 8-6-16,0 2 0 0,1-2-30 15,3-3-45-15,2-11-95 16,3-5 46-16,1-9 4 15,0-6-4-15,0-6 33 16,0 0 19-16,-4 1 44 16,-3-1 21-16,-2 2 44 15,-4 2 18-15,-1 4 20 16,-3 6 8-16,0-1-13 16,0 0-8-16,0 0-13 15,0 1-7-15,0-2-11 16,4-27 25-16,1 19-5 15,5 0-10-15,2-3-11 16,1 1-15-16,1-1-6 16,-4 1-3-16,1 1-3 0,0 0-3 15,-2 3 6-15,-1-1-6 16,-2 2 0-16,-1 1 0 16,-5-1 3-16,2 1 0 15,-5 0 9-15,-6-1 0 16,-2 2 6-16,-5 2 0 15,-2 3 9-15,2 3 21 16,-3 7 44-16,6 3 25 16,0 7 11-16,4 3-24 0,6 7-67 15,2 1-15-15,4 0-21 16,5-4-6-16,4-8-57 16,3-3-83-16,8-12-111 15,4-5-91-15,6-10-90 16,4-4 274-16</inkml:trace>
  <inkml:trace contextRef="#ctx0" brushRef="#br2" timeOffset="149131.31">7676 7483 803 0,'14'-5'89'0,"-1"-2"54"15,-1 1-63-15,-3-2-14 16,-1-1 11-16,-7 0 22 16,-1-4 4-16,-3 1-1 15,-5-1 92-15,-3 2-65 16,-5 2-37-16,-3 3-38 15,0 5-18-15,0 7-18 16,2 2-6-16,2 8-3 0,2 0-6 16,6 0-3-16,1 0 0 15,6-3 0-15,2-3 0 16,6-4 0-16,1-3 6 16,5-6-6-16,2-3 0 15,3-7 3-15,2-3-3 0,3-3 0 16,-3-1 3-16,-2 5 3 15,-3 1 0-15,-8 7 18 16,-1 3 5-16,-5 6-11 16,1 4 9-16,-3 7-21 15,-2 2-3-15,0 3 6 16,2 1-6-16,0-1 0 16,2-4-6-16,2-2 3 15,0-4-3-15,3-3 0 16,2-2-3-16,-3-5-12 15,0-2-38-15,0-7-88 16,-1-4-59-16,4-6-83 16,4 0 166-16,-3-2 43 15,-1 3 34-15,-1 6 82 16,-4 3 27-16,2 5 25 16,-6 6 51-16,0 0 13 15,5 6-26-15,0 9-52 16,-1 3-8-16,2 8-3 0,0 2-21 15,-4-2-25-15,2-1-8 16,-3-8-3-16,-1-5 0 16,0-12-6-16,0 1 9 15,0-1 15-15,9-12 0 16,4-12-5-16,5-6-22 16,11-8-85-16,4-1-64 0,8 5-132 15,2 3-51-15,7 12 256 16</inkml:trace>
  <inkml:trace contextRef="#ctx0" brushRef="#br2" timeOffset="150363.91">8471 7346 794 0,'9'-19'145'0,"0"3"114"16,3 4-119-16,-1 5-34 16,2 5-20-16,-2 3 15 15,-3 4-21-15,3 7-44 16,-5 4-18-16,-1 7-15 16,-1 1-3-16,-5 0 3 15,-4-2-3-15,-2-5 3 16,-1-4-3-16,-2-7 18 15,6-1-12-15,-5-8 24 16,2-2 36-16,3-7 29 16,2-2 25-16,6-6-34 15,3-2-32-15,9-7-72 16,2 0-29-16,10 2-79 16,3 0-62-16,4 3-327 0,0 4 397 15</inkml:trace>
  <inkml:trace contextRef="#ctx0" brushRef="#br2" timeOffset="151131.57">8742 7363 1421 0,'0'0'122'0,"0"0"414"16,0 0-348-16,0 0-152 15,0 0-22-15,0 0-14 16,7 7-8-16,4-7-22 15,3-4-15-15,1-6-5 16,3-2-1-16,0-4 30 16,0-1 9-16,-5-1 12 15,-2 2 0-15,-6 1 0 16,-3 1 0-16,-2 3 9 16,-5 2 0-16,-4 4 6 15,0 4 6-15,-4 4-9 16,0 5 3-16,-1 7 5 15,-2 4-8-15,1 12 3 16,1 2-6-16,2 4-9 0,3-1 0 16,9-7-24-16,2-6-32 15,10-12-76-15,5-6-35 16,11-12-78-16,6-6 98 16,5-7 54-16,-3-2 15 15,-2 1 45-15,-6 3 27 16,-8 3 24-16,-2 1 9 0,-10 3 10 15,-4 0 3-15,-3 1 13 16,-1-1 5 0,-1 2 24-16,0 1 91 0,-2 3 1 15,0 1-19-15,-1 4-59 16,-1 1-31-16,-3 6-50 16,0 4-12-16,0 7-3 15,1 2 0-15,1-1-3 16,3-3-6-16,1-6-9 15,2-3-9-15,0-7-8 16,0 0 14-16,7-7 6 16,-1-5 6-16,3-3 9 15,0-1 3-15,3 2 12 16,-3 3 9-16,0 6 5 16,-3 3-5-16,-1 9-12 15,0 7-6-15,-2 15-9 16,-3 8-3-16,-6 14 3 0,-4 5 0 15,-4 8-3-15,0 2 6 16,-8 2-26-16,-1 0-55 16,-5-11-3-16,-5-7 3 15,-2-18 28-15,-1-13 53 16,3-13 24-16,4-8-12 0,11-17-12 16,3-10-78-16,11-19-244 15,2-8-31-15,13-13 187 16</inkml:trace>
  <inkml:trace contextRef="#ctx0" brushRef="#br2" timeOffset="151381.57">9007 7254 1171 0,'31'-17'95'15,"-1"5"62"-15,-9 12-85 16,1 7-22-16,-7 5-12 16,1 4-17-16,-2 4-21 15,-2 2 3-15,-3 3-3 16,-3 0 9-16,-2-2 0 15,-2-3-9-15,-4-6 6 16,-2-4-3-16,-2-6 0 16,-1-4 12-16,0-4-12 15,1-6 0-15,0-7 3 0,1-3-3 16,5-7-12 0,5 0-24-16,7-3-115 0,5 2-237 15,12 8 216-15</inkml:trace>
  <inkml:trace contextRef="#ctx0" brushRef="#br2" timeOffset="151714.47">9305 7333 1510 0,'-11'5'237'16,"4"0"316"-16,9 2-442 15,7-2-54-15,4 0-57 16,0-3-43-16,10-7-94 15,-1-4-102-15,3-8-24 16,3-3 48-16,-6 1 166 16,-3 0 35-16,-7 4 36 15,-4 1 37-15,-8 4 75 16,-1-1-8-16,-6 4-34 16,-1 1-26-16,-2 3-54 15,-2 2 0-15,-1 5 3 16,-1 4-3-16,-1 9-6 15,-1 2-3-15,-2 8 0 0,4 3 0 16,4 2-3-16,4-3-9 16,9-7-99-16,5-5-83 15,7-14-306-15,8-7 358 16</inkml:trace>
  <inkml:trace contextRef="#ctx0" brushRef="#br2" timeOffset="152014.09">9742 7169 1708 0,'-15'-7'174'0,"1"4"59"15,1 3-102-15,-3 8-53 16,0 4-36-16,-2 7-35 16,1 2-4-16,2 1-3 15,5-2-1-15,4-5-18 16,3-4-11-16,8-4-47 15,2-2-27-15,6-4 14 16,4 0 15-16,2 1 45 16,-2 2 21-16,-4 5 9 15,-4 3 12-15,-11 4-6 16,-5 3 12-16,-14 1-3 16,-3 3-3-16,-8-3-3 15,-1 0-9-15,2-8-95 16,4-8-124-16,9-13 130 0</inkml:trace>
  <inkml:trace contextRef="#ctx0" brushRef="#br2" timeOffset="152364">9950 7088 1173 0,'4'-6'89'0,"-4"6"82"16,0 0-96-16,-6 1-40 15,-9 9 23-15,-9 4-43 16,-4 5-3-16,1 2 0 16,0 1 21-16,6-2 17 15,4-3 1-15,6-3-6 16,5-3-18-16,6-3-15 16,4-1-3-16,4-2-9 15,3 1 6-15,3 0 0 16,-1 3-12-16,-1 3 6 15,-5 3 3-15,-7 5-3 16,-5 4 0-16,-10 3-3 16,-7 2 3-16,-5-2 0 15,-2-3 3-15,1-7-9 16,7-6-66-16,6-13-452 16,9-12 410-16</inkml:trace>
  <inkml:trace contextRef="#ctx0" brushRef="#br2" timeOffset="152981.47">9911 7241 1262 0,'13'2'72'0,"3"3"46"0,-3 7-75 15,-3 4-12-15,-4 4-18 16,-3 0-9-16,-2-3-4 16,1-2-10-16,-2-8-30 15,0-7-24-15,-12-3-109 16,-2-6-112-16,-6-6-38 15,-1-2 132-15,5 0 311 16,4 0 185-16,6-1 27 16,4-2-107-16,8-4-146 15,8-3-8-15,9-4-53 16,6-2-15-16,13 1-6 16,3 2-9-16,2 8 0 15,2 6 6-15,-10 10 6 16,-6 9-12-16,-14 13 12 15,-7 6 0-15,-10 9 3 16,-3 3 9-16,-3 0-12 0,0-2 3 16,-1-8 0-16,2-4 15 15,1-11 3-15,2-8 0 16,0-1 8-16,0 0-2 16,-1-4-6-16,1-8-6 15,0-9-6-15,0-2-6 16,0-3-3-16,0-2 6 15,1 4 0-15,3-1 6 0,4 5 3 16,3 0-3-16,6 4-6 16,4 3 0-1,4 6-3-15,0 3 0 0,-4 8 0 16,-3 2 0-16,-7 9 15 16,1 4-6-16,-3 4 12 15,-2 2 6-15,1-2 2 16,-2 0 16-16,2-4-6 15,0-6-9-15,-2-4-12 16,0-3-6-16,0-3-3 16,0-2 3-16,4-5 9 15,1-3-15-15,9-5-21 16,4-3-75-16,7-4-239 16,4 4 198-16</inkml:trace>
  <inkml:trace contextRef="#ctx0" brushRef="#br2" timeOffset="153499.71">5202 8229 2507 0,'-3'-6'67'0,"19"-1"-78"15,16-1-21-15,30 1-7 16,16-1 14-16,34-5 23 0,14-1-1 16,40-8 3-16,14-4 0 15,24-4 0-15,19-3 5 16,13 0-5-16,13-1 1 15,11 2 9-15,-5 1 6 16,-2 7 26-16,-6 4 9 16,-21 6 3-16,-6 5-26 15,-14 5-12-15,-15 1-4 0,-15 3-11 16,-7-2-1-16,-26-3-37 16,-8-2-95-16,-28-7-216 15,-12-5 114-15</inkml:trace>
  <inkml:trace contextRef="#ctx0" brushRef="#br2" timeOffset="154532.97">11092 6489 1287 0,'1'-4'33'0,"6"-3"-17"15,3-3-18-15,12-4-8 16,5-3 4-16,11-6-1 16,6-2 5-16,9-2 6 15,4-1-2-15,5 3-2 16,2-1 1-16,1 0-4 16,4-3 3-16,17-5 0 0,7-3 2 15,8-7-1-15,3-6 5 16,3-5 6-16,1-4 5 15,8-4 10-15,-1-1 8 16,4-6 6-16,6-5-2 16,8-3-10-16,4 1-4 15,12-5-1-15,0 0-9 0,4-1 6 16,2 1 3-16,-3 8 12 16,-3 5 5-16,-11 5-8 15,0 5-6-15,-20 9-18 16,-11 6-3-16,-16 12-15 15,-12 6-51-15,-9 6 45 16</inkml:trace>
  <inkml:trace contextRef="#ctx0" brushRef="#br2" timeOffset="155030.93">14301 4603 1406 0,'42'0'38'0,"2"0"-28"15,4 2-4-15,5 3-2 16,4 0-2-16,3-2-2 16,-2-1 0-16,-12-3 2 15,-8-2 0-15,-17 2-1 16,-8-1-1-16,-13 5 6 16,-8 6 6-16,-23 17 25 15,-20 12 38-15,-31 29 32 16,-14 21-17-16,-30 29-84 0,1 9-6 15</inkml:trace>
  <inkml:trace contextRef="#ctx0" brushRef="#br2" timeOffset="186932.81">10470 11952 1303 0,'134'-116'29'16,"6"-10"6"-16,27-14 11 16,9-11 1-16,22-23-3 15,13-9-7-15,19-10 5 16,8-10-9-16,17 2-21 15,2-3-9-15,11-6 3 16,2 0-3-16,2 5-3 16,0 1 0-16,-1 0 0 15,-4-1 3-15,-8 7 0 0,-11 0 3 16,-11 9-3-16,-11 8-3 16,-16 8 0-16,-1 7 3 15,-21 16 0-15,-5 8 6 16,-14 13-4-16,-11 11-2 15,-13 13-3-15,-11 5-5 16,-22 16-61-16,-9 7-81 16,-24 20 110-16</inkml:trace>
  <inkml:trace contextRef="#ctx0" brushRef="#br2" timeOffset="-205558.06">14939 9494 1301 0,'-20'-15'-134'16</inkml:trace>
  <inkml:trace contextRef="#ctx0" brushRef="#br3" timeOffset="-191867.27">14735 2193 338 0,'7'12'44'16,"-2"3"11"-16,1 7 28 15,-2 5 13-15,-3 11-14 16,1 5-9-16,-7 6-30 16,-3-1-11-16,0-7-14 15,-3-8-6-15,5-10-6 16,0-7 4-16,1-7-4 16,5-9 1-16,0 0-18 0,16-1-48 15,-2-8 36-15</inkml:trace>
  <inkml:trace contextRef="#ctx0" brushRef="#br3" timeOffset="-191316.57">14839 2308 766 0,'0'0'-2'15,"0"0"0"-15,0 0 2 16,0 1-2-16,0-1-1 16,-1 2 3-16,-6 27-2 15,7-20 0-15,0 1-1 16,2-1 3-16,-1-1 0 16,1 0 3-16,-3-4-3 15,1-4 2-15,0 0 5 16,0 0 0-16,0 0-1 15,-1-14-1-15,5 2-3 16,2 0 1-16,0-1-3 0,0 1 0 16,0 0 2-16,-2 1 0 15,-1 1 3-15,0 2-1 16,4-2 3-16,2 1 7 16,9 0-1-16,3-2 1 15,6 0-7-15,3 1-3 16,7 0-1-16,-1 3 1 15,1 4 5-15,-4 2 3 16,-12 9 1-16,-4 3-1 16,-12 7-5-16,-4 3-3 0,-4 7 3 15,-11 1 0-15,-5 6 0 16,-4-1-3-16,-3-3 1 16,0-3 2-16,-2-9 2 15,0-3 2-15,-2-8 5 16,2-1-5-16,-3-2 3 15,-2-1-7-15,-1-4-5 16,0-2-11-16,12-7 5 16</inkml:trace>
  <inkml:trace contextRef="#ctx0" brushRef="#br3" timeOffset="-190299.45">14689 2763 163 0,'68'-14'27'0,"3"-1"22"0,2 1-10 16,10-2-3-16,6 0-8 15,0-1-6-15,-8 1-11 16,-14 2-2-16,-16 2-9 15,-11 3-4-15,-10 3-32 16,-6 2-43-16,-12 3 44 16</inkml:trace>
  <inkml:trace contextRef="#ctx0" brushRef="#br4" timeOffset="-182743.31">16246 6509 689 0,'2'-2'52'0,"1"-1"48"16,0 0-84-16,4 1-2 15,0-1 9-15,5 0 13 16,1-1 19-16,3 0 15 16,3 0-14-16,4 0-9 0,2-1-11 15,3 1-18-15,1 0-7 16,-3-2-5-16,0 1-4 16,-7-3 2-16,-6 2-2 15,-3 1 0-15,-3 1 2 16,-2 2 0-16,0 1 0 15,-5 1 1-15,0 0 5 0,7 16 4 16,-7-3 1 0,-2 11 6-16,-2 3-3 0,-5 4-3 15,-4 3 1-15,-1-4-10 16,-2-4 0-16,1-7-3 16,1-6-1-16,5-7-4 15,3-5-11-15,4-7 3 16</inkml:trace>
  <inkml:trace contextRef="#ctx0" brushRef="#br4" timeOffset="-182181.06">16734 6436 1437 0,'0'0'40'0,"0"0"-9"16,0 0-37-16,-8 12-1 16,3-2-1-16,-2-1-4 15,0-1 3-15,-1-2 5 16,0 0 2-16,-1 1 2 0,-1-1 6 16,1 2 1-16,2-1-1 15,2 0 0-15,3-3-4 16,2-4-2-16,0 0 0 15,0 0 0-15,13 7 4 16,-1-7 0-16,5 0 0 16,4 0-1-16,1 3-3 15,1 0 0-15,-7 3 0 16,-1 0 0-16,-7 2 2 16,-5 0-4-16,-3 1 2 15,-1-1 0-15,-6 0 0 16,1-1 0-16,-3-3 0 15,0 1 0-15,2-4 2 16,7-1 2-16,0 0-2 16,-1 0 2-16,0 0-2 15,-1 0-2-15,-26 3 0 0,28-3-4 16,-1 0 4-16,-1 0-2 16,-27-3 0-16,29 3 2 15,0 0-6-15,0-1 1 16,0 0-11-16,0 0-3 15,0 0-26-15,0 0-13 16,0 0-19-16,0 0-24 16,0 1 60-16</inkml:trace>
  <inkml:trace contextRef="#ctx0" brushRef="#br4" timeOffset="-181517.02">16703 6471 1206 0,'0'0'41'0,"1"0"21"15,14 2-56-15,1 0-3 16,6-2 3-16,8 0 10 0,4-3-1 15,6-1-1-15,-1-2-3 16,-5-2-5-16,-4 2-2 16,-9 0-4-16,-8 0-8 15,-8 2-69-15,-8 2 56 16</inkml:trace>
  <inkml:trace contextRef="#ctx0" brushRef="#br4" timeOffset="-178150.54">15955 10637 618 0,'0'0'14'0,"0"-1"-25"15,0 0-26-15,0 0-8 16,0 0 6-16,1 0 16 16,0-1 12-16,16-27 11 15,-17 29 2-15,0 0 18 16,1-1 10-16,0 0 34 0,0 0 20 16,0 0 23-16,-1 0 7 15,0 0 7-15,0 1-20 16,0 0-12-16,0 0-5 15,-6 9-9-15,4 4-9 16,1 16-12-16,0 6-11 16,-3 19-4-16,-1 10 12 15,-6 29-51-15,0 13-51 16,0 2-232-16,-1-5 199 0</inkml:trace>
  <inkml:trace contextRef="#ctx0" brushRef="#br4" timeOffset="-177099.9">15959 10618 1053 0,'-1'-7'58'15,"-2"0"37"-15,1 1-50 16,-1 0-26-16,1 0-4 16,1-2 3-16,0-1 3 15,2-1 2-15,0 0 1 16,2-3-7-16,1-1-5 0,1 0-14 16,0-2-14-16,-1-3-50 15,0 0-59-15,-5-2-195 16,-2 0 158-16</inkml:trace>
  <inkml:trace contextRef="#ctx0" brushRef="#br4" timeOffset="-176950.28">15960 10212 1086 0,'0'0'81'0,"0"0"55"16,0 0-45-16,0-1-46 15,0 0-13-15,0 0-16 16,7-25-20-16,2 11-2 16</inkml:trace>
  <inkml:trace contextRef="#ctx0" brushRef="#br4" timeOffset="-176767.16">15959 9950 1774 0,'-9'-30'147'0,"3"6"-52"16,3 1-265-16</inkml:trace>
  <inkml:trace contextRef="#ctx0" brushRef="#br4" timeOffset="-176565.64">15917 9579 1183 0,'0'-24'102'0,"-3"4"143"16,0 6-213-16,0 2-55 15,-1-1-2-15,0-5-12 16,1-1-3-16,2-4 3 0,0-2 0 15,6-4-56 1,3-2-242-16,1-1 187 0</inkml:trace>
  <inkml:trace contextRef="#ctx0" brushRef="#br4" timeOffset="-176443.75">15945 9153 1044 0,'-3'-12'110'0,"-2"-1"64"15,3-1-65-15,-1 0-26 16,2-2-5-16,1-1 2 0,3-4-77 15,1-3-44-15,2-9-170 16,1-4 159-16</inkml:trace>
  <inkml:trace contextRef="#ctx0" brushRef="#br4" timeOffset="-176267.6">15891 8745 732 0,'0'-11'119'16,"1"-4"139"-16,6-2-235 15,1-2-40-15,1-3-18 16,-2-2-1-16,-6 0 20 16,-2 0 28-16,-3 1 24 15,-2 1-1-15,1 3-6 16,2 0-11-16,4-1-82 16,6 1 48-16</inkml:trace>
  <inkml:trace contextRef="#ctx0" brushRef="#br4" timeOffset="-176117.1">15983 8158 1971 0,'0'-23'99'0,"2"5"-93"16,3 5-102-16,4 5 51 15</inkml:trace>
  <inkml:trace contextRef="#ctx0" brushRef="#br4" timeOffset="-176009.08">15969 7940 839 0,'6'-9'2'0,"2"0"-232"16,1-2 5-16,-1-1 119 15</inkml:trace>
  <inkml:trace contextRef="#ctx0" brushRef="#br4" timeOffset="-175945.38">16009 7810 477 0,'-2'-19'57'16,"-1"0"57"-16,2 1-107 16</inkml:trace>
  <inkml:trace contextRef="#ctx0" brushRef="#br4" timeOffset="-175798.63">16012 7579 1537 0,'3'-18'88'0,"1"6"-2"16,0 9-119-16,-2 7 10 15</inkml:trace>
  <inkml:trace contextRef="#ctx0" brushRef="#br4" timeOffset="-174666.72">15965 7548 598 0,'0'0'43'0,"-1"0"37"16,0 0-73-16,-23 14-26 15,12-7-17-15,-4-3-5 16,-1 0 7 0,-5-1 25-16,-1-3 13 0,-5 1 17 15,2 0-5-15,-6 1-9 16,1-2-5-16,2 0-4 15,0 0-8-15,4 0-3 16,3 0-1-16,3 0-123 16,0 0 111-16</inkml:trace>
  <inkml:trace contextRef="#ctx0" brushRef="#br4" timeOffset="-174466.45">15589 7560 1214 0,'0'0'42'0,"0"0"13"0,0 0-40 15,0 1-28-15,-13 13-51 16,0-11-195-16,-4-3-53 16,-5-2 69-16,-5-1 137 15,-1 1 174-15,-3 0 3 0,5 3-80 16,3-1 14-16</inkml:trace>
  <inkml:trace contextRef="#ctx0" brushRef="#br4" timeOffset="-174350.08">15036 7607 1191 0,'-21'0'32'0,"0"2"-4"16,1 1-32-16,4-2-2 15</inkml:trace>
  <inkml:trace contextRef="#ctx0" brushRef="#br4" timeOffset="-174133.25">14695 7626 680 0,'-16'1'32'15,"1"0"6"-15,-3 0-28 16,-2 0-15-16,1-1 0 16,-4-1-1-16,2-1 1 15,0-1 5-15,0 1-2 16,2 1-3-16,-1 1-43 0,4 1 30 16</inkml:trace>
  <inkml:trace contextRef="#ctx0" brushRef="#br4" timeOffset="-174000.95">14152 7655 1245 0,'-15'5'25'0,"0"1"-72"16,2 0 34-16</inkml:trace>
  <inkml:trace contextRef="#ctx0" brushRef="#br4" timeOffset="-173767.22">13713 7730 662 0,'-25'5'22'16,"-1"-1"-10"-16,1 2-12 15,4-4-30-15,-3 1-9 16,4-4 3-16,-1-1 4 16,0 1 23-16,2 0 9 15,-1 2 0-15,1 1 0 0,-1 3-50 16,-1 1-73-16,2-1 79 16</inkml:trace>
  <inkml:trace contextRef="#ctx0" brushRef="#br4" timeOffset="-173650.14">13319 7784 364 0,'-3'-1'88'0,"3"1"167"16,-1 0-116-16,0 0-87 16,0 0-20-16,0 0-13 15,0 1-6-15,0-1-15 16,1 1-23-16,-1 0 9 16</inkml:trace>
  <inkml:trace contextRef="#ctx0" brushRef="#br4" timeOffset="-173466.92">12715 7874 395 0,'-33'-2'11'15,"3"-1"-4"-15,5 2-5 16,1-1-7-16,2-1-16 0,0-1 12 15</inkml:trace>
  <inkml:trace contextRef="#ctx0" brushRef="#br4" timeOffset="-173000.27">11917 7891 548 0,'0'0'-12'16,"0"0"-40"-16,1 0-83 16,24 5 93-16</inkml:trace>
  <inkml:trace contextRef="#ctx0" brushRef="#br4" timeOffset="-172833.91">12035 7880 269 0,'35'-4'18'0,"6"0"17"16,5-1-19-16,7-2-10 16,4 1-4-16,-3 1-4 15,2 0-4-15,-1 3-16 0,-1 0-5 16,-5-1-1-16,-4 1 5 16,-5-1 14-16,-1 0 3 15,0-2-12-15,5 2-13 16,0-1-11-16,3 0-6 15,-1 1 28-15</inkml:trace>
  <inkml:trace contextRef="#ctx0" brushRef="#br4" timeOffset="-172697.81">13072 7798 400 0,'13'0'13'0,"0"0"-4"15,0-1-23-15,-1 0 6 16</inkml:trace>
  <inkml:trace contextRef="#ctx0" brushRef="#br4" timeOffset="-172499.93">13152 7794 1001 0,'11'-1'60'0,"3"0"27"16,5 0-99-16,3 1-87 15,0-3 56-15</inkml:trace>
  <inkml:trace contextRef="#ctx0" brushRef="#br4" timeOffset="-172100.72">12749 7862 985 0,'68'-8'32'0,"2"-1"-7"0,1-1-21 16,2-1 1-16,1 0-3 15,-1 0 0-15,1 0 0 16,-7 1-2-16,-5 3 0 16,-11 3-20-16,-6 1-23 0,-10 1-185 15,-4 0 151-15</inkml:trace>
  <inkml:trace contextRef="#ctx0" brushRef="#br4" timeOffset="-170750.55">11443 7778 819 0,'-8'-5'75'16,"1"3"90"-16,7 2-144 16,0 0-21-16,0 1 0 15,-5 19-4-15,7-6 2 16,-1 4 2-16,0 2 2 16,1 2 0-16,1-2 0 0,1 0 0 15,6-1-2 1,2-6-4-16,1-2-2 0,7-8 2 15,-2-3 3-15,6-4 6 16,3-4 1-16,-2-3 2 16,0-2-2-16,-5-4 0 15,-2-2-1-15,-7-3 1 16,-2-1 4-16,-5-2 11 16,-2 0 14-16,-3 2 17 15,-3 2 5-15,0 4-3 16,0 2-8-16,3 7-15 15,-1 1-9-15,2 7-15 16,0 0-5-16,4 14-2 16,-1 7-6-16,-1 18 5 15,-1 10-3-15,-1 12 0 16,0 4 2-16,0 8 2 0,0 2 0 16,-2 2-4-16,-2-3 0 15,-8-16-6-15,-4-8 5 16,-14-15 7-16,-5-3-1 15,-14-9 13-15,-11-6 0 16,-9-12-3-16,-3-6 3 16,3-14-3-16,6-6 7 15,14-9-1-15,6-4-1 0,15-9-3 16,8-5-13-16,15-8-54 16,6-3-87-16,23 5 77 15</inkml:trace>
  <inkml:trace contextRef="#ctx0" brushRef="#br4" timeOffset="-169901.18">11455 7695 1101 0,'2'-7'39'0,"5"-2"4"0,2 1-35 16,2-1 3-16,2-4 12 15,2-1 5-15,1-3 1 16,2-1-2-16,2-2-8 16,0-1-3-16,1 1-9 15,-1 0-1-15,-4 1-4 16,-2 3 0-16,-3 3 0 16,-4 3 0-16,-4 4 0 15,-3 6-4-15,0 0 0 16,0-1-4-16,0 0 2 15,0 1 2-15,-1 0 4 16,0 0 6-16,-12 14 0 16,12-1-2-16,6 4-1 15,4 4-5-15,6 1-15 16,1-1-39-16,5 0 28 16</inkml:trace>
  <inkml:trace contextRef="#ctx0" brushRef="#br4" timeOffset="-164345.52">15778 11403 287 0,'0'0'-37'15,"0"0"28"-15</inkml:trace>
  <inkml:trace contextRef="#ctx0" brushRef="#br4" timeOffset="-164067.02">15812 11405 247 0,'0'0'66'0,"0"0"74"15,0 0 37-15,0 0-27 16,0 0-11-16,0 0-34 16,-1 0-28-16,0 0-17 15,-1 1-5-15,1-1-3 16,-27 23-2-16,21-11-11 16,-6 3-10-16,-5 4-15 15,-3 2-5-15,-5 4-5 16,1-1-4-16,-5 2 0 0,-1-4-5 15,1-4-34-15,2-3-64 16,11-10 60 0</inkml:trace>
  <inkml:trace contextRef="#ctx0" brushRef="#br4" timeOffset="-163450.95">15451 11442 1369 0,'-5'0'46'0,"1"1"10"15,5 5-40-15,11 5-16 16,6 4 6-16,11 6-4 16,9 4 2-16,1 4 1 15,0-1-1-15,1-1-6 16,-1-2-19-16,-4-10-130 15,-1-4 101-15</inkml:trace>
  <inkml:trace contextRef="#ctx0" brushRef="#br4" timeOffset="-162533.97">15839 11675 880 0,'0'0'62'0,"0"0"55"0,0 0-109 15,0 0 3-15,-2 12 32 16,1 1 5-16,-3 9 8 15,-1 6-7-15,-2 5-30 16,1 0-13-16,1 2-66 16,1-2-160-16,4-6 118 15</inkml:trace>
  <inkml:trace contextRef="#ctx0" brushRef="#br4" timeOffset="-162181.4">15910 11530 1562 0,'0'0'111'0,"0"0"-31"15,15-9-80-15,8 4-42 16,5-1-11-16,6-2-4 15,3 0-1-15,-4 2 43 16,-6 2-3-16,-10 4-48 16,-8 1-104-16,-7 3 102 15</inkml:trace>
  <inkml:trace contextRef="#ctx0" brushRef="#br4" timeOffset="-162009.28">16000 11573 1601 0,'1'4'128'0,"5"0"10"0,6 0-105 15,10-4-54-15,7-2-48 16,5-7-173-16,2-2 12 16,1-1 137-16</inkml:trace>
  <inkml:trace contextRef="#ctx0" brushRef="#br4" timeOffset="-161600.75">16363 11451 1440 0,'-6'-5'49'16,"2"0"51"-16,4-2-106 0,1 0-15 15,6-1 6-15,1-1 11 16,3 3 2-16,-1-2 4 15,1 5-2-15,3 1 2 16,-3 3-2-16,1 3 2 16,-3 4-2-16,-6 1 0 15,1 6 0-15,-4 3-2 16,-1 10 7-16,-2 4 4 16,-1 6 0-16,-1 0 0 0,2-3-9 15,2-4-21-15,0-9-50 16,1-4-80-16,-1-10 87 15</inkml:trace>
  <inkml:trace contextRef="#ctx0" brushRef="#br4" timeOffset="-161183.89">16686 11423 1456 0,'-13'8'48'0,"-1"-1"55"15,1 7-91-15,3-2-6 16,1 3 3-16,2 2 0 15,4-3 15-15,2 1-1 16,4-5-5-16,3-3 3 16,5-2-12-16,3 0-6 0,6-1 0 15,1 0 0-15,0 4-3 16,-1 1 0-16,-9 4-3 16,-4 1-12-16,-12 3 0 15,-8 0-6-15,-12 1 1 16,-6-3 2-16,-7-5 6 15,2-2 9-15,-2-9-48 16,4-6-26-16,10-11-198 16,6-7 178-16</inkml:trace>
  <inkml:trace contextRef="#ctx0" brushRef="#br4" timeOffset="-161017.28">16683 11385 2061 0,'13'1'167'16,"6"0"-13"-16,5 0-108 15,16-2-82-15,0-4-104 16,6-3-293-16,-2-2-60 16,-10 1 334-16</inkml:trace>
  <inkml:trace contextRef="#ctx0" brushRef="#br4" timeOffset="-160530.62">16310 11572 2121 0,'22'-6'60'0,"13"0"-159"16,6 2-182-16,12 1 132 15</inkml:trace>
  <inkml:trace contextRef="#ctx0" brushRef="#br4" timeOffset="-158649.22">12106 7765 143 0,'6'-9'18'0,"1"0"28"16,0 1-34-16,1 0 21 15,-3 2 17-15,-3 1 30 16,-2 5 4-16,0 0 9 15,0 0-25-15,-10 8-17 16,-3 3-1-16,-7 7 18 16,0 4 5-16,-5 7-12 15,-2 2-11-15,-3 0-20 16,-1-2-7-16,-5-3-10 16,-3-1-4-16,-8-6-1 15,-2 0-1-15,0-6 3 0,4-1 2 16,13-7 5-16,12-2 14 15,20-3 31-15,4-6 0 16,31-2-6-16,13-2-9 16,28-1-36-16,11 1 1 15,19 3-2-15,7 1-8 16,6 6-84-16,2 2 61 16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2-22T08:18:01.3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3023 9177 1161 0,'0'-13'-42'0,"2"-37"5"0,-2 12 8 0,-2 5 22 16,0 8 29-16,-2 14 42 15,-1 6 16-15,1 10 9 0,0 5-13 16,-1 11-20-16,2 5-12 15,1 15-24-15,1 8-5 16,-2 17-7-16,0 8 2 16,-3 19 3-16,-1 10 12 15,-6 17 17-15,-4 9 9 16,-1 9 44-16,-2 3 22 0,1 13 68 16,2 4 9-16,2 9-66 15,0 0-35-15,-3 5-50 16,0 1-21-16,-6 2-15 15,1 6-4-15,-7 4-1 16,0 0 1-16,-2 5-3 16,2 0 5-16,1-3 8 15,2-2-1-15,2-8 1 16,0-9-6-16,2-22-9 16,-1-12-7-16,4-25-35 15,0-9-32-15,0-22-90 16,0-10-148-16,-6-27 171 15</inkml:trace>
  <inkml:trace contextRef="#ctx0" brushRef="#br0" timeOffset="584.53">1704 12905 1568 0,'91'2'-9'15,"6"-4"6"-15,18-8-6 16,9-3 7-16,14-6 4 0,5 0 1 16,14-5 6-16,6 0 3 15,19 1 9-15,6 1 18 16,10 3 0-16,6 2 14 16,4 3 22-16,8 2-3 15,4 0 41-15,3 0-5 16,7-1-24-16,-5 3-16 0,4 0-44 15,-3 2-9-15,-6 3-9 16,3-1-6-16,-9 0-12 16,-3 0 0-16,-20 0-24 15,-2 1-26-15,-23 0-91 16,-16-1-68-16,-13 2-220 16,-20 1 323-16</inkml:trace>
  <inkml:trace contextRef="#ctx0" brushRef="#br0" timeOffset="3716.59">6952 13017 1285 0,'-14'31'-3'15,"-2"1"-7"-15,-3 6-23 16,-3 3-8-16,-1-1-1 16,-3-2 3-16,0-7 20 15,-1-4 3-15,-2-10-81 16,7-6 61-16</inkml:trace>
  <inkml:trace contextRef="#ctx0" brushRef="#br0" timeOffset="3899.32">6789 13042 1550 0,'37'26'30'0,"1"5"-21"15,4-2 0-15,-7-3-21 16,0-4-27-16,-12-7-37 15,-5-6-177-15,-13-12 162 16</inkml:trace>
  <inkml:trace contextRef="#ctx0" brushRef="#br0" timeOffset="7315.96">2368 9097 1119 0,'5'16'17'0,"2"-1"-7"16,-3-1-2-16,2 2 5 15,0 0 5-15,1 4 5 16,0 2 2-16,-1 1-7 15,-1-4-5-15,0-5-3 16,2-6-4-16,6-9 1 16,3-4 1-16,4-11-4 15,1-4 0-15,0-5-2 16,0-2-2-16,-2-1 4 16,0 1-2-16,-5-1 2 0,0 1-3 15,-5 3 1-15,-1 0-2 16,-4 1 0-16,1 2 0 15,-2 5 6-15,-1 5 6 16,-2 11 9-16,0 0 4 16,2 3-1-16,0 11-7 0,-2 12-7 15,0 5-4-15,-4 13-5 16,-3 5-1-16,-6 10-1 16,-6 5 1-16,-9 5 0 15,-3 1 0-15,-7-1 5 16,-5-2 5-16,-4-7 9 15,-3-4 5-15,-7-11-5 16,2-7-7-16,0-18-16 16,1-11-18-16,14-27-57 15,8-20-183-15,20-35 166 16</inkml:trace>
  <inkml:trace contextRef="#ctx0" brushRef="#br0" timeOffset="18199">18654 1115 835 0,'10'57'-39'0,"-5"-6"-16"16,-4-3 3-16,-5-4 41 15,-2 0 36-15,-7-5 22 16,0-3 1-16,-2-8-25 16,0-7-28-16,7-9-225 15,1-3 167-15</inkml:trace>
  <inkml:trace contextRef="#ctx0" brushRef="#br0" timeOffset="18699.91">18856 1274 1167 0,'4'23'-17'0,"-4"-1"1"0,-5-2 7 16,-2-1 5-16,0-6 25 16,1-1 4-16,1-5 14 15,0-2 0-15,5-5-2 16,0 0-3-16,0-1-14 16,-7-16-5-16,8-2-9 15,3-1-6-15,3-4-2 16,4-1-4-16,3-2-5 15,5-1-5-15,0 0-5 16,2 1-6-16,1 7 6 16,-5 4 5-16,-2 10 8 15,0 5 8-15,-6 8 0 16,2 8 2-16,-3 11 6 16,-2 6-6-16,-2 7 4 15,-3 1-4-15,0-3 0 16,-1-5 1-16,1-7-1 0,-1-5-2 15,0-10-7-15,2-2-7 16,1-8-5-16,4-1 1 16,4-6 7-16,-1-3 7 15,7-7 0-15,2-3-8 16,5-7-120-16,0-3 87 16</inkml:trace>
  <inkml:trace contextRef="#ctx0" brushRef="#br0" timeOffset="20116.21">19389 1121 1129 0,'0'1'-2'0,"-12"18"4"16,7-8 11-16,-6 2 18 15,6 0 8-15,0 2 9 16,1 0-1-16,6 0-14 15,0 1-6-15,7-2-14 16,0-1-7-16,3-3-2 16,0-2-2-16,3-5 0 15,2-2-4-15,1-3 0 16,3-4 0-16,3-6 2 16,1-3 0-16,2-5 0 0,3-2 2 15,-4 3-2-15,-5 2 2 16,-6 6-2-16,-5 4 2 15,-10 7 2-15,0 0 2 16,0 0 3-16,-1 0-1 16,-11 7 2-16,8 2-2 15,3 3-1-15,2 1 1 16,5 2 0-16,1-1 3 0,3-1-3 16,2-3 0-16,3-2-2 15,2-4 0-15,1-4-5 16,1-6 3-16,-2-6 2 15,1-4-2-15,-1-5 2 16,-3-1-2-16,-3 2-2 16,-5 1 2-16,-6 3-3 15,-5 1 3-15,-5 6-4 16,-3 0 0-16,-7 5 0 16,-1 2-4-16,-6 6 1 15,-2 1-3-15,0 3 4 16,1 0 0-16,7-1 4 15,2 0 2-15,10-2 0 16,9-5-4-16,2 5 0 16,15-6 0-16,15-9-2 0,11-4 2 15,8-7 2-15,-1-3-2 16,0 6 3-16,-8 4-3 16,-7 9 2-16,-3 5 0 15,-13 10-6-15,-3 3 3 16,-9 7-5-16,-4 4 4 15,-2 0 4-15,0 1 0 0,0-4 0 16,1-2 0-16,-1-6-1 16,0-3-1-16,0-5 0 15,-1-5 4-15,0 0-4 16,0 0 2-16,-3-8-2 16,4-7-2-16,10-9 0 15,3-6 0-15,14-4 2 16,4-2 2-16,2 3 0 15,1 5-2-15,-8 12 0 16,-6 9 0-16,-6 9-2 16,-5 8-1-16,-7 10-1 15,-1 2 4-15,-3 7 4 16,0 0 1-16,2-4 3 16,4-1-3-16,5-11-2 15,0-1 0-15,-1-8-3 16,-1-2 0-16,0-7 6 15,1-3 0-15,2-8 9 0,3-5 3 16,2-4-12-16,2 1 0 16,1 3-6-16,-1 6 3 15,0 8-6-15,-5 5 0 16,-1 8 3-16,-1 4-3 16,-4 4 3-16,2 1 0 15,3 1 3-15,1-3 6 0,1-1-9 16,3-4 0-16,-2-6-3 15,-2-2-6-15,-2-2 3 16,-4-1 3-16,-3-1 3 16,0 0 6-16,-4 4-3 15,0-1 0-15,0 0-3 16,0 1-3-16,11-22-3 16,-2 13-12-16,0-1-12 15,0 0 16-15,-5 3 8 16,-4 7 6-16,0 0 12 15,0 0 32-15,0 0 22 16,0 0-7-16,0 0-8 16,0 0-9-16,13 6-27 15,1-10 6-15,8-9-9 16,4-5-6-16,4-7-3 16,-2 0-9-16,-11 2 3 0,-6 3 9 15,-14 6 27-15,-6 3 14 16,-9 8 10-16,-4 3-18 15,-1 10-15-15,2 9-9 16,9 11-6-16,9 5 0 16,17 1-30-16,15-5-54 15,19-14-107-15,6-8-75 16,3-14 78-16,-4-8 5 0,-11-4 46 16,-2-3 12-16,-10-1 96 15,0-3 17-15,-5-1-258 16,0-2 192-16</inkml:trace>
  <inkml:trace contextRef="#ctx0" brushRef="#br0" timeOffset="20549.21">20616 599 709 0,'13'4'85'0,"11"-3"22"16,23-7 27-16,12-2-37 15,12-1-19-15,3 3-10 0,1 8-14 16,-1 7-6-16,-1 11-9 16,-1 3-4-16,-13 8-16 15,-8 2-5-15,-19 4-8 16,-6 4-4-16,-18 7 0 16,-5 6 2-16,-9 10-1 15,-8 5 3-15,-8 0-6 16,-5-3 0-16,-18-3-13 15,-11-5-3-15,-17-7-7 16,-5-4-2-16,-3-11-39 16,-1-10-173-16,3-19 151 15</inkml:trace>
  <inkml:trace contextRef="#ctx0" brushRef="#br0" timeOffset="21048.71">18618 883 839 0,'-18'-30'30'0,"-8"15"31"15,-5 7 17-15,-8 14 12 16,-3 8-13-16,-4 15-7 16,3 10-12-16,5 26-14 0,5 15-3 15,8 32-14-15,2 15-2 16,7 8-13-16,7-2-8 15,14-26-14-15,9-19-5 16,26-36-12-16,13-20-4 16,23-28-86-16,8-15 81 15</inkml:trace>
  <inkml:trace contextRef="#ctx0" brushRef="#br0" timeOffset="21398.6">18483 1186 1466 0,'83'-33'0'0,"14"-9"-51"15,-1-1-88-15,-12 4 79 16</inkml:trace>
  <inkml:trace contextRef="#ctx0" brushRef="#br0" timeOffset="21715.21">18470 1632 1121 0,'34'-10'-6'15,"15"-11"4"-15,7-5 2 16,12-8 0-16,3-3 0 16,4-1-2-16,5-1-21 15,1-5 13-15</inkml:trace>
  <inkml:trace contextRef="#ctx0" brushRef="#br0" timeOffset="54747.91">15336 719 1082 0,'-7'2'35'0,"-2"6"-12"16,-2 10-19-16,0 6 2 15,3 18 19-15,2 12 8 16,3 21 4-16,0 8-6 16,2 6-22-16,-2-3-5 15,-3-6-4-15,-5-4 0 16,-6-12 0-16,-1-8 2 15,1-20 2-15,5-12-2 0,4-21-12 16,5-13-9-16,8-30-27 16,3-15-9-16,3-15 1 15,-1-5 13-15,-4 7 24 16,-1 5 15-16,-5 1 14 16,0 3 1-16,0 0 7 15,0 0 1-15,0 8-4 16,5 2-1-16,0 6-7 15,1 6 1-15,0 13 17 16,-3 9 4-16,3 19 4 16,1 17-2-16,0 29-19 15,2 17-5-15,-1 33-3 16,0 3-4-16,1-4 0 16,1-12-2-16,4-25 2 15,2-12-2-15,-1-19-23 16,1-10-32-16,-3-21 34 0</inkml:trace>
  <inkml:trace contextRef="#ctx0" brushRef="#br0" timeOffset="54946.7">15403 1206 880 0</inkml:trace>
  <inkml:trace contextRef="#ctx0" brushRef="#br0" timeOffset="55432.25">15558 1126 1068 0,'-2'28'6'15,"1"-1"6"-15,1-3 3 0,5-8-3 16,4-7 2-16,7-14-12 16,4-8-2-16,10-14 0 15,2-6 0-15,2-4 3 16,-4 0 3-16,-7 12 2 15,-6 7 0-15,-13 15 3 16,-3 9 1-16,-9 13 2 16,-4 10-3-16,0 5-3 15,4 5-4-15,9 0-2 16,5-1 0-16,7 3 0 16,2 2 0-16,2 5-2 15,-5 1 0-15,-6 0 0 16,-6 0 0-16,-14-2 3 15,-6 2-3-15,-16 2 6 16,-6-4 4-16,-5-12-2 0,-1-13-6 16,11-36-275-16,13-23 182 15</inkml:trace>
  <inkml:trace contextRef="#ctx0" brushRef="#br0" timeOffset="55930.77">15774 1113 1042 0,'-20'-2'9'0,"-4"0"3"15,-6 4 11-15,-1 1 2 16,4-2 4-16,1 1-4 16,8-2-11-16,3-3-6 0,7-3-8 15,3-1-2-15,3-1-8 16,1 0-2-16,0 2-1 15,1 6-3-15,0 0-81 16,0 0-233-16,6 9 200 16</inkml:trace>
  <inkml:trace contextRef="#ctx0" brushRef="#br0" timeOffset="56380.71">15982 1113 424 0,'-9'14'-46'0,"-3"-4"168"15,0 0 142-15,3-1-20 16,2-2-110-16,3-2-47 16,4-1-58-16,5-4-11 0,3-2-16 15,5-4 0-15,3-6 2 16,1-3-3-16,3-5 3 16,-2 0 0-16,-1-1-2 15,-1 2 4-15,-5 4-4 16,-3-1 4-16,-6 3-4 15,-6-1 0-15,-8 1-4 16,-1 1-6-16,-5 1 0 16,0 2 0-16,-2 3 8 15,0 1 0-15,-1 11 0 16,-3 6 0-16,3 13 4 16,-1 9 2-16,7 14 10 15,5 5-1-15,16 5-5 16,12-1 1-16,25-16-13 15,16-15-27-15,28-35 22 16</inkml:trace>
  <inkml:trace contextRef="#ctx0" brushRef="#br0" timeOffset="57147.51">15286 1677 1400 0,'133'-38'2'16,"-2"2"2"-16,2 1-4 16,-7 3-2-16,-6-1 2 15,-6 1 0-15,-17 3 2 16,-5 4-2-16,-16 5 2 15,-6 3-2-15,-14 2-41 16,-7 2-41-16,-15-1 44 16</inkml:trace>
  <inkml:trace contextRef="#ctx0" brushRef="#br0" timeOffset="57630.99">16596 584 1408 0,'80'64'-24'16,"-24"19"20"-16,-12 10-1 15,-28 9 3-15,-17-2-2 16,-29 1 2-16,-12-5 2 16,-13-10 0-16,-3-6 2 15,-12-13-2-15,-5-8-2 0,-7-13-107 16,-4-7 80-16</inkml:trace>
  <inkml:trace contextRef="#ctx0" brushRef="#br0" timeOffset="57963.66">14725 690 1353 0,'-48'125'2'16,"11"16"2"-16,11 4 2 16,32 1-4-16,12-5 0 15,25-23 0-15,6-9-4 0,5-28-27 16,9-12-18-16,8-25-38 16,12-13-25-16,11-22 61 15</inkml:trace>
  <inkml:trace contextRef="#ctx0" brushRef="#br0" timeOffset="77595.67">3093 12791 999 0,'-5'71'22'0,"6"13"-24"16,-1 4-53-16,6-2 40 15</inkml:trace>
  <inkml:trace contextRef="#ctx0" brushRef="#br0" timeOffset="85279.19">3242 11904 839 0,'0'0'18'0,"-1"0"-2"0,0 0 0 16,-1-1 9-16,-26-9 7 15,28 10 7-15,-1 0-3 16,-1-1-13-16,-26-6-6 16,28 7-15-16,-1 1 0 15,-10 18-4-15,11-7 0 16,1 1 0-16,3-2 0 0,1-3 2 16,-1-2 0-1,2-5 0-15,1-1-2 0,2-7 4 16,-1-3 2-16,4-5 5 15,-2-2 5-15,-1-2-4 16,-1 1-1-16,-3 3-1 16,-2 3 2-16,-3 5 25 15,-1 3 13-15,-3 2 10 16,-1 2-2-16,-2 5-25 16,-1 3-13-16,2 4-14 15,-1 0-2-15,3 2 0 16,0-1-2-16,2-2 0 15,1 1 0-15,1-5 0 16,0-1 2-16,0-6-2 16,0 0 0-16,0 0 0 0,0 0-4 15,0 0 2-15,5-16 2 16,-2 0-2-16,-1 1 6 16,0 3-2-16,0 2-2 15,-2 10 2-15,0 0-4 16,0 0 0-16,-2 12 2 15,2 10 0-15,2 7 0 16,10 3-27-16,8-4 21 16</inkml:trace>
  <inkml:trace contextRef="#ctx0" brushRef="#br0" timeOffset="85929.57">2524 11816 1119 0,'-15'1'68'0,"5"1"-30"16,1 1-10-16,9-3-19 15,0 0-7-15,0 0-6 16,11 1-2-16,5-2 5 15,0 0-3-15,6 1 4 16,3 4 0-16,11 5 0 16,9 2 2-16,16 1-2 15,6 3 2-15,3 1-2 16</inkml:trace>
  <inkml:trace contextRef="#ctx0" brushRef="#br0" timeOffset="86763.63">3091 12756 1119 0,'4'-8'48'0,"-2"1"-9"15,-1 2-12-15,-1 5-19 16,0 0-51-16,0 0 26 15</inkml:trace>
  <inkml:trace contextRef="#ctx0" brushRef="#br0" timeOffset="101512.08">4393 10845 31 0,'-6'6'18'0,"-1"-2"34"0,0 1 6 16,1 0-1-16,2 0-8 15,1-1-23-15,3 1-14 16,0 1-10-16,3 0-4 15,1 1 2-15,1-2 0 16,-2 0 0-16,-3-5 0 16,0 0 13-16,1 0 27 15,0 0 45-15,0 0 38 16,7-19 11-16,-6 2-38 0,2-4-55 16,-1 0-14-16,0 1-18 15,0 1-2-15,-3 5-5 16,0 2 0-16,-4 7 3 15,-2 3 2-15,-4 5 0 16,0 5 2-16,-1 6-5 16,0 0 1-16,3 1 4 15,2 0-2-15,5 0 0 16,1 0-3-16,3-2-4 16,2-2 0-16,0-5 3 15,2-4 1-15,-1-4 3 16,1-5 16-16,-2-6 20 15,-1-3 1-15,-2-4-1 16,-2 0-6-16,-1 0-16 0,-2 2-3 16,-1 4-7-1,0 3-1-15,-2 5-4 0,1 3 0 16,1 2-5-16,-1 0 1 16,2 8-2-16,0 1 0 15,1 7 0-15,2 3 0 16,0 0-2-16,3-2 2 15,2-4-1-15,-1-5 1 0,2-5 0 16,1-2 1-16,0-7 5 16,1-4 2-16,0-5 0 15,2-4 1-15,-1-1-3 16,-2 2-2-16,-1 3 0 16,-2 6-4-16,-4 10 0 15,0 0 2-15,-8 7-2 16,2 7-4-16,4 4-33 15,1 0-193-15,1-7 132 16</inkml:trace>
  <inkml:trace contextRef="#ctx0" brushRef="#br0" timeOffset="105202.93">5350 9738 122 0,'-10'39'-5'16,"1"-4"3"-16</inkml:trace>
  <inkml:trace contextRef="#ctx0" brushRef="#br0" timeOffset="105445.15">5222 9557 1070 0,'-2'6'47'0,"4"5"3"15,5 4-28-15,12 10-20 16,0 1-2-16,7 2-41 0,1-2-48 16,-9-9-208-16,-1-2-39 15,-11-9 208-15</inkml:trace>
  <inkml:trace contextRef="#ctx0" brushRef="#br0" timeOffset="105652.74">5337 9632 944 0,'-4'8'64'0,"-1"8"8"15,3 9-43-15,4 7-27 16,0 0-2-16,4-6-4 15,-1-5-13-15,-2-9-79 16,-2-3-82-16,-3-1 96 16</inkml:trace>
  <inkml:trace contextRef="#ctx0" brushRef="#br0" timeOffset="105829.45">5266 9820 269 0,'8'-15'22'0,"2"-2"18"16,8-5-29-16,0-1-6 16,7-1-5-16,0 0 2 15,-2 7-2-15,-1 4 0 16,-4 8-22-16,-3 4-22 16,-9 4 28-16</inkml:trace>
  <inkml:trace contextRef="#ctx0" brushRef="#br0" timeOffset="106045.25">5341 9708 593 0,'-10'1'110'0,"0"4"69"16,1 2-65-16,3 4-82 15,3 2-18-15,1 0-14 16,2 1-11-16,2-2-117 16,-2-3-109-16,0-9 130 15</inkml:trace>
  <inkml:trace contextRef="#ctx0" brushRef="#br0" timeOffset="106178.49">5273 9739 316 0,'0'0'59'0,"0"-1"41"0,0 0 14 15,5-10-30-15,6 10-11 16,7 2-14-16,3 1-2 16,2 4-37-16,0 3-61 15,-4 5 30-15</inkml:trace>
  <inkml:trace contextRef="#ctx0" brushRef="#br0" timeOffset="114128.5">15832 3208 133 0,'1'-27'24'0,"-1"0"38"0,0 4 2 15,-1 6 19-15,-2 3 6 16,1 8 38-16,2 6-6 15,0 0-37-15,4 3-18 16,17-1-7-16,12-2 7 16,24-7 2-16,12-3-16 15,15-1-31-15,2 1-11 16,-2 2-7-16,0 1-3 0,-5 5 0 16,-2 1 2-16,1 8 0 15,-1 6-2-15,10 7-6 16,4 1-28-16,2-8 20 15</inkml:trace>
  <inkml:trace contextRef="#ctx0" brushRef="#br0" timeOffset="115595.01">18315 3047 1305 0,'33'-15'33'15,"8"3"-25"-15,20 8-8 16,9 2 0-16,10 4 0 15,2 0 3-15,-1 2-1 16,3-1-2-16,2-2 0 16,3-2 0-16,7-6 0 15,8-6 0-15,6-6 0 16,3-2 0-16,6 1-5 16,-4 4-5-16,-4 10-66 15,-7 6 49-15</inkml:trace>
  <inkml:trace contextRef="#ctx0" brushRef="#br0" timeOffset="119944.76">2373 12778 318 0,'-13'15'2'16,"1"-2"16"-16,2 0 54 16,5-2 32-16,1-5 50 15,4-6-17-15,0 0-75 16,8-5-31-16,9-8-35 15,0-6-55-15,6-9-110 0,3-4-9 16,4-9 59-16,2-5 52 16,5-12 136-16,6-9 30 15,12-15 70-15,8-8-10 16,8-12-77-16,6-4-27 16,8-6-14-16,8-4 7 0,7-6 6 15,6-4 6 1,13-6 4-16,-2-3-4 15,16-7-17-15,3-2-12 0,2-2-14 16,9 0-3-16,2-2 11 16,9-3 4-16,4-6 4 15,2-1-2-15,6 5-8 16,-6 7-3-16,4 3-5 16,-6 1 16-16,-1 2-19 15,-3 0 0-15,-4 3-6 16,-1 1-3-16,-11 2 3 15,0 6-6-15,-22 9 0 16,-2 7 3-16,-7 14-6 16,-6 7 3-16,-7 14-3 15,-8 6-36-15,-18 9-41 16,-9 5-50-16,-2 9 66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6:25:15.63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1999 2725 1468 0,'5'-19'33'16,"11"0"-14"-16,2-1-2 0,7 2-9 15,3 3 0-15,2 3-5 16,1 3-6-16,-1 8 3 15,-1 5-6-15,-6 12 2 16,0 6-2-16,-9 16-1 16,-5 8-1-16,-10 11 4 15,-7 1 0-15,-12-2 2 16,-5-7 0-16,-6-10 4 16,-2-6 4-16,-2-7 9 15,-1-5 17-15,3-8 31 16,6-3 5-16,4-9-11 15,4-3-3-15,11-5 3 16,2-4-15-16,13-4-10 16,9-1-5-16,10-4-18 15,9 2 0-15,4 4-3 16,2 3 0-16,3 11 0 0,-1 4 6 16,1 7-6-16,1 3 3 15,-7 1-6-15,1-2-9 16,0-6-125-16,-4-4-96 15,3-7 119-15</inkml:trace>
  <inkml:trace contextRef="#ctx0" brushRef="#br0" timeOffset="415.05">3243 2647 1382 0,'-15'6'33'16,"-9"9"-19"-16,-4 6-3 15,-15 15 1-15,-6 6 2 16,-10 9-1-16,-3 4-1 0,0 1-6 15,0-1-1-15,4-8-6 16,2-4-21-16,14-15-173 16,7-8 134-16</inkml:trace>
  <inkml:trace contextRef="#ctx0" brushRef="#br0" timeOffset="631.54">2795 2690 1485 0,'12'8'62'16,"4"6"201"-16,13 15-251 16,8 6-3-16,9 4 15 15,5 2-6-15,1-5 3 16,0-3-21-16,-4-7-87 0,-7-5-137 15,-8-9 165-15</inkml:trace>
  <inkml:trace contextRef="#ctx0" brushRef="#br0" timeOffset="1315.34">3622 2650 1574 0,'12'-18'81'15,"8"-1"-69"-15,8 1-12 16,15-2-6-16,5 2 6 16,10 1 0-16,1 4 0 0,-5 7 3 15,-3 5-3 1,-13 10-3-16,-5 6-3 0,-16 6-12 16,-8 3-12-16,-15 1 6 15,-8 2 15-15,-9-1 39 16,-3 0 44-16,2-4 55 15,2-1 14-15,7-5-11 16,5-1-28-16,7-3-77 16,4-2-18-16,8-1-12 15,6-2-3-15,15-3 6 16,13-3-21-16,18-2-62 16,8 0-13-16,5 7 13 15,-6 6 23-15,-19 9 54 16,-14 4 6-16,-33 6 0 15,-18 3 15-15,-39 7 47 16,-17 2 22-16,-38-1 12 16,-9-2-25-16,-9-11-50 15,4-8-65-15,30-21-154 0,24-13 124 16</inkml:trace>
  <inkml:trace contextRef="#ctx0" brushRef="#br0" timeOffset="2114.9">2235 3491 1088 0,'11'3'2'0,"2"1"-2"15,3-2 4-15,0 1-2 16,4-3 0-16,3 0 1 15,1-2 11-15,2-1 5 16,7-2 24-16,1 0 17 16,13-3 14-16,7 0 3 0,13-5-13 15,6 2-14-15,8-2-24 16,4 1-9-16,3 4-6 16,4-1-11-16,2 2-13 15,-1 1-4-15,0 1-103 16,-3-1 81-16</inkml:trace>
  <inkml:trace contextRef="#ctx0" brushRef="#br0" timeOffset="2998.56">5282 2803 1200 0,'22'-2'45'15,"3"-1"3"-15,9 2-13 16,3 0 8-16,9 0 1 16,7-2-3-16,11 0-8 15,5-1-4-15,6-1-12 16,1 0 1-16,3-1-12 0,-2 0-6 16,4-1-14-16,-4 1 4 15,-9 1-21-15,1 0-27 16,-14 2 35-16</inkml:trace>
  <inkml:trace contextRef="#ctx0" brushRef="#br0" timeOffset="4254.02">7255 2608 1439 0,'9'-11'36'0,"8"-4"-16"16,9-2-11-16,15-2 1 15,5-4-4-15,16 0-2 16,5-2-2-16,11 3-2 0,5 3 0 16,0 6-6-16,-2 5-2 15,-15 11-13-15,-8 4-4 16,-24 11 3-16,-12 4 3 15,-23 7-6-15,-15 1 5 16,-22 0 1-16,-10-1 7 16,-9-2 45-16,-2-2 25 15,2-3 47-15,6-1 190 16,12-6 16-16,9-3-74 0,17-3-133 16,6-2-40-16,10 1-57 15,7 0-9-15,15 0-1 16,11 2 3-16,17 1-5 15,6 1-1-15,8 7-3 16,-4-1-2-16,-13 6-4 16,-7 3-1-16,-24 0-8 15,-17 3-5-15,-26-1 18 16,-18 3 4-16,-27 2 18 16,-10 0 9-16,-14-2 16 15,-2-6-2-15,9-8-8 16,11-5-4-16,20-15-98 15,13-10-152-15,17-23 91 16</inkml:trace>
  <inkml:trace contextRef="#ctx0" brushRef="#br0" timeOffset="4648.71">9192 2473 1992 0,'-2'-18'200'0,"-5"6"-71"16,3 3-77-16,-5 9-47 16,-2 9-10-16,-10 19-2 15,-9 11 3-15,-13 24 4 16,-5 12 0-16,-12 18-4 0,-8 2-21 15,-5-3-151 1,-1-9-117-16,11-27 137 0</inkml:trace>
  <inkml:trace contextRef="#ctx0" brushRef="#br0" timeOffset="4865.76">8704 2595 2649 0,'47'48'6'0,"8"16"-2"16,2 5 1-16,-3 2-4 15,-5-1-4-15,-4-12-127 16,-3-7-111-16,-8-22 65 15</inkml:trace>
  <inkml:trace contextRef="#ctx0" brushRef="#br0" timeOffset="6732.48">9788 2611 908 0,'7'-12'141'16,"1"0"192"-16,5-1-313 16,1 0-1-16,4-2 0 15,4 0-1-15,2-2 1 16,3 2 1-16,1 2 1 15,-2 2-2-15,3 6 3 16,-1 5-1-16,-3 9-12 0,-3 6-3 16,-8 10 6-16,-6 3 9 15,-7 6 6-15,-5 3-4 16,-5 2-8-16,-4 1-6 16,-5-4-15-16,-3-4-9 15,0-7 1-15,-1-5 2 16,-1-7 12-16,-1-3 15 15,-5-5-10-15,1-3-2 16,1-2 9-16,4 0 3 0,9-1 6 16,4 0-3-16,10 1-3 15,0 0 6-15,0 0-3 16,0 0 6-16,0 0-9 16,0 0-6-16,0 0-6 15,-1 0-3-15,0 1-6 16,0 0-9-16,1-1 3 15,0 2-3-15,0 0 12 16,1 0 3-16,0-1 0 16,0 1 6-16,-1 0 9 15,1-1-9-15,0 1-3 16,0 0 6-16,0-1-6 16,0 0 0-16,0 0 3 15,-1-1-3-15,1 1 3 16,0 0-6-16,0 0 3 0,0 0 0 15,0 0-3-15,0 0 6 16,-1-1-3-16,0 1 0 16,0 0-3-16,0 0 0 15,0-1 0-15,0 0-3 16,0 0-3-16,0 1-15 16,0 0-54-16,0 0-50 15,0 0-117-15,0-1 172 0</inkml:trace>
  <inkml:trace contextRef="#ctx0" brushRef="#br0" timeOffset="8148.45">10009 2527 1535 0,'-3'15'8'0,"-2"15"8"16,-1 12 17-16,-1 21 33 15,0 11-1-15,-5 10-11 0,0 1-9 16,-2-8-36 0,4-9 0-16,0-15-9 0,0-10 0 15,3-18 0-15,-1-8 0 16,-1-12 3-16,1-7 6 15,0-14 18-15,1-9 9 16,1-16 35-16,3-8 13 16,4-14-3-16,3-7-10 15,4-15-41-15,2-3-21 0,1 2-24 16,-2 3-6-16,0 16 0 16,-2 7 1-16,-3 18 22 15,0 12 4-15,-2 20 3 16,-1 10-9-16,2 24 0 15,2 12 9-15,-2 23 36 16,4 9 16-16,-4 12-21 16,-2 0-8-16,0-3-24 15,-1-7-8-15,1-17 0 16,1-10-4-16,1-16-5 16,0-6 6-16,-1-12-8 15,-2-9 0-15,0 0 11 16,6-12-1-16,-2-13 5 15,0-9 2-15,7-18-2 16,1-8 0-16,6-8-4 0,2-1-2 16,1 12-2-16,-2 7 2 15,-8 18 2-15,-2 9 0 16,-7 13-3-16,-2 10-4 16,-5 3-4-16,-3 10-4 15,-4 16 11-15,-1 9 1 16,-3 18 5-16,1 5 1 15,-1 2-1-15,-1-4 2 0,4-15-4 16,4-9-6-16,-2-15-1 16,4-7 1-16,-2-11-1 15,-1-4-2-15,2-10-27 16,0-6-6-16,6-11-11 16,3-8 2-16,6-7 36 15,3-5 9-15,3 0 12 16,-1 0 6-16,0 9 3 15,-3 3 0-15,-4 6 3 16,-2 5 0-16,-2 3 8 16,-1 4 1-16,0 3-12 15,0 3-3-15,-1 3-12 16,1 2-9-16,0 8 0 16,0 0 0-16,-1 0 0 15,0 0 0-15,0 0 3 0,0 1-3 16,-32 11 3-16,33-12 6 15,-1 1 6-15,0 0-3 16,0 0 9-16,0 0-3 16,1 0-6-16,-1-1 0 15,0 1 3-15,0 0 3 16,0 0 3-16,0 0 6 16,0 0-9-16,0-1 3 15,1 0-12-15,-1 1 3 0,-6 32-3 16,7 6 0-16,-2 43 17 15,-7 22-5-15,-12 32-23 16,-3 9-97-16,-7-15 61 16</inkml:trace>
  <inkml:trace contextRef="#ctx0" brushRef="#br0" timeOffset="8665.67">10752 2702 1804 0,'4'-3'149'16,"2"-2"126"-16,13 3-278 16,6-2 3-16,13-1 27 15,11-1 6-15,17-1-9 16,6-2-16-16,12 1-19 15,4-2-49-15,4-2-143 16,-4 0-120-16,-9-1 162 0</inkml:trace>
  <inkml:trace contextRef="#ctx0" brushRef="#br0" timeOffset="9016.69">10823 3050 2178 0,'70'-12'92'0,"9"-1"-86"16,4-3-6-16,8-3 0 16,3-3 0-16,-2 0-3 15,-4 0-21-15,-10 4-56 0,-9 3-52 16,-16 6-152-16,-6 3-77 15,-22 6 266-15</inkml:trace>
  <inkml:trace contextRef="#ctx0" brushRef="#br0" timeOffset="10267.44">12689 2653 1950 0,'2'-26'126'15,"3"0"35"-15,4 3-146 0,5-3 9 16,7 1 9-16,5-1-11 15,11 1-20-15,6 5-6 16,5 6-4-16,-1 7-4 16,-5 12-18-16,-9 9-6 15,-10 16-9-15,-8 7-5 16,-11 8 14-16,-5 5 9 16,-14 2 15-16,-4 1 0 15,-13-2-3-15,-1-5 6 0,-9-11 42 16,1-5 36-1,-5-11 62-15,2-5-16 0,6-9-14 16,3-5-11-16,11-9-24 16,5-2-37-16,11-4-19 15,7-2-9-15,17-1-16 16,10 1-8-16,19 6-19 16,7 7 9-16,11 13 11 15,-1 6 7-15,-5 8-14 16,-3 4-23-16,-7-4-61 15,2-3-98-15,-3-7-238 16,1-5 289-16</inkml:trace>
  <inkml:trace contextRef="#ctx0" brushRef="#br0" timeOffset="10565.64">14055 2469 2318 0,'-42'63'44'0,"-16"22"-8"16,-9 10-7-16,-5-1-64 15,-2-6-105-15,10-26-314 16,3-18 242-16</inkml:trace>
  <inkml:trace contextRef="#ctx0" brushRef="#br0" timeOffset="10781.97">13693 2598 2550 0,'73'48'-5'0,"7"-1"-18"0,3 1-79 16,0-4-102-16,-14-5 76 16</inkml:trace>
  <inkml:trace contextRef="#ctx0" brushRef="#br0" timeOffset="11500.96">14702 2351 1828 0,'13'54'66'0,"0"14"-13"16,-6 4-17-16,-3 3-30 16,-3 1-9-16,-8 3-83 15,-2-2-100-15,-5-13 109 16</inkml:trace>
  <inkml:trace contextRef="#ctx0" brushRef="#br0" timeOffset="12031.04">13506 3300 1070 0,'198'-24'43'0,"1"1"44"16,7-2-48-16,-2 1 21 15,-6 2 8-15,-16 2 0 16,-7 3-16-16,-12 3-23 0,-14 2-8 15,-15 3-23-15,-16 1-21 16,-31 1 15-16</inkml:trace>
  <inkml:trace contextRef="#ctx0" brushRef="#br0" timeOffset="16216.12">2150 4891 1037 0,'0'0'3'0,"0"-1"-1"16,0 1-4-16,0-1 2 16,0 0 4-16,0-1 7 15,0 0 28-15,0 1 7 16,0-1 22-16,0 0-2 0,2-25-8 15,-2 27-10 1,0 0-11-16,0 0-6 0,1 0-9 16,0-1-5-16,0 0-7 15,0 0-3-15,-1 0-3 16,1 1-4-16,0 0 2 16,0 0-2-16,0 0 0 15,-1 0 0-15,0 0 0 16,0 0 2-16,0 0-2 15,0 0 0-15,0 0 2 16,0 0-2-16,0 0 2 16,0 0 0-16,0 0-2 15,0 1-2-15,0 0 2 16,1 0-2-16,0 0-8 16,-1-1-17-16,1 1-263 15,-1-1 201-15</inkml:trace>
  <inkml:trace contextRef="#ctx0" brushRef="#br0" timeOffset="17235">2211 4705 1320 0,'0'0'16'16,"-3"12"-6"-16,0 13 1 16,-1 9 5-16,-3 19 11 0,0 13 2 15,-6 10 0-15,-4 4-8 16,2-1-11 0,-3-5-4-16,3-10-6 0,4-7 4 15,-1-17-2-15,5-10-2 16,-1-17 3-16,3-6 1 15,2-11 0-15,-1-7 4 16,5-18 7-16,5-11 6 0,1-16 27 16,10-8-12-16,-2-9-18 15,-1-4-3-15,3-9-33 16,-3 2-6-16,0 7-3 16,-1 8 0-16,-2 19 27 15,-2 10 12-15,-5 21 18 16,-4 18 6-16,0 1-21 15,7 2-4-15,-1 29 4 16,4 15 6-16,5 26 39 16,1 13 9-16,4 12-12 15,1 4-10-15,-1-7-32 16,0-6-6-16,0-17-15 16,-2-12-9-16,2-21-38 15,-4-11-46-15,-2-15-163 16,-4-9-24-16,0-7 167 15</inkml:trace>
  <inkml:trace contextRef="#ctx0" brushRef="#br0" timeOffset="17465">2095 5128 2353 0,'48'0'4'0,"6"0"-4"16,2-2-48-16,5-3-254 16,0 0-348-16,1-1 489 15</inkml:trace>
  <inkml:trace contextRef="#ctx0" brushRef="#br0" timeOffset="17782.43">2720 5057 1522 0,'5'-3'103'0,"3"0"52"0,8 2-137 15,8 1-12-15,8 0-6 16,6 0 3-16,5 0-6 15,4 0-12-15,0 0-99 16,-2 1-53-16,-7 1 121 16</inkml:trace>
  <inkml:trace contextRef="#ctx0" brushRef="#br0" timeOffset="17969.43">2691 5267 1477 0,'10'2'43'0,"7"1"5"0,7-1 3 15,13 0-15-15,4-2-13 16,12 0-2-16,6 0-42 16,8-2-187-16,5 0 171 15</inkml:trace>
  <inkml:trace contextRef="#ctx0" brushRef="#br0" timeOffset="18948.21">4744 4296 1415 0,'-8'-20'62'0,"-5"1"95"16,-4 1-136-16,-5 5-15 15,-5 1-6-15,-11 5 0 16,-5 0-6-16,-16 7 3 15,-4 6-9-15,-13 4 3 16,-6 5 3-16,-9 2 0 16,-2-1 6-16,4 3 0 15,4-4 3-15,15-2 6 16,7-2 0-16,17-5 18 16,9 0 2-16,17-1 4 15,8 0-6-15,11 4-12 16,1 3-9-16,8 13-3 0,3 8 6 15,5 19 3-15,3 11 0 16,3 22-3-16,-2 13-6 16,-1 22-3-16,-6 6 0 15,-5 15 0-15,-4 4 0 16,-4 0 0-16,-5 6 0 0,-3-4 0 16,-4 2 3-16,-4-5 3 15,3-8 0-15,-3-6-3 16,4-7 27-16,-1-9 56 15,0-3 16-15,5-15 18 16,0-6-22-16,1-14-59 16,1-9-21-16,4-15-12 15,3-5-2-15,6-11-4 16,4-5-3-16,10-9-2 16,5-6 0-16,9-6 5 15,4-4 0-15,11-4 2 16,2-2 3-16,17-1 3 15,8-1 11-15,8 1 7 16,8-1 1-16,8 2-11 16,-1 2-6-16,9 0-24 15,6 0-38-15,4-1-156 0,1-2-148 16,0-6 168-16</inkml:trace>
  <inkml:trace contextRef="#ctx0" brushRef="#br0" timeOffset="20298.3">4242 4632 523 0,'3'-12'168'0,"1"-2"146"15,4 0-161-15,1 1-39 16,8 2-44-16,3 0-18 16,5 4-25-16,2 1-9 0,2 6-13 15,-1 7-3-15,-5 8-2 16,-3 8 0-16,-9 9 0 16,-4 2-4-16,-11 5 1 15,-5 0 3-15,-8-2 0 16,-3-1 5-16,-3-7 9 15,0-2-2-15,-2-5 3 16,-1-4 2-16,-1-4-3 16,0-4-2-16,1-7-7 15,2-3-1-15,9-7-4 16,2-3 4-16,11-1 35 16,2-1 12-16,8 0-1 15,7 1 4-15,12 3-33 16,4 3-6-16,6 7-3 0,3 5 9 15,-2 9-3-15,-1 6 0 16,-6 6-12-16,-1 0-3 16,-6-4-33-16,0-4-84 15,6-11 70-15</inkml:trace>
  <inkml:trace contextRef="#ctx0" brushRef="#br0" timeOffset="22864.15">4347 5784 488 0,'0'0'114'0,"0"0"116"16,0 0-36-16,0 0-84 0,0 0-32 15,0 0-49-15,0 0-12 16,0 0-11-16,0 0-2 16,0 0 0-16,0 0-2 15,0 0 0-15,0 0 0 16,0 0 5-16,0 0-1 0,0 0 2 16,0 0 2-16,1 0-3 15,-1 0-1-15,0 0-4 16,0 0 0-16,0 0 0 15,1 0 2-15,-1 0 0 16,0 0 9-16,0 0 11 16,0 0 7-16,0 0 0 15,0 0-6-15,8 18 10 16,-6 9 7-16,-1 28 100 16,0 16 32-16,-1 25-40 15,-1 11-23-15,-5 19-284 16,-1 0-308-16,1-25 375 15</inkml:trace>
  <inkml:trace contextRef="#ctx0" brushRef="#br0" timeOffset="24497.93">5283 4624 1001 0,'1'-3'102'16,"1"-4"73"-16,1-1-102 15,3-3-11-15,5-1-13 16,0 0-14-16,7-1-10 15,2-1-4-15,7 2 19 16,4 2 2-16,-1 4-9 16,1 3-7-16,-8 5-14 0,-3 5-9 15,-9 9-12-15,-7 4 0 16,-8 12 1-16,-5 4 5 16,-9 6 11-16,-4 2-5 15,-3-3 18-15,-2-4-3 16,-1-9-3-16,2-4 21 15,1-8 18-15,5-3 12 0,5-8 23 16,4-3 7-16,7-3 9 16,4-5 11-16,9-2-62 15,10-3-20-15,18-2-23 16,6 2-11-16,17 3-3 16,5 3-3-16,5 5-35 15,-1 0-74-15,-9 4-219 16,-6 0 190-16</inkml:trace>
  <inkml:trace contextRef="#ctx0" brushRef="#br0" timeOffset="25348.39">5376 5786 964 0,'-1'-8'130'16,"1"-1"139"-16,4-1-215 16,4-2-32-16,3 0-3 15,5-2 4-15,2-1 0 0,5 2-1 16,4 1-3-16,4 5 10 16,2 3-2-16,-2 8-21 15,-2 5-6-15,-6 10-3 16,-5 6-9-16,-8 7 6 15,-5 4 0-15,-7 4 0 16,-4 0-3-16,-9 0 0 16,-5 0-6-16,-6-3 11 15,-6-3 6-15,-6-4 39 16,0-1 43-16,-1-7 26 16,1-2-14-16,6-9-25 15,6-5-23-15,11-8-36 16,5-5-6-16,14-13-12 15,6-6-18-15,21-10-23 16,8-3-16-16,16 1 6 16,5 6 15-16,2 15 39 15,-5 9 9-15,-9 14 9 0,-5 10 6 16,-8 7-12-16,0 2 0 16,4-6-75-16,5-4-110 15,22-17 123-15</inkml:trace>
  <inkml:trace contextRef="#ctx0" brushRef="#br0" timeOffset="26314.18">6709 4569 1125 0,'2'-14'118'16,"-2"2"176"-16,6 0-185 15,-4 0-26-15,9 0 10 16,8-2 3-16,-1-2-22 16,14 1-47-16,1 1-21 15,6 2-9-15,5 1 0 0,-5 8-3 16,-4 0 0-16,-8 8-6 16,-9 6-3-16,-7 4-6 15,-7 4-3-15,-9 3 1 16,-4 0 11-16,-10 3 30 15,-2-3 26-15,-5-2 37 16,4 0 12-16,5-4-7 16,6 0-32-16,11 0-30 15,7-2-12-15,11 0-21 16,5 1 9-16,13-5-24 16,3 0-12-16,11-2-21 15,0 2 4-15,-11 2 23 16,-8 3 6-16,-29 3 12 15,-15 2 24-15,-26 3 54 16,-11 2 26-16,-20 1 29 16,-6-2-33-16,3-7-33 0,5-4-16 15,16-13-152-15,22-10-145 16,39-15 99-16</inkml:trace>
  <inkml:trace contextRef="#ctx0" brushRef="#br0" timeOffset="26981.89">6907 5666 2064 0,'-6'37'120'0,"1"14"-22"15,2 13-77-15,0 17-24 16,1 3-36-16,-3 5-209 0,0-2-336 16,1-17 458-16</inkml:trace>
  <inkml:trace contextRef="#ctx0" brushRef="#br0" timeOffset="27830.43">7033 4143 1932 0,'11'0'81'15,"11"0"-81"-15,8 1 0 0,18-1 0 16,7 0-3-16,11-4-30 16,4 0-23-16,3-3-67 15,0 0-20-15,-6 0 14 16,-7 3 74-16,-18 3 26 15,-10 1 20-15,-13 6 28 16,-6 2 6-16,-8 8 20 16,-4 4 55-16,-1 14 67 15,-3 13 15-15,-3 24-14 16,-1 15-28-16,-6 27-71 16,-2 10-29-16,-5 18-24 15,1 6-13-15,6 8-12 16,2 1-11-16,8-5-31 0,2 1-36 15,4-6 4-15,5 1-37 16,5-2 24-16,4-4 22 16,0 0 5-16,-1-5 54 15,-2-5 30-15,-3-3 21 16,-1-12 24-16,-2-6 2 16,-5-14-5-16,1-7-18 15,-4-18-27-15,-2-7 3 16,-6-17-9-16,-7-7-3 0,-8-11 12 15,-7-3 0-15,-22-6 9 16,-10-4 0-16,-20-5-9 16,-13-5-1-16,-15-7-17 15,-5-4-8-15,-11-6-43 16,3-1-39-16,1-4-149 16,5 1 143-16</inkml:trace>
  <inkml:trace contextRef="#ctx0" brushRef="#br0" timeOffset="33080.28">3149 2062 1421 0,'15'10'0'0,"13"-9"2"16,12-4 0-16,15-13 2 15,11-4 4-15,15-11 11 16,4-5 2-16,9-7-1 16,0-5-5-16,-1-3-9 15,-4 0-2-15,-14 4-8 16,-8 5-10-16,-24 13-59 16,-12 6-127-16,-26 11 119 0</inkml:trace>
  <inkml:trace contextRef="#ctx0" brushRef="#br0" timeOffset="33531.44">3856 1609 1610 0,'44'-7'15'0,"16"-9"6"16,13-3 8-16,10-5 13 16,0 1 0-16,-3 2-6 15,-11 3-9-15,-14 6-21 0,-12 4 3 16,-21 7-6-16,-12 2 21 16,-26 13 6-16,-10 6 3 15,-18 17 14-15,-8 9-11 16,-2 15 0-16,1 3 3 15,6 0-15-15,7-5-18 16,12-17-162-16,10-10-145 16,7-20 178-16</inkml:trace>
  <inkml:trace contextRef="#ctx0" brushRef="#br0" timeOffset="34247.78">5084 1310 1643 0,'-4'30'3'16,"0"12"6"-16,0 5 3 16,0 3-9-16,-1 1 0 15,-1-5-1-15,-1-3-2 16,-2-11 3-16,-1-9 0 0,0-12 3 15,1-8 0-15,-1-14 12 16,1-7 9-16,3-10 57 16,1-3 26-16,7-8 13 15,6-5-12-15,7-7-58 16,6-5-29-16,12-1-27 16,7 1-9-16,18 6-3 15,5 7 6-15,5 13-6 16,-4 8 7-16,-10 15 2 15,-4 8-15-15,-17 13-9 16,-6 9-3-16,-20 11 3 16,-9 4 6-16,-21 7 15 15,-8 3-3-15,-13 0 9 16,-4 0-3-16,-7-7 9 16,-1-5 9-16,0-10 3 15,3-7 9-15,10-11-9 0,8-7-3 16,15-9-12-16,7-7-3 15,16-9-15-15,9-2 0 16,11-3 6-16,7 4 0 16,7 8 9-16,5 7 3 15,-5 10-9-15,-2 7 3 16,-5 12-9-16,-8 4 12 16,3 6 3-16,1-2 0 0,-2-5-36 15,3-6-86-15,1-12-402 16,4-5 406-16</inkml:trace>
  <inkml:trace contextRef="#ctx0" brushRef="#br0" timeOffset="35467.97">5768 1187 1452 0,'-4'51'6'15,"1"3"0"-15,3-2 0 16,0-5-3-16,4-7-1 16,0-6 2-16,-1-12-4 15,2-4 2-15,-4-9 2 16,-1-9-2-16,0 1 8 15,0 0 3-15,0 0 20 16,0-1 61-16,0 0 19 16,0 0-8-16,0-1-45 15,0 0-22-15,1 0-47 16,0 0-56-16,0-1-183 0,20-30-152 16,-15 23 265-16</inkml:trace>
  <inkml:trace contextRef="#ctx0" brushRef="#br0" timeOffset="35830.39">6008 1093 1664 0,'-57'2'6'0,"2"16"29"16,3 8 28-16,12 17 33 15,3 9-7-15,9 15-20 16,2 6-21-16,13 0-39 15,8-2 6-15,15-9-9 0,12-6 3 16,15-10 6-16,11-8-3 16,28-15 9-16,12-11-6 15,31-15-36-15,10-10-69 16,4-12-176-16,4-3-73 16,-5 0 248-16</inkml:trace>
  <inkml:trace contextRef="#ctx0" brushRef="#br0" timeOffset="36413.96">4743 1931 1894 0,'127'-10'-60'16,"18"-4"6"-16,26-4 33 16,6-2 9-16,17 0 9 15,4 1-3-15,-1 2 6 16,-1 2 0-16,-21 2 0 15,-6 1-30-15,-16 5-398 16,-17-2 335-16</inkml:trace>
  <inkml:trace contextRef="#ctx0" brushRef="#br0" timeOffset="44081.03">9108 4938 611 0,'-9'8'37'15,"-3"4"31"-15,-4 6 7 16,-5 11 32-16,-3 6-4 0,-8 17-28 16,-3 8-28-16,-20 20-26 15,-4 4-5-15,-12 5-28 16,-4-3-27-16,8-18 24 16</inkml:trace>
  <inkml:trace contextRef="#ctx0" brushRef="#br0" timeOffset="44365.25">8677 4946 1717 0,'8'6'78'0,"6"13"-93"0,4 10 3 16,7 17 0-16,3 6 6 16,6 9 6-16,1 8-6 15,-1 2 3-15,0-2-6 16,-5-10-6-16,-4-8-6 16,0-13-32-16,-4-7-16 15,-4-10-20-15,0-4-74 16,-6-10 101-16</inkml:trace>
  <inkml:trace contextRef="#ctx0" brushRef="#br0" timeOffset="46880.41">10140 4641 388 0,'-7'15'31'16,"-1"3"66"-16,-2 18-58 15,-2 6 15-15,-6 16 15 16,-2 9-1-16,-4 10-27 16,1 1-12-16,-4 1-22 15,3-1-2-15,-1-3-3 16,-2-3-2-16,7-10 2 16,-1-9 1-16,7-14 1 15,4-6-2-15,3-10-2 16,2-4-2-16,4-11-11 15,1-8-8-15,1-7 5 16,1-8 2-16,-1-11 12 16,2-5 11-16,1-10 12 15,-2-6 4-15,6-14 9 0,1-3-4 16,6-3-3-16,5 2-13 16,2 6-5-16,4 3 0 15,-3 4-9-15,-3 3 4 16,-1 10 1-16,-6 6-1 15,-2 12 6-15,-1 4-4 16,-7 5 1-16,0 2 0 16,-3 0-2-16,1 0-3 0,3 1 7 15,-2 1 0-15,3 1 7 16,-2 3 4-16,-3 4-5 16,0 0-3-16,1 0-8 15,-1 0-2-15,0 0 0 16,0 0 2-16,0 0 0 15,0 0-4-15,0 0 9 16,0 0-5-16,0 0 2 16,0 0 0-16,1 0-6 15,0 0 2-15,0 0 0 16,-1 0-2-16,1 0 2 16,0 0-2-16,0 0 0 15,0 0-2-15,0 0 2 16,0 0 0-16,0 0 0 15,-1 0 2-15,1 0-2 0,0 0 0 16,0 0 0-16,0 0-2 16,0 0 0-1,0 0 2-15,-1 0-4 0,0 0 0 16,0 0-4-16,0 0-3 16,0 0-1-16,0 0-2 15,0 0 5-15,0 0 5 16,0 0 4-16,0 0 4 15,0 0-4-15,0 0 0 16,0 0 0-16,0 0-2 0,0 0 2 16,0 0 0-16,0 0 2 15,-1 0 5-15,0 0 5 16,0 0 4-16,0-1 3 16,0 0-6-16,0 0 3 15,-12-31 3-15,19 19-3 16,1-3-1-16,2 1-5 15,1 0 0-15,3-1-1 16,4 1-1-16,4 2 0 16,4 1-4-16,2 4-2 15,3 2 2-15,4 2-4 16,2 3 2-16,-3 2-2 16,-3 8 1-16,-9 11-1 15,-9 7-3-15,-12 11 5 16,-8 3 3-16,-16 9 3 0,-7 0 0 15,-13 1-2-15,-4 0-2 16,-1-11 7-16,-1-3 7 16,5-8 11-16,3-7 4 15,10-6-6-15,7-5-2 16,16-6-13-16,11-5-1 16,19-6-1-16,11-7-4 15,21-5 5-15,6 0-5 0,13 9-4 16,-3 8-2-16,-8 14 0 15,-12 7 0-15,-25 15-6 16,-11 5-3-16,-28 11-7 16,-16 4-5-16,-30 5-14 15,-13-2 4-15,-14-11 2 16,-3-6 17-16,1-14 35 16,1-6 12-16,13-9 6 15,6-5-6-15,24-13-18 16,8-7-15-16,23-20-91 15,15-14 60-15</inkml:trace>
  <inkml:trace contextRef="#ctx0" brushRef="#br0" timeOffset="47646.75">10818 4995 1237 0,'8'-5'25'0,"2"-1"-27"16,0 2 4-16,5 1 18 15,3-1 5-15,8 0 14 16,4 0 1-16,10-1-9 16,2-1-8-16,2 0-9 15,-4-1-8-15,-4 0-6 16,-4 1-2-16,-6-1-39 15,-3 0-81-15,-9 2 76 0</inkml:trace>
  <inkml:trace contextRef="#ctx0" brushRef="#br0" timeOffset="47848.27">10878 5148 1456 0,'22'1'48'0,"12"1"19"16,11 1-67-16,18 1-12 15,2-3-8-15,3-3-32 16,0-3-24-16,-8-5-7 16,-4 0 2-16,-16-2-105 15,-12 0 119-15</inkml:trace>
  <inkml:trace contextRef="#ctx0" brushRef="#br0" timeOffset="51170.09">12480 4022 584 0,'-45'-1'62'0,"-1"1"92"16,-1 0-151-16,-1 2 1 15,-3 1 10-15,-3-3 4 16,-2 0 28-16,0-2 22 16,4-1 32-16,1-3-15 15,7 3-7-15,2 1-10 16,9 3-36-16,5 3-12 16,8 1-20-16,9 3-4 15,5 3-2-15,3 6 2 0,3 15 2 16,2 11 2-16,1 30 6 15,1 13 4-15,-4 34-2 16,-2 14-3-16,0 24 1 16,0 12-4-16,1 18-2 15,1 1 2-15,-5 2-2 16,2-2 0-16,-2-6 2 16,-2 1 0-16,-3 2-2 15,-3-1 2-15,-4-9-2 16,-4-5 0-16,0-16 2 15,2-5-2-15,7-18 2 16,1-10 0-16,2-24 0 16,1-12 2-16,-3-16-4 15,-2-6 3-15,1-13 5 16,-1-7-4-16,2-15 6 0,3-7-3 16,3-13-3-16,5-9-4 15,-1-8-4-15,7-8 4 16,9-9-1-16,8-2 2 15,20 2 3-15,11 3-2 16,22 8 6-16,7 3-2 16,14 5-12-16,6-1-39 15,5-3 28-15</inkml:trace>
  <inkml:trace contextRef="#ctx0" brushRef="#br0" timeOffset="55082.35">12483 4482 810 0,'1'-9'88'16,"1"-2"102"-16,5-1-179 15,5-1-12-15,1-1-1 16,7 2 11-16,-1 3 13 16,0 4 11-16,0 4-1 15,-7 6-8-15,-2 5-11 0,-3 12-9 16,-5 6 0-16,-4 12 0 15,-3 8 0-15,-7 6-2 16,-3 2 4-16,-5-6-12 16,-1-6 0-16,-3-12 4 15,-4-7-4-15,-3-8 14 16,0-3 7-16,3-8 7 16,3-5-3-16,8-7 4 15,4-4 3-15,11-8 3 16,5 0-2-16,12-2 0 15,7-1-8-15,15 3-9 16,1 3 0-16,6 6-5 16,0 7 1-16,-4 6-4 15,0 3 4-15,-2 2-12 16,1-1-13-16,-3-4-158 16,0-4 123-16</inkml:trace>
  <inkml:trace contextRef="#ctx0" brushRef="#br0" timeOffset="56015.43">12549 5494 559 0,'1'-3'87'0,"-1"1"159"16,6 2-265-1,-1 3-15-15,-3 5 27 0,3 11 51 16,-4 9 3-16,-1 18 10 16,0 9-9-16,-1 9-23 15,0 0-13-15,-3-8-58 16,4-5 37-16</inkml:trace>
  <inkml:trace contextRef="#ctx0" brushRef="#br0" timeOffset="57180.27">12414 6698 1411 0,'7'-15'43'16,"4"1"21"-16,9 5-74 16,1 2-1-16,3 6 7 15,-5 1-2-15,-4 5-2 16,-3 4-1-16,-6 5-5 15,-6 4 6-15,-6 5 0 16,-3 3 12-16,-7 0-4 16,-3 1 0-16,-6-1 2 15,1-1-4-15,-2 0 6 16,1-2 6-16,3-2 15 16,0-2 8-16,8-6 31 15,5-3 34-15,9-6-38 16,4-1-12-16,13-5-36 0,11-2-3 15,11-3 15-15,4-1-15 16,6 1-3-16,-1-1-12 16,-2-3-87-16,0 0-59 15,0-3-130-15,0 0 185 16</inkml:trace>
  <inkml:trace contextRef="#ctx0" brushRef="#br0" timeOffset="58230.64">12998 4196 1080 0,'2'-6'19'0,"2"1"-19"15,2 1-1-15,4 4-3 0,1-1 4 16,4-1-2-16,1 0 4 16,2-1 0-16,1-1 5 15,-3 2 11-15,0-1 1 16,1 1 4-16,0 1-3 16,2 1-7-16,0-1-5 15,4 1 2-15,-1 0-6 16,-1 2 0-16,-2 1-3 15,-7 0-1-15,-1 1 0 0,-6 1 2 16,2 1-2-16,-2 6 2 16,-2 4 2-16,2 18 10 15,-3 13 1-15,-1 37 9 16,-3 21-5-16,-4 35-2 16,-1 17-11-16,-2 17-2 15,3 10-2-15,-1 1-4 16,2-3-2-16,3-9-7 15,3-13-1-15,5-7 4 16,2-8 6-16,5 0 2 16,0-2 2-16,-1-3-4 15,-2-5 0-15,-8-19-7 16,-5-9-3-16,-4-18-5 16,-1-9-7-16,-2-14 13 15,-1-5 3-15,-2-5 8 0,0 0 21 16,-3 3 33-16,2 1-1 15,-4-5 5-15,0-3-10 16,-3-10-34-16,0-5 1 16,-4-11-13-16,-2-6-6 15,-3-11-3-15,-3-6-1 16,-4-4 4-16,-1-2 4 16,-1-2 4-16,-2 2-2 0,-8 0-25 15,0 2-61-15,5-3 49 16</inkml:trace>
  <inkml:trace contextRef="#ctx0" brushRef="#br0" timeOffset="60563.51">14352 5261 1086 0,'14'-1'37'0,"2"0"5"16,8-2-42-16,6-1 0 15,8-4 0-15,7-1 2 16,5 2 4-16,0-1-4 16,-8 3-2-16,-7 0-4 15,-13 1-54-15,-4 0-243 0,-8-3 185 16</inkml:trace>
  <inkml:trace contextRef="#ctx0" brushRef="#br0" timeOffset="60764.41">14348 5456 1501 0,'4'0'44'0,"12"1"72"16,2 2-122-16,17-1-18 15,6-2 3-15,8-1-27 16,2-2 10-16,0-2-49 15,-5 1-59-15,-12-1 80 16</inkml:trace>
  <inkml:trace contextRef="#ctx0" brushRef="#br0" timeOffset="67846.48">4320 4966 502 0,'-4'-4'16'16,"-1"3"-9"-16,2 4-7 16,-2 1 0-16,1 2 0 0,1-3 2 15,3-3-2-15,0 0 46 16,0 0 20-16,0 0 29 15,-1 0 6-15,0 0-38 16,0 0-22-16,0 0-31 16,0 0-1-16,1 0-5 15,0 0 1-15,0 0 4 16,-1 0 5-16,1 0 4 16,0 0 2-16,0 0-2 15,0 0-9-15,0 0-5 16,0 0-2-16,0 0 0 15,0-1 0-15,-1 0-2 16,0 0 0-16,0 0 2 16,1 1-2-16,0-1 0 15,-1 0 0-15,1 0 0 16,0 0-2-16,0 0-2 0,0 1-2 16,-1 0-37-16,0 1-116 15,0 0 100-15</inkml:trace>
  <inkml:trace contextRef="#ctx0" brushRef="#br0" timeOffset="69180.12">16054 4109 1053 0,'-49'-24'64'0,"-1"5"64"15,-1 6-109-15,5 6-13 16,2 0 2-16,3 0-2 16,4 1-3-16,1-2 21 15,4 2 7-15,7 0 11 16,4 0 1-16,5 4-14 16,3 3-8-16,4 9-15 15,0 7-2-15,4 18-4 16,2 11 0-16,2 29 0 15,0 14 0-15,0 26 0 16,-3 12 0-16,-4 16 4 16,1 8-2-16,-3 5 0 15,0 6 0-15,1 1-2 16,-1-1 4-16,5 0-3 0,5-7 5 16,2-5 4-16,5-7-2 15,0-3 3-15,-2-6-5 16,-4-7-2-16,-3-5 5 15,-4-14-6-15,-2-9-3 16,0-16 9-16,0-9-3 16,-1-18-6-16,2-9 3 0,1-19 0 15,1-9 0-15,5-19 3 16,0 1 15-16,0 0 62 16,0 0-2-16,5 8-3 15,11-7-12-15,7 5-63 16,11 2 3-16,5 4-3 15,8 2-3-15,8 1 0 16,2 0 0-16,10 0 0 16,2-2-12-16,5-4-78 15,10-6-92-15,3-7 95 16</inkml:trace>
  <inkml:trace contextRef="#ctx0" brushRef="#br0" timeOffset="71281.39">4363 4954 177 0,'-2'-3'9'0,"2"3"1"0,0 0-3 16,0 0-3-16,0 0-3 15,-1 0 12-15,1 0 9 16,-1 0 33-16,-1-1 9 15,-29-9 9-15,30 10 6 16,0 0-20-16,0 0-11 16,0 0-26-16,-29-10-8 0,30 10-9 15,-1 0-1-15,0 0-4 16,1 0 0-16,-1 0 0 16,0 0 2-16,0 0-2 15,0 0 3-15,0 0-1 16,0 0-2-16,0 0 2 15,1 0-2-15,-1 0 3 16,0 0-3-16,0 0 0 16,0 0 2-16,0 0-2 15,0 0 4-15,1 0-4 16,-1 0-4-16,0 0 4 16,0 0-2-16,0 0 2 15,0 0 0-15,0 0 0 16,1 1 0-16,-1 0 0 15,0 0 0-15,0 0-12 16,0 0-27-16,1-1 26 0</inkml:trace>
  <inkml:trace contextRef="#ctx0" brushRef="#br0" timeOffset="73247.53">12593 4772 867 0,'0'0'27'0,"0"0"-18"16,0 0-7-16,0 0 3 15,0 0 4-15,0 0 21 16,0 0 15-16,0 0 14 16,0 0-14-16,0-1-13 15,0 0-6-15,0 0-17 16,0 1-3-16,0 0-4 16,0 0-2-16,0 0-2 15,0 0 4-15,0 0-2 16,0 0 0-16,0 0 2 0,0 0-4 15,0 0 2-15,0 0 0 16,0 0 2-16,0 0-2 16,0 0 2-16,0 0 0 15,0 0 0-15,0 0-2 16,0 0 0-16,0 0 0 16,0 0 0-16,0 0 0 15,0 0 2-15,0 0 0 0,0 0-2 16,0 0 0-16,0 0 0 15,0 0 0-15,0 0 4 16,0 0-2-16,0 0-2 16,0 0 0-16,0 0 0 15,0-1 0-15,-1 0 0 16,0 0-2-16,0 0 2 16,0 0-4-16,0 0 4 15,1 1 2-15,-1-1-2 16,0 1 2-16,0 0-2 15,0 0-4-15,0 0 4 16,0 0 0-16,-1 0-4 16,-26-2 0-16,28 2 0 15,-1 0 0-15,0 0 0 16,1 0 0-16,-1 0-5 0,0 0-1 16,0 0-5-16,0 0 3 15,0 0 4-15,1 0 2 16,0 0 3-16,0 0 1 15,0 0 0-15,0 1 2 16,0-1 2-16,-1 1-2 16,0-1 0-16,1 0 0 15,-1 0-2-15,0 0 2 0,0 0 0 16,0 0 0-16,0 0-2 16,0 0-4-16,1 0-12 15,-1 0-19-15,1 0-75 16,-1 0-143-16,0 0 152 15</inkml:trace>
  <inkml:trace contextRef="#ctx0" brushRef="#br0" timeOffset="74766">16178 4337 333 0,'0'0'11'0,"0"0"0"16,0 0-11-16,0 1 3 15,-8 20 6-15,3-8 17 16,-1 3 5-16,-9 6 11 15,-4 2 17-15,-11 4-16 0,-5 4-20 16,-7-3 0-16,-1-1-3 16,3-6 5-16,0-5 14 15,8-7 9-15,4-2 13 16,11-7 19-16,6 1 4 16,11-2-13-16,0 0-23 15,0 0-19-15,0 0-8 16,9 5-7-16,5-4-3 15,10-1-1-15,4-1-2 16,6-2 0-16,4-3-3 0,1-5-1 16,3-3-2-16,3-2 0 15,-2 0 0-15,-3 2 0 16,-5 1 2-16,-10 3 0 16,-6 2-4-16,-9 0 0 15,-4 1-2-15,-7-2-2 16,-2-2 4-16,-4-2 0 15,-1-1 0-15,-2-1 4 16,0 0-2-16,1 4 4 16,3 1 3-16,6 10 5 15,0 0-3-15,-1 0 1 16,-8 14-4-16,2 17 1 16,-2 13 5-16,-7 18 2 15,-5 5-1-15,-6 10-7 16,-4 2-2-16,5-6-6 0,4-4-6 15,12-17-33-15,4-11-50 16,4-16 54-16</inkml:trace>
  <inkml:trace contextRef="#ctx0" brushRef="#br0" timeOffset="75546.84">16507 4564 346 0,'-1'6'7'0,"1"0"-20"15,0-1-11-15,4-2-23 16,-1-1-6-16,1 0 9 15,2-3 11-15,-5 0 59 16,2-2 34-16,-3 3 53 16,0 0 13-16,0-1 33 0,0 0-34 15,0 0-73-15,0 1-20 16,1 0-18-16,16-7-7 16,0 7 4-16,0 1-4 15,0-1 2-15,2-1-9 16,-2-1 5-16,1 1-1 15,-1-1 1-15,1 1-1 0,2-3-4 16,0 0-11-16,-2-3-94 16,-3 0-152-16,-13-4 167 15</inkml:trace>
  <inkml:trace contextRef="#ctx0" brushRef="#br0" timeOffset="75797.14">16648 4397 867 0,'1'0'43'15,"14"3"43"-15,-3 14-88 16,2 4-5-16,-2 15 7 15,-3 6 7-15,-9 14 4 0,-9 6 8 16,-11 9-3-16,-7 5-3 16,-6 4-11-16,0-4-22 15,5-12 13-15</inkml:trace>
  <inkml:trace contextRef="#ctx0" brushRef="#br0" timeOffset="78129.82">12644 5844 716 0,'0'0'44'15,"0"0"35"-15,0 0-79 16,0 0 0-16,0 0 0 16,0 0 5-16,0 0 13 15,0 0 7-15,0 0 11 0,0 0 5 16,0 0-13-16,0 0-5 15,0 0-17-15,0 0-1 16,0 0-5-16,0 0 2 16,0 0-2-16,0 0 0 15,0 0 0-15,0 0 0 16,0 0-2-16,0 0 2 0,0 0-7 16,0 0-2-16,0 0-11 15,-1 0-12-15,0 0 16 16</inkml:trace>
  <inkml:trace contextRef="#ctx0" brushRef="#br0" timeOffset="79613.52">16579 4580 380 0,'0'0'11'0,"1"0"-2"15,0 0-1-15,20-6 3 16,-9 4 5-16,3-1 24 16,4-2 35-16,4 3 30 15,2 1 0-15,6 3-30 16,2 1-23-16,2 2-38 16,-2 2-10-16,-1-3-17 15,-3 0-22-15,-7-4-67 16,0-3-162-16,-5-7 184 15</inkml:trace>
  <inkml:trace contextRef="#ctx0" brushRef="#br0" timeOffset="80180.39">17049 4507 917 0,'1'-13'120'0,"4"1"117"16,3 5-224-16,7 3-18 16,3 0-5-16,6-1 6 15,-1 0 0-15,1 0 2 16,-4 3 4-16,-5 7 2 16,0 2-2-16,-7 14 2 15,-3 5-4-15,-7 7 0 16,-5 4 0-16,-11 5-2 15,-6-3 2-15,-10 1-2 0,-1-4-4 16,-3-8 2-16,0-4 0 16,9-10 8-16,3-3 2 15,10-7 10-15,5-1-3 16,11-3 3-16,0 0-1 16,0 0-3-16,4-15-1 15,12 4-7-15,6-2 2 0,10 1 8 16,7 3 1-16,5 5 3 15,0 3-3-15,3 5-5 16,-3 4-4-16,-4 4-6 16,-2-1-14-16,-6-3-73 15,-2-5-146-15,-4-6 126 16</inkml:trace>
  <inkml:trace contextRef="#ctx0" brushRef="#br0" timeOffset="80596.92">17681 4550 1421 0,'22'5'29'0,"8"1"-35"15,6 2-13-15,9-1-22 16,0-2-19-16,-5-5-10 16,-6-4 10-16,-6-7 26 15,-7-3 18-15,-8-3 18 16,-2 0-6-16,-10-2 2 16</inkml:trace>
  <inkml:trace contextRef="#ctx0" brushRef="#br0" timeOffset="80763.84">17810 4373 1495 0,'4'24'38'16,"2"17"15"-16,1 18-35 15,-1 27-9-15,1 8 3 16,0 12-12-16,1-4-27 15,-4-15-113-15,-3-13-143 0,-7-29 163 16</inkml:trace>
  <inkml:trace contextRef="#ctx0" brushRef="#br0" timeOffset="81764.14">7002 5001 1103 0,'-1'-8'43'0,"1"8"0"15,0 0-34-15,0 0-3 16,0 0-6-16,0 0 0 15,0 0 2-15,0-1-2 16,0 1 2-16,-1-1 2 16,0-1-2-16,0 0-2 0,-18-26 4 15,19 28 0-15,0 0-4 16,-1 0 0-16,0 0-2 16,0 0 0-16,-25 7 2 15,18-2 0-15,-1 0 0 16,0 0 5-16,4-2-6 15,5-3-13-15,0 0 10 16</inkml:trace>
  <inkml:trace contextRef="#ctx0" brushRef="#br0" timeOffset="83130.73">12498 7042 1204 0,'0'-1'39'15,"0"0"13"-15,0 0-52 16,0 0-11-16,0 1 7 15,0 0 2-15,0 0 2 16,0 0 4-16,0 0 1 16,0 0 11-16,0 0 1 0,0 0 5 15,0 0-5-15,0 0-7 16,-1 0-2-16,0-1 1 16,0 1-3-16,0 0 4 15,0 0-3-15,1 0-1 16,0 0 2-16,-1 0-6 15,1 0 0-15,0 0 2 16,-1-1 5-16,0 0 7 16,0 0 3-16,0 0 7 15,0 0-3-15,0 0-4 16,1 0 21-16,-1 1-16 16,0-1 0-16,0 0-15 15,0 0-9-15,0 1 3 16,0 0 0-16,1 0-3 15,-1 0 9-15,1 0-9 16,-1 0 9-16,1 0 0 0,-1 0-7 16,1 0-2-16,-1 0 0 15,1 0 0-15,0 0 0 16,0 0 0-16,0 0-2 16,0 0-4-16,0 0 6 15,0 0 0-15,0 0 0 16,0 0 0-16,0 0 0 15,0 0 0-15,0 0 0 0,0 0 0 16,0 0 0-16,1 0 0 16,0 0 0-16,0 0 0 15,-1 0-6-15,0 0-9 16,1 0 0-16,-1 0-9 16,0 0-9-16,0 0-6 15,0 0 8-15,0 0-40 16,0 0-73-16,-1-1 82 15</inkml:trace>
  <inkml:trace contextRef="#ctx0" brushRef="#br0" timeOffset="90979.24">18598 4238 1272 0,'-21'-9'37'0,"-3"7"-18"16,0 6-7-16,-9 15-6 15,-7 6-5-15,-7 9-1 16,-4 5 2-16,-1 9-2 15,2 2 4-15,8 8 0 16,6 6 2-16,15-1-2 16,9-2-2-16,19-9-2 15,11-7 0-15,16-12-2 16,6-7 0-16,7-12-2 16,0-8 4-16,3-9 0 0,-5-6 0 15,0-9 4-15,0-4-2 16,-7-4 6-16,-3-2 9 15,-17-1 6-15,-9 1 6 16,-20 2-11-16,-13 4 1 16,-13 8-7-16,-7 5-6 0,-4 14 7 15,1 7-9-15,7 14-2 16,5 7-2-16,17 6-2 16,8 1-12-16,20-3-119 15,14-5 92-15</inkml:trace>
  <inkml:trace contextRef="#ctx0" brushRef="#br0" timeOffset="97713.18">4360 6386 580 0,'0'0'18'0,"0"0"-39"16,0 0-31-16,0 1-43 16,0 0-30-16,0 1 76 15</inkml:trace>
  <inkml:trace contextRef="#ctx0" brushRef="#br0" timeOffset="98845.1">12729 4620 668 0,'9'-4'46'16,"1"2"31"-16,0 3-74 16,0 0-3-16,-3 3 2 15,-2-1 5-15,-5-3 2 16,0 0 5-16,0 0 27 0,0 0 6 16,0 0 10-16,0 0-9 15,0 0-25-15,0 0-8 16,0 0-11-16,0 0 3 15,0 0-1-15,0 0 0 0,0 0-2 16,0 0-2 0,0 0-2-16,0 0 2 0,0 0 0 15,0 0 0 1,0 0 4-16,0 0 5 0,0 0 14 16,0 0 2-16,0 0 10 15,0 0-6-15,-1 0-7 16,1 0-9-16,0 0-11 15,0 0 2-15,0 0-8 16,0 0 2-16,0 0 0 16,0 0 4-16,0 0 1 15,0 0 3-15,0 0-2 16,0 0 0-16,-1 0-2 16,0 0-2-16,1 0 0 15,-1 0-2-15,0 0-2 16,0 0 2-16,0 0 0 15,1 0 2-15,0 0 0 0,0 0-2 16,-1 0 1-16,1 0-1 16,0 0 2-16,0 0-2 15,0 0 0-15,0 0 0 16,0 0 0-16,0 0 2 16,0 0 2-16,0 0 0 15,0 0-2-15,0 0 0 0,0 0-2 16,0 0 0-16,0 0 2 15,0 0-2-15,0 0 0 16,0 0-2-16,0 0 0 16,0 0 0-16,0 0 2 15,0 0 0-15,0 0 2 16,0 0-2-16,0 0-6 16,1 0-15-16,-1 0 11 15</inkml:trace>
  <inkml:trace contextRef="#ctx0" brushRef="#br0" timeOffset="99979.74">15938 5763 1136 0,'8'-24'37'0,"2"0"2"16,4 7-29-16,1 1 1 15,0 8 7-15,-3 3-3 16,1 5-3-16,-3 2-3 16,-1 8-3-16,1 2 4 15,-3 7 3-15,2 6-3 16,-9 4 0-16,-3 3-2 0,-5 1-6 15,-6-2-2 1,1-3 0-16,-1-2 1 0,-5-5-6 16,-1-3-1-16,-3-3 4 15,3-2 10-15,2-5 11 16,3-1 6-16,9-4 6 16,6-3-2-16,0 0 2 15,0 0 0-15,4-6-9 16,6 0 4-16,11-5 13 15,4 1 12-15,7 0 2 16,5 3 4-16,0 7-3 16,-3 1-18-16,2 11-3 15,-7 0-18-15,1 5-9 16,0 0-9-16,-3-3-24 16,1-2-9-16,0-8-84 15,1-4-59-15,-1-8-74 0,-2-3 154 16</inkml:trace>
  <inkml:trace contextRef="#ctx0" brushRef="#br0" timeOffset="100550.42">16575 5868 1499 0,'2'-2'34'15,"5"3"10"-15,12 5-62 16,5 1 0-16,12-5 16 16,3-2 0-16,7-7 0 15,-1-3 4-15,-1-3 2 16,-4 0 0-16,-6 1 1 15,-1 1-2-15,-11-2-19 16,-1-1-13-16,-8-2-91 16,-4-1-68-16,-7-1 93 15</inkml:trace>
  <inkml:trace contextRef="#ctx0" brushRef="#br0" timeOffset="100729.61">16807 5569 1440 0,'-1'14'35'0,"2"12"-21"0,0 9-10 16,5 20 0-16,3 6 1 15,-1 12 1-15,1 3-2 16,0 4 0-16,3-3-4 16,2-7-41-16,1-10-139 15,2-19 114-15</inkml:trace>
  <inkml:trace contextRef="#ctx0" brushRef="#br0" timeOffset="101613.19">5597 6231 1282 0,'4'-5'33'0,"1"4"-10"15,-2 3-17-15,2 4-8 16,-1 1 2-16,-2-1 0 16,4-1 2-16,-6-5-2 15,0 0 2-15,0 0 1 16,0 0-1-16,0 0-4 16,-1 0-19-16,1 0 11 15</inkml:trace>
  <inkml:trace contextRef="#ctx0" brushRef="#br0" timeOffset="102331.9">12910 5828 1402 0,'0'0'25'0,"0"0"-29"16,0 0-4-16,0 0 8 15,0 0 0-15,0 0 2 16,0 0 2-16,0 0 6 16,0 0 3-16,0 0 1 15,0 0 1-15,0 0-5 16,0 0-4-16,0 0-2 16,0 0-2-16,0 0 0 15,0 0 2-15,0 0-4 16,0 0 0-16,0 0 1 15,0 0 1-15,0 0-2 16,0 0 4-16,0 0-6 16,0 0 2-16,0 0 4 15,0 0-4-15,0 0 0 0,0 0-4 16,0 0-17-16,0 0-62 16,-1 0 52-16</inkml:trace>
  <inkml:trace contextRef="#ctx0" brushRef="#br0" timeOffset="103450.75">17717 5720 1479 0,'1'-1'-2'0,"11"-1"4"0,13-1 8 16,1 1 9-16,-2 7 3 0,-2 7 1 15,-13 13-2-15,-6 6-15 16,-12 9-6-16,-9 3-3 16,-12 1-9-16,-7 1-3 0,-9-9 4 15,-2-4 5-15,-4-10 3 16,1-3 3-16,4-8 9 15,6-3 5-15,12-4 28 16,7-3 6-16,12-3 2 16,4-3-5-16,8-6-18 15,7-4-6-15,6-6-9 16,8-1 3-16,4-1 3 16,5 4 9-16,0 8 18 15,0 4-1-15,4 10-5 16,0 6-18-16,5 8-15 15,1 1-6-15,-1 2 0 16,-3-1-3-16,-7-3-18 16,-6-4-9-16,-6-6-26 0,-2-3-19 15,-9-7-134-15,3-3-84 16,-6-12 198-16</inkml:trace>
  <inkml:trace contextRef="#ctx0" brushRef="#br0" timeOffset="104029.59">18117 5903 1487 0,'-3'-3'41'16,"4"2"-1"-16,5 2-40 15,6 3-9-15,7 0-5 0,10-2 14 16,5-3-2-16,12-3 4 16,1-2 3-16,6-3 4 15,0 0-3-15,-8-1 3 16,0 0-6-16,-10 0-6 16,-6 1-3-16,-9 0-23 15,-7 1-8-15,-13 0-325 16,-8 1 241-16</inkml:trace>
  <inkml:trace contextRef="#ctx0" brushRef="#br0" timeOffset="104195.53">18276 5627 1495 0,'2'8'38'0,"6"10"0"15,5 20-38-15,8 10-3 16,1 17 3-16,-1 8 3 16,-2 10-3-16,-3 2 6 15,-3-2-12-15,-3-5-20 16,-3-11-82-16,-2-3 73 16</inkml:trace>
  <inkml:trace contextRef="#ctx0" brushRef="#br0" timeOffset="104845.51">6494 6130 1272 0,'4'-2'33'0,"5"2"-14"0,7 4-13 16,12 0-6-16,5 2-2 16,8-6 0-16,0 0-6 15,-7 0-5-15,-6-2-12 16,-15-1-136-16,-13 3 112 16</inkml:trace>
  <inkml:trace contextRef="#ctx0" brushRef="#br0" timeOffset="105379.1">12569 7190 2157 0,'-13'-2'71'0,"4"0"-77"16,9 2-12-16,-1 0 21 15,0 0 9-15,1 0-9 16,0 0-9-16,0 0 18 16,0 0 0-16,0 0 3 15,0 0 9-15,1 0-15 16,0 0 3-16,19-2-9 16,-9 1-6-16,1-2 3 15,-1 2-12-15,1 1-63 16,-2 2-71-16,-5-1-376 15,-1-4 439-15</inkml:trace>
  <inkml:trace contextRef="#ctx0" brushRef="#br0" timeOffset="106228.34">18849 5670 1571 0,'-5'-20'158'16,"3"4"108"-16,2 13-278 15,6 2-3-15,8-1-12 16,4-1 7-16,9 0 20 16,4 0-3-16,3 5 9 15,-1 5 2-15,-9 14-8 16,-7 7 0-16,-12 16-5 0,-6 7-7 15,-19 10-9 1,-6 3-9-16,-18 1-33 0,-5-2 0 16,-2-11 3-16,1-7 19 15,12-16 35-15,6-8 6 16,11-12 6-16,6-5 9 16,6-8 11-16,4-7 10 15,4-9-9-15,5-5-3 0,10-7-9 16,4-2 3-16,12 4 6 15,4 3 6-15,6 11 0 16,3 7 6-16,4 14-13 16,0 7-5-16,-3 12-9 15,-3 5-6-15,-10 1-15 16,-2-2-15-16,-6-7-68 16,-2-6-64-16,-2-13-193 15,-2-4 255-15</inkml:trace>
  <inkml:trace contextRef="#ctx0" brushRef="#br0" timeOffset="107294.85">18831 4084 1161 0,'0'0'35'0,"1"0"-9"16,17 1-19-16,0 5-7 15,4-3-2-15,7-2 2 16,8-3 0-16,5-6 2 16,1-3 4-16,4-3 12 15,-2-1 3-15,1 0 10 16,1 1-4-16,-2 2-8 15,1 2-3-15,-3 2-10 16,-5 2-2-16,-1 5 1 16,-6 1-3-16,-3 6 0 15,0 0 0-15,-6 4-2 16,-2 3 0-16,-7 9 4 16,-3 10 6-16,-5 26 21 15,-2 16 6-15,-8 31 5 16,-3 16-9-16,-6 19 2 15,-1 5-8-15,7 2-24 16,7-7 6-16,10-4 0 0,6-3-6 16,7-3 6-16,2 6 0 15,0 4 3-15,1 8 5 16,3 7 1-16,2 1-9 16,0 1 0-16,1-3-3 15,-3-7-3-15,-5-6 0 0,-4-14 0 16,-3-6-3-16,-8-16 0 15,-1-6 0-15,-7-17 0 16,-6-7 0-16,-11-8 3 16,-7-3-6-16,-11-8 0 15,-5-3-3-15,-14-6-12 16,-6-5 9-16,-16-14-6 16,-7-6 4-16,-20-17 11 15,-9-9 0-15,-14-16 6 16,-7-9-1-16,-1-7 4 15,-3-2 6-15,-1 2 15 16,5 5 0-16,7 8-6 16,11 4-48-16,33-1 9 15</inkml:trace>
  <inkml:trace contextRef="#ctx0" brushRef="#br0" timeOffset="107912.4">20071 4812 1150 0,'10'-1'27'0,"6"1"-21"15,7-1-6-15,10-1 21 16,4 1 14-16,8-3 19 16,4 2-1-16,0-2-19 15,3 1-16-15,-5-3-14 16,-4 0-2-16,-9-1-6 15,-6 1-12-15,-5 1-77 16,-9 3-149-16,-7 7 121 0</inkml:trace>
  <inkml:trace contextRef="#ctx0" brushRef="#br0" timeOffset="108145.85">19993 5308 1444 0,'18'18'33'15,"7"2"-15"-15,17 6-26 16,10-3 0-16,8-10 0 16,4-3 3-16,3-10-3 15,0-6 0-15,-2-12-3 16,-5-5-7-16,-8-11-48 15,-8-1-147-15,-11 0 136 16</inkml:trace>
  <inkml:trace contextRef="#ctx0" brushRef="#br0" timeOffset="111396.57">16060 4933 591 0,'-3'-3'30'0,"3"3"-42"16,0 0-90-16,0 0 61 15</inkml:trace>
  <inkml:trace contextRef="#ctx0" brushRef="#br0" timeOffset="112046.13">16992 4971 680 0,'0'0'27'0,"0"0"-9"0,0 0-20 15,0 0-7-15,0 0 4 16,0-1 15-16,0 0 15 16,0 0 22-16,0 0 6 15,0 1-10-15,0-1-11 16,0 0-21-16,0 1-6 15,0 0 2-15,0 0 11 16,0 0 27-16,0 0 15 16,0 0-4-16,0-1 0 0,0 0-17 15,0 0-8-15,0 0-10 16,0 1-4-16,0-1-5 16,0 0-4-16,0 0-2 15,0 0-2-15,0 0-1 16,0 0-3-16,0 0 8 15,0 1-10-15,0-1-4 16,0 0-1-16,0 0-48 16,13-12-43-16,-1 9 53 15</inkml:trace>
  <inkml:trace contextRef="#ctx0" brushRef="#br0" timeOffset="113330.39">21602 4234 919 0,'3'13'23'0,"-1"9"-19"15,1 5-6-15,-3 11 0 16,-1 4 2-16,-2 7 4 16,-1 1 1-16,1 0 2 15,3-1-5-15,0-5-11 16,-3-1-137-16,-4-5 101 16</inkml:trace>
  <inkml:trace contextRef="#ctx0" brushRef="#br0" timeOffset="113815.23">21883 4315 1212 0,'25'-10'25'16,"8"1"-19"-16,-1 3-8 15,10 2-2-15,5 0 0 16,-6-2 4-16,-3 1 4 0,-9 0 15 16,-8 3 7-16,-5 11 5 15,-4 6 2-15,-12 16-18 16,-4 8-7-1,-19 18-2-15,-9 7-4 0,-8 3 3 16,-5-1 1-16,0-14-6 16,6-11 2-16,0-15-4 15,0-10-2-15,10-11 8 16,2-3 2-16,7-6 9 16,7-3 5-16,5-6 15 15,5-4 3-15,8-2-5 16,5 0 18-16,15 4-27 15,5 3-6-15,13 7-3 16,5 5 6-16,0 5-7 16,5 7 1-16,-6 6-6 15,2 2-3-15,-4 2-18 16,-5-1-71-16,-2-8 53 0</inkml:trace>
  <inkml:trace contextRef="#ctx0" brushRef="#br0" timeOffset="114787.8">16197 6207 1404 0,'0'0'17'0,"1"0"-87"16,-1 0-135-16,20 10 112 16</inkml:trace>
  <inkml:trace contextRef="#ctx0" brushRef="#br0" timeOffset="115079.73">17750 6284 1330 0,'0'-6'-45'16,"0"6"-250"-16,0 0 133 16</inkml:trace>
  <inkml:trace contextRef="#ctx0" brushRef="#br0" timeOffset="115378.98">18927 6357 1512 0,'0'0'-41'0,"-7"3"3"15</inkml:trace>
  <inkml:trace contextRef="#ctx0" brushRef="#br0" timeOffset="116247.95">22105 5667 1318 0,'-68'-4'64'0,"-2"17"56"15,5 14-120-15,1 23 0 16,5 12 0-16,12 9-1 16,7 2 1-16,14-4 0 15,8-4 0-15,17-12-4 16,9-7-2-16,15-11-10 16,11-5-3-16,13-15 2 15,12-5 1-15,13-10 14 16,-2-4 2-16,-2-4 4 15,-10-4 2-15,-20-2-4 16,-7-5 4-16,-20-3-1 0,-9-1 5 16,-18-2 31-16,-8 3 11 15,-15 6 103-15,-4 6-2 16,-10 13-64-16,-5 9-20 16,5 15-45-16,3 6-15 15,21 9-18-15,14 1-45 16,18-4-107-16,10-5-99 15,24-14 195-15</inkml:trace>
  <inkml:trace contextRef="#ctx0" brushRef="#br0" timeOffset="117095.67">21647 3818 1189 0,'-39'-7'34'0,"-14"7"-4"16,-2 12-23-16,-4 8-5 16,0 1 4-16,13 2-4 15,7 1 6-15,10 3 9 16,1 5 8-16,5 9 6 16,1 5 2-16,8 16-15 0,3 13-7 15,12 24-7-15,4 13-4 16,-2 27 4-16,-3 16 0 15,-11 26 0-15,-13 17 0 16,-5 19 2-16,-2 4-5 16,8-2 3-16,9-10-4 15,13-11 8-15,7-12 10 0,6-18 9 16,2-10 4-16,1-27 3 16,0-12 17-16,0-23-15 15,0-10-7-15,-2-20-5 16,-2-10-9-16,-1-22-9 15,-3-8-3-15,4-13-3 16,2-4 0-16,2-8 6 16,3-3 0-16,3-8 0 15,5-6-9-15,9-8-30 16,5-5-44-16,13-4-77 16,7 0-113-16,1-5 158 15</inkml:trace>
  <inkml:trace contextRef="#ctx0" brushRef="#br0" timeOffset="117812.68">22645 3825 1442 0,'47'-14'59'16,"5"4"113"-16,11 14-205 15,7 3-12-15,1-4-5 0,-1-1 29 16,-7-7 1-16,-9-2 5 16,-12 0 3-16,-10 0 1 15,-16 7 9-15,-7 1 2 16,-5 19-6-16,-4 11 4 16,-4 24-2-16,-6 14-2 0,-13 28 0 15,-9 15 5 1,-17 34 2-16,-5 16 7 0,-4 25 6 15,0 3-3-15,10 8-1 16,4-3 2-16,19-8-5 16,10-2 3-16,19-12 2 15,8-4-1-15,6-12-3 16,1-5 5-16,-7-18-4 16,-5-9-3-16,-16-20 3 15,-11-11-6-15,-19-18-6 16,-14-8-6-16,-25-16-3 15,-9-7 15-15,-14-12 57 16,8-7 20-16,12-10 4 16,6-5-15-16,16-7-87 15,3-4-120-15,19-13 82 16</inkml:trace>
  <inkml:trace contextRef="#ctx0" brushRef="#br0" timeOffset="119478.84">21448 7765 1392 0,'-4'-12'29'16,"4"-2"-31"-16,5-2-6 0,8-2-1 15,3-2 7-15,6-1 15 16,0 1 3-16,3 2 5 16,-1 3-5-16,2 5-9 15,1 4 1-15,1 7-6 16,0 6-2-16,-4 9 0 15,-5 5-2-15,-11 14-2 16,-6 5 0-16,-11 14-1 16,-9 4 1-16,-9 2-2 15,-5-2 2-15,0-8 2 16,-6-6 0-16,-6-11 6 16,-1-3 12-16,1-12 16 15,4-7 13-15,17-12 89 16,7-6 1-16,13-14-42 15,7-7-37-15,17-7-32 0,8-3-24 16,17 9 6-16,1 7 12 16,0 16-12-16,-2 9 3 15,-6 14-18-15,5 8-6 16,2 5-42-16,4 0-44 16,3-2-165-16,2-7-91 15,-1-14 228-15</inkml:trace>
  <inkml:trace contextRef="#ctx0" brushRef="#br0" timeOffset="119779.72">22437 7684 1583 0,'-48'40'81'0,"4"13"-70"0,3 6-11 16,-3 6-20-16,5-5-10 15,-3-16-60-15,1-9 26 16,7-16-87-16,3-11 84 16</inkml:trace>
  <inkml:trace contextRef="#ctx0" brushRef="#br0" timeOffset="119961.87">22222 7720 2333 0,'6'13'73'0,"6"20"-56"15,7 14-84-15,7 17-105 16,8 3-71-16,15-10-343 16,3-11 464-16</inkml:trace>
  <inkml:trace contextRef="#ctx0" brushRef="#br0" timeOffset="120159.83">22822 7895 2222 0,'17'99'-284'0</inkml:trace>
  <inkml:trace contextRef="#ctx0" brushRef="#br0" timeOffset="120730.93">21611 8393 1879 0,'23'-7'197'0,"19"0"105"15,18 0-311-15,36 1-33 16,14-1-12-16,12 0 15 16,-6-2 18-16,-10 0 27 15,-1 1 9-15,0 0 3 16,4 0 0-16,-11 1-18 16,-5 1-15-16,-24-2-48 15,-11 1-71-15,-22 1-287 0,-11 0 302 16</inkml:trace>
  <inkml:trace contextRef="#ctx0" brushRef="#br0" timeOffset="138811.73">22726 7496 1470 0,'3'-6'50'0,"3"2"-5"0,5 8-9 15,2 4 0-15,6 11 5 16,2 6-2-16,2 15-6 15,-1 9-18-15,-4 14-30 16,-3 4-27-16,-7 1-133 16,-3-2-198-16,-5-12 232 15</inkml:trace>
  <inkml:trace contextRef="#ctx0" brushRef="#br0" timeOffset="143944.16">2324 8366 1355 0,'43'4'4'0,"2"-2"-4"16,4-1 2-16,-3 1 2 16,-2-1-2-16,-7 0 0 15,-5-1-2-15,-10-2 0 16,-6 0-2-16,-16 2 2 16,0 0 2-16,-16-7 0 15,-4 5 0-15,-11 2-2 16,-1 2 2-16,2 0 1 0,5 2 1 15,13 0 2 1,12 1-2-16,24-1 4 0,20 0-2 16,38-3-3-16,20-2-1 15,50-5 0-15,19-2 0 16,53-5 0-16,33-3 2 16,50-4-2-16,33-4-2 15,59-5 2-15,20-3-4 0,62-1 2 16,12 1 0-16,39 5-6 15,21 5 2-15,17 11-1 16,19 5-3-16,18 14 8 16,3 10 0-16,16 13 8 15,-2 3 7-15,1 9 20 16,-7 0 8-16,-8 4 15 16,-1-1 73-16,-9 2-29 15,-7-1-9-15,-9-5-16 16,-5-6-11-16,-11-9-12 15,-3-5-12-15,-18-9-18 16,-16-1-12-16,-47-3-6 16,-21 0-6-16,-63 0 0 15,-28 2-18-15,-57 1-129 16,-39 0 108-16</inkml:trace>
  <inkml:trace contextRef="#ctx0" brushRef="#br0" timeOffset="146362.57">13620 1002 1637 0,'-4'50'6'0,"1"12"0"16,-1 3-6-16,-1 3 0 0,-1 1 3 15,-1-4-3-15,0-5 0 16,1-17-3-16,1-10-3 15,4-20-12 1,1-13-9-16,-2-10-30 0,4-12 28 16,4-17 10-16,1-7 5 15,2-8 16-15,-4-3 10 16,3-2-3-16,2-2 1 0,0 0-2 16,3 2 2-16,1 11-1 15,0 7 5-15,-1 17 7 16,1 7 0-16,-4 13-15 15,-2 8 0-15,-2 17 12 16,0 9 3-16,-4 14 8 16,-2 3-5-16,1 0-15 15,0-4-3-15,2-11 0 16,2-7-3-16,3-11-9 16,3-8 3-16,4-11-6 15,5-8 6-15,6-14-6 16,4-8-6-16,1-13 1 15,2-4 5-15,-4 2 0 16,-5 2 9-16,-1 15 3 16,-6 7 3-16,-4 15 17 15,1 11 4-15,-3 23 57 0,-1 15 15 16,0 26 2-16,-2 9-5 16,1 6-57-16,1-2-39 15,4-16-135-15,2-10-95 16,4-21 117-16</inkml:trace>
  <inkml:trace contextRef="#ctx0" brushRef="#br0" timeOffset="147361.04">14335 1226 1303 0,'-28'31'112'0,"15"-1"-65"16,6-1-20-16,16-8-15 16,7-4-9-16,9-10 1 15,3-7-2-15,8-12 2 16,3-6-2-16,8-10-2 16,5-1 2-16,-1-2 0 15,-4-1 0-15,-13 5 0 16,-14 3 2-16,-13 9 18 15,-4 3 59-15,-9 7 44 16,-1 4 10-16,-3 8-34 16,2 6-29-16,1 14-27 0,2 6-12 15,6 9-6-15,5 2-7 16,5-2-11-16,3-4-9 16,3-8-95-16,0-5-78 15,4-15-293-15,2-3 365 16</inkml:trace>
  <inkml:trace contextRef="#ctx0" brushRef="#br0" timeOffset="147594.65">15152 910 1586 0,'-2'31'39'0,"4"18"-3"16,3 9 5-16,-1 10-14 15,1 4 0-15,-4-1-15 16,-2-4-6-16,-4-11-99 16,0-7-84-16,-1-15 137 15</inkml:trace>
  <inkml:trace contextRef="#ctx0" brushRef="#br0" timeOffset="147894.81">15206 1218 2088 0,'58'0'-3'0,"-3"2"-3"0,-13 5-24 16,-5 2-9-16,-12 3-62 16,-6 2-25-16,-13 8-68 15,-6 5 92-15,-9 3 52 16,-1-1 11-16,4 0 37 16,3-4 4-16,3-4 0 15,3-3 4-15,-1-4-3 16,2-4 3-16,-2-5-17 15,-2-5-34-15,0 0-283 16,-8-14 191-16</inkml:trace>
  <inkml:trace contextRef="#ctx0" brushRef="#br0" timeOffset="148029.34">15526 1069 1291 0,'1'-1'-91'16,"22"-10"56"-16</inkml:trace>
  <inkml:trace contextRef="#ctx0" brushRef="#br0" timeOffset="148261.34">15771 1259 1774 0,'0'0'96'15,"-1"0"-25"-15,-20 9-35 16,4-1-12-16,-7 5-9 16,-4 4 0-16,0 2-18 15,-1 2-9-15,3 3-51 16,3-2-38-16,3-2-99 15,3-4 18-15,3-10 127 16</inkml:trace>
  <inkml:trace contextRef="#ctx0" brushRef="#br0" timeOffset="148429.15">15592 1294 1938 0,'31'39'36'0,"2"4"-12"16,6-4-54-16,1-3-86 0,7-11 68 15</inkml:trace>
  <inkml:trace contextRef="#ctx0" brushRef="#br0" timeOffset="149211.12">16281 1401 1807 0,'0'23'6'0,"0"-8"-12"15,3-6 3-15,-3-9-15 16,0 0-18-16,0 0-56 15,1-18-25-15,1-3 51 16,3-5 0-16,3-6 32 16,1-1 12-16,5-1 32 15,2 3 15-15,5 5 18 16,2 3 1-16,2 6-1 16,1 5-5-16,-2 10 10 15,-5 5-9-15,-7 12-9 0,-3 5-10 16,-3 7 13-16,-3 3-9 15,1 3-3-15,-4-2-6 16,3-4-9-16,-1-3 0 16,0-10-6-16,3-5 0 15,-3-6-12-15,2-6 0 16,3-9-12-16,2-6-12 16,6-13-5-16,2-3-4 0,3-4 21 15,2 1 3-15,0 5 24 16,1 7 9-16,-2 12-3 15,-2 7 6-15,-5 17-3 16,-4 9-6-16,-7 19 21 16,-3 10 5-16,-5 10 4 15,1-1 3-15,3-9-45 16,4-7-36-16,7-18-149 16,3-10-2-16,6-15 111 15</inkml:trace>
  <inkml:trace contextRef="#ctx0" brushRef="#br0" timeOffset="149594.94">16908 1318 2388 0,'5'15'9'15,"1"4"-8"-15,1 2 2 16,4-4-11-16,-1-4-10 15,4-5-60-15,2-4-83 16,2-10-60-16,2-4-16 16,0-6 89-16,0-2 95 15,-5-1 34-15,-4 1 15 0,-4 0 20 16,-3-1 7-16,-2 2 21 16,0-1 56-16,-1 5 37 15,0 0-2-15,-1 6-31 16,0 7-23-16,0 0-45 15,7 14-12-15,-7 14 3 16,0 7 11-16,2 9 13 16,1 0-15-16,5-7-29 15,4-4-23-15,7-14-100 16,4-8-52-16,3-14-134 16,-1-7 14-16,7-14 211 15</inkml:trace>
  <inkml:trace contextRef="#ctx0" brushRef="#br0" timeOffset="149778.84">17548 843 1858 0,'11'59'89'0,"0"13"4"16,-10 17-24-16,0 1-12 15,-6-5-48-15,-2-8-42 16,6-19-120-16,3-10-86 0,8-18 117 16</inkml:trace>
  <inkml:trace contextRef="#ctx0" brushRef="#br0" timeOffset="149978.26">17840 1121 2052 0,'-4'86'33'0,"1"-6"-33"16,3-9-60-16,0-14-149 15,1-11-99-15,-1-17 233 16</inkml:trace>
  <inkml:trace contextRef="#ctx0" brushRef="#br0" timeOffset="150178.43">17718 1176 1586 0,'15'8'12'0,"-4"-7"-36"16,0-1-18-16,2-5-82 16,-1-3-249-16,-3 0 189 15</inkml:trace>
  <inkml:trace contextRef="#ctx0" brushRef="#br0" timeOffset="150711.14">17776 1341 1774 0,'37'0'24'16,"4"-6"-36"-16,2-3-72 15,-3-5-358-15,1-5 332 16</inkml:trace>
  <inkml:trace contextRef="#ctx0" brushRef="#br0" timeOffset="150878.28">18139 1359 2040 0,'-4'29'-3'16,"3"-5"-24"-16,1-8-113 15,1-7-52-15,0-10-20 16,-2-6 2-16,-1-11 129 15</inkml:trace>
  <inkml:trace contextRef="#ctx0" brushRef="#br0" timeOffset="151295.06">18155 1183 1583 0,'18'-15'140'0,"6"6"-53"15,3 7-21-15,4 12-42 16,-4 12-21-16,-3 20-6 0,-4 14-3 15,-11 23 6-15,-2 8 0 16,-8 19-84-16,-3 6-24 16,-3-2-38-16,-1-3 60 15,-2-19 33-15,-3-14 11 16,0-21 18-16,1-13 24 16,-1-19 22-16,2-11 5 0,4-17 21 15,1-13 1-15,5-19 13 16,3-10 60-16,3-25-41 15,7-10-15-15,3-25-27 16,5-6-15-16,9-11-33 16,7 4-12-16,11 21-9 15,1 16 0-15,3 38 9 16,-3 18 3-16,-10 33-24 16,-5 14 0-16,-16 24 13 15,-11 9 5-15,-19 7 27 16,-8 1 6-16,-10-10-9 15,-2-5 0-15,3-17 0 16,0-8-6-16,9-17-95 16,1-9-20-16,8-15 71 15</inkml:trace>
  <inkml:trace contextRef="#ctx0" brushRef="#br0" timeOffset="151460.96">18656 819 1750 0,'20'17'60'16,"-3"25"-36"-16,-2 13-12 15,-1 21-9-15,0 2-3 16,4-6-96-16,3-6-114 0,3-19 168 16</inkml:trace>
  <inkml:trace contextRef="#ctx0" brushRef="#br0" timeOffset="151644.7">19085 1364 2106 0,'7'19'-39'0,"-2"-10"-110"15,-5-9-58-15,0 0-48 16,2-17 21-16,-3-7 137 0</inkml:trace>
  <inkml:trace contextRef="#ctx0" brushRef="#br0" timeOffset="151763.97">19142 1049 1631 0,'23'-13'-72'15,"10"-2"50"-15</inkml:trace>
  <inkml:trace contextRef="#ctx0" brushRef="#br0" timeOffset="151994.71">19466 1233 2376 0,'-16'8'6'15,"-2"2"-3"-15,6 7-3 16,2 1-2-16,4 5-3 16,4 0-9-16,4 0-83 15,2-4-91-15,13-6-162 16,7-3 32-16,9-9 231 0</inkml:trace>
  <inkml:trace contextRef="#ctx0" brushRef="#br0" timeOffset="152595.26">19756 1240 1562 0,'-3'-15'236'15,"-6"3"-57"-15,2 3-38 16,-8 5-55-16,-4 4-26 0,-5 11-24 15,0 6-15-15,-3 8-6 16,3 3-3-16,5 3-4 16,5-1-2-16,8-3-4 15,7-4-2-15,10-6-17 16,4-6-13-16,8-10-53 16,2-5-27-16,2-10-10 15,2-2 25-15,-4-7 38 16,-3-2 27-16,-5-1 39 15,-4-1 12-15,-3 2 71 16,-3 2 43-16,-1 7 62 16,-1 3-51-16,1 8-36 15,-1 4-24-15,-2 8-49 16,2 6-15-16,-2 13-6 0,0 4 0 16,4 5-4-16,3 1-3 15,4-7-10-15,3-4-11 16,3-11-49-16,2-6-77 15,3-14-104-15,2-6-146 16,1-10 33-16,0-2 226 16,-2-5 63-16,-2 0 37 15,-7-2 73-15,-1-4 22 16,-3-3 17-16,2-6 58 0,0-6 50 16,-1 1 12-16,-2 9 51 15,-4 10-64-15,-3 17-30 16,-1 8-84-16,-3 22-47 15,1 9-20-15,-1 21-9 16,-1 8 0-16,4 6 2 16,2 0 1-16,9-6-15 15,4-6-15-15,5-12-45 16,2-7-79-16,-4-16-95 16,1-7-142-16,-8-14-245 15,-3-5 470-15</inkml:trace>
  <inkml:trace contextRef="#ctx0" brushRef="#br0" timeOffset="153261.12">20138 1351 1995 0,'-13'2'203'0,"13"-2"-48"16,0 0-77-16,3-3-22 16,21-4-31-16,7-2-10 15,17 1-11-15,8-1-3 16,9 6-1-16,-1 2 2 15,-5 3 0-15,-7 2-2 0,-16 3 5 16,-4 0-1-16,-15 4-4 16,-2 1 0-16,-5 4-4 15,-3 3 4-15,0 6 0 16,0 0 2-16,-2-2 0 16,2-2-4-16,-2-8-28 15,-1-4-52-15,-1-9-94 16,-3-5-75-16,0-11 24 15,-3-2 84-15,-5-6 116 16,-2-3 24-16,-3-3 36 16,2-3 17-16,1-2 43 15,5 0 36-15,7 2 44 16,1 2-3-16,8 6-55 16,1 3-36-16,5 10-42 15,2 6-7-15,5 8-11 16,2 6-8-16,8 9-6 0,-1 3-5 15,-3 7 2-15,-2 1 0 16,-9 2-2-16,-3-4 1 16,-5-3-1-16,-1-3-3 15,-2-8 5-15,-1-2-2 16,1-8-2-16,1-4 2 16,4-6-3-16,1-5-1 0,2-6 4 15,0-4 0 1,-3-5 0-16,-3 1 0 0,-2 1-3 15,-1 2 3-15,-1 5 1 16,1 6 6-16,4 9 1 16,3 6-3-16,4 10 6 15,6 6 4-15,6 8 1 16,1 2 4-16,1 2-10 16,0-1-6-16,0-8-4 15,4-3-12-15,4-7-21 16,3-8-32-16,10-5-119 15,3-4-146-15,0-4 145 16</inkml:trace>
  <inkml:trace contextRef="#ctx0" brushRef="#br0" timeOffset="153777.67">15731 2020 2553 0,'179'-3'94'0,"32"0"-59"16,7-1-18-16,30 3-17 0,8-2-1 15,16 1-13-15,6 1-6 16,4 1-11-16,5 2-15 16,-5 2 16-16,-2 3 9 15,-8 4 17-15,-8 1 4 16,-16-1 0-16,-11-1-5 15,-20-5-142-15,-9-3-127 16,-42-17 109-16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24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9106,'-2'2'1416,"2"14"-1296,7 61 240,-12 157-288,-2-104 40,3-41-808,-4-21-1752,6-25 1415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25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14 105 10506,'4'-6'324,"4"-2"-317,1 0-1,-1 1 0,1 0 1,1 0-1,-1 1 0,20-9 1,-12 7 43,0 0 0,0 2 0,33-9 1,-45 14-37,1 0 1,-1 0 0,0 1-1,1-1 1,-1 1 0,0 0 0,1 1-1,-1-1 1,0 1 0,0 0-1,1 0 1,-1 1 0,0 0-1,0 0 1,5 3 0,-6-3-14,0 1 1,0 1 0,0-1-1,-1 0 1,1 1-1,-1 0 1,0 0 0,0 0-1,0 0 1,-1 0 0,0 1-1,1-1 1,-2 1 0,1 0-1,0-1 1,1 10-1,0 6-4,0 0 0,-1 0-1,-1 0 1,-1 0 0,-1 0-1,-6 34 1,0-17-18,-1-1 0,-24 62 0,25-81 21,-1 1 0,0-1 1,-2-1-1,0 0 0,0 0 1,-19 19-1,25-30 1,-1 0 0,0-1 0,0 0-1,0 0 1,-1 0 0,1 0 0,-1-1 0,0 0-1,-10 3 1,12-4-1,0-2 1,0 1-1,-1 0 0,1-1 0,0 0 1,0 0-1,0 0 0,0 0 0,0-1 1,0 1-1,0-1 0,0 0 0,0-1 1,0 1-1,0 0 0,-6-4 0,4 1 2,1 1 0,0-1 0,-1 1 0,1-1 0,1-1 0,-1 1-1,1-1 1,-1 0 0,1 0 0,1 0 0,-1 0 0,1-1 0,0 0 0,-3-6-1,5 8 1,0 1 0,0 0-1,0-1 1,0 1-1,1-1 1,0 1-1,-1-1 1,1 1 0,1-1-1,-1 1 1,0 0-1,1-1 1,0 1-1,0-1 1,0 1 0,0 0-1,0 0 1,1-1-1,-1 1 1,1 0-1,0 0 1,0 1 0,0-1-1,0 0 1,1 1-1,-1-1 1,6-3-1,4-3 6,0 1-1,1 0 0,1 1 0,-1 0 0,1 1 1,0 1-1,0 0 0,1 1 0,0 0 1,-1 1-1,1 1 0,0 1 0,0 0 0,20 1 1,-8 1-12,0 2 0,-1 0 0,0 2 0,1 1 0,-2 1 0,1 1 0,29 14 0,-28-9-224,0 2 1,-2 0 0,1 2 0,38 34-1,-25-13-187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26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2 5185,'0'1'59,"0"-1"0,0 0 0,0 0 0,0 0 0,0 0-1,0 0 1,0 0 0,0 0 0,0 0 0,0 0 0,0 0 0,1 0 0,-1 1 0,0-1 0,0 0-1,0 0 1,0 0 0,0 0 0,0 0 0,0 0 0,1 0 0,-1 0 0,0 0 0,0 0-1,0 0 1,0 0 0,0 0 0,0 0 0,0 0 0,1 0 0,-1 0 0,0 0 0,0-1 0,0 1-1,0 0 1,0 0 0,0 0 0,0 0 0,0 0 0,1 0 0,-1 0 0,0 0 0,0 0-1,0 0 1,0 0 0,0 0 0,0-1 0,0 1 0,0 0 0,0 0 0,0 0 0,0 0 0,0 0-1,0 0 1,0 0 0,0-1 0,0 1 0,0 0 0,0 0 0,0 0 0,1 17 915,-6 31-429,-36 124 468,29-136-977,0 0 0,-30 56 0,36-81-30,-21 28 20,25-35-15,16-14-44,-6 3-11,21-10-32,0 0 0,2 2 1,62-21-1,105-18-44,-22 7-591,-122 26-388,-50 20 677,-18-8-10,7 4 367,0 3 18,-1 1 0,0-1 0,1 1 0,-1 0 0,0 1 0,1 0 0,-14 1 0,-22-1-49,27-2 92,10 0 2,1 2 0,-1-1 0,1 0 0,-11 1 0,15 0 18,-1 0-1,1 1 1,0-1 0,0 0-1,0 0 1,0 1-1,0-1 1,-1 1-1,1-1 1,0 1-1,0 0 1,0-1 0,0 1-1,0 0 1,1 0-1,-1-1 1,0 1-1,0 0 1,0 0-1,1 0 1,-1 0-1,0 0 1,1 0 0,-1 0-1,1 0 1,-1 0-1,0 3 1,0 10 133,-1 0 0,2 0 1,0 0-1,0 0 0,1 0 1,1 0-1,4 17 1,-3-17-82,63 298-2361,-32-193 998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34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1 672,'0'0'3067,"-1"15"-763,-1 57-897,-7 102 900,2-124-2363,2 1 0,3 0 0,4 56 0,7-64-2534,-4-25 1448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35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3 6329,'0'0'667,"0"-3"538,-1 6-907,-8 28-171,-1-2-1,-2 1 0,-1-1 1,-1-1-1,-1 0 0,-1-1 1,-2-1-1,-1-1 1,0 0-1,-2-1 0,-1-2 1,-37 31-1,52-48-84,4-2-23,1 0-1,-1-1 0,0 0 1,0 0-1,0 0 0,-1 0 1,1 0-1,0-1 1,-1 1-1,1-1 0,-8 1 1,10-2 2,4-5-14,0 1-1,0-1 0,1 0 1,0 1-1,0 0 0,0 0 1,0 0-1,1 0 0,0 1 1,-1-1-1,1 1 0,8-3 1,9-4 11,40-13 0,-27 11-17,3-2-13,220-93-365,-254 105 355,1 0-21,0 0 0,0-1 0,0 0 0,-1 0 0,6-5-1,-10 8 39,1-1 0,-1 0 0,1 1-1,-1-1 1,1 1 0,-1-1-1,1 0 1,-1 0 0,1 1-1,-1-1 1,0 0 0,1 0-1,-1 0 1,0 1 0,0-1-1,0 0 1,1 0 0,-1 0-1,0 0 1,0 0 0,0 1-1,0-1 1,-1 0 0,1 0-1,0 0 1,0 0 0,0 1-1,-1-1 1,1 0 0,0 0-1,-1 1 1,1-1 0,-1 0-1,1 0 1,-1 1 0,1-1-1,-1 0 1,1 1 0,-1-1-1,-1 0 1,-16-16-73,-2 0 1,0 2-1,-1 0 1,-37-20-1,55 33 91,-1 1-1,1-1 1,-1 0-1,0 1 1,0 0-1,1 0 1,-1 0-1,0 0 1,0 1-1,0-1 1,0 1-1,0 0 1,0 0 0,0 1-1,-6 1 1,8-2 8,-1 2 0,1-1 1,0 0-1,0 0 1,0 1-1,0-1 1,0 1-1,0 0 0,0-1 1,0 1-1,1 0 1,-1 0-1,1 0 0,0 1 1,-1-1-1,1 0 1,0 0-1,0 1 1,0-1-1,0 0 0,1 1 1,-1-1-1,1 1 1,-1-1-1,1 1 0,0 3 1,-1 13 64,1 0 1,0 0-1,2 0 0,4 22 1,21 77 30,-10-46-78,22 118-1053,-29-139 545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38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920 1 10578,'-83'15'63,"-159"51"-1,146-36-48,39-13 28,-138 44 127,158-47-150,1 1 1,1 2-1,-38 24 0,68-38-17,1 0 0,-1 0 0,1 0 1,0 0-1,0 1 0,0-1 0,0 1 0,1 0 0,0 0 1,-1 0-1,1 1 0,1-1 0,-1 1 0,1 0 0,0 0 0,0 0 1,0 0-1,1 0 0,-1 0 0,1 0 0,0 0 0,1 0 1,0 1-1,-1-1 0,2 11 0,7 37 21,1 1-1,27 83 0,-20-80-12,129 574 54,-115-363-99,-11 1 0,-13 1-1,-39 395 1,22-559 46,-22 355 133,32-449-141,1 0 0,0 0 1,1 0-1,0 0 1,1 0-1,6 21 0,-7-30 0,1 0-1,-1 0 1,1-1 0,-1 1-1,1-1 1,0 1-1,0-1 1,0 1-1,0-1 1,0 0-1,1 0 1,4 3-1,-3-3 7,0 0 0,0-1-1,0 1 1,0-1-1,0 0 1,0 0 0,0-1-1,1 1 1,-1-1 0,0 0-1,7 0 1,13-2 37,-1-2 1,1 0-1,33-11 1,73-32-46,-58 19-112,200-62-1286,-119 52 808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46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 4561,'2'0'784,"32"2"1481,9-7-2065,9-4-88,14-7-24,7 1 0,6-2-32,2 3 0,2 3-16,-1 4-96,-5 7-696,-6 0-977,-10 4 961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47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1 160 9698,'69'-12'512,"17"-4"280,20-1-528,24-7-240,6-1-40,1 1-736,-6 2-944,-15 3 864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48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4913,'0'53'104,"0"11"-760,0 7-504,1 17 728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49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10594,'0'43'264,"-3"9"-48,5 24-864,1 4-496,4 3-1753,3-4-7,-3-13 1223,0-7 433,4-19 1208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48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8754,'-2'9'248,"2"3"-2152,9 0 1231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49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11170,'11'19'496,"-3"13"97,15 6-609,-6 14-1769,5 1 1193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58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81 300 9450,'6'-21'112,"1"0"1,1 1-1,1 0 0,0 0 0,2 1 0,0 0 1,1 1-1,1 0 0,1 1 0,0 1 1,21-19-1,-26 28 77,1 0 0,0 1 0,0 0 0,0 1-1,1 0 1,15-5 0,-20 8-146,-1 0-1,0 1 1,1-1-1,-1 1 1,1 1-1,0-1 1,-1 1-1,1 0 0,-1 0 1,1 1-1,0-1 1,-1 1-1,1 1 1,-1-1-1,6 3 1,-9-3-53,1 1 1,-1 0-1,0 0 0,0 0 1,0 0-1,0 0 1,0 0-1,0 1 0,0-1 1,-1 0-1,1 1 0,-1 0 1,0-1-1,0 1 1,0 0-1,0-1 0,0 1 1,-1 0-1,1 0 1,-1 0-1,0 0 0,1 0 1,-1 0-1,-1 4 1,0 5-57,0-1 0,-1 0 0,0 0 0,-1 0 0,-5 13 0,-1-1 64,-2-1 1,0 0-1,-1 0 1,-2-1-1,0-1 1,-1-1 0,-1 0-1,0 0 1,-2-2-1,0 0 1,-1-1-1,-41 26 1,58-40 128,10-10-102,1 1 1,0 0-1,0 1 1,1 0-1,0 0 1,0 1-1,17-6 1,-9 5-20,-1 1 0,2 0 0,33-4 0,-39 8-1,0 1 1,0 0 0,0 0 0,0 2-1,0-1 1,-1 2 0,20 5 0,-27-6-7,1-1 0,-1 1 0,0 1 0,0-1-1,0 1 1,0 0 0,-1 0 0,1 0 0,-1 1 0,0 0 0,0 0 0,0 0 0,0 0 0,-1 0 0,0 1 0,0-1 0,0 1 0,0 0 0,-1 0 0,3 7 0,-3-5-4,0 1 1,-1-1 0,1 1 0,-2 0-1,1-1 1,-1 1 0,0 0-1,-1-1 1,1 1 0,-2 0 0,1-1-1,-5 13 1,2-9 17,-1 0 0,0-1 0,0 0 0,-2 0 0,1-1 0,-1 1 0,-14 14 0,1-6 174,0 0 0,-1-1 0,-1-1 0,0-2 0,-2 0 0,-37 17 0,40-22 118,0-1-1,-1-1 0,0 0 1,0-2-1,-39 5 1,51-10-280,1 1-1,-1-2 1,0 1 0,1-1 0,-1-1 0,-18-5 0,22 5-155,0 0 1,1 0-1,0-1 0,0 0 1,-1 0-1,1-1 0,1 1 1,-1-1-1,1 0 0,-1 0 0,1 0 1,-4-7-1,5 7-118,1 1 1,-1-1-1,1 0 0,0 0 0,1 0 1,-1 0-1,1 0 0,0 0 1,0 0-1,0 0 0,0 0 0,1-1 1,-1 1-1,1 0 0,1-9 1,5-28-967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17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12051,'22'9'664,"16"1"912,26-5-1480,13-3-48,18-6-48,-4-4-48,-8-3 0,-5 3-216,-29-1-952,-15 2-393,-24 0 1033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17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21109,'26'12'432,"34"-7"-688,28-7-1449,33-17-2696,9-7-848,-19-2 3897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1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 12571,'0'9'976,"5"1"-16,9-3-672,19-5-288,12-4-24,12-7-192,-3 1-216,-4-3-496,-7 3-72,-10 2 255,-6 1-279,-11 2 592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2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1 263 17900,'26'-3'672,"22"-11"-1008,28-10-1000,35-12-505,12-2-23,1-2 584,-10-2 159,-19 8-1631,-10 3 1367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2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 10530,'4'-1'407,"137"-38"77,-26 20-251,-98 18-123,0 0 0,0 1 0,0 0 0,33 7 0,-47-7-100,0 1 0,0 0 0,0 0-1,0 0 1,-1 0 0,1 0 0,0 1 0,0-1 0,-1 1 0,1 0-1,2 2 1,-4-3-8,0 0-1,-1 0 0,1 0 1,0 0-1,-1 0 0,1 0 0,-1 0 1,1 0-1,-1 0 0,0 0 1,1 1-1,-1-1 0,0 0 1,0 0-1,0 0 0,0 0 0,0 1 1,0-1-1,0 0 0,0 0 1,0 0-1,-1 1 0,1-1 1,0 0-1,-1 0 0,1 0 0,-1 0 1,1 0-1,-1 0 0,-1 2 1,-6 8 26,0 0 0,-1-1 0,0 0 0,-17 14 0,-9 10 148,14-12 464,1 2 1,1 1-1,1 0 1,1 2-1,2 0 1,0 0-1,-18 51 0,32-75-545,0 0-1,0 0 1,1 0-1,-1 0 1,1 0-1,-1 0 0,1 0 1,0 0-1,0 0 1,1 0-1,-1 0 1,1 4-1,0-5-79,0-1 0,0 1 0,-1-1 1,1 0-1,0 1 0,0-1 0,0 0 0,0 0 0,1 1 0,-1-1 0,0 0 1,0 0-1,1 0 0,-1 0 0,1-1 0,-1 1 0,1 0 0,-1-1 0,1 1 1,-1-1-1,1 1 0,-1-1 0,1 0 0,2 1 0,5 0-63,1-1 0,-1 0-1,0 0 1,0-1 0,1 0 0,-1-1-1,13-4 1,2-2-514,34-15-1,-3-5-2524,82-55-1,-108 64 2267,47-30-350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2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704 0 16083,'-40'23'793,"2"8"-745,-10 7-985,-13 21-231,-4 12 184,-18 13 744,1 6 168,10-14 96,2-8 0,15-32-280,3-15-696,14-40 800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3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18284,'37'48'2008,"14"-4"313,13-5-1793,21-13-1456,0-5-497,-2-14-1751,-9-7-1769,-15-2 3928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3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21749,'3'0'644,"2"1"-607,1-1 0,0 0-1,-1 0 1,1-1 0,-1 0 0,1 0 0,6-2 0,-3 1-115,186-36-2463,-136 28 1625,83-1 0,-129 11 867,-8-1 33,0 1 0,1 0 0,-1 0 0,1 0 0,-1 1 0,0 0 0,1 0 0,-1 0 0,9 4 0,-13-5 16,-1 1-1,1-1 1,0 0 0,-1 1 0,1-1 0,0 1-1,-1-1 1,1 1 0,0-1 0,-1 1 0,1 0-1,-1-1 1,1 1 0,-1 0 0,1-1-1,-1 1 1,0 0 0,1 0 0,-1-1 0,0 1-1,0 0 1,1 0 0,-1 0 0,0-1 0,0 1-1,0 0 1,0 0 0,0 1 0,-1 0 3,1 0-1,-1 0 1,0 1 0,0-1 0,0 0 0,0 0 0,0 0-1,0 0 1,-1 0 0,-1 2 0,-6 5 47,0 0 0,-19 15 0,27-23-41,-31 23 142,-72 61 851,92-74-688,0 1-1,1 0 1,0 1-1,1 0 0,-15 27 1,23-37-273,1-1 0,0 1 0,-1-1 0,1 1 0,0-1 0,0 1 0,1 0 0,-1 0 0,1-1 0,-1 1 0,1 0 0,0 0 0,0 0 1,0 0-1,0-1 0,0 1 0,1 0 0,-1 0 0,1-1 0,0 1 0,2 4 0,-1-5-33,0 0 0,0 0 0,0 0 0,0 0 0,0-1 0,1 1-1,-1-1 1,0 1 0,1-1 0,0 0 0,-1 0 0,1 0 0,-1 0 0,1-1 0,0 1 0,0-1 0,-1 0 0,1 1 0,0-1 0,0-1 0,0 1 0,-1 0-1,5-1 1,18-3-95,-1 0-1,1-2 1,33-12-1,74-35-1158,-76 29 233,131-49-4933,-97 44 4229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4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1093 0 7554,'0'0'2032,"-28"30"-1144,-1 2-288,-7 12-104,-25 23-119,-11 16 7,-17 40 600,-11 20 232,-4 23 24,1 2-135,4-16-393,6-17-304,10-29-720,8-13-640,10-22-2537,9-9 2409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42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129 136 8490,'-1'0'33,"0"0"0,1-1 0,-1 1 0,0-1 0,0 1 0,0-1 0,1 1 0,-1-1 0,0 1 0,1-1 1,-1 0-1,0 0 0,1 1 0,-1-1 0,1 0 0,-1 0 0,1 1 0,0-1 0,-1 0 0,1 0 0,0 0 0,-1 0 0,1 0 0,0 0 0,0 0 1,0 1-1,0-1 0,0 0 0,0 0 0,0-1 0,1-1-5,0 0 1,0 1-1,0-1 1,0 1-1,1-1 1,-1 1-1,1-1 1,-1 1-1,1 0 0,2-3 1,5-4 88,1 0 0,0 0 0,17-11 0,-19 15-68,1 0 1,0 0 0,0 1 0,0 0 0,0 0 0,14-2 0,-20 5-44,-1 0 1,0 1 0,0 0-1,0-1 1,0 1-1,1 0 1,-1 0-1,0 0 1,0 0-1,0 1 1,1-1 0,-1 1-1,0-1 1,0 1-1,0 0 1,0-1-1,0 1 1,0 0-1,0 1 1,0-1 0,0 0-1,-1 0 1,1 1-1,0-1 1,-1 1-1,1 0 1,-1-1-1,0 1 1,1 0 0,-1 0-1,0 0 1,0 0-1,0 0 1,1 2-1,0 4-8,-1 0 0,1 0 0,-1 0 0,-1 0-1,1 0 1,-1 0 0,-1 1 0,0-1 0,0 0 0,0 0-1,-1 0 1,0 0 0,-1-1 0,-5 14 0,-1-1-4,-1-1 0,-1 0 0,-1 0 1,-17 20-1,-60 61 95,77-88-53,0-1 0,-1 0 1,-1-1-1,0 0 0,-25 13 1,36-22-30,1 0 1,-1-1-1,1 1 1,-1 0-1,1-1 1,-1 1 0,1-1-1,-1 0 1,0 0-1,1 0 1,-1 0-1,1 0 1,-1-1-1,-2 0 1,4 1-6,0-1 0,1 1 0,-1 0 0,1 0 0,-1-1 0,0 1-1,1 0 1,-1-1 0,1 1 0,-1-1 0,1 1 0,-1-1 0,1 1 0,0-1 0,-1 1 0,1-1 0,-1 1 0,1-1 0,0 0 0,0 1-1,-1-2 1,1 1 0,0 0-1,0-1 1,0 1-1,0 0 1,0 0-1,1-1 1,-1 1 0,0 0-1,1 0 1,-1 0-1,1 0 1,-1-1-1,1 1 1,-1 0-1,1 0 1,1-1-1,0 0 1,0 0 0,0 0 0,0 0 0,1 0 0,-1 0-1,1 0 1,-1 1 0,1-1 0,0 1 0,-1 0 0,1 0 0,0 0 0,0 0 0,0 0 0,0 1-1,0-1 1,0 1 0,0 0 0,0 0 0,0 0 0,0 0 0,5 1 0,4 1 9,0 0 1,0 1-1,-1 1 1,18 6-1,50 26 25,-47-19-128,1-2 0,1-2-1,0-1 1,41 9 0,-43-19-995,-5-5 431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43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1 11947,'-13'5'528,"0"5"400,3 3-1208,0 11-696,-2 3 415,-7 11 177,-7 4 152,-11 1 232,1-1 48,-5-8-8,1-6-240,3-13 136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43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11963,'17'37'416,"6"4"704,2 1-784,14-3-408,-1-4-96,7-9-160,5-5-128,-5-7-504,1-8-633,-8-9 937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43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89 10954,'0'-2'58,"0"0"-1,0 0 0,0 1 1,0-1-1,0 0 0,0 0 1,0 0-1,0 0 1,1 1-1,-1-1 0,1 0 1,0 0-1,-1 1 0,1-1 1,0 0-1,0 1 0,1-3 1,1 1-33,0-1 1,0 1-1,0 0 1,0 0 0,1 1-1,-1-1 1,5-2-1,1 0-24,0 1-1,0 0 1,0 0-1,0 1 1,1 0-1,10-1 1,-15 3 6,1 1 0,0 0 0,0 0 0,-1 1 0,1 0 0,0 0 0,-1 0 0,1 1 0,0-1 0,-1 1 0,0 1 0,0-1 0,1 1 0,-1 0 0,-1 0 0,1 0 0,0 1 1,7 7-1,-9-7-4,1-1 0,-1 0 0,0 1 0,0 0 0,-1-1 1,1 1-1,-1 0 0,0 1 0,0-1 0,0 0 1,-1 0-1,0 1 0,1-1 0,-1 1 0,-1 0 0,1-1 1,-1 1-1,0-1 0,0 1 0,0 0 0,0-1 0,-1 1 1,0-1-1,-2 6 0,-2 2 74,-1-1-1,-1 0 1,0-1-1,0 0 1,-1 0-1,0 0 1,-1-1-1,-14 11 1,3 0 486,19-19-4,7 7-395,43 28-160,-34-26-4,-1 0 0,0 2 1,23 23-1,-33-30 0,0 0 0,0 1 0,0-1 0,-1 1 0,1 0 0,-2 0 0,1 1-1,-1-1 1,0 1 0,0-1 0,0 1 0,-1-1 0,0 1 0,-1 10 0,1-9 23,-2 0 1,1 0-1,-1-1 0,0 1 0,-1 0 1,0 0-1,0 0 0,-1-1 1,0 1-1,0-1 0,-1 0 0,0 0 1,-8 12-1,4-11 45,1 0 0,-1 0 0,0 0 0,-1-1 0,1 0 0,-2-1 0,1 0 0,-1-1 0,-11 6 0,1-3-4,0-1-1,-1-1 1,0-1-1,0 0 1,0-2-1,0 0 1,0-1 0,-1-2-1,-39-3 1,48 1-493,0 0 0,0 0 1,1-2-1,0 1 0,-1-2 1,-15-7-1,-3-11-516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44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93 8642,'21'-5'328,"19"0"88,15-2-288,28 0 208,14 2 160,15-2 232,2 2 17,1 1-265,0 1 224,-4-2-464,3 0-168,-7-2-24,-3 0-96,-9-2-264,-12 4-192,-13 2-32,-15 1-193,-17 0 417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4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1038 4 7282,'0'0'928,"-28"-4"640,4 16-784,-25 23-240,-4 17-16,-29 32-31,-11 19 303,-9 43 104,-12 17-160,0 24-336,0 1-144,15-18-240,18-13-168,29-38-1584,19-13 1232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8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452 228 8170,'-178'-143'1667,"160"126"-1192,4 3 359,-26-18-1,36 29-666,1 1 0,-1-1 0,0 1-1,1 0 1,-1 1 0,-1-1 0,1 1-1,0-1 1,0 1 0,0 0 0,-1 1-1,-7-1 1,10 1-155,0 0 0,0 1 0,0-1 0,1 1 0,-1-1 0,0 1 0,1 0 0,-1 0 0,0 0 0,1 0 0,-1 0 0,1 0 1,0 0-1,-1 0 0,1 1 0,0-1 0,0 0 0,-1 1 0,1-1 0,0 1 0,1-1 0,-1 1 0,-1 2 0,-2 5 10,1 0 1,0 0-1,-2 12 1,2-8 38,0 3 29,0 1 1,1 0-1,1 0 0,1 0 1,2 32-1,21 87 286,-3-30-218,30 641-29,-45-626-126,-3 34-3,-7 0 0,-35 225 0,-16-72 82,-19 145 156,73-436-189,1-8 36,0 0 0,0 0 0,1 0 0,0 0 0,0 0 0,1 0 0,2 10 0,-3-17-45,1-1 0,-1 0 0,0 1 0,1-1-1,-1 1 1,1-1 0,-1 0 0,1 1 0,0-1 0,-1 0 0,1 0 0,0 1 0,0-1 0,0 0 0,0 0 0,0 0 0,0 0 0,0 0 0,0 0 0,1 0 0,-1-1 0,0 1 0,1 0 0,-1-1 0,0 1 0,1-1 0,-1 1 0,1-1 0,-1 0 0,0 1 0,1-1 0,-1 0 0,1 0 0,-1 0 0,1 0 0,-1 0 0,1-1 0,-1 1 0,1 0 0,-1-1 0,0 1 0,1-1 0,2-1 0,6-3 106,0 0 0,-1-1 1,1 0-1,14-13 0,-13 10-109,2 0-21,0 1 1,1 0-1,0 1 1,0 1-1,1 0 1,-1 1-1,1 0 1,25-4-1,12 1-191,63-1 0,-91 8 75,136-5-1183,-64 5-1909,150-23-1,-148 0 2282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30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6953,'0'0'-272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32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8458,'0'0'1635,"12"-21"-1038,12 16-1500,-22 3-35,0 1 299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35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4489,'0'0'480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39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3017,'0'0'0,"0"2"0,2-1-208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47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7898,'2'45'608,"5"5"256,0 5-680,0 1-680,-1-4-280,-4-7-368,0-7 87,-2-9 601,-4-8 272,1-9-472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48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54 152 9034,'1'-3'17,"-1"1"-1,0-1 1,1 1 0,-1 0 0,1-1 0,0 1-1,0 0 1,0-1 0,0 1 0,0 0-1,3-4 1,0 0-5,0 0-19,0 0-1,0 1 0,0-1 0,1 1 1,0 0-1,0 0 0,0 1 0,1 0 1,0 0-1,7-5 0,4 0 149,0 1 1,25-9-1,-27 12-1,0 1 0,1 0-1,-1 1 1,1 1 0,-1 0 0,26 1 0,-30 2-122,0-1 1,0 2 0,0 0-1,0 0 1,0 1 0,0 0 0,-1 1-1,1 0 1,18 11 0,-27-14-22,0 0 0,1 1 0,-1-1 0,-1 0 1,1 1-1,0-1 0,0 1 0,0 0 1,-1 0-1,1 0 0,-1 0 0,0 0 0,1 0 1,-1 0-1,0 0 0,0 0 0,0 1 0,-1-1 1,1 0-1,0 0 0,-1 1 0,1-1 0,-1 1 1,0-1-1,0 1 0,0-1 0,0 0 0,-1 1 1,1-1-1,0 1 0,-1-1 0,0 0 1,0 0-1,1 1 0,-1-1 0,0 0 0,-1 0 1,1 0-1,0 0 0,-1 0 0,1 0 0,-3 2 1,-16 17 142,-1 0 0,0-2 0,-2 0 1,-42 25-1,7-3 543,56-40-667,0 0 0,1 0 0,-1 0-1,1 1 1,-1-1 0,1 0 0,0 1 0,-1-1 0,1 1 0,0-1 0,0 1-1,0 0 1,0-1 0,0 1 0,1 0 0,-2 3 0,2-4-14,1 0 1,-1 0 0,0 0-1,1 0 1,-1 0-1,1 0 1,-1 0-1,1 0 1,0 0-1,0 0 1,-1-1 0,1 1-1,0 0 1,0 0-1,0-1 1,0 1-1,-1 0 1,1-1-1,0 1 1,0-1 0,0 1-1,0-1 1,1 0-1,-1 1 1,0-1-1,0 0 1,0 0 0,0 0-1,1 0 1,43 11 3,-15-4 1,0 1 0,32 13 1,-53-17-7,-1 0 0,1 1 0,-1-1 0,0 2 0,0-1 0,-1 1 0,1 0 0,-1 1 0,-1 0 0,1 0 0,6 9 0,-11-12 17,1-1 1,-1 1-1,0 0 1,0-1-1,0 1 1,-1 0-1,1 0 1,-1 0-1,0 1 1,0-1-1,0 0 1,-1 0-1,1 1 1,-1-1-1,0 0 1,0 0-1,-1 1 1,1-1-1,-1 0 1,0 0-1,0 1 0,0-1 1,-1 0-1,0 0 1,1-1-1,-1 1 1,-1 0-1,1 0 1,-3 3-1,-2 1 56,0-1 0,-1 0-1,0 0 1,0 0-1,0-1 1,-1-1-1,0 1 1,0-1 0,0-1-1,0 0 1,-13 4-1,2-3 28,0-1 0,0 0 0,-1-1 0,1-2 0,-1 0 0,1-1 0,-1-1 0,1-1 0,0-1 1,-1-1-1,1 0 0,1-1 0,-1-2 0,1 0 0,-25-13 0,34 15-339,0-1 0,0 0 0,-9-9 1,12 9 70,1 0 1,0-1-1,-7-10 1,13 16 161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51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3553,'-1'0'3344,"-1"0"-2543,0 0-433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51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611 1 7594,'-2'0'3728,"-30"29"-3231,13 1-417,-7 6-32,-6 16 24,-9 7 56,-9 12 8,-6 3 56,-4-3 0,1 0-48,-3-14-288,3-5-192,0-18-921,6-10 857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51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12739,'12'13'1000,"23"14"8,10 13-792,34 17-192,9 10-24,18 4 48,1 4-72,-7-6-600,-6-7-904,-22-12 968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11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19 8610,'0'-10'424,"0"1"456,2 9-632,0 0 96,15 28 192,-15 7 40,-4 18-111,-5 8-49,-5 6-32,3-4-216,4-8-384,2-7-288,4-8-489,1-2 673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11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33 194 13363,'2'-4'493,"1"-2"-515,0 0 0,1 1-1,-1-1 1,1 1 0,0 0 0,1 0-1,-1 1 1,1-1 0,0 1 0,6-4-1,62-38-439,-68 43 464,92-48-116,-85 45 110,1 1 0,-1 0 1,1 1-1,0 1 0,27-4 1,-39 7-5,0 0 0,0-1 1,0 1-1,0 0 0,0 0 0,0 1 1,0-1-1,0 0 0,0 0 1,0 0-1,0 1 0,0-1 0,0 0 1,0 1-1,0-1 0,0 1 1,0-1-1,0 1 0,0 0 0,-1-1 1,1 1-1,0 0 0,0 0 0,-1-1 1,1 1-1,0 0 0,-1 0 1,1 0-1,-1 0 0,1 0 0,-1 0 1,0 0-1,1 0 0,-1 0 1,0 0-1,0 0 0,1 0 0,-1 0 1,0 0-1,0 0 0,0 0 0,0 0 1,0 0-1,-1 0 0,1 0 1,0 0-1,-1 1 0,0 4-39,-1 1 1,1-1-1,-2 0 0,1-1 1,0 1-1,-8 10 0,-24 32-37,-52 54 1,3-5 277,46-49 961,2 1 0,-51 95 0,85-143-1124,0 0 0,0 0 1,0 1-1,0-1 0,1 1 1,-1-1-1,1 0 0,-1 1 1,1-1-1,-1 1 0,1-1 1,0 1-1,0 0 0,0-1 1,0 1-1,0-1 0,0 1 1,0-1-1,0 1 0,1-1 1,0 3-1,0-3-34,0 0 0,0-1 1,0 0-1,0 1 0,0-1 0,0 0 0,0 1 1,0-1-1,0 0 0,0 0 0,0 0 0,1 0 1,-1 0-1,0 0 0,0 0 0,0-1 0,0 1 1,0 0-1,0-1 0,0 1 0,0 0 0,1-1 1,11-5-227,0 0 1,-1-1 0,13-8 0,117-90-5718,-89 72 4453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16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457 147 7898,'1'-9'558,"1"4"-85,-1-1 0,-1 0 0,1 0 0,-1 0 0,-1-7 0,1 11-434,-1-1 0,1 1 1,-1 1-1,0-1 1,1 0-1,-1 0 0,0 0 1,0 0-1,-1 0 0,1 1 1,0-1-1,0 1 1,-1-1-1,1 1 0,-1-1 1,1 1-1,-1 0 0,0-1 1,-2 0-1,-11-6 91,-1 1 1,1 1-1,-1 1 0,0 0 0,-32-5 0,-86-4 1334,118 12-1271,1 1-30,3 0-93,0 0 0,0 0 0,0 1 0,0 1 1,0 0-1,0 0 0,-20 6 0,30-6-70,0 0 1,1 0-1,-1 0 0,0 0 0,1 0 0,-1 0 0,0 1 0,1-1 1,0 0-1,-1 1 0,1-1 0,0 1 0,0 0 0,0-1 1,0 1-1,0 0 0,0 0 0,0 0 0,1 0 0,-1-1 0,1 1 1,-1 0-1,1 0 0,0 0 0,0 4 0,0 4-5,0 1 0,1-1-1,4 20 1,-1-10 2,10 78-17,35 213-28,51 112 44,-62-297-18,46 166-125,-63-203 60,14 122-1,-28-130 82,-4 1-1,-3-1 0,-3 0 0,-4 0 1,-27 121-1,-103 248-13,66-239 20,70-207 0,-36 130-1,35-120 5,0 1-1,0-1 0,1 1 0,1 0 0,1-1 0,0 1 0,4 20 0,-3-29-2,1 0-1,-1 0 1,1 0-1,0 0 1,0-1-1,0 0 1,1 1-1,0-1 1,0-1-1,5 6 1,7 5-60,25 18 0,-30-25-104,0-2 0,0 0 0,1 0 0,-1-1 0,1 0 0,1-1 0,-1 0 0,0-1 0,24 3 0,-1-3-625,0-2 1,47-3-1,-1-5-1540,13-5 671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0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92 137 10986,'12'-11'89,"1"1"0,0 0-1,0 1 1,1 0-1,15-6 1,76-31-151,-93 41 71,0 0 0,0 1 1,0 1-1,1 0 0,-1 0 1,26-1-1,-37 4-10,0 0 1,0 0-1,1 0 1,-1 0-1,0 0 0,0 1 1,1-1-1,-1 0 0,0 0 1,0 1-1,0-1 0,1 1 1,-1-1-1,0 1 0,0 0 1,0-1-1,0 1 0,0 0 1,0 0-1,0 0 0,0 0 1,-1-1-1,1 1 0,0 0 1,0 1-1,0 0 0,-1 0 1,1 0-1,-1 0 0,0 0 0,1 0 0,-1 1 0,0-1 0,0 0 0,-1 0 1,1 0-1,0 0 0,-1 1 0,0-1 0,-1 3 0,-3 7-1,0-1 0,-1 1 0,-14 18-1,-134 153 33,11-15 851,143-168-865,-1 1 1,1-1-1,0 0 0,-1 1 0,1-1 0,0 0 0,0 1 0,-1-1 0,1 1 0,0-1 1,0 0-1,-1 1 0,1-1 0,0 1 0,0-1 0,0 1 0,0-1 0,0 1 0,0-1 1,0 1-1,0-1 0,0 1 0,0-1 0,0 1 0,0-1 0,0 1 0,0-1 0,0 1 1,0-1-1,1 1 0,-1-1 0,0 0 0,0 1 0,0-1 0,1 1 0,-1-1 0,0 1 1,1-1-1,-1 0 0,0 1 0,1-1 0,-1 0 0,1 0 0,-1 1 0,0-1 0,1 0 1,-1 0-1,1 1 0,-1-1 0,1 0 0,-1 0 0,1 0 0,-1 0 0,1 0 0,-1 0 1,1 0-1,0 0 0,39 2 6,-23-2 24,4 2-33,36 7 0,-52-8-12,0 1-1,0-1 1,-1 1-1,1-1 1,0 2 0,-1-1-1,1 0 1,-1 1 0,0 0-1,0 0 1,0 0 0,0 0-1,4 5 1,-7-6 2,0-1-1,0 1 1,-1 0 0,1 0 0,0-1 0,-1 1 0,1 0-1,-1 0 1,1 0 0,-1-1 0,0 1 0,0 0-1,0 0 1,0 0 0,0 0 0,0 0 0,-1-1-1,1 1 1,-1 0 0,1 0 0,-1 0 0,0-1-1,1 1 1,-1 0 0,0-1 0,0 1 0,-2 1-1,-2 5 16,-1-1-1,0-1 0,0 1 0,-10 7 0,0 0 36,-2 0 0,0-2 0,-25 14 0,33-20-91,0-2-1,0 1 0,-1-2 0,1 1 1,-1-1-1,0-1 0,0 0 1,-14 1-1,22-3-104,0 0 1,0 0-1,0 0 0,0 0 1,0-1-1,0 1 1,1-1-1,-1 0 0,0 0 1,0 0-1,1 0 0,-1 0 1,0 0-1,1-1 1,0 1-1,-1-1 0,-3-4 1,5 5 65,0-1 1,1 0-1,-1 0 1,1 0-1,-1 0 1,1 0-1,0 0 1,0 0-1,-1 0 1,2-2-1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0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651 1 11570,'-7'0'441,"-5"5"167,-5 4-752,-6 10-200,-8 10 96,-12 16 152,-9 12 96,-7 21 96,-7 1 32,2-1-40,-3-5-24,5-23-192,6-10-257,6-21-2223,9-11 1688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0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12179,'13'14'1136,"10"12"704,8 9-960,5 13-712,6 7-72,5 8 1,4-3-25,10-6-120,8-6-289,0-17-1047,-1-10-968,-15-12 1840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0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27 152 9834,'-2'-1'208,"0"-1"-1,0 0 1,0 1-1,0-1 0,0 0 1,0 0-1,1-1 1,-1 1-1,1 0 1,-1 0-1,1-1 1,0 1-1,0-1 1,0 1-1,0-1 1,0-4-1,1 5-173,0 0 0,0 0 0,0-1 0,0 1 0,1 0 0,-1 0 0,1 0 0,0 0 0,0-1 0,-1 1 0,1 0 0,0 1 0,1-1 0,-1 0 0,0 0 0,1 0 0,-1 1 0,1-1 0,-1 0 0,3-1 0,5-4-11,1 0 1,-1 1-1,1 0 1,0 1-1,0 0 1,1 1-1,0-1 1,17-3-1,-7 3-14,0 2-1,1 0 0,34 0 0,-52 3-37,1 0 0,-1 0 1,0 0-1,0 1 0,0 0 0,0 0 1,0 0-1,0 0 0,0 1 0,4 2 0,-6-4 10,-1 1-1,0 0 1,0 0-1,1 0 1,-1 1-1,0-1 1,0 0-1,-1 0 1,1 1-1,0-1 0,0 0 1,0 1-1,-1-1 1,1 0-1,-1 1 1,1-1-1,-1 1 1,0-1-1,1 1 1,-1 0-1,0-1 1,0 1-1,0-1 0,0 1 1,0-1-1,-1 1 1,1-1-1,0 1 1,-2 2-1,-2 7-20,-1 1 0,0-1 0,-1 1 0,0-2 0,-1 1 0,0-1 1,-10 12-1,-6 8 86,6-5 55,-3 1 470,1 2-1,1 0 1,2 1-1,-19 46 1,34-74-488,0 1 0,1-1 0,-1 1 0,1 0-1,0-1 1,-1 1 0,1 0 0,0-1 0,0 1 0,0 0 0,0-1 0,0 1 0,1 0 0,-1 0 0,0-1 0,1 1 0,0 1 0,0-2-43,-1 0 1,1 0-1,0 0 0,0-1 1,0 1-1,-1 0 1,1 0-1,0-1 1,0 1-1,0 0 1,0-1-1,0 1 1,1-1-1,-1 1 0,0-1 1,0 0-1,0 1 1,2-1-1,5 0-16,0 0 0,-1 0 0,1 0 0,0-1 0,-1-1-1,10-2 1,29-8-532,-1-3 0,0-2-1,52-27 1,121-85-3743,-122 64 3284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54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6097,'0'0'-56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03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381 115 3673,'0'-3'224,"1"0"1,-1 0 0,-1 1 0,1-1-1,0 0 1,-1 0 0,1 0-1,-1 1 1,0-1 0,0 0-1,0 1 1,0-1 0,0 1 0,-1-1-1,-1-2 1,0 3-83,1 0-1,0 1 1,-1-1-1,1 1 1,-1-1 0,1 1-1,-1 0 1,0 0-1,0 1 1,1-1 0,-1 0-1,0 1 1,0 0 0,0-1-1,0 1 1,-2 0-1,-11 1-25,0 0 0,1 0 0,-1 1 1,0 1-1,1 1 0,0 0 0,0 1 0,0 1 0,1 0 0,0 1 0,0 0 0,0 1 0,1 1 0,0 0 0,1 1 0,0 0 0,-17 19 0,26-26-103,1 1 1,-1-1-1,1 0 1,0 1-1,0-1 1,0 1-1,0-1 1,1 1-1,-1 0 0,1 0 1,0 0-1,0 0 1,0 0-1,1 0 1,-1 0-1,1 0 1,0 0-1,0 0 1,1 0-1,-1 0 0,1 0 1,0 0-1,0 0 1,0 0-1,1 0 1,-1 0-1,1-1 1,0 1-1,0 0 1,0-1-1,0 0 0,6 6 1,7 5-12,0-1-1,1-1 1,1 0-1,0-2 1,29 15 0,13 7-41,9 11-542,-1 3 0,110 99 1,-167-135 241,1 0 0,-2 1 0,0 0 0,11 18 0,-18-26 234,0 1-1,-1-1 1,1 1 0,-1-1 0,0 1-1,0 0 1,0-1 0,0 1 0,0 6-1,-1-8 55,0 0 1,-1 0-1,1 0 0,0 0 0,-1 0 0,1 0 1,-1 1-1,0-1 0,0 0 0,0-1 0,0 1 1,0 0-1,0 0 0,0 0 0,-1-1 1,1 1-1,-1 0 0,-1 1 0,-2 1 26,-1 0 0,1-1 1,-1 1-1,0-1 0,0 0 0,0-1 0,-1 0 1,1 0-1,-11 2 0,-9 1 257,-28 1 0,49-6-177,-182 7 2658,161-9-2281,1 0 0,-1-2 0,1 0 0,0-2 0,-31-10 0,52 14-347,0 0 1,0 0-1,0 0 0,0 0 0,0-1 1,0 1-1,1-1 0,-1 0 0,1 0 1,-1 0-1,1-1 0,0 1 1,1-1-1,-1 0 0,-2-5 0,2 3 62,1 0 0,0 0-1,0 0 1,0 0 0,1 0-1,0 0 1,0-1 0,1 1-1,0 0 1,0-7 0,2-4 94,1 0 1,1 0-1,0 0 1,1 1 0,1-1-1,0 1 1,13-21-1,-3 8-161,3 1 0,0 1-1,1 1 1,2 0 0,1 2-1,1 1 1,0 1 0,44-31 0,20-3-945,129-64 1,-117 69-1109,-46 20-484,-12 5 1298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06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9 8690,'0'0'480,"-2"0"-480,1 0 0,-1-2 32,0 1-32,0-1-248,1 0-1240,-1 1 879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07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11538,'0'0'197,"3"-20"-423,0 20-1242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0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3929,'0'0'144,"2"0"-16,0 0-96,-1 0-120,1 0-384,0 0 336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09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10474,'1'1'151,"1"0"-1,0-1 0,0 1 1,0 0-1,-1 0 1,1 1-1,0-1 0,-1 0 1,3 3-1,3 1-3785,-9-5 2478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11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7098,'0'0'1040,"2"0"-880,-1 0-32,1 0-128,0 0-216,1 0-3025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1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0 204 11138,'1'-8'38,"1"0"0,-1 0 0,1 0 0,1 0-1,-1 0 1,1 0 0,1 1 0,-1-1 0,1 1 0,0 0-1,1 0 1,0 0 0,0 1 0,1-1 0,-1 1-1,11-8 1,-5 5 103,1 1 1,-1 0-1,1 1 0,0 0 0,1 1 1,-1 0-1,1 1 0,0 1 0,18-4 0,-27 7-120,1 0 0,-1 0-1,1 1 1,0 0-1,-1 0 1,1 0-1,-1 0 1,1 1-1,0 0 1,-1 0-1,0 0 1,1 1-1,-1-1 1,1 1-1,3 2 1,-2 0-41,-1 0-1,1 0 1,-1 0 0,0 1 0,0 0 0,0 0-1,-1 0 1,0 1 0,5 7 0,-1 1-67,-1 1 0,0 0 0,0 1 0,-2 0 0,0 0 0,-1 0 0,3 25 0,-4-10 7,-1-1 0,-1 1 1,-2 0-1,-2-1 0,0 1 0,-9 36 0,8-51 64,-1-1 0,0 1 0,0 0 1,-2-1-1,0-1 0,-1 1 0,0-1 0,-1 0 0,-1-1 0,0 0 0,0 0 0,-2-1 0,-15 14 1,21-22 42,0 0 0,0 0 1,0-1-1,-1 1 1,1-1-1,-1 0 1,0-1-1,0 0 0,0 0 1,0-1-1,0 1 1,0-1-1,0-1 1,-12 0-1,14 0 62,-1-1 0,1 0 0,0 0 0,-1 0 1,1-1-1,0 0 0,0 0 0,0 0 0,0-1 0,0 0 0,1 0 0,-1 0 1,1 0-1,0-1 0,0 1 0,0-1 0,0 0 0,1 0 0,-6-9 0,4 5-65,1-1 0,-1 1 0,2-1 0,-1 0-1,1-1 1,0 1 0,1 0 0,0-1 0,1 0-1,0 1 1,1-1 0,-1 0 0,2 1-1,0-1 1,0 0 0,0 1 0,1-1 0,1 1-1,-1 0 1,2-1 0,-1 1 0,1 1 0,1-1-1,-1 0 1,2 1 0,-1 0 0,1 0 0,0 1-1,1 0 1,-1 0 0,1 0 0,1 1 0,-1 0-1,1 0 1,0 1 0,1 0 0,-1 0 0,1 1-1,0 0 1,0 1 0,0 0 0,1 0 0,-1 1-1,11-1 1,-12 2-16,-1 1-1,0 0 1,1 1-1,-1 0 0,0 0 1,0 0-1,0 1 1,0 0-1,0 1 1,0-1-1,0 1 0,-1 1 1,1-1-1,-1 1 1,0 0-1,0 1 1,6 6-1,9 8 0,-2 2-1,-1 0 1,19 28-1,-18-24-26,3 6-54,-16-20-143,1-1 0,0 0 0,1 0 0,0-1 0,0 0 1,1 0-1,19 14 0,-27-23 127,-1 1 0,1-1-1,0 1 1,0-1 0,0 1 0,0-1 0,0 0 0,0 1 0,0-1 0,0 0 0,0 0 0,0 0 0,0 0 0,0 0 0,0 0 0,0 0 0,0 0 0,0 0 0,0 0 0,0 0 0,0-1 0,0 1 0,0 0 0,0-1 0,0 1 0,0-1 0,1 0 0,8-10-649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17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19 12227,'0'-1'-21,"0"1"0,0-1 0,0 0 0,1 0 1,-1 0-1,0 1 0,0-1 0,1 0 0,-1 0 1,0 1-1,1-1 0,-1 0 0,1 1 1,-1-1-1,1 0 0,-1 1 0,1-1 0,-1 0 1,1 1-1,0-1 0,-1 1 0,1 0 0,0-1 1,-1 1-1,1-1 0,0 1 0,0 0 0,0 0 1,-1-1-1,1 1 0,0 0 0,0 0 0,0 0 1,-1 0-1,1 0 0,0 0 0,1 0 0,-1 0 12,0 1-1,0-1 0,0 1 0,-1-1 0,1 1 0,0-1 0,0 1 0,0-1 0,-1 1 0,1 0 1,0-1-1,-1 1 0,1 0 0,-1 0 0,1 0 0,-1-1 0,1 1 0,-1 0 0,1 0 1,-1 0-1,0 0 0,1 0 0,-1 0 0,0 0 0,0 0 0,0 0 0,0 0 0,0 0 0,0 0 1,0 0-1,0 2 0,-4 13 115,0 1 0,-1-1 0,-1 0 0,0 0 0,-12 19 1,3-3-29,-19 29 5,24-45 19,1 0 1,1 0-1,-7 19 1,14-35-87,1 1-1,0-1 1,0 0 0,0 0-1,0 0 1,0 1-1,0-1 1,0 0 0,0 0-1,0 0 1,0 1 0,0-1-1,0 0 1,0 0 0,0 1-1,0-1 1,0 0 0,0 0-1,0 0 1,0 1-1,0-1 1,0 0 0,0 0-1,1 1 1,-1-1 0,0 0-1,0 0 1,0 0 0,0 0-1,0 1 1,1-1 0,-1 0-1,0 0 1,0 0-1,0 0 1,1 0 0,-1 0-1,0 1 1,0-1 0,0 0-1,1 0 1,-1 0 0,0 0-1,0 0 1,0 0 0,1 0-1,-1 0 1,0 0-1,0 0 1,1 0 0,-1 0-1,0 0 1,0 0 0,0 0-1,1 0 1,-1 0 0,1-1-1,15-3 272,-13 3-237,30-11 25,0 2-1,1 1 0,0 1 1,49-3-1,-79 11-70,1 0 0,0 0 0,0 1 0,0-1 0,0 1 0,-1 0 0,1 1 0,0-1 0,-1 1 0,1 0 0,-1 0 0,0 0 0,1 1 0,-1-1 0,0 1 0,5 5 0,-4-3 5,-1 0-1,0 0 1,0 1 0,0-1 0,0 1-1,-1 0 1,0 0 0,0 1-1,-1-1 1,4 13 0,-4-9-50,0 1 0,-1-1-1,0 0 1,0 1 0,-1-1 0,-1 0 0,1 1 0,-2-1-1,1 0 1,-2 1 0,1-1 0,-1 0 0,-1-1 0,0 1-1,-7 14 1,6-18-152,0 0 0,0 0 0,0 0 0,-1 0-1,0-1 1,0 0 0,0 0 0,-1-1 0,1 0 0,-1 0 0,-10 4-1,-41 15-577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18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1 304 11058,'26'-18'1041,"14"-4"3664,13-2-3417,34-8-1312,15 1-72,15-3-192,1 1-184,-18 5-441,-12 1-87,-25 8-104,-8 3 80,-15 7 64,-4 2 263,-12 6-1151,-5-1 1120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19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35 11498,'-17'3'833,"32"6"-1201,11-9-321,9-12-783,-1-2-1232,-1-7 1279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23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8562,'0'0'224,"0"-2"-352,0 1-720,0-1-1161,0-1-1600,2 1 2737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14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 10226,'0'0'980,"2"-1"-717,12-6-223,-1 0 1,1 1-1,1 1 0,28-7 0,-8 2 35,-12 3-24,40-12 78,-57 18-121,-1 0 0,0 1 0,1-1 0,-1 1 0,1 0 0,-1 0 0,1 1 0,-1 0 0,7 1 0,-10-1-8,-1-1 1,0 1-1,1 0 0,-1 0 1,0-1-1,1 1 0,-1 0 0,0 0 1,0 1-1,0-1 0,0 0 0,0 0 1,0 0-1,0 1 0,0-1 0,0 0 1,-1 1-1,1-1 0,-1 1 0,1-1 1,-1 1-1,1-1 0,-1 1 0,0-1 1,0 1-1,0-1 0,0 1 0,0-1 1,0 1-1,0 1 0,-1 3 4,1-1 0,-1 0-1,0 0 1,-1 0 0,0 0-1,1 0 1,-5 8 0,-13 18 79,-11 21 493,27-48-412,1 1-1,1-1 1,-1 1 0,1-1 0,-1 1-1,1 0 1,1 0 0,-1-1-1,1 7 1,0-10-134,0 0 0,0-1 0,0 1 0,0 0 1,0 0-1,0 0 0,1 0 0,-1-1 0,0 1 0,1 0 0,-1 0 0,0 0 0,1-1 0,-1 1 0,1 0 0,0 0 1,-1-1-1,1 1 0,-1-1 0,1 1 0,0-1 0,-1 1 0,1-1 0,1 2 0,0-2-11,0 1-1,1 0 0,-1-1 1,0 0-1,0 1 0,0-1 1,0 0-1,1 0 0,3-1 1,4-1-60,1 0 1,-1 0-1,12-6 1,-20 7 50,88-37-1483,15-5-2268,-65 31 2802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14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12011,'-14'33'368,"-1"3"544,13 6-1248,2 3-168,-5 10 152,0 7 72,-13 13-17,-4 1-207,-1-2-488,8-5-680,4-12 584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15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 11522,'-10'64'241,"-3"-12"-714,6-9-823,2-15-1560,0-9 1191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15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14 216 11450,'-2'-3'52,"0"-1"0,1 1 0,-1-1 0,0 1 0,1-1 0,0 0 0,0 0 0,-1-7 0,2 9-47,0 0 0,1 0 0,-1-1 0,1 1 0,-1 0 0,1 0 1,0 0-1,-1 0 0,1 1 0,0-1 0,0 0 0,0 0 0,1 0 0,-1 1 0,0-1 0,1 1 1,-1-1-1,1 1 0,1-2 0,7-5 99,1 0 0,0 1 0,1 0 0,-1 1 0,25-9 0,69-18 1034,-66 23-797,-5-1-89,-6 2-159,1 1 1,53-7-1,-80 15-91,0 0-1,1 0 1,-1 0 0,0 1-1,1-1 1,-1 1 0,0 0-1,0 0 1,0 0 0,1 0-1,-1 0 1,0 0 0,0 0-1,0 1 1,-1-1 0,1 1-1,0-1 1,-1 1 0,1 0-1,0 0 1,-1 0 0,0 0-1,0 0 1,1 0-1,-1 0 1,0 0 0,1 4-1,3 8-2,-1 0-1,0 0 0,3 20 1,-6-24 1,25 228-52,-21-160 32,11 131-42,18 209-27,30-3-56,-36-291-19,49 269-1204,-69-325 1215,-2 1 1,-3-1-1,-12 127 0,1-136 157,-2 0 0,-4-1 0,-31 87 0,29-105 19,-1-1 0,-2 0-1,-2-1 1,-2-1-1,-42 53 1,56-79-36,0 0-1,-1-1 1,0 0-1,-1-1 1,0 0-1,0-1 1,-1 0 0,0-1-1,-1 0 1,1-1-1,-1 0 1,0-1-1,-23 5 1,-53 7-549,-17-7 194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52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 9042,'0'0'1756,"7"-24"-869,-4 20-836,-3 4-55,1 0-1,-1-1 0,1 1 0,-1-1 1,0 1-1,1 0 0,-1-1 0,0 1 1,1-1-1,-1 1 0,0-1 1,0 1-1,1-1 0,-1 1 0,0-1 1,0 0-1,0 1 0,0-2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54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10594,'0'0'-368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55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8458,'0'0'3096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21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4273,'0'0'216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24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4529,'0'0'328,"0"2"-416,0 0-1200,0 0 848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36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0 6609,'-14'12'133,"0"0"0,0 1 0,2 1-1,0 0 1,-19 28 0,26-35-50,1 0 1,1 0 0,-1 0 0,1 0 0,0 1-1,1-1 1,0 1 0,0 0 0,1-1-1,0 1 1,0 0 0,0 0 0,1 0 0,1 0-1,-1 0 1,3 9 0,-3-15-64,1 1-1,0 0 1,0-1 0,0 1-1,0-1 1,0 0 0,0 1-1,1-1 1,-1 0 0,1 0-1,-1 1 1,1-1 0,0 0-1,0-1 1,0 1 0,0 0 0,0-1-1,1 1 1,-1-1 0,0 0-1,1 1 1,-1-1 0,1 0-1,-1 0 1,1-1 0,-1 1-1,1-1 1,0 1 0,3-1-1,0 0-14,0 0 0,0 0 0,1-1 0,-1 0 0,0 0 0,0-1 0,-1 0 0,1 0 0,0 0 0,-1-1-1,11-6 1,2-2-50,0-2-1,-1 0 0,-1-1 0,0-1 0,-1 0 0,-1-1 0,21-30 1,-31 40 117,-1 0 0,0 0 0,-1-1 0,1 1 0,-1-1 0,-1 1 1,1-1-1,-1 0 0,0 1 0,-1-1 0,1-8 0,-13 56 539,9 16-379,3 59 1,1-56-189,-1 20-627,4 0-1,28 157 0,-31-231 169,1 1 0,0-1-1,0 1 1,5 9 0,-5-14 273,-1 0 1,1-1-1,-1 1 0,1 0 1,0-1-1,0 1 1,0-1-1,0 1 0,0-1 1,2 2-1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36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 42 6785,'-15'-3'553,"1"-1"407,-8-1-632,4 0-312,-1-2-16,-8 0 64,2 2 120,-2 0 128,-3 5 24,6 1-40,-2 5-96,4 2-136,-1 1-48,4 3-104,-3 0-176,3 0-792,0-1-1681,10-4 1481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37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66 8042,'0'0'-4,"2"-2"-1809,-1 1 2087,0-1 0,1 1 0,-1 0 0,0 0 0,1 0 0,0-1 0,-1 2 0,1-1 0,0 0 0,-1 0 0,1 0 0,0 1 0,3-1 0,7-4-161,-7 3-87,0 1 0,0-1 0,-1 1 0,1 0 0,0 0-1,0 0 1,0 1 0,0 0 0,0 0 0,0 0 0,0 1-1,8 1 1,8 1-11,0-1 0,1-1-1,-1 0 1,30-4 0,84-18-21,7 1 6,-137 19 1,0 0 0,-1 1 0,1 0 0,0 1 0,0-1 1,0 1-1,4 1 0,-8-2-1,1 1 1,-1-1 0,0 1 0,1 0 0,-1 0-1,0 0 1,0 0 0,0-1 0,0 2 0,0-1-1,0 0 1,0 0 0,0 0 0,0 0 0,-1 1 0,1-1-1,0 0 1,-1 0 0,1 1 0,-1-1 0,1 1-1,-1-1 1,0 1 0,0-1 0,1 3 0,7 230 59,-6-108-54,9 135-5,3 235-34,-18-220 12,0 134-18,31 0 19,0-204 24,28 345 54,-55-535-33,0-1 0,-1 0 0,-1 1 0,-6 26 0,6-36-15,0 0 0,0 0 0,-1 0-1,0 0 1,0-1 0,0 1 0,-1-1 0,0 0 0,0 0 0,0 0 0,-1 0 0,0-1 0,-9 7 0,0-2-12,-1 0 1,0-2-1,0 1 1,0-2-1,-1 0 1,0-1-1,0-1 1,-1-1-1,1 0 1,-1-1-1,0 0 1,1-1-1,-1-2 1,0 1-1,0-2 1,1 0-1,-1-1 1,1-1-1,0 0 1,0-1-1,0-1 0,-22-11 1,-16-20-146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3 6897,'-2'0'513,"0"0"271,1 0-568,-1 0-88,0 0-88,4-2-1504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31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 11074,'-5'10'480,"3"4"297,5-3-825,8 1-56,3 2 8,-4 1 24,-1 9 72,-8 7 0,-1 11 0,-5 5 0,0 3 0,-4-4-16,-1-2-80,-4-5-72,0-7-297,4-5-239,0-13-1104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31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1 9282,'-10'11'407,"-27"33"105,34-41-400,1 1 1,0-1-1,0 1 0,1 0 0,-1 0 1,1 0-1,-1-1 0,1 1 0,0 0 0,1 0 1,-1 7-1,10-13 281,23-8-363,0 2 0,1 1 0,-1 1 0,1 2 0,0 1 0,1 2 0,32 3 0,-54-1-13,0 0-1,0 1 0,0 0 0,0 1 0,-1 1 1,1 0-1,-1 0 0,15 8 0,-21-9 11,-1-1 0,0 1 0,0 0 0,0 0 0,0 0-1,-1 1 1,1-1 0,-1 1 0,0 0 0,0 0-1,0 0 1,0 0 0,-1 1 0,0-1 0,0 1-1,0-1 1,0 1 0,-1 0 0,0 0 0,0 0-1,0 0 1,0 0 0,-1 5 0,0-4 9,0 1 0,-1 0 0,0-1 0,0 1 0,-1-1 0,0 0 0,0 1 1,0-1-1,-1 0 0,0 0 0,0 0 0,-7 10 0,3-8 52,1-1 0,-1 1-1,-1-1 1,0-1 0,0 1 0,0-1 0,-15 8-1,3-4 10,0-1 0,0-1-1,0-1 1,-1-1-1,0-1 1,-1 0 0,-25 1-1,19-4-383,0-1 0,-34-3 1,50 1-116,-1-1 0,1 0 0,0-1 0,0 0 0,0-1 0,0 0 1,-16-9-1,-13-14-540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31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0 206 17900,'0'0'808,"30"-3"-768,9-8-960,18-9-416,11-5 167,1-1 761,-3-1 264,-11 3 144,-8 3-72,-9 5-696,-12 2-640,-5 4-553,-4 1 1177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32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312 68 10314,'-1'0'92,"1"-1"-1,0 1 1,0 0-1,0 0 1,0-1 0,0 1-1,0 0 1,-1 0-1,1-1 1,0 1-1,0 0 1,0-1-1,0 1 1,0 0-1,0 0 1,0-1 0,0 1-1,0 0 1,0 0-1,1-1 1,-1 1-1,0 0 1,0 0-1,0-1 1,0 1 0,0 0-1,0 0 1,1-1-1,-1 1 1,0 0-1,0 0 1,0 0-1,1-1 1,12-5 937,23 0-835,-30 6 139,65-9 5,405-29 20,-466 38-340,0 0-1,0 1 1,-1 0-1,1 0 1,17 5-1,-24-4-7,0-1-1,1 0 0,-1 1 0,0 0 1,-1 0-1,1 0 0,0 0 1,0 0-1,-1 0 0,1 1 0,-1 0 1,0-1-1,0 1 0,0 0 1,0 0-1,0 0 0,-1 0 1,1 0-1,-1 0 0,2 5 0,3 19 68,-1 0-1,-2 1 0,0-1 0,-1 33 0,-2-27-40,1 87-106,-6 0 1,-40 238-1,35-304-65,-76 436-1514,40 2 560,44-377 1110,15 142 1,-6-203 17,2-1 1,2 0 0,2-1-1,38 91 1,-30-100 10,-15-32 3,-1 0 0,0 1 0,0-1 0,-1 1 0,4 19 0,-8-30-18,1 0-1,-1 1 1,0-1-1,0 1 1,0-1 0,0 1-1,0-1 1,0 1-1,-1-1 1,1 1 0,0-1-1,-1 1 1,1-1-1,-1 1 1,0-1 0,1 0-1,-1 0 1,0 1-1,0-1 1,0 0-1,-1 2 1,0-1 34,-1-1 0,1 1 0,0-1 0,-1 0-1,1 1 1,-1-1 0,1 0 0,-1 0 0,1-1 0,-1 1 0,-3 0 0,-9 0 237,0 0 0,0-1 0,-24-3 0,28 2-225,-279-47 737,54 7-1082,-55 20-3467,219 18 2591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35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113 564 17636,'-9'-5'180,"0"0"-1,1-1 1,0 0 0,0-1 0,1 1 0,-1-1-1,1-1 1,-7-9 0,9 9-465,1 0 0,0 1 0,0-1 0,1-1 0,-1 1 0,2-1 0,-1 1 0,1-1 0,1 0 0,0 1 0,0-1 0,0 0 0,1 0 0,1 0 0,1-9 0,-1 7 370,0 0 0,1 1 0,1-1 0,0 1 0,6-14 1,-8 21 97,0 0 1,1-1 0,0 1 0,0 0 0,0 0 0,0 1-1,0-1 1,0 0 0,1 1 0,0 0 0,-1-1 0,1 1 0,0 0-1,0 0 1,0 0 0,0 1 0,0-1 0,1 1 0,-1 0 0,5-1-1,11-1 85,1 1 0,0 2 0,1 0 0,-1 1 0,33 6 0,21 1 229,55-4-205,251-26 1,129-53 247,-351 49-494,-23 4-272,331-47-2991,-319 53 1193,176 6 0,-288 12-1456,-4 2 1928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35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14363,'81'0'1432,"26"-5"105,28-4-1393,29-8-1152,7-4-281,-1-3-295,-16-7 136,-14-1 359,-10 5-487,-9 3 904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6:18:20.654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2079 2301 844 0,'7'40'59'16,"1"7"7"-16,1 7-9 16,-2 2-7-16,0-2-17 15,-1-2-6-15,2-5-3 16,5-3-9-16,4-6-1 16,5-5-9-16,4-13-1 15,4-9-2-15,3-17 6 16,2-11 2-16,1-13 11 15,1-6 0-15,-6-2 12 16,-4 0 8-16,-7 0 13 16,-7 2 4-16,-8-1-2 15,-3 2 1-15,-5 1 24 16,-2 2-22-16,-2 9-32 16,0 6-6-16,3 11-18 15,1 7 0-15,4 22-3 0,1 10-3 16,-1 24 3-16,1 9-3 15,-1 19 6-15,2 7-3 16,3 12 0-16,2 7 6 16,1 2-6-16,-3-4 3 15,-6-11 0-15,-11-7-3 16,-14-18 57-16,-7-6 65 16,-9-17 141-16,-3-10-25 0,-4-20-44 15,-6-8-101-15,-2-18-60 16,-1-9-13-16,2-24-34 15,6-16-34-15,11-26-160 16,12-15-237-16,30-18 152 16</inkml:trace>
  <inkml:trace contextRef="#ctx0" brushRef="#br0" timeOffset="605.54">2181 2111 1448 0,'21'-8'4'0,"-8"-2"4"15,2-2 2-15,3-6-3 16,-1-2 1-16,2-5-4 15,-3-1-2-15,0-4 2 0,-1-3-4 16,-1-1 2-16,-2 1 0 16,0 5 1-16,3 4 3 15,-7 11 12-15,1 5 1 16,-1 11 31-16,-5 8-8 16,5 15-12-16,-2 7-10 15,1 16 1-15,4 8 0 0,1 5-15 16,9-3-15-1,8-10-6-15</inkml:trace>
  <inkml:trace contextRef="#ctx0" brushRef="#br0" timeOffset="1737.03">2118 3895 1057 0,'87'-4'77'0,"21"0"-34"0,8-2-14 16,18 0-19-16,3-1-8 15,1 3-10-15,2 1-11 16,-21 0 13-16</inkml:trace>
  <inkml:trace contextRef="#ctx0" brushRef="#br0" timeOffset="3388.78">4711 1657 901 0,'0'0'57'0,"-1"0"-3"16,-17 13-9-16,2 12-28 16,-6 9 1-16,-16 21 9 0,-8 12 0 15,-19 27 6-15,-9 13-4 16,-13 32-6-16,-7 14-1 16,-7 22-5-16,-2 10-2 15,3 8-5-15,3-2-2 16,9-5-6-16,8-9-2 15,5-25-2-15,6-8-6 0,4-31-17 16,3-17-10-16,10-34-77 16,8-20 69-16</inkml:trace>
  <inkml:trace contextRef="#ctx0" brushRef="#br0" timeOffset="4222.05">4568 2616 1262 0,'-14'49'8'0,"-1"10"0"16,2 2-2-16,10-3-5 15,4-6-1-15,13-19-3 16,5-10-1-16,7-15 0 0,4-6 2 16,5-9 4-16,4-5 0 15,-2-11 2-15,1-6 3 16,-5-9 13-16,0-2 9 15,-7-3 17-15,-2 5 5 16,-7 4 3-16,-7 5-6 16,-2 11 18-16,-5 4-6 15,-3 13-40-15,6 7-8 0,-5 21-15 16,2 16 3-16,-3 30-9 16,-6 14 9-16,-3 24 0 15,-1 9-3-15,2 14-5 16,5 7-28-16,3-3-12 15,6-7 5-15,-5-13 26 16,-5-18 9-16,-10-26 6 16,-11-13 8-16,-15-28 55 15,-6-9 73-15,-14-16 58 16,-5-10-7-16,-8-21-72 16,-2-12-29-16,6-28-75 15,6-10-15-15,19-16-188 16,8-7-144-16,30-4 180 15</inkml:trace>
  <inkml:trace contextRef="#ctx0" brushRef="#br0" timeOffset="4739.02">5050 3003 1278 0,'20'-4'42'0,"7"0"16"16,13 0-58-16,4 0 0 15,7 1-3-15,-2-1-7 16,-4-2-42-16,-3 0-76 0,-9 0 73 15</inkml:trace>
  <inkml:trace contextRef="#ctx0" brushRef="#br0" timeOffset="5288.44">5855 2495 1305 0,'-11'60'31'0,"-4"2"0"0,-3 4-10 16,0 0-7 0,1-2-8-16,2-5-5 0,6-16 1 15,3-8-2-15,5-12 2 16,2-6-2-16,3-8 2 15,1-5 0-15,1-5 6 16,-1-3 4-16,6-10 5 16,2-3 2-16,2-11-3 15,5-5-1-15,5-4-7 16,4-2-2-16,6 3-2 16,1 5-4-16,-3 9 2 15,-1 6 0-15,-8 12-2 16,-3 4 2-16,-4 12 0 15,-4 5-2-15,-5 11 0 16,-4 2 2-16,-1 1-1 16,1-3 3-16,1-4-2 15,4-4-2-15,4-7-9 0,5-4-28 16,7-8 23-16</inkml:trace>
  <inkml:trace contextRef="#ctx0" brushRef="#br0" timeOffset="5923.34">6437 2708 1423 0,'-14'-8'35'0,"-3"2"-22"16,1 5-3-16,-2 4 2 16,-1 4-1-16,-1 8 1 15,-1 4-2-15,-1 7-4 16,2 0-5-16,4-2 1 15,3-3-2-15,7-6 0 16,4-3 0-16,9-7-2 16,6-1 2-16,13-8 2 15,5-4 4-15,3-10 3 16,-2-2 6-16,-3-6 6 16,-3-1 0-16,-4 0 0 15,-3 1-3-15,-9 4-6 16,-3 4 3-16,-6 5-7 15,-1 5 7-15,0 8 0 16,0 0-3-16,-9 11-6 0,3 6 0 16,3 11-6-16,-1 2 3 15,4 5 3-15,4-1 0 16,4-6 6-16,3-1-3 16,5-10-3-16,4-4-3 15,10-9 0-15,5-6-3 0,7-11-30 16,2-6-12-16,3-11-44 15,-5-3 4-15,-2-9 55 16,-7-2 8-16,-7-3 15 16,-3 1 2-16,-9 0-2 15,-3 2 2-15,-8 4 2 16,-2 6 2-16,-4 14 4 16,-3 7 2-16,0 15 3 15,-2 9-1-15,-3 17 3 16,2 8-3-16,-2 14 22 15,2 3-2-15,0 9-6 16,4-1-6-16,3-1-12 16,1-4 0-16,5-14-3 15,1-6-6-15,0-15-21 16,0-8-30-16,-2-15-203 16,-1-5 185-16</inkml:trace>
  <inkml:trace contextRef="#ctx0" brushRef="#br0" timeOffset="6071.96">6798 2769 1305 0,'-2'-14'87'16,"2"0"68"-16,6 3 9 16,6-1-65-16,6 3-27 15,9-1-33-15,5 1-19 16,11-1-26-16,3 3-38 0,10-2-216 16,-1 1-138-16,-2 4 263 15</inkml:trace>
  <inkml:trace contextRef="#ctx0" brushRef="#br0" timeOffset="6804.59">4174 3185 1101 0,'109'-12'72'0,"14"2"91"0,9 0-153 16,21 2-7-16,8-3 1 16,13 0 2-16,4 0-4 15,3 1 4-15,-3 3-4 16,-8 1-2-16,-8 0 2 15,-14 3-2-15,-5-1 2 0,-27 1 0 16,-9 2-2-16,-17-1 0 16,-9 2-6-16,-7-1-10 15,-5-1-9-15,-19 1-29 16,-12-2-24-16,-14 1-140 16,-5-2 116-16</inkml:trace>
  <inkml:trace contextRef="#ctx0" brushRef="#br0" timeOffset="16089">2150 4914 964 0,'-18'34'114'16,"0"8"-19"-16,-6 15-8 16,-3 7-15-16,-3 13-37 15,0 5-14-15,6 1-17 16,8-3 0-16,11-16-8 0,7-6 2 16,15-14-11-16,0-5 3 15,12-12 4-15,4-3 4 16,6-12 8-16,4-5-2 15,4-10 4-15,1-7 3 16,11-10 1-16,1-7 3 0,9-11 3 16,4-5 1-16,-6-6 0 15,1-4-3-15,-14-7-2 16,-12-4-5-16,-10-2-3 16,-13-1 0-16,-19 5-2 15,-3 3-2-15,-23-3 0 16,-9 0-2-16,-15 2 0 15,-9 1 0-15,-13 11 2 16,-4 7-1-16,-7 11-1 16,-4 6 0-16,1 13 2 15,0 8 0-15,6 12-2 16,9 9 4-16,15 13-2 16,7 7-2-16,16 15 2 15,6 7-2-15,14 4 0 16,8 0 0-16,18-10 0 15,12-5 5-15,28-13 1 16,16-8-3-16,26-16 3 0,10-11-3 16,14-13 9-16,0-5 0 15,-6-6 9-15,-2-1-3 16,-26 3-3-16,-14 2 0 16,-27 7-15-16,-18 1-15 15,-26 9-98-15,-10 2 5 16,-27 12 60-16</inkml:trace>
  <inkml:trace contextRef="#ctx0" brushRef="#br0" timeOffset="19022.3">5490 4947 1349 0,'-15'-7'59'16,"-2"4"26"-16,-1 17-74 15,-1 8-3-15,-1 17-8 16,0 8 0-16,2 14 0 0,4 7 0 16,7 5 0-16,5-3-2 15,12-13-4-15,6-12 1 16,15-19-5-16,7-11 0 15,13-15 10-15,6-9 2 16,7-13 12-16,2-8 7 16,-3-12 0-16,-2-7 22 0,-10-10 2 15,-6-4-15-15,-17-9-48 16,-11-3-33-16,-23-8-21 16,-13 0 14-16,-18 6 8 15,-8 8 5-15,-11 17 41 16,-8 9 8-16,-11 16 10 15,-5 6 3-15,-3 13-9 16,6 7 0-16,18 10 7 16,8 9 2-16,22 13 7 15,7 7-1-15,11 10-8 16,7 4-5-16,14 2-6 16,9-2-2-16,16-6-2 15,9-5 0-15,12-14-2 16,8-7 2-16,11-13 2 15,5-4 2-15,2-6 6 16,-3-3-1-16,-12 1-5 0,-8 2-10 16,-20 0-104-16,-12 6 75 15</inkml:trace>
  <inkml:trace contextRef="#ctx0" brushRef="#br0" timeOffset="38121.9">2680 5594 937 0,'-25'18'78'0,"1"1"12"0,2 3-10 16,3 2 3-16,2 1-15 15,8 1-14-15,2-1-9 16,8-1-9-16,3-2-1 16,11-2 0-16,5-3 49 15,9-4 5-15,3-5 4 16,6-6-6-16,2-5-13 15,-1-5-14-15,-1-4-6 0,-4-6 0 16,-4 0 14-16,-10-4 25 16,-5 1-14-16,-13-2 28 15,-7 0 7-15,-12 0-38 16,-6 0-30-16,-10 4-25 16,-2 1-14-16,-8 7-9 15,-3 0-9-15,1 5-35 16,-1 3-46-1,11 3-112-15,6 4-103 0,12 5-233 16,10 3 439-16</inkml:trace>
  <inkml:trace contextRef="#ctx0" brushRef="#br0" timeOffset="41071.44">3369 5462 1276 0,'-12'0'60'0,"0"-1"2"16,-1 1-8-16,2 0-27 15,-2 3-13-15,-2 2-10 16,1 2 0-16,1 1-6 0,1 3 2 15,4 1 0-15,4 0-2 16,4 2 2-16,2 1-2 16,5-2 4-16,2 0 3 15,5-3 5-15,3-1 6 16,4-6 6-16,1-3 32 16,3-4-6-16,-1-6-19 15,-3-4-14-15,2 0-9 0,-9 0-3 16,0 1 3-16,-9 3 9 15,-5 2 9-15,-5 3 3 16,-7 1-6-16,-3 4-6 16,-2 0-6-16,-5 4-9 15,3 2 0-15,-1 0-3 16,2 1 0-16,2 2 3 16,2 1 0-16,4 1 6 15,0-1 3-15,5 1 12 16,2-2-3-16,3-1-3 15,4-2 9-15,1-3-6 16,1-2-1-16,1-3 4 16,-1-1-3-16,-2-3 3 15,0-1 9-15,-3-1 21 0,0 0 21 16,-2 2 26-16,-1-1-7 16,-1 2-28-16,0 0-5 15,0 2-27-15,3 3-13 16,0 0-16-16,-1 0 1 15,0 0-6-15,0 0 1 16,0 0-1-16,0 0 1 16,0 1 2-16,0-1-3 15,1 2 3-15,0 0-3 0,0 0-1 16,11 23 3-16,-1-26-3 16,2-3-1-16,1-2 5 15,-1 0-2-15,-3-1 2 16,0 0 5-16,-7 0-5 15,-1 0 0-15,-4 0-5 16,-6 2-6-16,-2 1-2 16,-4 2 2-16,0 3 3 15,0 1 5-15,1 4 3 16,1 0 0-16,4 2 0 16,1 1 0-16,3 1 3 15,1 1-3-15,4 0 0 16,3-1-3-16,4-3 1 15,1-3-1-15,3-2 1 0,2-3-1 16,0-4-2 0,1-2 2-16,0-4 1 0,-2-1 2 15,-2-1 5-15,-3 2-1 16,-4 2 6-16,-3 1-1 16,-5-1 5-16,-4 2-3 15,-4 2-6-15,-1 2-4 16,-3 4-6-16,-1 4 5 15,2 3-5-15,1 1 5 0,4 2 0 16,5 1 0-16,4 0-1 16,2-2-2-1,4-1 0-15,2-2 3 0,3-2 0 16,2-3 0-16,0-2 3 16,2-2 2-16,0-4 0 15,0-2 3-15,-1-2-3 16,-1 0-5-16,-3 1 3 15,-4 2-3-15,-4 1 2 16,-2 0 2-16,-5 3-4 16,-1-1 0-16,-2 3 0 15,1 0 0-15,0 0 0 16,1 0 1-16,3 0 1 16,1 0 0-16,4 1 1 15,0 0-4-15,0 0 1 16,0 0-2-16,0 0 2 0,0 0 2 15,0 1-2-15,0 0 4 16,1 0-2-16,1 0 2 16,0 0-4-16,26 5 1 15,-28-6-2-15,0-1 0 16,0 0 1-16,0 0 2 16,-2-26 3-16,2 27-1 0,-13-13 0 15,3 7-3-15,0 1-1 16,-1 1 0-16,-1 0 0 15,2 2 2-15,0 0-2 16,1 1 0-16,1 1 0 16,0 0-7-16,6 4-4 15,-2-2-7-15,4 4-3 16,4 1 0-16,1 0 6 16,4 0 5-16,3-2 2 15,2 0 5-15,5-5 3 16,1 1-4-16,0-1 4 15,0-1-2-15,-4 0 1 16,-4 0 1-16,-4 0-2 16,-8 1 2-16,0 0 3 15,0 0 3-15,0 1 2 16,-1 0 5-16,0 0-8 16,0 0 2-16,-26 27-4 0,19-22-1 15,0 0-2-15,-1-1 0 16,1 1-4-16,1 0 4 15,1 0 0-15,2 0 0 16,2-2 2-16,2 0-2 16,3 0 0-16,1-3-2 15,4-1-1-15,1-2-2 0,-2-2 5 16,3 0 1-16,-4 0 1 16,-1 0 2-16,-5 4 5 15,0 0 1-15,0 0 12 16,0 0 1-16,0 0 0 15,0 0-6-15,0 0-8 16,0 0-4-16,0 0-5 16,0 0 0-16,0 0 1 15,0-1 1-15,0 1 11 16,0 0 2-16,0 0 15 16,1 0-6-16,0 0-4 15,0 0-3-15,0 0-8 16,0 0-3-16,1 0-1 15,0 0-3-15,25 5-1 16,-27-5-1-16,1 0 0 0,-1 1 0 16,15 18 0-16,-12-1-1 15,-6 19-2-15,-6 15 1 16,-19 24 2-16,-14 10 0 16,-25 11-40-16,-13-2-138 15,-16-16 95-15</inkml:trace>
  <inkml:trace contextRef="#ctx0" brushRef="#br0" timeOffset="42320.68">4023 5200 1098 0,'-1'-9'38'0,"0"1"-3"31,1-2-15-31,0 2-13 0,0 0-7 0,0-1-17 16,0 1-3-16,-4 0 3 15,0 0 5-15,0 0 14 16,-3 0 14-16,1 1 15 15,-2 2 4-15,-4 0-2 16,-1 2-8-16,-5 3-14 16,-1 0-9-16,-3 8 10 15,1 3 9-15,0 9 26 16,3 7 9-16,4 10 8 16,-3 2-4-16,4 7 54 15,3 1-10-15,4 0-14 16,8-2 5-16,8-4 10 15,1-4 6-15,12-7-1 16,2-5-25-16,11-11-26 16,7-5-8-16,7-12-22 0,3-6-12 15,5-12-7-15,-4-6 1 16,-3-8 8-16,-6-5 3 16,-13-9 20-16,-2-6-4 15,-16-6-9-15,-7-6 1 16,-13-5-14-16,-7 0-7 15,-12-4-9-15,-5 1-7 16,-10 5-6-16,-6 6 0 16,-16 12 4-16,-6 6 3 0,-10 15 1 15,-1 9 2-15,0 19 0 16,4 7 2-16,7 18 3 16,6 7-1-16,16 12 1 15,10 4-1-15,14 4 3 16,12 1-2-16,21-1 3 15,11-3-2-15,24-7 3 16,11-6 2-16,20-8 0 16,8-4 2-16,15-8-4 15,7-5-2-15,-3-4-6 16,-2-3-7-16,-15-4-46 16,-9 0-107-16,-19 0-878 15,-16 2 856-15</inkml:trace>
  <inkml:trace contextRef="#ctx0" brushRef="#br0" timeOffset="43020.75">4263 5548 935 0,'0'0'66'0,"0"0"29"0,0 0-74 15,0 0 2-15,0 0-2 16,0 0-3-16,0 0-5 16,0 0-1-16,0 0-6 15,0 0 2-15,1 0-1 16,-1 0 1-16,1 0 8 15,0 0 5-15,0 0 14 16,0 0 7-16,0 0 7 16,0 0-1-16,-1 0-5 15,0 0-4-15,0 0 15 16,0 0 21-16,0 0-10 16,0 0-8-16,0 1-12 15,0 0-15-15,0 0 3 16,7 22 0-16,-3-9-7 15,-5 4 7-15,1 11-15 16,-3 3 0-16,-3 6-18 16,0 3 0-16,-2-5-66 0,-3-1-110 15,11-7 95-15</inkml:trace>
  <inkml:trace contextRef="#ctx0" brushRef="#br0" timeOffset="44537.8">4601 5522 1419 0,'-6'3'60'0,"1"2"80"16,1 1-86-16,-2 3-28 16,3-1-8-16,-1-1-12 15,2-2 0-15,2-5-6 16,0 0-3-16,0 0 0 16,1 0-6-16,20-4 6 15,-11-2 3-15,4-4 12 0,-2 1 3 16,-1-1 45-16,-3 0 12 15,-3 0 26-15,-3 0 4 16,-2 1-24-16,-2 1-16 16,-3 2-29-16,-2 2-6 15,-4 1-21-15,-2 3 0 16,0 3-3-16,-1 1 0 0,1 4-3 16,6 1-3-16,-1-1 3 15,4 3 0-15,3-3 3 16,1 0 0-16,6-3-3 15,1-2 0-15,6-3 3 16,0-3 0-16,4-4-3 16,0 0 3-16,1-4 6 15,-3 1-5-15,-5-1-1 16,-1 2-2-16,-6 3 0 16,-3 6-1-16,0 0 3 15,0-1-2-15,-1 1 4 16,-18 2 3-16,8 6-7 15,0 0 1-15,1 3-2 16,3 0 0-16,3 0 0 16,1-1 4-16,4 0-4 0,1-2 0 15,5-2-2-15,1-2 4 16,2-4 2-16,0-1 1 16,1-4 0-16,1-2-4 15,-1-2 3-15,-3 1-3 16,-5-1 1-16,-3 1-2 15,-3 3 16-15,-6 1 13 16,-5 2 16-16,-4 2 9 16,0 5-4-16,-1 0-5 0,1 2-7 15,3 0-21-15,-1 1-9 16,6-1-4-16,5-1-3 16,5-1 1-16,7 0-2 15,2-4 0-15,8-1-4 16,2-2 1-16,4-3 1 15,1-2 0-15,-3 0 2 16,-1 1 0-16,-7 1 0 16,-1 1 1-16,-5 1 1 15,-7 3 0-15,0 0 7 16,0 0-2-16,0-1-1 16,0 0 3-16,-1 0-5 15,-21-13-1-15,11 14-2 16,-1 0-3-16,2 0 1 15,-1 0 1-15,4 1 0 0,1-1 1 16,6 0-1-16,0 0-1 16,0 0 1-16,0 0 0 15,1 0-2-15,16 1 1 16,-5-2 1-16,-3-1-2 16,1 1 2-16,-2 1-1 15,-1 0 0-15,-1 3 0 0,-1 6 2 16,-2 4 4-1,0 11 4-15,-2 10 5 0,-8 14-2 16,-6 8-3-16,-14 14-5 16,-11 4-8-16,-16 6-62 15,-13-2-117-15,-11-5 83 16</inkml:trace>
  <inkml:trace contextRef="#ctx0" brushRef="#br0" timeOffset="45887.3">5829 5465 48 0,'-6'0'5'15,"0"0"11"-15,2 1 16 16,0 1-1-16,4-2 9 15,0 0 2-15,0 0 26 16,-1 0 14-16,1 0 20 16,0 0 43-16,0 0-35 15,0 0-21-15,0 0-7 16,0 0 6-16,0 0 28 16,1 0-4-16,16-12 2 15,-7 6-7-15,1-1-28 0,1 0 23 16,0 3-4-16,1 0-26 15,0 4-30-15,-2 2-18 16,2 5-9-16,-3 2-6 16,2 5-9-16,-1 2 6 15,-5 1-6-15,-1 1 3 16,-6 1 0-16,1 0-3 16,-8 3 0-16,-5-2 0 0,-9 1-3 15,-5 0 12-15,0-3 9 16,0 1 20-16,5-8 43 15,4-3 18-15,7-6 44 16,2-2-30-16,7-6-20 16,2-1-16-16,6-5-34 15,3-1-15-15,5 1-24 16,4 1-1-16,4 2-4 16,1 2-1-16,2 6-5 15,-1 4 1-15,1 7 6 16,1 4 0-16,-4 3 4 15,-1-4-4-15,-1-3-87 16,-1-4-66-16,7-8-353 16,5-2 231-16</inkml:trace>
  <inkml:trace contextRef="#ctx0" brushRef="#br0" timeOffset="48204.08">6422 5495 1222 0,'0'0'58'0,"0"1"42"16,-1 0-67-16,1-1 2 16,0 2 0-16,0 0-6 15,-6 29-6-15,6-31 10 16,0 1 6-16,1 0-3 16,0 0-1-16,-1-1-5 15,2 1 15-15,28 9 9 16,-24-15 9-16,1-1 14 15,-3-1-8-15,-3-1-6 0,-1-1-21 16,-4 0-21-16,-3 0-21 16,0 1 0-16,-3 5 0 15,1 2-3-15,-1 3 6 16,-3 2 0-16,4 2 3 16,-1 2 6-16,1 1-3 15,5-1 0-15,-2 3 11 16,4-2 7-16,3 1 18 15,-3-2-5-15,6-3-17 16,3 0-6-16,1-4-6 16,5-1 0-16,-2-5-8 15,1-1-1-15,-3-2 1 16,-3 1 1-16,1 1 5 16,-7 0 8-16,0 6 12 15,0 0 7-15,0 0-2 0,0 0-3 16,-1 0-16-16,-1 0-7 15,-25 5-5-15,26-5-3 16,0 1 3-16,1-1 3 16,-1 2-1-16,0 0-1 15,-15 25-4-15,16-27-2 16,1 0 0-16,0 0-2 16,0 0 4-16,1 0-3 0,30-5 3 15,-21-1 0-15,-3 0 2 16,-2 1-1-16,-4 1-2 15,-2 4-3-15,0 0 2 16,-1 0 1-16,0 0 1 16,-26 0 1-16,16 4-1 15,0 1 2-15,1 2 2 16,5-1-1-16,-3 0-3 16,5 1 0-16,0-2 0 15,3 1 2-15,3-3 0 16,7 1 0-16,2-4-4 15,-2 0 2 1,6-3-4-16,-5-2 2 0,0-1 2 16,1 1-1-16,-5-1 1 15,-2 2 1-15,-3 0 5 16,-2 0 2-16,-3 0 10 0,-2 0 3 16,-5 0-7-16,1 1-6 15,2 0-4-15,-3 0-4 16,10 3 2-16,0 0-2 15,-1 0 0-15,0 0 2 16,1 0-3-16,-1 0 1 16,0 0-1-16,1 0-4 15,0 0 3-15,0 1-2 0,8 13 2 16,-1-9 2-16,-1-1 0 16,0 0 1-16,-3 0-1 15,2 1 0-15,-1 0 0 16,-2-2 0-16,4 2 1 15,-1-2 1-15,-2 0 0 16,1 0 3-16,-3 2-2 16,0-1 2-16,-3 5 0 15,-1 4 2-15,-5 13-2 16,-1 9 0-16,-6 19-1 16,-2 11-3-16,-21 17-4 15,-16 2-20-15,-27 1-186 16,-8-4 129-16</inkml:trace>
  <inkml:trace contextRef="#ctx0" brushRef="#br0" timeOffset="48820.37">7026 5521 1336 0,'6'0'56'15,"3"-1"18"-15,0-1-59 0,5 0-9 16,0 0 0-16,9-1-2 16,-4 1-2-16,7-2 1 15,3 2-1-15,0-2-5 16,3 0-19-16,-2-2-239 16,-2 0 179-16</inkml:trace>
  <inkml:trace contextRef="#ctx0" brushRef="#br0" timeOffset="49004.2">7434 5499 1530 0,'0'0'101'15,"13"2"96"-15,4-3-194 0,3-1-6 16,3-2-33-16,2-1-33 15,0 0-98-15,0-1 67 16,-6 0-253-16,-2 1 203 16</inkml:trace>
  <inkml:trace contextRef="#ctx0" brushRef="#br0" timeOffset="49153.96">7791 5450 1759 0,'8'10'171'0,"2"-1"47"16,6-1-132-16,2-6-56 16,3-1-42-16,10-4-203 15,-1-4-263-15,5-1 385 16</inkml:trace>
  <inkml:trace contextRef="#ctx0" brushRef="#br0" timeOffset="49337.91">8266 5490 1452 0,'8'-1'68'0,"1"1"473"16,5-2-690-16,3 1-49 15,-1-1-21-15,0-1-84 16,0 0 189-16</inkml:trace>
  <inkml:trace contextRef="#ctx0" brushRef="#br0" timeOffset="49490.14">8494 5482 2291 0,'13'2'87'0,"5"-2"-83"15,3 0-134-15,9-9-620 16,6 1 626-16</inkml:trace>
  <inkml:trace contextRef="#ctx0" brushRef="#br0" timeOffset="49671.36">8845 5486 2471 0,'24'-1'51'16,"-3"0"-81"-16,3-2-66 15,0-1-179-15,0-2-266 16,6 1 413-16</inkml:trace>
  <inkml:trace contextRef="#ctx0" brushRef="#br0" timeOffset="49823.91">9279 5506 2767 0,'16'3'46'0,"4"-2"-63"16,4-1-61-16,6-2-178 15,5-2-647-15,-3-2 722 16</inkml:trace>
  <inkml:trace contextRef="#ctx0" brushRef="#br0" timeOffset="51020.88">9975 5461 1179 0,'0'-5'110'0,"-2"1"129"15,0 1-86-15,-6 2-57 0,-2 1-3 16,0 3-36-16,-2 2-25 16,0 1-23-16,1 2-9 15,1 0 0-15,2-2 9 16,4 1 12-16,3-1 6 15,4 0 12-15,3-3 3 16,6-2-9-16,3-2 0 0,6-2-7 16,-1-3-2-16,0-3-9 15,-5-1 3-15,-7 1 9 16,1 0 9-16,-9 1 12 16,-1 1 2-16,-10 0 5 15,-5 2-10-15,-4 5-18 16,-1-1-4-16,-2 3-17 15,1 4 5-15,1 0-11 16,1 2-2-16,7 2 2 16,2-2 0-16,8 2 0 15,3-2-2-15,9-1-1 16,2 0-1-16,7-1 8 16,2-2 7-16,6-1 3 15,1-1 1-15,-4-1 1 16,-2-1-6-16,-6-1-5 15,-5 0 1-15,-2 0-4 16,0 1-2-16,-8 0 0 0,1 3-1 16,-4 2 0-16,-8 2 2 15,-3 3-1-15,1-1 1 16,-2 1 0-16,-2-2-1 16,5-2-1-16,-1-1-1 15,4-4-2-15,3-1 3 16,1-1-1-16,4-2-6 0,3-2-2 15,4-2-2-15,0-3 3 16,1 0 4-16,-1 0 1 16,-4 0 3-16,-1 1 2 15,-4 1 4-15,-3 0 4 16,-2 1-5-16,-5 1 5 16,-1 0-4-16,-1 1 6 15,1 1-1-15,1-1 0 16,3 1-1-16,4 1 8 15,6 3 2-15,0 0 1 16,0 0 1-16,0 0-11 16,0 0-4-16,12-1-4 15,0 2 1-15,6 4 0 16,2 0 0-16,0 2 0 16,0 3-2-16,-5 8 0 0,-4 6 0 15,-7 13 0-15,-7 7 3 16,-14 11-2-16,-10 7-2 15,-15 6-12-15,-9 3-18 16,-21-1-38-16,-6-4-48 16,-23-9-79-16,-7-5-140 15,-8-14 198-15</inkml:trace>
  <inkml:trace contextRef="#ctx0" brushRef="#br0" timeOffset="52390.82">10671 4898 1894 0,'-30'-26'38'0,"-3"10"-106"0,-2 6-13 15,-3 15 48-15,-2 9 33 16,-1 18 6-16,-1 9 3 15,2 13-6-15,1 6 0 16,7 7 3-16,1 2 9 16,14-1 27-16,9-3 9 15,19-9 47-15,12-5 22 16,19-11 20-16,8-5-17 0,21-13-18 16,9-6-10-16,17-11-16 15,7-6-37-15,9-12-25 16,-3-7-6-16,-6-11-11 15,-5-4-1-15,-20-8-7 16,-8-5-4-16,-25-8-8 16,-13-2-8-16,-22-5-25 15,-11-1 0-15,-25-1 0 16,-13-4 3-16,-26-5-2 16,-12 0 0-16,-22 1-8 15,-8 5 3-15,-13 11 33 16,-5 8 13-16,1 16 40 15,6 7 37-15,9 15 34 16,12 8 11-16,19 16 18 16,12 7-42-16,22 12-23 15,13 6-10-15,25 7-20 0,13 2-7 16,28 2-14-16,14-1-3 16,27-6-3-16,13-4-2 15,26-7 0-15,8-5-2 16,14-6 0-16,6-2-2 15,-5-6-2-15,-8-1-9 16,-12-4-41-16,-16-1-38 16,-25-4-144-16,-16-1-221 0,-25 2 176 15</inkml:trace>
  <inkml:trace contextRef="#ctx0" brushRef="#br0" timeOffset="52954.18">11281 5446 641 0,'0'3'21'0,"1"1"-17"0,0 1-8 15,-1-1-78-15,0-4 57 16</inkml:trace>
  <inkml:trace contextRef="#ctx0" brushRef="#br0" timeOffset="53737.54">11319 5474 1297 0,'1'0'45'15,"0"0"21"-15,0 1-57 16,0 0-1-16,18 27-8 15,-19-15-4-15,-6 5-2 16,0 1 0-16,-5 0 6 16,0-1 4-16,-1-2 8 15,1-2 11-15,1-5 28 16,1-2 48-16,3-5 125 16,6-2 33-16,0 0-9 15,-1-1-86-15,-4-19-50 16,10 3-50-16,8-7-46 15,3-3-11-15,7 0-6 16,4-1 0-16,2 6 0 0,2 3-2 16,-8 8 1-16,-1 4 2 15,-10 7 0-15,-4 4 2 16,-6 9 12-16,-5 3-4 16,-4 6 4-16,-3 1-4 15,0 0-6-15,4 0 1 16,5-5-8-16,7-3-11 0,11-8-132 15,5-4-132-15,22-11 72 16</inkml:trace>
  <inkml:trace contextRef="#ctx0" brushRef="#br0" timeOffset="54923.71">2912 6338 1328 0,'115'9'89'0,"10"0"178"16,13-1-159-16,19-4-27 15,11 0-16-15,14-4-53 16,6 1-6-16,8 1 0 15,3 1-6-15,-2 1 3 16,-5 1-3-16,-11 1 0 16,-7 1 0-16,-19 0-12 15,-12 0-6-15,-16-1-80 16,-12-1-69-16,-15 0-289 16,-7 0 320-16</inkml:trace>
  <inkml:trace contextRef="#ctx0" brushRef="#br0" timeOffset="58870.24">12006 5017 1456 0,'0'-1'58'16,"14"-13"181"-16,3 6-254 16,4 2 0-16,4-2 15 15,1 0 0-15,6 0 3 16,1-2-3-16,1 3-24 15,-3 0-50-15,-5 2-106 0,-7-2-116 16,-3 0 161 0</inkml:trace>
  <inkml:trace contextRef="#ctx0" brushRef="#br0" timeOffset="59470.57">12620 4787 912 0,'0'17'43'0,"0"10"53"0,1 8-30 15,3 18 2-15,-2 7-6 16,-3 8-41-16,-3 1-15 15,-4-1-16-15,-1-5-9 16,0-13-8-16,1-8 1 16,0-18 13-16,2-7 11 15,2-9 35-15,-3-5 21 16,5-8 28-16,-1-7 1 0,1-16-17 16,1-9-18-16,2-18 7 15,2-7-1 1,4-16-28-16,5-11-5 15,7-9-18-15,4-3-9 0,9 14-9 16,3 13-2-16,6 29 8 16,-2 14 6-16,-4 20 3 15,-8 12 0-15,-10 17 0 16,-6 12 0-16,-19 20 0 16,-7 7 3-16,-20 14-3 15,-7 3-6-15,-9-4-66 16,0-5 1-16,3-16-115 15,6-13 115-15</inkml:trace>
  <inkml:trace contextRef="#ctx0" brushRef="#br0" timeOffset="60270.78">12934 5106 1349 0,'-19'-3'49'15,"0"0"50"-15,-1-1-101 16,5-1 2-16,-4 2 7 15,0 1 3-15,2 3 4 16,-3 3-3-16,3 6 5 16,0 3 5-16,0 6-12 15,-2 5-9-15,3 3 0 16,0 1 3-16,6-4 0 16,5-2-3-16,7-7 0 15,7-5-6-15,8-9 3 16,6-4 3-16,4-9-3 15,2-5 3-15,2-5 3 16,-3 0-3-16,-5-2 0 0,-5 0 0 16,-6 2 3-16,-2-1 3 15,-4 4 0-15,0 2-3 16,-2 6-3-16,1 3 0 16,-3 9-3-16,4 5 6 15,-4 14 6-15,-2 5 6 16,0 10-3-16,-2 3-3 0,-4-1-6 15,3-4-9-15,-1-8-27 16,-3-8-9-16,8-10 10 16,-1-6 5-16,6-12-23 15,6-5-18-15,1-9-31 16,5-3 2-16,-1-1 47 16,0 2 33-16,0 4 67 15,-2 4 22-15,-5 6 11 16,-2 4-4-16,-4 5-18 15,-2 4-15-15,-2 8-21 16,0 3 2-16,-3 8-15 16,1 1-3-16,2 0-6 15,-1-2 0-15,2-4 0 16,-1-3 0-16,0-6 0 16,0-5-3-16,0 0 9 15,0 0 18-15,0 0 38 16,1-10 19-16,1-3 21 0,1-4-13 15,5-6-41-15,3-5-12 16,9-4-78-16,6-3-57 16,5 2-128-16,0 2-43 15,0 11 194-15</inkml:trace>
  <inkml:trace contextRef="#ctx0" brushRef="#br0" timeOffset="61472.75">13304 5082 1142 0,'-10'4'49'0,"1"2"26"15,-4 2-54-15,1-1-5 16,0 0-3-16,-2-1-3 16,1-3-8-16,1-2-2 15,2-1 0-15,0 0 0 16,3 1 2-16,1 3 12 15,2 4 9-15,-1 8 18 16,0 4 3-16,2 4-5 16,1 0-6-16,6-3-14 15,4-2 0-15,6-10-1 0,3-5-15 16,5-12-3-16,5-6-15 16,5-10-39-16,3-4-2 15,-3-2 0-15,-5 2 5 16,-8 5 42-16,-7 5 20 15,-6 6 30-15,-4 5 13 16,-2 7 4-16,0 0 7 16,-13 6 1-16,5 4-30 0,-2 5-25 15,0 1-5-15,0 3-3 16,3 0-3-16,4-2 0 16,1-4 0-16,1-5-6 15,1-8-3-15,0 0 6 16,0 0-5-16,0 0-10 15,4-8-9-15,7-6-18 16,3-4 7-16,5-3 27 16,1-1 1-16,0 2 12 15,-1 3 6-15,-3 6 1 16,-3 3 1-16,-5 7 8 16,-2 3 0-16,-6 7-6 15,-2 5 3-15,-1 8 3 16,-3 3-3-16,3 3 6 15,1-2 2-15,2-2-2 0,2-5-3 16,1-7-6-16,0-4-6 16,-3-8-6-16,1 0 3 15,9-14 0-15,-4-3-3 16,1-8 6-16,-2-1 0 16,4 4 18-16,1 0 15 15,3 6 6-15,0 1 3 16,1 5-25-16,0 2-23 15,-4 7-6-15,0 2-11 0,-4 9-1 16,-2 4 12-16,-4 7 0 16,1 3 6-16,-4 0 0 15,1-2 3-15,2-6 0 16,-1-6-6-16,1-10-15 16,0 0 3-16,15-8-3 15,-3-4 0-15,3-5 6 16,-1-2 6-16,-1 1 0 15,0 2 6-15,-3 6 0 16,-1 4 0-16,-4 6 9 16,-2 1 0-16,0 4-3 15,-2 3 12-15,2 2-12 16,0 0-3-16,3-1-3 16,1-3-3-16,3-5-12 15,-1-3 3-15,3-6-6 0,0-2 15 16,0-1 0-1,0-1 6-15,-2 2 12 0,-2 1 3 16,-1 3 39-16,0 0-1 16,1 1-11-16,0-2 0 15,3 0-42-15,-3-1-6 16,1 1-9-16,-4-1-3 16,-5 2-15-16,0 0-9 15,-7 3 1-15,-3 3 5 0,-6 4 15 16,-5 4 15-16,1 4 15 15,1 3 21-15,5 1 20 16,4 2 16-16,6-1-12 16,2-1-15-16,6-3-21 15,3-1-15-15,8-7-9 16,4-3 0-16,9-8-33 16,5-4-48-16,2-6-116 15,-2-4-87-15,1-3-124 16,-6-1 229-16</inkml:trace>
  <inkml:trace contextRef="#ctx0" brushRef="#br0" timeOffset="61640.51">14108 4842 750 0,'6'-42'126'16,"1"2"99"-16,0 9-89 16,-1 7-2-16,-3 19-28 0,1 10 3 15,-4 27 28-15,-2 13-32 16,-3 25-12-16,-2 6-10 15,-3 7-50-15,2 0-21 16,3-11-75-16,3-4-53 16,2-15-117-16,0-10 29 15,0-20 138-15</inkml:trace>
  <inkml:trace contextRef="#ctx0" brushRef="#br0" timeOffset="62387.67">13941 5193 1462 0,'-11'4'79'0,"6"-3"250"16,4 1-296-16,13-5-66 15,7-3-45-15,12-9-68 16,6-3 22-16,6-2 64 16,4 2 15-16,-4 5 34 15,-3 4-1-15,-9 6-13 16,-7 3-16-16,-11 6-19 15,-6 2 4-15,-6 2 21 16,-3-2 19-16,0-2 38 0,1-1 11 16,-1-3 15-16,2-2 4 15,0 0-3-15,0 1-8 16,0 0-8-16,0 0-2 16,0 0-14-16,14 22 2 15,0-20-9-15,-2-3-4 16,4-6-2-16,-1-3-4 15,1-5 2-15,4 0 2 16,-3-4-3-16,-4 1 1 0,-7-1-2 16,-6 0 0-16,-6 5-2 15,-6 1 2-15,-7 7 2 16,-5 5 4-16,-8 9 15 16,1 5 27-16,0 9 23 15,7 5 7-15,7 5 3 16,5 2-24-16,10-4-22 15,2-4-8-15,12-9-27 16,2-7-9-16,10-10-32 16,1-4-31-16,4-14-90 15,-2-1-3-15,1-4 63 16,-2-1 12-16,-5 5 52 16,1 1 30-16,-8 6 41 15,-4 3 13-15,-4 2 9 0,-2 1 1 16,-3 1-4-16,1 0 8 15,-2 4 15-15,0 0-19 16,0 0-17-16,3 7-6 16,0 6-9-16,1 3-3 15,-1 2-6-15,0 0-6 16,-3-4-6-16,-1-3 9 16,0-6-3-16,1-5 3 15,0 0 15-15,-3-7-1 0,8-9-11 16,3-4-3-16,5-6-30 15,4-2-20-15,6 2-49 16,1 2-48-16,3 3-155 16,-5 5 212-16</inkml:trace>
  <inkml:trace contextRef="#ctx0" brushRef="#br0" timeOffset="62720.98">14744 5031 1631 0,'-9'-1'173'0,"3"2"93"16,-5 4-254-16,1 3-45 0,-6 3-3 16,-12 2 6-16,3 1-12 15,-7 2 4-15,5 0 11 16,5 1 21-16,4-2 6 15,8-2 0-15,5-1 6 16,8-4 3-16,5-2 3 16,11 0 9-16,5-4-12 0,7-1 5 15,1 0-8-15,-7 0 0 16,-8 2-6-16,-17 6 0 16,-13 4-9-16,-34 9-74 15,-12 4-70-15,-16 5-239 16,-1 0 282-16</inkml:trace>
  <inkml:trace contextRef="#ctx0" brushRef="#br0" timeOffset="63103.83">12900 5593 1477 0,'53'1'43'0,"17"-2"-4"16,13-5-15-16,29-6 0 15,12-2 0-15,22-6 9 16,7-1-13-16,7-2 4 16,-1-1-6-16,-1 1-12 15,-9 0-6-15,-17 3-57 16,-3 1-73-16,-30 1-83 15,-10 5 134-15</inkml:trace>
  <inkml:trace contextRef="#ctx0" brushRef="#br0" timeOffset="63587.23">15559 4454 1328 0,'-59'98'47'16,"3"9"11"-16,-2 23-52 15,-6 7-3-15,-9 5-1 16,-13 1 0-16,1-9-2 16,4-6-2-16,13-21-19 0,15-16-29 15,18-23-101-15,9-16-122 16,16-25 124-16</inkml:trace>
  <inkml:trace contextRef="#ctx0" brushRef="#br0" timeOffset="64854.39">15663 4799 1577 0,'6'20'128'0,"3"8"46"0,1 21-168 16,-3 6 0-16,-3 9-3 16,-2 1-9-16,-3-4-57 15,0-3-33-15,-2-12-68 16,-1-11 80-16,3-15 24 15,3-9 8-15,5-16 25 16,3-8 3-16,5-14 7 16,0-6 7-16,2-6 14 15,1 0 12-15,-6 2 3 16,0 1 4-16,-4 4-3 16,-4 3-5-16,2 13-3 15,-1 6-6-15,4 16 9 16,-2 11 3-16,-3 14 1 0,0 7 6 15,2 6-13-15,1-3-3 16,6-9-7 0,0-6 0-16,4-18-9 0,1-8-7 15,5-16-13-15,2-8 0 16,0-8 5-16,1-1 11 16,-4-1 20-16,-5 2 11 15,-4 7 3-15,-1 3-2 16,-6 7-7-16,-3 4-8 0,0 6-24 15,-3 5-18-15,0 0-7 16,-1 0 0-16,0 1 20 16,0 0 17-16,0 0-5 15,-12 31-15-15,13-32-109 16,15 9-112-16,-5-4-67 16,2 2 78-16,0 4 163 15,-4 0 91-15,1 0 81 16,0-1 36-16,-3-1 52 15,-3-2-10-15,3-4-29 16,0-3-42-16,2-4-27 16,4-4-9-16,3-4-20 15,1-2-9-15,5-4-14 16,1 2-7-16,-5-1-7 16,-2 1-3-16,-5 0-1 0,-4 1 5 15,-7 0 9-15,-4 4 1 16,-7 4 18-16,-4 4 9 15,-4 11-18-15,-1 5 2 16,-4 11 10-16,1 8 24 16,4 6 30-16,3 4 2 15,9-1-26-15,2-3-24 0,11-12-48 16,4-4-12-16,17-15-57 16,7-7-30-16,11-11-92 15,4-6-18-15,0-3 126 16,-4 1 28-16,-8 2 40 15,-5 4 14-15,-11 4 8 16,-1 4 1-16,-10 3 12 16,-2 2 5-16,-3 1 6 15,-2 5 38-15,1 3 2 16,1 5-5-16,2 3-36 16,1 1-12-16,0-1-21 15,-1-3-15-15,-4-7-54 16,-2-7-44-16,0 0-21 15,-6-3-28-15,-2-11 90 16</inkml:trace>
  <inkml:trace contextRef="#ctx0" brushRef="#br0" timeOffset="64959.16">16447 5001 1289 0,'5'-23'80'0,"2"2"53"16,4 7-76-16,4 5 33 15,3 0-72-15,1 1-90 16,11-4 36-16</inkml:trace>
  <inkml:trace contextRef="#ctx0" brushRef="#br0" timeOffset="65390.31">16728 5060 2414 0,'-17'4'82'0,"2"1"-33"15,2 0-46-15,2 2-34 16,2 0-26-16,-1 1-25 16,2 1-20-16,4 0-8 15,2-2 20-15,6 0 27 16,4-2 3-16,5-5 4 16,1-3 8-16,4-6 9 15,1-1 15-15,0-4 21 16,0 0 21-16,-3 1 51 15,-1 1 11-15,-5 2-2 0,0 1-18 16,-5 4-51-16,-5 5-18 16,0 0 0-16,6 5 0 15,-8 15 12-15,1 7 9 16,-2 16-6-16,0 8-3 16,-3 10-6-16,1 0 0 15,-4-5-18-15,1-5-24 16,-4-13-30-16,-3-7-2 15,-5-9 17-15,-2-6 27 0,1-8 39 16,0-5 3-16,5-10-60 16,3-9-86-16,8-18 80 15</inkml:trace>
  <inkml:trace contextRef="#ctx0" brushRef="#br0" timeOffset="65754.27">16931 4630 1247 0,'21'-2'64'0,"-2"2"29"16,0 11-24-16,-2 12-24 15,-1 11-7-15,-4 22 1 16,-2 10-12-16,-10 13-9 0,-5 3 0 16,-6-10-12-1,-2-8-6-15,1-19-21 0,3-12 0 16,-1-18 6-16,2-8-3 15,2-13-9-15,-1-8 8 16,7-11 6-16,4-5 1 16,7-2 14-16,6 0 4 15,3 3 5-15,5 1 14 16,0 3 17-16,3 5-12 0,-3 9-9 16,-2 7-12-16,-7 12-21 15,-2 6 6-15,-5 12 3 16,-1 2 3-16,4 0 9 15,-4-1-45-15,7-11-112 16,3-8-226-16,9-9 197 16</inkml:trace>
  <inkml:trace contextRef="#ctx0" brushRef="#br0" timeOffset="65940.89">17427 4632 1873 0,'-11'62'137'0,"1"4"-38"15,-2 5-42-15,4-5-51 0,1-8-12 16,1-14-99-16,0-7-74 16,-1-15-177-1,0-9-49-15,1-10 230 0</inkml:trace>
  <inkml:trace contextRef="#ctx0" brushRef="#br0" timeOffset="66094.89">17234 4957 2300 0,'0'0'82'0,"0"0"-44"16,7-3-35-16,13-10-48 16,9-2-81-16,14-8-199 15,9 2-84-15,3 3-27 16,3 3 225-16</inkml:trace>
  <inkml:trace contextRef="#ctx0" brushRef="#br0" timeOffset="66737.77">17865 4838 1846 0,'-17'12'113'0,"3"0"-35"16,4 2-72-16,6 0-3 15,4-2-3-15,10-1-3 16,1 0-9-16,9 0-9 15,3-1-6-15,-1 1-6 16,1 2 1-16,-9 3-4 16,-5 1 0-16,-9 1 12 15,-7 1 3-15,-9 0 21 16,-6-1 18-16,-6-5 9 16,0-1 9-16,0-9 0 15,4-4-7-15,7-7-20 0,2-5-21 16,8-9-59-16,5-4-34 15,9-8-71-15,6-5 71 16,10-9 27-16,3-3 18 16,8-6 31-16,1 2 22 15,0 5 47-15,-2 8 20 16,-10 19 26-16,-2 9 58 16,-14 17 68-16,-4 13-30 0,-8 26-62 15,-6 16-37-15,-9 27-71 16,-3 6-36-16,-3 3-239 15,-4-3 180-15</inkml:trace>
  <inkml:trace contextRef="#ctx0" brushRef="#br0" timeOffset="67404.38">18362 4788 1388 0,'2'27'76'0,"-2"6"216"15,-3 12-274-15,-1 2-9 16,-3-3-9-16,-1-4-30 16,0-9-86-16,1-6 1 0,2-12 49 15,5-12 8-15,0-1 33 16,-3-4 9-16,5-13 16 16,2-6 14-16,3-8 40 15,0-5 18-15,6-11 92 16,5-4 51-16,7-8-72 15,7-4-47-15,14 5-78 16,9 3-18-16,8 14-30 16,0 10-9-16,-3 17-3 15,-8 9-6-15,-15 15-47 16,-9 6-10-16,-20 8-2 16,-11 6 2-16,-19 4 80 15,-7 0 20-15,-10 0 8 16,1-3 21-16,4-7 84 15,4-4 23-15,10-8 12 0,2-3-26 16,12-7-72-16,6-2-24 16,0 0-24-16,9 7-3 15,5-4 3-15,8 0-3 16,7 0-33-16,4 0-15 16,4 4-32-16,-5 2 5 15,-9 8 21-15,-9 6 24 16,-23 7 36-16,-15 2 15 15,-19 4 24-15,-9-2 6 0,-11-3-9 16,3-2-12-16,4-11-21 16,6-7-33-16,15-15-188 15,7-8-130-15,17-12 236 16</inkml:trace>
  <inkml:trace contextRef="#ctx0" brushRef="#br0" timeOffset="67571.08">18795 4800 1396 0,'28'14'43'0,"-7"10"-14"15,-2 7-6-15,-9 8-4 16,-2 2-1-16,-4 0-11 16,-1-6-7-16,1-10-54 15,-1-6-70-15,-3-19 68 0</inkml:trace>
  <inkml:trace contextRef="#ctx0" brushRef="#br0" timeOffset="67706.55">18859 4782 1495 0,'15'-35'35'16,"4"5"-32"-16,4 4-10 15,10 12-61-15,-2 4-190 0,5 16 163 16</inkml:trace>
  <inkml:trace contextRef="#ctx0" brushRef="#br0" timeOffset="68086.89">19159 4843 1504 0,'-22'3'52'0,"0"2"44"15,-1 3-61-15,3 4-23 16,0 3-6-16,5 3-3 16,7 1 0-16,3-4-15 15,7-1-14-15,6-6-19 0,2-3-12 16,11-6 19-16,0-5 15 16,7-7 8-16,1-3 7 15,0 0 16-15,-5 0 9 16,-5 3 27-16,-3 1 61 15,-7 5 8-15,1 3-5 16,-6 4-22-16,0 4-17 16,-2 8-30-16,-2 6-12 0,1 8-21 15,0 1-6-15,1-1-27 16,1-4-42-16,3-8-107 16,1-4-75-16,3-10 14 15,1-3-159-15,2-9 198 16</inkml:trace>
  <inkml:trace contextRef="#ctx0" brushRef="#br0" timeOffset="68404.33">19626 4657 1297 0,'-11'15'60'0,"-4"3"20"16,-2 1-28-16,-3 4-6 0,-1 1 44 16,1 2 32-16,2-4-11 15,8-4-39-15,2-3-13 16,10-7-68-16,5-4-18 16,9-4-20-16,5-2-1 15,2 0 18-15,1 2 18 16,-6 4 21-16,-6 5 12 0,-11 5 3 15,-8 4 0-15,-14 4-6 16,-9 1-9-16,-7-2-3 16,-2-4-39-16,6-9-132 15,7-6-93-15,8-12 191 16</inkml:trace>
  <inkml:trace contextRef="#ctx0" brushRef="#br0" timeOffset="69037.88">19612 4846 1702 0,'18'2'117'0,"6"0"-42"15,7-2-22-15,7-3-17 16,4-2-18-16,7-3-21 16,0 0-12-16,-4-3-36 0,-5 1-26 15,-17-2-67-15,-8 1-17 16,-15-2 94-1,-7 0 17-15,-9 3 50 0,-5 0 21 16,0 4 35-16,-4 2 38 16,3 5 40-16,-1 5 1 15,-2 8-7-15,1 6 1 16,-2 9-19-16,3 4-26 16,2 3-55-16,4-4-13 0,11-6-16 15,5-4-12 1,14-9-16-16,3-6-40 0,16-11-120 15,7-7-42-15,8-8-91 16,7-1 176-16,-5 3 53 16,-4 0 27-16,-11 5 68 15,-6-1 15-15,-7 1 1 16,-6-1-3-16,-7-2-5 16,-1-3 5-16,-4-2 25 15,-1 2 13-15,-2 3 14 16,-1 4 1-16,-9 7 51 15,-5 4-13-15,-2 8-23 16,-2 3 2-16,2 4 10 16,1 0 12-16,6 1 8 15,5 0-22-15,10-1-47 16,5-1-9-16,10-2-27 0,3-2 1 16,4-1-6-16,3 0 6 15,-4-1 3-15,0 2-2 16,-8 1-2-16,-10 0-14 15,-13 2-2-15,-12 3 0 16,-17 0-1-16,-7 0-4 16,-13-4-74-16,-1-2-77 0,-3-6-218 15,4-2-42-15,11-3 320 16</inkml:trace>
  <inkml:trace contextRef="#ctx0" brushRef="#br0" timeOffset="69438.02">18266 5283 1440 0,'-61'7'45'0,"9"-1"3"16,30-3-44-16,16-2 2 15,27-2-6-15,15-2 2 16,28-5 12-16,15-2 4 15,27-2 24-15,12-3 0 16,22-1-4-16,9 0-11 0,5 0 0 16,-1-1 3-16,-2 4-3 15,-10 0 3-15,-15 4-18 16,-12 1-6-16,-29 2-96 16,-13 0-152-16,-26 1 197 15</inkml:trace>
  <inkml:trace contextRef="#ctx0" brushRef="#br0" timeOffset="70737.78">20931 4255 682 0,'8'-23'112'16,"-1"0"157"-16,0 6-180 15,-2 5 13-15,-5 12-14 0,0 0-15 16,-4 26-22-16,-8 18-7 15,-13 41 29-15,-5 17 49 16,-19 23-50-16,-6 1-27 16,-7-7-48-16,-1-6-15 15,5-11-6-15,5-5-3 16,3-6 0-16,4-3-9 16,4-6 4-16,2-3-1 0,6-7 9 15,1-6 9-15,8-7 12 16,2-9-18-16,6-17-32 15,4-11-49-15,15-24 55 16</inkml:trace>
  <inkml:trace contextRef="#ctx0" brushRef="#br0" timeOffset="72704.14">21383 4427 1535 0,'-32'32'96'0,"-3"13"-31"16,1 15-44-16,-4 16-12 15,2 8-6-15,-2 8-3 16,-2-5 3-16,11-15-15 16,5-10-27-16,18-23-68 15,9-13 28-15,17-18 7 16,7-9 4-16,11-14 26 16,3-7 18-16,-3-6 53 15,-3 2 33-15,-7-1 35 16,-4 2 51-16,-3 2 19 15,-2 0-53-15,-5 6-73 16,-1 4-20-16,-4 8-21 0,-1 4-6 16,-3 8 0-16,-2 3 3 15,-2 5-3-15,0 1 6 16,-1-1-6-16,2-3-3 16,1-4 1-16,3-3-4 15,4-4 3-15,2-1 9 16,8-4 3-16,2-3 6 15,3-1 6-15,0-1-10 16,-4 1 4-16,-1 0 0 0,-7-2-9 16,-1 1 3-16,-5 0-6 15,-3 0-9-15,-1 1-2 16,0-2-19-16,-5-1-15 16,-5 0 0-16,-4-2-3 15,-2 0 6-15,-6 5 30 16,2 3 21-16,-8 5 42 15,-2 2 12-15,0 9 27 16,0 6 5-16,5 8-5 16,3 6 0-16,8 4-31 15,5 0-11-15,11-4-24 16,6-3-15-16,14-8-21 16,8-6-33-16,8-13-173 15,1-8-294-15,7-16 418 0</inkml:trace>
  <inkml:trace contextRef="#ctx0" brushRef="#br0" timeOffset="73172.38">21780 4950 1382 0,'0'0'35'0,"0"0"-23"16,0 0-10-16,1 0 0 15,19 3 0-15,-8-5-2 16,3-3 0-16,2-5-2 15,4-1 0-15,3-5-2 16,-2-3-2-16,0 1 0 16,-8 0-1-16,-3 3 7 0,-9-1 1 15,-8 3 9 1,-5 1 13-16,-12 3 14 0,-2 2 0 16,-4 7 18-1,-4 4 26-15,-2 11-13 0,1 4 1 16,5 12-3-16,1 2-9 15,12 6-22-15,7-2-14 16,11-6-21-16,9-6 0 16,11-8-15-16,7-3-8 15,11-11-28-15,8-4-18 0,9-11-104 16,4-5-6-16,-1-6 127 16</inkml:trace>
  <inkml:trace contextRef="#ctx0" brushRef="#br0" timeOffset="73387.14">22304 4409 1822 0,'-12'76'158'0,"-1"3"-26"16,-1 8-37-16,-2-3-50 15,2-2-21-15,-1-13-66 16,4-7-101-16,-1-19-488 0,-1-10 517 16</inkml:trace>
  <inkml:trace contextRef="#ctx0" brushRef="#br0" timeOffset="73536.67">22088 4947 2181 0,'3'-7'172'0,"0"-2"63"0,12-3-242 16,5-4-40-16,11-4-102 16,6-5-103-16,1 1-238 15,-2 1 148-15,-4 4 232 16</inkml:trace>
  <inkml:trace contextRef="#ctx0" brushRef="#br0" timeOffset="73754.1">22447 4653 912 0,'7'-26'114'0,"0"1"35"16,0 0-46-16,-1 2-41 16,-2 2-16-16,-3 1-15 15,-1 3-8-15,-3 5-5 16,-1 3-3-16,4 9 9 16,0 0-1-16,-7 11 16 15,3 13 57-15,-3 18 23 16,-2 11 1-16,2 13-25 15,-1 1-17-15,3-3-57 0,1-3-24 16,3-16-138-16,-1-7-77 16,-1-17 120-16</inkml:trace>
  <inkml:trace contextRef="#ctx0" brushRef="#br0" timeOffset="74120.6">22321 4877 1714 0,'0'0'272'0,"0"0"100"15,0 0-238-15,0-1-79 16,15-12-33-16,6 5-51 16,5-2-75-16,10-3-172 15,1 1-146-15,-3 5 134 16,0 3 154-16,-6 7 80 16,-7 3 41-16,-6 4 44 15,-6 2 11-15,-6 5 28 16,2 2 17-16,0 5 47 15,0 0 99-15,2 0-69 16,-3-4-47-16,1-6-72 16,-1-4-33-16,-4-10-99 15,0 0-66-15,-11-10-98 16,1-5 55-16,3-5 128 0,1-4 37 16,-3-2 70-16,7-3 21 15,2-3 50-15,3-2 54 16,23-7-74-16,2-2-57 15,16 4-153-15,3 2-98 16,-4 17-155-16,-2 7 227 16</inkml:trace>
  <inkml:trace contextRef="#ctx0" brushRef="#br0" timeOffset="74711.45">22929 4788 2037 0,'0'0'81'0,"0"0"-48"16,-12-13-9-16,3 1-24 15,1-1 0-15,-3 1-6 16,1 2-3-16,-2 5 6 16,-2 3 3-16,-1 5 0 15,0 3 0-15,0 5 0 16,1 2 6-16,4 5 9 15,4 2-7-15,5 3 13 16,2 1 0-16,4-1-6 16,1 0 3-16,4-2-12 0,1-4 0 15,7-6-6-15,2-5-9 16,5-12-27-16,3-5-26 16,6-8-22-16,-2-2 12 15,-6-1 24-15,-2 1 39 16,-8 7 54-16,-4 2 12 15,-4 6 15-15,-8 6-4 16,0 0-26-16,0 0-9 0,5 14-21 16,-8 3-3-16,2 3-6 15,0 2-3-15,2-2-3 16,2-5-12-16,-1-7-42 16,-2-8-11-16,0 0-13 15,11-7 0-15,-9-8 33 16,-2-4 7-16,0-3 29 15,-2 0 12-15,-3-3 30 16,2 1 20-16,1-2 10 16,7 0-6-16,8-4-27 15,10-4-21-15,6 0-57 16,5 0-24-16,1 12-8 16,-1 6-13-16,-7 14 0 15,-5 5-38-15,-8 5-120 16,-1 7 167-16</inkml:trace>
  <inkml:trace contextRef="#ctx0" brushRef="#br0" timeOffset="75720.77">23322 4782 1537 0,'0'0'70'0,"0"0"7"0,11-8-26 16,-2 1-15-16,2 0-24 15,-2 2-3-15,1 0 0 16,-3 1-6-16,3 1-3 16,1-1 3-16,2 1-3 15,0-1-6-15,-3 0 3 16,-1 1 3-16,-6 2 0 16,-3 1 0-16,0 0 0 15,-14 0 0-15,-5 0-3 16,1 2 0-16,-12 3 3 15,-2 2 0-15,3 4 30 16,-3 3 39-16,9 4 44 16,4 2 16-16,3 4-13 15,2-2-32-15,6-1-55 16,5-2-9-16,11-5-17 16,6-5 0-16,17-7-4 0,7-5 2 15,9-9-1-15,-3-2-3 16,-5-1 3-16,-7 0 2 15,-9 2-2-15,-3 1 4 16,-9 2-3-16,-4 1-5 16,-4 2 4-16,-3 7-1 15,0 0-3-15,0 0 1 16,0 0-4-16,4 13-2 0,-4 3 3 16,0 0 4-16,-1 1-1 15,1-3 3-15,1-4 0 16,0-4 0-16,9-5 0 15,4-4 3-15,8-6-1 16,6-3-2-16,3-5 0 16,-1 1 0-16,-6-2 0 15,-5 0-2-15,-8 4-12 16,-5 1-1-16,-4 6 1 16,-2 7 7-16,0 0 14 15,-5 8 4-15,5 4 1 16,3 1-5-16,3 0-3 15,5-3-3-15,2-6-2 16,4-2-3-16,7-7-27 0,1-5-59 16,6-7-44-16,-3-5-4 15,-5-7 28-15,-2-4 41 16,-8-3 39-16,-2-2 18 16,-8-2 48-16,0-1 21 15,-3 6 68-15,-1 5 31 16,0 16 17-16,1 14-58 15,-1 2-59-15,-2 17-21 16,1 15-34-16,0 7-3 0,2 5-8 16,1 0-12-16,0-4-63 15,2-5-51-15,-2-9-58 16,-2-5 12-16,-3-11 101 16,-3-5 39-16,-6-8 48 15,-1-3 21-15,-6-5 60 16,-5-2 41-16,0-2 55 15,1 1 0-15,3 1-68 16,8 3-15-16,6 2-28 16,4 1-35-16,15-1-21 15,8-1-10-15,18-6-29 16,9-1-29-16,8-2-86 16,3 2-44-16,-1 5-117 15,0 3 18-15,0 4 75 16,-1 3 82-16,-1 4-174 0,0 2 154 15</inkml:trace>
  <inkml:trace contextRef="#ctx0" brushRef="#br0" timeOffset="76004.17">24376 4690 1577 0,'-40'13'415'0,"8"3"-69"15,5 2-143-15,12-1-90 16,7 0-65-16,12-1-38 16,7 0-6-16,10-1-3 15,2 0 0-15,3-2 1 16,-1-1 0-16,-7 2-2 16,-8 0 0-16,-14 1-2 15,-9 0-2-15,-24 2-2 16,-15 0-3-16,-20-4-31 15,-11-3-71-15,-4-10-154 16,7-2-368-16,14-20 452 16</inkml:trace>
  <inkml:trace contextRef="#ctx0" brushRef="#br0" timeOffset="76392.11">21468 5157 2915 0,'19'-3'49'15,"13"3"-4"-15,38-1-60 16,26 0-6-16,48-6-1 16,20-2-6-16,26 0-13 15,11-1 4-15,4 2 9 16,-4 3 13-16,6 4 15 15,-11 2 0-15,-27 4-31 16,-8 0-38-16,-28 0-122 16,-17-4-136-16,-30-1-451 0,-15-2 613 15</inkml:trace>
  <inkml:trace contextRef="#ctx0" brushRef="#br0" timeOffset="77670.13">22331 3312 1388 0,'2'25'51'0,"2"16"-3"15,-3 14-5-15,0 16 25 16,3 3-8-16,-4 8-40 0,0 2-20 16,0 0-47-16,-5-5-28 15,-1-19-17-15,0-12-44 16,-1-22 76-16</inkml:trace>
  <inkml:trace contextRef="#ctx0" brushRef="#br0" timeOffset="77988.64">22086 3739 1501 0,'7'14'36'0,"5"16"-23"16,4 7 8-16,7 19-9 15,3 4-6-15,1 2 6 16,2 0-6-16,2-10-6 16,-4-4 6-16,1-14-6 15,-1-11 0-15,-4-17 0 16,3-7 0-16,-7-19 24 16,0-5 38-16,-1-16 58 15,0-6 5-15,4-9-8 0,1-8-42 16,4-12-75-16,0-5-36 15,1 10-123-15,0 13-80 16,-20 25 120-16</inkml:trace>
  <inkml:trace contextRef="#ctx0" brushRef="#br0" timeOffset="78593.39">21508 2425 1458 0,'-14'94'10'0,"4"-15"-26"15,5-10-54-15,6-17 43 16</inkml:trace>
  <inkml:trace contextRef="#ctx0" brushRef="#br0" timeOffset="78820.56">21747 2593 1437 0,'-4'26'11'0,"4"-7"-9"16,0-5-2-16,0-14-56 16,0 0-163-16,4-9 140 15</inkml:trace>
  <inkml:trace contextRef="#ctx0" brushRef="#br0" timeOffset="79603.13">21852 2348 1413 0,'26'-18'29'0,"3"11"-3"15,-1 7 1-15,-2 16-6 0,-3 9-5 16,-7 13-7-16,-5 4-3 15,-11 0 0-15,-1-3-3 16,-6-9-3-16,-3-3-9 16,0-12 7-16,-1-3 0 15,0-9 2-15,1-3 0 16,5-7 0-16,0-4 2 16,0-7-2-16,4-5 0 15,4-5 0-15,3-2 0 16,9-2 2-16,2 3 7 0,5 7-9 15,1 4 6-15,2 10-6 16,-1 7-3-16,0 11 3 16,-1 7-3-16,-7 8 3 15,-1 3 0-15,-6 3 0 16,-3 0 0-16,-4-2 0 16,2-3 0-16,0-8 3 15,0-2-3-15,3-9-3 16,-2-2 3-16,0-6 3 15,-1-4 3-15,2-6 0 16,3-3-6-16,0-6-3 16,1-3 3-16,-2-1 0 15,-1 1 3-15,3 3-3 0,-6 2 0 16,5 9 0-16,-2 3-3 16,-1 8 3-16,3 6 0 15,-3 6 0 1,1 3-3-16,-1 0 3 0,1-2 0 15,0-5 0-15,4-2 0 16,4-6 0-16,4-2 0 16,6-6-6-16,4-3 6 0,-1-4-16 15,2-4 10-15,-6-1-1 16,-2 3 1-16,-8 1 4 16,-6 3 2-16,-5 5 0 15,-5 0 4-15,-5 2-2 16,-2 0 0-16,-7 1 1 15,-1 0-3-15,-4 0 0 16,-1 3 2-16,-1 2 2 16,-1 3 2-16,1 10 44 15,1 3 16-15,4 10 23 16,3 3 1-16,7 0-21 16,5-2-22-16,9-6-23 15,8-5-18-15,11-11-77 16,8-4-52-16,9-11-192 15,2-6-70-15,7-2 198 16</inkml:trace>
  <inkml:trace contextRef="#ctx0" brushRef="#br0" timeOffset="80169.83">22681 2440 1452 0,'-11'-5'56'16,"-2"5"-27"-16,1 7-4 0,-6 5-16 15,1 6-6-15,-2 8 0 16,1 2-3-16,11 0 3 16,3-3-3-16,13-7 3 15,6-5 0-15,4-8 0 16,5-4 0-16,4-7-3 16,-1-5 3-16,1-6 0 15,-3-3 0-15,-8-3-3 16,-1-1 3-16,-7 3 0 15,-2 1 3-15,-3 7 24 16,0 5 8-16,-1 8 10 16,1 5-3-16,-3 12-24 15,0 5-12-15,-1 7 0 16,-3 0-3-16,0-4-3 16,3-3-3-16,0-9-45 15,2-5-45-15,4-7-89 0,1-3 18 16,1-9-187-16,-1-2-90 15,-2-1 191-15,-2-3 138 16,0 1 253-16,0-2 84 16,2 2 89-16,1 0-69 15,-1 5-101-15,1 2-23 16,0 5-48-16,1 4-22 16,0 7-5-16,-1 4-22 0,-2 4-21 15,-2 1-6-15,-1-3 3 16,-1 0 0-16,2-7-3 15,-1-4 0-15,4-3 3 16,1-5 0-16,2-4 6 16,1-4 0-16,4-8-9 15,1-1 0-15,4-7-105 16,1-3-125-16,10-1 151 16</inkml:trace>
  <inkml:trace contextRef="#ctx0" brushRef="#br0" timeOffset="80620.85">23265 2539 1537 0,'6'20'6'0,"4"-8"-4"15,-1-2-2-15,-1-7 2 16,1-3 1-16,-1-6 0 16,4-1-3-16,1-7 0 15,0-2 6-15,-1-6-6 16,1-4 0-16,3-6 3 15,0-4-6-15,8-3-44 0,-1 1-85 16,6 8 80-16</inkml:trace>
  <inkml:trace contextRef="#ctx0" brushRef="#br0" timeOffset="81403.02">23624 2505 2388 0,'25'-8'-5'0,"1"-2"-25"16,-2-3-56-16,-6-5-153 15,-2-3-63-15,-8-5 16 16,-2-2 91-16,-9 3 46 15,-5 3 8-15,-6 8 150 16,-5 5 90-16,-7 10 34 16,-2 5 15-16,-2 11-26 15,-1 6 10-15,2 9 26 16,1 2-23-16,4 1-76 16,8-3-20-16,6-6-27 15,6-4-9-15,10-7-12 16,3-3-15-16,15-5-80 0,7-4-52 15,11-6-70-15,2-1 67 16,1-5 27-16,-4 0 22 16,-3-2 75-16,-2 0 41 15,-6-1 15-15,-2-1 6 16,-10-1 8-16,-4-2 4 16,-10-3 2-16,-2-3-1 0,-2 1 3 15,-3 2 3-15,-2 6 3 16,-1 7-3-16,-5 10-15 15,2 7-7-15,-6 9-15 16,-2 2-1-16,1 3-4 16,4-6-2-16,4-4 0 15,5-2-2-15,6-8 4 16,-3-1-4-16,10-5 2 16,4-4 0-16,7-5-2 15,4 0 2-15,-1-1-1 16,-3 4-1-16,-4 4 10 15,-4 5 9-15,-4 11 11 16,-3 8 3-16,-6 13-18 16,-2 10 0-16,-8 14-12 15,-1 10 0-15,-5 11-3 16,-1 2-42-16,1-3-32 0,-2-5 41 16,0-12-2-16,-5-6 18 15,-11-17 11-15,-5-8 4 16,-8-18 31-16,0-7 18 15,3-14 86-15,3-9 34 16,12-14-77-16,7-10-49 16,22-18-145-16,13-12-129 15,25-27 146-15</inkml:trace>
  <inkml:trace contextRef="#ctx0" brushRef="#br0" timeOffset="81670.73">24026 2542 1607 0,'0'13'45'0,"0"-3"-13"16,0-4 1-16,-2-1 0 15,2-5 0-15,0 0-15 16,0 0-6-16,-6-11-3 15,5-4-9-15,-2-4 0 16,0-2 0-16,1-2 0 16,2-1 0-16,4-3 6 15,7-2-3-15,7 1-54 0,4 1-56 16,14 4 53-16</inkml:trace>
  <inkml:trace contextRef="#ctx0" brushRef="#br0" timeOffset="82021.39">24148 2479 2366 0,'18'0'3'16,"5"-3"-11"-16,10-7-71 15,4-5-70-15,0-3-57 16,-4-1-10-16,-7 1 73 16,-8 2 87-16,-9 3 37 15,-3 0 11-15,-7 6 16 16,-5 0 5-16,-4 4 18 16,-4 3 57-16,-3 5 19 15,-1 7 10-15,-6 8-31 16,-2 6-20-16,-1 6-33 15,0 1-21-15,10-4-3 0,3-5-9 16,14-9-48-16,8-3-47 16,11-8-115-16,7-4-9 15,6-8 159-15</inkml:trace>
  <inkml:trace contextRef="#ctx0" brushRef="#br0" timeOffset="82353.56">24526 2273 1042 0,'-6'-3'119'0,"-10"7"-26"15,-2 6-23-15,-4 10-19 16,-3 5-5-16,5 4-13 16,0 1-6-16,8-2-7 15,2-4-5-15,9-6-7 16,3-4-2-16,7-6-1 15,7-3-3-15,11-4 0 16,7-1 0-16,10-2-2 16,-1 2 0-16,-11 4 0 15,-10 1 0-15,-19 6 0 16,-11 1 2-16,-19 2-2 16,-9 1 0-16,-6-2 2 0,1-2-2 15,7-3-4-15,6-4-15 16,13-6-219-16,5-3 164 15</inkml:trace>
  <inkml:trace contextRef="#ctx0" brushRef="#br0" timeOffset="82686.6">24730 2303 969 0,'0'0'30'15,"-4"1"2"-15,-13 9 0 16,-7 3-7-16,0 3-4 16,-1 3-3-16,6 1 7 15,5 2 0-15,5-4 4 16,2-1-4-16,8-4-11 16,4-3-1-16,7-4-5 15,3-2-2-15,4-1-2 16,4-3 0-16,0 3-4 15,-1 0 2-15,-8 4-2 16,-4 2 2-16,-16 4-1 16,-9 3-1-16,-16-3 0 0,-6 1 2 15,-1-3-2-15,1-3 2 16,8-5-50-16,6-4-219 16,9-4 155-16</inkml:trace>
  <inkml:trace contextRef="#ctx0" brushRef="#br0" timeOffset="82815.61">24847 2449 976 0,'-8'11'-18'15</inkml:trace>
  <inkml:trace contextRef="#ctx0" brushRef="#br0" timeOffset="83221.23">24725 2301 1239 0,'5'-11'50'0,"7"4"-34"15,4 2-8-15,5 6-6 16,4 5-1-16,5 7-1 15,-2 4 0-15,-4 4 2 0,-5 3 0 16,-10 0-2-16,-5-1 0 16,-2-4 0-16,1-1 0 15,-3-8 2-15,0-2-2 16,6-6 4-16,0-2 2 16,7-5 4-16,-1-2 1 0,0-5 3 15,-3-4 5 1,-6-4 18-16,0-3 2 15,-5-1-2-15,-1-1-8 0,1 5-10 16,1 3 26-16,3 6 6 16,1 3 2-16,3 9-11 15,4 7-6-15,-1 11 3 16,2 6 3-16,1 5 0 16,-2 0-1-16,3-4-23 15,3-3-15-15,7-9-35 16,-1-4-88-16,3-10 69 15</inkml:trace>
  <inkml:trace contextRef="#ctx0" brushRef="#br0" timeOffset="83721.16">21124 2964 1816 0,'16'-1'146'15,"12"0"58"-15,33 1-186 16,19 0 2-16,31-1 7 16,14-2 6-16,44-3 19 0,14 1-16 15,14-2-6-15,11 0-5 16,4 0-16-16,-6 0-5 16,-2 1-2-16,-5 1-6 15,-33-3-13-15,-12 0-46 16,-21-4-241-16,-19-1-313 15,-27-2 478-15</inkml:trace>
  <inkml:trace contextRef="#ctx0" brushRef="#br0" timeOffset="84151.38">21453 2011 2454 0,'1'72'-5'0,"-1"31"5"16,0 13-2-16,1 5-88 15,-2-7 68-15</inkml:trace>
  <inkml:trace contextRef="#ctx0" brushRef="#br0" timeOffset="131552.9">2404 6840 1421 0,'-39'31'2'0,"-4"15"0"15,-2 10 4-15,-6 21 2 16,-1 6-1-16,-8 5-3 16,-4-3 0-16,1-12-4 15,2-8-14-15,10-19-117 0,10-12 90 16</inkml:trace>
  <inkml:trace contextRef="#ctx0" brushRef="#br0" timeOffset="131769.47">1974 6991 1433 0,'29'49'6'0,"4"6"-6"16,-2 2 1-16,1-3-1 15,2-3 2-15,-2-8-2 16,1-5-2-16,2-10-25 16,1-8-50-16,1-13 46 15</inkml:trace>
  <inkml:trace contextRef="#ctx0" brushRef="#br0" timeOffset="132034.97">2517 7390 1450 0,'14'31'0'0,"0"6"4"0,-5 7-2 16,-3 4-2-16,-7 6 0 16,-7 1-6-16,-10-3-120 15,-5-4 89-15</inkml:trace>
  <inkml:trace contextRef="#ctx0" brushRef="#br0" timeOffset="132618.34">3018 7467 1063 0,'0'0'50'15,"-11"17"10"-15,-1 2-21 16,-5 16-20-16,-4 5-9 15,-3 8-6-15,-1 0-18 16,1-4 8-16</inkml:trace>
  <inkml:trace contextRef="#ctx0" brushRef="#br0" timeOffset="133085.47">3710 7171 1063 0,'-39'29'97'16,"-5"6"158"-16,-11 17-245 16,-2 5-4-16,-6 3-8 15,2-2-12-15,8-15-224 16,4-10 168-16</inkml:trace>
  <inkml:trace contextRef="#ctx0" brushRef="#br0" timeOffset="133269.54">3258 7136 1204 0,'9'2'93'16,"5"9"111"-16,7 8-160 15,11 16 3-15,3 8-14 16,7 10-27-16,0 1-21 16,3-2-81-16,2-5-20 15,-4-9 61-15</inkml:trace>
  <inkml:trace contextRef="#ctx0" brushRef="#br0" timeOffset="133635.76">3807 7564 1491 0,'6'-6'39'16,"6"1"104"-16,11 6-281 15,5 3 71-15,12 1 18 16,1 0 10-16,-2 1 16 16,-4 1-4-16,-14 1-6 15,-9 1-2-15,-16 1 29 0,-10 2 16 16,-15 5 23-16,-6 0 10 16,-8 5-10-16,3 1-4 15,9 2-12-15,11 1-1 16,18 1-7-16,10-3-1 15,25-3-4-15,12-7-6 16,26-9-62-16,11-8-110 16,14-14 100-16</inkml:trace>
  <inkml:trace contextRef="#ctx0" brushRef="#br0" timeOffset="134052.91">5161 7593 2013 0,'27'4'30'0,"8"1"-185"15,9 0-49-15,13-1 42 16,1-3 86-16,5-5 26 16,-2-1 9-16,-4-5-21 15,-3-2-155-15,-5-2 128 16</inkml:trace>
  <inkml:trace contextRef="#ctx0" brushRef="#br0" timeOffset="134236.57">6001 7552 1876 0,'16'6'101'0,"8"0"-59"16,6 1-36-16,10-4-12 16,7 0-15-16,12-7-59 15,3-2-49-15,-2-7-98 16,-5 0 90-16,-9-3-235 15,-5 0 195-15</inkml:trace>
  <inkml:trace contextRef="#ctx0" brushRef="#br0" timeOffset="134368.14">6920 7541 1113 0,'40'-3'62'0,"2"0"72"0,6-3-130 16,3-1-2-16,1-1-16 15,3-1-31-15,-7 1 28 16</inkml:trace>
  <inkml:trace contextRef="#ctx0" brushRef="#br0" timeOffset="134520.47">7852 7510 1541 0,'35'-6'69'0,"5"-1"-69"16,6-1-67-16,4-3-107 15,5-1 116-15</inkml:trace>
  <inkml:trace contextRef="#ctx0" brushRef="#br0" timeOffset="134686.29">8748 7478 1305 0,'37'-8'6'0,"3"-2"-90"16,1-1-149-16,2-5 112 16</inkml:trace>
  <inkml:trace contextRef="#ctx0" brushRef="#br0" timeOffset="134836.47">9335 7404 1253 0,'32'-1'29'0,"8"-1"-2"16,5-1-58-16,7-1-95 15,-1-2-134-15,3-1 141 16</inkml:trace>
  <inkml:trace contextRef="#ctx0" brushRef="#br0" timeOffset="135003.09">10224 7407 1989 0,'19'1'-27'0,"10"1"317"0,23-6-529 16</inkml:trace>
  <inkml:trace contextRef="#ctx0" brushRef="#br0" timeOffset="135169">10691 7443 1417 0,'16'-14'-101'16,"-1"0"-100"-16,10 2 60 16</inkml:trace>
  <inkml:trace contextRef="#ctx0" brushRef="#br0" timeOffset="135952.66">11671 7483 2340 0,'0'30'26'16,"4"2"-137"-16,2 3-128 16,1-3-234-16,0-5 388 15</inkml:trace>
  <inkml:trace contextRef="#ctx0" brushRef="#br0" timeOffset="136135.79">11671 7599 1272 0,'4'-32'70'16,"5"1"36"-16,3-1-53 0,10 1-40 15,5 2-5-15,5 3-10 16,1 4-2-16,0 9 2 16,-4 5 6-16,-2 10 17 15,-2 6 41-15,-3 13 33 16,0 6-5-16,-2 10-39 15,0 4-15-15,3 1-30 16,1-3-39-16,7-9-433 16,3-6 383-16</inkml:trace>
  <inkml:trace contextRef="#ctx0" brushRef="#br0" timeOffset="138469.29">11683 6765 1437 0,'-40'29'48'0,"-5"5"10"16,-10 20-18-16,-5 8-1 16,-20 18 14-16,-7 7 1 15,-8 5 3-15,-2-6 30 16,12-15 38-16,6-13 10 16,21-21-28-16,9-10-47 15,20-20-105-15,10-7-95 0,11-20-174 16,5-10-54-16,9-18 269 15</inkml:trace>
  <inkml:trace contextRef="#ctx0" brushRef="#br0" timeOffset="138685.72">10887 6898 1571 0,'8'9'131'15,"2"4"61"-15,8 14-112 16,6 9 25-16,13 17 41 15,1 3-19-15,10 10-65 16,0 1-23-16,-3-4-32 16,-1-1-2-16,-12-7-5 15,-6-5-5-15,-14-8-4 16,-6-4-15-16,-6-13-94 0,0-5-163 16,2-9 150-16</inkml:trace>
  <inkml:trace contextRef="#ctx0" brushRef="#br0" timeOffset="139853.37">2506 7975 1425 0,'72'6'-23'0,"15"-3"-59"16,7-1-57-16,17-4-194 15,12-1 156-15</inkml:trace>
  <inkml:trace contextRef="#ctx0" brushRef="#br0" timeOffset="140852.24">12908 7485 1678 0,'67'-7'48'16,"3"0"-3"-16,4 3-298 15,6-1 86-15,0-3 94 16</inkml:trace>
  <inkml:trace contextRef="#ctx0" brushRef="#br0" timeOffset="141452.44">13947 6510 1501 0,'-13'10'29'15,"-1"10"-29"-15,3 9-4 16,1 15-4-16,5 8 2 0,2 13 6 15,0 5 0-15,0 13 4 16,-3 7-4-16,-5 10 0 16,-5 3 2-16,-5-2-2 15,-2-3 0-15,0-15 2 16,0-4-2-16,1-15 2 16,1-10-2-16,2-15-37 15,1-11-81-15,1-18 73 16</inkml:trace>
  <inkml:trace contextRef="#ctx0" brushRef="#br0" timeOffset="141635.34">13344 7411 1338 0,'-12'-35'56'16,"7"2"31"-16,20 6-77 16,11 3-2-16,15 5-8 0,6 2-2 15,9 7 0-15,2 0 2 16,2 6 9-16,-2 0 5 15,-6-2-4-15,-2 0-3 16,-3-5-38-16,-1-3-81 16,-4-6 69-16</inkml:trace>
  <inkml:trace contextRef="#ctx0" brushRef="#br0" timeOffset="142019.26">14050 7228 1968 0,'8'14'144'0,"6"-2"-16"15,10 1-119-15,9-5-36 16,5-3-9-16,6-5-17 16,1-5-13-16,-6-4 0 15,-5-4 3-15,-8-6 19 16,-6-4-16-16,-4-4-48 15,0-1-32-15,-6-5 10 16,-1 0 2-16,-9 1-23 16,-5 3 11-16,-14 9 86 15,-3 5 74-15,-18 12 100 16,-5 3 10-16,-7 11-1 16,-1 9-9-16,11 16 36 0,7 7 32 15,11 11-72-15,7 1-38 16,10-1-45-16,6-4-21 15,11-11-9-15,7-9-6 16,15-15-66-16,10-10-23 16,17-15-157-16,5-8-30 0,14-13 201 15</inkml:trace>
  <inkml:trace contextRef="#ctx0" brushRef="#br0" timeOffset="142356.01">14819 7105 662 0,'-20'-15'150'0,"-3"2"167"16,-4 5-207-16,-12 9-46 16,-6 7 0-16,-8 12 8 15,-1 5-1-15,8 5 5 16,6 1 19-16,12-1-53 16,6-3-21-16,12-8-15 15,6-5 0-15,10-8-12 16,7-6-12-16,13-7-50 15,7-7-28-15,7-9 46 16,6-3 17-16,-2-6 29 16,-6 0 20-16,-11-1 22 0,-7 6 58 15,-14 10 35-15,-6 16-11 16,1 1-34-16,3 5-14 16,-1 25-45-16,-2 6-9 15,2 14-18-15,2-2 6 16,-1-5-60-16,4-4-110 15,0-16-455-15,5-10 474 16</inkml:trace>
  <inkml:trace contextRef="#ctx0" brushRef="#br0" timeOffset="142556.54">15080 6645 2130 0,'-2'66'95'0,"-1"11"-83"15,-5 9-12-15,-6 8-33 16,-6 0-77-16,-7-8-189 16,6-10-154-16,-4-20 321 15</inkml:trace>
  <inkml:trace contextRef="#ctx0" brushRef="#br0" timeOffset="143119.01">14790 7206 1406 0,'16'-28'58'16,"9"1"55"-16,8 2-107 15,10 8-9-15,8 5 3 0,3 9 3 16,1 3 3-16,2 8-6 15,-2 2-6-15,-10 4-27 16,-4 1 9-16,-14 5-32 16,-8 2-12-16,-7 4 8 15,-5 2 7-15,-7 5 40 16,-4 3 13-16,-4 5 17 16,-2 0 10-16,2 0 18 15,1-5-1-15,6-9-1 16,2-6-12-16,9-15-13 15,8-6-3-15,4-10 6 16,2-9 31-16,5-5 61 16,-2-3 28-16,-1-2-1 15,-2 0-14-15,-5-4-60 16,-3 0-52-16,-9 0-70 0,-2 0-25 16,-5 2-21-16,-1 2 16 15,1 6 35-15,4 7 24 16,5 10 18-16,4 4 0 15,6 11 0 1,3 4 0-16,1 7 3 0,1 3 6 16,-5 1 0-16,0-1 3 15,-5-2 6-15,-6-3 3 0,-2-4 42 16,-5-2 30-16,0-6 50 16,-1-6 21-16,0 0-17 15,0 0-57-15,14-19-68 16,1-1-52-16,9-13-142 15,9-4-114-15,4-6-165 16,4-3 352-16</inkml:trace>
  <inkml:trace contextRef="#ctx0" brushRef="#br0" timeOffset="143521.07">16025 7189 1726 0,'-1'27'150'16,"1"-1"71"-16,14-6-194 16,5-5-18-16,9-10-3 0,6-5 3 15,-2-10 0-15,-1-4-6 16,2-9 0-16,-4-3-3 16,-2-5-12-16,-3 0-15 15,-9-3-51-15,-4 2-30 16,-8 1-68-16,-4 1-18 15,-11 6 107-15,-5 3 25 0,-11 10 45 16,-7 6 23-16,-7 13 52 16,-4 11 19-16,1 17 154 15,2 6-1-15,10 8-77 16,9 1-49-16,18-9-74 16,8-8-21-16,22-15-63 15,10-9-17-15,16-15-82 16,7-7-41-16,10-13-89 15,0-4 122-15,9-5-56 16,-3-2-45-16,0-2-18 16,-1 2 83-16,-6-1 94 15,2-2 52-15</inkml:trace>
  <inkml:trace contextRef="#ctx0" brushRef="#br0" timeOffset="143785.63">16947 6797 1309 0,'-33'8'81'0,"-9"4"45"15,-6 4 57-15,-8 9-12 0,0 1-19 16,8 7-14-16,5 3 2 16,13 0-69-16,9 1-20 15,13-3-35-15,14-4-23 16,19-7-67-16,10-5-67 16,17-4-53-16,6-2 18 15,-4 2 92-15,-10 2 51 16,-18 6 36-16,-16 0 15 0,-32 5 9 15,-17 1 0-15,-32 3 0 16,-12 0-6-16,-12-2-21 16,2-4-9-16,14-12-215 15,15-13 161-15</inkml:trace>
  <inkml:trace contextRef="#ctx0" brushRef="#br0" timeOffset="144252.81">12586 7778 1989 0,'94'-1'12'16,"20"2"96"-16,33 3-255 15,21 1-2-15,20-1 152 16,6 1 12-16,18-2 18 16,0 0 0-16,2-2 35 15,2-2 10-15,-15-5 3 16,-11-3-10-16,-6-5-35 15,-17-2-18-15,-26-7-140 16,-8-3-147-16,-39-6 152 16</inkml:trace>
  <inkml:trace contextRef="#ctx0" brushRef="#br0" timeOffset="144791.16">7906 2528 1556 0,'80'5'-34'0,"2"0"36"16,3-2 0-16,0 2 0 15,-1-1 0-15,-2-2-45 16,1-1-275-16,-10-2 212 16</inkml:trace>
  <inkml:trace contextRef="#ctx0" brushRef="#br0" timeOffset="145318.81">9297 2156 2145 0,'2'70'-120'16,"-3"8"84"-16,-11 8 39 15,-3 0 3-15,-3-3 15 16,-1-4 15-16,0-14 24 16,4-8 11-16,3-19 16 15,5-10-14-15,3-20-17 16,1-6 2-16,1-17-24 15,0-12-30-15,2-20-31 16,1-11-12-16,3-15 5 16,-2-7 21-16,1-15 16 15,3-5 1-15,4-3 0 0,4 2-3 16,10 11-5-16,4 7 2 16,8 18-1-16,0 9 3 15,6 21 0-15,1 10-1 16,-1 19-11-16,-1 8-2 15,-14 24-4-15,-7 10-1 16,-19 19-2-16,-11 10-3 16,-20 9 9-16,-9 2 0 0,-10-3 12 15,-3-3-6-15,-1-13-33 16,5-6-56-16,7-20-129 16,4-9-98-16,12-20 257 15</inkml:trace>
  <inkml:trace contextRef="#ctx0" brushRef="#br0" timeOffset="145634.75">9692 2540 1533 0,'15'17'0'0,"-10"-9"2"16,-4-1-2-16,-4-4 2 0,-6-4 2 15,0-5 0-15,0-5 7 16,4-10-8-16,5-5-3 16,4-10-14-16,3-7 6 15,10-2 3-15,0 1-1 16,5 9 2-16,0 6 0 0,1 10 2 15,1 3-10-15,1 4-73 16,3 1-111-16,4 0 109 16</inkml:trace>
  <inkml:trace contextRef="#ctx0" brushRef="#br0" timeOffset="146102.66">10018 2381 853 0,'8'17'7'0,"3"-9"-7"16,0-3 9-16,-1-5 98 16,-4 0 18-16,-2-1 13 15,-4 1-4-15,0 0-68 16,1 0-26-16,0 0-28 16,0-1-8-16,14-14-4 0,-7 6 0 15,6-4-4-15,2-1 2 16,4 0 0-16,1 1 2 15,-4 4 0-15,0 3 0 16,-6 3-2-16,-3 2 2 16,-8 1 2-16,0 0-2 15,0 0 2-15,0 0-2 16,0-1 2-16,0 0 0 16,-7-25 0-16,1 16 0 0,-6-1 2 15,-1 2-3-15,-6 4 3 16,-4 5 2-16,-3 9 4 15,-1 5 1-15,0 13-3 16,2 5 10-16,6 10 6 16,4 4-3-16,11 1 6 15,4-2-3-15,15-10-6 16,9-9-10-16,13-14-14 16,9-11-14-16,12-15-43 15,6-9-1-15,8-11 0 16,-3-6-12-16,-7-3-69 15,-6 1-63-15,-11 6 90 16</inkml:trace>
  <inkml:trace contextRef="#ctx0" brushRef="#br0" timeOffset="146885.16">10936 2040 2010 0,'-15'92'-9'0,"-6"-5"6"16,-2-6-3-16,1-14 6 15,2-12 0-15,4-19 0 16,1-9 0-16,4-16 12 15,3-7-12-15,2-9-69 16,-1-9-44-16,2-11-34 0,0-2 9 16,-1-5 105-16,1 0 18 15,-2 2 13-15,-4 1 0 16,-4 7-8-16,-3 6 3 16,-11 14-3-16,-2 10 8 15,-7 21 19-15,2 8 11 16,8 12 4-16,6 4 21 0,12-5-8 15,4-6-21-15,12-14-21 16,5-8 6-16,10-12 2 16,7-6 7-16,9-12 0 15,4-5 3-15,10-11-6 16,2-5-12-16,3-1 6 16,1 0-9-16,-6 6 6 15,-4 7 0-15,-9 8-3 16,-9 8-3-16,-10 9-3 15,-6 6-18-15,-10 7 15 16,0 0 3-16,-6-3 3 16,-3-1 6-16,3-8-9 15,-5-4-12-15,0-7 3 16,0-5-6-16,-5-9 18 16,1-3 0-16,0-4 6 0,2-2 0 15,3 1-3-15,3 0-3 16,6-3-15-16,8 0 0 15,9-6-44-15,4 1-30 16,8-1-33-16,1 2-104 16,4 6 125-16</inkml:trace>
  <inkml:trace contextRef="#ctx0" brushRef="#br0" timeOffset="147353.1">11338 2306 1353 0,'-27'13'120'32,"-6"0"62"-32,-1 3-9 0,0 3-21 0,6 4-44 15,4 2-15-15,12-2-49 16,9 1-17-16,14-8-27 15,6-3-9-15,14-9-27 16,6-6-5-16,9-11-40 16,6-6-27-16,1-8-38 15,-3-5-18-15,-2-5 29 0,-5-1 74 16,-2-4-2-16,4-1-17 16,0-5-40-16,0-3-14 15,3-6 4-15,-3-2 43 16,-9 4 133-16,-5 6 79 15,-13 17 24-15,-7 10-4 16,-11 22-42-16,2 0-37 16,-10 25-35-16,-4 11-10 15,-5 22 22-15,-3 8 2 0,-6 12-12 16,-2 4-19-16,-5 1-5 16,1-7-9-16,-1-16-53 15,4-11-13-15,5-21 16 16,3-11 5-16,6-17-90 15,3-10 94-15</inkml:trace>
  <inkml:trace contextRef="#ctx0" brushRef="#br0" timeOffset="148253.31">11615 2283 1956 0,'38'-6'-35'0,"6"-8"-7"16,1-1 3-16,-3 0 0 0,-4 0 15 16,-10 4 21-16,-4 3 3 15,-7 5 0-15,-3 2-9 16,-4 4-6-16,-2 2-9 16,-2 4 6-16,1 1 6 15,0 3 3-15,1 0 6 16,3-1 3-16,1-1 0 15,1-3 9-15,0-2-6 0,0-1 9 16,0-1 21-16,0 0 24 16,1 1 6-16,3 0 0 15,4-2-22-15,3-3-20 16,-4-3-15-16,5-7-9 16,-10-3 3-16,0-4 0 15,0-1 0-15,-9-3 0 16,-4 0-15-16,-9 1-15 15,-2 5-11-15,-9 6 11 16,-6 7 3-16,-2 10 15 16,-4 9 15-16,1 12 3 15,4 7 0-15,2 14 9 16,4 3 0-16,10 0 0 16,7-5-3-16,12-15-12 15,9-9 3-15,14-17 3 0,5-7-6 16,13-14 3-16,5-9-3 15,10-14-6-15,2-5-9 16,2-8-33-16,-4-2-39 16,-5-6-89-16,-5-4 71 15,-9-5-17-15,-1-4-6 16,-3-4 12-16,0 2-16 0,-4 10 86 16,-5 9 76-16,-8 22 106 15,-8 11 10-15,-11 23-18 16,-1 13-37-16,-13 22-51 15,-1 10-5-15,-7 18 59 16,-2 5 19-16,-2 5-41 16,0 0 0-16,-1-12-22 15,3-5 1-15,9-18-9 16,4-7-12-16,6-16-9 16,4-5-9-16,3-13 0 15,-1-6 9-15,2-10-9 16,-1-2 0-16,-3-5-15 15,-3 0-12-15,-7 3-33 16,-7 1-15-16,-9 5-9 16,-5 3-2-16,-9 7 26 15,-6 7 18-15,-1 15 21 16,-2 9 3-16,7 14 24 0,7 7 3 16,16 4-3-16,9-3 6 15,25-8-24-15,11-8-21 16,16-18-36-16,8-9-24 15,11-14-85-15,2-10 79 16,8-9-47-16,2-4-56 16,-1-4 109-16</inkml:trace>
  <inkml:trace contextRef="#ctx0" brushRef="#br0" timeOffset="148902.16">13522 2277 2019 0,'-31'55'-6'15,"4"-1"12"-15,15-13-3 16,9-7 3-16,14-16 15 15,8-8 0-15,16-12 12 0,4-9 0 16,8-9-6-16,2-5-9 16,-5-6-7-16,-3-1-5 15,-12-1-23-15,-7 0-10 16,-11 1-30-16,-4 2-15 16,-9 4 12-16,-7 3 13 15,-5 6 26-15,-1 2 21 16,2 6 6-16,2 2 0 15,11 7-6-15,0 0-15 0,11-11 6 16,9 4 0-16,11 0 6 16,7 0 6-16,7 4 6 15,-1 3-3-15,-4 10 6 16,-6 5 0-16,-10 12-9 16,-10 4 0-16,-9 8 6 15,-5 3-1-15,-10 3 7 16,0 0 0-16,-2-3 15 15,1-5 18-15,12-9 15 16,5-5 6-16,11-13-13 16,5-5-5-16,7-9-3 15,3-6-3-15,7-11-1 16,5-3-17-16,2-12-9 16,-1-3-14-16,-8-8-17 0,-5-3-9 15,-10-1-23 1,-2 0-11-16,-5 4-33 0,-4 4-12 15,-2 10-28-15,-4 3-5 16,1 6-49-16,-3 3 0 16,-1-3-179-16,0 1 232 15</inkml:trace>
  <inkml:trace contextRef="#ctx0" brushRef="#br0" timeOffset="150202.04">14610 1756 1278 0,'7'42'89'16,"-3"9"2"-16,-5 14-17 16,-4 6 46-16,-7 3-70 15,-4-2-26-15,-6-10-24 16,1-6 0-16,1-15 0 16,1-8 6-16,3-12-6 15,2-6 0-15,4-13-30 16,0-3-53-16,4-11-127 15,-1-4-103-15,0-4 136 16,-21-33-340-16,30 60 475 16,-12-28 291-16,5 9-19 15,1-3 160-15,12 4-217 0,6-2-74 16,16-1-70-16,12-3-9 16,19-1-11-16,8-1-25 15,-1 3 1-15,-3 1 1 16,-11 4 6-16,-5 2 8 15,-1 1-17-15,3-1-32 16,0-2-59-16,1-1-8 16,1 1 25-16,-6 2 25 15,-4 5 42-15,-4 2-42 0,-11 5-43 16,-2 2 6-16,-11 2 96 16,-6 2 80-16,-7 2 116 15,-5 2-12-15,-9 3-32 16,-5-1-17-16,-8 3-16 15,-4 0 82-15,-1 2-38 16,-2 2-10-16,2 1-50 16,1 2-16-16,2 0-29 15,1 0-21-15,11-2-14 16,8-1-7-16,11-5-8 16,13-3-2-16,14-6-5 15,7-6-4-15,15-6-10 16,0-6-20-16,-2-4-20 15,-4-1 1-15,-8-2 2 16,0-2 21-16,-3 0 18 0,0 0 0 16,-5 2 6-16,-8 0-3 15,-5 1 3-15,-4 3 12 16,-6 5-3-16,-8 8 3 16,0 0 9-16,2 13 9 15,-13 6 24-15,-4 5-3 16,-3 4 0-16,-2 1-6 15,7-3-18-15,5-3 5 0,11-8-17 16,8-5 3-16,7-9 9 16,5-3 9-16,4-10 3 15,1-3-6-15,-3-7-9 16,-4 0-5-16,-3-3-5 16,-7-1 2-16,-4 1-4 15,-6 0-10-15,-6 1-11 16,-3 0-6-16,-3 4 15 15,1 2 9-15,3 1 3 16,4 3 9-16,6-1-9 16,4 2 3-16,9 3-3 15,4 1 6-15,5 8 3 16,2 4-6-16,-3 11 6 16,0 5-6-16,-4 10-3 15,-3 1 6-15,-2 1-6 0,-2-3 3 16,-4-5-3-16,0-4 0 15,-5-8 0-15,-4-10 3 16,0 0 7-16,0-1-1 16,-4-6 2-16,2-6-1 15,3-6-10-15,4-3 0 16,6-3 0-16,4-2-3 16,5-2 3-16,4-1 0 15,4 4-2-15,4 3 2 0,-1 9-2 16,-1 7-1-16,-7 13-8 15,-5 5-2-15,-10 12 1 16,-4 2-3-16,-8 1 15 16,1 1 3-16,-3-4 0 15,3-4 3-15,1-7 3 16,2-12-6-16,0 0 4 16,0-1-2-16,10-2 3 15,0-8-1-15,-1-9 2 16,2-4-5-16,4-5-4 15,2-3-3-15,7-5-4 16,3 3 7-16,1 6 0 16,-2 7 6-16,-3 14-5 15,-3 8-1-15,-3 17 0 16,0 8 0-16,-2 9 0 0,-2 2 3 16,7-3-127-16,-1-5-139 15,3-9 132-15</inkml:trace>
  <inkml:trace contextRef="#ctx0" brushRef="#br0" timeOffset="150735.31">10712 2935 1289 0,'213'-9'57'0,"8"3"49"16,4 0-15 0,15 3 140-16,3 2-13 15,7 1-92-15,0-1-34 0,-3 0-32 16,-5 1-14-16,-20 0-31 16,-8 2 0-16,-20-1-8 15,-8 0-3-15,-15 0-10 16,-6-1-23-16,-14-3-107 15,-11 1-109-15,-24 1 129 16</inkml:trace>
  <inkml:trace contextRef="#ctx0" brushRef="#br0" timeOffset="153367.74">17176 5576 276 0,'-4'-5'17'16,"4"5"26"-16,0 0-123 15,0 0 54-15</inkml:trace>
  <inkml:trace contextRef="#ctx0" brushRef="#br0" timeOffset="154451.23">12359 8068 322 0,'34'-6'55'0,"0"1"61"0,-2-1 18 16,-5 1-33-16,-3 1-10 16,-4 1-16-16,-3 0-5 15,-1 1-17-15,0 1-9 16,0-1-25-16,1-1-1 15,7 0 1-15,6-1 8 16,15-2 21-16,15 1 13 16,25-1 4-16,12 2-3 0,26-1-19 15,7 1-14-15,6 2-17 16,1 2-3-16,-14 2-11 16,-13 3-7-16,-28 4-295 15,-23 1 218-15</inkml:trace>
  <inkml:trace contextRef="#ctx0" brushRef="#br0" timeOffset="171036.24">1946 6387 1225 0,'85'7'4'15,"3"-3"0"-15,5-3 0 16,-3 0 4-16,3-1-4 15,2 0 0-15,4 2-3 16,0 2-1-16,-5 3-15 16,-4 0-35-16,-7 2 30 15</inkml:trace>
  <inkml:trace contextRef="#ctx0" brushRef="#br0" timeOffset="181919.3">3282 9042 1324 0,'5'8'18'0,"-18"-30"3"0,-2 1-9 0,-6-3-1 15,-1 2-9-15,-8 7-8 16,-5 4-3-16,-9 10 3 16,-7 3-2-16,-9 11 6 15,-1 4 2-15,-5 12-2 16,0 3 2-16,3 11 10 15,5 5 9-15,8 14 34 16,6 10 12-16,13 19 61 0,5 11 53 16,15 14-56-16,6 2-37 15,17-3-41-15,8-8-27 16,18-19-18-16,12-10-6 16,13-25-3-16,6-12 6 15,11-24 12-15,2-15 6 16,14-24 21-16,1-14 9 15,5-18 11-15,-1-9-2 0,-10-11-1 16,-8-1-4-16,-17 1 6 16,-12 3 3-16,-23 3-9 15,-10 0-17-15,-22 0-25 16,-9-2-15-16,-17-1-65 16,-10-2-27-16,-13-1-49 15,-13 1-48-15,-16 8 89 16,-7 2 43-16,-13 14 56 15,-1 6 9-15,-6 14 6 16,2 11 3-16,-2 16 24 16,2 10 14-16,6 16 16 15,6 7 9-15,20 9-15 16,12 4-13-16,26 1-29 16,13 0-6-16,24-3-9 0,13-2-6 15,27-8 15-15,13-1 9 16,21-11 12-16,15-6 3 15,11-12-9-15,6-5-9 16,6-10-2-16,-6-6-1 16,-7 0-21-16,-10 0-55 15,-26 2-211-15,-12 3-164 16,-36 3 323-16</inkml:trace>
  <inkml:trace contextRef="#ctx0" brushRef="#br0" timeOffset="184251.54">2638 10444 896 0,'0'0'50'0,"0"0"9"15,1 0-36-15,15-2-16 16,-5 0-5-16,3 1 3 15,1-1-1-15,-3 2 1 16,4 0 5-16,-5 3 9 16,-2 0 10-16,4 0 16 15,-4 0 5-15,8 0-7 16,4-2-3-16,4-1-12 16,5 0-5-16,2-1-8 0,1-2-3 15,1 2-4-15,-2-2-4 16,0 1-3-16,-2 2-1 15,-5 0 0-15,-2 0-5 16,-9-1-57-16,-2-1 44 16</inkml:trace>
  <inkml:trace contextRef="#ctx0" brushRef="#br0" timeOffset="185467.78">4518 9590 980 0,'0'0'77'16,"0"0"51"-16,0 0-113 31,0 0-1-31,0 0-3 0,12 6-1 0,-1-4 9 15,2-1 11-15,4 0 14 16,2 1 3-16,4-2-3 16,0-1-9-16,4 0-19 15,0-1-7-15,-1 2-7 16,1 0-2-16,-1 0 0 16,-1 0 0-16,-2 0-6 15,-3 0-21-15,-6-2-132 16,-3-1 107-16</inkml:trace>
  <inkml:trace contextRef="#ctx0" brushRef="#br0" timeOffset="185691.05">4392 9868 1132 0,'1'0'122'0,"21"4"320"0,4-1-433 16,7-2-3-16,12-2 0 15,2-2 0-15,6-3-48 16,1-1-32-16,-2-1-56 16,-2 0-67-16,-11 3 115 15</inkml:trace>
  <inkml:trace contextRef="#ctx0" brushRef="#br0" timeOffset="188851.19">6193 9056 1177 0,'-18'-4'39'0,"-2"0"5"15,-2 1-36-15,-4 1-6 16,-3 2 0-16,-4-2-2 16,-3 0-2-16,-5-1 2 15,-2-1 0-15,-1 0 10 16,3-2 9-16,5 2 26 16,3 1 11-16,4 2 0 15,3 1-11-15,5 2-22 16,3 3-12-16,7 2-7 15,1 2 0-15,6 5-4 16,2 2 2-16,2 10-2 16,0 7 0-16,1 16 0 15,2 10 0-15,0 15 0 0,0 4 2 16,2 7 1-16,0-1-3 16,0-1 3-16,0-1-3 15,-5-7 3-15,2-2-3 16,-4-7 0-16,-1-3 0 15,-3-8 3-15,-1-3 0 16,-1-6 3-16,-4-3-3 16,-1-7 3-16,1-3-6 0,-2-7 3 15,0-5 0-15,3-6-3 16,0-4 6-16,2-6 0 16,2 0 3-1,2-4-3-15,5-1 12 0,-1 0 15 16,0 0 5-16,0 0 13 15,1 0-12-15,0 0-15 16,0 0-15-16,0 0-3 16,11 0 3-16,3-4 0 15,4 2 9-15,7-3 3 16,8 0-3-16,13-1-6 16,5-1-6-16,19 2-3 15,7-2 0-15,10 3-48 16,6 2-48-16,7 2-192 15,0-1 227-15</inkml:trace>
  <inkml:trace contextRef="#ctx0" brushRef="#br0" timeOffset="190503.93">14699 8829 828 0,'0'0'159'0,"0"0"172"16,0 0-288-16,1 0-43 15,18-6-6-15,-6 7-11 16,4 0-1-16,7-1-3 0,2 0 0 15,9 0 11-15,2-3 4 16,0 0 4-16,3-2 4 16,-2 0 0-16,2 0 0 15,0 0 0-15,-8-1 0 16,-2 0 4-16,-5 0 3 0,-7 2 17 16,-1 0 1-1,-5 1 10-15,-3 1-3 16,0 2-6-16,0 0-9 0,-1 3-13 15,-1 5 0-15,-3 15 7 16,-4 11 8-16,-7 30 16 16,-6 13 49-16,-6 21-12 15,-5 6-20-15,-2 2-33 16,1 3-12-16,-2-3-12 16,4-1-3-16,9-9-12 15,0-7 3-15,6-12 3 16,3-5 3-16,-4-10 12 15,3-3 0-15,0-9 0 16,-5-5 6-16,3-11 3 16,-1-7 3-16,-1-12-3 15,1-4 6-15,1-9-9 16,-1-2 3-16,2-4-3 0,-1-3 6 16,-4-3-6-16,2-2 0 15,-4 1-3-15,-3 2-3 16,-3 4-3-16,-5 2 0 15,-9 4-12-15,-5 2-12 16,-13 2-51-16,-10-2-56 16,-11 1 65-16</inkml:trace>
  <inkml:trace contextRef="#ctx0" brushRef="#br0" timeOffset="192319.04">6312 9412 869 0,'-16'-5'102'0,"-1"2"54"16,-5 3-112-16,-4 3-21 0,-3 8-19 16,-2 3-2-16,2 9 6 15,-2 5 13-15,4 11 20 16,1 6 11-16,5 11 14 16,8 0-8-16,11-2-17 15,5-3-12-15,14-10-17 16,4-5-5-16,7-9-5 15,5-4 2-15,7-11-2 16,7-5 0-16,7-13 12 16,2-7 10-16,-4-10 30 15,-4-5 5-15,-7-9-5 16,3-3-12-16,1-8-30 16,0-5-3-16,-10-6 0 15,-1-2-6-15,-21 1 3 16,-11 2 3-16,-16 9-9 0,-15 6 0 15,-12 8 0-15,-4 7 0 16,-2 8 12-16,-1 4 0 16,-3 9 0-16,-3 4 0 15,-6 7-3-15,-2 3 3 16,6 7-6-16,5 3-6 16,11 7 3-16,5 4-3 15,13 3 3-15,9 2 6 0,16 1 5 16,10-1 10-16,18-3 9 15,6-3 3 1,21-8-15-16,11-5-3 0,9-12-9 16,1-5 6-16,5-10-6 15,-1-3 3-15,0-3-48 16,-6 3-60-16,-21 3-119 16,-15 4-43-16,-24 9 194 15</inkml:trace>
  <inkml:trace contextRef="#ctx0" brushRef="#br0" timeOffset="193055.44">6604 9886 814 0,'-13'0'68'0,"4"0"65"16,9 0-87-16,-1 0-37 16,0 0-9-16,1 0-7 15,0 0-5-15,0 0 5 16,0 0 7-16,1 0 13 15,0 0 8-15,0 0 14 16,-1 0 6-16,1 0 3 16,0 0-1-16,0 0-12 15,-1 0-6-15,0 1-6 0,0 0 1 16,0 0 11-16,0 1 4 16,-5 25 0-16,5-27-8 15,0 0-10-15,-1 2-3 16,-8 30-8-16,8-17-3 15,-1 3 3-15,0 0-4 16,2 2 0-16,0-1 0 0,5-3-2 16,4 0 2-16,3-6 0 15,7-4-2-15,10-7 2 16,0-8 0-16,11-9-2 16,-3-3 0-16,-3-5 0 15,-1-1 0-15,-13 0 2 16,-7 1 0-16,-10 4-2 15,-5 3 2-15,-13 4 9 16,-3 3 7-16,-15 5 15 16,-7 3 3-16,-5 8-18 15,-3 5-3-15,11 5-12 16,9 1-12-16,17-3-167 16,11-3 145-16</inkml:trace>
  <inkml:trace contextRef="#ctx0" brushRef="#br0" timeOffset="193414.56">7307 9910 1437 0,'-7'-1'56'0,"0"4"64"15,-2 8-69-15,0 16-37 16,-3 11 4-16,-1 18-18 16,-2 5-44-16,-3 6-185 15,4-2 179-15</inkml:trace>
  <inkml:trace contextRef="#ctx0" brushRef="#br0" timeOffset="194052.02">7921 9515 1346 0,'-16'-15'73'0,"-1"5"124"16,-1 2-111-16,1 9-56 16,-1 8 12-16,0 14-30 15,1 11 0-15,-3 16-12 16,2 6 3-16,0 0 0 15,7-2-3-15,11-12-9 16,6-8 0-16,14-12 6 16,5-7 6-16,12-13 9 15,3-6-3-15,2-12 9 0,1-6 9 16,0-8 9-16,-1-4 3 16,-5-6-4-16,-4-3-8 15,-10-10-6-15,-3-3-12 16,-14-6-9-16,-5-2-12 15,-11 5-9-15,-12 4-6 16,-12 11-2-16,-5 9 23 0,-14 14 29 16,-2 10 22-16,0 15 39 15,5 8 3-15,7 14-10 16,8 5-14-16,9 11-37 16,8 5-19-16,18 5-14 15,8-1 0-15,21-6-3 16,7-4-2-16,21-13-9 15,7-8-6-15,8-15-15 16,6-5-5-16,-1-11-67 16,-4-3-29-16,-15 0-40 15,-10 1-3-15,-23 6 95 16,-24 7-77-16,7-3 104 16</inkml:trace>
  <inkml:trace contextRef="#ctx0" brushRef="#br0" timeOffset="194335.8">8223 9910 1959 0,'-6'2'245'15,"-1"5"104"-15,5 13-315 16,1 8-24-16,4 17-14 16,5 7-13-16,0 10-126 15,6 1-118-15,-3-2 90 16</inkml:trace>
  <inkml:trace contextRef="#ctx0" brushRef="#br0" timeOffset="194981.97">8839 9957 1433 0,'-31'62'64'16,"0"2"123"-16,4 6-334 15,4-1 132-15</inkml:trace>
  <inkml:trace contextRef="#ctx0" brushRef="#br0" timeOffset="195800.76">9465 9367 1471 0,'-15'-9'59'0,"-3"3"72"16,1 13-90-16,-1 9 1 15,-2 22-12-15,-1 13-6 16,-2 23-9-16,7 6-6 16,4-3-18-16,9-5-6 15,13-18-9-15,2-11 0 16,13-17 9-16,1-9 3 16,6-15 12-16,5-7 12 0,7-15 9 15,2-7 15-15,-1-8 3 16,-1-5 0-16,-4-9-9 15,-3-5-6-15,-7-10-13 16,-7-4-8-16,-15-7-23 16,-8 3-10-16,-18 2-18 15,-9 3 0-15,-15 14 21 16,-7 8 24-16,-16 23 33 16,-7 12 21-16,-5 22 47 15,-1 9-2-15,12 15-6 16,8 3-31-16,18 4-53 15,13-2-17-15,24-4-10 16,13-1 15-16,24-2 3 16,8-2 6-16,18-4-3 0,5-3-21 15,9-7-69-15,7-6-53 16,0-5-264 0,0 0 331-16</inkml:trace>
  <inkml:trace contextRef="#ctx0" brushRef="#br0" timeOffset="196217.54">9585 9924 1938 0,'6'-4'105'0,"8"-3"-27"15,3-1-114-15,16-5-90 16,4-1-35-16,5 2-9 16,2 2 60-16,-9 8 83 15,-6 2 15-15,-14 11 8 16,-9 5 2-16,-16 10-1 15,-11 4-1-15,-16 2 4 16,-9 2-2-16,-5-2 4 16,2-2-2-16,11-7 11 0,7-5 7 15,17-8 13-15,14-10 26 16,0 0 50-16,10 11-14 16,16-10-30-16,6-1-24 15,20-6-90-15,8-2-84 16,16-5 67-16</inkml:trace>
  <inkml:trace contextRef="#ctx0" brushRef="#br0" timeOffset="196568.47">10649 9767 1394 0,'12'-1'60'15,"5"1"31"-15,4 0-38 16,9-1-71-16,5-1-25 16,6-3-57-16,2-2-261 0,-2 1 190 15</inkml:trace>
  <inkml:trace contextRef="#ctx0" brushRef="#br0" timeOffset="196772.65">11333 9776 876 0,'35'-5'-242'0,"3"3"115"15</inkml:trace>
  <inkml:trace contextRef="#ctx0" brushRef="#br0" timeOffset="196953.4">11751 9771 1340 0,'14'3'42'16,"4"0"5"-16,4 0-37 0,8-3-80 16,0-1-280-16,5 1 193 15</inkml:trace>
  <inkml:trace contextRef="#ctx0" brushRef="#br0" timeOffset="197136.37">12155 9792 1535 0,'18'-8'-54'0,"6"-2"-190"16,15 3 120-16</inkml:trace>
  <inkml:trace contextRef="#ctx0" brushRef="#br0" timeOffset="197303.08">12641 9743 2441 0,'0'0'77'0,"1"0"-69"16,12 3-191-16,4-2 41 16</inkml:trace>
  <inkml:trace contextRef="#ctx0" brushRef="#br0" timeOffset="197484.71">13003 9729 1795 0,'0'0'218'0,"10"-5"109"15,5 2-265-15,12 2-147 0,4-2-126 16,4-1-369-16,0 3 477 15</inkml:trace>
  <inkml:trace contextRef="#ctx0" brushRef="#br0" timeOffset="197652.28">13221 9744 2375 0,'4'-1'186'0,"3"1"-3"16,7 0-218-16,12-2-308 16,7 2 95-16</inkml:trace>
  <inkml:trace contextRef="#ctx0" brushRef="#br0" timeOffset="198434.15">14120 9208 1562 0,'-20'-35'149'0,"-4"4"70"15,-4 6-154-15,-7 13-47 16,-6 9 6-16,-6 23 0 16,-2 16 0-16,-5 21-12 15,2 12 0-15,4 10-6 16,3 3-12-16,13-4-21 15,9-6-15-15,17-16-9 16,7-9 3-16,17-16 25 0,8-5 17 16,12-13 12-16,9-6 14 15,15-11 1-15,3-7 15 16,11-10 9-16,3-5 0 16,3-8-6-16,5-8-15 15,-12-10-21-15,-10-5 3 16,-22-10-30-16,-18 0-12 15,-21-1-27-15,-10 0-9 0,-27 2 16 16,-17 5 11-16,-23 8 30 16,-10 10 27-16,-6 17 48 15,2 6 23-15,12 16 22 16,8 5-10-16,13 16-17 16,9 8-26-16,12 19-17 15,6 8-5-15,14 10-12 16,9 2-4-16,21 1-9 15,12-2-20-15,23-9-67 16,16-7-79-16,24-17-90 16,11-11 0-16,15-17 96 15,-6-4 81-15,-15-6 14 16,-14-1 8-16,-39 1-31 16,-14 1-195-16,-29 4 164 15</inkml:trace>
  <inkml:trace contextRef="#ctx0" brushRef="#br0" timeOffset="198917.84">14389 9742 1390 0,'1'7'35'0,"-1"3"-2"16,2 5-21-16,-3 6-5 15,-7 0-5-15,2 4-4 16,0-4-2-16,-4-6 4 15,4-3 2-15,-2-9 8 16,1-3 7-16,6-6 20 16,-1-8 55-16,4-8 36 15,4-2-8-15,-1-5-19 16,3-1-8-16,7 2-21 16,2 2-13-16,9 6-23 0,5 2-12 15,4 6-18-15,3 6-6 16,3 10 0-16,-1 5 0 15,-6 9 6-15,-4 1 0 16,-9 7 6-16,-4 2-3 16,-4 1 1-16,-3-2-2 15,1-3-62-15,-1-5-107 16,8-10-479-16,7-7 527 0</inkml:trace>
  <inkml:trace contextRef="#ctx0" brushRef="#br0" timeOffset="203468.86">3319 10154 493 0,'0'0'121'15,"0"0"159"-15,0 0-184 16,0 0-55-16,0 0-15 15,0 0-13-15,0 0-7 16,0 0 14-16,0 0 18 0,0 0 28 16,0 0 21-16,-2 16 14 15,2 1-10-15,-4 8-17 16,1 5 46-16,-2 4-70 16,0 2-23-16,1-3-36 15,-2-5-30-15,2-9-147 16,-2-7-184-16,6-12 223 15</inkml:trace>
  <inkml:trace contextRef="#ctx0" brushRef="#br0" timeOffset="203934.43">3658 10124 1123 0,'0'0'68'15,"0"0"30"-15,-1 0-61 16,1 0-14-16,-18 10-13 15,7 5-2-15,-10 11 2 16,-5 5 3-16,-7 9-3 16,-3 2 1-16,-5-1-7 15,0-1-2-15,2-8-17 16,4-7-20-16,10-12-184 0,6-9 147 16</inkml:trace>
  <inkml:trace contextRef="#ctx0" brushRef="#br0" timeOffset="204133.77">3418 10205 1390 0,'8'0'72'0,"2"4"49"16,5 5 10-16,2 7-59 15,3 6-12-15,8 4-39 16,0 1-3-16,8-2-30 15,-1-3-63-15,-3-9-234 16,-3-4 253-16</inkml:trace>
  <inkml:trace contextRef="#ctx0" brushRef="#br0" timeOffset="204634.21">3859 10196 1264 0,'0'0'72'0,"0"0"38"15,0 0-77-15,-8 7-8 16,6 11-19-16,1 6 0 0,-4 9-2 16,1 3 0-16,-5 2 0 15,4-4-2-15,-3-8 1 16,0-6-3-16,3-10 2 16,-4-5 2-16,3-7 4 15,3-5 19-15,-2-7 33 16,2-3 14-16,1-6 13 15,2-3-6-15,6-4-22 16,4 2-17-16,8-1-24 16,2 2 0-16,3 4-15 15,4 2 6-15,1 7-6 16,-1 3 0-16,-3 10-15 16,-2 6 0-16,-8 11 3 15,-3 7 3-15,-6 14 21 16,-4 3 9-16,-1 4-9 0,-1 0 0 15,1-8-48-15,3-3-77 16,4-14-282-16,6-6 324 16</inkml:trace>
  <inkml:trace contextRef="#ctx0" brushRef="#br0" timeOffset="210700.92">3287 10567 252 0,'0'0'48'0,"0"0"41"15,0 0-26-15,0 0 14 16,0 0-6-16,0 0-5 16,0 0 2-16,0 0 8 15,23 6 17-15,-8-1 16 16,13-1-2-16,8-1-6 15,13-3-16-15,4-3-17 16,8-4-33-16,0-1-10 0,9-2-14 16,0 2-3-16,0 1-4 15,-3 2 0-15,-10 1-4 16,-2 1 0-16,-10 1-20 16,-3-1-38-16,-10 1-296 15,-7 0 208-15</inkml:trace>
  <inkml:trace contextRef="#ctx0" brushRef="#br0" timeOffset="211101.11">3409 10714 1125 0,'-4'-1'35'15,"1"1"-4"-15,2 3-22 0,7-1-1 16,7-1-4-16,10-1 29 16,6 0 9-16,12-2 17 15,6-1 8-15,8 1-18 16,8 0-14-16,5-1-18 16,1 1-5-16,3-2-12 15,-1 0 2-15,-1-3-16 16,1-1-32-16,-9-2 24 15</inkml:trace>
  <inkml:trace contextRef="#ctx0" brushRef="#br0" timeOffset="-213411.97">3746 11340 1293 0,'-8'-8'80'16,"-1"2"130"-16,-3 3-201 16,-1 3-6-16,-4 4-3 15,-5 5 0-15,-6 10 3 16,-8 7-3-16,-9 14 0 15,-4 9 6-15,-17 17-3 0,-6 10 3 16,-17 15-3-16,-9 3-3 16,-8 1-21-1,-2-6-15-15,4-15-1 0,4-7 2 16,16-23-8-16,9-11-13 16,17-23-85-16,9-10-214 15,17-19 184-15</inkml:trace>
  <inkml:trace contextRef="#ctx0" brushRef="#br0" timeOffset="-213146.59">2903 11502 1956 0,'32'44'105'0,"7"11"-48"15,6 10-33-15,13 4-15 16,4-2-3-16,3-8-9 16,1-7-18-16,-1-10-21 15,-4-6-45-15,-12-9-89 0,-7-5-33 16,-13-4 29-16,-7-2-16 15,1-5 120-15</inkml:trace>
  <inkml:trace contextRef="#ctx0" brushRef="#br0" timeOffset="-211629.77">3649 12123 1264 0,'0'0'8'0,"0"0"-6"15,0 0-2-15,0 0-2 16,0 0 2-16,0 0 0 16,0 0 6-16,0 1 1 0,0 0 13 15,0 22 5-15,4-11 4 16,2 1-2-16,0 2-11 16,0 2-3-16,0 4-13 15,-1 3 0-15,-5 4-2 16,-4 4-9-16,-4 5-16 15,-3 1-49-15,-3-2 47 16</inkml:trace>
  <inkml:trace contextRef="#ctx0" brushRef="#br0" timeOffset="-210546.22">4011 12228 1464 0,'-30'35'-16'16,"0"-1"-19"-16,3-8-125 16,2-4-97-16,5-11-146 15,-1-6 190-15</inkml:trace>
  <inkml:trace contextRef="#ctx0" brushRef="#br0" timeOffset="-210313.72">3932 12168 2037 0,'26'31'-72'0,"-1"-1"-74"0,1-5-167 16,-2-4 104-16,-4-8-2 15,-1-3-8-15,-7-7 55 16,-4-2-84-16,-2-2 193 16</inkml:trace>
  <inkml:trace contextRef="#ctx0" brushRef="#br0" timeOffset="-209896.13">4286 12216 1508 0,'-1'14'-42'0,"0"1"-3"16,0-2 8-16,1-2 12 15,0-4 27-15,-3-1 14 16,0-3 9-16,-3 0 2 16,6-3-4-16,0 0-9 15,0 0-9-15,0-1-3 0,-1-24-2 16,3 9-2-16,4-6 1 15,2-2-1-15,2 1 9 16,2 0 7-16,2 6 7 16,0 2-1-16,0 8-7 15,0 4 3-15,-1 7-10 16,0 4 3-16,-1 9 0 16,2 2 3-16,0 5 0 15,-1 0 0-15,0-2-33 16,0-2-40-16,-2-8-249 15,-3-4 212-15</inkml:trace>
  <inkml:trace contextRef="#ctx0" brushRef="#br0" timeOffset="-209463.79">4085 12127 1402 0,'-12'23'-12'0,"-6"5"-71"0,-3-1-152 16,-3 2 121-16</inkml:trace>
  <inkml:trace contextRef="#ctx0" brushRef="#br0" timeOffset="-208429.01">4930 11916 1473 0,'22'-3'8'0,"-6"5"0"16,5-1 0-16,2 0 9 0,1-1 4 16,3 0 9-16,0-2 12 15,1-2-27-15,1 0-30 16,-4-1-55-16,-1 0 6 16,-8 0-184-16,-6 3 155 15</inkml:trace>
  <inkml:trace contextRef="#ctx0" brushRef="#br0" timeOffset="-208228.11">5010 12007 1888 0,'18'6'6'0,"7"-3"-30"15,4-2-48-15,4-6-71 16,4-3 8-16,-1-3-10 16,-1-1-169-16,-3 1 161 15</inkml:trace>
  <inkml:trace contextRef="#ctx0" brushRef="#br0" timeOffset="-206627.87">6545 10921 1423 0,'-32'-13'45'0,"0"4"7"15,2 2-46-15,-1 4-6 16,2 1 0-16,-9 2 0 16,-2 2 2-16,1 0 2 15,1 1-1-15,10-1 12 16,6 2 18-16,6 0 9 16,2 1-3-16,5 6-22 15,-1 3-2-15,3 12-9 0,2 11 6 16,0 21 12-16,-1 9-6 15,1 18-3-15,-2 5-12 16,-1 7 3-16,-1 5 0 16,-2 0-6-16,-1 0 6 15,-2-5-3-15,-1-2 0 16,0-12 6-16,3-2 6 0,1-12 12 16,4-6 6-16,2-9-9 15,2-6-9-15,0-9-1 16,1-5-5-16,-3-11 3 15,0-5 0-15,1-8 3 16,0-3-3-16,4-7 21 16,0 0 3-16,0 0 9 15,0 0 3-15,0 0-13 16,16-4-5-16,3-1-12 16,7-1-12-16,15 1 0 15,6 1-6-15,24 0 0 16,10 0 0-16,8-1-54 15,8-1-50-15,11-1-120 16,4 0-105-16,4-2 263 16</inkml:trace>
  <inkml:trace contextRef="#ctx0" brushRef="#br0" timeOffset="-206057.76">7078 11341 2001 0,'-16'2'87'15,"-1"10"-60"-15,2 8-33 0,-5 22 6 16,-4 11-6-16,-13 25 6 16,-7 11 3-16,-8 9 6 15,-5-3 0-15,-2-15-6 16,1-13-21-16,7-24-108 16,6-13-86-16,10-26 96 15</inkml:trace>
  <inkml:trace contextRef="#ctx0" brushRef="#br0" timeOffset="-205813.57">6664 11465 2192 0,'0'0'281'0,"1"18"77"0,13 9-334 15,8 23-69-15,10 7-8 16,8 4-7-16,0-4-21 16,2-11-59-16,-1-6 4 15,-8-12 6-15,-2-6-19 16,-11-11-222-16,-5-3 243 16</inkml:trace>
  <inkml:trace contextRef="#ctx0" brushRef="#br0" timeOffset="-205612.62">7136 11994 2887 0,'-4'73'-35'15,"4"2"-39"-15,0-4-117 16,1-8-189-16,6-16 97 16</inkml:trace>
  <inkml:trace contextRef="#ctx0" brushRef="#br0" timeOffset="-205163.97">7879 11761 2252 0,'34'2'-60'16,"8"-6"-65"-1,3-3-15-15,1-4 8 0,0 0 39 16,-2-1 31-16,-5 1-35 16,-3-1-232-16,-2 1 226 15</inkml:trace>
  <inkml:trace contextRef="#ctx0" brushRef="#br0" timeOffset="-204866.75">9378 11690 1158 0</inkml:trace>
  <inkml:trace contextRef="#ctx0" brushRef="#br0" timeOffset="-204679.29">9652 11717 1285 0,'21'-8'-60'0</inkml:trace>
  <inkml:trace contextRef="#ctx0" brushRef="#br0" timeOffset="-204513.41">10148 11694 2082 0,'38'-8'-478'15,"5"-9"351"-15</inkml:trace>
  <inkml:trace contextRef="#ctx0" brushRef="#br0" timeOffset="-204330.25">10886 11632 2402 0,'16'-6'34'0,"6"-2"-117"15,7 0-278-15,17-4 110 16</inkml:trace>
  <inkml:trace contextRef="#ctx0" brushRef="#br0" timeOffset="-204161.52">11395 11604 1864 0,'8'5'179'16,"5"-1"57"-16,3 2-157 16,7-4-206-16,1-4-112 15,8-8-431-15,3-4 509 16</inkml:trace>
  <inkml:trace contextRef="#ctx0" brushRef="#br0" timeOffset="-204012.41">11869 11572 1744 0,'21'6'132'0,"5"-2"14"16,6-1-95-16,6-3-129 15,3-6-89-15,7-5 83 16</inkml:trace>
  <inkml:trace contextRef="#ctx0" brushRef="#br0" timeOffset="-203829.23">12552 11572 2767 0,'0'0'68'0,"15"-5"-53"0,0 2-142 15,10-6-254-15,7 1 40 16</inkml:trace>
  <inkml:trace contextRef="#ctx0" brushRef="#br0" timeOffset="-202846.49">7345 11855 1726 0,'1'0'-24'0,"0"0"0"16,0 1 4-16,1 0 20 16,26 17 3-16,-28-18 20 15,1 1 1-15,20 16 6 16,-10-12-9-16,2-4-12 15,-2-1-3-15,4-3-9 16,-1-4-6-16,0-2-3 16,1-1 0-16,-11 0 6 0,-4 1 6 15,-6 1 0-15,-4 1-6 16,-3 2 6-16,3 1 9 16,-3 2 33-16,1-1 27 15,-1 3 38-15,0 1 4 16,2 3-9-16,3 1-28 15,2 1-41-15,2 0-15 0,3 0-24 16,4-1 0-16,2 0 3 16,-1-2-9-16,7-3 12 15,2-1 0-15,1-3 0 16,4-2 6-16,-5 0-3 16,-3 1 3-16,-4 2 0 15,-6 3-3-15,0 0 6 16,0 0 3-16,-1 0 1 15,-14 6 3-15,0 0-2 16,1 1-2-16,2 2 12 16,1 2 2-16,6 0 1 15,4 0-6-15,4 1-12 16,6 1-4-16,2 0-3 16,3-1 3-16,1-2-2 15,-3 2-3-15,-2 2-5 16,-4 2-3-16,-13 9-7 0,-7 8-1 15,-20 17-3-15,-13 5 3 16,-17 13 13-16,-6 0 1 16,5-10-42-16,10-10-128 15,54-47 89-15</inkml:trace>
  <inkml:trace contextRef="#ctx0" brushRef="#br0" timeOffset="-201810.26">13945 10988 1720 0,'0'-1'165'0,"-9"-3"32"16,-3 16-104-16,-7 20-67 0,-5 14-17 15,-10 19 24 1,-8 8 6-16,-9 6 32 0,-5-2-2 16,-9-4-14-16,-3-4-9 15,-4-12-64-15,2-6-51 16,8-19-115-16,10-10-138 16,17-22-216-16,10-12 414 15</inkml:trace>
  <inkml:trace contextRef="#ctx0" brushRef="#br0" timeOffset="-201611.79">13189 11204 2076 0,'1'-5'285'16,"4"2"23"-16,11 9-244 16,7 9-36-16,21 12-28 15,7 6-2-15,16 4-24 16,3 0-15-16,0-2-50 15,-2-2-54-15,-4-3-8 16,-5-1-65-16,-8-2-27 16,-4-3-62-16,-12-4 247 15</inkml:trace>
  <inkml:trace contextRef="#ctx0" brushRef="#br0" timeOffset="-201213.35">14006 11506 2324 0,'0'0'172'0,"-7"16"93"16,7 3-287-16,0 2-42 16,6 4-75-16,-1-2-12 0,-1-6-6 15,1-4 2-15,-5-7 110 16,-4-3 45-16,-5-8 69 15,-3-3 6-15,1-8-22 16,2-3-23-16,5-4-36 16,3-5-9-16,6 0 12 15,7 2 3-15,4 3-21 16,5 6 6-16,4 8 6 16,0 3 9-16,-1 9 42 15,0 2 6-15,-4 6 11 16,0 5-9-16,-1 4-4 15,2 4-12-15,2 0-13 16,1-1-16-16,3-5-98 16,-1-7-89-16,5-10 60 15</inkml:trace>
  <inkml:trace contextRef="#ctx0" brushRef="#br0" timeOffset="-200529.84">14434 10817 2309 0,'0'0'53'0,"8"9"-48"0,8-1-72 16,13-2-55-16,9-3 14 16,17-6 45-16,1-3 21 15,-2-4 87-15,-5-2 36 16,-12 1 20-16,0 1-11 16,-3 3-50-16,1 1-26 15,-6 2-14-15,-4 1 2 0,-4 2 0 16,-7 1-2-16,-3 3 6 15,-5 1-1-15,-4 9 19 16,2 6 10-16,-8 21 11 16,-2 13 6-16,-6 26-20 15,-2 9-6-15,-1 8-17 16,1-2-5-16,7-11 3 16,4-4-3-16,5-6-3 15,3-1 0-15,0-2 0 16,0 0 2-16,-1 1 5 15,-1 0-31-15,-4 0-8 16,-3-2 1-16,-10-5-7 16,-7-7 10-16,-10-10 33 15,-6-4 42-15,-6-18 51 16,-5-5 3-16,-23-14-37 16,-8-6-27-16,-8-16-66 0,-4-7-56 15,14-20-127-15,7-8 84 16</inkml:trace>
  <inkml:trace contextRef="#ctx0" brushRef="#br0" timeOffset="-191247.63">18106 8259 1309 0,'-8'0'73'16,"1"12"71"-16,-1 12-127 15,1 22-19-15,-4 15 2 16,-6 21 0-16,-2 6 0 16,-10 12 0-16,4-1 0 15,-1-8 0-15,2-7 2 16,5-23-2-16,0-13 0 15,6-25 0-15,2-11 2 0,1-19 0 16,3-10-2-16,2-21 0 16,4-11-2-16,5-17 2 15,3-9 2-15,6-8 4 16,1-1 0-16,10-9 3 16,2 1 0-16,8 7 9 15,3 11 6-15,-4 28 35 16,-3 16 13-16,-13 26-9 15,-5 13 0-15,-7 24-30 16,-3 13-15-16,-1 23-1 16,-1 8-2-16,2-1-12 15,2-5-3-15,5-15-6 16,2-9 0-16,0-13 3 16,1-8-3-16,-1-14 0 15,0-9 6-15,0-16 0 0,3-9 6 16,2-15 12-16,1-10-12 15,3-13-6-15,1-8 0 16,-1-6 3-16,2 0 0 16,4 10-3-16,-3 11 3 15,3 22 0-15,-2 12-9 16,-7 26 9-16,-1 14 0 16,-11 25 3-16,-5 13 0 15,-6 19 0-15,-2 3-3 16,1-7-15-16,2-6-24 0,7-19-62 15,4-8-52-15,6-15-121 16,3-7 199-16</inkml:trace>
  <inkml:trace contextRef="#ctx0" brushRef="#br0" timeOffset="-190480.47">18748 8609 1278 0,'-14'4'50'0,"1"2"28"15,3 8-73-15,2 4-3 0,2 7-2 16,3 4 0-16,1 6 2 16,1 1 0-16,2-5 0 15,2-3 0-15,7-11-2 16,5-6 0-16,4-13 0 15,3-6 0-15,1-11 0 16,-1-2 8-16,-2-2 3 16,-2 1 5-16,-4 4 1 15,-2 3-1-15,-3 6-8 16,-2 2-4-16,-3 5-4 16,-4 2-4-16,0 0 0 15,0 0-4-15,0 0 4 16,0 0 0-16,0 0 6 15,0 0 6-15,-1 0-2 16,0 0-2-16,0 1 0 16,1 0-4-16,-1 0 0 0,0 0 0 15,0 0-4-15,0 0 2 16,1-1 2-16,0 1 0 16,0 0 6-16,0-1-1 15,0 0-1-15,0 0 0 16,0-1-2-16,7-22-2 15,-5 12 0-15,0-2 0 16,2-3-2-16,-1-1 2 0,1-4-2 16,-2 1 2-16,0 6 0 15,-1 2 0-15,-1 12 2 16,0 0 2-16,1 15 6 16,-3 7-3-16,-2 11 3 15,-2 6 4-15,0 6-5 16,2-2-3-16,4-3-6 15,0-5 6-15,5-11-3 16,1-6-3-16,0-12-27 16,1-7-7-16,1-18 22 15</inkml:trace>
  <inkml:trace contextRef="#ctx0" brushRef="#br0" timeOffset="-190247.22">19179 8234 1774 0,'0'27'105'0,"-2"11"5"0,0 31-116 15,-2 13 3-15,-4 9-12 16,0-1-38-16,-3-9-186 15,1-9-15-15,0-17-153 16,1-7 175-16</inkml:trace>
  <inkml:trace contextRef="#ctx0" brushRef="#br0" timeOffset="-189813.45">18958 8683 2109 0,'7'-5'179'16,"5"-1"15"-16,12 0-178 15,5-2-18-15,17-1-22 16,2-1-46-16,9-1-104 16,1 3-80-16,-5 3 9 0,-4 4 75 15,-17 7 133-15,-7 5 6 16,-13 7-6-16,-5 4-2 15,-1 5 12 1,0 3 14-16,-1 3 20 0,1 0 3 16,0-2 2-16,-4-3-1 15,1-8-5-15,-3-5 0 16,-7-11-4-16,0-7-2 0,-10-11-16 16,-4-6-20-16,-2-9-17 15,-1-3 3-15,0-5 23 16,5 1 17-16,3-2 14 15,6 2 2-15,10 6-4 16,4 2 5-16,8 8 9 16,3 3 7-16,5 7 12 15,-1 2 6-15,1 4-3 16,0-2-3-16,5-3-19 16,4-2-16-16,7-6-2 15</inkml:trace>
  <inkml:trace contextRef="#ctx0" brushRef="#br0" timeOffset="-189480.38">19945 8600 1738 0,'-15'-5'180'16,"4"2"80"-16,1 0-341 0,4 3-263 16,6 0 22-16,0 0-6 15,0 0-34-15,0 0 212 16,0 0 168-16,0-1 255 16,-1 0-9-16,-21-7-109 15,7 15-64-15,-5 7-50 16,-2 3-16-16,-4 6-15 15,1 4-7-15,-3 2-1 16,-2 4 0-16,2-4-9 16,1-4-22-16,2-10 15 15</inkml:trace>
  <inkml:trace contextRef="#ctx0" brushRef="#br0" timeOffset="-189297.67">19619 8596 1520 0,'22'23'99'15,"9"0"23"-15,4 3-62 16,14 0-51-16,4-1-36 16,1-8-206-16,-2-4 201 15</inkml:trace>
  <inkml:trace contextRef="#ctx0" brushRef="#br0" timeOffset="-188522.01">20563 8366 1616 0,'-8'58'98'0,"-2"4"-41"0,-3 4-78 16,0-3-6-16,0-9-6 16,3-4 1-16,2-13 17 15,4-6 3-15,-2-14 18 16,3-12 21-16,-1-11 11 15,-2-10-5-15,6-11-12 16,0-4-9-16,5-6-12 16,3 1-3-16,0 1-24 15,3-2-9-15,3 3 7 16,0 2 5-16,7 7 18 16,2 6 6-16,-3 11 3 15,0 4 0-15,-6 10 15 16,-4 5 5-16,-2 10 10 15,-4 1-3-15,0 4-6 16,-2-3-9-16,4-4-9 16,0-3-6-16,1-7-3 0,2-1-12 15,0-4 0-15,-2-2 0 16,-3-2 6-16,-1-2 3 16,1-4 6-16,0-2 6 15,3-5-6-15,3-4 6 16,5-5-3-16,5-6 0 15,6-4-3-15,3-1-3 16,3 8 3-16,-4 6 0 0,-5 14 0 16,-5 7 0-16,-9 17 0 15,-5 8 3-15,-4 12 3 16,-1 1 6-16,-2-1-9 16,2-3-3-16,3-10-15 15,3-7-21-15,4-9-104 16,1-7 28-16,3-9 68 15</inkml:trace>
  <inkml:trace contextRef="#ctx0" brushRef="#br0" timeOffset="-188162.87">21073 8444 1429 0,'-5'23'41'15,"0"3"-10"-15,1 0-24 16,2 0-5-16,1-2-2 16,2-9 2-16,2-3-2 15,4-9 4-15,1-2-10 16,4-5 4-16,4-4 0 16,6-5-2-16,8-3 10 15,1-4-10-15,-3-1 1 0,-4-3-13 16,-5 1-7-1,-4 2 5-15,-4 2 1 16,-7 5 13-16,-4 6 14 0,0 8 9 16,-4 3 2-16,-2 14 3 15,2 8-7-15,1 9-1 16,-1 3-5-16,8-1-2 16,2-4 0-16,7-12-58 15,3-7-108-15,5-12 97 16</inkml:trace>
  <inkml:trace contextRef="#ctx0" brushRef="#br0" timeOffset="-187974.46">21565 8033 2172 0,'2'39'104'15,"-2"15"-71"-15,-2 13-33 16,-8 11-36-16,-1 2-71 16,-4-9-249-16,3-8-138 15,6-16 351-15</inkml:trace>
  <inkml:trace contextRef="#ctx0" brushRef="#br0" timeOffset="-187763.82">21803 8076 1983 0,'-5'47'174'0,"-2"13"54"15,-2 9-212-15,1 11-51 16,0-1-88-16,-1-5-274 15,-1-8-226-15,-1-14 442 16</inkml:trace>
  <inkml:trace contextRef="#ctx0" brushRef="#br0" timeOffset="-187397.12">21619 8381 1918 0,'1'-5'212'16,"10"-1"69"-16,5 0-241 0,16 1-99 15,6-1-60-15,0 0-123 16,0 3 15-16,-7 1 90 16,-7 3 62-16,-7 3 72 15,-5 2 0-15,-1 1-24 16,-1 1 0-16,3-1-24 15,7-2-17-15,-1 0-29 16,3 0 6-16,-7 2 31 16,-1 0 25-16,-10 3 59 15,-5 2 14-15,-4 4 15 16,-8 3-1-16,1 5-13 16,-2 1-8-16,1 0-14 15,8-2-7-15,3-6-10 16,5-5-10-16,-3-12 6 15</inkml:trace>
  <inkml:trace contextRef="#ctx0" brushRef="#br0" timeOffset="-186947.31">21971 8258 1318 0,'13'-20'72'15,"5"4"15"-15,2 7-23 0,6 13-19 16,1 5-18-16,-1 15-24 15,0 7 0-15,-8 15 9 16,-4 8 3-16,-12 13 0 16,-4 4-9-16,-5-1-57 15,-3 1-33-15,2 2 0 16,-1 1-5-16,1 2 14 16,-1-4 20-16,1-14 44 15,1-3 11-15,-2-17 27 16,0-7 12-16,1-13 15 15,1-13 10-15,7-18 5 16,0-8-3-16,8-24 61 16,3-12 1-16,8-22-50 15,5-13-7-15,6-10-29 16,5-2-30-16,-2 11-12 16,-3 13 0-16,-7 23 3 15,-4 17 0-15,-2 19-9 16,1 9-6-16,5 10-18 0,1 6-8 15,-4 12-13-15,-2 9-9 16,-18 16 21-16,-11 5 15 16,-17 6 15-16,-6-2 12 15,-4-12-36-15,2-6-68 16,5-18-131-16,5-7 158 0</inkml:trace>
  <inkml:trace contextRef="#ctx0" brushRef="#br0" timeOffset="-186747.2">22576 7984 2091 0,'19'34'128'0,"-8"18"-38"15,-5 14-66-15,-13 15-35 16,-4 4-74-16,-1-7-237 15,3-6-127-15,9-14 4 16,2-12 174-16</inkml:trace>
  <inkml:trace contextRef="#ctx0" brushRef="#br0" timeOffset="-186580">22801 8482 1477 0,'-8'18'33'0,"2"-6"-42"15,6-11-327-15,0 0 234 16</inkml:trace>
  <inkml:trace contextRef="#ctx0" brushRef="#br0" timeOffset="-186469.32">22901 8209 1388 0</inkml:trace>
  <inkml:trace contextRef="#ctx0" brushRef="#br0" timeOffset="-186246.79">22993 8384 1959 0,'-16'20'-27'16,"9"-3"-35"-16,6-2-13 15,9-7-95-15,8-3 42 0,11-8-173 16,8-6 185-16</inkml:trace>
  <inkml:trace contextRef="#ctx0" brushRef="#br0" timeOffset="-185879.01">23236 8352 2043 0,'-20'27'-6'0,"14"-5"-15"16,6-4-6-16,10-8-24 16,3-4-26-16,7-9 11 15,3-5 9-15,4-6 21 0,2-1 27 16,-3-3 3-16,-6 0 0 15,-1-1 9-15,-3 1 3 16,0 2 0-16,-3 1 0 16,0 8 6-16,0 4 15 15,-5 6 39-15,0 7 21 16,-4 9-4-16,0 5-5 16,-3 9-45-16,-1 3-15 15,4-2-15-15,0-3-3 0,5-9-54 16,2-8-57-16,2-11-107 15,2-7-46-15,-1-18 196 16</inkml:trace>
  <inkml:trace contextRef="#ctx0" brushRef="#br0" timeOffset="-185697.34">23703 8303 2486 0,'-12'62'-146'0,"0"-14"-474"0,0-7 404 16</inkml:trace>
  <inkml:trace contextRef="#ctx0" brushRef="#br0" timeOffset="-185046.93">23564 8417 971 0,'0'-14'71'16,"3"4"-25"-16,0 3 14 16,3 2 37-16,1 0 11 15,4-3-9-15,4-3-23 16,13-6-24-16,4 1-10 0,13 0-27 16,3 2 3-16,-1 8 26 15,-2 3-2-15,-15 10 3 16,-5 5-9-16,-11 9-36 15,-4 1-9-15,-8 7-15 16,-2-1-3-16,-3-3-3 16,-1-2 9-16,4-9 12 15,0-5 9-15,0-9 3 16,0 0 9-16,6-9 6 16,-3-5 15-16,0-8 27 15,-2-3 6-15,4-7 2 16,1-1-17-16,6-1-36 15,4 0-15-15,6 7-9 16,0 5 6-16,3 11 3 0,-4 7 6 16,-4 11-3-16,-1 6 0 15,-9 10-6-15,-3 2-3 16,-1 1 12-16,-3 0-6 16,0-4 9-16,1-2 0 15,2-3 0-15,2-3 0 16,2-4 9-16,3-3 9 0,1-7 21 15,4-4 2-15,1-6 7 16,2-3-12-16,-1-6-20 16,-3-2-4-16,0-3-2 15,-1 0 2-15,3 3 14 16,1 1 0-16,7 5-8 16,4 3-3-16,0 11-19 15,-1 5-2-15,-7 10-3 16,-7 4-4-16,-3 5 4 15,-6-2 0-15,3-1 0 16,0-4 5-16,8-7-4 16,3-2-3-16,9-7 2 15,7-3-5-15,3-5 0 16,6-1-10-16,-6 3-43 16,-4-1-32-16,-11 2-137 15,-8 2-78-15,-14 2 162 16</inkml:trace>
  <inkml:trace contextRef="#ctx0" brushRef="#br0" timeOffset="-184513.11">19839 9017 2181 0,'99'-8'176'15,"21"-1"43"-15,19 2-187 16,36 0-29-16,15 0 0 16,21-2-1-16,9-2 0 15,12-3-2-15,-9-3 0 0,17-3 0 16,-5 1-4 0,-17 0 1-16,1 2-1 0,-31 5-1 15,-10 3-5-15,-27 0-126 16,-16 0-119-16,-37 0 91 15</inkml:trace>
  <inkml:trace contextRef="#ctx0" brushRef="#br0" timeOffset="-180779.81">17692 9445 841 0,'3'-15'73'0,"-1"5"46"15,-2 10-45-15,-1 7-12 16,-6 15-6-16,-5 21-17 16,-7 11 4-16,-1 14-20 15,-1 0-9-15,1-5-9 16,5-8-3-16,4-20 4 0,4-8-2 15,2-16 12-15,5-11 13 16,1-3 9-16,5-13-3 16,6-11-15-16,0-5-17 15,1-7-4-15,-2-3-5 16,-4-4 8-16,1-4 3 16,-2-5-5-16,-1 4 4 15,3 7-2-15,-1 7 4 0,4 13 8 16,0 10 1-16,2 15 34 15,2 12 26-15,4 23 35 16,-1 10 7-16,-1 17-16 16,-1 6-29-16,-4-1-54 15,-1-4-30-15,1-14-60 16,-1-9-8-16,0-12-19 16,-4-8 3-16,-6-10 10 15,-1-11-4-15,0 0 13 16,-13-7-33-16,3-10 65 15</inkml:trace>
  <inkml:trace contextRef="#ctx0" brushRef="#br0" timeOffset="-180614.27">17539 9787 864 0,'-25'-4'132'0,"6"-2"117"0,11 0-150 15,14 0-37-15,8 0-4 16,14 0-25-16,2 0-12 15,9 3-17-15,1-2-2 16,0 3-47-16,0-2-54 16,-5-2 55-16</inkml:trace>
  <inkml:trace contextRef="#ctx0" brushRef="#br0" timeOffset="-180029.19">17413 10057 1522 0,'9'1'70'15,"5"0"55"-15,18-1-149 16,11 0 1-16,13-5 26 16,6-1 5-16,0 1 19 15,-3 0 3-15,-4 1-15 16,-5 3 0-16,-2-2-9 16,-4 2-3-16,-10-1-12 15,-3 0-89-15,-13-1-288 16,-5 0 285-16</inkml:trace>
  <inkml:trace contextRef="#ctx0" brushRef="#br0" timeOffset="-179363.31">18582 9771 1092 0,'9'0'137'0,"6"0"268"16,6 0-307-16,12 0-95 15,0 0-3-15,4-3-9 16,-1 0-33-16,-5-1-38 15,-5 1 4-15,-7 0-21 16,-7 0-126-16,-12 3 142 16</inkml:trace>
  <inkml:trace contextRef="#ctx0" brushRef="#br0" timeOffset="-179178.45">18650 9877 1285 0,'-1'1'105'0,"0"0"246"0,0 0-279 16,-7 12-45-16,28-14-15 16,9-2-3-16,10-3-6 15,4-2-30-15,-1 2-114 16,0 0-45-16,-8 3 138 16</inkml:trace>
  <inkml:trace contextRef="#ctx0" brushRef="#br0" timeOffset="-175878.97">19698 9423 415 0,'-16'-3'49'0,"-2"2"67"16,-2 0-41-16,-4 0-59 0,-2 1-9 15,-2 2-3 1,-1-1 1-16,-4 3 17 0,-2-2 19 16,0 1 41-16,-1 0 21 15,0 0 15-15,4 1-33 16,4 1-23-16,3 0-15 15,7 0-24-15,3 0-6 16,4 2-7-16,4 1 2 16,5 1 1-16,2 3 3 0,2 3 1 15,5 5 5-15,4 11-5 16,-1 11 0-16,1 17-7 16,-2 12-6-16,-4 17-2 15,-1 6-2-15,-3 5-4 16,-1 2 0-16,-1 0-2 15,-3-2-1-15,-2 1 3 16,-1-2 0-16,-1-8 4 16,0-6 0-16,-2-5 2 15,2-2 0-15,1-2 4 16,1-2-1-16,3-9 1 16,1-7 0-16,3-18 2 15,3-7-2-15,-1-13 1 16,1-6-1-16,-2-7-4 15,0 0 0-15,1-2 0 0,1 0-2 16,2 0 8-16,3-2-1 16,5 0 3-16,3-1-2 15,9-4-6-15,3-1 0 16,11-4-4-16,5-2-4 16,7-2 0-16,5 1 0 15,7 1 2-15,5 2 4 16,8 3 0-16,3 3-5 0,3 2-55 15,4 4-70-15,0 4 70 16</inkml:trace>
  <inkml:trace contextRef="#ctx0" brushRef="#br0" timeOffset="-169629.42">19685 9694 455 0,'0'-6'104'0,"1"-2"153"15,2-1-186-15,3 2-35 16,4 0 15-16,3 1 24 16,0 1-5-16,5 1-8 15,-2 1-6-15,2 5-23 16,0 2-14-16,-4 4-11 15,-3 1-4-15,-2 4-2 16,-3 1-2-16,-4 4 0 16,-3 1-2-16,-7 0 0 15,-4-1-2-15,-3-2 4 16,1 0 0-16,-3-3 0 16,3-1 6-16,-5-4 4 15,3 0 7-15,0-3 10 16,3-1 4-16,7-4 0 15,6 0-4-15,-1 0-7 16,0-1-3-16,1 0-3 0,-4-25-3 16,14 18-1-16,1-1-6 15,7 1-2-15,2 2 0 16,2 3 0-16,0 2 2 16,2 3-1-16,1 2 5 15,0 4-4-15,-2-1-4 16,-2 0-10-16,0-1-11 0,-3-2-56 15,0-4-142-15,-2-1 133 16</inkml:trace>
  <inkml:trace contextRef="#ctx0" brushRef="#br0" timeOffset="-168012.08">20593 9567 960 0,'12'-9'89'16,"-1"4"35"-16,2 3-74 16,-5 9-32-16,-2 5-10 15,-7 10-8-15,-5 5 0 16,-8 4-2-16,-2 2 2 16,-6-3 6-16,-1-3-5 0,2-5 5 15,3-6-2-15,5-8 10 16,2-3 5-16,3-6 12 15,-1-2 2-15,6-4-2 16,2-2-8-16,4-2-9 16,5 1-4-16,7-1-5 15,5 3 3-15,10 0 4 16,1 1 5-16,3 3-3 16,1 1-3-16,-5 1-9 15,1 1-9-15,-4-2-23 16,-3-2-12-16,-5-2-34 15,-5-1-23-15,-8 0-54 16,-3-1-31-16,-6 1 31 16,-4-2 44-16,-3-1 132 15,-3 1 38-15,0 0 51 0,-1 3 20 16,4 5-4-16,1 4-16 16,0 11-9-16,0 6-14 15,-1 14-33-15,0 6-11 16,2 7-33-16,2 3-16 15,2-4-331-15,3-4 244 16</inkml:trace>
  <inkml:trace contextRef="#ctx0" brushRef="#br0" timeOffset="-167263.95">19948 10215 1324 0,'-4'30'56'0,"-1"8"34"0,-3 19-89 15,1 2-8-15,0 4-77 16,2-3-166-16,1-11 144 15</inkml:trace>
  <inkml:trace contextRef="#ctx0" brushRef="#br0" timeOffset="-166347.65">20580 10269 1365 0,'10'-4'31'0,"3"1"-19"15,1-1-11-15,3 4-1 16,-1 2 0-16,-3 4 0 16,-1 3 0-16,-7 4 0 15,-3 3 0-15,-3 3-3 16,-4 2 1-16,-3 0-2 15,-3-1 2-15,-5 0 2 16,-1-2 0-16,-3-1 8 16,0-3 9-16,4-4 16 15,2-4 8-15,5-5 15 16,2-4 72-16,4-4-8 16,5-4-15-16,9-1-49 15,4-1-26-15,8 4-30 16,2 4 0-16,2 5 3 0,0 3-3 15,-2 2-33-15,1-1-35 16,-2-1-82-16,4-1-59 16,1-6-182-16,3-1 246 15</inkml:trace>
  <inkml:trace contextRef="#ctx0" brushRef="#br0" timeOffset="-165529.36">20859 9357 1309 0,'0'0'69'16,"0"0"65"-16,15-1-114 0,8 3-22 15,5 0 2-15,6-1 3 16,1 0-3-16,-3 0 2 15,-1 1-2-15,-3 1 0 16,-2-1 2-16,-2 0-2 16,-2 0 0-16,-5-1 4 15,-3 2-4-15,-4 0 0 16,-4 2 2-16,0 3-4 16,-2 3 2-16,-2 8 0 15,0 6-2-15,-4 18 4 16,0 11-2-16,-6 17 2 15,-3 5-2-15,-3 8-6 16,-6 1 2-16,6 3-1 16,3-1-3-16,4-4-2 0,5-3 1 15,4-3 1-15,2-1 2 16,5-1 6-16,2-4 0 16,1-4 0-16,0-3 0 15,-8-10 2-15,-1-2-2 16,-7-10 2-16,-3-3 0 15,-5-4-2-15,0 2 4 16,-6-5 1-16,-2-5 5 0,-4-7 8 16,-3-7 11-16,-1-5 10 15,-4-2-3-15,-1 1-24 16,1-1-12-16,-4 1 0 16,1-1-9-16,-5-2-66 15,-3-1-21-15,-2-8 57 16</inkml:trace>
  <inkml:trace contextRef="#ctx0" brushRef="#br0" timeOffset="-163647.93">22234 9326 557 0,'0'-11'109'0,"0"2"130"15,0 1-139-15,0 8-35 16,0 0-26-16,0 0-8 16,0 0 2-16,3 18 12 15,-3-6 3-15,-2 3 2 16,-2 1-7-16,-1 1-20 16,-1 1-5-16,1-4-9 0,-1-1-1 15,5-6 2-15,1-7 2 16,0 0 13-16,0 0 12 15,0 0-5-15,-7-8 24 16,6-6-20-16,3-5-15 16,0-4-6-16,3-1 2 15,6-5 10-15,3-1 6 16,8-2-9-16,7 1 6 0,11 6-9 16,4 5-9-16,7 11 3 15,-6 8-12-15,-13 8-21 16,-6 6-6-16,-14 6-12 15,-6 3-3-15,-12 1 9 16,-6 0 7-16,-10-1 5 16,-5-3 3-16,-4-4 18 15,-2 1 15-15,-1-2 38 16,1 0 19-16,8 2 15 16,6-1-10-16,11-3-47 15,7 0-9-15,8-5-12 16,8-2-12-16,22 1 12 15,8 1-6-15,11 5-3 16,1 5 0-16,-12 7-15 16,-9 5-18-16,-24 1-12 0,-15-1-2 15,-28-3 8-15,-13-4 9 16,-16-7 12-16,-3-4 9 16,4-7 0-16,2-4 6 15,9-8 3-15,9-4-21 16,9-8-185-16,11 0 1 15,21-6 125-15</inkml:trace>
  <inkml:trace contextRef="#ctx0" brushRef="#br0" timeOffset="-162912.75">22848 9387 1382 0,'15'1'2'16,"3"0"6"-16,2-1 8 16,6 0 15-16,2-1 1 15,1-4-8-15,1 1-11 16,-3 0-69-16,0 0-70 0,-4 3-197 16,-5 1 141-16</inkml:trace>
  <inkml:trace contextRef="#ctx0" brushRef="#br0" timeOffset="-162730.48">22977 9512 1667 0,'28'-3'3'15,"3"-3"-21"-15,6 0-104 16,0 0-14-16,-5 0 72 31</inkml:trace>
  <inkml:trace contextRef="#ctx0" brushRef="#br0" timeOffset="-161513.91">23563 8955 1454 0,'-28'11'2'0,"0"1"0"16,0-2 0-16,-1 1 0 16,3-2 2-16,5-2 3 15,2 0 5-15,7-2 4 16,4 2 1-16,9 4 4 16,2 5 17-16,6 14 4 15,3 7-12-15,1 15-12 16,-3 6-7-16,-1 11-2 15,-8 10-3-15,-8 23-6 16,-2 10-3-16,-7 21-20 16,-2 4-16-16,-1 6-36 0,-2 3 40 15,2 0 12-15,4-4 5 16,2-13 18-16,2-10 8 16,-3-8 9-16,-3-5 3 15,-3-2 1-15,-3-5 13 16,3-10-10-16,1-10-3 15,5-20 15-15,2-6 26 16,8-24 52-16,4-7 29 0,4-12 16 16,3-6-19-1,8-7-73-15,5-3-32 0,8-5-25 16,5-2-7-16,12-1-21 16,6 1-9-16,9 1-52 15,1 5-37-15,4 3-49 16,-3 2-38-16,-4 5-124 15,-1 0 255-15</inkml:trace>
  <inkml:trace contextRef="#ctx0" brushRef="#br0" timeOffset="-160880.22">24070 9189 1479 0,'2'16'12'0,"0"16"7"16,-4 7 3-16,5 11-1 15,0 7 12-15,1 6-82 16,2 4 47-16</inkml:trace>
  <inkml:trace contextRef="#ctx0" brushRef="#br0" timeOffset="-159580.6">24024 10339 1522 0,'3'19'-12'15,"-2"6"-3"-15,-9 7-7 16,-2 1 7-16,-9-1 3 15,-2-1 8-15,-2-8 6 16,3-4 2-16,3-9 18 16,3-3 3-16,4-6 13 15,1-1 36-15,5-4 6 16,1 0-5-16,5-2-18 16,4 1-6-16,8 2 0 15,6 0-10-15,9 3-11 16,7 3-9-16,4 1-6 15,-1 1-15-15,3-1-57 16,-3-3-53-16,-2-2-73 16,-4-4 17-16,-12-2 65 15,-4-3-15-15,-15-3-89 16,-4-2-34-16,-9-2 132 0,-2-1 109 16,-6-1 228-16,1-1-12 15,1 3-70-15,1 4-42 16,3 8-38-16,4 5 11 15,-1 12-1-15,-2 7-28 16,1 14-29-16,-2 9-15 0,0 8-6 16,2 2-9-16,2-4-134 15,1-7-38-15,5-8 113 16</inkml:trace>
  <inkml:trace contextRef="#ctx0" brushRef="#br0" timeOffset="-158598.02">24370 9156 1619 0,'17'-1'-91'16,"11"-2"44"-16,3-1 10 15,0-10 35-15,-1-1 8 16,-1-1 8-16,-4-1-3 16,-1 7-3-16,-4 2-2 0,-4 3-6 15,0 3 0-15,-6 6 0 16,-1 6-2-16,-5 12-2 15,-4 7 2-15,0 15-2 16,-4 8 2-16,-8 6 2 16,-2 10 2-16,-11 21 2 15,-1 13-4-15,-6 21-6 16,0 8-9-16,7 6-43 16,3-2-14-16,10 5-23 15,7-1-8-15,6-8 28 16,4-7-2-16,2-22 45 15,-4 1 35-15,-5-7 72 16,-2 1 4-16,-10-4 5 16,-4-12-11-16,-4-12-36 15,-2-9-8-15,4-16 14 0,4-8 15 16,1-18 21-16,1-7 73 16,0-7 15-16,-2-1-30 15,-2-3-65-15,-5 0-30 16,-6 0-33-16,-6 3-9 15,-4 3-18-15,-5 1-15 16,1 5-24-16,2-2-5 16,1 0-61-16,6-4-68 0,15-5 123 15</inkml:trace>
  <inkml:trace contextRef="#ctx0" brushRef="#br0" timeOffset="-155014">17847 10221 1065 0,'-1'-3'81'15,"1"-2"130"-15,6-2-203 16,3 0-8-16,8-5 0 15,2 1 2-15,4 1 4 16,2 1 3-16,-2 3 7 0,-1 3-1 16,-1 5-3-16,-6 6-4 15,-4 9-10-15,-3 5 2 16,-8 8-4-16,-5 3 4 16,-10 3 0-16,1 0-2 15,-8-4 2-15,2-3 0 16,-3-9 4-16,-1-4 7 15,1-10 7-15,0-2 5 0,6-8 8 16,2-2 4-16,6-6 64 16,6-2-7-16,4 0-14 15,6 1-24-15,11 2-30 16,2 3-12-16,4 3-12 16,-1 5-3-16,-2 2-21 15,2 3-12-15,-2 2-66 16,1-2-32-16,5-4-29 15,-4-2-147-15,4-8 181 16</inkml:trace>
  <inkml:trace contextRef="#ctx0" brushRef="#br0" timeOffset="-154681.65">18296 10195 42 0,'0'0'4'0,"0"0"41"16,0-1 29-16,1 0 59 15,-1 1 30-15,1-1 83 16,-1 0-23-16,0-3-75 16,-11 17-49-16,-9 12-37 15,-4 6-12-15,-7 11-15 16,2 1-10-16,0-1-44 16,2-6-177-16,7-10 132 15</inkml:trace>
  <inkml:trace contextRef="#ctx0" brushRef="#br0" timeOffset="-154479.95">18176 10209 1409 0,'11'19'61'16,"2"9"12"-16,3 5-6 15,1 7-61-15,2 0-15 16,0-7-82-16,-3-6-41 16,1-12 76-16</inkml:trace>
  <inkml:trace contextRef="#ctx0" brushRef="#br0" timeOffset="-154145.35">18347 10246 1801 0,'5'-5'93'0,"6"-1"-63"16,4 0-60-16,9 1-33 15,0 0-9-15,0 4 3 16,-3 1 10-16,-9 7 35 15,-6 5 0-15,-9 7 18 16,-5 4 3-16,-8 4 0 0,-2 1 3 16,0-3 6-16,-1-1 3 15,7-6 18-15,0-5 9 16,5-4 11-16,5-3-5 16,4-5-6-16,8-1-12 15,14-2-12-15,6-3 0 16,10-3-75-16,3-1-83 15,1 1 80-15</inkml:trace>
  <inkml:trace contextRef="#ctx0" brushRef="#br0" timeOffset="-147315.58">22509 9840 958 0,'-7'-3'128'15,"2"1"199"-15,5 2-319 16,0 0-4-16,9-15 0 16,2 5-2-16,5-2 2 15,1 1-2-15,3 1 0 16,3 1 1-16,2 4 1 15,-5 2 0-15,-2 4 0 16,-5 4-4-16,-5 7 2 16,-4 5-2-16,-12 8 0 15,-9 3 0-15,-8 4 0 16,-2 0-2-16,-3-4 2 0,5-4 0 16,3-9 10-16,2-5 9 15,9-4 8-15,11-6 8 16,-1 0 57-16,1 0-6 15,-1-9-29-15,10 0-15 16,9-4-30-16,5 2-15 16,13 1 3-16,6 2-3 15,5 5-75-15,-1 2-89 0,-9 4-90 16,-9 1 158-16</inkml:trace>
  <inkml:trace contextRef="#ctx0" brushRef="#br0" timeOffset="-146807.37">22870 9820 1452 0,'-20'24'0'15,"-1"-1"0"-15,1-4-19 16,-1-1-18-16,4-10-56 16,1-4-54-16,5-9 83 15</inkml:trace>
  <inkml:trace contextRef="#ctx0" brushRef="#br0" timeOffset="-146631.78">22784 9770 1392 0,'4'3'60'16,"5"7"4"-16,4 4-15 15,9 6 5-15,6 4-18 16,4 2-36-16,1-3-63 0,-5-4-120 15,-2-6 125-15</inkml:trace>
  <inkml:trace contextRef="#ctx0" brushRef="#br0" timeOffset="-146415.41">23085 9847 2058 0,'-1'47'-123'0,"0"-1"-77"15,1-6 126-15</inkml:trace>
  <inkml:trace contextRef="#ctx0" brushRef="#br0" timeOffset="-145935.86">22933 9751 1365 0,'-5'12'17'0,"-2"7"-17"16,-1 3-15-16,-2 2-291 16,0-3 191-16</inkml:trace>
  <inkml:trace contextRef="#ctx0" brushRef="#br0" timeOffset="-143670.65">23051 9794 958 0,'4'-7'20'16,"-2"0"23"-16,0 1 35 15,0 1 14-15,-2 5 6 16,0 0-12-16,0 0-42 0,0 0-17 16,0 0-23-16,0 0-2 15,0 1-2-15,-8 15-2 16,1-5-8-16,5-1-7 16,-2 0-101-16,1-1 75 15</inkml:trace>
  <inkml:trace contextRef="#ctx0" brushRef="#br0" timeOffset="-140614.45">17295 11269 1276 0,'-9'17'71'16,"0"8"55"-1,-4 8-93-15,1 10-27 0,-1 4-4 16,0 6 0-16,0 1-2 15,-2 2 0-15,1-2 0 16,-1-8-2-16,3-4-2 16,2-15-2-16,0-8 1 0,5-14 1 15,2-6 0-15,4-15-8 16,6-5-13-16,1-8-8 16,1-4-2-16,4-7 14 15,-1-1 9-15,2-5 12 16,2-1 0-16,3 1 2 15,-5 2-2-15,7 3 2 16,-3 3-2-16,-3 6 10 16,3 5 7-16,-9 11 10 15,0 5 4-15,-1 16-5 16,-1 7-7-16,1 14-4 16,1 8 5-16,-1 8-3 15,0 4 18-15,3 0-8 16,0 0-15-16,3-4-18 15,1-6-33-15,0-10-46 16,-1-6-21-16,-5-14-268 0,1-6 192 16</inkml:trace>
  <inkml:trace contextRef="#ctx0" brushRef="#br0" timeOffset="-140431.58">17207 11512 2049 0,'0'-6'209'0,"12"-2"-31"15,3-1-122-15,23 1-135 16,6 0-64-16,6 0-186 16,2 1-90-16,-1 2 330 15</inkml:trace>
  <inkml:trace contextRef="#ctx0" brushRef="#br0" timeOffset="-139715">17759 11417 1388 0,'-6'9'54'0,"2"3"24"16,3 3-76-16,2 1-2 0,3 2 2 16,-1-1-2-16,0 1 2 15,-2-1 0-15,-2-1 3 16,-2-1 1-16,-2-5 0 15,1-2 8-15,4-8 7 16,0 0 0-16,-1 0 27 16,-8-14 11-16,9-4 25 15,0-4 6-15,0-4-10 16,2-4 4-16,3-2-9 16,1 1-7-16,7 2-8 15,4 0-24-15,10 4-15 16,4-3-11-16,9 7-9 15,-1 3 3-15,0 10-7 16,-7 8-6-16,-7 12-27 16,-6 7-15-16,-11 11-2 15,-7 5-13-15,-15 5-24 16,-5 0-5-16,-10-3 8 0,2-3 27 16,-6-7 63-16,-3-4 63 15,-1-3 83-15,-2-4 46 16,12-8-6-16,7-3-73 15,17-10-52-15,11-5-25 16,21-4-34-16,7-1 1 16,12 5-3-16,1 5-3 0,-9 8-4 15,0 4-2-15,-15 9-12 16,-7 2-4-16,-14 6-5 16,-8 0 1-16,-14 2 12 15,-8-2 7-15,-9-3 8 16,-5-2 5-16,-9-4 1 15,-2-2-3-15,-6-5-1 16,0-1 1-16,10-3-40 16,8-4-69-16,25-9-224 15,19-8-434-15,28-13 577 16</inkml:trace>
  <inkml:trace contextRef="#ctx0" brushRef="#br0" timeOffset="-139297.3">18427 11577 2252 0,'16'-1'140'0,"10"1"26"15,8 2-134-15,7-2-110 16,2 0-70-16,-1-3-155 16,-4 0-53-16,-9 0 130 15,-4 0 93-15,-14 2 88 0</inkml:trace>
  <inkml:trace contextRef="#ctx0" brushRef="#br0" timeOffset="-139130.91">18492 11710 2741 0,'26'-4'-44'16,"9"-2"-57"-16,8-5-139 15,2-1-181-15,2 1 203 16</inkml:trace>
  <inkml:trace contextRef="#ctx0" brushRef="#br0" timeOffset="-137465.34">17770 10600 1380 0,'4'-2'37'16,"4"-1"-2"-16,7 0-17 16,8 0 5-16,4-1 6 15,9 0 41-15,-2 0 40 16,3 3-17-16,-5-1-24 15,-6 2-36-15,-2 1-12 0,-9 1-27 16,-4 0-6-16,-12 2-54 16,-11 1-60-16,-11-3-215 15,-2 0 256-15</inkml:trace>
  <inkml:trace contextRef="#ctx0" brushRef="#br0" timeOffset="-136632.25">22887 10112 1067 0,'1'1'54'0,"1"0"-6"15,0 0 3-15,25 7-3 16,-27-8 0-16,1 0 3 16,0 0-3-16,0 0 1 15,1 0-3-15,-1 0-11 16,28 6 48-16,-28-6 0 16,15 0 7-16,-1 0 33 15,0 0-4-15,12-3-29 16,3 0-22-16,7 0-65 15,-2-1-68-15,-5 1-234 16,-7 1 194-16</inkml:trace>
  <inkml:trace contextRef="#ctx0" brushRef="#br0" timeOffset="-134681.78">18961 11633 1037 0,'2'-8'47'16,"1"0"15"-16,1 0-56 15,4 0 0-15,-1 1-4 16,-1 1 5-16,2 2 7 16,-1-1 7-16,2 1 14 15,1 0 4-15,-1 0 1 0,5 2-7 16,-2 0-13-16,0 2-7 15,-3 3-7-15,-6 3-4 16,-1 6 0-16,-4 2-2 16,-4 6 2-16,0 1-2 15,-8 0 4-15,1-1-2 0,-5-2 7 16,-6-3 9-16,3-2 19 16,-3-1 7-16,6-6 25 15,5-2 47-15,7-3-20 16,6-1 6-16,0 0-25 15,19-8-11-15,5 0-33 16,2 1-15-16,9 0-15 16,-2 3-6-16,-4 3-39 15,-3 1-21-15,-7 0-53 16,-3 0-31-16,-2-1-60 16,-1-2-10-16,2-7 130 15</inkml:trace>
  <inkml:trace contextRef="#ctx0" brushRef="#br0" timeOffset="-134377.93">19414 11543 1359 0,'-25'11'56'16,"-3"3"20"-16,-2 7-66 15,-1 3-3-15,0 0-7 16,2-1-13-16,5-8-98 15,4-3-189-15,9-12 149 16</inkml:trace>
  <inkml:trace contextRef="#ctx0" brushRef="#br0" timeOffset="-134198">19216 11585 1249 0,'0'0'89'0,"1"0"75"16,18 4-123-16,-4 5 20 16,5 4-25-16,4 2-12 15,3 2-45-15,3-2-87 16,-4-3 89-16</inkml:trace>
  <inkml:trace contextRef="#ctx0" brushRef="#br0" timeOffset="-133998.91">19542 11551 2189 0,'-3'13'137'0,"-1"9"-49"15,3 6-141-15,3 6-214 16,2-2-163-16,4-10 270 16</inkml:trace>
  <inkml:trace contextRef="#ctx0" brushRef="#br0" timeOffset="-133564.99">19165 11871 1528 0,'80'-8'0'0,"4"0"-4"15,-3 0-12-15,-9 1-46 0,-5-1-54 16,-13 2 60 0</inkml:trace>
  <inkml:trace contextRef="#ctx0" brushRef="#br0" timeOffset="-133164.92">19491 11962 1270 0,'48'-1'-120'16,"-6"0"-29"-16,-4-1-159 15,-9 0 183-15</inkml:trace>
  <inkml:trace contextRef="#ctx0" brushRef="#br0" timeOffset="-125565.45">17165 12622 773 0,'0'0'84'0,"0"0"-8"0,0 0-15 16,5 4-18-16,-4 9-4 15,-4 9 6-15,-6 8 1 16,-2 8-7-16,-4 4-12 0,0-1-19 16,1-4-2-16,2-8-6 15,3-6 6-15,3-11 3 16,1-4 11-16,5-8 16 16,0 0 7-16,-4-7-6 15,4-6-10-15,5-3-17 16,0-5-8-16,3-1 0 15,-1-2-1 1,1-1 3-16,-1 1 0 0,3 1-2 16,-2 0 0-16,3 3-2 15,1 1 0-15,0 1 0 16,1 2 0-16,-1 3 0 16,1 1 2-16,-3 5-2 15,-1 1 2-15,-1 4-2 16,1 2-2-16,1 1 4 15,0 2-2-15,-4 3 0 16,-1 0 0-16,-3 3 0 0,-2 2 0 16,-4 2 8-16,-2 2-1 15,0 2 3-15,-1 2 4 16,2 0-5-16,1-1 3 16,1-5-4-16,3-3 1 15,0-3-3-15,0-7 0 0,0 0 5 16,0 0-5-16,0 0 9 15,-7-8-6 1,4-5 6-16,3-1-3 0,4-4-6 16,1-1-3-16,5-1 3 15,2 1-3-15,6-2 0 16,4 0 3-16,6 4-6 16,-1 3-3-16,-5 6 3 15,-4 5-6-15,-8 3 3 16,-1 6-9-16,-4 6 3 15,0 2 9-15,-2 9 12 16,-2 3 3-16,-1 4 9 16,0 0-1-16,1-1-2 15,0-2-3-15,0-7-15 16,1-6-6-16,2-9-83 16,0-4-44-16,4-10 94 0</inkml:trace>
  <inkml:trace contextRef="#ctx0" brushRef="#br0" timeOffset="-124947.47">17737 12676 1411 0,'-22'24'4'0,"-1"6"-2"16,-4 1-2-16,4-1-25 16,4-5-33-16,0-9-146 15,5-7 125-15</inkml:trace>
  <inkml:trace contextRef="#ctx0" brushRef="#br0" timeOffset="-124781.98">17664 12668 1965 0,'18'30'30'16,"3"1"-27"-16,1-1-12 15,2-6-80-15,0-6-85 16,-2-7 94-16</inkml:trace>
  <inkml:trace contextRef="#ctx0" brushRef="#br0" timeOffset="-124330.95">18030 12690 1610 0,'0'15'0'16,"0"-1"-3"-16,-4-3 3 0,1-1 3 15,-2-5 9-15,-2-2 6 16,7-3 44-16,-1 0 13 15,-9-12 12-15,10 0-10 16,1-6-38-16,7-2-6 16,0-1-12-16,4 1-12 15,10 1 6-15,6 0-12 16,9 2-6-16,4 5 3 16,-1 5 0-16,-3 5-3 0,-10 11-6 15,-6 7-3-15,-16 10 9 16,-6 6 3-16,-12 8 6 15,-6 2-3-15,4-2-3 16,5-3 3-16,10-14-3 16,11-7-3-16,12-16-131 15,8-10-189-15,16-15 242 16</inkml:trace>
  <inkml:trace contextRef="#ctx0" brushRef="#br0" timeOffset="-119647.77">20066 12545 1398 0,'-10'17'29'0,"-10"10"-16"15,-5 4 1-15,-6 6-4 16,-4 0-3-16,3-4-8 16,0-3-11-16,6-8-23 15,3-8-21-15,7-13-262 16,6-3 188-16</inkml:trace>
  <inkml:trace contextRef="#ctx0" brushRef="#br0" timeOffset="-119482.71">19934 12599 2136 0,'26'29'50'15,"7"8"-29"-15,-1 1-56 16,1-6-172-16,-2-5-130 16,0-9 215-16</inkml:trace>
  <inkml:trace contextRef="#ctx0" brushRef="#br0" timeOffset="-118896.15">20395 12383 1336 0,'6'20'2'0,"-2"2"-4"16,1 1 0-16,-4 0-2 15,0-2 4-15,0 0 6 16,-4-3 4-16,1-3 1 15,-3-2 5-15,-2-3-1 16,-1-3 14-16,2-1 10 16,0-3 21-16,1 0 55 0,5-3 49 15,0 0-12-15,0 0-38 16,0 0-27-16,17-7-51 16,4 2-16-16,7 2-17 15,2-1-3-15,3 4-3 16,-3 0 0-16,-2 6-9 15,-4 3 4-15,-7 7-7 16,-5 2-3-16,-9 6 0 16,-4 1-3-16,-9 4 3 15,-7-3 9-15,-11-3 9 16,-3-2-3-16,-8-7 21 16,0-4 21-16,-2-10 0 15,-4-7-25-15,4-14-214 16,1-4-364-16,14-6 440 15</inkml:trace>
  <inkml:trace contextRef="#ctx0" brushRef="#br0" timeOffset="-116847.3">21067 12543 2145 0,'11'-2'-9'0,"9"1"-3"16,7 0 6-16,4-1 3 15,0 1 3-15,-4-1-3 16,0 1-21-16,-2 0-75 15,1 0-29-15,-3 1-99 16,-4 1 57-16,-8 0-117 16,-4 4 178-16</inkml:trace>
  <inkml:trace contextRef="#ctx0" brushRef="#br0" timeOffset="-116696.83">21117 12631 1543 0,'0'2'112'16,"12"-1"-41"-16,4-1-26 0,17-1-30 16,0-1-3-16,6-3-149 15,1-1-53-15,-3 0 132 16</inkml:trace>
  <inkml:trace contextRef="#ctx0" brushRef="#br0" timeOffset="-115647.52">21854 12494 1479 0,'-9'28'-2'16,"-1"-3"-4"-16,1 0 3 15,1-7-1-15,0-1 4 0,3-9 2 16,0-3 5-16,5-5 3 16,0 0 2-16,-1 0-3 15,-7-16-1-15,8 1-2 16,0-2-2-16,3-5 9 15,1-1 17-15,3-5 33 16,3 1-10-16,4-1-17 16,1 2-12-16,9 6-18 15,1 3-3-15,6 8-3 16,2 6 0-16,-7 10 0 16,-4 7 0-16,-10 12 0 15,-5 1 0-15,-7 5 6 16,0-1-3-16,-1-4 0 15,-4-3 0-15,-1-8 6 16,1-4 3-16,0-8 36 0,5-4 12 16,0 0 26-16,0 0-2 15,0-9-30 1,5-2-12-16,4-8-21 0,1-4-16 16,1-8-5-16,4-2 0 15,5-4-5-15,4 1 2 16,6 6-3-16,5 5 0 15,1 12 3-15,-4 7-3 16,-10 14 6-16,-5 8-3 16,-11 16 0-16,-6 5-6 0,-1 10 9 15,-4 0 0-15,-3-4-6 16,-2-4 9-16,7-10-12 16,3-5-39-16,7-12-116 15,2-7-171-15,7-8 247 16</inkml:trace>
  <inkml:trace contextRef="#ctx0" brushRef="#br0" timeOffset="-115349.52">22668 12341 1846 0,'-26'26'9'0,"-2"4"-6"16,-6 4 0-16,1 1-3 0,-1-7-15 15,1-2-18-15,5-10-66 16,1-5-41-16,5-8 3 16,2-3-69-16,3-6 117 15</inkml:trace>
  <inkml:trace contextRef="#ctx0" brushRef="#br0" timeOffset="-115199.23">22401 12345 1723 0,'22'14'75'0,"7"13"-24"15,2 3-12-15,2 3-54 16,2-1-93-16,-1-6 57 16</inkml:trace>
  <inkml:trace contextRef="#ctx0" brushRef="#br0" timeOffset="-114732.53">22867 12211 1604 0,'-1'42'45'0,"1"5"-16"16,-1 0-5-16,1-3-15 15,-1-4-3-15,0-10-3 16,-1-6-3-16,-1-12 6 16,-1-4-6-16,4-8 42 15,0 0 27-15,0-1 35 16,-8-18 4-16,8-1-30 15,3-4-30-15,7-3-39 16,4 2-1-16,14 4-8 16,2 3 3-16,12 8-6 15,-1 5 0-15,4 9-2 16,-1 6-4-16,-13 7-6 0,-4 5-12 16,-22 3-21-16,-9 1 3 15,-20-4 15-15,-11-2 6 16,-8-7 21-16,-5-2 3 15,-6-6 0-15,1-3-3 16,4-5-113-16,3-7-120 0,22-3 141 16</inkml:trace>
  <inkml:trace contextRef="#ctx0" brushRef="#br0" timeOffset="-113981.45">22474 12429 1156 0,'2'0'5'0,"-1"1"9"16,26 18 42-16,-21-12 22 0,2 4 22 15,2-1-5-15,3 5-1 16,6-1 10-16,6 0-65 15,2 0-18-15,1-3-48 16,-1-1-77-16,-6-5-178 16,-1 0 203-16</inkml:trace>
  <inkml:trace contextRef="#ctx0" brushRef="#br0" timeOffset="-112982.64">18586 13208 1601 0,'147'-7'-73'0,"15"0"40"0,3-1 4 15,11 0 15-15,2 0 12 16,7-1 8-16,3 1 2 16,3 2 1-16,1 0 3 15,6 0-6-15,7 1 0 16,-9 0 5-16,2 1-1 16,-10-1 5-16,-9 1-3 0,-6-3 8 15,-4 0-8-15,0-2-12 16,-9 0 3-16,-21 1-3 15,-10-2 0-15,-29 2-6 16,-5-1-27-16,-6 0-110 16,-9 1 100-16</inkml:trace>
  <inkml:trace contextRef="#ctx0" brushRef="#br0" timeOffset="-108146.73">18625 12608 1017 0,'-2'5'9'16,"0"1"26"-16,0 0 9 16,-2-1 32-16,-1 1 5 15,4-1-11-15,1 0-16 16,3-1-32-16,7-2-9 16,3-2-7-16,-1 0 0 0,3-4 1 15,-5 0 7 1,2-3 2-16,-1 1-1 0,2 0 1 15,-1 0-5-15,-4 1-5 16,1 3-2-16,-9 2 0 16,0 0 0-16,0 0 1 15,0 0-3-15,0 0 4 16,0 0-4-16,-1 0 3 16,0 0 1-16,0 0-3 15,-25 10 6-15,18 0 0 16,-3-1 0-16,2 2 12 15,3 0 3-15,1-3 12 16,3 0-1-16,4-3-11 16,-1-3 0-16,8-2-15 15,1-2 3-15,3-4 3 16,-1-1-3-16,1-3-3 16,-1 0 0-16,-2-1-9 0,0 3 0 15,-3 1 6-15,-4-1-6 16,-3 1 3-16,-3 2-3 15,-4 1 0-15,-3 2 6 16,-4 2 0-16,0 2-3 16,1 1 0-16,-4 0-3 15,3 2 0-15,5 0 0 0,0-2 3 16,7 4-3-16,2-7 0 16,0 0 3-16,0 0-3 15,0 0 0-15,1 0 0 16,0 0-3-16,23-3 3 15,-14-2-3-15,4 0 3 16,-1-1 0-16,3 2 0 16,-1-2 0-16,0 0 0 15,0 1-3-15,-4-1 3 16,-1 2 3-16,-10 4-3 16,0 0 0-16,0 0 0 15,-11 5 0-15,-3 1 3 16,-5 1 0-16,1 3 18 15,2 3 18-15,-5 4 20 16,1 0 7-16,-6 2-15 0,-5-2-15 16,2 1-9-16,-1-2 6 15,4-3 14-15,5-1 1 16,10-7-8-16,11-5-21 16,0 0-16-16,-1-5 2 15,14-7-5-15,2-1 0 16,9-3-1-16,-1-1-3 0,5 2 4 15,-1-1 0-15,-6 2 4 16,3 1-3-16,-5 0-1 16,-3 2 0-16,-1 4 0 15,-6 0-3-15,-4 4-1 16,-5 3 1-16,0 0-4 16,0 0-1-16,0 0 6 15,-1 0-2-15,0 0 5 16,-23-4-1-16,13 12 0 15,-2 2 3-15,-2 5-3 16,-3 3 0-16,-6 0 2 16,1 1 1-16,-1-3 0 15,4-2-1-15,5-3-2 16,3-4 0-16,5-3 0 16,7-4-2-16,0 0-5 15,-1-1-28-15,-7-15-87 0,9 4-25 16,3 0-14-1,-1-1 23-15,1-1 79 0,2 0 29 16,-3-3 24-16,0 0 6 16,-1-2 0-16,1-1 6 15,1 5 24-15,3 1 14 16,-2 8 28-16,-5 6 6 16,1 0-3-16,16 4 2 0,-9 10 10 15,3 6-3-15,2 7-7 16,3 3-20-16,4 4-42 15,-1-1-9-15,1 0-6 16,-2-3 0-16,-2-10 0 16,3-2 0-16,-7-8-1 15,-3-4 1-15,-2-3 0 16,-2-3 0-16,-3-7-5 16,-2-2-7-16,-4-6-51 15,-8-2-20-15,-2-4-13 16,-4-1-3-16,-5-4 43 15,2-2 11-15,-5 0 18 16,0-1 9-16,0 1 15 16,0 3 6-16,8 5 30 15,1 5 6-15,7 7 5 16,1 3-5-16,5 2-18 16,4 3-9-16,0 0-12 0,2 9-6 15,8 3 6-15,5 5 6 16,5 8 33-16,5 4 9 15,4 6 6-15,-4-3-1 16,0 0-29-16,-2-4-12 16,-3-7-12-16,-1-5-3 0,-7-8-6 15,-11-8 6 1,0 0-3-16,-1 0 0 0,3-13 0 16,-8 0-3-16,-6-6-26 15,-3-2-16-15,-4-4-12 16,1 0 0-16,-2 1 21 15,2 2 13-15,-3 3 23 16,-2 3-3-16,7 7 18 16,2 2 6-16,5 7-4 15,3 0 4-15,5 6-15 16,0 1-6-16,7 5 3 16,2 3 0-16,4 2 6 15,3 3-3-15,-3 0 0 16,2 1 0-16,-3-2-3 15,-6-2 3-15,-1-3 0 16,-3-3 0-16,0-7 3 16,-2-4 0-16,0 0-3 0,0 0-3 15,3-15-44-15,-2 0-52 16,-1-3-62-16,-2-2 37 16,-2 2 64-16,-4 1 23 15,2 0 30-15,1 1 9 16,3 1 11-16,4 2-1 15,3-3 3-15,-1-1 1 0,4-3-1 16,2 0-1-16,5 2-3 16,0 2 3-16,3 6 13 15,-3 1 47-15,-4 6-3 16,-3 0-14-16,-6 6-42 16,-2 2-9-16,-4 9-3 15,-3 6-3-15,-6 8 12 16,-4 7 0-16,-4 2 0 15,0 2 0-15,-7-2-9 16,1-3 3-16,1-7-3 16,0-4 12-16,7-9 12 15,3-5 9-15,7-5-4 16,9-4-2-16,0-1-18 16,-4-17-6-16,14-2-6 15,3-3 0-15,7-2 0 16,1-1 0-16,2 4 0 15,-2 1-3-15,-4 4-3 0,4 5-6 16,-5 5 3-16,-6 2-3 16,-10 5 12-16,1 0-6 15,-1 0 6-15,0 0-3 16,-10 0-3-16,0 6 1 16,-4 2 5-16,-4 2 0 15,-4 5 11-15,-4 2 4 16,-5 2 0-16,5 3 6 0,1-3-18 15,4-1-3-15,8-8 3 16,3-4-3-16,10-6 9 16,0 0-6-16,0 0 3 15,-1-10 0-15,8-1-6 16,5-1 3-16,3 0-3 16,2-2-3-16,4 1 6 15,3-1 0-15,-2 1 9 16,1 0-3-16,-5 2-3 15,-7 3-3-15,-1 7-6 16,-2 2-3-16,-1 9 3 16,0 2 3-16,-4 4 0 15,-2 3 6-15,-1-2-3 16,4-1-3-16,-4-5-3 16,0-4 0-16,0-7-6 0,0 0 9 15,0 0 0-15,-1 0 0 16,0 0 0-16,0-1 0 15,-23-18-6-15,22 8 6 16,2-4-30-16,1-2-30 16,2-4-44-16,0-2-16 15,1-1 16-15,2 1 36 16,0-2 58-16,-1 1 5 0,-2 4 8 16,2 4 5-16,-1 6 16 15,-2 4 15-15,-2 6-9 16,0 0-6-16,-7 11-4 15,1 7 4-15,-4 11 0 16,3 5 3-16,-8 4-6 16,0-1 0-16,-3-4-15 15,-1-3 0-15,4-8 3 16,0-5-6-16,2-6 6 16,0-4-3-16,1-7 0 15,4-4-3-15,3-5 0 16,1-3-3-16,4-4-3 15,3 0-3-15,1-1-3 16,1 3 6-16,0 1 0 16,-1 2 3-16,0 5 0 15,0 2 0-15,-4 4 3 16,0 0-3-16,1 0-3 0,-1 0 3 16,1 1 0-16,8 17 0 15,-5-9 15-15,2 2-6 16,5-4-6-16,1 0 3 15,2-2-6-15,3-2-3 16,-5 0 3-16,1-2-3 0,-12-1 0 16,0 0-3-16,0 0-21 15,-1 0-18-15,0 0-59 16,0 0-27-16,-1 0-6 16,-21-19-94-16,11 6-190 15,-5-2 191-15,-24-33 9 16,33 41 396-1,-8-12-22-15,2 0 175 16,4 5-96-16,4 6-89 16,5 8-28-16,0 0-44 15,3 5 32-15,7 11 37 16,7 5-11-16,15 9-4 16,5 0-29-16,10 1-60 15,3 0-39-15,-2-5-165 16,-4-3-110-16,-9-4 131 0</inkml:trace>
  <inkml:trace contextRef="#ctx0" brushRef="#br0" timeOffset="-107232.7">18680 12545 1720 0,'-15'21'-74'0,"-2"0"20"16,-2-1 18-16,-4 0 25 15,-1 1 7-15,-2 0 6 16,0 0 0-16,7-5 3 16,1-2 4-16,9-8-9 0,2-5 3 15,6-8-3-15,4-4 0 16,5-7-3-16,3-1 3 16,4-3-3-16,1-2 0 15,4 1 0-15,1 2-2 16,-2 4 5-16,-2 3 0 15,-5 5 2-15,-6-1-2 16,-1 9 0-16,-5 1 9 0,0 0 3 16,-2 16 9-16,-5 2 0 15,0 5 0-15,-4 4-6 16,0 2-6-16,-1-5-9 16,2-1 3-16,0-7-3 15,1-3 0-15,1-8 3 16,2-1-3-16,0-8 0 15,4-2 0-15,2-5-12 16,1-1-15-16,5-4-91 16,0 0-25-16,1-2 77 15</inkml:trace>
  <inkml:trace contextRef="#ctx0" brushRef="#br0" timeOffset="-107014.48">18575 12492 1301 0,'-3'-1'79'0,"-1"1"-13"16,0 5-19-16,3 5-7 16,1 6 31-16,2 2 6 15,9 3-20-15,2-2-21 16,13 0-21-16,2-2-6 16,1-2-81-16,1 0-38 15,-12-4-4-15,-5 1 21 16,-5 2-42-16,-2 0-175 0,2 1 162 15</inkml:trace>
  <inkml:trace contextRef="#ctx0" brushRef="#br0" timeOffset="-102764.61">19191 12588 1524 0,'8'-10'59'0,"1"9"13"0,2 5-16 16,-2 10-44-16,-1 6 0 15,-6 11-6-15,-2 4 0 16,-8 6 18-16,-3-1-15 15,-2-4 3-15,-1-5-6 16,0-10 21-16,2-5 27 0,1-8 56 16,1-5 19-16,4-7 38 15,2-6-45-15,4-12-38 16,0-3-14-16,7-10-39 16,4-1-21-16,6-2-10 15,6-1 1-15,4 7-2 16,5 3-3-16,6 7 7 15,0 5-7-15,-1 12-1 16,-5 5 0-16,-8 10-21 16,-5 6-4-16,-8 8-12 15,-5 2 0-15,-4 6 20 16,-5 0 8-16,2-3 17 16,1-4 10-16,0-7-9 15,5-4-7-15,7-8-72 16,5-4-106-16,12-7-533 0,3-8 584 15</inkml:trace>
  <inkml:trace contextRef="#ctx0" brushRef="#br0" timeOffset="-100433.33">20376 12412 958 0,'1'-2'0'15,"26"-24"2"-15,-27 26 14 16,0 0 11-16,0 0 31 16,-1 0-2-16,0-1 6 15,0 0-2-15,-1 0-2 16,-25-7 0-16,27 8-2 16,0 0-3-16,0 0-13 15,0 0-9-15,0 0-1 16,0 0 0-16,0 1-9 15,-4 20 0-15,-1-4 6 0,-3 3 5 16,-2 6 4-16,0 3 0 16,1 2-3-16,2 1-3 15,3 1-12-15,1-2-3 16,3-3-9-16,0-1 0 16,3-4 9-16,1-2 6 0,0-5 5 15,0-1 1-15,-1-6-3 16,-2-2-6-16,-1-3-9 15,-1 0-6-15,-2 1 3 16,0-1-6-16,0 0 0 16,3-4 6-16,0 0-6 15,0 0 3-15,0 0-12 16,0 0-18-16,0 0-107 16,-4-8-144-16,5-11 204 15</inkml:trace>
  <inkml:trace contextRef="#ctx0" brushRef="#br0" timeOffset="-96881.8">20320 12374 1031 0,'4'-3'4'0,"-4"3"7"16,0 0 10-16,1 0 29 15,0 0 14-15,0 0 15 16,10 4-5-16,-5 12-10 16,0 7-8-16,-3 11-9 0,-1 7-9 15,-7 4 0-15,-1-1-8 16,-3-4-27-16,-1-5 3 15,3-10-3-15,1-4 0 16,4-11 6-16,2-9-6 16,0-1 12-16,0 0 0 15,7-3-4-15,0-7 1 16,3-4-3-16,-1-1-3 0,-4-2-3 16,-3-1-3-16,-4 1 0 15,-3-2-3-15,-1-2 3 16,0-2 3-16,3-3-3 15,0-3 6-15,2-3-3 16,1-1 3-16,-1 4 12 16,1 6 12-16,-2 10 42 15,1 4 9-15,1 9-13 16,0 0-14-16,-6 21-45 16,1 5-12-16,-2 16 3 15,-1 3 0-15,-1 5-6 16,-1-2 6-16,2-6-3 15,1-3 0-15,5-7 3 16,2-2 0-16,4-11 0 16,2-5 6-16,-2-7 3 0,-4-7 0 15,1 0 0-15,-1 0 6 16,13-14-3-16,-10-4-3 16,-2-8-6-16,-1-2-3 15,-2-4 0-15,-1 1 3 16,1-2 0-16,2 3 6 15,3 1 0-15,1 3-9 16,1 7 12-16,-1 1 0 16,-1 9 6-16,-3 9-4 0,5 3-5 15,-1 13-12-15,0 12-8 16,-1 8 2-16,-3 9 6 16,0 4 3-16,-2 4-3 15,-2 0 0-15,0-4-84 16,1-5-83-16,-2-15-457 15,0-10 487-15</inkml:trace>
  <inkml:trace contextRef="#ctx0" brushRef="#br1" timeOffset="-90598.51">17058 12378 1444 0,'-47'21'2'0,"3"9"0"16,-1 6-2-16,-1 11 2 15,0 9 2-15,1 14 4 16,3 8 0-16,10 10-3 16,7-1-3-16,21-8-11 15,10-8-11-15,21-16-15 16,14-7 4-16,11-13 8 15,6-8 10-15,8-19 13 16,0-8-2-16,10-17-8 16,-1-7-2-16,0-10 1 15,-3-5 1-15,-8-7 24 0,-5-5 9 16,-8-9 12-16,-7-6 0 16,-12-5-8-16,-9 0-8 15,-16 6 6-15,-8 4 6 16,-17 9 18-16,-6 4 56 15,-18 8-31-15,-7 6-23 16,-18 17-30-16,-5 10-18 16,-13 18-51-16,-3 11-62 0,13 7 53 15</inkml:trace>
  <inkml:trace contextRef="#ctx0" brushRef="#br1" timeOffset="-89466.21">20346 12212 1501 0,'-41'47'1'0,"0"10"1"15,1 19 0-15,0 5-2 16,4 6 2-16,4 4-2 16,11-4 0-16,12-2 0 15,17-13-4-15,12-10 2 16,19-21 1-16,5-7-3 15,15-15 4-15,3-8 0 16,8-11 4-16,1-5-3 0,5-10 1 16,1-4-2-16,0-7 0 15,-2-6 0-15,-12-13-2 16,-10-7-7-16,-22-15-13 16,-10-3-14-16,-20-4-71 15,-6-3-25-15,-19 1 12 16,-13-1 27-16,-15 9 163 15,-8 8 42-15,-11 18 20 16,-1 11-23-16,-8 18-63 16,-3 9-34-16,7 16-130 15,8 10 85-15</inkml:trace>
  <inkml:trace contextRef="#ctx0" brushRef="#br1" timeOffset="-88465.64">21763 12837 1123 0,'30'-3'2'16,"5"-2"5"-1,14-2 30-15,6-1 27 0,3 0 29 16,1 2 10-16,-6 2-30 15,-5 1-10-15,-3 3-18 16,-7 1-24-16,-8 2-21 16,-8-1-27-16,-9-1-84 15,-4 1-128-15,-4-4 143 16</inkml:trace>
  <inkml:trace contextRef="#ctx0" brushRef="#br1" timeOffset="-87933.46">22652 12702 1846 0,'4'2'-9'0,"14"1"0"0,4 0 3 15,13-3 24-15,5-1 30 16,13-2 62-16,4-1 25 15,9-1-16-15,2 2-33 16,4-1-60-16,2 3-23 16,0-2-70-16,-5 0-118 15,-14 1-505-15,-8-1 562 16</inkml:trace>
  <inkml:trace contextRef="#ctx0" brushRef="#br1" timeOffset="-86863.68">18981 13036 1338 0,'0'0'8'0,"0"0"17"0,10 0 10 16,7 1 17-16,6 0 4 15,5-1 1-15,1 0 21 16,9-3-52-16,3 2-14 16,10-4-3-16,0-1-3 0,4 2 0 15,-2-1 0-15,-7 1-3 16,-5 2 0-16,-12-1-3 15,-5 1-18-15,-9 2-160 16,-2-1-148-16,-9 2 202 16</inkml:trace>
  <inkml:trace contextRef="#ctx0" brushRef="#br1" timeOffset="-86315.4">18107 13042 1499 0,'10'-1'3'16,"6"1"7"-16,8 0 13 15,6 1 22-15,7 0 24 16,1 1-10-16,2 1-29 15,-2-1-15-15,2-1-15 16,0-1-9-16,-4-1-12 0,-1 0-6 16,-9 0-8-16,-3-1-7 15,-8 1-57-15,-2 0-6 16,-13 1 59-16</inkml:trace>
  <inkml:trace contextRef="#ctx0" brushRef="#br1" timeOffset="-85848.89">18060 13054 1082 0,'-30'-2'140'16,"4"0"-30"-16,4 1-46 15,7 0-14-15,8 1-17 16,7 0-6-16,0 0-5 15,8-2-7-15,17 1 7 16,5 0-1-16,13-1-6 16,6 0-3-16,0-1 0 15,2 1-9-15,-3 1-3 16,-3 1 3-16,-3 1-3 16,-5 1 3-16,-4 1 0 15,-5 0-3-15,-5 1 0 0,-5 0 0 16,-9-1 0-16,-3 0 0 15,-11 0 0-15,-6-1-3 16,-10-1 3-16,-6 1 0 16,-10-2 0-16,-2 0 3 15,-2-2-3-15,-2 0 3 16,-2 0 0-16,2-1 3 16,3 2 0-16,1 1 3 0,7 3 0 15,0 0-7-15,12 2-4 16,6-2-10-16,17 2-36 15,10-3-6-15,17-1 11 16,11-1-2-16,18-5-69 16,7-2-175-16,19-1 144 15</inkml:trace>
  <inkml:trace contextRef="#ctx0" brushRef="#br1" timeOffset="-83799">19283 12357 1792 0,'7'13'-42'0,"6"-5"18"15,5-2 3-15,3-5 18 16,0-1 3-16,-5-2 0 15,-1-2 6-15,-8 2 3 16,-2 1 3-16,1-1 6 16,4 1-12-16,5-2 3 15,3-2-6-15,14-5-3 16,1-2-6-16,15-7-57 16,4-3-113-16,3-7 145 15</inkml:trace>
  <inkml:trace contextRef="#ctx0" brushRef="#br1" timeOffset="-82634.04">18106 12344 1373 0,'1'0'-4'16,"0"0"0"-16,-1 0-2 16,1 0 4-16,1 0 2 0,0 1 0 15,-1-1 0-15,1 2 2 16,18 27-2-16,-18-19 2 15,-1 3 2-15,-1 4-2 16,-2 2 4-16,-1 2 1 16,1-1 1-16,-1-2 2 15,3-3-2-15,2-5-5 16,3-3 1-16,0-2 0 0,3-7 0 16,2-5 4-16,6-9 7 15,6-5-3-15,11-13-2 16,8-3-8-16,9-6-101 15,5-2-186-15,3 0 152 16</inkml:trace>
  <inkml:trace contextRef="#ctx0" brushRef="#br1" timeOffset="-81783.19">19258 12307 1655 0,'0'0'-15'0,"1"0"6"16,0 1 6-16,13 15 3 15,-11-6 3-15,-2 3 0 16,2 2 3-16,1 0-6 16,2 1-3-16,1-3 0 15,-1-2 3-15,-1-2 3 16,-1-2 0-16,-2-5 0 15,-2-2 3-15,0 0 9 16,0 0 23-16,0 0 25 16,19-13 18-16,-4 3 3 15,1-3-13-15,5-2-17 16,4-2-24-16,4 0-12 16,4-1-12-16,7-1-6 15,5-1 0-15,5-4-179 16,8-1-376-16,4-12 440 0</inkml:trace>
  <inkml:trace contextRef="#ctx0" brushRef="#br1" timeOffset="-76633.19">17354 7675 1932 0,'96'-31'96'0,"9"-2"-39"16,34 1-63-16,18-1-3 16,22-2 15-16,11-2 9 15,30 2 12-15,14-2 12 0,22 3 14 16,15 0 1-16,19 1-12 15,8-2-19-15,20-3-10 16,14 1 7-16,9-2 15 16,3 0 5-16,2 5-9 15,-14 3-10-15,-14 7-14 16,-11 4-3-16,-31 4-4 16,-10 2 3-16,-23 3-12 15,-16 2-18-15,-20 2-69 16,-15 2-94-16,-29 3-298 15,-19 2 309-15</inkml:trace>
  <inkml:trace contextRef="#ctx0" brushRef="#br1" timeOffset="-75683.53">16910 7634 2124 0,'-4'-1'60'0,"1"3"-150"0,3 3-15 16,4 8 25-16,-1 6 20 15,-4 16 48-15,1 11 3 16,-8 25 3-16,-3 14 3 0,-4 30 3 16,-4 9 0-16,-2 17 0 15,0 5 0-15,4 1-6 16,1 10-3-16,6 12 6 16,2 4 3-16,3 9 6 15,0 4-3-15,-1 2-3 16,-3 7 3-16,-7-1 0 15,-4-1 3-15,-4-4 12 16,-3-8 6-16,-2-2 30 16,1 1 20-16,1-4 43 15,3 1 35-15,-1-2-15 16,0-6-19-16,2 2-36 16,0 1-29-16,1-7-41 15,4-2-8-15,2-11-1 16,2-1 0-16,4-7-3 15,1-6 0-15,2-10-3 0,1-7 1 16,-1-14-3-16,1-3-7 16,-3-8-31-16,-1-2-27 15,0-9-37-15,1-8-3 16,4-19-78-16,3-12-15 16,6-27-391-16,5-16 470 15</inkml:trace>
  <inkml:trace contextRef="#ctx0" brushRef="#br1" timeOffset="-33966.4">18899 12478 457 0,'0'-1'2'0,"0"0"27"16,0 0 31-16,0 0 31 16,0 0 14-16,0 1-14 15,0-1-25-15,-1 0-32 16,0 0-7-16,0 0-11 15,0 0 2-15,-26 0 17 16,18 9 1-16,-1 5 6 0,-4 5 7 16,-5 7-3-16,-6 5-9 15,-7 5-8-15,0 4-10 16,-8 6-9-16,-1 3-4 16,-3 1-2-16,0-1-2 15,8-9 5-15,4-5 5 16,10-12 7-16,3-4 1 15,9-8-7-15,2-4-5 0,8-6-25 16,0 0-7-16,9-5-22 16,4-6-28-16,6-9-193 15,4-3 153-15</inkml:trace>
  <inkml:trace contextRef="#ctx0" brushRef="#br1" timeOffset="-33517.42">18411 12448 1031 0,'0'0'53'0,"3"12"-1"16,9 0-5-16,1 2 3 16,8 5 18-16,5 2 4 0,11 3-8 15,7 1-12-15,8 1-23 16,0-2-15-16,4 0-9 15,0 1-3-15,-4 2 0 16,0 1 0-16,-7 4 0 16,-1 1 0-16,-13 0-2 15,-8-2 0-15,-9-4-2 16,-8-2 0-16,-2-8-2 16,1-5-2-16,-4-6-30 15,-1-6-55-15,0 0 52 16</inkml:trace>
  <inkml:trace contextRef="#ctx0" brushRef="#br1" timeOffset="-32184.37">17404 13071 400 0,'20'-1'2'0,"-5"-1"7"16,-1 1 11-16,-4-1 28 16,-4 0 39-16,-6 2 27 15,0 0 2-15,0-1-18 16,-1 0-21-16,-23-13-36 15,7 11-16-15,-9 1-13 16,-4 2-6-16,-4 0 0 16,-2 0-4-16,-1 1 2 15,-1-1 3-15,0 0-1 0,0 0 2 16,2 1-4-16,3 1 2 16,6 0 3-16,1 0 1 15,10 2-4-15,3-1-2 16,7 0-6-16,6-3-6 15,0 0-11-15,0 0 3 16,15 4 2-16,-2-5 9 16,3-1 16-16,4 1 3 0,2-2-1 15,3 0 3-15,0-1-1 16,-1 2-3-16,-2 0 2 16,-4 0-3-16,-6 1 1 15,-12 1 3-15,0 0 16 16,0 0 12-16,0 0 9 15,-11-5-3-15,-5 4-14 16,-1 1-16-16,-5 1-4 16,1 0-1-16,2 1-2 15,2-1-5-15,8 2-1 16,5 0-12-16,16-1-7 16,13-2-24-16,28-2 18 15</inkml:trace>
  <inkml:trace contextRef="#ctx0" brushRef="#br1" timeOffset="-31548.55">17835 12959 1074 0,'15'4'6'0,"3"1"2"16,3-1 2-16,1-1 13 16,-3 1 10-16,3-1 13 15,-3 0 5-15,-4 1-7 0,0-2-9 16,-4 0-14-16,1 1-3 15,-2-2-7-15,-2-1-3 16,-1 0 0-16,-7 0-2 16,0 0-2-16,0 0-2 15,0 0-2-15,-9 0 0 16,-5 0 0-16,1 1 0 16,-5 0 0-16,3 1 5 15,1-1 13-15,3 0 7 0,5-1 6 16,6 0-6-16,5-2-7 15,2 0-7-15,13-1-9 16,2-2 0-16,9-1-2 16,6 1 2-16,2-2-2 15,0 2 3-15,-2 2-3 16,-4 1-5-16,-9 4-30 16,-6 3-77-16,-23 6 65 15</inkml:trace>
  <inkml:trace contextRef="#ctx0" brushRef="#br1" timeOffset="-28951.94">20342 12537 780 0,'8'-7'-46'16,"-2"0"15"-16,-3 0 19 15,-1 0 14-15,-3 1 35 16,-1 1 31-16,2 5 51 16,0 0 8-16,0 0-44 15,0 0-23-15,0 0-43 16,0 0-9-16,0 0-4 15,0 0 0-15,1 6 7 16,-4 7 9-16,-5 11 7 16,-2 6 2-16,-3 11-6 0,0 3-4 15,0 2-7-15,0-1-4 16,3-9-4-16,1-4-2 16,4-13-2-16,4-7 0 15,1-12-4-15,0 0 2 16,6-4 0-1,2-8 2-15,1-7 0 0,-1-1-4 16,-4-4 2-16,-1-1 2 16,-3-2 4-16,-1 0 2 15,1 0 1-15,0 0 3 0,3-1 2 16,2-1-1-16,5-2 3 16,-1 0-2-16,2 2-5 15,0 3 3-15,-4 8 0 16,-3 5-4-16,-1 6-1 15,-3 7 1-15,1 6-2 16,-2 9 2-16,-4 15 4 16,1 9-1-16,0 9 1 15,0 2-4-15,3-1-4 16,1-2-8-16,3-9 6 16</inkml:trace>
  <inkml:trace contextRef="#ctx0" brushRef="#br1" timeOffset="-28129.43">22058 12825 1637 0,'15'-1'-243'0,"5"-2"177"16</inkml:trace>
  <inkml:trace contextRef="#ctx0" brushRef="#br1" timeOffset="-27470.99">23238 12767 1392 0,'0'0'-6'16,"0"0"-2"-16,0 0-3 16,0 0-14-16,0 0-61 15,0 0 57-15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6:36:17.245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1990 546 1163 0,'20'58'35'16,"-3"25"18"-16,-4 6 1 15,-2 8-21-15,-5 1-10 16,-2-8-15-16,0-6-4 0,-9-20-2 15,-1-11 0-15,-3-17 1 16,-2-11 7-16,4-15 6 16,0-6 3-16,-1-15 0 15,7-9-7-15,0-18-16 16,0-12-8-16,4-18-1 16,1-10 3-16,0-7 10 15,4 0 0-15,2 2 4 16,0 5-2-16,3 5 0 15,3 2-2-15,-1 13 6 16,-3 4 0-16,-2 15 1 16,-3 9 7-16,-4 15-6 15,2 10 3-15,0 21-3 16,0 12 0-16,6 26 3 16,1 12 1-16,1 17-2 0,0 0-3 15,-4-7-3-15,1-10 0 16,-3-19 0-16,-1-10 7 15,0-17-5-15,-2-5 6 16,2-12 6-16,0-3-6 16,4-13 9-16,3-9-12 15,2-18-15-15,2-10-6 0,3-17-15 16,0-8-3 0,3-4 14-16,1 2 14 0,-2 17 0 15,2 11 2-15,-4 24 2 16,-2 11-2-16,0 24-6 15,0 13 4-15,0 33 2 16,0 14 2-16,-2 20 6 16,-2 7-1-16,0-4 2 15,-1-5-3-15,-1-17-6 16,-2-13-6-16,-3-23-16 16,-2-13-14-16,-2-22-116 15,-1-11 96-15</inkml:trace>
  <inkml:trace contextRef="#ctx0" brushRef="#br0" timeOffset="533.78">2956 629 1342 0,'1'22'7'16,"1"8"5"-16,0 15 0 16,1 5-3-16,4 8-3 15,1 0 0-15,5-2 0 16,2-8-4-16,6-12-2 16,1-7 2-16,6-14 3 15,4-7 13-15,5-15 5 16,3-8-3-16,5-19-11 15,0-8-15-15,-2-10-5 0,0-7 1 16,-17-4 2-16,-7-3 4 16,-19-4 3-16,-14 1-1 15,-14 5 2-15,-8 4-2 16,-11 15 4-16,0 9 5 16,-10 16-1-16,-2 10-2 15,-6 16-4-15,-1 6-2 16,7 12-6-16,7 5-1 0,15 0-88 15,9-3-240-15,22-10 177 16</inkml:trace>
  <inkml:trace contextRef="#ctx0" brushRef="#br0" timeOffset="1067.22">3760 951 1256 0,'-10'19'74'15,"-3"-8"-16"-15,-1-8-6 0,4-6-36 16,0-7 7 0,2-14-1-16,-1-6-5 0,2-16 4 15,3-4-7-15,10-7-8 16,7-1 12-16,16-4-21 15,9 0-18-15,10 4 5 16,4 4-1-16,5 14 5 16,0 5 8-16,-1 20 2 15,-2 12-1-15,-9 18-1 16,-7 13-10-16,-17 18-5 16,-8 3 1-16,-18 15-1 15,-12 3 3-15,-17 3 5 16,-7-1 3-16,-11-6 8 15,-5-3 2-15,-7-8 6 16,-4-6-6-16,-5-18-47 16,3-11-50-16,4-23-180 0,7-14 127 15</inkml:trace>
  <inkml:trace contextRef="#ctx0" brushRef="#br0" timeOffset="1552.16">4363 692 1320 0,'-5'20'33'16,"1"5"-8"-16,-1 11-3 15,1 7-5-15,-1 9-1 16,-1 4-3-16,0 0-1 15,-1-3-4-15,1-10-3 0,3-5 1 16,4-13 2-16,4-5 2 16,8-9 3-16,2-3 3 15,8-8-1-15,5-2-1 16,9-10 7-16,10-5-15 16,7-11-27-16,3-5 3 15,2-5-3-15,-5-2 3 16,-11 2-3-16,-7 3 2 0,-20 8-28 15,-12 3-22-15,-23 5-104 16,-14 2-90-16,-19 4 122 16</inkml:trace>
  <inkml:trace contextRef="#ctx0" brushRef="#br0" timeOffset="1917.57">4227 821 1241 0,'29'2'60'16,"6"-3"-8"-16,14-10-5 16,9-6-8-16,13-12-24 15,3-5-5-15,3-5-1 16,-5 0-3-16,-15 2-2 16,-11 4-4-16,-24 8-8 15,-15 3-27-15,-27 7-7 0,-13 5-3 16,-20 0 10-16,-5 4 26 15,-5 0-1-15,0-1 2 16,7 1 2-16,8 1 1 16,16 0 7-16,9 2 9 15,23 3 20-15,0 0 2 16,13-3 0-16,13 3 2 0,18 0-18 16,9-2-3-16,13-8-4 15,5-3-6-15,4-9-3 16,-2-5-1-16,-6 0 2 15,-8 2-4-15,-14 1-29 16,-9 5-29-16,-15 6 29 16</inkml:trace>
  <inkml:trace contextRef="#ctx0" brushRef="#br0" timeOffset="2283.55">5268 485 1646 0,'-13'74'-116'0,"-6"14"90"0,-4 3 23 16,-7 1 10-16,-1 1 1 15,0-10-6-15,1-9 0 16,4-20 2-16,4-13-2 16,9-20 4-16,4-6-3 15,9-13 5-15,5-3-1 0,13-11 2 16,8-3-9-16,19-11 0 16,12-2-6-16,20-3 0 15,10-1 0-15,14 2-17 16,5 4-10-16,-2 7-37 15,-3 5-42-15,-13 1 63 16</inkml:trace>
  <inkml:trace contextRef="#ctx0" brushRef="#br0" timeOffset="3176.55">7522 898 1822 0,'-5'53'-51'0,"1"-18"36"0,3-8 18 16,-2-13 12-16,3-13 3 15,0 0 18-15,0-1 6 16,-10-18-18-16,11-8 17 16,1-17-23-16,4-8 0 15,8-14 9-15,4-6-27 16,14-8-6-16,9 3 0 16,13 3-9-16,6 4 3 15,12 13 3-15,1 4-3 0,-4 18-5 16,-2 12 11-16,-15 19-15 15,-8 10-6-15,-18 17-9 16,-8 8-18-16,-20 7 6 16,-8 6 9-16,-18 1 16 15,-8-1 11-15,-9 2 15 16,-5-3 14-16,0-5-2 16,1-2 0-16,0-9-3 15,2-8-3-15,3-9-6 16,1-9 0-16,10-7 6 15,5-4-3-15,15-2-9 16,5-1-9-16,13-3 3 16,5-2-3-16,12-4 15 15,6 1 6-15,11 3-6 16,5 6-3-16,7 10 0 0,1 7-3 16,-1 15-3-16,-2 6-6 15,-8 9 9-15,-4 2-3 16,-7-1-3-16,-5-4-17 15,-5-10-67-15,-3-8 16 16,-3-16-107-16,-2-12-211 16,3-13 197-16</inkml:trace>
  <inkml:trace contextRef="#ctx0" brushRef="#br0" timeOffset="3585.94">8399 658 1783 0,'8'28'-3'0,"-3"8"3"16,-2 5 9-16,-5 8 9 15,-3 2 12-15,-4 4 3 16,-2-2-9-16,1-5-3 0,1-4-12 16,6-11-3-16,2-3 5 15,7-9-8-15,5-4-3 16,11-6 9-16,5-4-3 16,15-7 0-16,5-3-6 15,9-9-12-15,3-3-9 16,4-7-17-16,-3 0-10 15,-6-4-6-15,-7 0-9 0,-20 2-17 16,-14 1-28-16,-20-2-10 16,-13 0-74-16,-19-1-125 15,-5 0-42-15,-13 6 113 16,-2-1 134-16</inkml:trace>
  <inkml:trace contextRef="#ctx0" brushRef="#br0" timeOffset="3784.18">8271 848 1334 0,'41'-1'58'15,"11"-6"-17"-15,15-12-28 16,6-9-5-16,6-8-4 16,-2-4 2-16,-8-4 0 15,-5 1-3-15,-19 6 1 16,-13 3-11-16,-26 9-50 0,-14 2-41 15,-31 5-205-15,-14 3 151 16</inkml:trace>
  <inkml:trace contextRef="#ctx0" brushRef="#br0" timeOffset="3950.05">8510 399 1313 0,'95'-15'5'0,"10"-5"5"15,-4-2-4-15,-14 3-2 16,-9-3 0-16,-24 9-4 16,-10 3 0-16,-16 3-41 15,-6 8-89-15,-13-2 78 16</inkml:trace>
  <inkml:trace contextRef="#ctx0" brushRef="#br0" timeOffset="4433.3">9231 809 1771 0,'-3'85'-6'0,"-4"-1"-3"15,-10-7 3-15,-3-4 0 16,0-19 6-16,-1-12 6 16,6-19 12-16,5-9-3 15,10-14-3-15,-8-5-27 0,11-18-33 16,2-10-9-16,6-23-32 16,3-10 38-16,4-12 32 15,1-6 4-15,3-3 11 16,4-2 0-16,6 2 2 15,2 3 2-15,7 14 4 16,-1 10 2-16,2 15 5 16,1 11 3-16,-1 16-5 15,-4 8 1-15,-3 24-2 16,-5 12 1-16,-11 15 9 16,-7 10-18-16,-18 6 3 15,-11 3-3-15,-21-3 0 16,-11-2 6-16,-21-6 6 15,-4-6 3-15,-6-11-9 16,5-6-15-16,17-16-82 16,10-10-31-16,29-17 68 0</inkml:trace>
  <inkml:trace contextRef="#ctx0" brushRef="#br0" timeOffset="5050.74">10040 819 1607 0,'-8'65'0'0,"-9"-8"-12"15,-2-3 9-15,-4-16 21 16,-2-7 15-16,1-17 26 16,2-8-2-16,5-11 0 15,3-10 54-15,8-17-22 16,6-12-14-16,9-21-33 16,9-6-72-16,11-14-21 15,4-3 3-15,14-6-29 16,6-2 11-16,10 10 12 0,9 7 9 15,3 21 48-15,-1 17 15 16,-7 21 12-16,-9 16-3 16,-15 22-24-16,-12 8-3 15,-24 20-15-15,-13 7 9 16,-24 10 6-16,-12 2 6 16,-18 3 12-16,-6-5 6 15,-7-7 21-15,0-8 2 0,8-14-2 16,7-7-6-1,16-18-9-15,6-3-3 0,14-11-9 16,5-5-6-16,11-11-12 16,8-5 0-16,16-3 0 15,9-2 6-15,19 8 9 16,10 10-12-16,13 20-3 16,1 15-3-16,-4 18-9 15,-3 4-12-15,-17-1-57 16,-5-5-53-16,-15-13-114 15,-5-8 43-15,-5-17-60 16,0-8-88-16,4-15 158 16</inkml:trace>
  <inkml:trace contextRef="#ctx0" brushRef="#br0" timeOffset="5750.79">10977 507 2324 0,'1'75'2'15,"-4"3"-1"-15,-6-4 3 16,-3-6 3-16,4-8 3 16,1-7 0-16,7-11 5 15,4-6-5-15,11-10 3 16,5-7-7-16,12-8-4 15,7-7-2-15,12-5-16 16,5-3-5-16,7-4-28 16,2 0-53-16,-4-5-26 15,-5-1 2-15,-16-3 19 16,-13 0 20-16,-19-2-26 16,-13-3-14-16,-16-2 43 15,-10-3 9-15,-18 1 30 16,-4 1 22-16,-12 5 27 15,-4 2 2-15,-7 7-4 16,-2 2 1-16,3 8 9 16,5 2 15-16,19 6 16 0,11 3 3 15,26 0-9-15,10 0-10 16,22-3-2-16,11-3 4 16,24-7 28-16,11-8-6 15,22-13-28-15,9-5 4 16,9-6 3-16,-1-3-3 15,-18-3-6-15,-13 1-12 0,-33 2-30 16,-17 1-33-16,-31 4-32 16,-15 5-1-16,-31 2 56 15,-15 3 11-15,-18 4-9 16,-6-1-10-16,-1 4-1 16,7 5 9-16,19 7 39 15,11 4 19-15,26 6 11 16,10 5 3-16,22 3-6 15,10 3 3-15,23 0 28 16,12 0-13-16,25-10-14 16,11-2-9-16,18-16-15 15,7-4-3-15,-1-9-9 16,-5-6-3-16,-13 3-12 16,-6-4-27-16,-13 5-110 15,-5 4 39-15,-8 3-162 16,-7 7 162-16</inkml:trace>
  <inkml:trace contextRef="#ctx0" brushRef="#br0" timeOffset="6166.8">12357 208 2288 0,'-62'19'3'15,"-4"3"9"-15,-10 5 21 16,-1 4 6-16,10 10 6 16,5 4-3-16,20 2-21 15,11-1-8-15,19-9-8 16,10-4-5-16,20-5 6 16,10-4-2-16,20-5-3 15,8-2 0-15,9-4-16 16,1 3-6-16,-7 1-9 15,-7 3-4-15,-22 1-3 16,-15 2-8-16,-29 3-10 16,-14 0-14-16,-27 5 34 15,-12 0 14-15,-20-2 15 16,-7-2 9-16,-4-9-3 16,6-5 3-16,19-13-39 0,14-7-63 15,27-17-146-15,11-6-41 16,24-14 24-16,15-7-22 15,31-9-107-15,16-1 225 16</inkml:trace>
  <inkml:trace contextRef="#ctx0" brushRef="#br0" timeOffset="6817.42">12542 778 1870 0,'-10'70'27'0,"1"-4"6"16,0-3-1-16,0-9 28 15,1-8 27-15,6-9 26 16,2-6-6-16,10-9-51 16,3-3-14-16,14-10-27 15,7-6-11-15,15-12-34 16,7-8-24-16,9-12-62 15,2-4-42-15,-14-7 2 16,-8 0-2-16,-24 1-60 16,-16 2 106-16,-25 3-37 0,-12 2 10 15,-25 3 20-15,-7 2-29 16,-11 3-43-16,2 3-3 16,-4 1 94-16,2 3 73 15,11 1 143-15,6 2 69 16,20 6 19-16,10-2-31 15,17 7-61-15,10 0 3 16,17 3-22-16,11 0-20 0,21 0-28 16,11-3-12-16,13-7-14 15,6-4 13-15,5-9-26 16,-1-3 3-16,-7-3-3 16,-7-2-6-16,-22 2 3 15,-13 1-6-15,-24 2-30 16,-14 2 7-16,-24 1 9 15,-12 2-3-15,-19 2 7 16,-7 4-6-16,-10 3-9 16,3 0 3-16,-1 6 8 15,5 3 9-15,17 3 16 16,11 0 0-16,29 6 9 16,15 1 10-16,31 0 2 15,16 0 0-15,29-4-9 16,12-9-13-16,22-6-5 0,3-4 0 15,2-6-2-15,-3-3-4 16,-17 3-23-16,-8 3-29 16,-16 2-159-16,-8 4-198 15,-14 5 201-15</inkml:trace>
  <inkml:trace contextRef="#ctx0" brushRef="#br0" timeOffset="7324.44">13549 763 2300 0,'-20'72'6'16,"-2"-4"-3"-16,-2-11-3 16,-1-6-9-16,2-16 9 15,-1-7 12-15,4-13-2 16,1-7-3-16,7-8-42 15,2-8-78-15,8-15-73 16,6-11-17-16,12-17 24 16,5-8 88-16,9-10 58 15,2-3 6-15,2-4-10 16,-1-1 2-16,-4 8 6 16,-3 5 12-16,-8 21 38 0,-4 14 14 15,-4 20 5-15,-3 11-1 16,-2 18-14-16,-2 9-7 15,-1 24 5-15,-2 11 42 16,0 12 6-16,2 1-2 16,1-5-21-16,2-6-15 15,8-15-6-15,1-10-6 16,10-19 18-16,3-10 11 0,11-17 13 16,7-9 0-16,11-19-24 15,3-8-18-15,4-15-21 16,-3-6 0-16,-8-10-3 15,-4-4-27-15,-12-9-81 16,-4 0-35-16,-12 7-28 16,-5 7 19-16,-7 22 49 15,-4 11-131-15,-1 14 143 16</inkml:trace>
  <inkml:trace contextRef="#ctx0" brushRef="#br0" timeOffset="7566.38">14684 541 2309 0,'0'67'0'0,"-3"1"8"15,-16 6 4-15,-5 0 5 16,-8-6 1-16,-2-5-4 15,2-13-5-15,1-11-8 16,8-19-1-16,-1-9-5 0,7-18-132 16,0-12-135-16,6-25 135 15</inkml:trace>
  <inkml:trace contextRef="#ctx0" brushRef="#br0" timeOffset="8203.11">14690 386 2246 0,'109'-1'27'0,"-10"-9"3"16,-2-4-21-16,-7-4-9 15,-10-4-9-15,-20-1-42 0,-11-3-35 16,-20 2-34-16,-6 8-5 16,-6 2 23-16,-2 6 12 15,-4 8-17-15,0 5 7 16,-4 8 32-16,-4 5 8 16,-2 9 23-16,0 1 22 15,-10 12 34-15,0 5 14 16,-4 19 19-16,-7 9-1 15,-9 17-1-15,-6 6 61 0,-14-3-19 16,-7-3-2-16,-1-13-12 16,6-8-1-16,9-16-5 15,13-11-12-15,13-19 23 16,4-8-5-16,12-15-30 16,-2-5-33-16,8-22-81 15,1-14-59-15,13-26-31 16,7-12 28-16,14-13 26 15,2-5 15-15,9-6-11 16,3 2 31-16,-4 12 38 16,0 8 4-16,-13 30 21 15,-6 9 11-15,-6 24 7 16,-5 11 3-16,-4 21 7 16,-7 20 6-16,-5 32 45 15,-3 17 8-15,-6 19-11 0,1 2-9 16,5-5-30-16,3-9-12 15,8-23-12-15,3-13-3 16,-4-23 0-16,0-11-6 16,-6-20-78-16,0-7-66 15,-1-23-71-15,-2-9-68 16,-3-12 173-16</inkml:trace>
  <inkml:trace contextRef="#ctx0" brushRef="#br0" timeOffset="8567.31">15315 741 1693 0,'85'-11'-15'0,"7"-10"24"15,1-3-3-15,0-4-3 16,-9 0-3-16,-15 0-12 15,-8 2-20-15,-11 4-61 16,-8 2 36-16,-6 8-37 16,-2-3-42-16,-5 4-71 15,-5 1-35-15,-4 2 78 0,-4 7 96 16,-6 1 159 0,0 7 21-16,-9 11 38 0,-3 8-10 15,-2 20-20-15,-5 7-11 16,-1 17-34-16,-3 3-24 15,-7-2-34-15,0-4-7 16,-5-14-12-16,0-11-10 16,-2-22-11-16,-2-10-33 15,0-29 30-15</inkml:trace>
  <inkml:trace contextRef="#ctx0" brushRef="#br0" timeOffset="8800.7">16246 390 1501 0,'114'-29'-4'16,"-14"-3"4"-16,-24 5 4 15,-16 3-3-15,-24 6-26 16,-4 6-60-16,-6 4 52 0</inkml:trace>
  <inkml:trace contextRef="#ctx0" brushRef="#br0" timeOffset="8999.84">16928 591 2013 0,'-20'81'-6'0,"-10"4"-9"15,-5-3 9-15,-1-10 6 16,-3-4-9-16,8-17-3 16,4-12-35-16,9-21-193 15,5-13-180-15,7-32 287 16</inkml:trace>
  <inkml:trace contextRef="#ctx0" brushRef="#br0" timeOffset="9865.73">17150 904 2516 0,'-13'70'-51'0,"1"-6"28"15,10-16 24-15,3-11 5 0,12-18 7 16,6-11-3 0,13-21-1-16,6-12-7 15,18-19-7-15,7-7 0 0,6-7-5 16,5-5-6-1,-11-3-65-15,-11-2-48 0,-19 1-38 16,-15 5 15-16,-26 12 107 16,-12 7 42-16,-35 14 24 15,-10 7-3-15,-13 13 20 16,-2 9 13-16,20 11-12 16,11 2-18-16,21-3-84 15,11-7-23-15,11-12-13 16,6-5 0-16,14-15 4 15,7-5 11-15,17-2 39 16,8-1 6-16,10 7 20 16,8 6 5-16,9 12 12 0,4 11-2 15,3 13 8-15,-4 5 4 16,-13 12 8-16,-7 1-1 16,-24 7-1-16,-12 9 9 15,-17 14 16-15,-8 13 49 16,-13 12 52-16,-3 2-26 15,-9-4-43-15,-2-8-26 16,4-16-27-16,0-11 6 16,9-22 3-16,4-8 3 0,4-14 9 15,3-6-6-15,5-12-18 16,1-11-39-16,7-18-48 16,5-9-18-16,4-14 1 15,3-4 38-15,1-9 33 16,3-3 12-16,2 6-12 15,3 7-3-15,1 24 9 16,-3 13 3-16,1 19 6 16,-1 13 3-16,-3 19-9 15,-2 13 3-15,-4 28 6 16,-5 9 3-16,1 14 6 16,-2-1 3-16,0-12-3 15,4-8-9-15,3-21 0 16,6-12 6-16,4-17 6 15,7-9 3-15,8-18 0 16,9-11 0-16,6-20-12 16,0-7-3-16,0-14 6 0,-6-4 9 15,-2-9 21-15,-1-5 2 16,-2-2-79-16,-5 4-43 16,-10 7-188-16,-12 8 218 15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1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97 10530,'-1'0'-40,"0"0"-1,0 0 0,0-1 1,0 1-1,0 0 0,0 0 1,0 0-1,0 0 0,0 0 0,0 1 1,0-1-1,0 0 0,0 0 1,0 1-1,0-1 0,0 1 1,0-1-1,1 1 0,-1-1 1,0 1-1,0-1 0,-1 2 1,1 0 38,1-1 1,-1 0 0,1 1 0,0-1-1,0 1 1,-1-1 0,1 1-1,0-1 1,0 0 0,0 1 0,1-1-1,-1 1 1,0-1 0,1 2-1,-1 0 64,1 0-1,-1 0 1,1 0-1,0-1 1,0 1-1,0 0 1,0-1-1,1 1 1,-1 0-1,1-1 1,-1 0-1,1 1 1,0-1-1,0 0 1,0 0-1,3 3 1,-3-4-40,0 0 1,0 0-1,1 0 1,-1 0-1,0 0 1,1 0-1,-1 0 1,1-1-1,-1 0 1,1 1-1,-1-1 1,1 0 0,-1 0-1,1 0 1,3-1-1,0 0-20,-1-1-1,1 0 1,0 0 0,-1 0 0,0 0-1,1-1 1,-1 0 0,0 0-1,0-1 1,-1 1 0,1-1-1,-1 0 1,0 0 0,6-7-1,-8 7-19,1 1 0,-1-1 0,-1 0-1,1 1 1,0-1 0,-1 0-1,0 0 1,0 0 0,0-1 0,0 1-1,-1 0 1,1 0 0,-1 0-1,-1-5 1,1 8 15,0 0 0,0 0 0,0-1 0,-1 1 0,1 0 0,0 0 0,-1 0 0,1 0 0,-1 0 0,0 0 0,1 0 0,-1 0 0,0 0 0,1 0 0,-1 0 0,0 0 0,0 0 0,0 0 0,0 1 0,-1-2 0,0 2 10,0-1 1,1 1-1,-1-1 0,0 1 0,0 0 0,0 0 0,1-1 1,-1 2-1,0-1 0,0 0 0,0 0 0,0 0 0,1 1 1,-1-1-1,0 1 0,0 0 0,-2 1 0,-5 2 35,0 0-1,0 1 1,1 0-1,-15 12 1,19-14-2,1 0 1,0 0 0,0 0 0,0 0 0,0 0 0,0 0 0,1 1-1,0-1 1,0 1 0,0 0 0,0 0 0,0 0 0,1 0 0,-2 5-1,6-11 117,13-9-74,-2 1 1,1-2 0,-2 0 0,1-1 0,11-15-1,22-21-75,-45 47 11,-5 6 33,-30 31 299,26-29-275,0 1 1,1 0-1,-1 0 0,1 0 0,1 1 1,-1 0-1,1 0 0,-7 16 1,12-22-254,4-3-4078,16-3 2607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2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47 10938,'19'49'672,"-15"-41"-723,0 1 1,-1-1 0,0 1-1,0-1 1,-1 1-1,0 0 1,1 14-1,-4 1 97,-1-1-1,-1 1 0,-1-1 1,-1 0-1,-2-1 0,-12 35 1,17-52 66,1 0 33,0-9-75,0-9-65,1 0 1,0 0 0,1 0 0,1 0-1,4-19 1,2 8 8,0 0-1,1 1 1,1 1 0,2 0-1,0 0 1,1 1-1,1 0 1,1 1-1,1 1 1,30-28 0,-45 45-13,1 0 1,0 1 0,-1-1 0,1 1 0,0 0 0,0-1 0,0 1 0,0 0 0,0 0 0,0 0 0,1 1 0,-1-1 0,0 0-1,0 1 1,1-1 0,-1 1 0,0 0 0,1 0 0,-1 0 0,3 0 0,-3 1 2,0 0 0,0 0 0,0 0 0,0 1 0,-1-1-1,1 0 1,0 1 0,-1-1 0,0 1 0,1 0 0,-1-1 0,0 1 0,1 0 0,-1 0 0,0 0 0,-1 0 0,1-1 0,0 2 0,0-1-1,-1 0 1,1 0 0,-1 3 0,6 26 131,-3 0 0,0 0-1,-3 46 1,-2-49-6,2-1-1,2 1 1,0 0 0,2 0 0,8 32-1,-11-56-187,0 0 0,0-1 0,0 1 0,1 0 0,-1 0 0,1-1-1,0 1 1,0-1 0,1 0 0,-1 1 0,1-1 0,-1 0 0,1 0 0,0-1 0,0 1 0,0-1-1,1 1 1,-1-1 0,0 0 0,1 0 0,7 2 0,20-3-218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3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433 1 13955,'-47'48'1552,"-3"6"841,0 8-1913,0-1-328,5-3-352,1-4-160,10-13-256,6-6-224,0-12-545,1-6-719,-3-14 1336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3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11186,'6'29'1041,"2"7"3224,4 4-2473,11 5-1792,8-2-432,12-3-544,7 0-273,4-5-183,1-6-96,-10-10 383,-3-9-511,-8-15 976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3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 19132,'-19'60'576,"3"6"-600,3 3-768,9-5-1080,4-5-329,5-11 553,7-6 688,-3-11 744,-4-8-8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5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711 0 11138,'-43'9'512,"0"3"913,-2 16-2321,0 11 135,-3 29-15,-6 16 160,-3 27 440,2 10 256,-4 4 152,-2-3-48,-8-6-632,5-12-1968,-3-12 1359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09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12067,'-4'13'624,"3"8"448,1 3-640,7 8-336,1 4-72,-1 5-24,0 4 0,-5 7-72,-2 3-48,-7 11-528,-2-2-424,-8-7-537,0-8 993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09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533 9 3585,'12'-9'3513,"-27"27"-2545,-15 16 288,-3 10 48,-10 13-111,-2 3 511,-7 9-96,2-1-488,3-6-807,2-7-361,2-15-889,5-5-447,-3-18-912,3-8 47,13-13 1353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09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12211,'1'26'1768,"6"7"1201,7 7-1345,9 6-1384,4 3-240,11-6-432,2-1-456,2-11-593,-1-5-239,-5-11-688,-4-6 1847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0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30 161 11731,'0'3'134,"0"0"0,0 1 0,0-1 0,1 0 0,0 0 0,0 1 0,2 5 0,6 26-666,-8-18 518,1 0 1,-2 1 0,-3 31 0,3-43 62,-1-1 0,0 0 0,0 0 1,0 0-1,-1 0 0,0 0 0,0 0 1,0 0-1,0 0 0,-1-1 0,1 1 1,-1-1-1,-1 0 0,1 0 0,0 0 1,-8 6-1,9-8 246,3-11-231,0 1 1,0 0 0,1 0 0,0 1 0,0-1 0,7-14 0,24-42-150,6 7 41,79-93 0,-113 144 54,34-37 98,-35 40-97,-1 0-1,1 0 0,0 1 0,0-1 0,0 1 0,0 0 1,0 0-1,0 0 0,9-3 0,-11 5-10,-1 0 0,0 0 1,1 0-1,-1 0 0,0 0 0,1 0 1,-1 1-1,1-1 0,-1 0 0,0 1 1,0-1-1,1 1 0,-1-1 0,0 1 1,0 0-1,1-1 0,-1 1 0,0 0 1,0 0-1,0 0 0,0 0 0,0 0 1,0 0-1,0 0 0,-1 0 0,1 0 0,0 1 1,-1-1-1,1 0 0,-1 0 0,1 1 1,0 1-1,2 7 3,0 0-1,-1 0 1,2 15 0,-3-18 2,10 127 193,-10-93-119,2-1 0,2 0-1,1 0 1,14 45 0,-17-78-116,-1 0-1,1-1 1,0 1 0,1 0-1,-1-1 1,1 0-1,6 7 1,-8-10-38,0-1 0,0 0 0,1 0 1,-1-1-1,0 1 0,1 0 0,-1-1 0,1 1 0,-1-1 0,1 0 1,0 0-1,0 0 0,-1 0 0,1-1 0,0 1 0,0-1 1,0 1-1,0-1 0,0 0 0,0 0 0,5-1 0,0-1-38,1-1-1,0 1 0,9-6 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5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507 0 9322,'-12'40'904,"-4"10"1561,-15 35-1913,-2 15-368,-6 26 8,-6 11-24,-9 7-72,-3-3-48,-5-6-408,1-7-472,9-19-1945,7-10 1921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3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0 135 14723,'0'0'736,"21"-26"-592,13 12-496,10 2-32,4 2 216,13 1 864,4 2 473,8 0 287,-4-1-376,4-3-672,-8-1-280,-4 2-304,-4 1-136,-9 9-296,-1 2-624,-12 7-753,-6 3-743,-13 1 2112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4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1 116 17404,'0'0'1456,"17"7"-256,23-10-1248,27-15-1048,7-3-560,16-6-25,-7 3 369,-12 6 496,-7 8-136,-17 8 184,-4 4-321,-10 8 625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6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 15347,'0'0'4521,"0"2"-4537,11 32-264,-11-10 16,-7 16 96,-2 10 128,-6 37 80,-1 15 8,1 19-104,9 3-264,3-8-1064,1-5-697,7-21-1648,4-11 2849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6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668 10 10298,'-22'-6'264,"-3"2"-184,-4 4-408,-5 14 8,-5 10 272,-12 26 632,-1 14 224,-11 18 81,-1 6 719,0-5-648,2-9-504,10-24-864,6-15-384,15-32-992,6-10 63,17-31 1041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6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11370,'3'13'1297,"6"4"4248,10 12-4377,7 8-536,15 7-432,13 8-104,8 5-152,2 0-168,0-1-888,-12-4-976,-9-11-1401,-7-8 1320,-6-14 569,-3-9-200,-1-15 943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6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20012,'7'89'816,"2"13"-327,7 12-745,-6 7-1121,-3-4-623,8-20-1225,-4-9 633,6-18 543,-3-8 1201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25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10226,'0'0'56,"23"-9"-2400,1 7 1215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28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3 209 5713,'-2'1'86,"4"-1"-42,11-2-19,20-4 224,110-36 1636,239-38 0,-213 62-1002,22-3-264,-175 19-726,0-1 0,0-1 0,0 0 0,28-12 0,-20 4-153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6:28:40.109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2370 1560 1344 0,'-6'-5'-8'15,"-1"0"18"-15,1 4 21 16,3 1 1-16,-4 13-6 16,0 8-3-16,2 27 10 15,-2 13 2-15,5 33 16 0,0 15 18 16,0 23-34-1,2 14-14-15,0 14-12 0,3 3-3 16,7 6 0-16,0-5-3 16,4 0 0-16,3 2 3 15,4 4 0-15,3 5 3 16,8 8 12-16,2-2 0 0,5-2 6 16,0 0-9-16,5-2-9 15,-1 1 3-15,0-1 3 16,-1-1 12-16,-3-3 14 15,-1 2 4-15,-5-4 6 16,-3 2-9-16,-11-2-12 16,-5-3-9-16,-7-6-9 15,-2-6 3-15,-4-14-15 16,1-9 3-16,1-18-9 16,0-10-24-16,3-19-99 15,0-9-68-15,1-22 101 16</inkml:trace>
  <inkml:trace contextRef="#ctx0" brushRef="#br0" timeOffset="716.83">857 5485 1301 0,'89'6'-14'16,"22"-4"7"-16,10-1-1 16,20-1 0-16,13-1 0 15,14-1 6-15,15 0 2 16,20 1-1-16,12 0-3 15,28-1 4-15,9 1 2 16,36-1 15-16,10-1 14 0,36-1 14 16,11-1 7-16,25 0 0 15,5 3-3-15,6 2-5 16,4 2 43-16,-12 5 8 16,7-1 1-16,-11 3 3 15,-4 1-1-15,0 2-11 16,-13 0-18-16,-5 1-31 15,-2 1-11-15,-18-1-21 16,-15-1-6-16,-30-2-15 16,-17 0-18-16,-34-3-68 15,-15-1-52-15,-33-1-241 16,-18-4 324-16</inkml:trace>
  <inkml:trace contextRef="#ctx0" brushRef="#br0" timeOffset="4268.39">9797 5913 1177 0,'-7'-1'-4'0,"-1"0"2"16,2 2-40-16,0 0 14 15,-1 3 48-15,-1-1 9 16,-4 6 23-16,-5 4 8 0,-9 12-2 16,-6 7-7-16,-18 15-32 15,-9 5-15-15,-17 7-175 16,-10-2 123-16</inkml:trace>
  <inkml:trace contextRef="#ctx0" brushRef="#br0" timeOffset="5150.62">9572 5869 1382 0,'-14'-7'26'0,"2"2"-21"15,3 2-10-15,3 2 8 16,6 1 7-16,0 0 8 16,-2 9 7-16,8 9 15 15,-1 7 12-15,6 14 70 0,5 9-23 16,5 7-42 0,4 2-21-16,7-7-39 0,-2-4-15 15,3-13-63-15,-2-7-62 16,-7-15-239-16,-3-11 268 15</inkml:trace>
  <inkml:trace contextRef="#ctx0" brushRef="#br0" timeOffset="7600.31">1356 1792 962 0,'0'21'2'0,"-2"8"35"16,2 6 8-16,3 6 5 16,2 1-10-16,3 0-16 15,2-3-9-15,2-6-11 16,0-7 0-16,3-8 5 15,0-5 7-15,2-8 11 16,0-4 2-16,-1-6 2 16,0-4-10-16,-2-9-7 0,-1-2-4 15,-4-5 11-15,0-2 6 16,-4-2 14-16,0 1 3 16,-4 2-3-16,-1 1 4 15,-2 6 30-15,-3 4-13 16,-3 5-20-16,0 5-3 15,4 6-18-15,1 6-12 16,5 15-9-16,4 8 0 16,5 18 0-16,6 8 3 0,4 10 0 15,3 7-12-15,1 8-21 16,-6 4-9-16,-4 0 3 16,-8-3 1-16,-13-10 26 15,-5-8 6-15,-19-8 26 16,-8-6 19-16,-14-15 18 15,-11-6 9-15,-14-19-21 16,-8-10-7-16,-13-17-20 16,0-10-9-16,7-21-15 15,14-9-50-15,23-19-163 16,19-9-38-16,34-5 173 16</inkml:trace>
  <inkml:trace contextRef="#ctx0" brushRef="#br0" timeOffset="10351.09">3429 4582 1129 0,'-7'0'36'0,"3"2"5"0,-1 2-41 16,2 2 0-16,1-1-2 15,-2 5 2-15,1-1 2 16,-1 1 0-16,2 2-2 16,2-4 2-16,2-2 2 15,5 0-2-15,4-6 0 16,5-4 2-16,1-5-3 16,7-9-1-16,0-2 0 0,2-4 0 15,-2-1 2-15,-5 1-2 16,-4 3 0-16,-11 3 6 15,-4 2 2-15,-13 7 2 16,-7 1-5-16,-10 8-3 16,-2 3-2-16,-8 5 0 15,6 1 2-15,4 0-38 16,7-3-249-16,14-10 176 16</inkml:trace>
  <inkml:trace contextRef="#ctx0" brushRef="#br0" timeOffset="10750.31">4066 3961 1882 0,'-6'8'30'16,"3"5"-192"-16,1 4-32 0,0 3 121 16,0-1 21-1,-2-3 40-15,-2-2 14 0,3-4 2 16,2-3 2-16,4-6 2 16,4-2-1-16,7-10 5 15,5-3-4-15,9-7-1 16,1-5-5-16,2-3 2 15,-4-1-2-15,-5 1 0 16,-5 2 0-16,-10 5-2 16,-7 4-2-16,-9 6 0 15,-5 2 2-15,-2 4 0 16,1 4 2-16,3 4 2 16,4 0-2-16,8-2-23 15,0 0-82-15,-1-5 64 16</inkml:trace>
  <inkml:trace contextRef="#ctx0" brushRef="#br0" timeOffset="11167.3">4830 3409 2010 0,'-4'22'48'16,"4"3"-108"-16,10 8-143 15,2-2 9-15,4-9 103 16,-2-3 60-16,1-13 31 16,0-4 2-16,3-10 10 15,3-7 3-15,8-13 3 16,3-5-5-16,7-7-9 15,-1 1-2-15,-2 3-2 16,-5 4 0-16,-11 7-4 16,-6 5-4-16,-16 5-7 15,-8 4-1-15,-12 4 5 16,-5 4 5-16,-3 3 6 16,1 4 4-16,7 3 0 15,4-1-2-15,10-1-4 0,8-5-2 16,0 0-6-16,0 0-3 15,17-7-51-15,3-6-70 16,13-14 74-16</inkml:trace>
  <inkml:trace contextRef="#ctx0" brushRef="#br0" timeOffset="11583.88">5942 2596 1813 0,'-4'10'39'0,"-1"5"-162"16,2 2 10-16,3 1 34 15,-2 0 52-15,3-6 27 16,2-1 0-16,2-6 0 15,1-3 0-15,6-8 2 16,4-6 2-16,8-8 2 16,1-4 0-16,3-4-1 0,2 0-1 15,-4 2 0 1,-3 4-2-16,-8 3-8 0,-7 3-5 16,-9 5-11-16,-5 1-1 15,-8 4 6-15,-3 2 5 16,0 4 8-16,1 2 4 15,5 1 0-15,0 2 2 16,6-1-2-16,1 0-4 16,6-2-9-16,4-2-22 0,12-10-246 15,6-7 185-15</inkml:trace>
  <inkml:trace contextRef="#ctx0" brushRef="#br0" timeOffset="12000.31">6786 2068 1601 0,'0'20'-62'0,"2"-8"56"16,2-3 6-16,4-8 0 0,2-2 0 16,6-10 2-16,5-7 2 15,6-7-2-15,6-3 0 16,6-5-2-16,1-1-2 16,-2 3-6-16,-6 3 1 15,-9 5-3-15,-8 4 0 16,-11 6 5-16,-6 2-1 15,-11 2 4-15,-1 3 2 0,-8 3 0 16,1 0 0-16,6 6 2 16,0 0 0-16,6 3-2 15,2 1 0-15,5-2-4 16,1 0-18-16,4-5-119 16,5-2-190-16,9-9 148 15</inkml:trace>
  <inkml:trace contextRef="#ctx0" brushRef="#br0" timeOffset="12367.42">7713 1523 1299 0,'-18'20'-35'15,"1"-2"35"-15,2-1 8 16,6-3 9-16,3-4-1 16,7-5 1-16,6-4-3 0,9-6 3 15,6-4 7-15,11-10-3 16,5-2-2-16,4-9-13 15,1-2 0-15,-1-4-4 16,-5 1 0-16,-7 2 2 16,-6 1-4-16,-18 6-2 15,-6 5-2-15,-20 8-6 16,-5 7-2-16,-10 8-17 16,-1 4-38-16,5 0 39 15</inkml:trace>
  <inkml:trace contextRef="#ctx0" brushRef="#br1" timeOffset="17033.93">1485 5956 652 0,'-6'11'-86'0,"0"-3"86"16,3-1 14-16,3-7 22 16,0 0 3-16,0 1-3 15,1-1-8-15,0 0-1 16,19 0 9-16,-6-7 21 15,4-3 9-15,8-5 28 16,7-3-7-16,5-3 0 16,2-4 0-16,6-6-17 15,1-2-12-15,16-11-17 0,10-6-4 16,16-13-6-16,11-7 0 16,11-16 9-16,8-6 35 15,15-14-4-15,8-7-2 16,14-11-6-16,7-3-12 15,10-8-7-15,9-6-5 16,14-10-6-16,6-3 3 16,16-4-6-16,0-4-12 15,13-3-6-15,1 0-6 0,0-5-6 16,1 6 6-16,-11 5-3 16,-5 3-3-16,-7 5 0 15,-7 3 6-15,0 0-6 16,-8-1 3-16,9 6 3 15,-1-2-6-15,-7 3 9 16,9 3-3-16,-17 4-3 16,-3 5 0-16,-10 9-3 15,-14 7 0-15,-18 13 0 16,-12 6 0-16,-27 11 0 16,-10 6-3-16,-23 12-12 15,-11 7 0-15,-18 12-102 16,-8 8-86-16,-20 9-324 15,-8 6 391-15</inkml:trace>
  <inkml:trace contextRef="#ctx0" brushRef="#br1" timeOffset="18767.14">8560 1517 148 0,'12'-19'-5'16,"1"1"5"-16,-4 2 31 15,-3 2 34-15,-5 5 65 16,-3 2 44-16,-2 6 15 16,-3 2-43-16,-3 9-89 15,-2 6-30-15,2 7-6 16,1 4-3-16,2 6 16 16,4 0 1-16,3 4 14 15,0 0 5-15,4 0 6 0,2-2-4 16,8-4-13-16,0-4-10 15,4-6-18-15,2-4-5 16,-4-6-8-16,3-7 0 16,-1-8 2-16,-1-5 4 15,4-8-1-15,0-3 1 16,3-6 0-16,-1-2-6 0,-1-2 2 16,-2-1-2-16,-4 4 0 15,-7 3-1-15,-5 5 7 16,-1 4 8-16,-3 7 15 15,0 8 4-15,0 0 3 16,11 13 7-16,-1 15-39 16,3 11-6-16,3 21-3 15,-1 6 0-15,3 15-3 16,-1 2-3-16,-4-2-3 16,-4 0 9-16,-9-8-6 15,-7-5 3-15,-12-8 3 16,-7-5 3-16,-17-8 12 15,-6-7 18-15,-13-11 36 16,-5-9-1-16,-4-15-5 16,-3-8-6-16,-1-16-6 15,4-9-7-15,7-20-26 16,8-8-62-16,15-12-82 0,10-1-32 16,19 4 13-16,12 3 36 15,26 7-235-15,11 5 186 16</inkml:trace>
  <inkml:trace contextRef="#ctx0" brushRef="#br1" timeOffset="19368.02">9135 1671 210 0,'26'0'152'15,"3"-2"68"-15,3-3 80 16,-1-3-53-16,7-2-147 15,-1-1-34-15,-2-1-41 16,2 1-9-16,-9 2-12 16,-2 1-2-16,-9 4-4 15,-2 2-8-15,-9 2-234 16,-6 0 166-16</inkml:trace>
  <inkml:trace contextRef="#ctx0" brushRef="#br1" timeOffset="19532.21">9317 1753 1583 0,'38'-12'-46'16,"-5"-6"6"-16,0-3-38 0,-9 0-187 15,-3-1 168-15</inkml:trace>
  <inkml:trace contextRef="#ctx0" brushRef="#br1" timeOffset="22350.53">9822 1592 1326 0,'7'11'2'0,"0"8"-2"0,-1 5 2 16,-1 6 0-16,-3 1 0 15,-2 0-2-15,0-2 0 16,-1-6 0-16,-3-5 0 15,0-8-2-15,-1-4 0 16,-2-6 4-16,1-7 4 0,0-5 3 16,-1-5 9-16,3-8 15 15,1-4 0-15,3-6 2 16,-1-1-2-16,3-1-16 16,1 3-3-16,2 4-7 15,4 0-3-15,2 5-2 16,6 2 0-16,2 3-2 15,5 3 0-15,-1 9 8 16,0 4-8-16,-5 10-6 16,-4 6 15-16,-5 9-20 15,-3 4 11-15,-4 4 0 16,-1 0-2-16,-3 1 2 16,0-2 2-16,0-2 3 15,2-2-5-15,-2-5 3 16,1-2-9-16,-2-9 6 15,3-8 6-15,0 0 0 0,0 0 6 16,-6-11 0-16,8-4 3 16,5-10-6-16,2-3-6 15,5-2-3-15,2 0 6 16,6 3-6-16,-1 0 0 16,-1 8 6-16,-1 4-6 15,-7 10 0-15,-1 4-3 16,-3 7 0-16,-1 4 6 15,2 8 21-15,-1 2-9 0,2 4 8 16,1 1 1-16,1 0-21 16,1 0 9-16,0-3-9 15,1-2-6-15,-3-8-74 16,1-3-58-16,-6-11 100 16</inkml:trace>
  <inkml:trace contextRef="#ctx0" brushRef="#br1" timeOffset="23150.26">10689 1453 1454 0,'-1'0'54'16,"-14"3"-19"-16,0 10-19 16,-5 7-7-16,-10 14-6 15,-5 5-3-15,-8 15 12 16,-2 3-12-16,1-2-9 16,3-5-18-16,5-18-33 15,1-8-39-15,5-14 53 16</inkml:trace>
  <inkml:trace contextRef="#ctx0" brushRef="#br1" timeOffset="23333.22">10342 1568 1738 0,'39'17'105'0,"2"3"-27"0,6 4-49 16,5-1-26-16,-2-1-38 16,-1-3-97-16,-7-5 78 15</inkml:trace>
  <inkml:trace contextRef="#ctx0" brushRef="#br1" timeOffset="23679.25">11154 1580 2333 0,'38'-2'0'0,"4"-2"-6"15,4-2-21-15,-3 0-203 16,-4-2-182-16,-10-1 268 16</inkml:trace>
  <inkml:trace contextRef="#ctx0" brushRef="#br1" timeOffset="23886.28">11161 1567 2276 0,'5'52'6'0,"7"4"-42"0,3-2-95 15,2-5-466-15,5-8 502 16</inkml:trace>
  <inkml:trace contextRef="#ctx0" brushRef="#br1" timeOffset="24249.76">11865 1397 1533 0,'-47'-1'4'16,"1"2"2"-16,0 10 7 15,2 4 11-15,8 11 21 16,2 4 11-16,12 6 13 15,4 2 0-15,13 0-21 16,8 0-12-16,12-1-21 0,7-3-1 16,14-6-14-16,11-5 0 15,14-13 3-15,5-4-17 16,8-10-73-16,-3-5-69 16,-2-10-91-16,-5-1-15 15,-12-2 144-15</inkml:trace>
  <inkml:trace contextRef="#ctx0" brushRef="#br1" timeOffset="24682.86">11175 1571 1330 0,'13'-1'62'0,"1"0"-17"15,4 1-24-15,2 0-9 0,2 1-12 16,1-1 1-16,-2 0-64 15,-3-1-218-15,-10 0 178 16</inkml:trace>
  <inkml:trace contextRef="#ctx0" brushRef="#br1" timeOffset="24950.36">10874 1603 1604 0,'37'0'57'16,"11"0"-16"-16,3 0-17 15,3-2-21-15,0-1 0 16,-4-3-18-16,-3-2-44 16,-6-1-129-16,-1-1-109 15,-12 1 170-15</inkml:trace>
  <inkml:trace contextRef="#ctx0" brushRef="#br1" timeOffset="25200.24">11099 1447 1765 0,'11'27'45'0,"1"10"-9"16,-1 7-15-16,-2 7-129 0,-6 3-139 15,4 2 197-15</inkml:trace>
  <inkml:trace contextRef="#ctx0" brushRef="#br1" timeOffset="27048.8">10024 2105 618 0,'4'-3'12'0,"2"2"6"15,0-1 9-15,0 2 30 16,1 3 23-16,1 5 27 15,0 3 5-15,-2 9-18 16,-1 8-1-16,-2 13-8 16,-1 7-4-16,3 15-25 15,-1 1-11-15,2 0-29 0,2-4-9 16,-2-11-5-16,-3-5-2 16,-2-9 2-16,-1-4-2 15,-2-8 0-15,-3-6-2 16,0-9 0-16,1-6-4 15,-1-6-32-15,-4-5-80 16,5-6 75-16</inkml:trace>
  <inkml:trace contextRef="#ctx0" brushRef="#br1" timeOffset="27532.94">9906 2584 1473 0,'31'31'16'15,"3"6"-8"-15,-2 4-3 16,0 4-6-16,0-2-15 15,-4-7-25-15,-2-7-1 0,-7-12 7 16,-5-6 14-16,-8-8 52 16,-6-3 23-16,0 0 45 15,3-15 157-15,-4-1 40 16,1-5-36-16,5-12-140 16,1-4-35-16,7-9-47 15,5 1-27-15,6 1-24 16,4 3-32-16,1 6-122 15,0 1-161-15,1 6 143 16</inkml:trace>
  <inkml:trace contextRef="#ctx0" brushRef="#br1" timeOffset="28466.02">10219 3040 1249 0,'-15'-2'44'0,"-4"1"5"16,-2 1-7-16,-3 4-1 16,-2 2-2-16,-4 6-16 15,-4 3-9-15,-1 6-7 16,0 1-3-16,5 1 0 15,4 0-2-15,11-6 4 16,8 1-2-16,13-4 1 16,6-3-1-16,11-2 0 0,4-1-2 15,4-1 0-15,2 1 3 16,-4 4 4-16,-5 1-6 16,-8 4 3-16,-7 1 0 15,-10 3-3-15,-7 0 0 16,-14 0-3-16,-8 1 3 15,-12-2-3-15,-5-4 0 0,-7-5-9 16,2-5-6-16,3-8 1 16,7-7-11-16,15-10-118 15,9-3-199-15,21-8 162 16</inkml:trace>
  <inkml:trace contextRef="#ctx0" brushRef="#br1" timeOffset="28699.72">10308 3018 1315 0,'1'17'52'0,"-1"8"-6"16,-2 7 3-16,-3 10-7 0,3 2-14 15,-4 1-19 1,2-2-9-16,2-7-13 0,-2-4-26 16,2-9-83-16,2-7-111 15,0-16 125-15</inkml:trace>
  <inkml:trace contextRef="#ctx0" brushRef="#br1" timeOffset="29383.86">10367 3280 696 0,'8'0'29'16,"1"0"26"-16,-2 4 4 15,-1 4 14-15,-1 5 36 16,-2 2-29-16,0 5-29 16,1-1-11-16,2-2-24 15,1-4-12-15,3-7-4 16,-1-5-4-16,3-5-8 15,-1-5 1-15,2-6 1 16,0-2 0-16,-5-2 5 16,0 0 3-16,-6 2 0 15,-2 1 2-15,-5 2 4 16,-2 1 1-16,-3 2 13 16,-1 3 5-16,0 3 0 0,0 2-3 15,2 1-9-15,1 1-9 16,3-1 0-16,5 2-19 15,0 0-90-15,0-1-91 16,4-15-66-16,6 13 32 16,1 0 163-16,1 2 85 15,0 1 125-15,-1 4 71 16,1 3 25-16,1 3-53 0,-1 6-77 16,1 1-28-16,0 10-38 15,1 2-14-15,0 13-19 16,-1 6 0-16,-3 14-8 15,-4 4 3-15,-4 5-45 16,-3-2-1-16,-6-4-17 16,-4-3-2-16,-7-9 45 15,-2-8 1-15,0-18 57 16,0-14 27-16,4-17 32 16,-1-12 19-16,4-21 67 15,1-5-24-15,1-17-76 16,4-5-38-16,7-9-33 15,5-8 3-15,11-2-27 16,8 2-33-16,11 14-18 16,3 11-8-16,2 22 17 0,-1 12 21 15,-11 19-3-15,-6 7-6 16,-15 13-8-16,-7 7-10 16,-11 6 9-16,-7 4 19 15,-10-2-37-15,-4-4-47 16,2-10 67-16</inkml:trace>
  <inkml:trace contextRef="#ctx0" brushRef="#br1" timeOffset="29782.71">10895 3255 1408 0,'0'0'58'15,"0"0"107"-15,0 0-144 16,1 0-3-16,19 5 2 16,-7-11-8-16,3-6-12 15,-1 0-35-15,-1-1-46 16,-4 0 19-16,-8 4 27 0,-2-1 8 15,-11 5 17-15,-5 0 4 16,-6 1 6-16,-7 4 6 16,0 3 10-16,-2 3 5 15,2 7 12-15,3 4 13 16,8 4 64-16,7 3 1 16,11 2-39-16,9-1-15 15,16-5-40-15,8-3-37 16,19-11-130-16,6-7-134 15,22-10 218-15</inkml:trace>
  <inkml:trace contextRef="#ctx0" brushRef="#br1" timeOffset="30233.42">9747 3641 1518 0,'79'-3'59'0,"10"-3"-11"15,7-1-36-15,17-1 0 16,4-2-3-16,7 0-6 16,5 0-3-16,2-2-6 15,-4 0-15-15,-5 2-63 16,-9-1 27-16,-20 3-151 16,-12 0 127-16</inkml:trace>
  <inkml:trace contextRef="#ctx0" brushRef="#br1" timeOffset="33182.25">3714 7259 1237 0,'70'-37'31'0,"4"-5"-14"16,6-5 1-16,12-6 1 16,2 0 1-16,8-1-5 15,3 3 1-15,1 0-5 16,-3 3 5-16,-3 3-1 15,-6 2-3-15,-8 5-6 16,-4 4-2-16,-11 4 3 16,-7 3-5-16,-13 4 0 15,-2 2 0-15,-10 4-2 16,-4 4 0-16,-8 4 2 16,-10 1 2-16,-5 4-2 0,-4 1 2 15,-6 3-2-15,-2 0 0 16,0 0-2-16,0 0 0 15,0 0-6-15,0 0-14 16,0 0-195-16,0 0 151 16</inkml:trace>
  <inkml:trace contextRef="#ctx0" brushRef="#br1" timeOffset="35283.65">3766 7521 340 0,'-3'2'-24'0,"0"2"-43"15,-1 0-6-15,4-4-1 16,0 0 23-16,0 1 35 15,0-1 5-15,1 0 84 16,0 0 42-16,0 0 62 16,0 0 73-16,0 0-27 15,29-4-43-15,-14-2-92 16,5 1-18-16,9-3-17 16,6-3-13-16,11-3 3 15,8 0-1-15,15-4-5 16,6-1-4-16,12-3-17 15,8-1-3-15,11-4-11 16,4-2-2-16,9 1 2 16,3-2-2-16,-4 3 4 15,-1 0-2-15,-7 0 0 16,-5 4 0-16,-11 1 0 0,-5 3-2 16,-11 5 0-16,-5 1 0 15,-9 2-2-15,-7 0-10 16,-10-1-46-16,-5 0-68 15,-9-4 68-15</inkml:trace>
  <inkml:trace contextRef="#ctx0" brushRef="#br1" timeOffset="38416.18">3524 7353 5 0,'3'1'2'15,"1"-1"6"-15,0 1 3 16,0-1 3-16,-4 0 5 16,1 0-7-16,0 0-3 15,0 0-7-15,0 0-2 0,28-9-2 16,-29 9-1-16,1 0-1 16,0 0 0-16,-1 0 3 15,1 0-3-15,0 0-7 16,0 0-4-16,0 1 6 15</inkml:trace>
  <inkml:trace contextRef="#ctx0" brushRef="#br1" timeOffset="38933.39">3589 7321 709 0,'0'-1'91'15,"-7"-20"78"-15,6 8-70 16,1-6-42-16,0-4-15 0,5-10-18 16,2-8-11-16,7-12-9 15,4-2-2-15,-1-2 10 16,3 3 11-16,-2 5 21 16,-2-2 9-16,-2 4 3 15,-3-3-6-15,-5-2-19 16,-1-2-6-16,-1 0-13 15,1 0-2-15,5 1-8 16,1-3-2-16,2 4 0 16,1 2 0-16,1 10-4 15,-2 6 2-15,1 9-8 16,-1 1-1-16,1 8-3 16,1 0-2-16,-3 4 1 15,-3 3-1-15,-3 1 1 16,0 1-4-16,-3 0-16 15,-2 0-10-15,1 0-25 0,-1-1-28 16,1-1-118-16,2 0-117 16,3 3 179-16</inkml:trace>
  <inkml:trace contextRef="#ctx0" brushRef="#br1" timeOffset="41015.82">3912 6346 395 0,'0'0'15'0,"0"0"-1"16,0-1-1-16,0 0 14 15,1 0 25-15,-1 0 28 16,1 0 8-16,0 0 6 15,0 1-3-15,27-18-5 0,-19 17 1 16,6-2-31-16,4 0-8 16,7-4-19-16,6-2-12 15,9-3-11-15,3 0 0 16,6-4-6-16,-1 2 0 16,-7 2 6-16,-4 2-6 15,-11 5-19-15,-7 2-71 16,-12 4 52-16</inkml:trace>
  <inkml:trace contextRef="#ctx0" brushRef="#br1" timeOffset="43849">4516 6055 347 0,'2'-3'33'16,"-2"-1"29"-16,3 1 19 15,-3 3 12-15,0 0 0 16,0 0-11-16,4 8 3 0,1 9 10 15,0 3-3-15,-1 7-25 16,-2 5-18-16,0-2-30 16,0-2-9-16,-1-4-8 15,-2-5 2-15,1-10-2 16,0-8 0-16,0-1 7 16,0 0 5-16,-5-8 13 15,2-7 6-15,0-8 12 16,1-2 1-16,2-1-1 15,3 0-5-15,3 1-16 16,5 2-7-16,-1 2-9 16,1 1-4-16,3 8-4 15,-2 4 0-15,1 8 0 16,-1 6 0-16,-1 7 0 16,-1 4 0-16,-2 5 0 0,-1 2 0 15,-4-2-2 1,-1-1 4-16,-2-5-2 0,-1-2 0 15,0-5 3-15,-1-3-3 16,2-6 4-16,0 0-2 16,0 0 9-16,0 0 13 15,-1-15 3-15,1 0-3 0,7-5-15 16,2-3-6-16,4-3 0 16,3 0-3-16,0 2 3 15,0 3-3-15,-1 8 0 16,-1 6-3-16,-2 7 3 15,-1 6-3-15,-1 9 3 16,-2 5 9-16,1 7-9 16,-1 1 0-16,2-2-3 15,6 0-9-15,-1-8-84 16,5-4-152-16,4-10 163 16</inkml:trace>
  <inkml:trace contextRef="#ctx0" brushRef="#br1" timeOffset="44982.55">5052 6598 1243 0,'0'0'52'16,"0"0"14"-16,0 0-50 16,0 0-11-16,17 2-3 15,-1 4 2-15,6 6 2 16,5 3 4-16,3 7 3 15,0 4 7-15,-1 4-5 16,-2 2-3-16,-1-5-6 0,1 0-3 16,-5-6-1-16,1-4 0 15,-6-6-4-15,-4-3-3 16,-3-6-25-16,-3-3-61 16,-1-3 55-16</inkml:trace>
  <inkml:trace contextRef="#ctx0" brushRef="#br1" timeOffset="46016">5500 6813 197 0,'-3'0'11'0,"-1"-4"8"16,3 2-19-16,3-3-4 15,1 1-1-15,1-2-3 16,0-1 5-16,-1 1 28 15,-1 0 37-15,-1 1 79 16,-1 5 97-16,0 0 31 16,0 0-63-16,0 0-101 15,0 0-34-15,12 9-34 16,-6 1-6-16,2 3-15 16,1 2-7-16,-3 0-5 0,0-2-2 15,-4-3 0-15,-1-2-2 16,-2-4 0-16,-2-1 4 15,0-5-2-15,-2-2 4 16,2-6-1-16,0-2 13 16,2-1 28-16,1-1 25 15,5 0 63-15,1-1-26 16,6-1-75-16,3 0-18 0,5 0-18 16,0 1-9-16,-2 5-3 15,0 4-3-15,-5 4-6 16,-1 3 6-16,-5 5 9 15,-3 1 6-15,-1 1 3 16,-2 2 0-16,-1-1 0 16,0 1 3-16,-3-2-3 15,-1-1 6-15,1-1 0 16,-2-4 3-16,5-2 0 16,0 0 0-16,0 0 6 15,0 0-3-15,0-14 0 16,6 1 0-16,7-7-9 15,3-1-3-15,7-2 3 16,1 4-3-16,-2 6 0 16,-3 6 0-16,-5 11-6 0,0 5 0 15,-2 10 3-15,0 4 0 16,0 2 3-16,2-1 0 16,3-6-39-16,2-2-69 15,3-12-385-15,2-5 367 16</inkml:trace>
  <inkml:trace contextRef="#ctx0" brushRef="#br1" timeOffset="47218.28">6048 6735 805 0,'0'0'107'16,"0"0"106"-16,0 0-155 15,0 0-37-15,0 0-7 16,0 0-14-16,1 0 2 15,16-7-2-15,-7 4 0 16,-1 2 0-16,1-1 0 16,-1 0 2-16,-2 2-2 0,-1 1 0 15,-4 2 1-15,0 2 7 16,-3 1-2-16,-2 4 4 16,-3 3-1-16,-3 2 5 15,-2 0 5-15,-3 1 26 16,1-1 7-16,2-3 10 15,4-2-2-15,5-4-23 16,4-2 25-16,7-4-35 16,6 0-12-16,9-6-12 15,4-1-27-15,6-6-134 16,6-2-218-16,-6-4 199 16</inkml:trace>
  <inkml:trace contextRef="#ctx0" brushRef="#br1" timeOffset="47788.21">5012 6122 1382 0,'-4'1'41'0,"2"3"-18"15,2 4-9-15,1 9-10 16,3 5-4-16,0 11-20 15,1 3-42-15,5-4 37 16</inkml:trace>
  <inkml:trace contextRef="#ctx0" brushRef="#br1" timeOffset="48867.94">6174 7093 1301 0,'-6'5'33'0,"1"2"-12"16,2 2-15-16,3 5-6 16,0 2 0-16,3 2-2 15,2 0-6-15,-1-1-1 16,-2 0 1-16,-1-7 2 15,-1-2 4-15,0-8 4 16,0 0 0-16,0 0 2 16,-5-10 2-16,4-4 5 15,1-3 5-15,2-2 1 16,1 2 5-16,4-2-7 16,3 3-3-16,3 2-8 15,2 0-4-15,4 5 0 0,-1 2-8 16,-1 7 4-16,-2 3 0 15,-5 7 2-15,-1 5 4 16,-5 3 2-16,0 4 6 16,-4-1 1-16,0 0-3 15,0-4 2-15,0-4-3 16,-1-5-3-16,0-2-2 0,1-6 2 16,0 0-2-16,0 0 2 15,11-14 2 1,-1-2 0-16,3-2 3 0,1-3 5 15,-3 0-1-15,4 6 14 16,-1 2 12-16,-2 9-12 16,1 4-12-16,-3 11-6 15,-2 3-6-15,0 5-3 16,0 1 0-16,2-1-108 16,1-2 15-16,3-7 52 15</inkml:trace>
  <inkml:trace contextRef="#ctx0" brushRef="#br1" timeOffset="49615.9">6590 7203 766 0,'0'0'66'0,"0"0"44"16,-1 0-53-16,0 1-39 15,0 0-4-15,0 0-5 16,0 0-3-16,0 0-3 15,0-1-1-15,1 0 4 0,-1 0 9 16,0 0 22-16,1 0 0 16,0 0 8-16,0 0-5 15,0 0-9-15,0 0-4 16,14-1-5-16,0-2-9 16,6-1-5-16,4 0-4 15,-4 2-2-15,-3 0 2 16,-9 3-8-16,-2 3 2 0,-4 3 2 15,-6 2 0-15,-1 2 6 16,-8 0 5-16,-4 2 20 16,3-2 8-16,-2-1 13 15,4 0 1-15,5-3 2 16,2-1 8-16,5 1-42 16,4-1-10-16,4 2-11 15,5 0 0-15,6 2 0 16,6-2 0-16,-1 1 0 15,1 0 0-15,-8 1-3 16,-7 1 1-16,-9 3 2 16,-10 1 0-16,-17 4 5 15,-18 1-2-15,-11 1 0 16,-5-4-3-16,8-11-101 16,13-6-241-16,21-29 237 15</inkml:trace>
  <inkml:trace contextRef="#ctx0" brushRef="#br1" timeOffset="50667.51">7638 6841 1406 0,'0'0'44'16,"9"12"10"-16,-2 5-50 15,2 3-2-15,4 11 4 16,-2 2-6-16,0 4 4 15,-1 1-4-15,-4-3 0 16,0-2-2-16,-9-10 0 0,-3-4-4 16,-2-13 6-16,-1-3 14 15,0-6 66-15,0-6 69 16,1-5 60-16,0-3 1 16,3-7-61-16,1-3-68 15,6-4-51-15,4-1-25 16,11-1-33-16,1 1-14 0,11 2-13 15,2 2-29-15,1 9 34 16,-1 6 11-16,-6 12 24 16,-4 5 6-16,-4 11 0 15,-4 4 3-15,-5 8 9 16,0 2 3-16,-5 1-6 16,1-3-3-16,-4-8-3 15,0-4 3-15,-1-8 3 16,1-7 6-16,0 0 6 15,0 0 6-15,-6-11 0 16,4-4 0-16,2-8-6 16,5-3-7-16,6-4-5 15,4 1-2-15,4 3 2 16,2 4-3-16,2 10 3 16,-1 6 0-16,-2 12-18 15,-1 7 9-15,-2 12-6 0,0 4 9 16,-2 3-63-16,0-3-74 15,-1-6-376-15,1-8 406 16</inkml:trace>
  <inkml:trace contextRef="#ctx0" brushRef="#br1" timeOffset="50950.89">8268 6807 1177 0,'0'-3'10'0,"0"3"-22"16,0 0-21-16,0 0-15 16,1 0-59-16,0 0 62 15</inkml:trace>
  <inkml:trace contextRef="#ctx0" brushRef="#br1" timeOffset="51048.52">8289 6819 659 0,'0'0'173'0,"0"0"178"16,0 0-272-16,0 0-42 15,0 0-83-15,0-1-154 16,0 0 105-16</inkml:trace>
  <inkml:trace contextRef="#ctx0" brushRef="#br1" timeOffset="51366.12">8273 7020 1351 0,'0'0'88'0,"0"-1"175"15,0 0-119-15,0 1-72 16,-2 1-10-16,10 18-32 0,2 10-21 16,1 14-9-16,0 6 6 15,-1 6-42-15,0-2-53 16,-3-3-165-16,-1-4 6 16,-4-15 159-16</inkml:trace>
  <inkml:trace contextRef="#ctx0" brushRef="#br1" timeOffset="51834.68">8492 6784 1550 0,'-4'-3'105'0,"4"3"-25"15,0 0-44-15,0 0-24 0,0 0-6 16,0 0-6-16,11 6 0 15,4 0-6-15,3 0 3 16,4-3-3-16,1-1 6 16,3-2 0-16,1-3 0 15,-4 2 9-15,0 1-6 16,-7 0 9-16,0 1 0 0,-7 1-6 16,-3 0 3-1,-6-2-9-15,0 0 3 0,0 1 18 16,0 0 0-16,2 24 12 15,-7-8-1-15,-7 11-2 16,-5 5-6-16,-7 11 3 16,-3 5-6-16,-9 3-42 15,2-5-95-15,-3-10 71 16</inkml:trace>
  <inkml:trace contextRef="#ctx0" brushRef="#br1" timeOffset="52950.24">9016 6813 1024 0,'0'0'112'0,"0"0"94"15,0 0-84-15,0 0-62 16,3 4 20-16,2 12-32 16,0 6-13-16,0 7-17 15,-1 3-3-15,1 0-9 16,-4-2-6-16,1-9-12 16,-2-4 0-16,0-10 6 15,0-7 6-15,0 0 9 0,0 0 18 16,-2-17 30-16,1 1 0 15,1-9 9-15,2-4-22 16,6-2-29-16,4-2-12 16,5 3-12-16,5 2-9 15,1 8 9-15,1 4 3 16,-1 12-8-16,-1 4 11 16,-4 11-18-16,0 5-6 15,-5 9 6-15,-2 5 3 0,-1 2 15 16,-7 0 3-16,1-4 0 15,-7-4-3-15,-1-10 3 16,4-3 0-16,0-11 12 16,0 0 9-16,-5-9 3 15,7-6 3-15,1-9-3 16,2-3-7-16,4-5-11 16,0 2-6-16,10 1 0 15,2 1 0-15,2 8 6 16,2 3 0-16,-3 12-6 15,-2 6 0-15,-3 13-6 16,0 7 3-16,-1 8 9 16,0 3 3-16,-1-3-56 15,-1-3-112-15,-2-11 96 16</inkml:trace>
  <inkml:trace contextRef="#ctx0" brushRef="#br1" timeOffset="53368.46">9609 7008 1655 0,'0'0'95'0,"0"-1"-11"16,7-11-42-16,9 2-9 15,4-2-4-15,10 0-46 16,4 1-10-16,-1 6-6 16,-4 2-6-16,-10 7 6 15,-7 4 6-15,-10 7 9 16,-4 2 6-16,-9 4 27 15,-4 2 15-15,-8 0 54 16,-1 0 20-16,-1-1 43 16,2-4 8-16,8-5-58 0,2-3-29 15,12-4-44-15,2-3-12 16,14 0-31-16,6-3-37 16,12-7-139-16,8-6-187 15,5-12 194-15</inkml:trace>
  <inkml:trace contextRef="#ctx0" brushRef="#br1" timeOffset="53849.14">9932 6731 1992 0,'0'0'162'15,"0"0"10"-15,13 12-118 16,5-4-42-16,4-1-6 16,13 0-61-16,4-2-69 15,9 0-43-15,-1-1 0 16,0-1 83-16,0 1 54 16,-12-1 27-16,-4 0 9 15,-16-1 3-15,-5 0 6 16,-10-2 66-16,0 0 29 0,0 0 40 15,0 0 8-15,-1 0-86 16,-13 8-21-16,-2 7-38 16,-5 6-4-16,-14 18-9 15,-6 10-5-15,-15 16-79 16,-2 7-136-16,-3 4 106 16</inkml:trace>
  <inkml:trace contextRef="#ctx0" brushRef="#br1" timeOffset="54815.14">10748 6785 2052 0,'3'3'105'15,"4"7"-58"-15,2 3-56 16,1 11-17-16,1 5-19 15,-2 4-87-15,-3 1-38 0,-3-5-51 16,-3-3 103-16,-2-11 70 16,-4-5 22-16,0-10 61 15,0-3 22-15,0-10 88 16,0-5 85-16,3-10-45 16,3-5-45-16,3-5-77 15,6 0-36-15,3 1-39 16,4 3-9-16,4 6-6 15,2 4 3-15,6 7 9 16,2 6-2-16,2 10 5 16,-2 5 3-16,-5 9-12 15,-2 5 0-15,-8 7-6 16,-2 3-6-16,-10 3 3 16,-6 1 12-16,-3-7 6 15,-4-4 9-15,0-8 3 16,3-5 3-16,0-6 6 15,2-3 3-15,2-8 6 16,2-4 3-16,1-8 6 0,3-3 3 16,7-3-12-16,0 0-12 15,9 0-6-15,3 3 3 16,4 6-3-16,3 6 3 16,-4 9-6-16,-3 6-3 15,-3 13-15-15,-2 6-3 16,-3 10 9-16,-3 0 0 0,-3 1 18 15,0-2 6-15,-2-10-84 16,1-4-59-16,2-14-210 16,2-6 270-16</inkml:trace>
  <inkml:trace contextRef="#ctx0" brushRef="#br1" timeOffset="55335.78">11441 6909 2160 0,'6'-9'137'0,"4"-1"43"15,6 0-211-15,-1 1-19 16,8 2-55-16,0 1-80 0,0 6-75 16,-1 3 0-16,-6 5 171 15,-4 0 38-15,-8 1 20 16,-3 0 20-16,-6 0 16 15,-4-1 15-15,-5 1 21 16,-4-1 1-16,-4 2 14 16,1 0 43-16,4 1-13 15,4 1-5-15,8-1-24 16,1-1-18-16,15 1-10 16,4-3-8-16,16-3-12 15,8-4-33-15,9-1-74 16,5-1-31-16,-8 2 7 15,-8 5 41-15,-27 9 66 16,-19 6 15-16,-28 7 6 16,-13 2 5-16,-14 4 14 0,-1-2 5 15,0-7-96-15,-1-3 56 16</inkml:trace>
  <inkml:trace contextRef="#ctx0" brushRef="#br1" timeOffset="56281.41">3350 6596 1287 0,'9'58'57'15,"2"23"3"-15,-2 18-8 16,-4 40-21-16,-4 8-10 16,-8 15-25-16,-1-8-29 0,-5-32-168 15,2-19-77-15,3-48-39 16,1-19 103-16,2-26 410 15,-1-10 125-15,-1-11-29 16,-1-5-54-16,2-5-65 16,2-2-8-16,7 1-70 15,5 0-26-15,14 4-45 16,9 2-12-16,16 8-12 16,9 6 6-16,20 4-3 15,10 1-3-15,23-3-9 16,7-2-51-16,14-6-110 15,2-4-87-15,-11-3 193 16</inkml:trace>
  <inkml:trace contextRef="#ctx0" brushRef="#br1" timeOffset="59434.55">11956 2066 1272 0,'0'0'23'0,"0"0"-7"16,0 0-5-16,0 0-5 15,0 0 2-15,10 16 3 16,-4-1 7-16,-1 8 7 16,0 6 6-16,-2 7 0 15,-1 4 0-15,-3 8-10 16,-3 3-3-16,1 5-7 15,-2-2-5-15,0-6-4 16,0-6 0-16,-2-12-15 16,-1-4-47-16,-3-9 42 15</inkml:trace>
  <inkml:trace contextRef="#ctx0" brushRef="#br1" timeOffset="59866.04">11702 2348 1448 0,'15'9'4'0,"4"9"-2"16,1 7 0-16,5 12 0 16,0 6 6-16,0 5 5 15,-1 4 3-15,-6 3-5 16,-3 3 1-16,-2-2-8 16,-2-4 0-16,-1-10-4 15,-3-10 2-15,0-15 0 16,-1-6 5-16,0-9 48 0,2-5 55 15,1-13 79-15,2-7 5 16,5-17-15-16,4-7-61 16,5-8-67-16,2-2-12 15,6-4-30-15,2-1-23 16,2-6-80-16,0 0-113 16,-11 5-480-16,-5 11 554 15</inkml:trace>
  <inkml:trace contextRef="#ctx0" brushRef="#br1" timeOffset="60648.78">11969 3270 580 0,'0'0'86'0,"1"-1"103"15,10-21-98-15,-5 11 14 16,1 0-6-16,-1 3 5 16,3 6-11-16,0 2-13 0,0 8-26 15,2 5-13-15,-5 13-16 16,-3 5 23-16,-6 9-36 16,-6 3-12-16,-6-3-105 15,-5-3 84-15</inkml:trace>
  <inkml:trace contextRef="#ctx0" brushRef="#br1" timeOffset="61081.16">11807 3186 1485 0,'0'-19'39'16,"7"1"11"-16,10 3-50 15,8 1 3-15,8 6 0 0,1 3 0 16,5 7-3-16,2 5 0 16,-3 9 0-16,-2 4-6 15,-2 6 0-15,-5 2-6 16,-3 0-4-16,0-2 6 16,-7-7-3-16,-4-4-1 15,-8-5 3-15,-7-10 5 16,0 1 4-16,0 0 0 15,0-1 6-15,-13 0 2 16,5-6 9-16,-1-2 5 0,7-3-7 16,5 0 18-1,10-4-22-15,7-4-12 0,6-4-18 16,3 0-1-16,0 0 9 16,0 6 5-16,-5 9 2 15,-1 6 6-15,-8 8 2 16,-3 6 0-16,-2 9 4 15,-1 5 2-15,-3 6-3 16,0 1 3-16,2-3-6 16,1-1-2-16,4-8-11 15,1-5-36-15,3-10 32 16</inkml:trace>
  <inkml:trace contextRef="#ctx0" brushRef="#br1" timeOffset="61314.89">12605 3205 1266 0,'0'0'105'0,"0"0"205"15,1 0-250-15,16-1-54 16,-3 1-3-16,9-2 0 15,6-5-9-15,5-6-107 16,4-4-30-16,-2-8-198 16,-2 0 199-16</inkml:trace>
  <inkml:trace contextRef="#ctx0" brushRef="#br1" timeOffset="61440.75">12832 3001 739 0,'-31'-8'203'0,"2"4"191"15,0 4-231-15,6 11-10 16,0 7 29-16,5 14-81 15,4 8-35-15,7 9-51 16,4-1-12-16,8-3-84 16,3-4-125-16,3-8 126 15</inkml:trace>
  <inkml:trace contextRef="#ctx0" brushRef="#br1" timeOffset="62114.51">12742 3332 873 0,'12'-6'135'0,"1"2"152"0,-2 2-225 16,2 2-2-16,0 0-13 15,-1 2-12-15,7 1-24 16,1-2-1-16,7-1-8 16,5 0 0-16,3-4-4 15,2-2 2-15,-4-4-2 16,-1 0 0-16,-9-2 4 15,-4-1-2-15,-9 1 4 16,-6 2 0-16,-8 2 1 16,-6 0 1-16,-5 3-2 15,-5 0 18-15,-5 3 5 16,-2 2-3-16,-1 3 15 16,-2 3-30-16,4 6-3 15,2 3-3-15,2 6 2 16,0 2 7-16,5 5-3 15,8 0-3-15,6-3-6 0,9-3-3 16,7-5-6-16,5-4-3 16,7-8 1-16,2-5-4 15,3-9 3-15,-3-3 0 16,-1-4 12-16,-4-1 6 16,-5 1 12-16,-3 1 5 15,-4 0 13-15,-2 2 0 16,-3 5 3-16,0 1-6 15,-1 4-18-15,0 3-12 0,1 6-12 16,1 3 0-16,3 7 6 16,-2 3 3-16,0 3 3 15,-1 0-3-15,-3-5 0 16,-1-2 0-16,-1-8 0 16,-1-7 6-16,0 0 0 15,0 0 12-15,-2-10-6 16,0-3-6-16,2-7 0 15,6-2-6-15,4-2 0 16,4-1 3-16,7 0-9 16,-1 0-12-16,2 1-15 15,1 4-21-15,-8 6-12 16,-2 5-11-16,-1 11-295 16,0 2 277-16</inkml:trace>
  <inkml:trace contextRef="#ctx0" brushRef="#br1" timeOffset="63182.28">13368 3313 2696 0,'-10'-10'62'0,"2"0"12"16,3 3-85-16,2 1 3 15,0 0-14-15,3 6-37 16,0 0-26-16,0 0-104 16,-1 0 4-16,-13 13 6 15,9-3 65-15,-2 1 99 16,0 0 15-16,-1 4 0 16,-1 2 12-16,2 3 9 15,4 4 0-15,2 3 0 16,2-1 0-16,6-3-6 15,2-3-6-15,6-9 0 16,1-4 0-16,5-7-3 16,1-5-6-16,6-10-6 15,3-5-21-15,3-4-3 0,-1-1 3 16,-7 3 18-16,-6 4 12 16,-12 7 3-16,-3 2 3 15,-7 5 3-15,-2 1 3 16,-4 3-6-16,-2 2 9 15,2 2-15-15,-2 1 0 16,6 1 0-16,0-1-3 16,3 0-6-16,1 0 0 0,2-1-3 15,2 0 9-15,3-2 6 16,3 1 0-16,3-4 9 16,2-2-3-16,4-4-6 15,-4-3 9-15,5-4-15 16,-3-1 0-16,-1-3 3 15,-4-2-3-15,-5 1 6 16,-4 1-6-16,-10 0-3 16,0 5-3-16,-9 6-6 15,1 2 12-15,-4 11 24 16,-2 5 6-16,1 10 2 16,-2 6-11-16,5 9-18 15,5 2 6-15,6 1-6 16,5-2 3-16,7-4-6 15,5-3-9-15,8-10-3 16,4-5-6-16,6-9-8 0,1-6 2 16,3-8 9-16,1-2 6 15,-5-3 21-15,-3-1 6 16,-5 3 11-16,-5-1-5 16,-3 3 6-16,-2 4-9 15,-3 4-9-15,1 1 0 16,-1 10-18-16,1 5-3 15,1 14 3-15,-1 6-3 0,-3 10 0 16,-3 1 9-16,-6 6-9 16,-3 1 6-16,-3-3-3 15,-1-5 0-15,0-13 3 16,0-10-6-16,1-16 6 16,0-6 12-16,0-15 9 15,1-9-3-15,1-17 3 16,1-6 0-16,4-8 3 15,2 0-7-15,2-10-2 16,6-5-12-16,6-4-20 16,4 3-22-16,9 8-27 15,4 10-5-15,5 16 26 16,-1 11 18-16,-8 21 9 16,-9 9 3-16,-14 16 6 15,-5 6-3-15,-13 7 9 0,-2 4 6 16,-13 1-3-16,-2-4-6 15,-3-9-9-15,-1-7-65 16,7-11-201-16,2-9-86 16,8-13 230-16</inkml:trace>
  <inkml:trace contextRef="#ctx0" brushRef="#br1" timeOffset="63383.14">13936 2926 1136 0,'23'-9'89'0,"-2"11"47"16,-4 9-43-16,-1 20-46 16,-3 11-11-16,0 14 10 15,0 6-10-15,3 2-18 16,1-1-6-16,0-9-12 16,2-6-30-16,-6-12-90 15,-5-7-97-15,-8-13 131 16</inkml:trace>
  <inkml:trace contextRef="#ctx0" brushRef="#br1" timeOffset="63547.96">13974 3356 1318 0,'-14'-10'97'0,"4"1"137"16,4 1-28-16,4 1-12 16,7-1-74-16,6 0-46 15,25-3-74-15,13 0-51 16,29 1-92-16,15 3-60 15,3 6-377-15,-4 3 439 16</inkml:trace>
  <inkml:trace contextRef="#ctx0" brushRef="#br1" timeOffset="64005.48">10992 3896 1473 0,'18'-9'59'16,"18"-2"111"-16,17 1-134 15,36 1 0-15,18-3 0 16,21 0-6-16,17 0-6 15,17-1-15-15,3-1 0 0,15 0-3 16,1 0-6-16,-8 0 0 16,-3 0 6-16,-9 2-6 15,-15 2 6-15,-15 2-3 16,-10 4 0-16,-27 1 0 16,-13-1-12-16,-21 1-45 15,-14-2-96-15,-18-1 91 16</inkml:trace>
  <inkml:trace contextRef="#ctx0" brushRef="#br1" timeOffset="68411.45">2599 5113 35 0,'11'-9'13'15,"1"0"5"-15,1-1 9 16,-1 1 2-16,2 1 1 16,0 3-6-16,-3 1-15 15,1 2-6-15,-3 1-6 16,0-1-8-16,0-2-11 15,1 2-6-15,-3-1 17 16</inkml:trace>
  <inkml:trace contextRef="#ctx0" brushRef="#br1" timeOffset="69282.05">2615 5105 214 0,'0'0'53'16,"0"0"46"-16,11-9-32 0,3 3-32 16,3-2-1-16,8-5-18 15,3 1-5-15,1-3-6 16,1 0 2-16,-5 0 0 15,-2 1-3-15,-7 2-1 16,-3 4 1-16,-7 3-6 16,-6 5-3-16,0 0 1 15,0 0-1-15,0 0 3 16,-11 12 2-16,0-5 0 16,-1 0 0-16,-6 4 0 15,-1 3 0-15,-5 0 0 16,-3 3-2-16,-1 0-5 15,0-1 4-15,2-1 3 16,7-1 3-16,6-4 6 0,2-3-7 16,11-7-2-1,0 0 0-15,13 4 0 0,5-9-2 16,9-5 4-16,1-3 3 16,10-3-3-16,-2-4 3 15,0-4-5-15,0 2 0 16,-7-1 0-16,-3 4 2 15,-5 3 0-15,-2 2 0 16,-9 6-2-16,-2 5 0 0,-8 3 3 16,0 0-1-16,-8 9 2 15,-5-1 3-15,-3 8-4 16,-4 1-3-16,-6 6 0 16,-4 1 0-16,-5 0-3 15,0 1-1-15,-4-3 1 16,2-2-1-16,6-3 2 15,3-3 2-15,13-7 6 16,15-7 4-16,0 0-4 16,-1-3-1-16,17-7 0 15,2-3-5-15,13-5-3 16,5-2 3-16,6-5-2 16,2-2 2-16,-2-4 0 15,-3-1 2-15,-3 1 1 16,-1 2 1-16,-8 7-4 15,-3 6 2-15,-12 9-13 0,-12 7-3 16,2 1-8-16,-12 6-1 16,-10 7 9-16,-4 6 3 15,-7 7 8-15,-5 2 1 16,-4 3 2-16,-3-3 0 16,-3 0 2-16,4-3 1 15,7-7 1-15,7-1-4 16,17-10-32-16,9-7-54 0,31-11 55 15</inkml:trace>
  <inkml:trace contextRef="#ctx0" brushRef="#br1" timeOffset="73648.67">2817 8602 263 0,'-1'-5'88'0,"-1"-1"86"15,-3 2 20-15,3 0-10 0,2 4-34 16,0 0-49-16,0 0-35 16,0 0-20-16,-7 8-21 15,8 10 0-15,2 24 24 16,0 17 11-16,-3 39 19 16,-4 17 39-16,-8 38-8 15,-5 12-29-15,-6 15-66 16,0 4-3-16,2 2-12 15,6 2 0-15,6 2-3 16,5 1 0-16,6-7 3 16,4-6 3-16,-1-18 3 15,0-12 0-15,-8-21 9 16,-2-13-6-16,-7-30 9 16,-4-9-6-16,-2-26-3 15,2-10-12-15,5-22-102 0,3-10-146 16,5-16 200-16</inkml:trace>
  <inkml:trace contextRef="#ctx0" brushRef="#br1" timeOffset="74183.64">1514 11029 1577 0,'79'9'-18'0,"11"0"4"16,33-5 12-16,13 1 4 15,26 1 3-15,13-1 16 16,21-1-3-16,7-3 0 16,15-1 0-16,6-2-3 0,3 0 3 15,7-1-1-15,2 1 7 16,-1 2-9-16,2-1-3 16,-6 0 3-16,-3-3-12 15,0-3 3-15,-16-4-6 16,-6-1 0-16,-25-2 0 15,-12 1 0-15,-27 5-24 16,-21 2-24-16,-37 5-350 16,-22-3 303-16</inkml:trace>
  <inkml:trace contextRef="#ctx0" brushRef="#br1" timeOffset="75653.28">5888 11155 721 0,'-7'-8'84'0,"0"0"94"16,3 6-117-16,4 2-27 15,-1 0-7-15,0 0-3 16,1 0 7-16,-1 0 11 16,-24 14 30-16,15 1 13 15,-4 11 2-15,-3 8-13 16,-9 9-11-16,-6 5 0 16,-6 2-48-16,-4-2-15 15,-2-6-102-15,3-7-3 16,0-12 66-16</inkml:trace>
  <inkml:trace contextRef="#ctx0" brushRef="#br1" timeOffset="75831.3">5529 11231 1533 0,'0'0'217'16,"9"15"354"-16,7 5-554 15,4 7-19-15,11 8 2 16,1 1-5-16,7 0-4 16,0 0-16-16,0-7-83 15,1-2-95-15,-11-9 120 16</inkml:trace>
  <inkml:trace contextRef="#ctx0" brushRef="#br1" timeOffset="76914.77">2201 8674 1357 0,'0'0'2'16,"0"1"0"-16,-9 18 4 15,6-3 2-15,1 2 7 16,-2 8 4-16,1 2 1 16,3 3-7-16,0 0-3 15,3-6-8-15,5-6-2 0,2-10 2 16,3-7 2-16,2-9 2 15,2-6 5-15,6-11-7 16,1-3 4-16,4-4 4 16,-3 1 3-16,-3 4 10 15,-3 2 26-15,-5 7 0 16,-3 4-16-16,-8 8-23 16,-3 5-12-16,0 0-3 15,-3 11 3-15,-4 10-3 16,1 7 9-16,-1 14-3 15,2 5 0-15,5 11 0 16,0 1 0-16,5-1-3 16,-3-2 9-16,-3-13 0 15,-1-5 0-15,-11-11 36 16,-6-3 27-16,-12-9 62 16,-11-2 13-16,-15-11-37 15,-5-4-30-15,-15-11-75 0,0-6-57 16,3-13-193-16,6-4-191 15,33-14 324-15</inkml:trace>
  <inkml:trace contextRef="#ctx0" brushRef="#br1" timeOffset="79732.6">7037 9299 894 0,'0'0'39'16,"0"0"-5"-16,0 0-39 16,0 0-18-16,0 0-11 15,0 0-7-15,0 0 5 16,0 0 8-16,0-1 13 0,0 1 15 15,0-1 2-15,0 0 0 16,0-1 0-16,0 0-4 16,0 1-2-16,-11-26 4 15,11 27-5-15,0 0 3 16,0-1-14-16,0 0 14 16</inkml:trace>
  <inkml:trace contextRef="#ctx0" brushRef="#br1" timeOffset="81200.61">7043 9184 755 0,'-2'13'86'16,"-2"2"74"-16,0 9-67 15,1 2-10-15,0 3-23 16,2 0-13-16,1-5-28 16,0 0-6-16,4-7-11 0,0-2 0 15,6-8-2-15,2-5 2 16,5-7 4-1,1-6 0-15,6-8 2 0,2-4-4 16,-1-4 1-16,0 0 1 16,-6-1 6-16,-6 0 11 15,-5 4 10-15,-4 1 4 16,-2 4-2-16,-3 2-6 0,-2 5-16 16,0 5-2-16,3 7 1 15,-1 0 6-15,-11 17-12 16,7 8 9-16,1 16-9 15,-3 8 0-15,1 11 3 16,1 4-6-16,4 9-3 16,2 3 0-16,1 2-3 15,2-2 0-15,-4-11 3 16,0-8 3-16,-7-15 9 16,-6-5 35-16,-11-13 127 15,-5-6 68-15,-7-11 32 16,0-6-74-16,-8-13-95 15,-3-7-55-15,-6-12-28 16,-3-7-16-16,5-12-40 16,5-8-58-16,25-14-207 15,12-4-529-15,39 10 665 16</inkml:trace>
  <inkml:trace contextRef="#ctx0" brushRef="#br1" timeOffset="81547.62">7527 9286 1502 0,'12'-6'66'0,"7"0"56"15,5 1-95-15,10 1-39 16,6-1 0-16,3-1-38 15,4-1-48-15,-11 2-69 16,-6 2 104-16</inkml:trace>
  <inkml:trace contextRef="#ctx0" brushRef="#br1" timeOffset="81730.82">7499 9427 2376 0,'12'1'65'0,"12"0"-50"16,7-1-40-16,15-1-4 15,5-2-26-15,9-2-186 16,1-1-210-16,3 1 298 16</inkml:trace>
  <inkml:trace contextRef="#ctx0" brushRef="#br1" timeOffset="82565.12">8219 9261 1361 0,'-7'21'45'0,"1"4"-7"16,-1 5-16-16,4 4-9 15,3 1 3-15,0-5-10 16,5-3-5-16,-1-11 1 16,0-4 0-16,-4-12 2 15,0 0 0-15,0-11 2 0,-3-5-2 16,1-12 2-16,1-1 1 16,1-5 39-16,3-2 44 15,1 2 20-15,3-1 4 16,5 2-40-16,3 4-23 15,4 6-36-15,4 6-15 16,-1 10 0-16,-1 5-9 16,-2 11 9-16,-1 7-6 15,-7 9 0-15,-1 3 3 0,-6 3-6 16,-1 1 6-16,-2-6 0 16,0-1 3-16,-1-9 0 15,-1-3-3-15,0-7 3 16,1-6 0-16,0 0 18 15,0 0 6-15,-7-12 3 16,7-3-9-16,3-6-6 16,3-4-12-16,7-1 3 15,6 1 0-15,8 1-3 16,5 3 0-16,0 7-9 16,0 3 9-16,0 11-3 15,-7 4 3-15,-5 11 0 16,-5 6 0-16,-4 6 0 15,-2 2-6-15,0 2-9 16,-1-2-27-16,3-5-206 0,2-1 164 16</inkml:trace>
  <inkml:trace contextRef="#ctx0" brushRef="#br1" timeOffset="82797.78">9227 9105 1616 0,'-7'-3'188'0,"-1"6"57"16,-2 5-131-16,-6 12-99 15,-2 9-1-15,-10 8-8 16,-4 5-3-16,0-2-12 15,-1-3-23-15,4-9-219 16,3-6-276-16,3-14 405 16</inkml:trace>
  <inkml:trace contextRef="#ctx0" brushRef="#br1" timeOffset="82981.5">8929 9103 1533 0,'2'-4'289'0,"6"5"242"0,0 6-426 16,8 11-107-16,7 7 0 16,5 7 2-16,7 1-3 15,7-1-23-15,6-5-35 16,3-11-212-16,0-8-244 16,0-12 405-16</inkml:trace>
  <inkml:trace contextRef="#ctx0" brushRef="#br1" timeOffset="83531.1">9562 9158 1822 0,'9'-1'173'16,"5"1"132"-16,14 0-284 15,7 1-20-15,11 0-11 16,3-1-35-16,-2-2-200 15,-4-4-265-15,-13-2 413 16</inkml:trace>
  <inkml:trace contextRef="#ctx0" brushRef="#br1" timeOffset="83714.16">9697 9023 2228 0,'-6'5'108'15,"0"7"-42"-15,3 5-55 0,0 14-11 16,3 6 10-16,1 8-15 16,0 0-42-16,2 0-191 15,2-5-358-15,7-11 486 16</inkml:trace>
  <inkml:trace contextRef="#ctx0" brushRef="#br1" timeOffset="83997.28">10171 9058 1559 0,'-4'-9'182'0,"-2"2"72"16,0 2-164-16,-1 5-90 0,1 4 6 15,-1 8-9-15,-1 4-3 16,0 10 6-16,1 4 0 16,1 2 21-16,3 0 9 15,5-1-6-15,3-2 8 16,12-5-17-16,6-5-9 16,13-10-65-16,11-6-106 15,12-11 97-15</inkml:trace>
  <inkml:trace contextRef="#ctx0" brushRef="#br1" timeOffset="89398">10053 9539 364 0,'0'0'51'0,"0"0"73"16,0 0-6-16,0 0-20 16,0 0-7-16,0 0-16 15,0 0-6-15,0 0-13 16,0 0-6-16,1 0 4 15,19-6-6-15,-4 4-9 0,2 0-6 16,8 1-8-16,2-2-4 16,7 1-9-16,2 1-4 15,2-1-4-15,0 1-2 16,-2 0 3-16,-4 0-3 16,-6 1 0-16,-5 0 0 15,-9-1 0-15,-4 1 0 16,-9 0 10-16,0 0 1 15,-15-5 3-15,1 2 1 16,-7-2-9-16,-4 1-2 0,-6 1 0 16,-3 1-2-16,-3 1 7 15,2 1 7-15,4 0 3 16,3 2 2-16,7-1-5 16,1 1-9-16,8 0-5 15,2-1 0-15,10-1-4 16,0 0-2-16,0 0 0 15,7 8 0-15,5-4 2 16,4-1-2-16,5-1 0 16,3-2-2-16,8 0 3 15,1-1-1-15,-2-1 4 16,-4-1-2-16,-7 0 3 16,-9 2-1-16,-6-1 2 15,-5 0 14-15,-6 1 24 16,-3-1 12-16,-7 0-1 15,1 0-5-15,-10 1-15 0,1 1-9 16,0 3-3-16,-3 1-6 16,4 1 0-16,0 1-9 15,3-1-3-15,3 0-3 16,4-1-3-16,3 1 3 16,6-2-18-16,4-3 0 15,0 0-12-15,0 1 6 16,12 7-3-16,1-7 9 0,4-1 9 15,3 0-6-15,2-2 12 16,0 1 0-16,-1-1 3 16,-1 0 0-16,-6-1 0 15,-3 2 9-15,-11 1 3 16,0 0 9-16,0 0 9 16,-11-9 0-16,-4 5 3 15,-2 0-12-15,-4 2-12 16,-4 2-3-16,-1 2 0 15,-3 2 0-15,1 1-6 16,0 2 3-16,1 0-3 16,6-1 0-16,4 1-3 15,6-2 0-15,11-5-15 16,3 7-9-16,19-7-24 0,9 0-9 16,21-5-14-1,12-2-22-15,16 1-253 0,6-2 248 16</inkml:trace>
  <inkml:trace contextRef="#ctx0" brushRef="#br1" timeOffset="101363.26">7524 9989 1055 0,'0'0'50'0,"2"9"18"16,3 7-47 0,1 11-23-16,1 7 1 0,0 4 2 15,1 3 3-15,-1-5-8 16,0-3-21-16,-1-10 16 16</inkml:trace>
  <inkml:trace contextRef="#ctx0" brushRef="#br1" timeOffset="101580.45">7682 10306 1520 0,'-6'40'54'0,"3"0"-51"0,0 3-47 15,3-5-50-15,1-6-73 16,-1-9-200-16,0-7-70 16,-4-10 199-16,-2-5 68 15,-5-7 158-15</inkml:trace>
  <inkml:trace contextRef="#ctx0" brushRef="#br1" timeOffset="101780.79">7531 10384 949 0,'0'-21'95'0,"3"0"42"15,4-1-71-15,8-1-33 16,5 1-2-16,5 1 2 16,3-1-2-16,6 3-8 15,1 1-4-15,6 1-7 16,0 1-6-16,-4 3-20 16,-4 1-15-16,-13 4-35 15,-5 1-29-15,-15 7-205 16,-5 0-100-16,-16 4 234 15</inkml:trace>
  <inkml:trace contextRef="#ctx0" brushRef="#br1" timeOffset="101914.56">7636 10145 898 0,'-6'-8'137'16,"1"0"84"-16,11-3-159 16,5 0-34-16,11-3-25 0,7 1-5 15,6-1-11-15,2 0-8 16,-2 3-18-1,-6 1-19-15,-6 5-127 0,-6 0 96 16</inkml:trace>
  <inkml:trace contextRef="#ctx0" brushRef="#br1" timeOffset="102630.79">7653 10122 1115 0,'0'-8'60'16,"0"8"54"-16,0 0-98 0,0 0-5 15,9 10 7 1,-5 7 5-16,-1 9 2 0,2 7 1 16,-2 10-9-16,2 3-3 15,0 4-11-15,0-1-5 16,1-8-54-16,-2-5 39 16</inkml:trace>
  <inkml:trace contextRef="#ctx0" brushRef="#br1" timeOffset="103430.76">8193 10149 1450 0,'4'6'37'0,"5"6"-16"15,0 5-17-15,4 4-4 16,2 2 0-16,-7 0-2 15,1-1-2-15,-6-2-3 16,-3-4-3-16,-5-4 6 16,-1-3-4-16,0-6 10 15,-1-3 6-15,4-5 2 16,1-3 3-16,4-7-1 16,3-4-4-16,4-4 3 15,1-2-7-15,6 1-2 16,3 1 1-16,0 4 0 15,4 1 0-15,-1 5 0 16,-2 6-3-16,-2 6 0 16,-1 4 0-16,-4 9-6 15,-1 2 6-15,-2 6-8 0,-1 3 6 16,-5 0 2-16,-1-1 0 16,-3-3 0-16,0-3 0 15,0-5 7-15,0-3 5 16,0-8 9-16,0 0 6 15,0 0-9-15,-1-12 0 16,6-8-6-16,0-5-9 16,9-7 0-16,6 0-3 0,4 0-6 15,3 3 3-15,2 11 3 16,-4 5-3-16,-1 13 3 16,-2 7-6-16,-2 14 0 15,-2 7 0-15,-4 9 6 16,2 3 0-16,-2 0-3 15,0-3-15-15,5-6-83 16,-1-10-207-16,-1-15 200 16</inkml:trace>
  <inkml:trace contextRef="#ctx0" brushRef="#br1" timeOffset="103669.98">8940 10166 2291 0,'-5'1'30'16,"7"4"-111"-16,6-2-116 15,9-3-54-15,6-2 9 16,5-5 129-16,0-2 2 0,-1 0 18 15,-4 2-15-15,-9 4 79 16</inkml:trace>
  <inkml:trace contextRef="#ctx0" brushRef="#br1" timeOffset="103847.39">8921 10327 2004 0,'0'0'290'0,"0"0"-41"16,11 0-220-16,10-2-200 15,9-5-109-15,11-4-127 16,3-4 73-16,6-1 234 16</inkml:trace>
  <inkml:trace contextRef="#ctx0" brushRef="#br1" timeOffset="104199.16">9415 10193 2270 0,'-17'8'123'15,"-2"4"62"-15,8 9-237 16,3 2-27-16,8 2-22 15,4-1-26-15,7-6 23 16,2-3 32-16,4-7 63 16,2-3 9-16,0-8 15 15,2-4-6-15,3-7 0 16,2-4-3-16,1-5-6 16,0-2 3-16,-7-5-3 15,-3 1 6-15,-11-1-3 16,-5 0 9-16,-8 3 0 15,-4 1 12-15,-5 9 21 16,-6 3-4-16,-2 11-2 16,0 5-15-16,2 7-81 15,4 4-107-15,8 4 92 0</inkml:trace>
  <inkml:trace contextRef="#ctx0" brushRef="#br1" timeOffset="105864.22">8521 10810 1477 0,'-21'-9'73'0,"-4"1"265"0,1 2-320 16,3-1-30-16,-1 2 12 16,1 1 0-16,0 3 0 15,-3 1 0-15,0 9 21 16,0 5 5-16,1 16 10 16,3 6-6-16,5 13-21 15,3 2-12-15,11-2-15 16,6-4-3-16,12-11-12 15,7-7 7-15,5-13 5 16,5-8 3-16,7-13 6 16,10-7-6-16,10-12-18 15,2-2 0-15,4-2-9 16,-6-1 3-16,-6 5-53 16,-3 1-4-16,-16 8 64 15</inkml:trace>
  <inkml:trace contextRef="#ctx0" brushRef="#br1" timeOffset="106247.64">9124 10851 2178 0,'0'0'184'0,"0"0"-88"16,13 0-223-16,14 2-269 15,7-1 2-15,9-4 262 0,-2-3-17 16,-6-1 6-16,-5 0 4 16,-9 2 55-16,-6 2-130 15,-7 5 159-15</inkml:trace>
  <inkml:trace contextRef="#ctx0" brushRef="#br1" timeOffset="106397.33">9102 11015 2331 0,'0'0'92'15,"17"-7"35"-15,12 0-326 16,13-3-211-16,15-5 180 15</inkml:trace>
  <inkml:trace contextRef="#ctx0" brushRef="#br1" timeOffset="107596.93">9592 10842 1247 0,'-7'-15'155'0,"3"1"647"0,8 0-748 16,8-2-93-16,9 3-23 16,4 1 11-16,7 3 27 15,-1 5 3-15,-3 5 18 16,-4 2-6-16,-5 9-3 15,-5 4-9-15,-7 6-18 16,-4 2-11-16,-8 4-28 16,-7 0 6-16,-9 1 15 15,-6 0 4-15,-7-2 61 16,-2-1 43-16,4-6 99 16,6-2 50-16,7-9 40 15,6-5-91-15,7-9-52 16,6-6-27-16,11-7-56 15,9-2-13-15,16 1-6 0,4 3-12 16,12 9-15-16,3 5-11 16,6 8-39-16,-2 4-38 15,-2-1-215-15,1-4 177 16</inkml:trace>
  <inkml:trace contextRef="#ctx0" brushRef="#br1" timeOffset="108180.07">8940 11247 1431 0,'19'1'42'16,"5"2"11"-16,17-1-53 16,10 0-2-16,20-3 2 15,9-4 2-15,14-1 0 16,5-1 5-16,1 0 5 16,-1 0 15-16,-2 1-9 15,-2 0-6-15,-6 2-18 16,-4 0-21-16,-12-2-61 15,-8 2-90-15,-18 1 104 16</inkml:trace>
  <inkml:trace contextRef="#ctx0" brushRef="#br2" timeOffset="112446.58">2086 9470 791 0,'0'0'80'0,"0"-1"-2"16,13-8-3-16,1 9-11 15,6 0-6-15,10 1 4 16,10 2 2-16,15 0-2 16,9 0-8-16,14 1-11 15,7-1-4-15,16 2-7 16,6-1 1-16,8 0 18 15,10 1 18-15,4-1-22 16,3 0-11-16,8 0-18 16,-3-2 0-16,3 0-12 15,-1-1 3-15,-9-1-9 16,0 0 3-16,-13-2 3 16,-6 0-6-16,-15-2 6 0,-11-1-6 15,-10-2 0-15,-7 0 0 16,-10-1 0-16,-4-1 6 15,-10 1-6-15,-4 1 0 16,-7 1-24-16,-5 1-36 16,-11 1-113-16,-7 0 16 15,-18 2 97-15</inkml:trace>
  <inkml:trace contextRef="#ctx0" brushRef="#br2" timeOffset="115480.27">3680 8944 1185 0,'0'0'44'0,"-1"11"45"16,5 3-94-16,2 2 3 16,1 6 0-16,-1 1 0 15,1 2 2-15,0 1-2 0,2-2 2 16,1-1 0-16,5-4 0 15,3-4 0-15,2-7 0 16,-1-6 0-16,4-5 0 16,-3-4 2-16,0-6-4 15,2-3-6-15,-6-3-13 16,-3-1-6-16,-6-1 3 16,-5-2 7-16,-6 3 17 15,-3 2 4-15,-2 5 7 16,-4 2 17-16,0 8 10 15,-3 3 5-15,2 9-10 16,-1 8-8-16,4 11-15 16,0 7-2-16,7 12-3 15,0 4-1-15,5 9-2 16,0 0-2-16,3-1 0 16,4-3 0-16,-3-12 0 0,-1-5 0 15,-6-14 4-15,-3-5 10 16,-10-10 30-16,-5-5 7 15,-11-7 72-15,-4-5-1 16,-3-7-62-16,-1-4-21 16,5-7-21-16,4-2-15 15,8-6-78-15,3-3-57 16,13-3-121-16,6 0 175 0</inkml:trace>
  <inkml:trace contextRef="#ctx0" brushRef="#br2" timeOffset="115814.9">4061 9103 1138 0,'8'-3'70'15,"6"-3"29"-15,2 2-47 16,10 0-29-16,6-1-13 15,7 1-20-15,3 0-23 16,-1 0-205-16,-3 0 153 16</inkml:trace>
  <inkml:trace contextRef="#ctx0" brushRef="#br2" timeOffset="116013.93">4153 9251 1983 0,'17'0'99'0,"8"2"-84"16,6 1-99-16,12 0-77 16,-1-2-36-16,2-1-43 15,-4-5-165-15,-9-1 211 16</inkml:trace>
  <inkml:trace contextRef="#ctx0" brushRef="#br2" timeOffset="118329.53">4740 9122 1369 0,'0'-13'48'15,"1"0"39"-15,3 2-102 16,3 1-3-16,3-2 5 0,0 1 7 16,3 2 4-16,3 0 4 15,2 4 0-15,1 1-2 16,1 4 2-16,-3 4 0 16,-1 5-2-16,-1 4 2 15,-7 5-2-15,-1 4-2 0,-9 5 0 16,-3 1-2-16,-6 3 4 15,-3-1-6 1,0-5 6-16,-1-3 6 0,1-8 8 16,3-3 5-16,0-4 4 15,1-1-1-15,3-6-2 16,2-1 34-16,3-4-3 16,2-2 5-16,6-2-17 15,3 0-15-15,8 1-18 16,7 2-6-16,2 3 3 15,2 2 3-15,4 5-3 16,-3 1 3-16,2 2-6 16,0 0-36-16,-2-3-149 15,-3-3 2-15,-1-5 111 16</inkml:trace>
  <inkml:trace contextRef="#ctx0" brushRef="#br2" timeOffset="122765.58">3086 11118 121 0,'-6'0'7'0,"0"0"19"15,6 0-28-15,0 0-2 16,0 0 2-16,0-1-3 16,0 0 1-16,0 0-1 15,0 0-14-15,0 0 12 16</inkml:trace>
  <inkml:trace contextRef="#ctx0" brushRef="#br2" timeOffset="123030.13">3102 10929 75 0,'0'-1'26'16,"0"0"56"-16,0 0 7 15,-7-28 5-15,7 29-7 16,0-1 3-16,0 0 4 16,-1 1 3-16,0-1-3 15,0 1-30-15,-15 1-21 0,15 18-14 16,-4 7 6-16,1 16 17 16,0 9-13-16,-1 8-10 15,2 1-10-15,2-4-36 16,1-5-210-16,-3-16 145 15</inkml:trace>
  <inkml:trace contextRef="#ctx0" brushRef="#br2" timeOffset="125280.9">8193 9727 1361 0,'-11'-3'39'15,"4"-1"-16"-15,0 4-19 16,7 0-14-16,0 0-5 15,18 3-16-15,3-3-4 16,14-3 10-16,6-3 3 0,13-1 18 16,6 0 1-16,12 1 5 15,3 0 1-15,8 2 9 16,7 2 7-16,3 2 16 16,2 0 4-16,4 2-6 15,2 1-6-15,1 2-23 16,-1-3-21-16,-3-2-193 15,-6-4 144-15</inkml:trace>
  <inkml:trace contextRef="#ctx0" brushRef="#br2" timeOffset="125865.99">8426 9800 1342 0,'0'0'38'0,"0"0"-18"16,9-2-12-16,13 2-5 15,8 1-1-15,16 0 0 0,6-1-2 16,12 0-6-16,10-3-3 15,9 1-1-15,1-2 0 16,6-2 7-16,-2 0 1 16,2-3 2-16,2 0-2 15,-5 0 2-15,0 0 0 16,-13 0 0-16,-1 1 0 0,-7 2-84 16,-8-2-146-16,-8 1 117 15</inkml:trace>
  <inkml:trace contextRef="#ctx0" brushRef="#br2" timeOffset="128046.93">2996 10961 698 0,'-9'-10'112'0,"1"0"191"15,1 2-291-15,2-1-1 16,2-1-3-16,1-1 2 16,2-1-6-16,1 0-2 0,1-2-2 15,0 0 1-15,-1-1 3 16,1-1-2-16,-2-3 12 16,0-2 1-16,0-2 3 15,0-2-1-15,1-6-9 16,2-1 6-16,3-4 1 15,0-2 6-15,1 1 8 16,1 2-3-16,0-1-9 16,1-1-3-16,1-3-7 15,-1-3-3-15,-1-1-2 16,-2-1 0-16,0 1-2 16,-2 2 0-16,-3 0 0 15,1 2 2-15,-3-6-2 16,1-2 4-16,0-4-2 15,0 0 0-15,5 3-2 16,-2 3 0-16,2 6 0 0,0 2 2 16,-5 0-2-16,-1 2 4 15,-3 1-4-15,-3 0 2 16,2 7-1-16,3 1-1 16,-3 4 2-16,-1 5 0 15,2 3-2-15,-1 3 4 16,0 4-4-16,2 2 2 0,0 3 0 15,3 3 0-15,0 0-2 16,0 0 2-16,0 0-2 16,0 0-2-16,0 0 0 15,0 0 2-15,0 1 0 16,0 0-2-16,0 0 2 16,0 0-2-16,0 27 2 15,0-28 2-15,0 1 0 16,0 0-2-16,0 0 0 15,0-1 0-15,0 2 0 16,-2 28 0-16,2-29 0 16,-6 17 0-16,2-8-2 15,1 1 2-15,0 0 2 16,2 1-2-16,-1 0 2 16,-2 1-2-16,-1 2 0 15,-2 2-2-15,0 0 2 0,-1 0-2 16,0 1 2-16,0 0 2 15,0-4-2-15,0-1 2 16,1-2-2-16,2-3 0 16,1-4 0-16,4-4 0 15,0 0 2-15,0 0-2 16,0-1 0-16,-2-18 2 16,7 3-2-16,2-3 2 0,2-6-2 15,2-1 0-15,2-5-2 16,-2 0-2-16,1 1 2 15,-1 2 2-15,-3 6 0 16,1 3 0-16,-5 7 0 16,-2 3 0-16,-3 3 0 15,1 6 2-15,0 0-2 16,0 0 0-16,0 0 0 16,10 3-2-16,3 9 2 15,4 6 0-15,4 10 0 16,2 7 4-16,6 10 0 15,1 2-4-15,1 0-21 16,0-4-282-16,-6-14 201 16</inkml:trace>
  <inkml:trace contextRef="#ctx0" brushRef="#br2" timeOffset="132398.43">9493 10082 461 0,'-2'-6'57'0,"1"1"64"16,1 5-10-16,0 0-10 15,0-1-31-15,-1 0-47 16,0 0-12-16,0 1-2 16,-28-2 3-16,19 7 2 0,-3 1 1 15,0 1 1 1,-1 2-2-16,0 1-7 0,2 3 0 16,-4 1-7-16,-1 2-3 15,2-1-10-15,-1 1-15 16,11 0-165-16,7-3 131 15</inkml:trace>
  <inkml:trace contextRef="#ctx0" brushRef="#br2" timeOffset="134562.37">3095 11426 621 0,'0'0'22'0,"0"0"-8"15,0 0-5-15,0 0 7 16,0 0 5-16,0 0 10 16,-1 0 8-16,-16 12 4 15,8 0 5-15,-5 6 0 16,-2 3-9-16,-4 5-14 15,-2 0-11-15,1-1-14 16,1-2-14-16,3-7-248 16,1-4 185-16</inkml:trace>
  <inkml:trace contextRef="#ctx0" brushRef="#br2" timeOffset="134745.74">2868 11434 1351 0,'3'5'41'0,"3"7"-6"0,5 2-23 15,7 9-12-15,5 0 1 16,6 2-2-16,4-1-7 16,3-3-48-16,1-4-53 15,-4-7 59-15</inkml:trace>
  <inkml:trace contextRef="#ctx0" brushRef="#br2" timeOffset="135246.84">3207 11601 437 0,'-4'-4'95'0,"0"-1"112"15,1 1 0-15,3 4-50 16,0 0-44-16,0-1-36 16,0 1-17-16,-5 4-23 15,7 12-14-15,0 20-15 16,-1 9-4-16,0 18-31 16,1 4-289-16,2-6 198 15</inkml:trace>
  <inkml:trace contextRef="#ctx0" brushRef="#br2" timeOffset="138696.69">4260 11216 518 0,'-3'2'109'0,"-2"1"115"16,-1 1-106-16,1 5-54 15,-1-1-7-15,-3 8 3 16,0 4-2-16,-5 7-17 15,-6 5-10-15,-5 7-22 16,-3 1-5-16,-4 1-52 16,1-3-160-16,4-11 115 15</inkml:trace>
  <inkml:trace contextRef="#ctx0" brushRef="#br2" timeOffset="138879.79">3968 11311 1332 0,'0'0'60'16,"6"3"12"-1,5 5-39-15,10 9-26 0,4 6 1 16,10 7-2-16,5 2-2 16,5 0-45-16,1-3-77 15,1-7 71-15</inkml:trace>
  <inkml:trace contextRef="#ctx0" brushRef="#br2" timeOffset="139379.51">4430 11456 1378 0,'0'0'51'16,"0"0"19"-16,6-7-61 16,5 4-7-16,9-1-8 15,4 0-7-15,0-2-49 16,0 3-52-16,-6 2 63 16</inkml:trace>
  <inkml:trace contextRef="#ctx0" brushRef="#br2" timeOffset="139530.53">4441 11526 867 0,'-5'0'170'0,"0"1"144"0,5-1-248 16,0 0-52-16,12 6-6 15,7-5-14-15,6-1-21 16,3-7-134-16,1-3 99 15</inkml:trace>
  <inkml:trace contextRef="#ctx0" brushRef="#br2" timeOffset="139796.37">4712 11398 1297 0,'-7'11'60'0,"2"7"23"15,3 7-50-15,3 12-17 16,4 5-4-16,6 6-12 15,1 2-24-15,3-6-257 16,-1-6 194-16</inkml:trace>
  <inkml:trace contextRef="#ctx0" brushRef="#br2" timeOffset="140147.34">4882 11503 1506 0,'-11'0'77'0,"4"5"81"15,2 3-128-15,6 7-30 16,2 3 0-16,8 3 0 16,5 1-12-16,2-6-36 15,-2-3-11-15,-1-9-10 16,-4-5 19-16,1-8 39 15,2-5 5-15,-4-8 6 16,-2-1 0-16,-6-3 4 16,-4 1 4-16,-6 4 9 15,-5 3 45-15,-2 5 27 16,-2 3 1-16,2 6-18 16,-2 3-15-16,3 8-42 15,4 4-15-15,5 5-129 16,6 3-133-16,14-2 218 0</inkml:trace>
  <inkml:trace contextRef="#ctx0" brushRef="#br2" timeOffset="141213.31">4382 11088 272 0,'0'-7'17'0,"-1"1"14"16,1 6 7-16,0-1 23 16,0 1 6-16,0-1 38 15,0 0 9-15,0-1 4 16,0-25 5-16,0 17-23 16,0-1-27-16,-2-5-17 15,0-1-6-15,-2-6-7 16,1-2-6-16,-1-5-12 0,1-5-2 15,-1-2-7 1,0-3-3-16,0-8-5 0,-1-6-6 16,-2-7-23-16,0-5-35 15,-1-9-132-15,1-5-164 16,-2-9 173-16</inkml:trace>
  <inkml:trace contextRef="#ctx0" brushRef="#br2" timeOffset="141312.51">4277 9923 1142 0,'-4'-18'47'0,"-1"5"-5"15,1 1-22-15,1 5-65 16,0 0-185-16,3-1 134 16</inkml:trace>
  <inkml:trace contextRef="#ctx0" brushRef="#br2" timeOffset="142345.87">4279 9534 721 0,'0'0'59'15,"-1"0"57"-15,-6 16-95 16,7-1-15-16,2 3-3 15,-1 4-3-15,1 3 0 16,0 5 0-16,-3 3-3 0,-1 0 3 16,-5 2 3-16,-1 0-3 15,1-1 2-15,-1 0 3 16,5-3-3-16,0-2 2 16,3-6-4-16,2-2 3 15,-1-7-3-15,-4-4 2 16,-1-5 3-16,-3-2-1 15,-1-5 1-15,1-2-1 0,0-6 19 16,1-3 11-16,3-5 8 16,2-3-2-16,1-5-14 15,3-1-9-15,0-4-11 16,1-2-4-16,1-2-2 16,-1-1 0-16,3-1 0 15,-2 0 0-15,3 1 2 16,-2 1-2-16,-1 6 4 15,2 4-1-15,-5 8 21 16,0 5 9-16,-1 7 13 16,-1 5 1-16,0 0-22 15,0 0-8-15,0 17-17 16,-2 0 0-16,-4 9 0 16,-1 4 0-16,-3 6 4 15,-1 2-4-15,-1-3 0 16,1-1 0-16,-4-8 0 15,0-3 2-15,3-9-2 0,0-5 2 16,12-9 0-16,0 0-2 16,0 0 2-16,3-16 0 15,6 0-2-15,3-1 0 16,7-4 0-16,0-2 0 16,0 0 0-16,2-2 0 15,-3 2 0-15,-1 0-2 0,-1 5 2 16,1 0 2-16,-3 9 0 15,1 4 2-15,-1 5-4 16,1 8 2-16,4 7-2 16,7 3 2-16,9 5 1 15,4 0-6-15,3-1-205 16,0 0 150-16</inkml:trace>
  <inkml:trace contextRef="#ctx0" brushRef="#br2" timeOffset="142780.04">4296 9664 878 0,'0'0'86'16,"0"0"44"-16,-2 18-74 0,6 8-6 15,3 9 1-15,4 19 1 16,1 12-6-16,0 18-20 16,-1 7-11-16,-4 12-7 15,-3 2-8-15,-3-2-29 16,-2-3-58-16,-4-15-169 16,0-11-83-16,-1-22 65 15,1-10 121-15,4-17 158 16,1-10 24-16,4-6 4 15,1-5-5-15,2-6-16 16</inkml:trace>
  <inkml:trace contextRef="#ctx0" brushRef="#br2" timeOffset="145895.57">12786 8718 805 0,'-9'-15'123'0,"-2"0"122"16,3 3-191-16,2 5-25 15,2 1-5-15,4 6-19 16,0 0-1-16,0 0-4 16,2 6 0-16,3 13 8 15,1 9 6-15,-3 29 26 16,-1 23 13-16,-6 39 9 16,-3 21-4-16,-5 42-2 15,-2 15-2-15,-1 24-57 16,1 0-30-16,5-10-24 15,4-10 28-15,3-21 10 16,2-3 7-16,0 0 18 16,3-1 2-16,3-10-1 15,4-4 1-15,0-27-4 0,-1-10-2 16,-1-13-2-16,-3-11 2 16,-2-20-2-16,-1-12-2 15,-2-25-33-15,-1-13-46 16,-3-30 50-16</inkml:trace>
  <inkml:trace contextRef="#ctx0" brushRef="#br2" timeOffset="146661.78">11438 11440 1520 0,'-6'-1'141'0,"7"0"77"16,4-3-212-16,24 1-117 16,11-4 21-16,22-3 64 15,15-1 14-15,24-5 9 16,9-1 3 0,16-1 0-16,6-2 0 0,10 0 9 15,4-1 3-15,7 2 5 16,7 1 10-16,-1 4 3 15,5 1 6-15,4 5 21 16,3-1 3-16,6-1 17 16,4-1 7-16,2-2 0 15,0 0-10-15,1-1-11 16,5-2-20-16,-11-3-32 16,-1-1-2-16,8-4-9 15,-16 1 0-15,14-2-9 0,-7 0-2 16,-18 3-20-1,-4 4-5-15,-22 5 6 0,-10 1 3 16,-18 2 13-16,-4 1-7 16,-17 1-33-16,-5 1-15 15,-8-1-59-15,-4-1-19 16,-3-3-20-16,5 0 72 0,0 0 44 16,-2 3 11-16,-3 3 20 15,-10 1 11-15,-8 5 3 16,-4 0-14-16,-8 3-57 15,-5-2-68-15,-5 0 81 16</inkml:trace>
  <inkml:trace contextRef="#ctx0" brushRef="#br2" timeOffset="148895.56">12208 8421 302 0,'3'-8'62'0,"-3"-1"83"15,1 2 37-15,-2-1-13 16,-1 3-17-16,2 5-61 16,0 0-25-16,0-1-27 15,0 1-14-15,0 0-13 0,-1 0-4 16,-8 13 5-16,5 6 10 15,1 9 14-15,1 6 2 16,3 2-10-16,5 1-6 16,3-7-15-16,4-3-2 15,4-11-6-15,0-5 2 16,4-11 2-16,0-4-4 16,4-11 0-16,0-2-2 15,-3-5 2-15,-3-3 4 0,-6 0 15 16,-4 0 10-16,-5 3 4 15,-2 4 9-15,-3 3 15 16,-1 4-15-16,0 5-19 16,2 6-5-16,0 0-9 15,0 0-6-15,-4 17 0 16,7 5-3-16,3 18 0 16,1 6-3-16,3 14 0 15,0 4-3-15,0 7-32 16,-1 5-28-16,-2-1 0 15,-5-8 32-15,-11-15 10 16,-9-12 17-16,-15-16 28 16,-10-6 20-16,-11-11 162 15,-4-7 99-15,-3-12 18 0,4-6-106 16,5-12-99-16,1-11-56 16,13-17-59-16,8-8-71 15,22-11-215-15,18 2-584 16,20 1 684-16</inkml:trace>
  <inkml:trace contextRef="#ctx0" brushRef="#br2" timeOffset="150479.24">16697 11096 346 0,'0'0'49'0,"0"0"76"0,0 0 12 16,0 0-9-16,0 0 1 15,0 0-17-15,0 0-29 16,0 0-34-16,0 0-11 15,1 0-16-15,0 0-9 16,0 0-3-16,0 0-4 0,0 0 1 16,-1 0 3-16,2 0 4 15,0 0 1-15,0 0 5 16,-1 1-1-16,1 0-7 16,0 0-3-16,0 0 1 15,-1-1 2-15,1 0 1 16,0 0 1-16,-1 0-1 15,1 0-5-15,0 0-2 16,0 0-4-16,-1 1 0 16,0-1 4-16,0 1 7 15,0-1 10-15,0 0 10 16,0 0 2-16,0 1 41 16,-1 0-8-16,0 0-5 15,0 0-6-15,-2 27 3 16,-5-18-6-16,-3 3-1 0,-2 6-8 15,-4 5-6-15,-3 4-6 16,-3 10-6-16,-2-2-3 16,0-1-9-16,1-3-9 15,-1-10-45-15,3-7-69 16,-2-14-203-16,0-8 174 16</inkml:trace>
  <inkml:trace contextRef="#ctx0" brushRef="#br2" timeOffset="150645.57">16345 11124 2391 0,'6'23'143'16,"4"6"52"-16,15 11-178 16,8 3-17-16,15-3-32 15,6-3-52-15,5-15-203 16,4-6-297-16,-6-13 333 15</inkml:trace>
  <inkml:trace contextRef="#ctx0" brushRef="#br2" timeOffset="154045.79">16240 8691 518 0,'-10'-6'59'0,"0"0"92"16,-2 1-117-16,-2-1-5 16,4 2 12-16,-5-1 5 15,-1 2 2-15,-3 2-7 16,-7 1-3-16,-1 5-10 15,-3 1 6-15,5 6 20 16,5 2 6-16,5 7 6 16,4 4-10-16,6 7-17 15,4 3-6-15,6 1-10 16,3 0-8-16,7-4-11 0,2-2-2 16,14-10 0-16,4-8-2 15,12-14 0-15,5-6 0 16,0-12-21-16,-1 0-33 15,-6-1-90-15,-4 2-43 16,-13 6 61-16</inkml:trace>
  <inkml:trace contextRef="#ctx0" brushRef="#br2" timeOffset="154446.34">16549 8728 1280 0,'8'-5'79'0,"3"1"95"15,4 2-164-15,4 2-10 16,5 0-6-16,3 0-1 15,-1 0-17-15,2 0-16 0,-6 0-230 16,-1 0 185-16</inkml:trace>
  <inkml:trace contextRef="#ctx0" brushRef="#br2" timeOffset="154784.1">16503 8864 1142 0,'10'0'60'0,"4"0"53"0,4 2-48 16,5 0-6-16,5-3 3 15,6 0-7-15,4-1 32 16,5-3-46-16,3 2-11 16,2-2-36-16,-2 0-9 15,-6 2-47-15,-6-1-43 16,-12 1-174-16,-6 0 184 0</inkml:trace>
  <inkml:trace contextRef="#ctx0" brushRef="#br2" timeOffset="155746.41">17296 8585 1322 0,'-12'-3'47'0,"1"1"1"15,-2 2-23-15,2 8-11 16,5 5-2-16,0 7-5 15,0 6-3-15,2 5-4 16,-3 1 0-16,8 1 0 16,3-1 0-16,5-3 0 15,6-6 0-15,2-9-2 16,5-4 2-16,3-11 0 16,3-5 0-16,1-10 2 15,1-3 6-15,-3-4 2 16,-1-1-3-16,-7-2 5 0,-3-2-2 15,-8 0-3 1,-7 0 5-16,-10 0 11 0,-10 2 7 16,-9 5 9-16,-8 6 2 15,-7 12 1-15,-6 7-3 16,8 12-24-16,7 7-3 16,12 4-158-16,15 2 110 15</inkml:trace>
  <inkml:trace contextRef="#ctx0" brushRef="#br2" timeOffset="161661.7">11877 12002 313 0,'-12'12'0'0,"3"-3"1"15,3-4 3-15,6-5 11 16,0 0 8-16,0 0 18 16,10-10 6-16,-2 3 18 15,2 1 8-15,-3 1-14 0,5 1-11 16,-3-1-21-16,2-1-9 15,1-1-11-15,-2-2-4 16,2 0-1-16,2-2 5 16,0-3 9-16,1-1 6 15,2-1 1-15,0-2 4 16,-1 2-8-16,0 1-8 0,-2 3 0 16,-2 1-6-1,-2 3 2-15,-1-1-5 0,0 2 3 16,0-3-1-16,3-2 8 15,-2-1 1-15,3-2 15 16,0-2 1-16,2 0 3 16,2 0-2-16,-2 4-12 15,0 0-3-15,-1 3 1 16,-1 0-3-16,0-1-3 16,0 0-6-16,0-3-2 15,1-1 0-15,-1-3-2 16,1-2 3-16,3 1-1 15,2-2-2-15,1 0 2 16,1 2 0-16,1 3 0 0,-1-1 0 16,-2 4 2-16,-3 1 0 15,-1-1 0-15,-4 1 2 16,3-2-1-16,1-2-1 16,2-2 2-16,1-3-4 15,1-2 0-15,-2-3-2 16,1 2 2-16,-3 2-2 15,0 3 2-15,0 2 0 16,-2 3 2-16,1-3-2 16,-1-4 5-16,0 1 1 0,2-3-2 15,0-2 0-15,6 2-1 16,3-2-1 0,1-4 0-16,1 3-2 0,-2-1 2 15,-2 3-4-15,0 4 2 16,-4 0 0-16,1 4 2 15,-2 0-4-15,1-2 2 16,0 0 0-16,3-3 0 16,1-1-2-16,4-1 2 15,2-2-2-15,0 0-2 16,1 1 2-16,-1 2 0 16,0 0 2-16,-5 2-2 15,0 1 1-15,-4 1-1 16,-3 1 0-16,1-4 0 15,-2-1 0-15,3-4 0 0,2-3 0 16,2-3 0-16,2-3 0 16,-1 1 0-16,-1 1 0 15,-2 5 0-15,-2 4 2 16,-3 2-2-16,-1 3 0 16,0 0 0-16,0 0 0 0,4-1 0 15,3-2 0-15,3-3 0 16,2-2-2-16,2-1 2 15,-1 1 0-15,-3 2 2 16,-2 1-2-16,-3 4 0 16,-1 1 0-16,-3 0 0 15,1 0 2-15,-1-3 0 16,3-3-2-16,7-5 2 16,1 0 0-16,7-1-2 15,-2 0 0-15,0 4 0 16,-4 2 2-16,-7 3 0 15,-4 3 0-15,-4 0-2 16,-2-1 2-16,2 0 0 16,2-5 2-16,5-3-4 15,4-2 2-15,4-1-2 16,5 0 0-16,1 5 0 0,1 0 0 16,-7 5 0-1,-6 3 0-15,-8 1 0 0,-7 3 2 16,3 0 1-16,2-2-1 15,0-3 0-15,4-2-2 16,3-4 2-16,0-1 0 16,6 0-2-16,-1 0 0 15,-1 1 0-15,-2 5 0 0,-5 1 18 16,-1 1 1-16,-3 3 2 16,3-2 3-16,3-1-19 15,3-2-3-15,9-7 2 16,-2-4-2-16,0-1-2 15,-2-2 2-15,-6 4 0 16,0 1 0-16,-2 3 4 16,-1 0-2-16,-3 3 0 15,-2 1-1-15,-2 4-3 16,3 1-2-16,-1 1 2 16,3 1 6-16,1-3-2 15,2 2 0-15,1-1-2 16,-2 2-2-16,0 1 0 15,-1 0 4-15,1 3 0 16,-1 0 0-16,1-2 3 16,1 1-3-16,-2 0-2 0,3-1 0 15,-2 5-2-15,-5 0 0 16,4 1 0-16,-6 0 0 16,5 0 2-16,1-1-2 15,-4-2 0-15,1 0 0 16,-6-1-17-16,0 1-36 15,-2 0-75-15,0 2 68 0</inkml:trace>
  <inkml:trace contextRef="#ctx0" brushRef="#br2" timeOffset="169228.62">13558 11745 753 0,'0'0'38'15,"0"0"15"-15,0 0 4 16,0-1-3-16,-1 0 8 16,-14-24 15-16,13 13 0 0,-1-3 6 15,0-1-7-15,2-3-24 16,-1-1-13-16,1-2-20 15,1-2-7-15,0-4-6 16,-1 0-6-16,-1-3 4 16,0 0-2-16,-1 2 4 15,2 1-3-15,-1 3 5 16,1 3 0-16,0 4 0 16,-1 3 1-16,2 4 1 15,0 3 0-15,0 1 1 16,2 2-3-16,-1-1 6 15,-1 6-2-15,0 0-12 16,0 0 3-16,0-1-3 16,0 0 3-16,0 0 3 15,1-1-6-15,0 0 0 0,0 1 0 16,-1-1 3-16,0 0 6 16,0 1 21-16,0 0 0 15,0 0-1-15,1 0 1 16,-1-1-24-16,0 1 0 15,1-1 0-15,5-26-6 16,-6 28 9-16,0-1-9 0,0 0 3 16,0 1-3-16,0-1 0 15,0 0 0-15,-1 0-3 16,0 1 3-16,-18 1-3 16,13 7 3-16,-1 8 0 15,-2 2 6-15,0 6-3 16,0 1-3-16,-3 3 3 15,-1-1-3-15,0-2 0 16,-1-2 0-16,-1-5 0 16,2-4 3-16,2-5-3 15,2-4 0-15,9-5 3 16,-1 0-3-16,-5-15 0 16,12 1 0-16,2-5 0 15,4 0-3-15,-2 0 0 16,-1 0 3-16,0 1 0 15,1 2 0-15,-4-1 0 16,4 0 0-16,-2 0 0 0,-1 1 0 16,0-1 0-16,0 2 3 15,-1 0 0-15,1 3 0 16,-2 4 6-16,2 3-6 16,-4 4 12-16,1 1-3 15,0 4 6-15,-2 3-3 16,5 2-9-16,-1 1 0 15,4 1-3-15,1 1 3 16,1 1-3-16,2 0-3 0,-1-2 0 16,0-1 0-16,0-3-42 15,0-3-51-15,0-4-165 16,0-3 198-16</inkml:trace>
  <inkml:trace contextRef="#ctx0" brushRef="#br2" timeOffset="169877.94">13467 11200 573 0,'0'0'75'0,"0"0"105"16,0 0-162-16,1 0-18 15,0 0-82-15,0 0-57 16,-1 0-53-16,1-1 52 16,0 0 61-16,0 0 61 0,0 0 74 15,0 1 16-15,0-1-3 16,-1 0-18-16,1 0-32 16,-1-1-21-16,4-25-93 15,-4 27 65-15</inkml:trace>
  <inkml:trace contextRef="#ctx0" brushRef="#br2" timeOffset="171196.79">13476 11933 1495 0,'0'-1'2'0,"0"0"2"0,0 0-1 16,14-28-1-1,-14 29 0-15,1 0 0 0,0 0 2 16,0 0 12-16,0 1 13 16,11 15 70-16,-10-4 14 15,-2 9 4-15,0 4-13 16,-2 5-35-16,-1 2-21 15,1-1-24-15,-1-3-18 16,1-7-87-16,1-4-71 0,1-17 71 16</inkml:trace>
  <inkml:trace contextRef="#ctx0" brushRef="#br2" timeOffset="172025.62">13246 10548 399 0,'9'0'-55'0,"1"0"27"15</inkml:trace>
  <inkml:trace contextRef="#ctx0" brushRef="#br2" timeOffset="172447.98">13319 10561 755 0,'-8'-1'20'15,"0"0"-8"-15,1 0-12 16,-3 1-7-16,2 1 5 0,-1 0-1 16,-1 0 3-16,2 0 16 15,-3 0 5-15,0 2 13 16,-1 0-4-16,0 2-5 16,2 0-7-16,-5 0 0 15,1 0-2-15,-3 0 0 16,0-2-2-16,-3 1-7 15,1-2-3-15,0 1 14 16,-2 0 19-16,2 0 13 16,-3 0 5-16,0 1-11 15,-1-2-15-15,-1 1-17 16,0 0-6-16,-1 0-2 16,-4 0 0-16,-1 1-4 15,-3-1-2-15,-1-2-45 0,2-1-25 16,-1-2-43-16,0-1-20 15,2 0 67-15,2 3 66 16,1 0 109-16,3 3 9 16,4 0-40-16,-2-1-91 15,2-3-3-15</inkml:trace>
  <inkml:trace contextRef="#ctx0" brushRef="#br2" timeOffset="173037.63">12237 10562 1336 0,'-6'31'56'15,"0"4"29"-15,1 9-96 16,1 0-46-16,6-1 34 15</inkml:trace>
  <inkml:trace contextRef="#ctx0" brushRef="#br2" timeOffset="175697.61">14364 11632 1365 0,'2'-14'68'16,"-2"-2"100"-16,10-7-129 15,0-3-30-15,9 1-18 16,5 4-12-16,1 10-9 16,-2 5-6-16,-4 12 16 15,-4 3 1-15,-8 11 0 16,-3 4 3-16,-7 6 5 15,-5 1 9-15,-4-1 2 16,-2 1 2-16,-2-3 15 16,0-1 14-16,-2-4 84 15,2-4 79-15,0-7 15 16,2-5-21-16,2-8-75 16,4-5-52-16,3-7-35 15,5-3-17-15,9-3-27 16,4 1-17-16,9 6-5 0,4 5-1 15,6 9 5-15,5 4 18 16,3 8 3-16,-1 0-56 16,-1-6-177-16,-2-4-331 15,-8-17 440-15</inkml:trace>
  <inkml:trace contextRef="#ctx0" brushRef="#br2" timeOffset="177228.63">14349 11165 851 0,'-3'-3'-23'15,"1"-3"-50"-15,-2 1-23 16,1-3 17-16,1-3 35 15,0-1 44-15,0-2 30 0,1-3 54 16,-2 1 23-16,2-5 30 16,-1-2-7-16,0-2-53 15,0-4-18-15,-4-2-28 16,2-3-4-16,-6-2 17 16,-2-3 7-16,1-1 14 15,-3-1-6-15,4-3-25 16,3 2-8-16,1 2-22 15,2 4 1-15,0 3 1 16,0 1 2-16,0 0 0 16,3 0-1-16,-1-2-1 15,0-3-2-15,2 0 1 16,1-1 1-16,0 1 0 16,0 1 0-16,0 1 0 15,-1 1-3-15,-1 3-6 16,0 0 3-16,-3 2 3 0,3 0-3 15,-3 0 6-15,0-2-6 16,2 3 0-16,-1-1 0 16,0 4 0-16,1 3 6 15,0 2 3-15,0 3 3 16,2 2 6-16,0 1-6 16,2 2 0-16,0 1-6 15,-1-1-6-15,1 0 6 0,0 0-9 16,-1 0 0-16,0 0 6 15,-1 0-3-15,0 2 0 16,0-1 0-16,0 3 3 16,-1 2-3-16,0 0 3 15,-1 2-3-15,-1 1-6 16,0-2 6-16,0 2 3 16,1-2 0-16,0 0 3 15,0 0-6-15,1-2 0 16,1 0 0-16,0 1 0 15,0 6 2-15,0 0-2 16,0-1 3-16,0 0-3 16,0 1-5-16,0-1-22 15,-1 0-3-15,0 0-3 16,0 0 3-16,0 0 22 16,0 0 6-16,0 0 0 0,1 0 2 15,-1-1 2-15,-10-25 0 16,11 27 0-16,0 0 4 15,-1 0-6-15,1-1-6 16,-1 0-2-16,0 1-5 16,0-1-5-16,0 0 5 0,-1 0 1 15,1-1 8-15,-1 1 4 16,-21-26 0-16,23 27 0 16,0 0 2-1,0 0-2-15,0 0 2 0,0-1-2 16,0 1 0-16,0-1 0 15,0 0 0-15,0 0-2 16,0 0 0-16,0 1 2 16,0 0-2-16,1 0 0 15,0 0-7-15,0 0-53 16,0-1-219-16,-1 0 175 16</inkml:trace>
  <inkml:trace contextRef="#ctx0" brushRef="#br2" timeOffset="177878.31">14138 9551 955 0,'-10'2'46'0,"-2"-1"4"16,1 0-44-16,-2-1-51 15,-3 0-64-15,-5-1-39 0,-3 0 9 16,-8 1 128-16,-5 1 99 15,-9 4 106-15,-4 1 9 16,-7 2-70-16,0-1-18 16,-2 3-44-16,-5-1-16 15,-4 1-30-15,0 0-10 16,-3 1-11-16,-1 1-2 16,0 0-2-16,-1 2 0 0,2-3 0 15,3-2-6-15,3-1 4 16,0-2-3-16,4-2 3 15,0 0 0-15,6-1-2 16,3 0 0-16,4 1 2 16,3 0-2-16,6-1 2 15,1 1-2-15,7-2-3 16,5-2-3-16,5 0-37 16,3 0-20-16,6-3-46 15,3 0-13-15,5 0 72 16</inkml:trace>
  <inkml:trace contextRef="#ctx0" brushRef="#br2" timeOffset="179344.73">12084 9543 1185 0,'-10'23'50'16,"-3"2"12"-16,0 3-46 15,-1 2-20-15,0-3-8 16,0-4-5-16,-3-3-1 16,1-8 10-16,-1-2 3 15,0-4 12-15,2-2 7 0,4-3 11 16,3-2 16-16,1-2 11 16,7 3 2-16,0 0-7 15,0-1-14-15,13-11-14 16,4 8 8-16,11-1-9 15,6-1 3-15,6-1-9 16,0-1 0-16,0-1-12 16,-1 1-9-16,-9-1-51 15,-2 1 24-15,-9 1 3 16,-5 1 4-16,-6 1 19 16,-4-2 4-16,-4 0 12 15,-3-1 2-15,-4 0 7 16,-2-2 5-16,-2 1-1 15,-2 2 2-15,2 4 25 16,2 4 17-16,-1 11-7 16,5 5-17-16,-5 15-27 15,0 7-12-15,-2 13-39 0,-2 7-83 16,3 3 80-16</inkml:trace>
  <inkml:trace contextRef="#ctx0" brushRef="#br2" timeOffset="190861.53">16152 9292 1165 0,'0'0'76'16,"0"0"87"-16,7 20-148 15,-2-2-9-15,-1 6 0 16,-4 3-2-16,2 2-4 0,-1 0 0 16,-1-5 0-16,1-3 0 15,-1-8 2-15,-2-3 1 16,2-10 27-16,0 0 18 15,0 0 101-15,-9-16 69 16,9-1-21-16,3-2-39 16,0-4-80-16,3-2-44 15,6 0-34-15,1 3-9 0,8 3-7 16,3 2 5-16,1 8-5 16,0 2-8-16,-4 7 3 15,-1 4-6-15,-6 7 0 16,-5 3 1-16,-4 6 5 15,-5 1 0-15,-3 2 12 16,-2-1 6-16,-1-5 3 16,0-1 6-16,2-7 6 15,2-3 6-15,2-6 6 16,0 0 8-16,0 0 7 16,6-14-15-16,4-5 0 15,3-5-18-15,6 0-12 16,2 0 0-16,3 7 3 15,-2 3-3-15,-1 8 9 16,0 4 0-16,-6 7-3 0,0 6-6 16,-6 7 0-16,-2 3 3 15,2 5-9-15,-2-1-9 16,6-2-122-16,0-4-123 16,10-9 137-16</inkml:trace>
  <inkml:trace contextRef="#ctx0" brushRef="#br2" timeOffset="191129.26">16749 9307 1711 0,'-3'-2'168'16,"3"2"113"-16,7-4-272 15,9 2-21-15,11 0-24 16,2-2-27-16,7 1-77 16,-3-1-61-16,-6 2-203 15,1 2 297-15</inkml:trace>
  <inkml:trace contextRef="#ctx0" brushRef="#br2" timeOffset="191278.21">16774 9419 1477 0,'0'3'56'16,"5"1"86"-16,3-1-67 0,10-1-51 15,4-1 0-15,9-5-39 16,5-2-95-16,5-2 59 15</inkml:trace>
  <inkml:trace contextRef="#ctx0" brushRef="#br2" timeOffset="191778.12">17115 9309 1537 0,'0'-17'279'16,"4"1"263"-16,5-3-422 15,10 0-104-15,4 0-2 16,11 0-9-16,3 2-2 16,8 6-7-16,0 5-8 15,-4 11-12-15,-6 6-19 16,-16 12-37-16,-8 4-27 0,-14 7-6 16,-9 2 17-16,-10 3 60 15,-5 1 18-15,-3-4 21 16,-4-1 24-16,2-11 93 15,3-5 47-15,1-10-7 16,7-4-2-16,3-10-75 16,5-3-28-16,11-8-33 15,8-3-13-15,17-1-24 16,10 1-9-16,21 6 0 16,5 6 1-16,16 7 1 15,2 5-12-15,-5 4-130 16,-6 0-89-16,-15-1 71 15</inkml:trace>
  <inkml:trace contextRef="#ctx0" brushRef="#br2" timeOffset="192411.42">16527 9738 1433 0,'13'-1'60'0,"8"-1"63"15,6 0-64-15,16-2-56 16,12-3-3-16,17-1 0 16,6 0 0-16,6-2 3 15,0 2-3-15,-2 2 0 16,-4 1 0-16,-1 2 0 16,-4-2 3-16,-7 3-3 15,0-1 0-15,-11 2-6 16,-5 0-17-16,-15-2-104 15,-8 0-236-15,-9-3 233 16</inkml:trace>
  <inkml:trace contextRef="#ctx0" brushRef="#br2" timeOffset="195127.43">15346 11463 1021 0,'0'0'63'15,"0"0"30"-15,0 1-64 16,0-1-29-16,0 1-2 15,0 0 0-15,0 0 4 16,0 0 8-16,0 1 7 0,0-1 18 16,0 1 2-16,0 25 2 15,0-27-6-15,0 1-18 16,-1 0-1-16,0-1-10 16,-13 28 3-16,9-17-1 15,1 0 0-15,-2 0 4 16,1 0-3-16,0 0 3 15,0-3-2-15,2 0-4 16,-1-3 3-16,0-1-7 16,1-1 0-16,3-3-2 15,0 0-3-15,0 0-7 16,0 0-2-16,0 0-15 16,0 0-21-16,0 0-122 15,0 0 108-15</inkml:trace>
  <inkml:trace contextRef="#ctx0" brushRef="#br2" timeOffset="196661.03">15324 11470 584 0,'0'0'116'16,"0"0"114"-1,0-1-90-15,0 0-89 0,0 0-12 0,0 0-16 16,0 1 2 0,0 0-6-16,0 0 1 0,3 16 1 15,-7-5-4-15,-3 5 3 16,1 1-1-16,-3-1-1 16,-2 2 5-16,3-3 10 15,-3-2 8-15,4-3 5 16,2-4-1-16,5-6 11 15,0 0 19-15,1 0-19 16,15 4-8-16,-1-8-12 16,5-2-15-16,0-1-9 15,2-1 0-15,1 0-12 16,-2 0-6-16,3-1-75 16,-3-1-68-16,-3 1-28 15,-3-1-29-15,-8 2-127 0,-6 1-13 16,-7 1 217-16,-5-1 129 15,-5 2 243-15,4-2 55 16,-3 1-77-16,4 1-66 16,-1 1-62-16,-3 0-25 15,4 4-24-15,1 0 40 16,5 7-16-16,-1 6-11 16,1 15-18-16,-1 7-3 0,0 10-21 15,4 3-6-15,3-2-30 16,2-4-57-16,2-8-274 15,0-3 278-15</inkml:trace>
  <inkml:trace contextRef="#ctx0" brushRef="#br2" timeOffset="198494.77">12563 9003 1055 0,'0'0'64'16,"0"0"50"-16,0 0-77 15,5 0-10-15,9 1 4 16,5-1 2-16,11-1 0 16,5-4-2-16,9-1-8 15,1 1-9-15,3-2-14 16,-2 0-6-16,-7 5-13 16,-6-1-18-16,-11 5 21 15</inkml:trace>
  <inkml:trace contextRef="#ctx0" brushRef="#br2" timeOffset="199261.03">13478 9003 1127 0,'-2'0'56'0,"2"0"23"16,0 0-59-16,17-5-26 15,4 2 0-15,14 0 6 16,6 0 0-16,8-1 0 15,2 0 0-15,0 0 0 16,3 2 2-16,-3 0 0 0,1 2-2 16,3-1 0-16,-3-1 0 15,0-2 0-15,-2-2 0 16,-2 0 0-16,1 1 0 16,-2-2-25-16,-3-1-35 15,-7-1-240-15,-7-2 180 16</inkml:trace>
  <inkml:trace contextRef="#ctx0" brushRef="#br2" timeOffset="199427.55">14468 8898 389 0,'10'1'90'0,"0"0"163"16,4 1-57-16,1-1-82 16,2 0-47-16,7-1-36 15,3 0-15-15,8 0-9 16,-2 0-5-16,4-1 0 15,-5 1-2-15,-7 0-21 16,1 0-37-16,-12 1 33 16</inkml:trace>
  <inkml:trace contextRef="#ctx0" brushRef="#br2" timeOffset="199578.22">14819 8935 1044 0,'0'0'83'16,"1"0"74"-16,0 0-138 16,21-5-205-16,-14 4 130 15</inkml:trace>
  <inkml:trace contextRef="#ctx0" brushRef="#br2" timeOffset="200394.43">14825 8914 461 0,'-1'16'105'16,"-2"6"102"-16,1 8-118 0,1 5-34 16,1 8-37-16,2 2-11 15,2 9-7-15,3 5 0 16,1 10-23-16,0 6-27 16,0 13-55-16,-2 6-13 15,0 7-17-15,1 4 46 16,-2 2 51-16,2-1 10 15,0-3 38-15,1 1 19 16,-1-1 37-16,0-1 34 16,-1-3 5-16,0-5-32 0,0-13-46 15,0-3-13-15,0-11-30 16,1-3-4-16,-1-2-3 16,-1-4 0-16,-3-10 12 15,-1-7 4-15,-1-16 0 16,2-10-16-16,5-15 12 15</inkml:trace>
  <inkml:trace contextRef="#ctx0" brushRef="#br2" timeOffset="201627.63">12510 8974 949 0,'-23'-1'63'0,"1"4"38"0,2 1-89 16,6 5-7-16,5 1 1 16,6 1-4-16,7 2 2 15,4 0 0-15,5 4 4 16,6 0 5-16,-2 4 3 15,-2-1 3-15,0-1 4 16,-6 0-1-16,1-4-5 16,-2-2-3-16,-5-3-5 15,-4-1 5-15,-5-1 15 16,-5 0 10-16,-3-2 23 16,-2-1 6-16,-2-1 25 15,1-3 59-15,1-2-41 16,6-3-13-16,3-4-23 0,5-3-12 15,7-7-18-15,4-4-12 16,12-5-21-16,2-4-12 16,2-3-24-16,-1-1-15 15,-6 2-21-15,-3 0-12 16,-7 1 7-16,-3 1-31 16,-2 7-110-16,2 4 12 15,5 7 118-15</inkml:trace>
  <inkml:trace contextRef="#ctx0" brushRef="#br2" timeOffset="203095.73">13284 10576 1142 0,'0'-9'35'0,"-1"3"4"16,1 6-28-16,0 0-5 0,0 0 2 15,10 4 2-15,-6 7-5 16,0 9 3-16,2 5 2 15,0 9-4-15,1 7-1 16,2 13-1-16,0 6-2 16,1 17-4-16,-1 8-5 15,-3 4-189-15,1-2 134 0</inkml:trace>
  <inkml:trace contextRef="#ctx0" brushRef="#br2" timeOffset="204544.28">14654 8896 935 0,'-17'0'82'0,"-5"2"22"15,1 2-46-15,-7 3-46 16,-1 1-5-16,-3 1-7 16,-1-1-2-16,-2-1-2 0,-1-1 1 15,-6 2-1-15,-2-2 4 16,-9-2 0-16,0-3 0 16,-5-1 0-16,-4-1 0 15,-7 1 6-15,-4 3 1 16,-9 1 13-16,-2 2 5 15,-5 0 4-15,-2-5 2 16,2 2 10-16,0 2 1 0,2-1-3 16,3 2-4-16,2 0-18 15,-1-3-9-15,7 2-6 16,-1-4-2-16,6 0 0 16,8-1 0-16,11 1 0 15,10 1 0-15,14 0-2 16,8 1-4-16,11 0-58 15,8-1-69-15,9 1 74 16</inkml:trace>
  <inkml:trace contextRef="#ctx0" brushRef="#br2" timeOffset="208244.87">19494 7956 1556 0,'2'13'96'16,"3"17"-55"-16,1 14-38 15,1 33 0-15,0 15 3 16,-3 36 6-16,-3 13 0 16,-1 29 0-16,1 14-6 15,4 11-3-15,4 6-3 16,3 6 0-16,3-1-3 0,-5 7 3 16,-1 1 0-16,-4-4 0 15,-3-10 3-15,-2-14 9 16,-2-2 9-16,-5-14 39 15,-1-7 21-15,-1-24 26 16,-2-15 1-16,4-30-31 16,1-10-23-16,3-21-42 15,4-13-12-15,5-29-134 16,4-12-76-16,7-27-444 16,-1-13 495-16</inkml:trace>
  <inkml:trace contextRef="#ctx0" brushRef="#br2" timeOffset="208744.45">18684 10876 1462 0,'75'-4'54'16,"14"-2"91"-16,25 1-125 15,15-2 28-15,28-3 81 16,10-1 26-16,26-4 39 15,13-4-39-15,23-5-79 16,12-3-20-16,17-2-29 16,8-2-19-16,5 2-6 0,-7 1-6 15,2 5-15-15,-6 3-16 16,-31 1-81-16,1 2-105 16,-30-3-186-16,-14 0 55 15,-22-1 253-15</inkml:trace>
  <inkml:trace contextRef="#ctx0" brushRef="#br2" timeOffset="213177.75">19286 10327 580 0,'-6'0'41'15,"1"-1"54"-15,1-4-6 16,4 0 20-16,2-3 14 16,2-1-35-16,2-2-40 15,3 1-7-15,5 1-1 16,3 0-5-16,2 4-8 16,3 0-5-16,-4 5-14 15,-4 1-3-15,0 8-1 0,-9 1-2 16,-1 8-2-16,-5 2 0 15,-9 5 0-15,-5 1 0 16,-7-1-4-16,-2 0 2 16,-2-5 8-16,1-2 17 15,1-5 36-15,3-4 14 16,4-5 105-16,4-4 38 16,9-4-61-16,4-3-38 15,10-4-70-15,8-2-23 0,12-1-27 16,6 0-9-16,4 3-89 15,1 3-52-15,-1 2-77 16,-3 4-19-16,0-2 196 16</inkml:trace>
  <inkml:trace contextRef="#ctx0" brushRef="#br2" timeOffset="-212819.22">19179 10519 247 0,'-5'3'44'16,"0"0"34"-16,5-3 1 15,0 0 39-15,0 0 14 16,0 0-9-16,0 0-32 16,0 0-2-16,7-14-25 15,2 3-16-15,4-2 6 16,2 0-1-16,8-6-3 15,4-3 0-15,11-4-3 16,3-3-8-16,10-2-14 16,2-1-10-16,1-1-9 15,2-1-4-15,-1-4 0 16,3-2-2-16,1-6 0 16,-1-3 0-16,2-4 0 15,0 0 0-15,1 0 2 0,2 4 6 16,0 3 9-16,0 1 1 15,-1 2-1-15,1-2-5 16,2-2-9-16,0-2-1 16,1-4-2-16,-2-1 0 15,-3 1 2-15,2-1-2 16,4 1 0-16,-2 2 0 0,2 0 0 16,-2-2 2-16,-4 2-2 15,5 1 0-15,6-2 0 16,0 1 0-16,2-4-4 15,-1-3-3-15,2 1-17 16,-3 2-9-16,-9 5-15 16,-5-1 2-16,-11 3 11 15,0-2 11-15,-1-4 24 16,1 2 0-16,8 5 6 16,0 3-4-16,5 4 0 15,-4-1 0-15,-7 0-2 16,-3-2-4-16,-10 4-6 15,-2 2-32-15,-12 7-277 16,-4 5 196-16</inkml:trace>
  <inkml:trace contextRef="#ctx0" brushRef="#br2" timeOffset="-209252.47">22261 8236 49 0,'0'0'0'0,"0"0"4"15,0 1 3-15,0 0 21 16,0-1 17-16,0 1 23 15,0 0 3-15,0 1-3 16,1 0 0-16,0-1 26 16,0 1 41-16,8 26 17 15,-9-28 1-15,0 1-30 16,0-1-36-16,-3 29-33 16,0-19-13-16,3 2-24 15,0 1-5-15,2-2-4 16,1 0-5-16,4-2-1 15,0-2 2-15,4-4-2 16,-1-3 0-16,6-4 6 16,1-3 2-16,4-4-3 15,1-2 3-15,-5-2-6 0,-3-2 0 16,-4 0 2-16,-4 1-1 16,-4-2 11-16,-1 2 5 15,-3 2 6-15,0 4 2 16,-1 5-2-16,3 5-3 15,0 0-9-15,-6 15-3 0,6 10-8 16,0 7-2-16,2 15 0 16,2 7 0-16,1 12-12 15,2 2-10-15,3-5-30 16,1-6-16-16,-2-8 6 16,-4-6 12-16,-14-3 34 15,-10-6 24-15,-16-13 56 16,-5-5 15-16,-2-15 33 15,0-4 161-15,-3-12-30 16,0-7-27-16,-4-11-111 16,2-4-41-16,12-4-40 15,7-4-16-15,17-2-72 16,9-3-79-16,20-1-283 16,9 1-221-16,15 14 459 15</inkml:trace>
  <inkml:trace contextRef="#ctx0" brushRef="#br2" timeOffset="-208869.92">22531 8276 1532 0,'7'-1'93'0,"5"-1"5"16,5 0-29-16,14-1-42 15,7-2-9-15,7 0-18 16,2-1-15-16,-10 2-78 16,-7 2-89-16,-15 3-112 0,-7 3 183 15</inkml:trace>
  <inkml:trace contextRef="#ctx0" brushRef="#br2" timeOffset="-208682.94">22606 8345 857 0,'-16'2'119'0,"3"2"53"16,7-2-93-16,6-2-19 0,0 0-9 16,7 6-1-16,8-5-7 15,9 0-8-15,10-2-14 16,3-3-6-16,5-1-5 15,-1-1-2-15,-2-1-27 16,-1 0-43-16,-6 3 34 16</inkml:trace>
  <inkml:trace contextRef="#ctx0" brushRef="#br2" timeOffset="-206519.45">15127 8099 194 0,'10'-14'-33'16,"-3"0"-27"-16,-2 0 56 15,-7-1 66-15,1 0 90 16,-1 0 23-16,-1-2 67 15,3 2-28-15,3 1-80 16,-3 2-35-16,2 4-14 16,-2 8-13-16,0 0-20 15,0 0-11-15,2 11-27 16,-2 6-7-16,1 11 1 16,4 4 2-16,-1 6-3 0,5 0-3 15,3-2-2-15,1-5 0 16,5-9-2-16,0-5 2 15,1-9 2-15,-1-5-2 16,-3-6 2-16,1-5 0 16,-2-5 2-16,-2-3-3 15,1-4 1-15,-3 0 2 16,-1-2-2-16,-2 1-2 0,-5 2 0 16,2 2-2-16,-4 3 0 15,0 2 0-15,0 5 4 16,0 7-4-16,0 0 0 15,-2 4 0-15,3 13 0 16,1 6 2-16,4 18 3 16,-2 7-1-16,0 10-4 15,-1 3 4-15,-3 0-4 16,-3 0 0-16,-5-5 0 16,-6-5 0-16,-10-15 78 15,-2-7 62-15,-17-19 84 16,-4-6 24-16,-14-15-83 15,-5-8-65-15,6-15-44 16,5-7-23-16,19-11-37 16,12-2-29-16,20-3-104 15,11 0-85-15,22 6-312 0,18 3 364 16</inkml:trace>
  <inkml:trace contextRef="#ctx0" brushRef="#br2" timeOffset="-205936.48">15612 7941 1550 0,'27'-1'81'0,"4"-1"-57"15,5-1-21-15,6-1-45 16,-2 2-48-16,-7 1-249 16,-3 2 226-16</inkml:trace>
  <inkml:trace contextRef="#ctx0" brushRef="#br2" timeOffset="-205718.59">15551 8110 1470 0,'10'1'80'0,"5"0"288"16,13-1-345-16,8-3-14 0,8-3-18 15,2-3-32-15,-1-1-127 16,-6 1-62-16,-4-1 170 15</inkml:trace>
  <inkml:trace contextRef="#ctx0" brushRef="#br2" timeOffset="-203470.02">16084 7910 1272 0,'0'-18'52'16,"3"0"22"-16,5-2-10 16,4-1-10-16,3-2 10 0,10 1 5 15,6 1-22-15,3 6-20 16,0 2-9-16,-6 9-12 15,-8 6-6-15,-8 13-12 16,-6 7 0-16,-9 16-12 16,-4 5 6-16,-9 9 15 15,-4 3-2-15,-10-3 5 16,1 1 2-16,-4-10-4 16,-1-6-1-16,3-15 11 15,1-6 7-15,5-13 30 16,3-4 21-16,10-12 36 15,4-5-4-15,8-8-20 16,4-2-27-16,10-1-42 16,5 2-3-16,10 5-6 15,2 3 3-15,6 9-6 0,-2 3 3 16,0 10-3-16,-2 6-3 16,-8 7-3-16,-2 3-12 15,-6 0-30-15,1-2-42 16,-3-7-101-16,2-3-67 15,-1-10 199-15</inkml:trace>
  <inkml:trace contextRef="#ctx0" brushRef="#br2" timeOffset="-203185.73">16731 7720 1270 0,'-10'4'89'0,"-2"6"108"16,-6 9-107-16,-5 15-69 15,-5 6-7-15,-6 9 1 16,-2 0-9-16,-3-4-3 15,-1-4-3-15,4-13-21 0,2-8-74 16,10-14-117-16,5-6 148 16</inkml:trace>
  <inkml:trace contextRef="#ctx0" brushRef="#br2" timeOffset="-203019.33">16293 7828 1154 0,'13'-28'83'15,"3"7"68"-15,5 7-42 0,9 12 22 16,5 7 33-16,4 16-86 16,0 8-24-16,-2 11-43 15,-4 2-22-15,-3-2-142 16,-3-5-116-16,0-9 206 16</inkml:trace>
  <inkml:trace contextRef="#ctx0" brushRef="#br2" timeOffset="-201202.79">16537 7983 296 0,'5'-3'24'0,"-2"-1"22"15,-3 4-2-15,0 0 14 16,0 0 29-16,0 0 1 15,0 0 8-15,0 0 0 16,0 0 2-16,0 0 6 16,0 0-14-16,0 0-7 15,0 0-2-15,0 0-5 16,1 0-10-16,19 17-22 16,-13-7-13-16,4 6-21 15,-1 0-6-15,1 1-2 16,0 0-2-16,-2-4-6 15,-2-3-11-15,-2-5-106 16,-5-5 87-16</inkml:trace>
  <inkml:trace contextRef="#ctx0" brushRef="#br2" timeOffset="-197715.53">16513 8001 190 0,'0'-3'46'0,"-2"-2"43"15,2-1-43-15,0 1-15 16,2-2-22-16,3-1-3 0,0 0-6 16,-1 1 2-16,-3 0 3 15,-3 2 23-15,2 2 90 16,0 3 46-16,0 0 37 16,0-1-33-16,0 0-82 15,0 0-28-15,0 0-29 16,0 0-8-16,0 0-9 15,0 1-5-15,0-2-3 16,0 0 2-16,0 0-4 16,0-24 0-16,0 26-2 15,-1-1 0-15,0 0 0 16,0 0 0-16,0 0 0 16,-30-12 0-16,31 13 0 15,-18-1 2-15,6 2-2 16,3 1 0-16,0-1 6 15,9-1 9-15,0 0 16 16,0 0 6-16,0 0 4 0,0 0-6 16,0-1-6-16,0 0 4 15,14-18 15-15,-3 14 6 16,4 0-25-16,0 2-5 16,1 4-12-16,0 3-6 15,2 4 6-15,-4 2-6 16,-2 3-6-16,-1 3 0 15,-9 2 0-15,-2 3 0 0,-4 0 3 16,-4 2-3-16,-1-1 6 16,-3-2 9-16,-2-3 15 15,1-3 12-15,-2-7 0 16,2-1-12-16,-3-5-18 16,-3-1-7-16,-2-6-37 15,-1-2-49-15,8-3-110 16,6 0 24-16,12-3-229 15,13 1 215-15</inkml:trace>
  <inkml:trace contextRef="#ctx0" brushRef="#br2" timeOffset="-197399.67">16849 7724 1522 0,'-9'0'82'16,"-5"3"-16"-16,-3 3-34 15,-5 2-32-15,-2 3-6 16,-1 2-3-16,0 6 0 0,-1 8 9 16,0 4 3-16,0 8 18 15,3 1 6-15,7-4 12 16,5-4 0-16,11-7-3 15,6-5-9-15,9-5-21 16,6-5 6-16,7-7-12 16,6-4 0-16,5-8-12 15,4-2-48-15,1-3-215 16,-3-1-89-16,0 4 218 16</inkml:trace>
  <inkml:trace contextRef="#ctx0" brushRef="#br2" timeOffset="-196853.02">16412 7830 1425 0,'0'0'60'15,"0"0"89"-15,19-7-125 16,-5 7-12-16,11 0-9 16,2 5 2-16,-1 2-5 15,0 5 0-15,-4 5-3 16,-5 1-2-16,-3 6-1 15,-3-1-3-15,-7 0 9 0,-2 0 0 16,-5-5 0-16,-6-1 0 16,-4-2 3-16,-1-2 14 15,-10-2 10-15,3-1 0 16,-9-2 3-16,-2-1-15 16,0-2-24-16,-2-3-45 15,10-2-124-15,7-3 33 16,17-1 77-16</inkml:trace>
  <inkml:trace contextRef="#ctx0" brushRef="#br2" timeOffset="-196452.53">16891 7739 1218 0,'-31'7'104'16,"0"-1"285"-16,4 7-368 15,3 1-9-15,-2 4-9 16,2 3 0-16,1 3-3 0,2 1 0 15,4 0 3-15,1-1 3 16,4-1-3-16,5-1 6 16,2-3-6-16,5-2-3 15,5-3 0-15,2-2 6 16,8-2 12-16,4-3 3 16,7-4-6-16,4-2 0 0,8-3-12 15,4-1 3-15,-5-1-21 16,-4 0-48-16,-7 1-164 15,-9 1-19-15,-1 1 149 16</inkml:trace>
  <inkml:trace contextRef="#ctx0" brushRef="#br2" timeOffset="-191687.14">23116 8174 1336 0,'4'-15'19'0,"3"-2"1"0,3-2-1 16,1 1-2-16,2 1 1 15,3 2 5-15,1 2 0 16,2 4-1-16,3 2-1 15,6 3-6-15,2 3 2 16,1 4 7-16,-3 5-15 0,-11 8-3 16,-4 5-6-16,-13 9-3 15,-4 4 6 1,-15 6 0-16,-1 0 3 0,-8-3 0 16,1-4-6-16,3-7 6 15,1-3 9-15,-2-6 38 16,-1-3 40-16,-2-1 30 15,-1-4 8-15,6-8-29 16,4-1-25-16,10-10-29 16,8-3-3-16,12-4-21 15,8-3-10-15,14 0-6 16,3 2-4-16,4 6 1 16,2 2-1-16,-2 8-3 15,-2 3-1-15,-8 7-6 16,-2 3-7-16,-7 1-13 15,-2 1-49-15,2-2-86 0,-2-3-60 16,3-6-232-16,2-1 348 16</inkml:trace>
  <inkml:trace contextRef="#ctx0" brushRef="#br2" timeOffset="-191252.17">23603 8140 1543 0,'9'-8'-11'0,"1"-1"-1"15,-1 1 0-15,4-1 6 16,0 2 6-16,7 1 0 16,5 1 2-16,4 5 2 15,1 1 0-15,-1 9 2 0,-5 3-2 16,-13 10 4-16,-7 1-6 15,-16 2-2-15,-9-2-2 16,-14-5-6-16,-3-2 6 16,-7-5 0-16,2-3-4 15,3-5 8-15,6-3 0 16,8-4 0-16,7-3 0 0,12-3-21 16,5-2-49-16,14-3 41 15</inkml:trace>
  <inkml:trace contextRef="#ctx0" brushRef="#br2" timeOffset="-190968.68">23892 8055 1828 0,'-30'11'3'0,"2"4"6"16,4 4 21-16,1 4 18 15,1-1 11-15,12-2 1 0,3-1-12 16,17-5-39-16,10-2 0 16,15-5-9-16,7-5 0 15,5-5-42-15,2-2-48 16,-6-4-155-16,-3-2-52 15,-7-1 214-15</inkml:trace>
  <inkml:trace contextRef="#ctx0" brushRef="#br2" timeOffset="-190570.98">24229 8075 1589 0,'47'-4'-3'16,"0"0"-42"-16,-2 0 5 15,-6 0-92-15,-7 0-193 0,-7-1 163 16</inkml:trace>
  <inkml:trace contextRef="#ctx0" brushRef="#br2" timeOffset="-190370.64">24363 8063 2076 0,'13'54'9'16,"0"0"-30"-16,3-7-173 15,4-6-135-15,-3-12 259 0</inkml:trace>
  <inkml:trace contextRef="#ctx0" brushRef="#br2" timeOffset="-189850.98">24611 7966 1687 0,'29'-20'0'16,"6"-1"0"-16,4 6 0 16,3 2 3-16,-6 7 0 15,-7 4-6-15,-9 11 0 16,-8 5-3-16,-13 12 3 16,-7 4 3-16,-15 6 0 0,-3 2 0 15,-6-2 0-15,1-1 0 16,1-7 3-16,1-6 18 15,1-7 81-15,1-4 38 16,7-7 61-16,6 0-20 16,14-4-106-16,3-2-25 0,18-4-36 15,8 0-7 1,13-3-17-16,2 2-19 0,2-1-66 16,-5 1-104-16,-10 3-184 15,-5-2-35-15,-14-2 302 16</inkml:trace>
  <inkml:trace contextRef="#ctx0" brushRef="#br2" timeOffset="-189572.81">24207 7953 1792 0,'21'16'6'0,"4"4"-3"16,5 8 0-16,1 3-3 0,-7 5-117 15,-5 1-298-15,-16-10 304 16</inkml:trace>
  <inkml:trace contextRef="#ctx0" brushRef="#br2" timeOffset="-187071.35">19193 10340 1318 0,'-3'-4'35'0,"0"-1"-2"0,3-2-31 15,1-2-2-15,1 0 0 16,1 0 0-16,-1 2 2 16,1 1-2-16,-1 2 2 15,5-2 0-15,0-1-2 0,8-4 2 16,3-1 0-16,9-3 2 15,2-1 2-15,4 4-3 16,3 4 1-16,-9 8-2 16,-3 7 2-16,-10 11-2 15,-9 5 0-15,-5 5-2 16,-5 4 0-16,-5 4 0 16,-2-2 0-16,-5 0 0 15,-2-3 6-15,-6-2 19 16,0-3 12-16,-5-4 9 15,0-1 61-15,-1-5-18 16,1-3-20-16,3-7 3 16,1-4 14-16,10-8 1 15,7-6-3-15,14-9-31 16,10-4-23-16,13-3-24 16,8-1-3-16,8 7-3 0,0 3-3 15,2 10 3-15,-3 6 0 16,-2 8-30-16,-2 3-32 15,-3 0-112-15,2 0-83 16,-4-6 126-16</inkml:trace>
  <inkml:trace contextRef="#ctx0" brushRef="#br2" timeOffset="-185136.86">20540 10713 755 0,'-10'-7'43'0,"3"-2"39"0,0-2-50 16,1-4 25-16,3-3 9 16,3-5-5-16,0-5-15 15,3-8-21 1,3-5-3-16,-4-11-13 0,0-5 1 16,-2-4-8-16,-1 1 0 15,1 2 0-15,0 4-2 16,-3 0 2-16,3 0 2 0,-4 1 1 15,0 1 1-15,2 7 2 16,-2 3-2-16,1 6-6 16,0 3 2-16,-2 6 0 15,1 3 0-15,-1 6 3 16,2 3 3-16,-4 5 2 16,0 2 0-16,0 2-5 15,0 1-1-15,7 5 0 16,0 0 0-16,0 0 0 15,-1 0 2-15,0 0-1 16,0 0-1-16,1 0 0 16,0 0-2-16,0 0-2 15,0 0 0-15,0 0-6 16,0 0-5-16,1 0-24 16,0 0-43-16,0-1 42 15</inkml:trace>
  <inkml:trace contextRef="#ctx0" brushRef="#br2" timeOffset="-184636.1">20438 9660 1380 0,'-10'2'33'0,"0"5"-13"16,-3 0-13-16,0 6-5 15,-2 1 0-15,1 5 0 16,-2 3-2-16,1-1 0 15,2 2 0-15,3-3-2 16,2-5-7-16,5-6-38 16,3-9-17-16,0 0-13 15,-5-3 7-15,5-10 37 0,2-4 18 16,2-5 26-16,2 0 3 16,3-4 7-1,1-1 6-15,2 0 0 0,-1 2-2 16,4 3-7-16,-1 3-5 15,3 7-7-15,-4 1 0 16,1 8 0-16,-2 3-4 16,-2 9 2-16,3 4 3 0,-1 6 3 15,-1 1 0-15,8 0-8 16,2-4-25-16,3-6-296 16,5 0 205-16</inkml:trace>
  <inkml:trace contextRef="#ctx0" brushRef="#br2" timeOffset="-182637.11">23664 8408 1338 0,'11'0'13'15,"5"0"-3"-15,4 3-4 16,4-1-6-16,5 0 2 16,5-2-2-16,1 0 0 0,6-5-27 15,-2-1-61-15,-1-1 52 16</inkml:trace>
  <inkml:trace contextRef="#ctx0" brushRef="#br2" timeOffset="-182004.8">20515 11012 1506 0,'-17'31'244'0,"3"7"457"15,3 12-790-15,4 4-69 16,9 1-105-16,2-4-62 16,14-13 235-16</inkml:trace>
  <inkml:trace contextRef="#ctx0" brushRef="#br2" timeOffset="-178753.39">20381 9600 378 0,'0'0'42'0,"0"0"63"15,0 0-64-15,0 0-11 16,0 0-5-16,0 0 2 0,0 0-11 15,-1 0-5-15,-19 2-8 16,7-2 1-16,-4 1 10 16,-3-1 4-16,-6 3 43 15,-3 1 15-15,-5 1 10 16,-5 0-6-16,-4 1-42 16,-3 0-23-16,-4-1-7 15,-1 1 2-15,-3-1 15 16,-3 0 14-16,-3 0 23 15,-2 0 6-15,-1 1-1 16,-1 0-5-16,2 1-13 16,4 0-8-16,2-1-18 15,6 0-6-15,7 0-17 16,5-3-4-16,13 0-32 16,6-1-36-16,19-2-292 0,1 0 204 15</inkml:trace>
  <inkml:trace contextRef="#ctx0" brushRef="#br2" timeOffset="-176087.1">19124 9490 415 0,'2'7'87'0,"-3"5"184"15,-1 3-80-15,-10 12-50 0,0 5-32 16,-6 9-39-16,-3 4-28 16,-6 0-26-16,-3-1-7 15,-2-8-7-15,1-7 2 16,10-12-2-16,2-9 8 15,7-8 23-15,3-3 5 16,2-7 15-16,1-2-5 16,5-3 42-16,4-1 5 0,12-1-20 15,5 0-12-15,19 2-27 16,5-2-15-16,8 4-10 16,3 3-5-16,-5 7-9 15,-3 3-17-15,-6 4-79 16,-4 2-42-16,-8-4-41 15,-4 0 40-15,-8-6-40 16,-6-2-4-16,-8-5 35 16,-5-3 58-16,-5-4 143 15,-4-3 37-15,-7-1 40 16,0 0-11-16,-3 3-31 16,0 2-7-16,4 11-18 15,-1 6-10-15,5 14-15 16,0 10-14-16,4 19-17 15,0 6-10-15,8 10-1 0</inkml:trace>
  <inkml:trace contextRef="#ctx0" brushRef="#br2" timeOffset="-174853.29">19242 9648 627 0,'-8'-2'21'16,"1"-3"-10"-16,2 0-8 15,2-1 1-15,3 6 5 16,0-1 28-16,0 0 15 0,0 0 32 15,0 0 19-15,0 0-5 16,0 0-26-16,0 1-18 16,0-1-4-16,-9 2 16 15,7 17 10-15,-4 9-3 16,-2 9-3-16,0 10-39 16,-2 1 11-16,5 1-27 15,3-3-18-15,2-11-59 16,2-3-13-16,0-12 38 15</inkml:trace>
  <inkml:trace contextRef="#ctx0" brushRef="#br2" timeOffset="-172853.7">19174 10278 839 0,'-5'-4'73'0,"0"-1"80"16,5 5-150-16,0 0-1 15,0 0-2-15,1 0 0 0,0 0 2 16,0 0-2-16,0 0 6 16,1 0 2-16,30-10 0 15,-22 7-1-15,2 0-5 16,1 0 2-16,1 1-4 16,0 1 2-16,-2 1-25 15,-2 1-210-15,-6-3 153 16</inkml:trace>
  <inkml:trace contextRef="#ctx0" brushRef="#br2" timeOffset="-172205.25">24502 8423 1512 0,'-1'35'16'0,"-4"9"-3"0,-1 8 5 16,-3 2 6-16,-1-2-18 16,-2 2-6-16,6-3-52 15,-2-3 10-15,5-4-24 16,-1-6-14-16,-4-9-30 15,1-4-24-15,-8-9 71 16</inkml:trace>
  <inkml:trace contextRef="#ctx0" brushRef="#br2" timeOffset="-171718.7">24239 8998 1398 0,'21'44'8'0,"-2"-5"-8"15,0-2 0-15,-1-10 0 16,0-6 0-16,1-14 3 16,3-4 11-16,0-9 27 15,0-3 15-15,4-17 67 16,-1-5 26-16,-1-11-68 16,-1-6-27-16,-1-6-60 15,-5-3-42-15,3-1-81 16,0 3-50-16,3 14-33 0,2 8 137 15</inkml:trace>
  <inkml:trace contextRef="#ctx0" brushRef="#br2" timeOffset="-169703.05">19549 10256 450 0,'0'0'32'0,"0"0"47"15,1 0-15-15,0 0 32 16,24 4 63-16,-11-5 14 0,5-2-61 15,2 0-21 1,8-1-44-16,0 0-14 0,1 2-20 16,1-1-5-16,-4 2-6 15,-3 0-2-15,-5 1 0 16,-3 0 0-16,-11 0 0 16,-3-1 2-16,-5 0 0 15,-6-1 2-15,-5 1 9 16,-4 0 1-16,-6 1 5 15,-5 2-1-15,-2 0-12 16,2 0-1-16,-2 1-3 16,4 0 0-16,2-1 8 15,2 2 0-15,7-3 1 16,-1 0-1-16,9 0-4 16,8-1 2-16,0 0 1 0,0 0 1 15,7-1-2-15,8-1-3 16,5 2-3-16,2-2 0 15,5-1-2-15,3 2 0 16,2-1 2-16,-1 0 0 16,-3 0-2-16,-3 1 0 15,-7 0 0-15,-4 0 0 0,-8 0 0 16,-6 1 0-16,-7-1 0 16,-7 1 0-16,-5 1 0 15,-4 0 0-15,-2 1 0 16,-2 0 2-16,-3-1 0 15,0 0 0-15,-2-1 16 16,2 1 15-16,1-1 21 16,4 0 17-16,7-1 4 15,3 1-6-15,15 0-15 16,0 0-10-16,6-3-29 16,12 2 0-16,8 1-9 15,5 0-6-15,3 0 6 16,1 0-3-16,1-2-3 15,-3 1-9-15,-4 0-18 16,-4-1 0-16,-10 2 1 0,-3-1 5 16,-7 0 21-16,-5 1 0 15,-1 0 12-15,-18 2 3 16,-1 3-1-16,-3-1-2 16,-8 2-12-16,-2 0 0 15,-4-2 6-15,-2 0-6 16,2-2 12-16,1-2 15 15,9 0 48-15,6-2 21 16,20 2 11-16,0 0-37 0,2-5-47 16,14 2-12-16,11 1-13 15,7 0-3-15,7 0-1 16,6 1 3-16,2 0-8 16,-1 1-2-16,-4 2-14 15,-3 0-19-15,-8 0 7 16,-6 0 9-16,-16 0 18 15,-10-2 12-15,-14 0 18 16,-8 0 21-16,-9-1 49 16,-3 0-8-16,-5-1 20 15,1 1-5-15,-2-1-41 16,4 0-22-16,5 1-19 16,6 0-4-16,12 1-8 15,12 0-7-15,1 0-27 16,11 1-45-16,14-2-100 0,8-1-85 15,15-6-351-15,10-2 511 16</inkml:trace>
  <inkml:trace contextRef="#ctx0" brushRef="#br2" timeOffset="-167121.68">22064 8123 753 0,'11'-10'50'0,"1"1"39"16,4 0-80-16,3 0-2 16,2 2-5-16,0 0 0 15,-2 1 0-15,-4 2-2 16,-3 1 3-16,-3 2-3 15,-4 0 13-15,0 0 31 16,-5 1 6-16,0 0 8 16,1 0-11-16,0 0-13 15,0 0-1-15,0-1-6 16,0 0 6-16,0 0 4 0,-1 0 2 16,1 1 2-16,0-1-8 15,0 0-6-15,0 0-4 16,0 0-8-16,0 1 3 15,-1 0-8-15,1 0-1 16,-1 0-5-16,-1 2 0 16,-7 7 0-16,-3 4 0 0,-3 9 0 15,-2 4-2-15,-1 5-2 16,-1 2-2-16,6-6-76 16,6-4 57-16</inkml:trace>
  <inkml:trace contextRef="#ctx0" brushRef="#br2" timeOffset="-166104.53">21945 8112 1121 0,'-4'-4'52'0,"5"-1"8"16,3 0-21-16,10 4-16 15,1-2-7-15,8 2-9 16,2 0 1-16,1 0 0 16,1-1 2-16,0 0 3 0,2 0 3 15,-1 0-5-15,2 0-3 16,-5 1 0-16,-4 0-8 15,-4 1 6-15,-3 1-1 16,-10 0 3-16,-4-1 2 16,0 0-2-16,0 0-1 15,0 0 3-15,0 1 4 16,-6 14 5-16,0 0-2 0,-9 11 1 16,-4 8-5-16,-7 11-7 15,-9 3-25-15,2-1 13 16</inkml:trace>
  <inkml:trace contextRef="#ctx0" brushRef="#br2" timeOffset="-164367.68">19444 7977 949 0,'5'-8'38'0,"4"2"-15"16,0-1-7-16,1 3-11 15,-2 4-1-15,-5 6 5 16,-3 6 12-16,-8 11 17 16,-3 5 7-16,-9 14-4 15,-3 7-14-15,-4 5-20 16,0-2-3-16,3-16-4 15,5-10 2-15,8-17 0 0,2-6 8 16,5-8 15-16,2-4 2 16,3-6 0-16,4-4-5 15,5-6-11-15,-1-3 1 16,4-6-2-16,-2 0-3 16,2-1-5-16,-1 0 2 15,4 3-4-15,3-1 2 16,0 3 0-16,0 3-2 0,-1 5 2 15,-5 5 0-15,3 8 10 16,1 8 1-16,-2 9 6 16,0 7-1-16,-6 11-8 15,1 4-5-15,-4 5-1 16,0 2-2-16,5 1-2 16,7-4 0-16,17-10-33 15,15-11-176-15,24-23 139 16</inkml:trace>
  <inkml:trace contextRef="#ctx0" brushRef="#br2" timeOffset="-162435.98">18793 8238 1268 0,'10'27'35'16,"2"0"-31"-16,2-1-2 15,4-5-18-15,3-4-15 16,4-9-19-16,1-5-4 15,2-6 13-15,-3-5 10 16,0-7 23-16,-3-1 6 0,0-7 2 16,0-4 2-16,-4-5 6 15,-2-5 7-15,-6 2 18 16,-2 3 10-16,-5 9 17 16,-4 6-2-16,-4 14-9 15,-4 7-15-15,-4 15-20 16,1 8-6-16,-6 15-8 15,5 6 0-15,-3 7 2 16,0 8-2-16,6 12 0 16,1 4 0-16,6 0 0 15,7-6 0-15,-1-16 0 16,-1-6-2-16,-2-16-2 16,-9-7 6-16,-9-15 15 15,-7-7 12-15,-12-8 20 16,-4-7 3-16,-5-11 55 15,4-7-15-15,6-9-41 0,9-1-21 16,20-10-48-16,10-5-75 16,30-13 63-16</inkml:trace>
  <inkml:trace contextRef="#ctx0" brushRef="#br2" timeOffset="-161768.84">22390 10788 969 0,'-46'11'165'0,"6"1"200"16,3-1-305-16,4-3-51 16,2-3-24-16,8-6-53 15,3-5-79-15,12-8 87 0</inkml:trace>
  <inkml:trace contextRef="#ctx0" brushRef="#br2" timeOffset="-161637.12">22177 10690 1129 0,'9'2'91'0,"1"3"83"16,3 3-91-16,1 3-7 16,6 5 46-16,0 1-35 0,7 4-51 15,4 1-27-15,12-3-96 16,7-3-109-16,1-6 159 16</inkml:trace>
  <inkml:trace contextRef="#ctx0" brushRef="#br2" timeOffset="-161187.25">22351 10727 1550 0,'-35'46'105'0,"-10"0"-129"15,2 5-124-15,0-13 111 16</inkml:trace>
  <inkml:trace contextRef="#ctx0" brushRef="#br2" timeOffset="-160792.28">22211 10761 2313 0,'17'8'65'0,"6"3"-92"16,8 4-102-16,16 4-709 15,1 0 691-15</inkml:trace>
  <inkml:trace contextRef="#ctx0" brushRef="#br2" timeOffset="-156354.55">9670 2019 1239 0,'25'-3'4'15,"17"-3"13"-15,8-1 8 16,10-1 3-16,4 1 3 15,3 1-8-15,-3 2-4 16,-6 2-13-16,-6 1 0 0,-12 1-4 16,-7-1 0-16,-8 1-2 15,-2-2 0-15,-8-1-4 16,-1-2-6-16,-6-1-71 16,-4-3-195-16,-4-1 146 15</inkml:trace>
  <inkml:trace contextRef="#ctx0" brushRef="#br2" timeOffset="-155769.65">11477 1941 1115 0,'20'2'21'16,"9"-2"26"-16,5 0 9 15,9-1 10-15,10-2-4 16,14 0-14-16,5-1-9 16,6-2-25-16,-1-1-5 15,-6-3-9-15,-2 1 0 16,-8-2-13-16,-6 1-36 0,-9 0 32 16</inkml:trace>
  <inkml:trace contextRef="#ctx0" brushRef="#br2" timeOffset="-153105.89">13450 1765 760 0,'22'10'15'16,"8"-2"13"-16,15-5 6 15,10-1 0-15,14-7-9 16,6-2-13-16,10-4-10 0,1-3 0 16,3 1 0-16,1-2 3 15,5 4 4-15,-1 2 2 16,2 4 3-16,3 5-3 15,2 0 1-15,-1 4-5 16,-3 0-7-16,-7-1 2 16,0-3-2-16,2 0 2 0,-3-6-2 15,-3 0 0-15,-22-2 3 16,-10-2-3-16,-8 2 4 16,-2 1 1-16,0 3-5 15,0 0 2-15,-5 0 2 16,-3 3-4-16,-6 0 3 15,-3 0 1-15,-6 1-1 16,-2 0-1-16,-6 0 0 16,-4 0 3-16,-9 0-3 15,1 0-2-15,-1 0 2 16,1 0 1-16,0 0 6 16,-1 0 4-16,1 0 6 15,0 0 3-15,0 1 5 16,4 16 8-16,-3 4 3 15,-2 8 5-15,4 12-6 16,2 6-8-16,-6 17-12 16,0 6-1-16,-3 23 5 0,-1 12 2 15,-2 22-1-15,3 1-3 16,-4-6-11-16,5-7-4 16,2-26-6-16,0-12-4 15,8-25-37-15,1-14-174 16,-6-26 142-16</inkml:trace>
  <inkml:trace contextRef="#ctx0" brushRef="#br2" timeOffset="-152586.86">15415 2603 1398 0,'27'55'8'0,"2"7"-41"16,5 19 4-16,1 1 9 16,-5-7 20-16,-3-6 0 15,-2-8 0-15,-1-6 4 0,-5-7 0 16,-2-6 2-16,-2-8 0 15,-2-3-1-15,0-9 3 16,2-3-4-16,1-8 0 16,2-4-2-16,-5-9-2 15,-3-8 0-15,-1-11 6 16,-1-9-2-16,9-18 7 16,7-9-1-16,8-22-8 15,7-7-10-15,5-7-7 16,2 3-1-16,-5 15-11 15,-8 10-62-15,-10 18 60 16</inkml:trace>
  <inkml:trace contextRef="#ctx0" brushRef="#br2" timeOffset="-150855.41">16939 2950 1357 0,'-7'60'31'0,"1"6"-25"15,2 4-4-15,4 1-2 16,4-5 2-16,8-12 0 15,4-7 0-15,8-14 2 16,4-9-4-16,4-17 2 0,4-8 1 16,1-16 1-16,-1-8 0 15,1-10-2-15,-3-5 2 16,-3-3-2-16,-3-3 0 16,-8 1 0-16,-2 2 0 15,-8 7 5-15,-3 7 7 16,-3 13 3-16,-4 15 1 15,2 5-5-15,-2 17-9 0,-3 25 6 16,-1 13 2-16,2 25 5 16,2 12 27-16,12 9-20 15,2 4-9-15,10 4-15 16,2-4 0-16,-1-5 0 16,-3-4 0-16,-12-15 0 15,-8-5 3-15,-20-6 21 16,-15 0 5-16,-22-8 58 15,-12-4 30-15,-20-17 32 16,-6-15 3-16,-9-27-29 16,-7-14-55-16,7-32-26 15,7-16-10-15,18-32-40 16,9-13-92-16,22-17-158 16,13-2-68-16,24 10 12 15,12 17 175-15,24 25 13 16,9 18-261-16,15 11 275 0</inkml:trace>
  <inkml:trace contextRef="#ctx0" brushRef="#br2" timeOffset="-150544.92">17752 3249 987 0,'11'6'68'0</inkml:trace>
  <inkml:trace contextRef="#ctx0" brushRef="#br2" timeOffset="-150439.12">17878 3237 1088 0,'17'-6'108'0,"0"1"73"16,6 3-110-16,5 1-30 15,8 2-33-15,6 1-8 16,0 0-58-16,2-1-78 16,-6-4 78-16</inkml:trace>
  <inkml:trace contextRef="#ctx0" brushRef="#br2" timeOffset="-150171.47">18050 3388 2222 0,'35'13'-44'0,"7"-1"-291"16,3-1-6-16,-1-8 200 15,-2-3 13-15,-8-7 60 16,-9-4 43-16,-5-2 52 0,-4 0 2 16,-4-2-308-16,1 0 201 15</inkml:trace>
  <inkml:trace contextRef="#ctx0" brushRef="#br2" timeOffset="-148538.78">19054 3022 1068 0,'-24'-7'68'0,"-4"4"81"15,4 5-141-15,-1 10-6 16,0 5 0-16,2 16 10 15,0 9 3-15,3 18 7 16,0 10-1-16,7 8-8 16,3 0-1-16,13-10-10 15,8-10 2-15,16-16-4 16,7-9 0-16,11-15 0 16,5-6 0-16,7-12 2 15,1-6 0-15,9-10-2 16,1-4 4-16,8-11-4 15,-4-2 3-15,-3-14-1 16,-7-6-4-16,-16-8 1 0,-6-2-5 16,-18-3 2-16,-8 0 2 15,-17 3 6-15,-6 3 2 16,-17 7-3-16,-6 5 5 16,-17 6-6-16,-5 5 0 15,-20 7 0-15,-7 4-4 16,-6 15-4-16,-3 6 4 15,2 11-3-15,6 7 6 0,11 9 3 16,7 4 0-16,17 10 2 16,6 4 0-16,14 6-2 15,7 3 3-15,20 2 7 16,8-3 5-16,24-4 9 16,12-2-3-16,24-12-1 15,13-4 33-15,18-14-6 16,8-5 2-16,10-10-11 15,1-7-9-15,-10-5-42 16,-8-4-27-16,-23-2-27 16,-12-1-29-16,-20 4-5 15,-12 0-35-15,-17 5 76 16</inkml:trace>
  <inkml:trace contextRef="#ctx0" brushRef="#br2" timeOffset="-147826.97">19600 3604 901 0,'2'-3'-217'0,"2"0"133"16</inkml:trace>
  <inkml:trace contextRef="#ctx0" brushRef="#br2" timeOffset="-147655.52">19616 3592 455 0,'0'0'74'0,"0"0"61"0,0 0-33 16,0 1-45-16,0-1-23 15,-1 27-11-15,2-8 9 16,2 16 18-16,-2 6 3 0,-1 12-13 15,0 3-17-15,-4-3-31 16,0-4-27-16,-1-14-70 16,0-8-81-16,0-13 99 15</inkml:trace>
  <inkml:trace contextRef="#ctx0" brushRef="#br2" timeOffset="-146965.41">20440 3075 1117 0,'-33'30'29'0,"-1"5"-8"0,-1 8-19 15,2 2 2-15,-2 3-2 16,-2 1 2-16,-4 4 2 16,-1 1 3-16,-3-2 1 15,1-5-4-15,1-9 0 16,1-6-8-16,8-14-229 15,9-8 158-15</inkml:trace>
  <inkml:trace contextRef="#ctx0" brushRef="#br2" timeOffset="-146737.99">20067 3191 1363 0,'17'11'95'0,"4"9"379"16,12 17-482-16,3 7-13 16,3 7-12-16,-2 1-3 15,-3-2 0-15,-3-4 12 16,-4-8 15-16,-1-4 3 16,-1-11-15-16,1-2-47 15,1-10-100-15,-1-5-29 16,11-5 106-16</inkml:trace>
  <inkml:trace contextRef="#ctx0" brushRef="#br2" timeOffset="-146504.81">20637 3544 1470 0,'0'0'58'0,"-3"8"140"16,5 12-246-16,1 14-20 16,1 5 11-16,1 12 39 15,-1 3 13-15,1 2 5 16,0-1 2-16,-2-15-37 16,-1-6-54-16,0-17 52 15</inkml:trace>
  <inkml:trace contextRef="#ctx0" brushRef="#br2" timeOffset="-144952.08">10535 1963 584 0,'29'-4'78'15,"3"1"-26"-15,4-1-45 16,-2 1-3-16,-2-2-67 15,-4 0-155-15,-1-2 160 16</inkml:trace>
  <inkml:trace contextRef="#ctx0" brushRef="#br2" timeOffset="-141969.99">21106 3299 1508 0,'25'1'29'0,"7"3"-25"16,5 0-8-16,2-2 0 16,-1-2-1-16,-3-2 3 15,-1-4 2-15,-2-3 0 16,0 0 2-16,-3-4-2 16,-1 0-4-16,-5-1-64 15,-4-2-108-15,-10-2 100 16</inkml:trace>
  <inkml:trace contextRef="#ctx0" brushRef="#br2" timeOffset="-141770.55">21247 3102 1693 0,'9'29'90'0,"2"7"-75"15,6 16-42-15,2 5-21 16,-2 1-92-16,-3-2 17 16,-11-2-55-16,-3-4-1 0,-2-10 11 15,1-7 27-15,7-11 120 16</inkml:trace>
  <inkml:trace contextRef="#ctx0" brushRef="#br2" timeOffset="-140988.89">22080 3082 500 0,'-23'16'114'0,"-2"8"113"15,3 6-3-15,-2 10-93 16,0 6-24-16,9 7-49 16,2 1-19-16,13 0-20 15,13-4-5-15,12-8-7 16,7-7-1-16,7-12 0 15,1-4 0-15,11-9 0 16,1-6-2-16,5-7-1 16,-1-4 3-16,0-10-6 15,2-3 2-15,-4-11-8 16,-5-7-1-16,-12-10-1 16,-10-2 4-16,-15-5 2 15,-6 0 2-15,-13-3 0 0,-7-1 0 16,-9 1 0-16,-4 5 0 15,-11 4-4-15,-6 3 2 16,-9 2-35-16,-2 2-15 16,-11 6-4-16,-6 5 0 15,-6 13 34-15,-6 9 13 16,0 16 17-16,6 11 5 16,11 19 24-16,11 9 7 0,22 14 5 15,10 6-6-15,23 3-18 16,12 0-6-16,24-8-13 15,16-7-2-15,26-18 9 16,12-10 7-16,16-14 15 16,0-8 24-16,2-10 10 15,2-3-22-15,2-6-38 16,-2-2-9-16,-9-2-50 16,-14-2-52-16,-33 2-41 15,-15 2-206-15,-28 6 173 16</inkml:trace>
  <inkml:trace contextRef="#ctx0" brushRef="#br2" timeOffset="-140382.48">22731 3566 1413 0,'-16'19'27'0,"0"6"-23"0,5 6-2 16,4 10 0-16,4 0-2 16,13-5 0-16,8-4 0 15,5-14-2-15,3-6 2 16,-1-9 6-16,-2-4-2 16,1-7 4-16,1-3-2 15,-2-6-3-15,0-7 1 16,-7-4-2-16,-5-1-4 0,-8-4 2 15,-5 5 0-15,-8-3 2 16,-3 1 0-16,-4 6 4 16,-6 4-2-16,-3 15 0 15,-4 5 0-15,-2 11-2 16,-2 5-2-16,5 9-4 16,4 0-12-16,17 1 6 15</inkml:trace>
  <inkml:trace contextRef="#ctx0" brushRef="#br2" timeOffset="-137589.04">17118 4823 687 0,'-2'17'50'15,"0"2"18"-15,1 9-29 16,0 3 20-16,1 4 30 16,2-1 1-16,3-1-9 15,2-3-15-15,6-7-33 16,2-2-8-16,4-8-15 15,-1-4-2-15,5-9 0 16,0-4-3-16,7-9 3 16,5-5 0-16,1-3 4 15,5-1-5-15,-3 0 1 16,-1-2 0-16,-4 2-2 0,-1 0-1 16,-11 2-1-16,-3 1-4 15,-14 4 10-15,-6 0 9 16,-6 7 14-16,-1 1 8 15,0 4-8-15,1 3-6 16,2 6-6-16,1 8-9 16,3 15-6-16,0 9-6 15,4 15 3-15,0 7 6 0,7 14-9 16,0 7 3-16,5 9 3 16,2-1-6-16,-1-6 0 15,0-4 3-15,-9-8-3 16,-5-4 3-16,-8-13 3 15,-6-9 3-15,-14-16 15 16,-5-6 2-16,-9-17 37 16,-5-9 15-16,-2-20 15 15,-2-9 2-15,1-14-20 16,1-6-15-16,4-3-21 16,5 0-10-16,5 3-29 15,4 2-21-15,15 0-107 16,10 1-48-16,19 0-201 15,12 1 302-15</inkml:trace>
  <inkml:trace contextRef="#ctx0" brushRef="#br2" timeOffset="-137071.41">17728 4946 823 0,'7'0'94'0,"4"0"71"0,4 1-66 16,9-1-26-16,7 0-11 16,10-1-21-16,5-1-12 15,8 0-17-15,-1 0-6 16,0-1-4-16,-3 1-2 16,-4 0 2-16,-1-1-2 15,-7 0-12-15,-2-1-13 0,-4 0-217 16,-3 1 170-16</inkml:trace>
  <inkml:trace contextRef="#ctx0" brushRef="#br2" timeOffset="-136856.47">17893 5125 1631 0,'-2'8'98'0,"8"1"-14"16,5 2-81-16,13-2-12 15,5-5-6-15,10-5-9 16,3-3-3-16,1-5 9 16,3 1 6-16,-5 1 15 15,1 1 0-15,-3 2-27 0,-5 1-86 16,4-1 68-1</inkml:trace>
  <inkml:trace contextRef="#ctx0" brushRef="#br2" timeOffset="-136136.8">18906 4774 1367 0,'-6'2'27'0,"-1"7"-17"16,0 6-8-16,-1 11 0 0,-2 8-2 16,2 12 1-16,-1 4 5 15,3 5 0-15,3-2 4 16,4-3-2-16,6-3-1 16,10-5-1-16,4-6 0 15,10-9 4-15,3-7 1 16,5-16 3-16,3-7 1 15,5-16-3-15,0-5-4 0,2-10-3 16,-1-1-1-16,-8-7-4 16,-1-3 4-16,-12-12-2 15,-5-4-2-15,-14-10 2 16,-8-1 0-16,-9 1-2 16,-7 1 0-16,-11 7-2 15,-5 4-2-15,-14 16-2 16,-9 3 1-16,-7 17 1 15,-2 8 0-15,-7 15 4 16,5 10 0-16,7 12 2 16,3 7 2-16,21 10 3 15,6 3 1-15,16 6 8 16,6-2-4-16,16-7-6 16,9-1 6-16,15-11 9 15,9-4 9-15,16-11 11 16,6-5 1-16,15-9 15 15,5-3 0-15,6-6 0 0,0-2-4 16,-3 1-23-16,-6-2-12 16,-20-2-30-16,-9 0-9 15,-26-3-47-15,-11 1-40 16,-16 3-101-16,-8 4 65 16,-6 9 84-16</inkml:trace>
  <inkml:trace contextRef="#ctx0" brushRef="#br2" timeOffset="-135689.03">19567 5175 1380 0,'-6'-2'-91'16,"6"2"-133"-16,0 0-41 15,0 0 86-15,0 0 224 16,0 0 158-16,0 0 24 16,-6 15-72-16,4 0-57 15,0 2-26-15,3 3-41 0,2 1-19 16,6-5-8-16,4-2-2 15,6-9-1-15,3-5 1 16,6-9 0-16,-1-4 2 16,2-7-2-16,-3 0-2 15,-7-3 4-15,-4 1-2 16,-8-2 4-16,-7 0 3 0,-2 2 9 16,-9 1 3-16,-6 8 12 15,-4 4 0-15,-9 9-21 16,0 4-6-16,-1 6-24 15,5 2-27-15,5 1-115 16,5-1 113-16</inkml:trace>
  <inkml:trace contextRef="#ctx0" brushRef="#br2" timeOffset="-135155.55">20274 4956 1421 0,'0'0'56'0,"1"0"35"16,16 5-46-16,4 1-33 16,8 1-9-16,9-2 0 15,3-3-3-15,4-2 0 16,-7-2 0-16,-3-4-12 0,-4-1 0 15,-9-4-12-15,-1-2-18 16,-7 0-53-16,-3 0-79 16,-5 0 89-16</inkml:trace>
  <inkml:trace contextRef="#ctx0" brushRef="#br2" timeOffset="-134988.93">20489 4739 1369 0,'0'0'64'0,"-2"12"44"16,2 8-66-16,0 21-36 16,0 12 0-16,-3 14 3 15,2 3-6-15,-2 4-3 16,1-2 0-16,3-2-6 16,1-2-18-16,8-13-39 15,4-6-16-15,3-19 38 16</inkml:trace>
  <inkml:trace contextRef="#ctx0" brushRef="#br2" timeOffset="-134321.46">21111 4790 1429 0,'-11'23'42'0,"-1"9"-20"0,2 17-20 15,3 5 2-15,3 5-4 16,4-3 0-16,9-8 0 16,6-4 0-16,11-11 0 15,4-5 3-15,15-12 5 16,1-6 6-16,7-11 5 16,4-6 21-16,1-11-10 15,2-5-12-15,-10-9-15 16,-6-5-3-16,-15-13 3 15,-9-6 0-15,-4-11-3 16,-4-3 6-16,-7-2 3 16,-2 3 0-16,-11 8 17 15,-8 2 1-15,-6 9 0 0,-7 5-12 16,-19 6-12-16,-6 6-6 16,-16 12-3-16,-1 6 0 15,-4 22 3-15,4 6 3 16,5 19 21-16,9 8 6 15,18 4 3-15,9 0 0 0,17 0-15 16,7-6-9-16,17-6 9 16,10-1 6-16,23-10 11 15,14-2 13-15,17-8 12 16,7-4 6-16,10-7-9 16,-3-2-10-16,-9-2-20 15,-5 1-12-15,-17-1-18 16,-8-1-12-16,-11-2-65 15,-8-1-46-15,-16-2-98 16,-8 1-42-16,-10 2 207 16</inkml:trace>
  <inkml:trace contextRef="#ctx0" brushRef="#br2" timeOffset="-134036.85">21800 5075 1504 0,'8'-3'-13'16,"3"3"-123"-16,5 0 4 15,0 6 39-15,2 4 57 0,-4 9 117 16,-7 7 12-16,-7 16-17 15,-6 10-18-15,-3 12-29 16,1 4-16-16,3 0-11 16,-1-4-9-16,-4-12-179 15,3-7 139-15</inkml:trace>
  <inkml:trace contextRef="#ctx0" brushRef="#br2" timeOffset="-133555.58">22803 4650 1446 0,'-19'31'25'0,"-7"14"-7"16,1 7-6-16,-12 7-11 15,-3 2 1-15,-9-1-2 16,-7-4 2-16,3-10-2 15,0-8 2-15,11-6 0 16,5-6 0-16,9-10-13 16,7-4-57-16,10-15 41 0</inkml:trace>
  <inkml:trace contextRef="#ctx0" brushRef="#br2" timeOffset="-133088.4">22413 4789 1783 0,'3'9'-36'0,"-9"-8"36"15,29 46 3-15,5 3 9 16,1 2 0-16,-2-2 6 0,1-4-12 16,-6-12 0-16,-3-5-9 15,-3-9-24-15,-3-5-21 16,3-10-71-16,2-3 20 16,4-6-56-16,4-2-229 15,5 0 206-15</inkml:trace>
  <inkml:trace contextRef="#ctx0" brushRef="#br2" timeOffset="-132921.83">22867 5201 2347 0,'4'59'-119'0,"-4"1"-87"16,-3-2-39-16,-2-9-20 16,-4-5 112-16,1-10 91 15</inkml:trace>
  <inkml:trace contextRef="#ctx0" brushRef="#br2" timeOffset="-132062.59">18960 5868 1123 0,'-6'6'-270'16,"7"0"120"-16</inkml:trace>
  <inkml:trace contextRef="#ctx0" brushRef="#br2" timeOffset="-131871.75">19226 5914 1090 0,'118'2'70'0,"10"0"19"15,16-1-25-15,21-1-30 16,11 0-6-16,18 0-13 15,3-2-3-15,12-1-10 16,-3 0 0-16,4-2-8 16,-2 0-2-16,-14 1-19 15,-4-2-23-15,-6 1-90 16,-5 1-143-16,-22 0 141 16</inkml:trace>
  <inkml:trace contextRef="#ctx0" brushRef="#br2" timeOffset="-130038.7">19322 4179 1063 0,'91'0'23'16,"9"1"-29"-16,9 0 0 15,17 0 0-15,5-1 1 16,17-1 12-16,3-2 5 0,12-1 11 16,3 1-1-16,6-2-5 15,1 1-5-15,1-1-8 16,-2 0-3-16,-11 1 3 16,-8-1-2-16,-12 0 6 15,3-1-2-15,-13 0 0 16,-3 0-2-16,-25 1-4 15,-21 0 1-15,-13 0-1 16,-9 1 0-16,-12 0-13 16,-1-1-24-16,-21 2-282 15,-6 0 210-15</inkml:trace>
  <inkml:trace contextRef="#ctx0" brushRef="#br2" timeOffset="-128256.18">23439 3381 1132 0,'34'-5'2'15,"0"-1"-2"-15,-1-1 0 0,-2 0 4 16,1 2 6-16,0 0 2 15,-1 3-3-15,-3 2-1 16,-2 0-4-16,-1 1-2 16,-4 5-2-16,-2 0 0 15,-5 8 0-15,-5 7 0 16,-6 15 2-16,-1 8 2 16,-4 14-1-16,-3 7 1 0,0 24-2 15,-2 11 0-15,-4 9 0 16,1 5 0-16,-2-9 0 15,2-4-2-15,8 1 4 16,5-5 6-16,5-7 7 16,2-3 2-16,1-12 1 15,-2-3-7-15,1-10-7 16,2-7-4-16,-5-11 2 16,4-8-2-16,-6-11 2 15,-2-3-2-15,1-10 19 16,-3 0 8-16,2-4 8 15,1-2 0-15,-2 1-14 16,2 0-6-16,-4-2-11 16,0 2 0-16,-4-3-4 15,-2-2-2-15,-8-2-6 0,1-1-7 16,-7-5-77-16,-3-2-105 16,4-2 110-1</inkml:trace>
  <inkml:trace contextRef="#ctx0" brushRef="#br2" timeOffset="-127537.83">23537 4863 1272 0,'10'37'6'16,"2"1"-4"-16,5 1 0 15,2-1 0-15,3-7-1 16,1-2 1-16,1-9-2 16,-2-2 2-16,-3-8 0 15,-1-3 0-15,-4-7 0 16,2-2 0-16,3-6 2 16,-1-4 0-16,3-3 37 0,-1-1 5 15,0-2 12-15,5 0 2 16,3-1-31-16,2-4 9 15,2 0-29-15,-3-3-3 16,-7-2-15-16,-3 3-6 16,-10 4-16-16,-3 3-7 15,-5 5-115-15,0 2 100 16</inkml:trace>
  <inkml:trace contextRef="#ctx0" brushRef="#br2" timeOffset="-116938.9">14591 5855 1326 0,'6'-3'21'0,"0"6"-28"16,2 10-7-16,-3 20-3 15,-1 12 9-15,-8 23 12 0,-5 7 0 16,-8 10 2-16,0 5-1 15,-1-6-1-15,-1-6-2 16,2-18-2-16,0-14 0 16,2-21 2-16,1-10 0 15,3-13 6-15,2-6-4 16,4-12-4-16,4-6-4 16,4-14-6-16,4-7 0 0,4-12 5 15,2-3-1-15,3-5 4 16,0-1 6-16,0 2 5 15,-1 2 3-15,-4 9 7 16,-4 7 1-16,-2 20-1 16,-2 10-5-16,-1 18-3 15,1 10-3-15,5 20-4 16,0 12 6-16,10 15-5 16,5 7 3-16,5 2-4 15,3-2-2-15,-3-8-4 16,-6-8-4-16,-4-14-1 15,-4-10-3-15,-8-11-6 16,-2-5-20-16,-5-9-299 16,-6-1 203-16</inkml:trace>
  <inkml:trace contextRef="#ctx0" brushRef="#br2" timeOffset="-116739.52">14425 6402 1485 0,'15'-4'188'0,"11"1"376"15,10 0-677-15,20-4-156 16,4-2-33-16,1-6 110 16,-5-2-42-16,-18-2-54 15,-5 2-53-15,-9-2 236 16</inkml:trace>
  <inkml:trace contextRef="#ctx0" brushRef="#br2" timeOffset="-116470.03">15156 5842 2240 0,'-6'37'87'16,"2"9"-72"-16,5 31-41 16,3 6-38-16,0 9-94 0,0 3-36 15,-3-10-31-15,3-8 66 16,-5-21 120-16,-4-14 18 16,0-19 23-16,-3-9 2 15,0-14-4-15,2-5-22 16,3-13-111-16,-1-4-117 15,5-6 96-15</inkml:trace>
  <inkml:trace contextRef="#ctx0" brushRef="#br2" timeOffset="-115722.8">15067 6327 386 0,'-20'-18'153'15,"-6"6"195"-15,1 17-159 16,-2 8-80-16,-4 12-59 16,6 7-11-16,2 7-14 15,5-2-4-15,10-6-13 16,6-6-2-16,12-10 4 15,5-5-3-15,9-8 5 16,7-3 2-16,4-8-9 16,9-2 1-16,7-5-6 15,-4-3-6-15,6-3-7 16,-10-1-3-16,-12 1 5 16,-1 2 5-16,-13 5 6 15,0 3 2-15,-6 2 2 16,0 0-4-16,-2 1 2 15,-2-2-2-15,1-2 0 0,-3 1 0 16,0-1 0-16,-1-1 0 16,-4-1-6-16,-1-1 2 15,-2-2 0-15,0-1-2 16,2 0 6-16,3-1 0 16,0 0-4-16,5 0-7 0,-1-2-61 15,0 2-42-15,1 1-74 16,-1-2-13-16,-2 2 85 15,1-1 57-15,-3-1 96 16,-1 3 22-16,2 1 34 16,-1 4 12-16,3 9-3 15,0 5-2-15,3 16-3 16,5 8 0-16,0 20-8 16,2 9-10-16,-4 11-44 15,-3 1-17-15,-5-5-13 16,-2-6-3-16,-1-14 2 15,-2-8 0-15,2-16 0 16,-3-8 0-16,1-9-2 16,0-6-4-16,2-12-31 15,1-2-21-15,4-6-67 16,-4 0-14-16,-1 5 22 0,-2 2 6 16,-7 6 82-16,-1 4 32 15,-5 9 23-15,-2 5-1 16,-6 9 19-16,3 6-2 15,-1 6-6-15,0 3 1 16,5 0-6-16,-1-2-2 16,5-8-10-16,2-4-6 0,7-6-1 15,5-2 7-15,8-2 8 16,4 1 2-16,6 1-8 16,0 0-7-16,1 1-12 15,2-1-10-15,2-6-16 16,0-4-36-16,1-7 31 15</inkml:trace>
  <inkml:trace contextRef="#ctx0" brushRef="#br2" timeOffset="-115231.86">14911 6334 1099 0,'21'-10'-21'16,"0"-1"-2"-1,7 4-243-15,-3 2 6 0,-9 2 135 16,-1 2 87-16,-9 1 91 15,-8-1 76-15,-9 0 108 16,-3 0 11-16,-10 1-94 16,3 1-61-16,-1 1-62 15,-1 1-14-15,4 4 1 16,4 1-3-16,2 6-1 16,2 5-3-16,2 6-7 15,0 1-6-15,3-2-54 16,2-2-99-16,2-5 91 0</inkml:trace>
  <inkml:trace contextRef="#ctx0" brushRef="#br2" timeOffset="-114706.02">15406 6311 1208 0,'0'0'-39'0,"0"0"-118"0,0 0-39 16,1 0 42-16,0 0 90 15,0 0 194-15,0 0 43 16,0 0 29-16,-1 0-41 15,-14-7-66-15,1 5-39 16,-2 2-38-16,-1 4-11 16,-3 4 3-16,-1 4 4 15,-2 7 7-15,5 2 2 16,7 7-5-16,4 0-7 16,12 2-5-16,7-1-4 0,4-3-6 15,4-6-7-15,2-9-15 16,3-6-7-16,2-9-27 15,2-4-35-15,7-6 57 16</inkml:trace>
  <inkml:trace contextRef="#ctx0" brushRef="#br2" timeOffset="-114384.97">15626 6401 1105 0,'7'4'35'0,"0"2"-2"16,1 0-17-16,0 2 3 15,-3 4 14-15,-3 2 10 16,-3 3 1-16,-4 1-5 0,0-1-16 16,0-2-7-1,0-6-32-15,5-9-44 0,0 0-198 16,-3-9 144-16</inkml:trace>
  <inkml:trace contextRef="#ctx0" brushRef="#br2" timeOffset="-114138.52">15635 6251 1198 0,'13'-29'35'0,"7"-5"-10"15,4-1-15-15,10-2 0 16,3 0 3-16,4 8 16 16,0 5 2-16,-9 13-5 15,-6 8-15-15,-10 10-22 16,-4 7-5-16,-4 11 2 15,0 4 3-15,0 15 11 0,1 6 4 16,0 14-2-16,-3 5 0 16,-3 1-2-16,-2-5-6 15,-4-14-8-15,-4-8-5 16,-5-19-14-16,-3-8-21 16,-4-15 34-16</inkml:trace>
  <inkml:trace contextRef="#ctx0" brushRef="#br2" timeOffset="-113273.13">15763 6389 1497 0,'0'0'36'0,"11"0"-7"16,5-2-23-16,13 0-6 15,5-4 0-15,3-1-9 16,0 1 9-16,-5 1-12 15,-3 4 10-15,-5 3 2 16,-2 4-2-16,-5 6-9 16,1 4-9-16,-1 1-5 15,-1 3-2-15,-1-2 6 16,-3 0-5-16,-7-3-32 16,-5-5-25-16,-9-3-35 0,-3-4 4 15,-8-6 32-15,0-3 54 16,-2-6 115-16,2-3 7 15,4-6-1-15,1-4-19 16,10-7-57-16,4-4-40 16,11-6-39-16,5 0-8 15,10 2-5-15,3 6 11 16,3 13 46-16,2 8 29 16,-7 16 63-16,-2 6-2 0,-5 14-6 15,-5 5-18-15,-5 11-34 16,-5 3-6-16,-1 2-2 15,-1-2 7-15,4-6 8 16,2-4 5-16,3-12-5 16,1-3-2-16,2-9-7 15,4-6-4-15,2-5-2 16,2-5-1-16,0-8-9 16,-3-2-7-16,-7-6-12 15,-5-1-3-15,-11 2 7 16,-4-1 9-16,-9 5 8 15,-3 3-3-15,-3 6 5 16,0 3 0-16,5 4 15 16,3 3 6-16,8 1-3 0,7-1-1 15,5 4-7-15,8-3-2 16,10-3-1-16,6-1 1 16,8-1-2-16,1 3-2 15,-4 6 2-15,-6 4-2 16,-11 10-2-16,-5 4-2 15,-8 5 0-15,-1-2 0 16,-4-2 0-16,-3-3-2 16,3-7 4-16,-2-3 3 0,4-5 1 15,3-6 6-15,6-6-1 16,2-5 1-16,3-12-2 16,3-3-1-16,1-9-3 15,1-1 0-15,4 2 6 16,0 3-3-16,3 10 13 15,0 8 5-15,-1 15-6 16,0 12-3-16,-2 19-6 16,0 7 0-16,-4 7-12 15,-2-1-27-15,-2-10-102 16,-1-6-206-16,6-13 205 16</inkml:trace>
  <inkml:trace contextRef="#ctx0" brushRef="#br2" timeOffset="-112904.5">17353 6295 1858 0,'1'19'57'0,"1"3"-177"15,2 2-68-15,3 1 4 16,0-5-33-16,0-5-150 16,-2-5-11-16,-5-10 219 15,0 0 78-15,-5-10 46 16,-2-2 52-16</inkml:trace>
  <inkml:trace contextRef="#ctx0" brushRef="#br2" timeOffset="-112506.95">17243 6185 1396 0,'20'-14'44'0,"5"1"9"15,15 3-51-15,6 3-4 16,8 5 2-16,4 2 0 0,-5 5 0 16,0 1 0-16,-11 2-2 15,-9 2-2-15,-11 0-10 16,-8 1-5-16,-14 2-12 15,-6 1-4-15,-14 2 12 16,-2 3 7-16,-8 2 24 16,-6 0 15-16,0-1 18 15,0-3 4-15,8-4 3 16,10-3 0-16,15-5 0 16,5-3-6-16,16-2-19 15,6-3-2-15,12 0 6 16,4 1-12-16,-2 5-3 15,-3 3-9-15,-17 6-15 16,-8 4-15-16,-19 5-20 16,-12 3-1-16,-17 4 12 15,-12-2 12-15,0-6 15 16,5-4 2-16,17-13-55 0,14-5-145 16,18-9 127-16</inkml:trace>
  <inkml:trace contextRef="#ctx0" brushRef="#br2" timeOffset="-111323.41">18446 6203 1537 0,'-28'4'97'0,"5"8"4"0,6 6-92 16,4 9-9-16,2 6-3 15,1 5 3-15,-1 1-6 16,10-5-3-16,4-5-3 16,10-10-3-16,4-6 3 15,7-9 6-15,2-5 6 16,5-9 0-16,5-4 3 0,1-4-14 15,1-5-16-15,-2-1-27 16,-3-1 3-16,-10 2 32 16,-8 2 1-16,-9 5 13 15,-6 4-1-15,0 12 8 16,0 0 7-16,-5 8 5 16,2 9 1-16,-1 7-5 15,4 3 6-15,5 0-10 16,1-5 3-16,7-8-9 15,2-4 9-15,3-10 0 16,4-4 6-16,1-7 0 16,-1-4-3-16,0-3-3 15,-2-2-9-15,-6-1-3 16,-3-2-6-16,-9 2-15 16,-3 1 0-16,-7 2 6 15,-3 1 6-15,0 4 18 0,1 2 9 16,3 4 12-16,3 1 0 15,6 1-18-15,6 0-9 16,6 0 0-16,6 1 0 16,6 2 0-16,2 3 12 15,2 5 0-15,2 4 2 16,-2 8 1-16,-2 3-3 0,-3 4-6 16,-8 0-3-16,-7-3-9 15,-3-2 3-15,-8-5-9 16,0-3 3-16,-2-4 9 15,-2-2 9-15,-2-5 6 16,-3-1 6-16,1-6 3 16,1-2 3-16,4-4 24 15,0-3 6-15,7-4-4 16,1-3-11-16,12-5-30 16,8 0-12-16,8 0-12 15,6 3-6-15,-4 11 6 16,-3 5-3-16,-10 13-2 15,-4 8-4-15,-11 10-9 16,-4 3 0-16,-3 3 9 16,-2 0-3-16,0-4 12 15,3-4 6-15,2-5 6 16,3-4 0-16,3-7 0 0,0-4 6 16,-1-5 3-16,0-5 3 15,-4-6 3-15,0-1-6 16,-2-3 0-16,0-2 3 15,5 1-12-15,5 0 6 16,10 2-6-16,3 0-6 16,5 7 0-16,-1 2-9 15,-4 9-3-15,-1 8 6 0,-8 10-6 16,-3 6 9-16,-6 7 0 16,-5 0 0-16,-3-3-6 15,-1-2 0-15,1-8-15 16,1-5-17-16,5-11-66 15,0-5-17-15,4-12 76 16</inkml:trace>
  <inkml:trace contextRef="#ctx0" brushRef="#br2" timeOffset="-110751.41">19637 6251 1670 0,'4'6'80'16,"0"7"-68"-16,2 5-18 15,-1 4-3-15,-1 1-12 16,-2-1-15-16,-3-4 1 16,-4-2 2-16,-3-4 9 15,-1-6 21-15,2-2 9 0,7-4 0 16,0 0 3-16,-5-13-9 15,10 0-6 1,1-6 6-16,1 0 6 0,2-6-3 16,-3 1 3-16,9 2-3 15,1 0-9-15,5 6 3 16,1 3 0-16,-1 8 3 16,-2 5 0-16,-6 10-3 15,-5 5 0-15,-4 10 0 16,-4 2 3-16,-3 2 0 15,2-2 0-15,-1-8 0 16,3-2-9-16,4-11-6 16,-1-5 9-16,3-5 0 15,-1-8 0-15,-3-3 6 16,-2-3-3-16,-1-2 0 16,-1 0 3-16,1-2 3 15,3-1 0-15,8-1-3 0,2 1-6 16,7 1-6-16,3 3 6 15,0 7 0-15,-1 8 1 16,-5 12 1-16,-4 10 0 16,-8 17 2-16,-3 4 0 15,-2 9 2-15,-1-1-2 16,2-10-17-16,2-7-18 0,3-15-64 16,0-7-71-16,-1-14 94 15</inkml:trace>
  <inkml:trace contextRef="#ctx0" brushRef="#br2" timeOffset="-110498.24">20113 6214 1181 0,'9'18'58'0,"0"3"6"15,-1 3-21 1,-4 1-30-16,0-3-5 0,1-4 7 15,1-4 7-15,1-6 7 16,4-4 8-16,3-5-3 16,3-3-5-16,2-4-3 15,3 0 1-15,-2-4-21 0,-2 0-3 16,-5-3-27-16,-2 0-14 16,-8-6-74-16,-3-2-101 15,-2-5 116-15</inkml:trace>
  <inkml:trace contextRef="#ctx0" brushRef="#br2" timeOffset="-110306.89">20368 5952 395 0,'16'4'75'15,"1"4"158"-15,-4 9-63 16,0 5 16-16,0 13-41 16,-3 4-11-16,4 11-39 15,-3 4-22-15,-3 5-36 16,1 1 9-16,-6-6-37 15,1-5-21-15,-3-12-37 16,0-9 1-16,-5-16-194 16,-2-5 156-16</inkml:trace>
  <inkml:trace contextRef="#ctx0" brushRef="#br2" timeOffset="-110140.02">20339 6265 2124 0,'19'-8'128'16,"11"0"-53"-16,7 1-204 15,9 2-151-15,0 1-116 16,-4 2 316-16</inkml:trace>
  <inkml:trace contextRef="#ctx0" brushRef="#br2" timeOffset="-109689.3">20840 6240 1506 0,'-11'-16'0'15,"0"-1"-58"-15,-2 7-294 16,1 0-62-16,-9 8 220 16,0 2 150-16,-3 5 398 15,-1 5-2-15,5 7-182 16,5 3-50-16,7 2-77 16,6 2-22-16,13-4-15 0,3-2-4 15,8-5-2-15,2-5 0 16,2-5-2-16,0-4 2 15,3-5 0-15,-2-3 0 16,-2-5 0-16,1 1 0 16,-8-3-4-16,0 0 2 15,-6 3 2-15,-4 1 0 16,-1 5 8-16,-5 2-2 16,1 10 0-16,0 3 3 15,-3 8-5-15,0 3 0 0,2 1-2 16,0-2-6-16,4-6-13 15,2-4-16-15,2-10-56 16,3-5-57-16,0-8 81 16</inkml:trace>
  <inkml:trace contextRef="#ctx0" brushRef="#br2" timeOffset="-109473.36">21146 5992 2067 0,'3'21'102'0,"-3"13"-82"15,3 10-64-15,-4 11-79 16,-1 1-41-16,-6-1-117 0,-4-4 125 16,0-7 17-16,-3-6 18 15,2-17 56-15,2-9 26 16,1-12 37-16</inkml:trace>
  <inkml:trace contextRef="#ctx0" brushRef="#br2" timeOffset="-109255.27">21030 6277 1962 0,'12'-3'126'0,"9"-1"-10"16,6 2-175-16,10 1-61 15,1 0-8-15,-4 1-7 16,-6 0 37-16,-11 0 44 16,-4 2 18-16,-6 3 24 15,-6 3 3-15,-1 1-1 16,-2 1-3-16,0-2-51 16,2-1-78-16,0-7 80 15</inkml:trace>
  <inkml:trace contextRef="#ctx0" brushRef="#br2" timeOffset="-108873.18">21193 6255 589 0,'-11'-21'120'0,"3"0"126"16,6-2-170-16,7 1-27 15,10 3-26-15,3 1-1 16,7 7-3-16,0 3-2 16,3 9-3-16,-1 5 3 15,-1 11 14-15,-1 7 6 16,-6 6 2-16,-1 2-2 15,-6 1-14-15,-1-1-7 16,0-4 1-16,0-2-3 0,3-7-5 16,0-4-1-16,-3-8-2 15,1-6-4-15,-5-9 2 16,-3-5 3-16,0-6 1 16,0-3-2-16,-3-3 2 15,-1 0 1-15,6 2 11 16,0 3-1-16,2 4 1 15,5 3-7-15,-4 6-13 16,1 2-4-16,-1 5-9 16,-2 0-5-16,-2 6-7 15,3 1-4-15,-3 1 4 16,-1 1 2-16,1-1 7 16,-4-2-1-16,5-3-30 15,1 0-40-15,4-3 50 0</inkml:trace>
  <inkml:trace contextRef="#ctx0" brushRef="#br2" timeOffset="-108523.34">21717 6236 1042 0,'0'4'67'15,"0"2"22"-15,0 0-23 16,3-1-29-16,1 0-8 16,7-3-2-16,3-2-7 0,5 0-3 15,3-3-2-15,2-3-5 16,5 0-4-16,1-3-2 15,3 0 0-15,-2-3-2 16,-4 1 0-16,-6-3-2 16,-4 1 2-16,-12 0-8 15,-5 0-2-15,-12 2-6 16,-10 3 5-16,-6 6 13 16,-5 4 19-16,-2 11 19 15,6 8 7-15,0 11 38 16,6 5 32-16,10 3-38 15,5-1-21-15,17-5-36 16,8-4-18-16,21-11-6 16,9-8 0-16,14-12-36 15,5-8-42-15,1-6-98 16,-2 0 31-16,-11-1 92 16</inkml:trace>
  <inkml:trace contextRef="#ctx0" brushRef="#br2" timeOffset="-107483.3">22758 5736 1481 0,'-6'-11'29'0,"-4"5"-31"15,-3 7-4-15,-8 18 3 16,-6 7 1-16,-13 23 2 16,-3 8 4-16,-10 20-4 15,-3 7 0-15,-1 9 0 16,-1 3-8-16,10-3-33 16,7-7-11-16,3-15 1 0,5-8 5 15,3-20-47-15,7-7 68 16</inkml:trace>
  <inkml:trace contextRef="#ctx0" brushRef="#br2" timeOffset="-106931.56">22879 6043 1533 0,'-12'53'-5'0,"-4"13"1"0,-2 4 2 16,-2 2 0-16,-2-2 0 15,6-14 0-15,2-7 0 16,6-22 6-16,3-10 0 16,5-17 4-16,0 0 1 15,6-16-5-15,3-8-2 16,1-13-6-16,2-5-4 15,1-8 3-15,1-1 5 0,1-1 9 16,0-2 1-16,0 1 26 16,0 4-3-16,-1 12 3 15,1 8 2-15,-1 19-2 16,0 10-12-16,-1 19 0 16,1 9-9-16,-4 16-6 15,3 4 6-15,-1 2-15 16,1-1-39-16,0-6-137 15,-2-6 32-15,-3-11-32 16,-4-7-14-16,-4-12-141 16,-5-7 181-16</inkml:trace>
  <inkml:trace contextRef="#ctx0" brushRef="#br2" timeOffset="-106305.71">22777 6277 1119 0,'1'-13'126'0,"7"-2"248"16,14-2-344-16,8-2-21 16,9 3-30-16,1 0-3 15,-1 2-9-15,-3 1-10 16,-3-2-1-16,0 0-9 16,-3-1 11-16,-2-1 9 15,-3-1 21-15,-4-2 10 0,-1-1 4 16,-3-3-2-16,-1-6 4 15,0 0-2-15,-4-4 6 16,0 3 7-16,-3 7 24 16,-1 6 13-16,-8 18 3 15,3 1 48-15,-8 25-5 16,-1 13-20-16,-4 19-21 16,-4 6-9-16,-1 7-36 15,-4-1-6-15,2-8-6 16,2-5-9-16,6-15 6 15,1-7 3-15,4-14 0 16,0-5 6-16,3-10 5 16,1-6-8-16,1-5 0 15,4-7-6-15,2-10-8 16,2-3 8-16,3-4 6 16,2 1 20-16,3 1 7 0,3 2 0 15,4 4-3-15,3 3-12 16,1 7-6-16,0 2-6 15,-5 9-3-15,-3 3-3 16,-5 8-12-16,-5 4-3 16,-6 4 3-16,-4 1-12 15,-7 0-6-15,-5 0 10 0,-10-2-4 16,-6 0 12-16,-9-3 6 16,0-1 0-16,0-5-24 15,4-4-30-15,10-8-27 16,8-3-8-16,11-6 32 15,5-2 23-15,10 0-25 16,5-1-56-16,4 1 76 16</inkml:trace>
  <inkml:trace contextRef="#ctx0" brushRef="#br2" timeOffset="-105939.55">23574 6245 1649 0,'15'0'-3'0,"1"-6"-3"15,-5-1 6-15,0-3 0 16,-4-3 6-16,-1-1 0 16,1-2-3-16,-1 1 0 15,-1 0-3-15,-2 2-3 16,-3 3-18-16,-2 1-27 15,-8 3-3-15,-6 2 26 16,-10 5 6-16,-3 3 17 16,-1 8 15-16,1 4 5 0,8 10 1 15,3 2 13-15,8 4-14 16,7-1-12-16,8-7 0 16,4-3 0-16,12-8 9 15,4-3-3-15,8-8-15 16,5-6-18-16,8-8-59 15,6-3 12-15,2-9-112 16,-1-2-133-16,-12-6 147 16</inkml:trace>
  <inkml:trace contextRef="#ctx0" brushRef="#br2" timeOffset="-105767.02">23864 5804 1415 0,'0'-1'87'0,"-4"0"-15"0,0 18 15 15,-5 19-67-15,-3 11-8 16,-7 14 6-16,-2 3-3 16,0 3-12-16,-1 0 0 15,6-8-9 1,3-3-12-16,4-14-98 0,8-5-1 16,1-12 75-16</inkml:trace>
  <inkml:trace contextRef="#ctx0" brushRef="#br2" timeOffset="-105588.2">23857 6254 1254 0</inkml:trace>
  <inkml:trace contextRef="#ctx0" brushRef="#br2" timeOffset="-105406.02">23931 5973 1413 0,'30'-3'-7'15,"2"3"-110"-15,-1 2 82 0</inkml:trace>
  <inkml:trace contextRef="#ctx0" brushRef="#br2" timeOffset="-104940.13">24072 6126 2157 0,'-17'5'-305'15,"-1"0"45"-15,1 3 213 16,-1 1 61-16,2 2 46 16,3 1 5-16,7 3-5 0,6 0-18 15,9-1-39-15,7-1-9 16,5-4 0-16,2-2-3 16,1-7 3-16,-3-4 6 15,4-3 0-15,1-4 0 16,0-2 6-16,2-2-3 15,-4-3-3-15,-1-1 0 16,-9-1 0-16,-2 2 0 16,-9 5 0-16,-3 3-3 0,-4 7-3 15,-4 3 0-15,-5 12 6 16,-7 2-3-16,3 9 3 16,0 2 0-16,6-1 0 15,8-2 0-15,4-5 0 16,5-3-12-16,10-10-77 15,7-4-45-15,6-10-250 16,1-3 233-16</inkml:trace>
  <inkml:trace contextRef="#ctx0" brushRef="#br2" timeOffset="-104606.27">24330 6188 1729 0,'-6'28'-3'0,"1"-6"-3"15,1-9-3-15,4-13 0 16,0 0 15-16,-5-6 0 16,6-8 6-16,1-4-3 15,3-2-24-15,3 1-12 0,2-3-20 16,0 0 2-1,3-2 9-15,0 0 16 0,2 1 20 16,0 1 5-16,7 4 28 16,6 5 15-1,8 12 11-15,6 6-2 0,-3 17-21 16,-6 5-15-16,-11 10-15 16,-3-1-6-16,-13-3-24 15,1-5-39-15,-1-8-260 16,1-6 253-16</inkml:trace>
  <inkml:trace contextRef="#ctx0" brushRef="#br2" timeOffset="-101054.2">18465 6941 611 0,'-6'-13'103'0,"-1"-1"193"15,-4-1-287-15,-1 0 12 16,-3 2 21-16,-4 0 8 0,-3 2 16 16,-1 4-11-1,-6 6-21-15,-2 1-8 0,-1 8-7 16,0 5 2-16,1 10 3 15,3 4-1-15,5 8-2 16,4 0-5-16,10 2-5 16,7-4-1-16,12-6 3 15,7-3 1-15,9-9 0 16,3-5-1-16,7-10 3 16,0-7 9-16,2-10 41 15,0-2-7-15,-8-4-5 16,-4-3-12-16,-5-3-18 15,-4-1-9-15,-6-2-6 16,-2 0-6-16,-6 1 0 16,-2 3-3-16,-3 9 3 15,0 6-3-15,-2 13 0 16,-2 8 0-16,-2 16 0 0,-2 7 0 16,0 15 0-16,-1 4 3 15,4 2 6-15,6 0-6 16,4-9 0-16,5-7 0 15,8-15-3-15,3-7 3 16,4-14-9-16,3-6-57 16,1-13-325-16,1-4 310 0</inkml:trace>
  <inkml:trace contextRef="#ctx0" brushRef="#br2" timeOffset="-100689.52">18676 6968 1493 0,'6'3'37'0,"7"1"-20"0,4 0-8 16,9 1-6-16,6-3-3 15,3-2 6-15,5-1-3 16,0-3 3-16,0-2-6 0,-6-3-58 15,-4 1-21-15,-10-3-195 16,-5 0 162-16</inkml:trace>
  <inkml:trace contextRef="#ctx0" brushRef="#br2" timeOffset="-100455.33">18794 6840 1792 0,'2'16'215'16,"3"4"211"-16,6 16-483 16,6 7-52-16,-3 7-94 15,1 0-15-15,-5-2 33 16,-3-1 52-16,-2-11 63 0,-2-6-31 15,-2-11 60-15</inkml:trace>
  <inkml:trace contextRef="#ctx0" brushRef="#br2" timeOffset="-100007.39">19115 6624 2402 0,'5'23'-4'0,"1"14"-228"16,-1 8-130-16,-1 7 53 16,-2 0 158-16,-3-6 58 15,-3-6 34-15,-3-9 81 16,-1-5 44-16,0-11 32 15,2-6 7-15,6-9-11 16,0 0 25-16,0 0-65 16,8-12-30-16,10-3-24 15,4 0-18-15,8-2-21 16,4 2 0-16,7 3 13 0,-1 4 5 16,4 6 21-16,-7 4 0 15,-12 8-9-15,-4 4 6 16,-15 6-9-16,-5 1 6 15,-5 0 0-15,-5 2-12 16,-8-3 0-16,-8 0 0 16,-11-4 10-16,-8-3 8 15,-6-7 2-15,1-4 2 0,5-10-21 16,8-5-39-16,10-7-225 16,8-1 176-16</inkml:trace>
  <inkml:trace contextRef="#ctx0" brushRef="#br2" timeOffset="-99472.08">20114 6936 2237 0,'38'1'69'0,"13"1"-183"15,3 0-38-15,10-2-42 16,1-2-18-16,-15-1 94 16,-6 0 64-16,-13 0 25 15,-10 1 5-15,-8-2 23 16</inkml:trace>
  <inkml:trace contextRef="#ctx0" brushRef="#br2" timeOffset="-99277.39">20088 7054 2378 0,'10'2'114'0,"13"2"45"15,9-1-232-15,24-1-85 16,11-2-43-16,7-6-112 16,2-1-1-16,-5-2 184 15,-7 2 43-15,-13 0-20 16,-5 2 72-16</inkml:trace>
  <inkml:trace contextRef="#ctx0" brushRef="#br2" timeOffset="-98407.39">20999 6644 1768 0,'-1'40'99'0,"1"4"-42"15,4 11-165-15,2 0-71 0,-1-8 17 16,-2-3 54-16,-3-10 38 16,-2-5 35-16,-2-11 66 15,0-4 27-15,-1-8 20 16,0-2 1-16,0-4-16 16,1-3 9-16,2-4-45 15,1-4-13-15,5-4 13 16,3-4 9-16,7 0-3 15,6-2 0-15,11 3-12 16,5 0-9-16,10 7 9 16,-2 4 0-16,-5 8 3 15,-3 5-9-15,-13 7-15 16,-3 2 0-16,-9 4-9 16,-6 0-12-16,-11 2-3 15,-6 0-3-15,-15-2 3 16,-7-1 12-16,-12-4 45 15,-6-1 30-15,0-6 77 0,3-3 18 16,17-4-31-16,10-4-67 16,16-7-151-16,8-3-154 15,17-6-517-15,10-2 588 16</inkml:trace>
  <inkml:trace contextRef="#ctx0" brushRef="#br2" timeOffset="-97973.8">21666 6900 2638 0,'16'4'13'16,"11"3"-196"-16,8 2-78 16,12-3-28-16,7-1 49 15,4-3 226-15,-4-2 64 0,-11-2 13 16,-11-1 3-16,-14-3-33 16,-4-1-24-16,-4-5-141 15,-4-3-132-15,-5 1 204 16</inkml:trace>
  <inkml:trace contextRef="#ctx0" brushRef="#br2" timeOffset="-97789.64">21818 6801 2142 0,'-3'37'95'0,"4"3"-101"15,2 6-15-15,6 3-32 16,2 1-37-16,0-4-59 0,-3-2-46 16,4-8-47-16,4-8-39 15,0-6 171-15</inkml:trace>
  <inkml:trace contextRef="#ctx0" brushRef="#br2" timeOffset="-97240.58">22551 6902 1328 0,'-9'-7'43'0,"-2"-1"-8"16,0 0-24-16,-5-3 11 16,0-1 3-16,-5-1 8 15,-1 1 7-15,-5 4 66 16,0 5 19-16,2 5 4 16,2 5-10-16,5 10-53 15,3 2-36-15,2 6-33 16,4 0-6-16,5-2-3 0,4-1 9 15,6-8 6-15,2-2 12 16,10-8 12 0,-1-3 6-16,16-7 5 0,4-4 1 15,7-7-6-15,1-2-9 16,-7-7-12-16,-4-2-5 16,-9-1-2-16,-2 0-2 0,-15 7-3 15,-4 2-2-15,-7 10-4 16,-5 8-4-16,0 10 1 15,-2 11 0-15,2 10 3 16,3 4 3-16,10 3 3 16,8-1-3-16,15-4 3 15,2-3 0-15,5-7-3 16,-1-4-3-16,-2-8-60 16,0-4-89-16,-2-6-174 15,0-4-79-15,-3-3 276 16</inkml:trace>
  <inkml:trace contextRef="#ctx0" brushRef="#br2" timeOffset="-95372.89">14883 5580 725 0,'-31'4'30'16,"-3"1"-16"-16,2 3-12 15,-9-1-2-15,-8-1-2 16,-8 1 6-16,-9 0 5 15,0 0 21-15,6 4 20 16,-2-1 41-16,1 1 17 16,2 2-23-16,2-1-8 0,14 3-32 15,7 1-16-15,15 0-21 16,2 4-2-16,9 5-4 16,1 4-2-16,5 14 3 15,4 7 1-15,4 18 0 16,3 9 2-16,6 19-2 15,2 12 0-15,2 11-4 16,3 2 0-16,-2 2 2 16,-1-11 0-16,-3-16-2 15,0-9 0-15,0-20 0 16,-1-5 0-16,0-5 0 16,-1 0 0-16,-3-6 2 15,0-1-2-15,-2-5 0 16,1-3 0-16,-2-4 0 15,-2-5 0-15,-4-11 0 0,-4-6 0 16,4-16 0-16,0 0 7 16,7-5 7-16,8-9-2 15,9-3 3-15,4-1-7 16,13 3-8-16,8 0-8 16,19 4-62-16,12 0-162 15,6 3 129-15</inkml:trace>
  <inkml:trace contextRef="#ctx0" brushRef="#br2" timeOffset="-94223.34">24411 5560 466 0,'62'-1'-212'0,"6"-4"196"16,2-1 118-16,-7-2 60 15,-1 1 66-15,-8 1-87 16,-5 1-59-16,-11 3-59 16,-4 2-16-16,-10 1-3 15,-5 3-1-15,-4 2 1 16,-4 1 14-16,-2 5 33 16,3 4 5-16,-3 8 14 15,-1 7-8-15,-4 16-14 16,-5 7-9-16,-5 16-10 15,-3 9-4-15,-3 12-9 0,-3 6-7 16,5 11-3-16,2 7-4 16,8 2-2-16,4 2 2 15,1-7-2-15,-1-8 2 16,-9-10 0-16,-6-7-2 16,-12-10 2-16,-7-7 2 15,-7-14-4-15,3-9 0 16,-5-19 2-16,4-10 3 0,3-15 13 15,-1-7 7-15,5-9 4 16,-5-3-2-16,-15-2 10 16,-12 1-13-16,-18 4-21 15,-12 5-6-15,-15 3 3 16,-3 3 0-16,-6 2-6 16,-1 2 6-16,14 4 0 15,6 3 0-15,24 3-21 16,18 3-42-16,25 5 48 15</inkml:trace>
  <inkml:trace contextRef="#ctx0" brushRef="#br2" timeOffset="-89690.81">23340 3437 641 0,'17'-3'2'0,"5"0"3"15,3 1 2-15,5 0 9 16,4 2 6-16,6-2 17 16,3 0 4-16,1 1-4 15,0-1-7-15,-5-1-16 16,-1 0-5-16,-13-1-4 15,-6 1 0-15,-10 1 16 16,-3 0 9-16,-2 2 13 16,-4 0 1-16,0 0-18 15,0 0-11-15,0 0-13 16,0 0 0-16,0 0 4 16,0 0 7-16,-13 12 18 15,6 1 8-15,-3 12 7 16,1 7 1-16,0 10-13 15,-1 5-6-15,1 13-13 0,-2 7-5 16,2 21-10-16,5 4 3 16,-1 0-5-16,1-2 2 15,5-10 2-15,4-2-2 16,5-6 4-16,3 0-2 16,-1-10 0-16,-1 0-2 15,-1-6-2-15,2-5 2 16,1-5 3-16,2-2 3 0,7-6 2 15,-6-1-2 1,-2-8-1-16,-5-4-5 0,-8-7 6 16,-2-3 6-16,-9-4 13 15,0-1 8-15,1-2 19 16,4 1 12-16,1 1-40 16,4-1-8-16,-1 1-12 15,-3-1 0-15,5 0 0 16,-3 0 3-16,-3 0-6 15,-2-1 0-15,-1-2-3 16,-2 0 0-16,6-1 0 16,4-1 0-16,0-1 0 15,0-3 6-15,0 0 3 16,0 0-9-16,0 1 9 16,0 0 0-16,1 0-3 0,0-1 3 15,0 0-6-15,0 0-3 16,-1 0 3-16,1 1-3 15,-1 0-3-15,0 0 3 16,0 1 0-16,-1 28 0 16,3-21 0-16,1 0-3 15,-5-1 0-15,-1-1 3 16,-1-1 3-16,4-6-3 0,0 0 0 16,-1 1-6-16,0-1-39 15,-3 2-11-15,15-9-28 16,3 1 30-16,-2 3 32 15,-12 3 5-15,0 0-34 16,-2-1-59-16,-10 4 60 16</inkml:trace>
  <inkml:trace contextRef="#ctx0" brushRef="#br2" timeOffset="-87406.72">24068 4799 1080 0,'0'0'14'0,"-1"-1"30"15,0 1 10-15,-29-4 22 16,24 13 0-16,-7 11-12 16,-1 8-8-16,-3 13-16 15,-3 8-7-15,-4 2-5 16,-2 1-4-16,2-10-12 15,-1-6-6-15,6-8 3 16,3-6-3-16,3-7 12 16,8-4 0-16,2-5 2 15,3-6 4-15,0 0-9 16,0 1-3-16,0-1 9 16,0 0 6-16,-11 1 12 15,-2-6-6-15,-5-2-3 16,0-2-12-16,-2-4-12 15,2 0 0-15,-2-5-3 0,-1-2 0 16,2-1 3-16,-1-3 8 16,-2-1-5-16,-1-1 6 15,-4 1-15-15,-4 0 3 16,-4 4 0-16,1 3-3 16,7 7 9-16,4 3 0 15,12 4 0-15,4 2 6 16,7 2-6-16,0 0 9 15,-1 0 3-15,1 0 3 0,3 5 6 16,7 2 3-16,5 5-9 16,-2 1 2-16,2 5-11 15,0-2-9-15,4 3-3 16,5 0-3-16,1 0 0 16,2 2 0-16,0-1 3 15,-2-2 3-15,-3-2-6 16,-1 0 0-16,-6-3 3 15,-2 1-3-15,-3-4 0 16,-3-2 0-16,-2-3 0 16,-5-5 3-16,0 0 3 15,0 0 3-15,-10-7 0 16,0-2 0-16,-3-5 0 16,-3-1-6-16,-2-3-3 15,0-1 3-15,-5-4 0 0,1-3-3 16,0-2 3-16,-2 0-3 15,8 3 0-15,1 4 6 16,7 7 0-16,4 3-3 16,4 11-3-16,0 0 0 15,5 13-3-15,4 3 3 16,5 6 0-16,4 0-3 0,3 2 3 16,3 2 0-16,3 2 3 15,0 0-3-15,8-1 0 16,-1 0 3-16,0-4-3 15,2 0 3-15,-5-8-3 16,-1-2 3-16,-5-7 3 16,-3-2-2-16,-9-6 2 15,0-2-2-15,-6-5 1 16,-1-3 2-16,1-1 2 16,1-2 1-16,3-2-5 15,3-1 2-15,1-2-1 16,1-2-5-16,1-4 1 15,-3-3-2-15,1-7-2 16,-2-4 2-16,0-1 4 16,0-2-4-16,-2 9 3 15,1 8-1-15,-8 9-2 16,-1 6 0-16,-4 8-9 0,1 3 4 16,0 0-5-16,0 0 5 15,0 0 1-15,0 0-1 16,0 1 4-16,-8 26-3 15,0-10 0-15,-2 2 2 16,-7 13-1-16,-2 2-1 16,-8 3 2-16,-5 0 1 0,-2-5 2 15,-2 0 1 1,2-5-2-16,1 1 0 0,3-2 0 16,3 1 2-16,5-3-2 15,4-2 0-15,6-6-2 16,2-3 0-16,4-7 4 15,6-6 4-15,0 0 1 16,-1 0 2-16,0 0-4 16,0-1 3-16,0 0-1 15,0 0 4-15,-1 0-1 16,-30-28-4-16,20 22-3 16,-2 0-3-16,-4-1 0 15,1-3 0-15,-1-3 5 16,-1-2-2-16,2-3-1 15,0-2 1-15,4 0-1 16,2-1 5-16,2 0 12 0,4 1 2 16,2 1 5-16,1 2-3 15,2 5-13-15,1 1-3 16,1 6-4-16,0 3-4 16,2 5-1-16,3 4-1 15,-1 10-6-15,3 6 8 16,4 10-4-16,2 4 2 0,7 7 8 15,3 3-5-15,6-1 4 16,2-2 1-16,-1-11-5 16,-1-7 1-16,-8-12 8 15,-2-6-5-15,-8-6 0 16,-5-3 3-16,-2-4-1 16,-5-1 3-16,-1-5-2 15,-2 0 0-15,-1-2-5 16,-2 0-1-16,-4-3 3 15,-1 0-6-15,-8-4-1 16,-1-1 1-16,-3-2 2 16,-2 0 0-16,-3 3 2 15,-2 1-2-15,-3 4 0 16,0 3 0-16,5 1-4 16,2 3 2-16,7 1 2 0,2 1-3 15,6 2 5-15,1-1-4 16,9 6 0-16,-1 0 1 15,1 0-3-15,0 0 4 16,0 0-1-16,0 0 1 16,10-1 0-16,-1 6 1 15,2 0-1-15,3 2 1 16,3 3-2-16,3 5-4 0,5 8 1 16,2 4 3-16,4 7-1 15,3 2 4-15,-1 0-1 16,1-3 2-16,0-9-2 15,0-4 0-15,-2-10-1 16,-3-5 0-16,-4-6 5 16,-5-5-5-16,-2-8 4 15,1-4-2-15,-3-8 1 16,-1-1 1-16,-1-3-2 16,0 2-1-16,-1 1 1 15,-1 0 0-15,-2 1-2 16,-2-1-2-16,0-2 0 15,-2-1 2-15,0-2 0 16,-1 2 0-16,-4 4 2 16,2 2-2-16,-3 7-3 15,1 3 3-15,-2 6 0 0,0 2-2 16,1 6 0-16,0 0 0 16,0 0-1-16,0 0-3 15,-2 14 1-15,-8 11-5 16,-11 22 5-16,-5 11-4 15,-15 14 6-15,-7 5 1 16,-7 3-1-16,-1 0-2 16,7-17-102-16,5-12-40 0,22-27-211 15,21-23 148-15</inkml:trace>
  <inkml:trace contextRef="#ctx0" brushRef="#br1" timeOffset="-77474.7">14869 5632 380 0,'4'-5'68'0,"0"-1"157"15,1 2-113-15,1-1-21 16,0 1 9-16,1 0-17 16,1-1-31-16,0-2-23 15,-1 0 0-15,-3-2 25 16,-1 0 10-16,-7 3 6 16,-3 0-4-16,-7 1-21 0,-4 3-11 15,-6 2-10-15,-2 3-9 16,-4 2-9-16,0 2 3 15,-7 2-3-15,-6-1 0 16,-14-1 6-16,-6 0-3 16,-2-2 18-16,1 1 15 15,7-3 26-15,-4 1 4 0,-5-1 0 16,1 0-7-16,5 0-5 16,6-1 6-16,12 0-18 15,6 0-3-15,4-1-24 16,5 0-7-16,8-1 16 15,0 0 12-15,8 0 19 16,6 1-17-16,5-1-9 16,0 0-18-16,0 0-8 15,0 1-3-15,8 16 4 16,6-4 10-16,5 10 3 16,6 6 3-16,-1 13 0 15,0 8-6-15,1 15-2 16,-3 7-7-16,-2 11-5 15,-5 5-2-15,-4 10 1 16,-3 2-1-16,-3 0 1 16,-5-1 0-16,0-9-3 0,0-7-1 15,0-13-1-15,1-7 6 16,4-10 2-16,0-6 4 16,3-4-1-16,-1-3-5 15,1-2 0-15,0 0-3 16,-1-3-1-16,-1-5 0 15,-3-5 2-15,-1-4 1 0,-2-6 4 16,-2 0 4-16,-1-3 16 16,-1 1 3-16,-1 0 1 15,2 2-5-15,1 2-14 16,0 0-5-16,2-1-8 16,0 1 0-16,3-3-1 15,0 0-1-15,2-3 0 16,-1-1-3-16,0-2 0 15,-1 0 4-15,-1-2 0 16,-1 1 0-16,0 2 1 16,-1 0-1-16,2 1 0 15,-1-1 0-15,1-2-1 16,1 0-1-16,0-3 2 16,-1-1 0-16,2-1-3 15,0 0 2-15,2-3 3 16,2-2 0-16,6 1 5 0,3-2 2 15,8 1-2-15,1 0-1 16,8 0-1-16,-1 0-3 16,11 0-1-16,7 0-1 15,22-3 0-15,10 0-1 16,10-4-10-16,6-1-10 16,5-3-45-16,7-1-35 15,8-2-131-15,-8 1-123 0,-4 0 158 16</inkml:trace>
  <inkml:trace contextRef="#ctx0" brushRef="#br1" timeOffset="-75990.3">24141 5581 1247 0,'30'-4'-8'0,"12"-1"6"16,6-2 2-16,6-2 2 15,2 1 4-15,7-2 5 16,2 0 3-16,2 0-2 15,-3 1-1-15,-4 1-7 0,-4 1 0 16,-7 3-4-16,-6 0 2 16,-12 2 0-16,-3 0 2 15,-6 1 3-15,1 0-3 16,-2 1 6-16,2 1-2 16,-7 0 1-16,-1-1-1 15,-3 0-4-15,-3 2 2 0,-2-2-4 16,-1 1 4-16,-4 3 5 15,0-1 11-15,0 5 12 16,4 2 3-16,3 9-4 16,4 3-8-16,6 13-13 15,0 7 9-15,-2 17-6 16,-5 8 0-16,-9 18-6 16,-4 5 0-16,-8 7 0 15,-3 2-3-15,-5 1 0 16,0 3 3-16,3-1-9 15,0-3 0-15,5-2 3 16,0-6 0-16,4-3 3 16,5-1 0-16,6-5 3 15,4 0-4-15,3-10 1 16,-2-4 3-16,-6-21-3 16,0-6 0-16,-8-16 6 0,-1-7 9 15,-3-9 63-15,-3-3 59 16,0-6 99-16,-3-3-31 15,0-1-60-15,-2-3-51 16,2 1-68-16,-2 0-16 16,-1 0-14-16,-2 0-2 15,-6 0-4-15,-1 0-2 16,-8-2-4-16,-3 0-2 16,-12 0 2-16,-5 0 3 0,-7 2 5 15,-4 0 0-15,2 5 3 16,-5 1 0-16,0 4 1 15,2 2-1-15,-3 3 1 16,6 0-1-16,7 1 1 16,4 0 2-16,13-2-2 15,8 0 1-15,8-4-4 16,7-1-9-16,15-3-90 16,0 0-81-16,5-7-232 15,18-2-237-15,19 0 509 16</inkml:trace>
  <inkml:trace contextRef="#ctx0" brushRef="#br1" timeOffset="-73524.34">14926 7574 241 0,'20'-3'42'0,"5"-1"50"0,19 1-48 15,9 0-11-15,17 1-12 16,6-2-10-16,4-1-58 15,11-1-17-15,10-2-11 16,10-2 4-16,18-2 45 16,-2-1 26-16,15-1 42 15,3 1 8-15,11 0 3 16,4 0-8-16,13 0-6 16,6-1 29-16,11-1 84 15,7 0 35-15,11-1 7 16,1 2-65-16,12 1-60 15,6-1-26-15,3 1-30 16,7-1-5-16,4 1-8 16,-1 0 2-16,6 1 0 0,1-1 0 15,-3 1 0-15,-4 0 2 16,-10 2 9-16,-12 4 7 16,-13 4 3-16,-12 4 0 15,-14 4-9-15,-6 4-8 16,-13-1-4-16,-8-2-2 15,-10-2-2-15,11-4-4 0,-10-5 0 16,2-2 4-16,-18-3 2 16,-16-1 2-16,-7 3-2 15,-3 1 0-15,3 2-138 16,-3 4 102-16</inkml:trace>
  <inkml:trace contextRef="#ctx0" brushRef="#br1" timeOffset="-71692.02">15535 7613 371 0,'28'0'18'0,"2"-1"17"16,5-1-33-16,5-1-2 16,4 0-2-16,12-2 2 15,-1 1 0-15,7-1 0 16,2 1 2-16,3 1-2 16,2 0 0-16,5-2-6 15,3 1-4-15,3-1-12 16,6-1-2-16,-1 1 4 15,1-1 7-15,4 0 13 16,1 0 4-16,8 1 5 16,2-1-2-16,1 1-2 0,-2 0-1 15,5-2-4 1,5 0 0-16,7-2 0 0,2 0-2 16,4-1 0-16,0 1 1 15,-1 2 1-15,1 0-2 16,2 1 0-16,-1 1 0 15,0 3-7-15,2 0-6 16,-7 1-50-16,6-1 44 16</inkml:trace>
  <inkml:trace contextRef="#ctx0" brushRef="#br1" timeOffset="-71324.38">20117 7400 230 0,'106'-5'31'0,"3"1"39"15,2-1-46-15,0 0-23 16,6 0-6-16,0 0-19 16,-4 0-5-16,3-2 0 15,-7 0 9-15,-7 0 31 16,-1 0 14-16,-7 3 17 16,-4 0 0-16,-3 3-16 15,1 0-10-15,9 1-16 16,8 0-1-16,3 0-9 15,-2 0-1-15,-19-3 2 0,-6 1 2 16,-5-3 7-16,-3-2 9 16,3 1 11-16,1 1 8 15,-2 0 6-15,-5 0 16 16,-6 0-16-16,-5 0-12 16,-5 1-15-16,-4 0-7 15,-1 0 3-15,-2 2-1 16,-3-1-4-16,-1 0-8 0,-7 1-69 15,-3 0-26 1,-6 0 55-16</inkml:trace>
  <inkml:trace contextRef="#ctx0" brushRef="#br1" timeOffset="-70489.43">18595 7459 1017 0,'-24'4'29'16,"6"-1"-12"-16,5 1-17 0,13-4-14 15,0 0-4-15,15 2-8 16,8-4-3 0,17-3 17-16,8 0 10 0,14 0 4 15,8-1 10-15,16 1-5 16,7-1-5-16,9 2 0 15,7 1-2-15,10 0 0 16,3 1 3-16,5 1-3 16,2-1 2-16,-4-1 0 15,5-1-2-15,0-2 5 16,-1-1-3-16,3 0 2 16,-7-1-1-16,-2 1-69 15,-1-1-139-15,-13 0 120 16</inkml:trace>
  <inkml:trace contextRef="#ctx0" brushRef="#br1" timeOffset="-69307.49">22243 7253 1096 0,'11'1'29'0,"5"2"-8"16,3 1-23-16,16-2-19 15,7-2-6-15,16-3-6 16,8-2 1-16,17-2 13 15,4-1 15-15,2 0 27 16,2 1 1-16,-13 3 5 16,1 0-4-16,2 2-9 0,0 0-5 15,9 1-3-15,-2-1 0 16,-2 1-2-16,-2-2-3 16,-8 1 1-16,0 0-2 15,-5-1 0-15,-2 1 2 16,-10 1-2-16,-4-1-2 15,-13 1 2-15,-3-1-4 0,-8 2 0 16,-2 0-6-16,-4 2-92 16,-1 1 70-16</inkml:trace>
  <inkml:trace contextRef="#ctx0" brushRef="#br1" timeOffset="-68857.36">22660 7292 1078 0,'21'0'27'16,"11"-1"4"-16,10 0-44 16,17 0-5-16,8-2 3 0,8-2 3 15,10-2 4-15,11-1 16 16,10-2 13-16,4 2 16 15,-2 1 8-15,-6 2-10 16,-2 3-8-16,-2 0-17 16,-2 2-7-16,-6 0 1 15,-10-1-4-15,-5-1 2 16,-3-1-2-16,-7-1-2 16,-5 1-4-16,-13-1-67 15,-5-2-128-15,-11 0 101 16</inkml:trace>
  <inkml:trace contextRef="#ctx0" brushRef="#br1" timeOffset="-57340.45">23754 5819 876 0,'0'0'4'0,"7"16"51"16,-4 7 22-16,-5 21 9 16,1 11-15-16,-7 19-34 15,-2 5-21-15,4-1-94 16,-2-3-227-16,8-12 178 15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6:36:32.761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2795 800 1411 0,'4'90'18'0,"-3"1"-7"15,-1-7-5-15,1-7-2 16,-1-21-2-16,1-13-2 15,1-20-4-15,0-10-5 0,0-17-57 16,1-13-64-16,0-19-64 16,2-11-50-16,2-19 130 15,-2-6 126-15,0-6 156 16,0-1 24-16,0 3-55 16,3 2-32-16,3 6-41 15,2 8-4-15,-1 21-4 16,0 11 4-16,-2 23 73 15,3 7-13-15,2 21-57 16,3 13-9-16,4 20-4 16,0 7 1-16,3 7-15 15,1-2-9-15,1-7-18 16,-2-6-9-16,3-17 0 16,-2-8-3-16,2-23-48 15,3-11-15-15,1-21-32 0,4-11-13 16,3-19 33-1,2-4 16-15,1-7 50 0,-2 2 21 16,-6 8 53-16,-5 6 25 16,-6 20 39-16,-4 10-7 15,-2 25-26-15,0 13-15 16,1 25-34-16,0 12 4 0,4 15-8 16,0 7-18-16,3 0-14 15,3-2-9-15,-2-12-143 16,-2-10-145-16,-4-21 160 15</inkml:trace>
  <inkml:trace contextRef="#ctx0" brushRef="#br0" timeOffset="383.37">4213 855 2213 0,'8'47'6'0,"5"0"6"16,4 2 3-16,1-3-3 16,6-9-6-16,3-5-9 15,4-17-18-15,6-7-47 16,4-18-55-16,1-11-8 15,3-17 2-15,-3-9 48 16,-7-5 60-16,-7-2 12 0,-18 0 45 16,-9 4 18-16,-16 0 36 15,-8 3 2-15,-13 8-5 16,-4 5-15-16,-11 17-24 16,-1 10-1-16,4 14-8 15,3 9-6-15,16 10-21 16,8 5-33-16,11 2-254 15,12-3 180-15</inkml:trace>
  <inkml:trace contextRef="#ctx0" brushRef="#br0" timeOffset="783.33">5044 777 2151 0,'9'42'0'15,"-3"-8"0"-15,0-4 6 16,-3-9 0-16,-2-7 0 16,-1-14-15-16,0 0-9 15,-1-8-42-15,-2-12-33 16,2-14 13-16,1-6 11 15,8-5 87-15,4 1 42 0,12-2 35 16,9 4-8-16,11 7-27 16,6 4-10-16,7 17-14 15,-5 8-6-15,-1 18-6 16,-6 14-8-16,-10 21-6 16,-7 10 0-16,-20 14-4 15,-10 3-2-15,-23 4-7 16,-13-1 0-16,-17-8-2 15,-10-7-14-15,-15-18-149 16,-7-10-83-16,-3-24-392 16,-3-11 475-16</inkml:trace>
  <inkml:trace contextRef="#ctx0" brushRef="#br0" timeOffset="1168">5939 935 2343 0,'21'54'35'0,"-1"-4"-12"15,-2 0-13-15,-4-8-12 16,-2-2 2-16,-8-7-13 15,-1-3-17-15,-3-5-93 16,0-3-41-16,3-6-6 16,0-3 32-16,7-6 93 15,3-5 21-15,10-8 18 16,4-5-6-16,10-5 12 16,3-2 6-16,5-1 6 15,-2 3 3-15,-10 3-3 16,-6 3-6-16,-16 4-9 15,-10 6-3-15,-1-1 0 16,-4-14-18-16,-9 5-92 16,-4-1 4-16,1-3 71 15</inkml:trace>
  <inkml:trace contextRef="#ctx0" brushRef="#br0" timeOffset="1450.05">5938 806 2703 0,'51'0'2'0,"9"-5"5"16,4-5-4-16,7-5-19 15,2-4-46-15,-7-7-213 16,-3-12 117-16</inkml:trace>
  <inkml:trace contextRef="#ctx0" brushRef="#br0" timeOffset="1656.75">5899 713 2710 0,'44'-3'10'16,"21"0"3"-16,11 1-4 15,25-3-8-15,0-2-30 16,6-8-172-16,0-2-33 0,-18-10 4 16</inkml:trace>
  <inkml:trace contextRef="#ctx0" brushRef="#br0" timeOffset="1984.08">6186 1005 2127 0,'97'-13'122'16,"-1"-3"-95"-16,-2-3-102 0,-10-8-666 15,-4-1 627 1</inkml:trace>
  <inkml:trace contextRef="#ctx0" brushRef="#br0" timeOffset="2333.94">6987 652 2692 0,'2'48'-2'16,"-1"11"2"-16,-6 18 3 15,-5 5-4-15,-8 7-6 0,-5-2-2 16,-3-15-34-16,-3-11-45 16,7-24-10-16,-1-11 9 15,5-17 58-15,1-8 31 16,6-8 48-16,3-5 23 15,6-3 50-15,7-2-10 16,12-2-37-16,13 0-12 16,19 2-35-16,12 1-13 0,31 2-13 15,17 1-22-15,25-7-137 16,11-5-362-16,-19-18 167 16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7:23:33.3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9624 2038 632 0,'13'-3'75'15,"-3"3"3"-15,5 0-6 16,0 1-10-16,8 0-17 15,0 1-4-15,4-2-6 16,2 0-3-16,2-1 3 16,4-2 0-16,5-2 6 15,2 1-6-15,2 0-10 16,-1-2-4-16,-5 4-9 16,-6 0-3-16,-7 0-1 15,-6 2-2-15,-7 0 0 0,-4 0 2 16,-2 1-1-1,-1 1-3-15,-5-2 0 0,0 0-2 16,0 0 2-16,0 0-4 16,0 0 0-16,0 0 0 15,0-1-10-15,-1 0-3 16,0-1-18-16,-22-23-18 16,10 21-96-16,-3 2-181 0,-3 0 177 15</inkml:trace>
  <inkml:trace contextRef="#ctx0" brushRef="#br0" timeOffset="1957.59">11463 1963 283 0,'31'1'64'16,"6"-1"8"-16,2 0 18 0,5-2 19 15,3-1-24-15,5 2-19 0,5-2-35 16,-1 1-8-16,0-2-11 16,-5-1-8-16,-3-1 1 15,0-1 4-15,-5 2 16 16,0-1 7-16,-5 2 7 16,-6 1 2-16,-6 3-16 15,-7-1-5-15,-7 2-6 16,-4 0-10-16,-8-1 0 15,0 0 6-15,0 0 5 16,0 0 4-16,0 0-3 16,-1 0-6-16,0 0-41 15,-1-1-148-15,-29-9 115 16</inkml:trace>
  <inkml:trace contextRef="#ctx0" brushRef="#br0" timeOffset="12883.84">8469 4210 1181 0,'4'5'35'16,"2"6"5"-16,2 1-49 0,-2 5-1 15,-1 5 4-15,-4 3 6 16,-3 2 2-16,-1 5 6 16,-1 1 2-16,4 3 3 15,2 2-1-15,7 1-3 16,5-1-1-16,4 1-4 15,5-1 0-15,9-8-2 16,3-3 0-16,5-14 0 16,1-4 0-16,-3-12 2 15,-1-9 1-15,-3-10 1 16,-4-7-2-16,-5-10 0 16,-4-4 2-16,-8-5-2 0,-3-1 0 15,-7-2-1-15,-3 0-1 16,-5 5 4-16,0 6-2 15,0 15 10-15,1 8 7 16,-2 11 4-16,-1 8-6 16,1 18-5-16,-1 9-10 0,5 27 0 15,2 10 0-15,1 23-2 16,1 11-2-16,3 14 2 16,-2 6-2-16,-1-7 0 15,-2-10 0-15,-9-21-2 16,-7-14 0-16,-15-15 2 15,-5-10 4-15,-12-14 1 16,-6-9 5-16,-6-19-6 16,-5-9 4-16,-4-21-4 15,-1-8-1-15,6-14 3 16,5-5-4-16,16-13-4 16,11-9-11-16,20-6-82 15,12 1 64-15</inkml:trace>
  <inkml:trace contextRef="#ctx0" brushRef="#br0" timeOffset="13283.84">9089 4500 1448 0,'11'-1'53'0,"13"3"41"15,10 2-214-15,14-1 16 16,4 0 30-16,3-5 70 16,-3-4 4-16,-7-3 2 15,-3-2-2-15,-13 0 0 16,-4 1 2-16,-10 4-10 0,-6 1-63 15,-10 6 47-15</inkml:trace>
  <inkml:trace contextRef="#ctx0" brushRef="#br0" timeOffset="13502.11">9304 4676 2100 0,'42'10'-141'0,"3"-3"-317"15,3 0 202-15,-5-6 46 16,-3-4-4-16,-13-4 121 16,-5-3 43-16,-14-1 9 15,-6-2 36-15</inkml:trace>
  <inkml:trace contextRef="#ctx0" brushRef="#br0" timeOffset="14533.66">10083 4360 1086 0,'-6'-4'-16'16,"-3"1"51"-16,-1 4-146 15,0 4-7-15,-5 6 111 16,1 3 48-16,0 5 36 16,1 5 8-16,1 6-13 15,1 6-4-15,4 6-18 16,2 2-9-16,7 3-14 15,3-1-6-15,8-5-9 16,2-2-2-16,11-5 1 16,5-5-1-16,6-7 0 15,7-7-1-15,5-11-3 16,5-6 0-16,4-11-2 16,-3-5 2-16,1-8-2 15,-8-2-3-15,-6-4-1 16,-4-2 2-16,-12-3-2 15,-6-3-2-15,-14-2-3 16,-6-3-5-16,-15-3-2 0,-6 0 3 16,-12 3 1-16,-6 1 4 15,-11 5 0-15,-6 7 2 16,-5 11 6-16,-1 6 8 16,9 14 3-16,2 5 5 15,12 9-11-15,3 4-5 16,7 3 0-16,3 2-2 0,7 2 0 15,6 1 2-15,10 2 4 16,5 0-3-16,18-2 5 16,8-2-2-16,16-7-4 15,8-4 0-15,8-8-1 16,6-4-3-16,4-6 2 16,-1-3-2-16,-1-5-5 15,-5 0-7-15,-9 0-11 16,-5 1-6-16,-14 5-35 15,-8 4-51-15,-17 4 67 16</inkml:trace>
  <inkml:trace contextRef="#ctx0" brushRef="#br0" timeOffset="15783.4">10690 4742 1146 0,'-1'21'70'16,"0"8"71"-16,1 6-125 15,2 12-16-15,-2 1 0 0,1-3 2 16,0-3 0-16,1-10-2 16,2-7-4-16,-3-12-16 15,-1-12-24-15,0-1 24 16</inkml:trace>
  <inkml:trace contextRef="#ctx0" brushRef="#br0" timeOffset="16766.71">11239 4467 882 0,'0'0'3'15,"0"0"61"-15,0 0-174 16,0 0-8-16,0 0 63 16,0 0 26-16,0-1 44 15,0 0 24-15,0 0 16 0,0 1 2 16,-1 0-23-1,-13 6-9-15,3 8-11 0,-5 4 2 16,-6 10 18-16,-3 3 9 16,-6 11 14-16,0-1-7 15,-2 0-17-15,-1-2-13 16,2-11-9-16,2-5-7 0,6-12-2 16,4-5-4-16,6-12-33 15,0-8-75-15,4-8 57 16</inkml:trace>
  <inkml:trace contextRef="#ctx0" brushRef="#br0" timeOffset="16983.24">11059 4473 1941 0,'24'37'-26'0,"2"0"-148"16,0 4-8-16,2-3 153 16,-6-4 21-16,-1-4 8 15,0-5-4-15,-3-9-10 16,1-7-17-16,2-10-228 0,0-6 177 16</inkml:trace>
  <inkml:trace contextRef="#ctx0" brushRef="#br0" timeOffset="17417.75">11450 4786 687 0,'4'35'82'16,"-1"2"47"-16,-2 3-49 16,2-3-46-16,-2-3-18 15,-1-11-32-15,-1-5-32 16,-1-11-250-16,-4-2 193 0</inkml:trace>
  <inkml:trace contextRef="#ctx0" brushRef="#br0" timeOffset="17949.87">11712 4581 1301 0,'29'9'8'16,"5"-1"-14"-16,8 0-25 15,1-3 13-15,-2-4 20 16,-4-1 2-16,-6-3 6 15,-4-2 0-15,-8 0 3 16,-2-1-3-16,-8-5-41 16,-2-3-247-16,-8-6 164 15</inkml:trace>
  <inkml:trace contextRef="#ctx0" brushRef="#br0" timeOffset="18186.98">11866 4386 2240 0,'5'17'-65'16,"6"10"-154"-16,2 7-59 0,4 15 126 15,-2 2 127-15,-3 3 25 16,-2 1 0-16,-2-4 0 15,-3-4 1-15,0-11-4 16,0-4-11-16,-1-13-93 16,2-7 73-16</inkml:trace>
  <inkml:trace contextRef="#ctx0" brushRef="#br0" timeOffset="18799.93">12384 4524 1262 0,'-7'17'4'0,"-1"8"-29"15,-2 7 7-15,1 13 40 16,-1 5 9-16,3 7 2 16,5-2-4-16,7-8-6 15,6-7-4-15,11-12-5 16,5-8 3-16,12-18-1 16,3-8 1-16,9-16-3 15,4-8-6-15,2-8-8 16,4-2-2-16,-7-3-2 15,-3-2-2-15,-11-3 6 16,-8 0 2-16,-18-4 4 16,-9-3 3-16,-11 0 5 15,-11-3 2-15,-12 4 3 16,-6 3-2-16,-17 8 5 16,-6 7 20-16,-10 12-6 15,-3 11 5-15,1 13-11 0,4 10-9 16,14 14-9-16,8 8-6 15,11 12-6-15,6 6-3 16,6 6 3-16,3 0-6 16,15-5 3-16,7-5 3 15,21-8 6-15,10-3 3 16,23-8 3-16,11-4-3 16,12-12-6-16,6-7 3 0,-2-6-45 15,-1-4-32-15,-14-2-54 16,-10 1 65-16,-18 2-8 15,-15 4-31-15,-16 3 65 16</inkml:trace>
  <inkml:trace contextRef="#ctx0" brushRef="#br0" timeOffset="19149.28">12765 4846 1528 0,'5'19'-43'16,"3"5"-19"-16,5 9-74 0,1 0 9 16,1-1 94-16,-1-3 42 15,2-8 30-15,0-2 17 16,5-8 22-16,4-5-3 15,1-8-24-15,1-6-16 16,3-11-28-16,0-2-5 16,-2-7-2-16,-2-3-2 15,-9-2-2-15,-7 1-5 0,-13-1-1 16,-9 3-4-16,-16 5 13 16,-6 4 1-16,-10 13 3 15,0 7 1-15,-3 10-8 16,2 5-13-16,2 4 9 15</inkml:trace>
  <inkml:trace contextRef="#ctx0" brushRef="#br0" timeOffset="24366.3">12179 5158 976 0,'0'0'14'15,"0"0"-3"-15,0 0-45 16,15 9 18-16,0-5 48 16,5 0 52-16,4-1-1 15,11-2 12-15,3 0-10 0,13-1-33 16,2-2-11-16,6-1-24 16,0-2-3-16,-1 0-2 15,0-1 3-15,4 2 6 16,3 0-1-16,-1 1-1 15,-3 0-1-15,-5 0 3 16,-6 1-15-16,-6 0-3 16,-3-1 3-16,-6 1-6 15,-5-2 0-15,-7 0-6 16,-2-2-15-16,-8-4-52 16,-4-3-65-16,-10-7 78 15</inkml:trace>
  <inkml:trace contextRef="#ctx0" brushRef="#br0" timeOffset="56083.92">10727 1804 944 0,'0'0'75'16,"-1"-1"7"-16,0 0-16 15,0-1-6-15,-13-27-2 16,14 29-9-16,0-1-18 16,0 0-6-16,0 0-7 15,0 0-3-15,0 0-7 16,0 1-2-16,-5-6-4 16,10 18 1-16,1 8 5 15,0 1-2-15,0 3 0 16,-2 1-2-16,1-3 1 15,-1-1-3-15,-1-6 4 16,0-3-4-16,-3-5 4 0,0-7 4 16,0 0-1-16,0 0 3 15,1 0-2-15,7-13-3 16,-3-2-1-16,0-2-4 16,-4-2-2-16,0-1 2 15,-2-3 3-15,-1 1 1 16,-1 0-3-16,1 0-3 15,0 6 0-15,1 2 0 16,1 6 0-16,0 8 0 16,0 0 0-16,0 0-9 15,5 6 4-15,1 6 1 0,-2 6 4 16,1 1 0-16,-1 3 4 16,2-3-4-16,-4-4 0 15,1-1 0-15,-2-5 5 16,-1-3-2-16,0-6 3 15,0 0 6-15,0 0-6 16,0 0 3-16,0 0-3 16,0-10 6-16,-1-2-9 15,-2-2-3-15,1-1 6 16,0-2-3-16,-3 3 6 16,3 3-6-16,-1 4 6 15,3 7 3-15,0 0-6 16,0 0-3-16,-2 8-3 15,1 9-3-15,-4 14 3 16,-2 6 0-16,-5 8 0 0,-1 1 0 16,1-3-42-16,3-3-43 15,3-13 65-15</inkml:trace>
  <inkml:trace contextRef="#ctx0" brushRef="#br0" timeOffset="76430.8">15627 684 1258 0,'9'35'4'16,"3"0"4"-16,3-7 9 16,4-7 7-16,5-5 12 15,3-5 7-15,3-9 0 16,1-4 1-16,2-8-9 15,-3-5-10-15,-1-5 15 16,-5-1 5-16,-5-2-9 16,-4-1 5-16,-4 0-14 15,-5 2-3-15,-2 4-6 0,-2 3-6 16,-2 8 3-16,-1-1 0 16,1 8-9-1,0 0 0-15,1 13-6 0,0 6-6 16,-1 17 9-16,-1 5-3 15,-2 12-6-15,0 7-3 16,-3 5-6-16,-4 2 3 16,-8-2 3-16,-3-5 0 15,-8-9 12-15,-5-4 3 0,-6-11 27 16,-2-5 6-16,-6-10 6 16,-2-3-3-16,-3-11-4 15,-6-7-2-15,2-13-9 16,6-7-3-16,11-17-84 15,10-9-47-15,17-21-117 16,7-7 17-16,19-7 145 16</inkml:trace>
  <inkml:trace contextRef="#ctx0" brushRef="#br0" timeOffset="77049.63">16551 760 837 0,'42'1'153'0,"-2"-1"-40"16,-1 0-72-16,-2-4-10 16,-8 0-6-16,-5-1 4 0,-7 1-9 15,-6 0-9-15,-11 4-96 16,0-1-249-16,-6-7 191 15</inkml:trace>
  <inkml:trace contextRef="#ctx0" brushRef="#br0" timeOffset="77251.28">16602 905 1489 0,'44'-1'-8'15,"-1"-4"8"-15,-2-3-6 16,-1-3-1-16,-1-4-34 0,-2-3-29 16,0-2-83-16,1-2-100 15,3 0 118-15</inkml:trace>
  <inkml:trace contextRef="#ctx0" brushRef="#br0" timeOffset="77832">17208 864 1714 0,'-7'46'3'0,"2"-7"-3"16,-2-7 3-16,4-13 3 16,1-8-6-16,2-11 3 15,0 0 6-15,0-15-9 16,1-4-6-16,1-12-15 16,0-1-12-16,5-4 7 15,0 1 5-15,4 1 3 16,4 1 6-16,4 2-15 15,0 0-2-15,2 6 19 16,0 4 5-16,-2 12 5 16,1 6 5-16,-2 13 1 0,-1 9 6 15,-5 12 6-15,-1 6-3 16,-3 6 0-16,-1-1-6 16,-2-5 0-16,0-4-6 15,-2-12 0-15,0-7-3 16,-3-14 3-16,0 0 0 15,0 0 3-15,2-12-3 16,-2-8-9-16,0-5-6 0,2-3-12 16,4 0-3-16,6 0 1 15,5 0 16-15,10-2 1 16,6 0-5-16,7 1 6 16,-2 2 1-16,-3 12 5 15,-4 7 0-15,-9 19 4 16,-5 12 4-16,-8 17 3 15,-4 8 1-15,-5 6-2 16,-1 0-1-16,1-9-12 16,4-8-15-16,6-19-90 15,5-11-165-15,6-20 151 16</inkml:trace>
  <inkml:trace contextRef="#ctx0" brushRef="#br0" timeOffset="78134.73">18361 744 1353 0,'-15'28'-7'16,"-6"1"26"-16,-11 8 24 16,-6 4 1-16,-7 3-13 15,-2-1-4-15,6-12-11 16,4-6-7-16,9-15-7 16,6-7-9-16,3-15-71 15,2-11-257-15,5-12 194 16</inkml:trace>
  <inkml:trace contextRef="#ctx0" brushRef="#br0" timeOffset="78350.34">18183 882 1429 0,'40'44'8'15,"0"-9"-1"-15,-2-7-1 16,-1-11-8-16,-5-8-2 16,-2-11-11-16,-4-5-12 15,-3-8-66-15,2-1-126 16,-2-5 116-16</inkml:trace>
  <inkml:trace contextRef="#ctx0" brushRef="#br0" timeOffset="78614.97">18832 829 1167 0,'45'5'-17'0,"-5"-6"27"0,-4-4 3 16,-8-3 3-1,-6-3 1-15,-8-2-13 0,-5 0-35 16,-13-4-277-16,-4 1 197 16</inkml:trace>
  <inkml:trace contextRef="#ctx0" brushRef="#br0" timeOffset="78815.14">18818 841 1903 0,'11'55'-30'0,"-6"0"6"16,-3-3-3-16,1-7-69 15,-1-7-44-15,2-14-21 16,3-9-122-16,3-15 165 16</inkml:trace>
  <inkml:trace contextRef="#ctx0" brushRef="#br0" timeOffset="79184.55">19592 708 755 0,'-14'-4'127'0,"-9"2"232"15,-6 0-187-15,-7-1-115 16,0 0-13-16,-3 3 7 16,5 6 39-16,5 4-25 15,3 5-14-15,9 8-39 16,4 1-9-16,11 6-9 16,6 0-12-16,17-5-3 15,7-4-9-15,17-9-35 16,6-6-22-16,6-9 23 15,1-4-6-15,-4-8-70 16,-5-2-201-16,-6-1 182 16</inkml:trace>
  <inkml:trace contextRef="#ctx0" brushRef="#br0" timeOffset="79615.53">18626 812 962 0,'19'0'34'16,"3"0"40"-16,11-2 8 15,4-1-9-15,8-2-30 16,3-2-16-16,-4 1-13 16,0 0-7-16,-5 1-5 0,-3 1 0 15,-8 0-11-15,-7 0-20 16,-5 1-117-16,-3-3-210 16,1 1 190-16</inkml:trace>
  <inkml:trace contextRef="#ctx0" brushRef="#br0" timeOffset="79881.47">18869 772 1349 0,'7'67'-29'0,"-6"-2"29"16,-3 0 0-16,-4-8 0 16,-1-7 0-16,1-12-7 15,2-10 5-15</inkml:trace>
  <inkml:trace contextRef="#ctx0" brushRef="#br0" timeOffset="80414.59">18871 623 1595 0,'10'30'-52'0,"-4"0"35"16,-7 3 9-16,-5 2 2 16,-4-3 6-16,-1 3 4 0,1-6-4 15,0-1-8-15,5-8-27 16,1-4-29-16,4-6-224 15,1-1 175-15</inkml:trace>
  <inkml:trace contextRef="#ctx0" brushRef="#br0" timeOffset="81181.59">18145 725 1189 0,'16'7'38'0,"3"3"13"15,2-1-1-15,1 4-17 16,-1 0-10-16,-4 1-13 16,0 1-6-16,-8-1-4 15,-2 1 0-15,-2 0-4 16,-3-1 0-16,0-2-8 15,-1-3-11-15,2-4-72 16,1-3-164-16,6-6 129 16</inkml:trace>
  <inkml:trace contextRef="#ctx0" brushRef="#br0" timeOffset="81964.97">18340 667 889 0,'-9'8'23'16,"2"4"7"-16,-5 2 6 15,-4 3 7-15,-4 1 4 16,-3 1-4-16,-3-2 6 15,-2-1 5-15,2 0 0 16,0 1-4-16,3-1-13 16,2 2-10-16,2-3-17 15,1 1 0-15,2-4-6 16,0 0-2-16,4-5 1 16,2 1-1-16,5-4 2 15,5-4-2-15,0 0 0 16,0 0 0-16,0 0-2 15,0 0 4-15,0-1-4 0,0 0-8 16,0-1-25-16,0-26-23 16,8 19-101-16,2 0-99 15,0 0 119-15</inkml:trace>
  <inkml:trace contextRef="#ctx0" brushRef="#br0" timeOffset="90880.03">17128 1262 1431 0,'26'3'6'16,"4"-1"1"-16,1-2 5 15,-1 0 5-15,2-2 5 16,0 0 1-16,7 0-6 15,2 1 7-15,4-2 0 16,3 2-6-16,2 1-6 16,0 1-6-16,-3 3-3 15,-6-1-3-15,-11 1-3 0,-3 0-9 16,-10-2-30-16,-4-2 3 16,-5-2-79-16,-2-4 77 15</inkml:trace>
  <inkml:trace contextRef="#ctx0" brushRef="#br0" timeOffset="91880.9">19584 1242 1318 0,'44'5'6'15,"-3"-2"2"-15,-1-3 15 16,-4 0 0-16,-6-1 3 16,-4-2-1-16,-6 0-15 15,-6 0-5-15,-4-1-10 0,-2 1-15 16,-5-1-156-16,-1-1 122 16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6:36:40.528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1820 2139 263 0,'-9'-10'-38'0,"1"0"42"15,-3-1-10-15,4-1 4 0</inkml:trace>
  <inkml:trace contextRef="#ctx0" brushRef="#br0" timeOffset="1684.48">1776 1657 1810 0,'8'74'9'0,"-2"31"6"15,2 16 6-15,-4 22-6 16,0 18-9-16,-4 13-6 0,0 7 0 16,-1 7-3-16,1 3 0 15,0 11-9-15,5-4 9 16,0 7 3-16,1-10 3 15,2-10 3-15,1-5-3 16,2-15-3-16,1-3 0 16,-1-20 3-16,0-8-3 15,-1-22 6-15,-1-13-6 16,-1-23-96-16,0-11-139 0,-8-29 194 16</inkml:trace>
  <inkml:trace contextRef="#ctx0" brushRef="#br0" timeOffset="2248.71">831 4849 1466 0,'96'-11'-20'16,"12"-2"-7"-16,26-1 2 15,10 0 6-15,17 5 17 16,8 1 13-16,16 5 26 15,6 2 12-15,14 1 14 16,8 1 71-16,8-1-6 16,8-2-26-16,8-4-37 15,2-1-23-15,7-5-21 16,2 1-6-16,2-1-12 16,1-2 0-16,-4 4-3 15,-8 0-3-15,-13 3-27 16,-10 0-48-16,-24-1-182 15,-14-2-91-15,-37 1 237 0</inkml:trace>
  <inkml:trace contextRef="#ctx0" brushRef="#br0" timeOffset="3985.86">2193 3843 1423 0,'121'-66'8'0,"10"-4"-4"16,8-2 0-16,6-8-1 16,0-2 3-16,1-2 10 15,-6 1 5-15,0 5 10 0,-6 1 9 16,-9 5 26-16,-3 3-10 16,-6 2-29-16,-3 2-12 15,-2 1-9-15,-4 2-9 16,-4 6-42-16,-3 3-65 15,-10 13 77-15</inkml:trace>
  <inkml:trace contextRef="#ctx0" brushRef="#br0" timeOffset="4834.75">1481 3984 1807 0,'130'-60'21'0,"19"-11"-9"16,11-3-6-16,6-3-12 15,7 1-9-15,2-2-12 16,-2 1-12-16,-4 1-15 16,-3 2-8-16,-13 7-77 15,-6 0-72-15,-7 3 126 16</inkml:trace>
  <inkml:trace contextRef="#ctx0" brushRef="#br0" timeOffset="5648.64">4987 2110 1318 0,'0'31'26'0,"1"2"-5"16,4 1-8-16,1-2-7 15,5-5-2-15,0-3-2 16,1-9-2-16,1-5-4 15,0-9 0-15,1-3-1 0,-1-10 8 16,0-2 15-16,0-7 24 16,0-1 15-16,1-2 38 15,-1-2 63-15,0 1-38 16,0 1-37-16,-1 5-26 16,-3 3-18-16,-2 9-9 15,-2 3-6-15,3 9-21 16,-1 7-9-16,3 16-6 15,2 10 0-15,1 19-9 16,0 11-81-16,-3 10-11 16,-5 2-7-16,-9-8 7 15,-12-7 89-15,-14-12 24 16,-8-5 24-16,-11-12 92 16,-3-8 52-16,-4-15 113 15,0-9-31-15,-4-17-71 16,-3-10-75-16,4-12-65 0,2-4-17 15,15-4-67-15,13-3-83 16,24-8-234 0,11-10 93-16</inkml:trace>
  <inkml:trace contextRef="#ctx0" brushRef="#br0" timeOffset="5982.92">5491 2120 1798 0,'14'-5'93'0,"16"-1"-54"0,6-1-19 16,13-3-40-16,5-3-43 15,4-3-108-15,1-1-19 16,-4 2 138-16</inkml:trace>
  <inkml:trace contextRef="#ctx0" brushRef="#br0" timeOffset="6181.79">5596 2278 1649 0,'29'-7'59'0,"19"-3"-32"15,6-2-18-15,7-3-143 16,4 1-12-16,-4 0 91 16</inkml:trace>
  <inkml:trace contextRef="#ctx0" brushRef="#br0" timeOffset="7203.79">6463 1912 1448 0,'-16'30'39'0,"6"14"-6"16,3 5-8-16,1 7 13 16,5 1-14-16,1-5-3 15,6-1-9-15,8-8 0 16,3-6-6-16,8-8 6 15,5-4-4-15,6-13 1 16,6-7 0-16,8-13-3 16,4-6 0-16,-2-11 12 15,-4-5 9-15,-7-7 18 16,-7-6 3-16,-4-5 0 0,-4-4 8 16,-9-7-20-16,-5-5-9 15,-11-6-24-15,-5-1-18 16,-13 6-39-16,-7 4 1 15,-16 14 8-15,-13 8 9 16,-18 18 30-16,-5 10 6 16,-4 13 21-16,7 11 18 15,15 11-3-15,7 3-4 0,15 6-20 16,2 1 0-16,10 0 12 16,7-1 6-16,13 2 12 15,10 0 0-15,15-2-12 16,8 1-3-16,11-8-15 15,7-4-3-15,18-10-9 16,8-6 3-16,16-7-3 16,0-5-6-16,-12-3 3 15,-8-1-6-15,-22-1-42 16,-7 3-42-16,-18-1-188 16,-5 0 162-16</inkml:trace>
  <inkml:trace contextRef="#ctx0" brushRef="#br0" timeOffset="7715.64">7041 2439 1655 0,'-6'25'32'0,"7"-1"-2"15,5-3-9-15,2-3-12 16,4-6-6-16,3-7-3 16,2-5 0-16,8-10-6 15,4-4 6-15,0-8 9 16,-4-1 21-16,-9-5 45 16,-6 0 26-16,-10 0 76 15,-1-2 13-15,-10 4-75 0,-9 1-24 16,-7 6-57-1,-4 5-28-15,-4 8-33 0,5 4-10 16,0 8-30-16,1 3-17 16,3 4-57-16,3-1-41 15,8-2-30-15,6-1-24 16,14-6-181-16,9-5 283 16</inkml:trace>
  <inkml:trace contextRef="#ctx0" brushRef="#br0" timeOffset="8150.05">7575 2037 1664 0,'15'-1'161'0,"8"1"-21"16,8-1-8-16,13-2-45 15,5-1-28-15,10-6-47 16,0 1-24-16,0-4-53 15,-2 1-31-15,-9 0-48 16,-5 3-20-16,-14 2-77 16,-8 2 54-16,-12-1 109 15</inkml:trace>
  <inkml:trace contextRef="#ctx0" brushRef="#br0" timeOffset="8349.73">7801 1829 1837 0,'0'20'75'0,"2"14"-13"16,2 21-11-16,3 10-21 16,3 11-24-16,4-1 0 15,0-2-152-15,-2-2-159 16,4-15 207-16</inkml:trace>
  <inkml:trace contextRef="#ctx0" brushRef="#br0" timeOffset="9582.57">8378 1762 1741 0,'-19'49'6'0,"9"9"-6"15,3 1 0-15,7 3-6 16,6 0-3-16,9-4 3 15,4-6 3-15,12-11 3 16,5-5 0-16,8-15 0 16,2-7 0-16,0-13 6 0,-3-6 3 15,0-12 3-15,-2-3 0 16,1-13-6-16,3-4 3 16,-5-12 3-16,-6-7-3 15,-10-7 3-15,-8-5 0 16,-14 1-6-16,-6-1 0 15,-18 2 0-15,-11 2-3 16,-18 8 0-16,-9 6 3 0,-12 18 0 16,0 8 3-16,-1 16 30 15,5 9 14-15,9 15-2 16,4 5 0-16,11 11-27 16,4 6-24-16,14 9 15 15,8 5-6-15,19 2 3 16,8-2 0-16,15-8-3 15,7-5-3-15,13-8-6 16,12-7-3-16,14-11-9 16,10-5-3-16,6-9-18 15,-1-4 3-15,-6-1-6 16,-7-1-3-16,-19 2-44 16,-14 2-73-16,-20 2-369 15,-4 2 389-15</inkml:trace>
  <inkml:trace contextRef="#ctx0" brushRef="#br0" timeOffset="9832.79">8983 2224 1989 0,'13'36'108'15,"-2"9"-21"-15,1 21-67 16,-1 6-26-16,-5 2-143 16,-2-1-126-16,-6-18 141 15</inkml:trace>
  <inkml:trace contextRef="#ctx0" brushRef="#br0" timeOffset="10299.24">9774 1730 2261 0,'-39'73'82'16,"-4"3"-28"-16,-5-2-40 16,-1-3-42-16,-1-10-133 15,0-9-114-15,-1-17-414 16,4-7 521-16</inkml:trace>
  <inkml:trace contextRef="#ctx0" brushRef="#br0" timeOffset="10516.83">9428 1965 2207 0,'36'63'78'16,"3"-3"-23"-16,2-5-47 15,1-5-32-15,1-15-221 16,1-5-498-16,-4-21 580 16</inkml:trace>
  <inkml:trace contextRef="#ctx0" brushRef="#br0" timeOffset="10821.34">9907 2258 2207 0,'13'48'72'0,"2"13"-22"16,0 3-39-16,5-2-185 16,-4-7 126-16</inkml:trace>
  <inkml:trace contextRef="#ctx0" brushRef="#br0" timeOffset="12998.88">1591 3983 835 0,'28'-9'75'15,"4"-2"-9"-15,8-3-25 16,5-3-7-16,14-6-20 0,10-5-3 15,19-6-5-15,8-2-2 16,9-4-2-16,-1 1-2 16,6-2 2-16,2-2 0 15,8-8 0-15,1-7 5 16,-6-6 30-16,3-3 14 16,-8 4 14-16,-2 2 1 15,-4 3-23-15,-3 1-16 0,-7 5-15 16,-3 5-8-16,-7 8-35 15,-3 10 21-15</inkml:trace>
  <inkml:trace contextRef="#ctx0" brushRef="#br0" timeOffset="16248.58">5567 4811 1222 0,'-7'-5'52'16,"-3"1"25"-16,-2 3-34 15,-4 6-12-15,-2 4-6 0,-5 11-17 16,-3 6 0 0,-11 16-6-16,-5 6-2 0,-12 12 2 15,-5 4-2-15,-2 3 0 16,-1 3 0-16,8-6-62 15,5-7-181-15,18-21 154 16</inkml:trace>
  <inkml:trace contextRef="#ctx0" brushRef="#br0" timeOffset="16498.58">5019 4999 1870 0,'-2'-7'98'0,"2"1"-50"0,2 3-42 16,11 4-6-16,4 6-6 16,8 14 6-16,5 11 0 15,6 19-3-15,4 12 3 16,3 14-3-16,-2 2-18 15,-5-7-191-15,-4-9-260 16,-2-25 346-16</inkml:trace>
  <inkml:trace contextRef="#ctx0" brushRef="#br0" timeOffset="16681.79">5408 5315 2163 0,'0'22'125'16,"0"10"-35"-16,0 18-95 15,-1 9-20-15,-2 11-145 16,0 1-159-16,1-2 170 16</inkml:trace>
  <inkml:trace contextRef="#ctx0" brushRef="#br0" timeOffset="17781.52">940 1745 1421 0,'-2'26'19'0,"0"8"-15"16,-1 4 0-16,0 4-2 15,-1 0 0-15,3-1 0 16,1-2 0-16,5-11-2 15,1-3 0-15,3-13 0 16,1-10 0-16,4-8 2 16,1-8-2-16,1-9 6 15,1-4 3-15,-2-6 15 16,-3-1 9-16,-5 2 56 16,-5 3 36-16,-4 4 1 15,-5 5-7-15,0 6-23 16,2 4-6-16,3 6-34 15,2 4-8-15,0 0-36 16,12 15-12-16,5 22-6 16,7 14 0-16,0 29 3 0,-1 11 3 15,-9 14-12-15,-5 1-9 16,-9-5-6-16,-11-9-8 16,-15-23 11-16,-10-11 12 15,-15-23 65-15,-4-9 37 16,-15-16 13-16,-5-9-5 15,-12-15-29-15,-7-7-21 16,0-14-51-16,3-8-62 0,20-22-182 16,19-9 110-16</inkml:trace>
  <inkml:trace contextRef="#ctx0" brushRef="#br0" timeOffset="24567.76">13502 2391 1481 0,'41'-5'47'0,"1"0"8"15,7 3-22-15,-2-2-24 16,-3 2-84-16,-1-2-15 0,-14-5 53 16</inkml:trace>
  <inkml:trace contextRef="#ctx0" brushRef="#br0" timeOffset="24799.17">13479 2612 2392 0,'0'0'79'0,"11"-2"-7"15,6-1-86-15,14-1-2 16,8-2-1-16,8-1-43 16,3-1-43-16,-1 1-190 0,-1 1-119 15,-6 2 286-15</inkml:trace>
  <inkml:trace contextRef="#ctx0" brushRef="#br0" timeOffset="26198.17">14612 2114 1117 0,'-24'-12'-4'0,"5"8"-6"16,0 4 3-16,2 8 9 16,-2 7 11-16,0 14 30 15,0 9 11-15,3 13 8 0,2 7-2 16,8 5-21-16,6 1-14 16,6-6-13-16,5-7-9 15,11-13-3-15,4-6-1 16,17-12-1-16,6-5 0 15,8-12 4-15,-2-6 1 16,-3-12 9-16,-2-4 4 16,-2-8-3-16,0-4-1 0,-3-10-3 15,0-6-1-15,-9-10-2 16,-5-3-4-16,-10-4-2 16,-8-1-2-16,-13 2-4 15,-11 0-5-15,-14 5-9 16,-7 4 1-16,-16 7 3 15,-8 8 3-15,-12 11 11 16,-12 7 2-16,-19 14-2 16,-3 7 4-16,5 13 15 15,12 6 14-15,29 10 14 16,13 4-1-16,20 6 19 16,12 6-12-16,24 2-25 15,7-1-5-15,14-3-9 16,1-7 0-16,14-9-12 15,9-6 0-15,25-14-3 0,5-7 3 16,5-10 6-16,-4-3 3 16,-14-5 3-16,-3 0-6 15,-9 2 0-15,-13 4 0 16,-20 3-15-16,-8 2-36 16,-22 3-174-16,-1 4 178 15</inkml:trace>
  <inkml:trace contextRef="#ctx0" brushRef="#br0" timeOffset="26733">15266 2611 1303 0,'-20'5'54'16,"2"1"31"-16,4 5-71 16,7 5-8-16,3 3-4 15,9 6-2-15,7-1-2 16,6 0 0-16,3-2 0 0,2-9-2 16,-2-5 0-16,1-9 2 15,0-6 2-15,-2-9 4 16,-1-4 0-16,-2-4 6 15,-5-1 9-15,-6 0 26 16,-3-1 71-16,-9 1 42 16,-3 0 0-16,-6 2-53 15,-2 2-27-15,-7 8-48 16,-2 6-16-16,-8 10-17 16,-1 7-8-16,1 9-91 15,5 1-77-15,13 3-447 16,10-2 475-16</inkml:trace>
  <inkml:trace contextRef="#ctx0" brushRef="#br0" timeOffset="27198.02">15951 2329 1702 0,'37'0'15'0,"12"0"-6"0,-1 0-9 16,1 0-36-16,-5-1-56 15,-10-5-64-15,-2 0-35 16,-11-4-221-16,-5-1 184 16</inkml:trace>
  <inkml:trace contextRef="#ctx0" brushRef="#br0" timeOffset="27368.87">16090 2103 1028 0,'-22'-8'130'0,"9"3"-26"15,13 5-24-15,0 0-34 16,-5 17-11-16,11 13-8 16,1 8 2-16,-3 24 4 15,-2 13 0-15,-8 17 26 16,-6 3-20-16,5-2-51 15,1-5-109-15,10-18 96 16</inkml:trace>
  <inkml:trace contextRef="#ctx0" brushRef="#br0" timeOffset="28115.71">16713 2162 1229 0,'-5'0'45'0,"1"11"-6"16,1 6-6-16,0 17-2 15,1 12 3-15,-3 21 1 16,-1 8-2-16,4 1-10 16,2-4-9-16,13-15-12 15,9-7-4-15,13-18-4 0,6-8 4 16,10-22 6-16,2-9 2 16,7-18 4-16,0-4-3 15,-4-9 3-15,-6-3 1 16,-11-5 7-16,-6-7 0 15,-16-11 9-15,-4-4 0 16,-13-5 0-16,-5-1-10 16,-8 0-5-16,-4 1-3 15,-13 8-15-15,-6 3 3 0,-11 17-9 16,-8 7 0-16,-10 20 15 16,-5 10 0-16,-7 19 12 15,0 9 0-15,9 14 0 16,9 7 6-16,19 9-9 15,7 2 0-15,19-5-3 16,8-2-6-16,20-9 6 16,10-6 3-16,20-7 9 15,13-5 6-15,22-11 0 16,6-5-6-16,11-7 6 16,0-3-1-16,-13-2-8 15,-5 0-3-15,-22 1-12 16,-10 1-6-16,-22 4-125 15,-10-1-144-15,-8 4 199 16</inkml:trace>
  <inkml:trace contextRef="#ctx0" brushRef="#br0" timeOffset="28597.76">17328 2583 1965 0,'0'45'21'0,"0"9"-6"15,0 11-33-15,2-2-41 16,0-8-213-16,3-7 170 16</inkml:trace>
  <inkml:trace contextRef="#ctx0" brushRef="#br0" timeOffset="28915.06">18053 2067 1508 0,'-35'43'6'16,"-11"22"0"-16,-5 10-2 16,-4 10 0-16,3-2-10 15,3-13-263-15,8-9 197 0</inkml:trace>
  <inkml:trace contextRef="#ctx0" brushRef="#br0" timeOffset="29202.36">17779 2225 1971 0,'26'78'93'0,"5"4"-51"0,5-4-30 16,4-14-57-16,2-12-48 16,-4-18-188-16,-3-9 165 15</inkml:trace>
  <inkml:trace contextRef="#ctx0" brushRef="#br0" timeOffset="29430.84">18197 2595 1732 0,'3'21'138'0,"0"17"-43"16,-2 9-14-16,-1 12-66 15,-2 1-54-15,-2-7-221 16,-2-3 173-16</inkml:trace>
  <inkml:trace contextRef="#ctx0" brushRef="#br0" timeOffset="29865.36">18648 2311 1589 0,'47'-3'15'0,"-1"-2"-15"16,3-3-59-16,-2-3-26 15,-10 0 50-15</inkml:trace>
  <inkml:trace contextRef="#ctx0" brushRef="#br0" timeOffset="30066.1">18843 2151 1867 0,'12'48'77'0,"-7"25"-14"15,-4 10-24-15,-6 9-48 16,-3-4-69-16,2-10-413 16,4-11 409-16</inkml:trace>
  <inkml:trace contextRef="#ctx0" brushRef="#br0" timeOffset="30698.34">18682 2298 1765 0,'26'-1'45'0,"17"2"-15"15,8 0-15-15,11 2-9 16,6-2-3-16,0 0-15 16,-3-1-21-16,-9-3-81 15,-7-1-50-15,-6-4-12 16,-3 0-197-16,-7 0 184 16</inkml:trace>
  <inkml:trace contextRef="#ctx0" brushRef="#br0" timeOffset="31319.75">19544 2091 1840 0,'-14'33'0'0,"-4"18"-6"16,-4 11 0-16,0 8-21 15,0 0-21-15,12-10-27 16,5-8-2-16,15-14 17 15,8-6 41-15,7-12 13 16,6-3 6-16,5-13 12 16,3-5 16-16,7-10 68 15,4-6 5-15,1-10-14 16,-2-6-21-16,-5-15-42 16,-6-5-13-16,-11-10-8 15,-8-5-12-15,-17 0-32 16,-6 0-28-16,-15 4-12 15,-6 2 1-15,-15 10 38 16,-7 7 33-16,-14 13 54 16,-4 6 38-16,-2 13 10 15,0 9 5-15,6 9-41 0,0 8-15 16,12 10-15-16,8 3-6 16,16 7 6-16,14 1 3 15,13 2 12-15,9-1-1 16,18-5-5-16,6-3-3 15,18-6-12-15,7-6-8 16,12-7 1-16,5-3 1 0,8-5 0 16,-1-1 2-16,-1 1-4 15,-6 0-5-15,-14 2-19 16,-11 0-51-16,-16 3-519 16,-13 0 384-16</inkml:trace>
  <inkml:trace contextRef="#ctx0" brushRef="#br0" timeOffset="31816.9">19932 2669 1225 0,'-1'-12'91'0,"3"-1"97"16,7-2-151-16,4 0 35 16,6 1-27-16,6 1-10 15,4 2-14-15,0 2-9 0,0 7-6 16,-5 1 0-16,-7 4-6 15,-3 4-3-15,-9 5-6 16,-6 4-3-16,-11 6 6 16,-2 4-3-16,-10 4 6 15,-4 0 3-15,-3-3 0 16,-2-1 6-16,4-8 6 16,3-4 9-16,6-6 36 15,1-3 15-15,9-5 35 16,4-2 10-16,9-4-1 15,6 0-20-15,18-3-54 16,12 0-15-16,18 0-18 16,8 1-5-16,3 5-4 15,-4 1-11-15,-14 5-54 16,-9 1-84-16,-18 0-153 0,-6-1-142 16,-11-10 342-16</inkml:trace>
  <inkml:trace contextRef="#ctx0" brushRef="#br0" timeOffset="32249.98">20850 2124 1765 0,'-74'77'27'0,"2"-3"-30"15,12-15-249-15,10-11 223 16</inkml:trace>
  <inkml:trace contextRef="#ctx0" brushRef="#br0" timeOffset="32464.24">20830 2214 2483 0,'31'57'-10'0,"-10"-5"-150"15,-6-1-235-15,-4-12 203 16</inkml:trace>
  <inkml:trace contextRef="#ctx0" brushRef="#br0" timeOffset="33080.44">20666 1879 1780 0,'27'47'102'15,"5"11"-19"-15,15 12-32 16,1 5-9-16,4-3-39 16,-2-5-24-16,-12-12-233 15,-3-7 176-15</inkml:trace>
  <inkml:trace contextRef="#ctx0" brushRef="#br0" timeOffset="33464.98">20982 1901 1843 0,'-48'65'51'0,"-17"20"-1"16,-4 5-11-16,-1 2-30 16,3-3-36-16,14-17-346 15,9-7 299-15</inkml:trace>
  <inkml:trace contextRef="#ctx0" brushRef="#br0" timeOffset="34051.11">21066 2405 2034 0,'17'-23'60'0,"10"8"-54"0,7 2-9 15,2 13-21-15,-1 4-9 16,-12 11-12-16,-10 6-9 15,-11 8-5-15,-7 1 2 16,-13 4 18-16,-6-2 12 16,-10-3 15-16,-2-4 9 15,4-6 6-15,5-4 12 16,8-6 36-16,3-2 15 0,7-5 29 16,9-2 16-16,-1 0-4 15,-4-10-17-15,13-2-41 16,9 0-33-16,15 0-15 15,7 1-1-15,10 6-5 16,-2 2 2-16,-4 7-1 16,-7 1-5-16,-6 3-33 15,-3-2-54-15,-7-3-196 16,2 1 172-16</inkml:trace>
  <inkml:trace contextRef="#ctx0" brushRef="#br0" timeOffset="34716.41">21548 2230 1460 0,'27'3'33'0,"-3"-3"-22"16,0 0-5-16,6 0-6 16,4-2-4-16,2-1-5 15,1 0-13-15,-9-2-206 16,-3-1 162-16</inkml:trace>
  <inkml:trace contextRef="#ctx0" brushRef="#br0" timeOffset="34997.17">21624 2067 1425 0,'5'12'2'16,"3"11"2"-16,-2 8 4 16,-2 12 9-16,-2 8 4 0,-5 7-1 15,-3 2-3-15,-4-3-11 16,1-3-6-16,3-13-19 15,-2-6-36-15,6-14 34 16</inkml:trace>
  <inkml:trace contextRef="#ctx0" brushRef="#br0" timeOffset="35334.4">22049 2327 1846 0,'22'-3'30'16,"8"1"-21"-16,3-1-3 0,-2 0-39 16,1-2-60-16,-9-1 54 15</inkml:trace>
  <inkml:trace contextRef="#ctx0" brushRef="#br0" timeOffset="35517.96">22451 2286 1423 0</inkml:trace>
  <inkml:trace contextRef="#ctx0" brushRef="#br0" timeOffset="35731.85">22794 2343 2064 0,'29'1'12'0,"4"-1"-185"15,0-1-437-15,-10-4 469 16</inkml:trace>
  <inkml:trace contextRef="#ctx0" brushRef="#br0" timeOffset="35885.97">22989 2335 2367 0,'29'-7'-10'16,"6"-2"-277"-16,3 1 182 16</inkml:trace>
  <inkml:trace contextRef="#ctx0" brushRef="#br0" timeOffset="36048.15">23203 2309 1995 0,'15'-1'102'0,"1"1"-63"15,0-2-42-15,-2-3-6 16</inkml:trace>
  <inkml:trace contextRef="#ctx0" brushRef="#br0" timeOffset="36282.15">23493 2124 2204 0,'-4'57'21'16,"0"1"-30"-16,0-2-83 15,0-5 62-15</inkml:trace>
  <inkml:trace contextRef="#ctx0" brushRef="#br0" timeOffset="36498.15">23468 2244 2571 0,'52'0'16'16,"5"0"-22"-16,1 0-184 15,-1 0-197-15,0 1 163 16</inkml:trace>
  <inkml:trace contextRef="#ctx0" brushRef="#br0" timeOffset="37251.03">23666 2136 1932 0,'-6'46'9'16,"9"-2"-12"-16,6-1-17 16,13-3-13-16,1-5-6 15,15-10 6-15,0-5 6 16,7-10 33-16,1-4 21 16,-5-9 36-16,2-3 20 0,-5-12-2 15,1-6-3-15,-7-14-33 16,-5-7-16-16,-2-10-20 15,-9-5-9-15,-4-4-18 16,-7 0-8-16,-17 5-7 16,-7 1 6-16,-20 8 12 15,-11 2 12-15,-20 7 3 16,-13 5 0-16,2 15 0 16,5 9 6-16,16 18-3 15,13 9 3-15,6 12-6 16,4 4 0-16,9 5 9 15,4 2 15-15,15 2 21 16,6 1 5-16,13-3-5 16,9-1-6-16,17-5-13 15,11-5 2-15,27-6 10 16,12-6 4-16,15-6 4 0,0-2 5 16,-6-6-9-16,-8-2-4 15,-14-6-18-15,-10-2-12 16,-18-4-8-16,-8 1-4 15,-19-2-74-15,-6 1-103 16,-18 5 102-16</inkml:trace>
  <inkml:trace contextRef="#ctx0" brushRef="#br0" timeOffset="37898.3">24009 2444 2163 0,'6'24'3'0,"-1"4"-3"16,-2 1-36-16,-3-3-30 0,0-5-36 16,-1-3-8-16,1-7 38 15,-2-3 27-15,2-8 45 16,0 0 24-16,0 0 90 16,0 0 41-16,-7-18 54 15,9 6-48-15,6-5-68 16,-1-2-22-16,11-6-41 15,-1-3-14-15,9-1-16 16,8 0-6-16,5 7-8 16,4 5 0-16,-3 14 7 15,-3 5-3-15,-12 11 9 16,-7 4-3-16,-9 8-3 16,-4 3 5-16,-4 3 0 15,0 1 1-15,0-2 1 0,2-2 3 16,4-1-3-16,1-2-3 15,5-5-34-15,2-3-64 16,-1-14-219-16,-6-5 159 16</inkml:trace>
  <inkml:trace contextRef="#ctx0" brushRef="#br0" timeOffset="38248.61">24847 1945 1879 0,'-14'17'39'0,"-14"23"-39"0,-9 11 9 16,-24 20-1-16,-7 9 4 15,-13 2-12-15,0-2-6 16,13-17-140-16,8-10-102 15,20-23-54-15,9-9 170 16</inkml:trace>
  <inkml:trace contextRef="#ctx0" brushRef="#br0" timeOffset="38481.21">24183 2138 602 0,'12'-54'-22'16,"6"4"56"-16,9 15 127 15,5 9 35-15,0 20 8 16,4 7-37-16,-5 18-53 16,-2 10-5-16,-5 13 52 15,-5 3-47-15,-3 4-63 16,-2-2-24-16,4-5-36 16,0-2-21-16,13-7-144 15,4-4-38-15,4-5-116 16,2-4 178-16</inkml:trace>
  <inkml:trace contextRef="#ctx0" brushRef="#br0" timeOffset="38931.24">24708 2426 1849 0,'7'30'116'0,"-3"0"-56"16,-3 0-18-16,-3-3-30 16,-3-3-6-16,1-7-6 15,0-3-3-15,1-7-6 16,3-7-3-16,0 0 15 15,0 0 6-15,-2-14 12 16,5 1 3-16,2-7-3 16,1-3-3-16,5-6 6 15,1-2 8-15,5-2 13 16,2 0 3-16,0 7-14 16,0 3-5-16,1 11-5 15,-1 7-3-15,3 10-4 16,0 7-7-16,-2 8-5 0,1 3-2 15,-6 7 2-15,-1 0 3 16,-4 2-3-16,-3-1-1 16,0-4 1-16,-1-1-5 15,6-6-119-15,1-5-449 16,-3-13 335-16</inkml:trace>
  <inkml:trace contextRef="#ctx0" brushRef="#br0" timeOffset="45230.2">13585 3747 1231 0,'0'0'29'0,"0"0"-13"15,12 0-14-15,1-3-2 0,3-1 4 16,4-1-2-16,1-1-2 15,3 0 1-15,0 1 1 16,1 2 24-16,2 2 18 16,2-2 28-16,4 0 7 15,10-3 44-15,5 0 11 16,3-1-59-16,-1 0-30 16,-4 1-36-16,-6 1-12 0,-7 4-81 15,-6-1-65-15,-10 2-299 16,-9 2 318-16</inkml:trace>
  <inkml:trace contextRef="#ctx0" brushRef="#br0" timeOffset="45497.78">13692 3951 1462 0,'-4'-3'71'0,"4"3"239"15,0 0-271-15,0 0-24 16,13 3 6-16,5-3-7 16,7 3 10-16,7-5-15 0,6 1 6 15,6-4-3-15,1-1-42 16,-4-3-188-16,-4-3-182 15,-5-3 281-15</inkml:trace>
  <inkml:trace contextRef="#ctx0" brushRef="#br0" timeOffset="47622.62">14885 3665 589 0,'-10'-10'86'0,"-1"-2"119"0,0 1-127 16,1 0-31-16,1 3-10 15,-1 2-28-15,-3 4-5 16,-1 4-4-16,-6 6-2 16,2 12 23-16,-1 9 37 15,-8 31 49-15,1 16 13 16,-9 24-8-16,2 7-36 16,9 1-13-16,8-6-27 15,20-15-33-15,14-9 3 0,15-24-6 16,6-11 0-16,5-21-6 15,2-12-6-15,7-20-3 16,12-13-3-16,13-14 3 16,4-6 6-16,1-5 9 15,-13 0 12-15,-19-1 30 16,-11 0 11-16,-18 1 7 16,-7-2-9-16,-11-3-18 15,-3-4-18-15,-10-13-3 16,-7-5-18-16,-14-4-33 15,-7 3-9-15,-18 8-9 16,-6 2 10-16,-9 8 23 16,-3 7 18-16,1 12 6 15,-1 9 0-15,-7 16 0 16,-3 8 9-16,1 14 6 16,4 8 0-16,19 12 8 0,10 8-2 15,15 10-6-15,7 5 6 16,14 4-3-16,13 1 6 15,15 0 9-15,10 2 12 16,13-5 6-16,8-5 17 16,28-12 49-16,9-8-1 15,13-15 2-15,2-8-44 16,3-13-28-16,2-5-12 0,3-4-21 16,-8-3-3-16,-23 0-6 15,-16-4-12-15,-22 3-87 16,-12 0-107-16,-10 1 74 15</inkml:trace>
  <inkml:trace contextRef="#ctx0" brushRef="#br0" timeOffset="49197.25">15399 3087 285 0,'0'0'61'0,"0"0"63"16,0-1 15-16,0 1-48 15,0 0-25-15,1 0-38 16,0 0-6-16,0 1 33 16,9 15 32-16,-9 4 37 15,1 5-10-15,-2 6-17 16,-3 2-17-16,3-1-38 15,1-1-17-15,2-4-13 0,-1-1-8 16,1-6-2-16,-3-3 0 16,1-5-6-16,0-3-6 15,-1-9-147-15,0 0 113 16</inkml:trace>
  <inkml:trace contextRef="#ctx0" brushRef="#br0" timeOffset="49496.84">14859 3063 1433 0,'0'0'42'0,"-1"-1"-1"16,1 0-25-16,11-7-7 16,12 6 0-16,22-3 9 15,18-1-6-15,23-2-3 16,6 0 9-16,0 0 3 16,-4 1 6-16,-6 4 5 15,-5 3 4-15,-5 1-18 0,-10 3-6 16,-15-1-12-16,-7 1-27 15,-9-3-193-15,-3 0 187 16</inkml:trace>
  <inkml:trace contextRef="#ctx0" brushRef="#br0" timeOffset="51163.67">16351 3430 82 0,'0'0'9'16,"0"0"8"-16,0-1-8 0,0 0 11 16,1 0 6-16,-1 1 16 15,0 0 14-15,0 0 27 16,-12 4 10-16,1 5 59 15,-1 4 9-15,-2 3-19 16,-2 6-15-16,-5 11-31 16,-4 6-7-16,-11 16-8 15,-3 10-5-15,-11 18-24 16,-2 6-17-16,0 3-21 16,0-6-8-16,3-16-3 15,4-8-1-15,4-11 0 16,1-5 0-16,5-12-2 15,4-6-2-15,7-11 0 16,5-5 0-16,7-11-11 0,3-4-30 16,4-8-195-16,3-5-170 15,4-6 180-15</inkml:trace>
  <inkml:trace contextRef="#ctx0" brushRef="#br0" timeOffset="51496.83">15802 3616 1440 0,'0'-3'39'0,"5"0"-14"15,1 3-3-15,4 8-7 16,3 4-3-16,7 14 15 16,3 12 9-16,5 21 23 15,1 9 16-15,2 7-12 16,1-4-6-16,7-8-33 16,1-8-15-16,3-8-9 15,0-5-9-15,-8-13-48 0,-1-5-30 16,-8-9-98-16,-3-5 66 15,-7-6 71-15</inkml:trace>
  <inkml:trace contextRef="#ctx0" brushRef="#br0" timeOffset="52330.4">13683 4858 917 0,'30'-6'120'0,"1"-1"128"16,3 0-228-16,3 1-20 15,2 0-2-15,6 1-6 16,-1 2 0-16,5-1-3 0,0 1 3 16,-2-1 6-16,4-1 4 15,8-2 10-15,1 0 3 16,9-2 8-16,6-1-3 16,14-3 5-16,7-2 0 15,9-2 8-15,7-2 4 16,10-1 7-16,10-2-1 0,7 0 46 15,8 1-12-15,-3 3-32 16,-3 0-12-16,5 5-27 16,-9-1 3-16,-5-1-18 15,-10 2-24-15,-10-2-89 16,-5 2-23-16,-22 0-192 16,-10 0 203-16</inkml:trace>
  <inkml:trace contextRef="#ctx0" brushRef="#br0" timeOffset="54097.41">13604 5534 1063 0,'-5'-2'33'0,"5"2"-2"0,0 0-16 16,0 0-5-16,1 0-1 16,17-4 3-16,-3 3 0 15,3 0 11-15,2-1 22 16,4 1 7-16,4-4 8 15,1 0-10-15,11-1-17 16,3-2-10-16,10 0-9 16,0 1-2-16,0 1-1 15,-2 1-7-15,-7 2 0 16,0 0-2-16,-7 2-8 16,-3 1-11-16,-3-1-276 15,-4 1 208-15</inkml:trace>
  <inkml:trace contextRef="#ctx0" brushRef="#br0" timeOffset="54380.92">13561 5734 1510 0,'19'-4'49'0,"8"-2"29"16,5-1-63-16,13 0-12 16,5 0 0-16,11 1 0 15,5 0 0-15,3 1 3 16,-1 1-6-16,-6 1 0 15,-7 1-15-15,-9 2-97 16,-1 0-10-16,-15 0 70 16</inkml:trace>
  <inkml:trace contextRef="#ctx0" brushRef="#br0" timeOffset="56847.02">14894 5374 1183 0,'-13'6'50'0,"-1"7"32"16,-1 7-46-16,2 12-7 15,1 6 0-15,3 13-7 16,2 6-11-16,8 4-5 0,5-1-2 15,10-10-4-15,6-7 0 16,8-12 2-16,5-6 0 16,7-9 15-16,4-5 14 15,3-11 63-15,2-6 61 16,1-11-2-16,-3-6-34 16,-4-9-62-16,-2-5-21 15,-12-10-18-15,-6-5-6 0,-7-10-18 16,-5-1-18-16,-11-3-57 15,-4-2-21-15,-12 3 4 16,-9 0 14-16,-16 12 57 16,-13 6 21-16,-30 17 12 15,-7 6 6-15,-5 9 21 16,5 5 0-16,22 8 9 16,10 3 12-16,16 8-10 15,9 7-2-15,9 13-15 16,5 9-12-16,6 14-12 15,7 5 3-15,17-2 0 16,8-5 0-16,20-15 3 16,6-9-3-16,12-14 12 15,7-8 9-15,18-13 21 16,3-4-1-16,-3-7-5 16,-7-2-12-16,-28-1-30 0,-10 1-3 15,-21 1-182-15,-8 2-108 16,-14 6 144-16</inkml:trace>
  <inkml:trace contextRef="#ctx0" brushRef="#br0" timeOffset="58797.18">15437 5842 135 0,'0'0'83'0,"0"0"54"16,0 0 33-16,0 0 42 15,1 1-32-15,0 0-29 16,10 24-58-16,-13-14-9 16,2 4-24-16,0 0-12 0,2 0-19 15,0-1-9 1,3-1-7-16,3-2-3 0,6-5 7 15,4-2 5-15,4-6-5 16,2-2 3-16,1-6-11 16,-1-3-3-16,-4 0-2 15,-3-2 2-15,-6 0 1 16,-3 0 10-16,-5-3 34 16,-3 0 9-16,-6-1 5 15,-4 0-2-15,-3 1-6 16,-4 1-6-16,-3 5-10 15,-1 6-11-15,-2 6-9 16,1 6-21-16,0 9-3 16,6 5-15-16,2 8-107 15,5-1-111-15,19-2 157 16</inkml:trace>
  <inkml:trace contextRef="#ctx0" brushRef="#br0" timeOffset="60349.41">15046 6435 803 0,'-11'0'34'0,"-5"1"14"16,4 6-10-16,-6 2 10 15,0 6 12-15,1 8-3 16,3 5-3-16,1 10-9 15,3 4-10-15,3 9-22 16,1 1-3-16,6-3 1 16,2-1 3-16,6-13-2 15,3-4 9-15,3-11 20 16,5-6 3-16,9-13 8 16,0-4-5-16,9-15-24 15,6-4-7-15,-6-8-9 16,4-3 1-16,-9-9-4 15,-9-2 7-15,-7-9-2 16,-6 1-6-16,-11-4-3 16,-6 1-3-16,-12 0-9 15,-7 4 9-15,-15 11 24 16,-1 10 12-16,-15 19 18 0,0 10-4 16,1 14-17-16,1 8-3 15,18 14-3-15,3 4 0 16,17 6-9-16,5-1-6 15,12-3-9-15,7-3 0 16,9-7 0-16,7-4-3 16,9-10 9-16,5-5 3 0,14-8 12 15,10-4 0-15,8-9-6 16,4-2 0-16,-8-1-9 16,-11 1-6-16,-18 4-45 15,-10 2-75-15,-12 5-273 16,-6 2 300-16</inkml:trace>
  <inkml:trace contextRef="#ctx0" brushRef="#br0" timeOffset="60630.77">15381 6837 1497 0,'-2'5'77'16,"2"5"114"-16,0 8-128 15,7 15-54-15,0 9-21 16,3 11-15-16,-1 5-42 15,-1-2-181-15,0-3 206 0</inkml:trace>
  <inkml:trace contextRef="#ctx0" brushRef="#br0" timeOffset="62284.23">15045 7583 634 0,'-20'1'121'16,"2"5"166"-16,0 3-197 15,-1 10-33-15,1 4-5 16,-1 9-15-16,2 3-10 16,3 8-12-16,2 1 5 0,5 0 24 15,4-4 14-15,5-3 8 16,7-3 9-16,6-7 23 15,5-3-11-15,6-11-33 16,2-7 6-16,15-9-21 16,1-5-10-16,7-8-2 15,1-4-3-15,-11-7-12 16,-3-3-3-16,-14-8-3 16,-5-5 3-16,-13-9-3 15,-5-4 0-15,-10-5-9 16,-4 0-3-16,-12 6-9 15,-4 8 6-15,-12 21 33 16,-14 9 6-16,-8 16 18 16,-4 8-9-16,3 13-15 15,13 6 11-15,12 8-2 16,10 0 0-16,17 1-12 0,9-2-8 16,13-2-3-16,9-2 2 15,13-6-3-15,6-5-5 16,21-12-17-16,8-6-9 15,9-10-96-15,6-3-49 16,-15-1-63-16,-9 2-6 16,-15 7 144-16,-11 5 1 15,-10 7 60-15</inkml:trace>
  <inkml:trace contextRef="#ctx0" brushRef="#br0" timeOffset="62831.42">15406 7931 1406 0,'-2'-8'104'0,"3"-2"357"16,2 1-350-1,11 2-123-15,4-1 0 0,8 7 3 16,3 1-9-16,-4 6-48 16,-2 3-26-16,-10 3-25 15,-6 0 13-15,-9 3 44 16,-4-1 18-16,-12 0 37 15,-5 2 10-15,-9-1 67 16,0 2 50-16,7 0 108 16,4 0 36-16,11-4-68 15,2 0-51-15,14-6-84 16,3-2-48-16,30-8-97 16,13-6-102-16,13-6-685 15,6 1 714-15</inkml:trace>
  <inkml:trace contextRef="#ctx0" brushRef="#br0" timeOffset="63347.38">15256 8414 1532 0,'-1'20'111'0,"0"0"65"15,5 0-164-15,1 0-6 0,2 0-6 16,1-1-6-16,-1 0-21 16,1-2-27-16,-2-3-98 15,-2-1 22-15,-2-1 81 16</inkml:trace>
  <inkml:trace contextRef="#ctx0" brushRef="#br0" timeOffset="63530.73">15204 8803 2172 0,'-1'9'104'0,"1"0"-80"16,1-1-45-16,5 0-269 16,0 1-396-16,4-2 523 0</inkml:trace>
  <inkml:trace contextRef="#ctx0" brushRef="#br0" timeOffset="63664.39">15152 9040 1429 0,'-2'12'108'16,"1"-2"470"-16,1-2-548 16,4-2-114-16,6-3-630 15,2-1 587-15</inkml:trace>
  <inkml:trace contextRef="#ctx0" brushRef="#br0" timeOffset="64896.1">15152 9564 1504 0,'-21'-4'97'0,"2"1"94"16,-1 1-122-16,1 2-99 15,-2 4-12-15,1 7-30 16,2 5-5-16,-1 9 20 16,3 1 30-16,-1 9 84 0,4 1 41 15,5 3 64-15,3 0 20 16,6-1 12-16,5-1-65 16,7-6-56-16,9-4-12 15,10-9-35-15,2-9-11 16,11-9-7-16,0-4-12 15,7-14-8-15,1-3 7 0,-2-9-1 16,-9-5-1-16,-7-2 7 16,-5-3 5-16,-7-6 4 15,1-2 6-15,-14-8-8 16,-6-2-7-16,-9 1-11 16,-7 5-10-16,-4 11-3 15,-4 8-1-15,-7 14-6 16,-8 5-9-16,-20 14-24 15,-16 3-22-15,-12 16 6 16,1 8 26-16,11 10 69 16,16 4 38-16,20 4 94 15,9-2-8-15,17-2 16 16,6-4-66-16,16-7-48 16,10-7-28-16,20-13-38 15,14-9-9-15,29-16-4 16,7-8-3-16,0-3-69 15,-6 1-10-15,-14 6-33 0,-6 8-41 16,-15 9 24-16,-5 3-43 16,-23 8 127-16</inkml:trace>
  <inkml:trace contextRef="#ctx0" brushRef="#br0" timeOffset="66013">15565 9869 1849 0,'-4'12'137'0,"2"1"1"15,3 2-105-15,6 0-45 16,2-1-18-16,-1-1-57 16,-3 0-20-16,-3-4 8 15,-2-2 12-15,-3-4 78 16,-1-1 39-16,-2-4 48 15,0-3 20-15,-1-5 13 16,-1-4-21-16,3-3-31 16,2 0-23-16,6 0-24 15,4 0-3-15,5 1-9 16,1 3 0-16,3 4-12 16,0 2-9-16,-3 4-6 15,-1 1-5-15,-3 2 14 16,1 0 9-16,-1 1 6 0,2 0 6 15,0-1 9-15,-3 2 9 16,0 2 20-16,-3 4-2 16,1 7-6-16,-2 4-12 15,-1 10-18-15,-2 1 6 16,-1 3 0-16,1-1 8 16,1-2-5-16,0-1 8 15,1-6 24-15,4-4-14 0,-1-8-9 16,2-3-18-16,7-8-41 15,1-1-25-15,12-9-150 16,2-4-119-16,6 0 156 16</inkml:trace>
  <inkml:trace contextRef="#ctx0" brushRef="#br0" timeOffset="67413.82">14630 5069 962 0,'9'-7'120'16,"-9"7"157"-16,0-1-250 15,0 1-4-15,0 0-1 16,0 0-11-16,0 0-7 16,-19-4-2-16,5 4-2 15,-3 0-2-15,-3-2 2 0,0-1-2 16,-2 1 2-16,0 2 4 15,4 2 2-15,0 1 4 16,4 4 11-16,5 3-5 16,2 7 5-16,2 10 0 15,1 19 10-15,0 14 5 16,-1 23-15-16,0 10-3 16,1 21-12-16,0 6-6 15,1 7 0-15,3 2 3 16,5 0-3-16,6 0 6 0,1 12-3 15,3 6 3-15,-5 19-1 16,-4 7-5-16,-5 9 3 16,-4 2-3-16,-5-5 0 15,0-5 0-15,1-10 3 16,0-5 3-16,4-9 30 16,1-3 12-16,2-13 42 15,3-2 14-15,1-10 22 16,5 1-1-16,0 10-23 15,-1 0-40-15,1 2-29 16,-2-1-11-16,-4-13-13 16,1-6-7-16,-3-7-5 15,0-3 0-15,-1-8-34 16,0-3 2-16,-1-6 6 16,-3-1 9-16,-1-2 81 0,-1-2 33 15,2-9 26-15,0-6-33 16,3-16-44-16,1-9-19 15,0-15-22-15,0-8-7 16,1-12-13-16,-1-8 3 16,0 0 4-16,0 0 6 15,0 0 10-15,1 0 1 16,15 2 0-16,-7-8-2 0,6-6-2 16,3-2-2-16,7-5-7 15,5 0-5-15,9 3-10 16,1 1-3-16,3 8 7 15,0 2-8-15,0 3 11 16,4 2-6-16,7-2-79 16,8-3-45-16,16-9-224 15,2-6-321-15,-2-9 531 16</inkml:trace>
  <inkml:trace contextRef="#ctx0" brushRef="#br0" timeOffset="68713.39">15570 5080 1423 0,'-6'-6'54'0,"6"6"14"16,0 0-27-16,8-10-8 0,11 9-12 15,8 0-15 1,10-2-42-16,2 1-27 0,5-1 26 16,0-1 4-16,-4-1 14 15,-1-1 7-15,-8-1 12 16,-2 1 2-16,-4 1 2 16,-3 2 2-16,-3 5 9 15,0 4 1-15,-4 12 19 16,2 7 33-16,-2 22 63 15,3 15 1-15,2 31-40 16,0 13-26-16,1 33-42 16,-4 11-15-16,-3 27-51 15,-3 13-38-15,0 21-58 16,0 6-107-16,5-1 137 16,2-1 19-16,2-19 32 0,-1-7 73 15,-7-14 61-15,0-1 16 16,-4-8 62-16,1-1 60 15,3-8-96-15,3-8-35 16,5-7-60-16,1-9-9 16,8-10-6-16,2-1-9 15,-1-6 3-15,-3 0-3 16,-2-7-3-16,-6-6 3 0,-3-11 0 16,-2-5 0-16,-8-9 3 15,-6-2 0-15,-4-15-3 16,-3-6 0-16,-1-11 0 15,0-9 0-15,2-7 6 16,0-4 12-16,1-6 24 16,5-2 2-16,-3-6-5 15,-3-1-3-15,1-4-21 16,-2 1-2-16,2-1 1 16,3 1-1-16,-1-1-2 15,1 1-1-15,-1 0 4 16,1-2-2-16,1 2-3 15,0-1 1-15,2 1 0 16,0-1 6-16,-1-1 1 16,0-4-4-16,0 0-17 15,0 0-12-15,-1 0-3 0,0 0 3 16,-27 2 23-16,17 0 20 16,-3 2 21-16,-3 3 8 15,0 3-8-15,-2-1-9 16,-1 1-29-16,0-2-14 15,0-3-28-15,1 0-16 16,-3-1-3-16,0-2 4 16,-4 2 19-16,-1-1 12 15,-4 5 9-15,-2 0 5 0,-2 5 2 16,3 0 0-16,3-3-55 16,5-1-72-16,9-7-192 15,5-4 157-15</inkml:trace>
  <inkml:trace contextRef="#ctx0" brushRef="#br0" timeOffset="70430.62">17194 4928 473 0,'-5'-7'88'0,"-3"-1"99"16,-4-1-73 0,-2 1-27-16,-5-3-5 0,-3 1-10 15,-1 1-12-15,-8 4-23 16,-2 3-4-16,-9 7-27 15,-4 2 0-15,-7 7 0 16,1 2 3-16,3 0 5 16,5 1 7-16,11-3 2 15,6 0 1-15,10-6-5 16,4-2-2-16,8-4 7 16,5-2 1-16,0 0 0 0,0 1 0 15,3 14-7-15,2-4 1 16,5 7 4-1,2 5 26-15,2 10 14 0,3 9-1 16,0 28-8-16,-2 13-3 16,-4 28-18-16,-4 14-6 15,-4 15-15-15,0 7-12 16,-1 7 6-16,3-6-6 16,1-19 0-16,1-13 6 0,2-32-3 15,-3-14 6-15,-2-22 11 16,-3-7 16-16,-3-13 39 15,-1-3 21-15,-3-8 2 16,1-1-18-16,0-4-50 16,2-3-13-16,2-3-12 15,1-6-5-15,0 1 0 16,0 0-5-16,0 0-1 16,0 0 4-16,0 0-3 15,0 0 1-15,-1 1 4 16,-8 26-4-16,9-28-1 15,16 1 2-15,14-8-1 16,12-6 4-16,22-6-10 16,10-2-35-16,10 4-119 15,3 4-48-15,2 12-151 16,0 2 24-16,1 7 221 0</inkml:trace>
  <inkml:trace contextRef="#ctx0" brushRef="#br0" timeOffset="72930.09">17383 5199 296 0,'0'0'35'16,"0"0"54"-16,0 0-74 15,0 0-4-15,0 0 2 16,0 0 1-16,0 0 15 0,0 0 19 16,0 0 68-16,0 0 30 15,0 0 27-15,0 0-29 16,0 0-48-16,0 0-14 16,7 9-14-16,-7 5-6 15,0 22-6-15,-2 12-6 16,-3 19 35-16,-1 10-20 15,-2 6-32-15,1 2-18 16,5-5-54-16,2-6-89 0,7-16 91 16</inkml:trace>
  <inkml:trace contextRef="#ctx0" brushRef="#br0" timeOffset="79246.89">18627 5004 1204 0,'-5'-4'58'0,"1"2"18"15,4 2-8-15,0 0-24 16,-12 9-11-16,2 13-8 16,-6 9 0-16,-9 22 25 15,-6 12 13-15,-13 19-22 16,-3 4-17-16,-8-1-18 16,1-8-18-16,5-19-62 15,4-9-18-15,10-17 38 16,6-8 0-16,9-15-10 0,1-8-41 15,6-13 65-15</inkml:trace>
  <inkml:trace contextRef="#ctx0" brushRef="#br0" timeOffset="79481.82">18207 5242 1127 0,'9'0'77'0,"0"1"39"0,-1 5-54 16,-1 1-17-16,0 7-10 16,0 2-8-16,3 9 8 15,0 5 24-15,5 8 39 16,0 4-5-16,3 4-33 16,1-1-24-16,4-3-36 15,2-5-18-15,4-9-114 16,-1-3-64-16,-2-11 151 15</inkml:trace>
  <inkml:trace contextRef="#ctx0" brushRef="#br0" timeOffset="80115.64">18727 5570 1264 0,'0'0'54'0,"0"1"28"16,7 22-57-16,-3 1 0 0,2 14 2 15,2 7-5-15,-4 9-15 16,-1 1-11-16,-4-2-242 16,-1-5 181-16</inkml:trace>
  <inkml:trace contextRef="#ctx0" brushRef="#br0" timeOffset="80864.3">20115 4884 1431 0,'-8'-1'48'0,"-5"7"-9"15,-6 8 2-15,-8 18 4 16,-8 12-6-16,-10 21-18 16,-9 10-7-16,-11 19-14 15,-5 4-14-15,2-6-40 16,5-9-11-16,15-27 34 16,8-10 6-16,11-17 15 15,2-8 10-15,7-10 0 16,4-8-17-16,9-13 11 15</inkml:trace>
  <inkml:trace contextRef="#ctx0" brushRef="#br0" timeOffset="81096.39">19643 5170 1921 0,'0'0'218'16,"1"0"119"-16,15 3-315 0,1 14-22 15,6 6-2-15,4 13 2 16,3 8-9-16,3 5-41 16,-2 1-34-16,2-5-148 15,-1-4-97-15,-2-9 171 16</inkml:trace>
  <inkml:trace contextRef="#ctx0" brushRef="#br0" timeOffset="81480.45">19991 5449 2427 0,'9'-7'84'0,"10"-1"-39"0,7 1-16 16,13 2-29-16,3 4-23 15,3 6-81-15,-3 4-41 16,-13 8-140-16,-7 1 16 15,-18 3 114-15,-8-2 83 0,-15 0 68 16,-5 0 11-16,-6-2 101 16,0-1 77-16,8 0 123 15,3-1-33-15,9-3-93 16,7 0-74-16,4-3-74 16,7 1-16-16,9-6-44 15,5-2-40-15,18-7-172 16,4-5-193-16,7-5 174 15</inkml:trace>
  <inkml:trace contextRef="#ctx0" brushRef="#br0" timeOffset="81847.03">21054 5391 1631 0,'12'-1'239'16,"3"0"191"-16,14 0-374 15,9 2-16-15,5-3-44 16,0 1-70-16,-1-4-231 16,-3-2-204-16,-1 0 391 15</inkml:trace>
  <inkml:trace contextRef="#ctx0" brushRef="#br0" timeOffset="82001.73">21516 5380 2541 0,'15'-2'95'16,"6"0"-58"-16,1-1-26 15,9-5-163-15,5 0-131 16,6-5 68-16</inkml:trace>
  <inkml:trace contextRef="#ctx0" brushRef="#br0" timeOffset="82179.98">21978 5303 1798 0,'4'-3'251'16,"1"0"42"-16,5 0-213 16,3-1-59-16,10-2-236 15,6-1-329-15,2-7 355 16</inkml:trace>
  <inkml:trace contextRef="#ctx0" brushRef="#br0" timeOffset="82329.83">22248 5264 1518 0,'1'0'256'0,"13"-5"379"16,-3 0-628-16,4-1-88 16,7-3-522-16,7-2 399 15</inkml:trace>
  <inkml:trace contextRef="#ctx0" brushRef="#br0" timeOffset="82663.39">23251 4847 2317 0,'-56'65'39'0,"-10"14"-33"0,-4 6-6 15,5-7-95-15,6-4-105 16,11-14-117-16,6-11 56 16,8-17 137-16,4-9-16 15,4-15 94-15</inkml:trace>
  <inkml:trace contextRef="#ctx0" brushRef="#br0" timeOffset="82898.19">22939 4979 2869 0,'28'54'12'0,"2"10"-22"16,3 4-35-16,1 2-86 15,3-5-102-15,-1-12-210 16,0-8-58-16,-3-16 77 16,-1-7 235-16</inkml:trace>
  <inkml:trace contextRef="#ctx0" brushRef="#br0" timeOffset="83330.48">23327 5335 2646 0,'11'21'0'16,"2"1"-5"-16,1 0-64 15,1-3-35-15,-5-5-26 16,-4-4-42-16,-3-4 76 16,-3-6 63-16,0 0 90 15,0 0 38-15,1-11 58 16,-1-2-24-16,2-5-21 16,1-5-30-16,8-5-54 15,4-4-12-15,6 0-11 16,2 2-1-16,5 7-1 15,0 6-2-15,0 9 1 16,0 4-1-16,-4 10 0 16,-1 4-3-16,-6 7 3 0,-2 5 1 15,-6 4 6-15,-4 0 1 16,0-1-2-16,1-3-5 16,3-5-105-16,9-3-98 15,12-6 73-15</inkml:trace>
  <inkml:trace contextRef="#ctx0" brushRef="#br0" timeOffset="84095.58">23667 4493 1789 0,'27'-1'27'0,"8"1"-21"16,19 0 0-16,7 1-6 0,9-1 0 15,-4-3 0-15,-3 0 3 16,1-3 3-16,-4 0-3 15,-3 0 0-15,-9 1 0 16,-7 3 3-16,-9-5 3 16,-2 0-3-16,-6-1-3 15,-4-1 9-15,-2 8 15 16,-7 1 11-16,-2 9 16 16,-2 6 0-16,-6 9 6 15,-2 10 0-15,-8 14 8 16,-7 10-2-16,-16 22-37 15,-2 8-5-15,-9 11-17 16,5 0-5-16,14 0-2 16,9 0-2-16,15-3-5 15,8-4 3-15,8-8 3 16,-1-7 1-16,1-7 4 0,-2-4 4 16,-4-5 10-16,-3-5 6 15,-7-11 1-15,-3-4-7 16,-13-12-1-16,-7-5-10 15,-17-8 9-15,-8-3 19 16,-10-3 38-16,-5-2 1 16,-3-2-4-16,-2 1-3 15,-10 1-30-15,-4 2-11 0,-4 1-29 16,-2 2-25-16,0 1-75 16,0 0-83-16,2 5-715 15,7 0 659-15</inkml:trace>
  <inkml:trace contextRef="#ctx0" brushRef="#br0" timeOffset="86913.98">13240 10838 1303 0,'-37'-3'97'0,"4"3"146"16,4 1-130-16,9 2-113 15,6 0-12-15,14-3-65 16,0 0-1-16,11 2 21 16,4-4 31-16,9-1 38 15,1 1 7-15,9-2 54 16,3 1 19-16,14-2 16 16,6 0-15-16,13-3-16 15,4 1-11-15,1-2-36 16,-2 0-6-16,-7 2-24 15,-9-2 0-15,-10 3-15 16,-7 2-33-16,-18 1-173 16,-9 1-193-16,-21 0 309 15</inkml:trace>
  <inkml:trace contextRef="#ctx0" brushRef="#br0" timeOffset="87346.43">13322 11044 1545 0,'18'-4'110'0,"8"0"-3"16,5-2-80-16,15 0-21 0,6-1-3 16,9-2 3-1,2-1-3-15,-5 3-3 0,-8 2-6 16,-9 3-42-16,-7 0-86 16,-11-1 74-16</inkml:trace>
  <inkml:trace contextRef="#ctx0" brushRef="#br0" timeOffset="91647.27">15167 5619 419 0,'0'-6'88'0,"-1"0"130"0,-2 1-122 15,0 1 2-15,2 0-41 16,1 4-9-16,0 0-13 16,0-1-12-16,1 1-7 15,0-1-3-15,0 0-9 16,0 0-2-16,-1 1-2 15,1 0-6-15,1 0 2 16</inkml:trace>
  <inkml:trace contextRef="#ctx0" brushRef="#br0" timeOffset="92201.23">17366 5749 280 0,'0'0'40'0,"1"0"22"15,-1 0-29-15,1 0-15 16,0 0-20-16,0 0-3 16,0 0-6-16,0 0-2 15,0 0 4-15,-1 0 2 16,2 0 7-16,0 0 0 0,0 0 0 16</inkml:trace>
  <inkml:trace contextRef="#ctx0" brushRef="#br0" timeOffset="97629.38">18492 5605 855 0,'7'-10'32'0,"0"3"-7"16,1 3-18-16,0 4-5 16,-1 2-2-16,0 2-11 15,-1 0-5-15,-2 1-25 16,-1-2-2-16,-3-3-1 16,0 0 8-16,0 0 22 15,0 0 5-15,0 0-36 16,0 0 35-16</inkml:trace>
  <inkml:trace contextRef="#ctx0" brushRef="#br0" timeOffset="102484.03">15366 8017 1431 0,'0'0'27'0,"0"0"-41"16,0 0-46-16,0 1 39 15</inkml:trace>
  <inkml:trace contextRef="#ctx0" brushRef="#br0" timeOffset="102914.97">19550 5794 300 0,'15'-23'31'15,"0"1"11"-15,-4 9 13 16,0 5 1-16,0 7-20 16</inkml:trace>
  <inkml:trace contextRef="#ctx0" brushRef="#br0" timeOffset="117459.05">22196 10493 3261 0,'-116'-7'-143'0,"9"-4"-119"16,29-14 107-16</inkml:trace>
  <inkml:trace contextRef="#ctx0" brushRef="#br0" timeOffset="119248.19">14171 4645 1105 0,'-16'-8'62'0,"2"0"74"15,0 4-90-15,5 3 7 16,2 0 1-16,7 1-8 16,0 0-11-16,21 8-4 15,3-4 5-15,23-4-6 16,6 0-3-16,21-6 14 15,10-1 1-15,19-5 27 16,6-3 15-16,9-2 50 16,0 0 21-16,13 1-3 15,2 1-49-15,-3 3-27 16,3 1-14-16,-25 5-25 16,-2 2-11-16,-12 3-22 15,-10 1-5-15,-19 0-26 0,-9 1-39 16,-14-1-93-16,-6 0-95 15,-10-4-215-15,-6-4 300 16</inkml:trace>
  <inkml:trace contextRef="#ctx0" brushRef="#br0" timeOffset="120445.39">22688 2606 1074 0,'0'0'130'0,"7"2"300"16,3 11-415-16,-1 4-9 15,0 12-6-15,-6 9 0 16,0 9 0-16,-1 5 3 0,-4 1 3 15,0-4-3-15,0-7 3 16,-3-3-1-16,4-8-5 16,-2-2 6-16,0-9 0 15,1-3 0-15,-1-7 6 16,3-2 21-16,0-8 33 16,0 0 21-16,0 0 17 15,0 0 1-15,-1 0-4 16,1 0-20-16,-1 0-37 15,0 0-20-15,-1 0-19 16,-25 2-5-16,27-2-5 16,-1 0-6-16,-24-2-2 15,13 3 1-15,-9 1 4 16,-4 1-1-16,-5 1 3 16,-5 1 0-16,-7 1-3 15,-5 0 9-15,-4 3 3 0,0-1-3 16,-2 3 3-16,-2 0 0 15,-15 3-6-15,-14 1 6 16,-22 2-3-16,-8 2 0 16,2-1 3-16,-4 0-3 15,0-1 3-15,2 0 3 16,-11-2-6-16,4-1 6 16,10 0 4-16,3-2-2 0,4 0 4 15,4-2 3-15,2 0-8 16,1 0 4-16,9 1-11 15,4 0 0-15,7 1-3 16,6 1-2-16,11-3-4 16,8 0 0-16,10-1-10 15,5-3-20-15,9-2-110 16,4-2-57-16,5-4-392 16,4-8 460-16</inkml:trace>
  <inkml:trace contextRef="#ctx0" brushRef="#br0" timeOffset="120879.84">20475 3194 1673 0,'-60'18'86'0,"-1"5"-68"16,-8 3-9-16,-5 12-3 16,-4 3 0-16,-7 10-6 15,-5 1-6-15,-3-1-15 16,3-5-9-16,7-12 0 15,6-9 6-15,13-12 12 16,9-3 12-16,15-7 15 16,9-2 21-16,16-1 72 15,3-1 50-15,18 1 22 16,9-1-19-16,23 1-81 16,15 0-31-16,19 1-13 15,11 1-7-15,14 1-13 16,6 0-6-16,6 0-11 15,1 0-19-15,-2 2-121 0,1-2-135 16,0 1 111 0</inkml:trace>
  <inkml:trace contextRef="#ctx0" brushRef="#br0" timeOffset="125282.35">16823 3901 568 0,'0'-13'114'0,"1"4"171"0,0 1-158 16,4 4-29 0,6 5-22-16,9 0-49 0,7 3-7 15,15 2-5-15,7-3-1 16,9-3-5-16,3-3-3 16,3-8 0-16,0 0-4 15,-8 0 0-15,-3-1 0 16,-10 4 2-16,-7-2 5 15,-10 3 5-15,-4 2 1 0,-11 0 3 16,-3 3-3-16,-8 2-3 16,0 0 0-16,0 0-5 15,0 0 1-15,-6 12-6 16,-1 2 4-16,-4 11-2 16,-1 3 7-16,-2 16 16 15,0 4 48-15,-3 12 41 16,1 5-11-16,2 12-42 15,2 2-25-15,8 1-26 16,4-4 3-16,9-15-9 16,3-8 3-16,2-22 0 15,-1-6-6-15,-4-15 3 16,0-5 3-16,-9-5 48 16,0 0 54-16,1 0 55 15,-1 0-45-15,0 0-30 16,0-1-35-16,0 0-45 0,0 0-17 15,0 0-26-15,-1 0-32 16,0 0-72-16,-26-13-83 16,26 14-176-16,0 0 201 15</inkml:trace>
  <inkml:trace contextRef="#ctx0" brushRef="#br0" timeOffset="125728.32">16976 4409 1344 0,'5'-8'71'0,"2"5"59"15,2 3-50-15,6 13-9 0,1 6-2 16,6 12-15-16,5 6-18 16,1 5-12-16,1-2-12 15,1-4-9-15,0-4 3 16,-3-11-6-16,-1-4 0 15,-4-11 0-15,-2-6 12 16,-3-7 23-16,0-4 64 16,1-6 125-16,-1-5-34 15,6-2-3-15,2-1-87 16,1-3-49-16,4 0-21 0,-3-4-26 16,2-1-22-16,1-2-84 15,0-3-107-15,9 3-836 16,1-2 832-16</inkml:trace>
  <inkml:trace contextRef="#ctx0" brushRef="#br1" timeOffset="130445.36">22710 2567 1216 0,'0'0'29'0,"0"0"-2"16,0 0-8-16,0 0-1 15,0 0-3-15,16-8 3 16,-6 6 7-16,0 0-2 0,-10 2 6 16,0 0-4-16,0 0 2 15,0 0 1 1,1 0-7-16,-1 0-2 0,1 0 13 15,-1 0 10-15,1 1 23 16,0 0 10-16,0 0 18 16,0 0-1-16,11 32 1 15,-9-21-9-15,-3 7-7 16,-1 3-8-16,0 7-27 16,-2 4-16-16,-1 6-13 15,-2 2-3-15,-2 1 0 16,-1-1-5-16,-2-5-1 15,0-1 0-15,4-4-3 16,4-1 6-16,4-4 6 16,2-2-2-16,4-4 20 15,-1-3 12-15,1-2 7 0,3-3 7 16,-6-2-12-16,-2-2-17 16,0 0-10-16,-2-2-4 15,-1 1-7-15,3-2-1 16,-3 0-3-16,2 1 0 15,-1-3 0-15,0-3-2 16,0 0-1-16,-1 1 1 16,-25 6 1-16,5-7-1 0,-3-2 0 15,-6 0-1-15,-3-1 0 16,0 0 0-16,-8 1 0 16,0-2 2-16,-8 3-1 15,-1 3-1-15,3 3 1 16,-5 1-1-16,-2 2 0 15,-7 1 2-15,-16 0-3 16,-6 0 1-16,-9-1 0 16,0-1 0-16,4 0 0 15,11 0 0-15,8 0 0 16,-1 2 1-16,-1 0-1 16,-3 0-1-16,0 1 1 15,3 1 0-15,0 0 2 16,0 1-2-16,2 0 1 15,6 0-1-15,4 0-1 0,2-2 1 16,3-1 0-16,0-2-1 16,7-1 2-16,4-1 0 15,2 0-1-15,1 1 1 16,1 0 1-16,1 1-2 16,1 1 1-16,1 0 0 15,-1-1-1-15,1 0 0 16,1 0 0-16,0-1 0 15,2 0 1-15,2-2 0 16,5 1-1-16,3-1 1 16,4 1-1-16,1-2 1 0,1 0 0 15,2-1-1-15,2 1 1 16,-2 0 2-16,2 1 1 16,1 0 0-16,-1 1-2 15,2 0-2-15,-2 0-1 16,2-2 0-16,0 2-1 15,0-2 2-15,-1 1 0 16,-2-3-1-16,-1 0-1 16,1-2 1-16,0 1-4 15,2-1 1-15,3 1-17 16,0-1-19-16,3-3-123 16,2-2-118-16,8-12 84 15</inkml:trace>
  <inkml:trace contextRef="#ctx0" brushRef="#br1" timeOffset="130951.15">20504 3133 1396 0,'-7'-1'75'0,"-1"-1"109"16,-5 2-44-16,-6 3-35 16,-6 6-31-16,-13 9-38 15,-6 5-9-15,-13 7-12 16,-7 3-9-16,-2 2-6 16,-3 0 3-16,-3-1-3 15,2-1 3-15,-4-1 9 16,4-1 15-16,8-3 71 15,4-2 32-15,12-3-1 16,2-3-1-16,7-1-50 16,0 0-35-16,2 0-23 15,5 0-8-15,4-4-6 16,7-1-2-16,8-2-2 16,3-2-2-16,14-1 2 0,8-1 1 15,20-3 1-15,10-2 5 16,18-5-1-16,7-2 4 15,13-2 2-15,3 2-2 16,0 2-4-16,-3 2-2 16,-11 4-5-16,-6 1 0 15,-9 5-2-15,-5 3-4 0,-5 2-48 16,0-1-74-16,-5-6 38 16</inkml:trace>
  <inkml:trace contextRef="#ctx0" brushRef="#br1" timeOffset="132646.15">16879 3891 678 0,'-20'-2'22'0,"1"2"-13"16,-2-3 3-16,2 0 6 16,0 3 7-16,-1-4 23 15,3 4 16-15,-1 2 22 16,0-2 1-16,0 6-31 16,-2 3-9-16,1-2-22 15,0 3-8-15,4-3 5 16,2-1 5-16,5 0 27 15,8-6 10-15,0 0 6 16,0 0-4-16,12 5-4 16,7-4 66-16,18-4-8 15,8-4-9-15,22-2-31 0,7-4-20 16,10-1-33-16,0-1-3 16,0 1-12-16,-5 0 3 15,-4 4 0-15,-7 1-9 16,-11 4 3-16,-6 0-6 15,-11 4-3-15,-7-2 6 16,-10 0-3-16,-5 1-3 16,-12 0 3-16,-6 2 2 15,0 0-2-15,-12-5 3 0,-8 5 9 16,-7 0 3-16,-11 6 3 16,-4 1 3-16,-8 3-18 15,-3 2 3-15,-1-1-9 16,-3 1 3-16,1-1 0 15,2 1 0-15,4-4 0 16,2-1 0-16,8-2 6 16,3-2-3-16,10 2 7 15,8-3-4-15,9-1-1 16,8-1 2-16,7-1-2 16,2-1 1-16,12 0-4 15,-1-2-3-15,10 0 1 16,3-2 3-16,1 0-5 15,6 2 4-15,0 0 0 16,2 0-3-16,4 0 5 16,-1-1-4-16,-2 3 1 0,-3 0 0 15,-7 0-3-15,-8 2-2 16,-8 3 1-16,-6-1 0 16,-9-2-2-16,0 0 2 15,0 0 2-15,0 0 1 16,-1 1 4-16,0-1 4 15,1 0 9-15,-1 0 4 0,0 0 2 16,0 0-1-16,0 1-11 16,0 0-9-16,0 0 1 15,1 0-3-15,-1 0-3 16,-16 27 1-16,14-13-1 16,1 3 14-16,-1 10 35 15,1 4-8-15,-1 14 10 16,0 4-5-16,-2 8-17 15,-1 3-11-15,3 0-14 16,0 0-1-16,3-4-1 16,4-3 0-16,-1-7 2 15,2-3-2-15,-2-10 0 16,-1-3 2-16,-3-7 15 16,1-3 7-16,0-6 12 15,-1-2 2-15,0-7-13 16,0-1-1-16,1-5-14 0,0 0-5 15,0 0-2-15,0 0-3 16,0 0 2-16,0 1-4 16,0 0 1-16,0-1 0 15,0 0-1-15,0 0 2 16,0 0 0-16,0 0-1 16,0 0-1-16,0 0 0 0,0 0 0 15,0 0-2-15,0 0-8 16,0 0-4-16,0 0-33 15,0 0-26-15,1 0-106 16,0 0-125-16,9-13 86 16</inkml:trace>
  <inkml:trace contextRef="#ctx0" brushRef="#br1" timeOffset="133952.24">16915 4430 1501 0,'7'-2'82'15,"8"1"157"-15,3 1-182 16,8 10-1-16,3 4 4 16,5 11 6-16,1 6-12 15,2 4-21-15,2 3-12 0,-6 2-12 16,-4-1-6-16,-4-5-3 16,-7-3 0-16,-1-10 5 15,-3-4-2-15,-2-10-3 16,-2-2 36-16,-5-6 110 15,2-3 5-15,-4-5 20 16,3-3-52-16,2-6-49 16,1-6-23-16,3-2-28 15,3-3-7-15,3-2-9 16,4 0-2-16,3 0-4 16,7 0-1-16,1 2-2 15,0 0 2-15,-2 2 1 16,-6 2 0-16,-3 4 3 15,-4 4 0-15,-3 3 0 16,-2 4 0-16,-4 4 1 0,0 2 0 16,-6 1-1-16,-3 3 1 15,0 0-2-15,0 0-1 16,0 0-2-16,0 0 1 16,0 0-2-16,0 1 1 15,-7 16 2-15,0-7-2 16,-5 4 3-16,-3 1-4 15,-6 6 1-15,-4 2 1 0,-9 8 1 16,-2 2 0-16,-8 2 2 16,0 1-2-16,3 2 2 15,0-4 0-15,7-5 2 16,4-3-2-16,4-10 0 16,6-5 1-16,3-8-1 15,2-3 3-15,1-5 1 16,3-1-1-16,2-2 3 15,1 2-2-15,5-1 2 16,-2 2-1-16,4 1-3 16,1 4-1-16,0 0-1 15,0 0 1-15,0-1-1 16,0 0-1-16,0 1 0 16,0-1 1-16,0-1-1 15,-5-29 3-15,3 15-2 16,-2 0 1-16,-1-4-1 15,-2-1-1-15,-1-2 1 16,0 0 0-16,-2-1 0 0,-4 3 0 16,-1 3 0-16,0 1-1 15,-1 5 1-15,0 2 0 16,5 3-2-16,2 4-1 16,9 3 2-16,0 0-1 15,0 0-1-15,0 0 2 0,9 16-2 16,3-3 3-16,3 8-3 15,2 4 2-15,2 4 2 16,0 2-3-16,2 2 1 16,2 0 0-16,0-1 1 15,-1 0 1-15,0-2 0 16,-3-3 0-16,-2-7-1 16,0-3 0-16,-3-7 2 15,-2-3 0-15,-4-5 0 16,-8-2 3-16,0 0 4 15,6-17-2-15,-6 2 4 16,0-3 2-16,3-4-8 16,4-1 2-16,4-3-6 15,5-1 0-15,2 0-1 16,4 1-1-16,1 2 1 16,-1 1 0-16,0 2 0 0,-2-1 0 15,-6 3-1-15,3 2 1 16,-3-1 0-16,-2 0 0 15,1 1 2-15,-3 2-2 16,-4 4 0-16,3 4 0 16,-9 7-5-16,0 0 1 15,1 0-7-15,0 0-8 16,0 0-29-16,10 10-39 0,-16 2-120 16,0 2-429-16,-6-7 284 15</inkml:trace>
  <inkml:trace contextRef="#ctx0" brushRef="#br1" timeOffset="138561.28">7612 5719 803 0,'0'0'50'16,"0"0"39"-16,-1 0-26 16,-11 18 12-16,10 4-1 15,-1 14-1-15,3 9-5 16,-1 14-17-16,0 4-15 15,1 3-18-15,-1-3-9 0,2-9-12 16,0-9-19-16,0-18-305 16,0-9 200-16</inkml:trace>
  <inkml:trace contextRef="#ctx0" brushRef="#br1" timeOffset="138777.93">7109 5721 1959 0,'23'-24'141'15,"4"2"75"-15,13 5-216 0,10 3-4 16,9 3 1-16,6 3 0 15,15 2-15-15,3-1-18 16,10-3-74-16,1-3-49 16,-11-2-184-16,-5-4 221 15</inkml:trace>
  <inkml:trace contextRef="#ctx0" brushRef="#br1" timeOffset="139194.73">7777 5982 1311 0,'-2'-6'73'16,"2"6"57"-16,0 0-85 15,0 0 51-15,9 8-52 16,1 4-26-16,1 9-12 16,0 1-6-16,-6 2 0 0,-3 1-3 15,-3-4 0-15,-3-4 0 16,-1-7 3-16,-1-4 9 15,-2-8 18-15,0-4 45 16,4-6 95-16,1-3 28 16,10-6-32-16,5-2-74 15,10-6-79-15,5-1-58 16,4 0-137-16,-1 2-158 0,-1 9 172 16</inkml:trace>
  <inkml:trace contextRef="#ctx0" brushRef="#br1" timeOffset="139677.9">8190 6031 1082 0,'-8'-11'79'0,"-4"1"94"16,-2 1-146-16,-2 2-13 16,-5 2-1-16,-1 5-7 15,-1 3-2-15,-1 7-2 0,1 2-2 16,2 5 2-16,1 1 2 16,7 2-1-16,3-1 5 15,8-2 0-15,4-1 0 16,7-6-1-16,5-1 3 15,4-6 2-15,3-3 3 0,4-5-3 16,3-4 0-16,2-7-9 16,-2-3 1-16,-5 1-2 15,-5-1 0-15,-8 3 14 16,-1 3 6-16,-4 4 59 16,1 2 14-16,-1 3-23 15,-3 0-15-15,4 4-39 16,-1 5-12-16,0 9-6 15,0 4-6-15,2 7 6 16,2 1 0-16,0 0-24 16,1-2-33-16,0-7-107 15,1-4 17-15,0-11-27 16,-1-5-59-16,0-11 112 16</inkml:trace>
  <inkml:trace contextRef="#ctx0" brushRef="#br1" timeOffset="140011.65">8354 6049 709 0,'0'-13'189'15,"0"0"158"-15,0 5-212 0,0 3-30 16,0 5-60-16,0 0 2 16,0 0-26-16,8 14-12 15,-4 2 0-15,-2 1-9 16,1 0 6-16,0-1-6 16,1-6 0-16,-1-2 0 15,1-6 3-15,-4-2 3 16,0 0-6-16,0 0 18 0,0-1 3 15,10-23 5-15,-8 12 4 16,4-2-15-16,3-3-9 16,4-2-6-16,11-3-9 15,4 0-3-15,7 3 6 16,-2 3-9-16,-2 11 12 16,-4 5 0-16,-10 12 0 15,-4 7 3-15,-12 6 0 16,-1 4 6-16,-2 1-3 15,0-1-3-15,4-8-101 16,5-5-49-16,13-12 104 16</inkml:trace>
  <inkml:trace contextRef="#ctx0" brushRef="#br1" timeOffset="140345.71">8967 5924 1419 0,'-17'-10'43'16,"-2"4"1"-16,-1 4-20 15,-7 5 11-15,-1 5 25 16,-4 6-39-16,0 3-15 0,5 2-6 16,4 1-12-16,11-5 0 15,5-2-9-15,8-4 0 16,5-2 0-16,8-2 15 15,4-1-3-15,2 0 9 16,3-1 9-16,-1 3-6 16,0-2 6-16,-8 2-6 15,-7 3-3-15,-12 3-3 16,-10 3 0-16,-15 5-3 16,-4 1 6-16,-7-1-21 15,1-3-39-15,12-8 43 16</inkml:trace>
  <inkml:trace contextRef="#ctx0" brushRef="#br1" timeOffset="140562.31">9032 6063 1556 0,'0'27'146'0,"0"3"93"16,2 10-224-16,0 1-3 16,1 4-6-16,-2-2-27 0,-3-3-173 15,-3-2-90-15,-6-10 211 16</inkml:trace>
  <inkml:trace contextRef="#ctx0" brushRef="#br1" timeOffset="140814.51">8940 6341 949 0,'2'-31'139'15,"1"-2"155"-15,-2-5-243 16,1-2-26-16,2-6-17 16,1-2-10-16,9 1 0 15,4 2-4-15,5 8 4 16,4 3 0-16,5 11 2 16,2 5 2-16,0 11 0 15,-1 6 0-15,-8 8 0 16,-7 5-2-16,-8 7 0 15,-8 3-2-15,-9 6 2 0,-2 0 0 16,-9-1 0-16,-1-3 4 16,-5-6-2-16,-1-4 0 15,-1-8-51-15,0-6-145 16,8-8 123-16</inkml:trace>
  <inkml:trace contextRef="#ctx0" brushRef="#br1" timeOffset="141144.81">9360 5906 1324 0,'-2'20'49'0,"-2"5"-3"16,-1 4-7-16,0 2 0 16,2 0-8-16,4-5-14 15,1-3 18-15,6-10-20 16,2 0-3-16,3-12-9 15,3-1 0-15,0-9 0 16,-2-5 0-16,2-7 3 16,0-3 0-16,-2-3-6 15,-2-1 3-15,-6 3 0 16,-4-1 6-16,-8 6 12 16,-4 2-1-16,-6 4 10 0,-4 3 9 15,0 6 3-15,-1 3 3 16,2 6-12-16,0 2-15 15,2 3-21-15,3 1-39 16,6-3-203-16,8-7 174 16</inkml:trace>
  <inkml:trace contextRef="#ctx0" brushRef="#br1" timeOffset="141477.63">9828 5756 1516 0,'-18'-3'67'0,"-3"5"5"15,-8 5-22-15,-7 8-5 16,-4 3-21-16,3 4-24 16,1-1-6-16,11 0-6 15,6-3 3-15,7-4-6 16,8-3 15-16,7-3 0 15,4 0 6-15,10-1 0 16,2 2-3-16,7 0 3 16,1-1-3-16,-2 1 3 15,-5 1-6-15,-8-1 0 0,-7 1-3 16,-10 2 3-16,-5 1-6 16,-12 0 3-16,-7 2 3 15,-3-4-15-15,2-3-50 16,9-8 50-16</inkml:trace>
  <inkml:trace contextRef="#ctx0" brushRef="#br1" timeOffset="141877.93">9939 5934 2393 0,'0'-5'150'0,"2"-1"34"16,3 0-165-16,5-1-33 15,2 0-30-15,7-3-86 16,3 0-64-16,3-2-109 16,2-1 28-16,-6 2 141 15,-3-1 65-15,-8 1 96 16,-4 0 33-16,-8-2 20 0,-5-1-2 15,-8 2-12-15,-5 3-28 16,-7 7-17-16,-4 4-6 16,-1 11-3-16,-3 2-3 15,3 6 0-15,3 1 6 16,6 3 12-16,8 1 6 16,13-1 3-16,7-1-6 15,20-4-9-15,10-5 0 0,20-10-33 16,9-5-27-16,16-14-105 15,9-3-95-15,3-3 129 16</inkml:trace>
  <inkml:trace contextRef="#ctx0" brushRef="#br1" timeOffset="142316.04">7832 6396 1613 0,'125'-12'128'0,"14"-3"-5"15,11 1-10-15,27-1 7 16,9-3-36-16,11 2-76 15,8-1-2-15,-4-1-3 16,-9 0-3-16,-9 0 0 16,-12 0-3-16,-24 1-8 15,-11 3-19-15,-32 0-69 16,-16 2-59-16,-23 1-215 16,-10 2 297-16</inkml:trace>
  <inkml:trace contextRef="#ctx0" brushRef="#br1" timeOffset="147560.01">7639 6902 117 0,'5'-15'7'15,"1"-1"10"-15,4-4-1 16,0 1 26-16,2 2 57 16,-2 1 36-16,-1 5 100 15,-2 3 23-15,-7 8-67 0,0 0-61 16,-4 9-59-16,-5 9-20 15,-3 15-14-15,-1 11-4 16,0 19-1-16,0 8-2 16,-3 11-19-16,1 0-1 15,-5-8-6-15,1-8-2 16,2-19 2-16,-1-10-3 16,7-20-1-16,3-7 2 0,4-17 0 15,1-6 0-15,3-16 0 16,0-6 2-16,5-10 22 15,4-4 19-15,0-7 29 16,5-4 4-16,2-4-12 16,2 0-18-16,3 4-27 15,1 5-12-15,-1 9-6 16,-2 9-3-16,-4 13 0 16,-3 10 0-16,-2 13 3 15,1 8-3-15,5 18 20 16,1 8 7-16,3 20 36 15,1 7 0-15,0 7-12 16,-2 0-12-16,0-8-28 16,-3-8-8-16,-1-14-6 15,-1-7-38-15,-8-12-97 16,0-5-59-16,-7-12-326 0,-4-4 397 16</inkml:trace>
  <inkml:trace contextRef="#ctx0" brushRef="#br1" timeOffset="147776.84">7394 7172 1489 0,'0'-10'97'16,"6"-1"163"-16,16-1-209 15,10 0-24-15,19 3-19 16,6-1-5-16,14 4 0 15,6 0 0-15,-5 3-32 16,-6 0-55-16,-12 1-214 16,-11 0 249-16</inkml:trace>
  <inkml:trace contextRef="#ctx0" brushRef="#br1" timeOffset="148660.73">8131 7287 985 0,'0'0'34'0,"0"0"10"16,0 0-4-16,0 0 17 0,9-6 1 15,-1 11-8-15,-1 3-2 16,-1 9-7-16,-1 3-6 15,-4 5-14-15,1 2-5 16,-4 1-10-16,-2-3-2 16,-1-5-3-16,2-4 1 15,0-8 0-15,3-8 2 16,0 0 25-16,0 0 10 0,-2-14 49 16,1 0 49-16,3-6-41 15,1-4-33 1,5 1-39-16,-1-1-10 15,6 1-14-15,-1 3 0 0,5 3 0 16,0 5-3 0,-1 6-2-16,1 4-4 0,-3 8 9 15,0 5 0-15,-3 6 0 16,-2 2 3-16,-4 3-6 16,-3-1 3-16,-2-1 0 15,-2-3-3-15,-3-2 3 16,2-3 0-16,-1-5 0 15,4-7 0-15,0 0 3 16,0 0 3-16,0 0 5 16,2-10-2-16,6-2-3 0,4-3 3 15,3-4-6-15,1-1-3 16,3-3 6-16,2-1-3 16,-3 6-3-16,2 3 3 15,-4 10-12-15,-2 4 6 16,1 8-3-16,-7 7 6 15,1 9 3-15,1 3 3 16,-1 3-3-16,2 0-9 16,3-3-122-16,2-4-111 15,5-12 161-15</inkml:trace>
  <inkml:trace contextRef="#ctx0" brushRef="#br1" timeOffset="149161.23">9003 7243 1245 0,'-12'0'81'0,"-2"4"109"0,-3 7-171 15,0 5 8-15,-9 12 15 16,-1 6-12-16,-9 11-24 15,-3 1 0-15,2-2-30 16,1-5-55-16,10-13-196 16,5-8 188-16</inkml:trace>
  <inkml:trace contextRef="#ctx0" brushRef="#br1" timeOffset="149343.67">8642 7345 1231 0,'0'-15'95'0,"0"0"107"16,2 6-105-16,4 2 4 16,6 8-29-16,5 4-24 15,10 14-42-15,6 4 0 16,10 10-6-16,0 1-12 16,-1-2-117-16,-5-4-80 0,-8-10 157 15</inkml:trace>
  <inkml:trace contextRef="#ctx0" brushRef="#br1" timeOffset="149694.17">9103 7367 1359 0,'0'0'85'15,"-1"0"200"-15,0 0-249 16,-8 15-21-16,9 3 3 15,1 3-15-15,-1 6 0 16,0 0-9-16,-3-5-24 16,-1-5-6-16,-1-8 3 15,-1-4 12-15,-2-9 18 0,-1-4 6 16,0-10 12-16,-2-2 3 16,4-8 42-16,3-2 12 15,5-1 0-15,5 0-7 16,7 4-38-16,4 1-15 15,7 9-12-15,4 4 0 16,5 8 0-16,1 5-6 16,2 10 6-16,1 6-3 0,-3 10 0 15,-1 2 0-15,-4 4 3 16,-4 0-6-16,-3-7-170 16,0-4 134-16</inkml:trace>
  <inkml:trace contextRef="#ctx0" brushRef="#br1" timeOffset="150428.21">8418 7675 787 0,'0'0'148'16,"1"0"171"-16,0 0-237 16,24-1-41-16,-11 3-1 15,9 1-3-15,1-2-12 16,9-2-7-16,7-2-5 16,9-5-5-16,8-3-2 15,11-2-2-15,0 1-2 0,-5 1-2 16,-6 2 2-16,-13 5-2 15,-9 2 0-15,-8 3 0 16,-3 4-2-16,-8-1-29 16,-3 0-70-16,-6-2 56 15</inkml:trace>
  <inkml:trace contextRef="#ctx0" brushRef="#br1" timeOffset="152314.24">7487 6768 969 0,'-38'-23'142'16,"-1"2"197"-16,-2 7-288 16,0 2 7-16,2 10 38 15,1 2-22-15,6 17-41 16,2 11-12-16,6 25-9 0,4 20-6 15,2 33 12-15,5 15-12 16,4 19-3-16,4 0-18 16,14-17-182-16,6-8 27 15,18-32-140-15,5-16 150 16</inkml:trace>
  <inkml:trace contextRef="#ctx0" brushRef="#br1" timeOffset="152960.34">9146 6663 2324 0,'19'-5'64'0,"12"4"-43"16,11 5-23-16,18 14-4 16,7 8-2-16,11 16-2 15,1 11-4-15,2 15-20 16,-5 8-34-16,-15 13-84 15,-9 3-22-15,-30 4-5 0,-14 1-33 16,-20-7 155-16,-11-2 14 16,-13-11 24-16,-5-6 28 15,0-15 7-15,-2-6 1 16,5-17-19-16,0-9-46 16,-1-23 25-16</inkml:trace>
  <inkml:trace contextRef="#ctx0" brushRef="#br1" timeOffset="153730.4">6128 6885 1177 0,'-5'-2'134'0,"5"2"356"16,0 0-394-16,19 5-78 15,7 0-3-15,22-1-4 16,11 0-8-16,7-5 3 16,2-3-3-16,0-4 0 15,-1-3 0-15,2-4 3 16,0-2-6-16,-20 4-6 0,-12 0-3 16,-24 4 0-16,-13 1 12 15,-11 0 6-15,-6 1 3 16,-6-2 3-16,-1 3-6 15,-2 4 9-15,1 2-3 16,0 6 0-16,1 5-6 16,3 12-6-16,1 11 0 15,4 27-3-15,1 16 3 0,4 26-3 16,2 10 3-16,3 7 0 16,5-8 0-16,6-15-15 15,3-12-72-15,8-21-134 16,-1-7-62-16,-3-19 198 15</inkml:trace>
  <inkml:trace contextRef="#ctx0" brushRef="#br1" timeOffset="154493.53">10369 7013 1613 0,'2'-5'164'15,"-2"5"96"-15,0 0-251 16,0 0 0 0,10-7-9-16,3 9-6 0,7-1-6 15,3 0-6-15,7-1 12 16,2 0 0-16,4-3-6 16,1-1-6-16,1-2-80 15,-1 0-67-15,-6 1-136 16,-7 3-107-16,-10 3 192 15</inkml:trace>
  <inkml:trace contextRef="#ctx0" brushRef="#br1" timeOffset="154661.53">10355 7185 1693 0,'0'0'210'16,"1"0"130"-16,20 0-230 15,0 1-99-15,8-1-4 16,6-1-32-16,8-2-78 16,10-3-196-16,7-2-141 15,10-2 338-15</inkml:trace>
  <inkml:trace contextRef="#ctx0" brushRef="#br1" timeOffset="156745.17">11707 6656 1152 0,'-2'-6'62'16,"-1"0"52"-1,3 6-36-15,0 0-18 0,0 0-14 16,0 0-30-16,1 9-11 0,3 23-5 15,-1 13 2-15,-3 25 6 16,-5 13 11-16,-8 16 5 16,-4 3 0-16,-3-2-21 15,1-10 0-15,6-22 0 16,1-11 0-16,6-23 0 16,2-9 0-16,-1-14 15 15,-1-9 17-15,-3-12 40 16,0-6 9-16,3-14-12 15,0-6-22-15,6-14-50 16,1-6-21-16,6-14-32 16,2-8-22-16,3-10-12 15,3-2 13-15,5 4 20 16,0 6 33-16,3 16 54 16,-3 12 15-16,-4 15 20 0,0 11-2 15,-4 18-24 1,1 8-9-16,1 21-6 0,-1 12-9 15,3 23 8-15,-3 8 1 16,4 16-6-16,-2 1-6 16,3-1-9-16,5-4-6 15,-4-15 0-15,4-8 0 16,-6-20-6-16,0-7 0 0,-7-15 6 16,-4-6-6-16,-4-9-53 15,-2-7-64-15,-5-10-203 16,-3-5-85-16,-3 0 198 15</inkml:trace>
  <inkml:trace contextRef="#ctx0" brushRef="#br1" timeOffset="156911">11548 7047 876 0,'-11'-6'192'0,"3"1"186"15,8 5-166-15,0 0-48 16,13-6-39-16,11 6-83 15,8 1-27-15,13 0-15 16,8-1-6-16,9-2-98 16,2-2-85-16,-7 0-118 0,-3 1-92 15,-9 3 182-15</inkml:trace>
  <inkml:trace contextRef="#ctx0" brushRef="#br1" timeOffset="157646.16">12121 7292 1433 0,'0'0'37'0,"0"0"-16"15,7 10-15-15,2 4-2 16,-2 4-4-16,1 4 0 16,-1 3-2-16,-4-1-2 15,-3 0 4-15,0-6 0 16,0-3 0-16,-3-6 7 16,-5-5 7-16,3-3 26 15,-4-3 68-15,1-6 29 16,5-3 6-16,-4-4-14 15,5-1-21-15,5-3-49 16,4-1-17-16,6-5-48 16,5-2-33-1,7-1-35-15,3 3-4 0,3 8 12 16,-3 6 27-16,-4 11 30 16,-6 8 9-16,-6 12 3 15,-1 9 0-15,-1 8 9 0,-2 4-3 16,1-2 0-16,-1-1-3 15,2-8-6-15,2-6-6 16,2-9-69-16,2-7-98 16,-2-10 92-16</inkml:trace>
  <inkml:trace contextRef="#ctx0" brushRef="#br1" timeOffset="157943.43">12826 7191 1738 0,'-6'1'105'0,"0"5"-21"16,-3 7-61-16,0 17-23 15,-5 9 3-15,-8 12-9 0,-4 4-35 16,-10-3-100-16,-3-3-89 16,1-13 178-16</inkml:trace>
  <inkml:trace contextRef="#ctx0" brushRef="#br1" timeOffset="158145.25">12533 7298 1448 0,'9'4'60'0,"3"5"110"15,3 4-47-15,9 7-48 16,3 5-1-16,9 1-47 15,1 2-48-15,0-5-206 16,2-3-155-16,-9-8 268 16</inkml:trace>
  <inkml:trace contextRef="#ctx0" brushRef="#br1" timeOffset="158695.19">12979 7374 1305 0,'0'0'56'16,"0"0"39"-16,0 0-35 15,0 0 7-15,-5 14 20 16,9 4-58-16,-1 3-14 16,2 3-15-16,0-3-6 15,-2-5-21-15,0-4-5 16,-3-12-7-16,0 0 3 0,0 0 33 15,-12-6 18-15,7-10 66 16,0-2 41-16,3-4 45 16,1-2-14-16,4-1-55 15,5 2-41-15,6 4-66 16,4 3-18-16,6 8-20 16,4 5-1-16,-2 10 6 15,-1 6 15-15,-5 9 18 16,-3 1-9-16,-8 2 12 15,-4 0-6-15,-3-2 6 16,-2-3 9-16,-1-7 0 16,-2-1 6-16,1-9 18 15,2-3 12-15,0 0 51 16,0 0 14-16,-1-11-35 16,7-2-17-16,0-7-30 15,7-4-16-15,6-1-7 0,0-1-4 16,8 3-1-16,-2 2 1 15,6 9 5-15,0 5 0 16,-3 12 0-16,3 6 2 16,-7 12-2-16,-2 2 0 15,-3 4-24-15,0 0-47 16,-1-8-228-16,-2-4 177 16</inkml:trace>
  <inkml:trace contextRef="#ctx0" brushRef="#br1" timeOffset="159494.1">12076 7782 1392 0,'-5'-3'54'0,"5"3"24"15,0 0-59-15,15-2 15 16,12 3-1-16,7 1-21 16,20-2-9-16,9 0 0 15,19-2 0-15,6-2-3 16,2 0 3-16,2-2-3 15,2-2 0-15,2 0 3 0,-4 1-3 16,-6 0 3-16,-15 4 3 16,-12 1-3-16,-13 2 3 15,-10 0-6-15,-9-1-24 16,-4 1-33-16,-9-2-36 16,-2-3-46-16,-12 1 71 15</inkml:trace>
  <inkml:trace contextRef="#ctx0" brushRef="#br1" timeOffset="159777.12">12026 7983 1253 0,'22'-1'73'16,"11"-3"72"-16,8-1-115 16,24-2-25-16,10-1 5 15,18-2 4-15,8 0 6 16,3-1 22-16,1 2-9 0,1-1-21 15,-6 1-3-15,-7 1-12 16,-10-1-6-16,-20 3-80 16,-7-1 4-16,-15 1 46 15</inkml:trace>
  <inkml:trace contextRef="#ctx0" brushRef="#br1" timeOffset="165610.12">7498 8443 428 0,'4'-1'88'0,"-4"1"171"15,0 0-197-15,0-1-89 16,0 0-35-16,1 0-22 15,-1 0 4-15,1-1 37 16,17-24 61-16,-18 26 96 16,9-15 32-16,-3 5 43 0,1-3-37 15,3 0-44 1,-3-2-23-16,5-1-29 0,2 1-13 16,2 1-18-16,2 3-5 15,2 4-5-15,2 3-1 16,0 8-10-16,2 4-1 15,-4 10-1-15,-2 3-4 16,-6 11 4-16,-6 5-2 0,-6 6 0 16,-6 2 0-16,-10-3 0 15,-5-3-2-15,-6-7 2 16,-5-5 0-16,-2-7 0 16,-1-5 2-16,3-6 8 15,-1-5 16-15,8-5 34 16,7-3 8-16,6-4-5 15,7-1-6-15,7-2-24 16,5 1-6-16,10 0-12 16,3 1 3-16,6 3-15 15,2 2-3-15,7 5 3 16,1 3-3-16,3 4 3 16,2 1 0-16,-2 1-3 15,-3-1-6-15,-6-4-36 16,-4 1-42-16,-3-7-192 0,-3-3 226 15</inkml:trace>
  <inkml:trace contextRef="#ctx0" brushRef="#br1" timeOffset="170242.55">8845 8279 1313 0,'0'0'60'0,"-1"0"33"15,0 0-58-15,-21 6-32 16,13 4 5-16,-2 6-4 16,-2 2-2-16,0 6-4 15,-1-1-4-15,-5 2 4 16,-2 0-4-16,-2-2 6 16,0-3 6-16,2-4 8 15,3-3 5-15,9-8 23 16,9-5 12-16,0 0 17 0,5-7-5 15,12-2-18-15,6-2 0 16,8 3-48-16,8 1 6 16,3 2 6-16,3 2-6 15,0 1 3-15,-7 0-9 16,-3-4-36-16,-3 0-33 16,-4-3-80-16,-2-2 12 15,-6-2 36-15,-5-1 6 0,-9 0 28 16,-5-1 20-16,-8 0 43 15,-5 2 20-15,-2 1 30 16,-3 2 10-16,0 4 6 16,-1 3-3-16,2 3-11 15,4 4-5-15,2 5 12 16,5 6 17-16,3 11-19 16,1 8 1-16,5 15-18 15,4 8-12-15,0 8-24 16,0-1-21-16,-1-4-185 15,-1-8-146-15,2-12 228 16</inkml:trace>
  <inkml:trace contextRef="#ctx0" brushRef="#br1" timeOffset="172359.19">7669 9226 1127 0,'0'0'89'0,"0"0"114"16,0-1-162-16,0 0-14 16,0 0-6-16,13-8-7 15,4 6-8-15,3 2-4 16,8-2 0-16,5 0-1 16,0 1 1-16,-1 1 0 15,-5 3-2-15,-6 4 0 0,-6 3-5 16,-5 2-1-16,-10 4 0 15,-5 1 2-15,-7 1 6 16,-5-1 6-16,-5 1 22 16,-1-2 57-16,-3 0 44 15,1 0 22-15,6-3-13 16,3-1-21-16,11-2-62 16,5-1-33-16,11 0-24 15,1 1-9-15,14-2 3 16,2 0-9-16,7 0-15 15,2 2 7-15,-4 3 8 16,-5 2 6-16,-12 4-9 16,-8 2 0-16,-14 3 3 15,-11 2 15 1,-15 0 39-16,-8 0 14 0,-10-5 7 16,-1-2-5-16,3-11-35 0,2-6-16 15,12-12-163 1,9-9-119-16,19-18 128 0</inkml:trace>
  <inkml:trace contextRef="#ctx0" brushRef="#br1" timeOffset="172878.71">8739 9333 1330 0,'-5'-8'85'15,"0"0"143"-15,6-5-121 16,7-3-41-16,14-3-24 16,7-3-30-16,14-1-42 15,3 4-6-15,1 5 12 0,-2 6 9 16,-9 11 9-16,-4 6-3 16,-14 11-39-16,-9 7-20 15,-17 8 5-15,-9 4 22 16,-10 3 33-16,-4 0 8 15,-4-1 23-15,2-2 87 16,0-4 123-16,4-5 65 0,3-8-35 16,6-6-69-16,8-10-130 15,12-6-30-15,7-4-50 16,19-9-21-16,15-10-55 16,7-3-57-16,15 0 2 15,3 3-38-15,10 8 101 16,-3 5 45-16,-11 9 3 15,-15 2-53-15,-23 4-252 16,-7 2 286-16</inkml:trace>
  <inkml:trace contextRef="#ctx0" brushRef="#br1" timeOffset="173826.16">7887 10088 1268 0,'-4'15'107'0,"3"9"220"16,-1 5-207-16,3 10-114 16,7 3-6-16,2 3-72 15,3-2-59-15,6-5-117 16,-2-4 168-16</inkml:trace>
  <inkml:trace contextRef="#ctx0" brushRef="#br1" timeOffset="174202.73">9141 9847 2019 0,'-4'3'179'0,"3"6"5"16,2 7-128-16,9 15-57 16,2 6-11-16,6 13-67 15,2 3-104-15,0 4-227 16,2 0-166-16,-6-9 395 16</inkml:trace>
  <inkml:trace contextRef="#ctx0" brushRef="#br1" timeOffset="175029.03">9262 8238 2106 0,'-1'-3'110'0,"7"-1"-29"16,5 2-57-16,16-2-27 15,8 0-63-15,13-7-116 0,9-2-24 16,7-5-3-16,2-1 87 16,-3 1 107-16,-5 4 9 15,-14 7 10-15,-9 4-2 16,-18 8-4-16,-6 6 2 15,-10 9 6-15,-1 6 4 16,0 10 8-16,3 8 27 0,3 15-15 16,2 9 0-16,1 16-4 15,1 6-5-15,-2 9-15 16,1 9-3-16,-1 5-3 16,0 3 0-16,3-1-3 15,1-7-9-15,5-7 0 16,4-2 3-16,-2-2 12 15,-3-1 30-15,-4 0 102 16,-7-2 32-16,-3-5 45 16,-2-3-52-16,-3-10-92 15,-4-4-27-15,2-12-30 16,0-6-5-16,-8-12-10 16,1-10-7-16,-12-11-12 15,-3-6-4-15,-7-11-5 16,-6-3 6-16,-10-5 4 15,-5-2-2-15,-9-3-66 16,-6 2-71-16,-10 2-141 0,-6 2-41 16,-12 5 254-16</inkml:trace>
  <inkml:trace contextRef="#ctx0" brushRef="#br1" timeOffset="175779.84">7569 8050 1759 0,'-42'-1'126'16,"-5"4"14"-16,0 3-107 0,-2 6-30 15,3 2 6-15,1 5-6 16,0 0-3-16,6 1 0 15,5 2 0-15,8-2 0 16,6 1 3-16,7 1-3 16,4 2-6-16,8 7 3 15,2 8-3-15,8 18 6 16,2 13 0-16,4 24-6 16,0 13 3-16,0 30-3 15,-1 9 6-15,-5 13-9 16,-1 2 3-16,-2-12-9 15,-1-5-3-15,4-16-3 16,3-5 6-16,3-9 6 16,2-4 6-16,1 3 18 0,-3 0 9 15,-1 2 9-15,-3 0 6 16,-5-9 6-16,1-9-15 16,-2-16-9-16,1-12 0 15,5-19-18-15,3-9-3 16,6-20-9-16,9-9-6 15,15-19-18-15,8-9-15 16,20-9-48-16,13-2-38 0,10 1-177 16,6 5-74-16,9 5 225 15</inkml:trace>
  <inkml:trace contextRef="#ctx0" brushRef="#br1" timeOffset="176910.86">10630 8883 1132 0,'10'0'57'0,"3"0"47"16,2 1-94-16,2 0-4 16,4 0-4-16,0-2 2 15,6-2-3-15,-1 0 3 16,7 0-4-16,3-3 4 15,-2 3-10-15,0 0-3 16,-3 3-26-16,-2 0-35 0,-8 1-279 16,-4 2 210-16</inkml:trace>
  <inkml:trace contextRef="#ctx0" brushRef="#br1" timeOffset="177176.6">10703 9071 1189 0,'4'5'46'0,"6"0"12"15,1 1-33-15,12-3-9 16,5-1 1-16,10-3-1 0,5-3-3 16,4-3-7-16,1-1-6 15,-1-1-48-15,-6 2-55 16,-6 4 57-16</inkml:trace>
  <inkml:trace contextRef="#ctx0" brushRef="#br1" timeOffset="178161.09">6447 8308 1063 0,'8'11'60'16,"2"4"37"-16,-2 7-63 16,0 4-3-16,0 5-15 15,-2 3-8-15,0 3-8 16,-1 2 0-16,-4-2 0 15,0-1 0-15,-2-6 0 0,0-4 0 16,-2-6-49-16,0-6-180 16,-1-4 126-16</inkml:trace>
  <inkml:trace contextRef="#ctx0" brushRef="#br1" timeOffset="178428.34">6050 8329 2016 0,'0'0'111'0,"0"-1"-43"15,14-10-79-15,15 5-10 16,14-3 3-16,24-3 9 15,6-2 6-15,6-5 3 16,-1 2-3-16,-2-3 0 16,3 3 0-16,-1 1-75 15,-3 3-62-15,-23 4-240 16,-13 3 304-16</inkml:trace>
  <inkml:trace contextRef="#ctx0" brushRef="#br1" timeOffset="181859.45">11676 8606 1417 0,'-1'-1'49'16,"1"0"7"-16,-1-1-43 15,0-30-5-15,12 21 2 16,7-1 5-16,8-2-9 16,2-1 0-16,7 1-3 15,-2 1 3-15,1 4 0 16,-2 5 0-16,-8 6-6 15,-1 5 0-15,-11 8-3 16,-3 7-3-16,-7 6-3 16,-4 3-3-16,-8 3 6 15,-3 0 0-15,-8-1 6 16,-3-3 6-16,-5-3-3 16,-3-3 0-16,-2-6 18 15,3-2 15-15,0-8 32 16,5-2 13-16,8-6 9 0,4-5-7 15,8-3-5-15,5 0-18 16,8-5-15-16,4-1-18 16,10 1-15-16,2 1-3 15,6 3-1-15,4 2-2 16,2 6-6-16,-2 1 3 0,5 1-3 16,-5 2 0-16,1 1-29 15,-2 0-76-15,-6 0-155 16,-3-1-73-16,-8 0 244 15</inkml:trace>
  <inkml:trace contextRef="#ctx0" brushRef="#br1" timeOffset="183275.54">12347 8493 1160 0,'-2'-6'62'0,"2"1"40"16,0 0-40-16,7-1-31 15,5-1-6-15,9-2-19 16,6 1-2-16,9-3-4 16,2 3 0-16,-2 2-4 15,-6 2 4-15,-7 6 0 16,-4 3 0-16,-5 5-2 15,-2 2 2-15,-3 2-2 16,-2 0 2-16,-4 2 0 16,-1-1 0-16,-4 1-4 0,-4-1 3 15,-9-1-5-15,-4 1 6 16,-10-1 15-16,-2 0 7 16,-9-2 20-16,-1-2 23 15,8-3 45-15,5-3-8 16,19-4-48-16,7-1-18 15,15-3-21-15,10-1-9 16,10 3-3-16,5 0-3 0,2 5-3 16,-2 4 0-16,-2 6 9 15,-3 2-6-15,-7 0 0 16,-4 0 0-16,-10-2-6 16,-9 0 3-16,-13-1 9 15,-5 0 12-15,-12-2 5 16,-4-3 1-16,-4-6-9 15,0-1-3-15,2-7-21 16,3-4-47-16,10-3-184 16,5-2-179-16,12 0 287 15</inkml:trace>
  <inkml:trace contextRef="#ctx0" brushRef="#br1" timeOffset="183759.25">13203 8373 1293 0,'0'0'103'0,"8"2"278"15,-2 14-336-15,4 8-36 16,2 16-6-16,-5 5 0 15,2 6-18-15,-1 1-60 16,0-7 42-16</inkml:trace>
  <inkml:trace contextRef="#ctx0" brushRef="#br1" timeOffset="184877.14">11785 9332 1423 0,'-7'24'31'0,"2"3"-14"15,0 8-15-15,1 5-2 16,-1 0 0-16,0-2-5 16,0-1-1-16,1-10 2 0,-2-5 2 15,0-11 4-15,-1-4 0 16,-2-8 4-16,1-3-1 15,1-8 1-15,4-4-2 16,1-5 8-16,3-3 3 16,7 0 3-16,1 1-1 15,12 5 11-15,1 3 5 16,6 6 0-16,1 5 8 16,5 5-2-16,2 3-9 0,8 5-18 15,1 0-3-15,-2 2-15 16,-3-4-24-16,-7-2-146 15,-2-5 14-15,-8-3 90 16</inkml:trace>
  <inkml:trace contextRef="#ctx0" brushRef="#br1" timeOffset="185062.47">12101 9315 1828 0,'-11'35'122'0,"5"7"4"16,1 9-87-16,8 7-63 15,3 1-78-15,4-1-238 0,2-3 226 16</inkml:trace>
  <inkml:trace contextRef="#ctx0" brushRef="#br1" timeOffset="185659.79">12619 9349 2243 0,'0'-12'154'0,"4"-1"87"15,10 3-249-15,5 1-59 16,9 5-95-16,4 2-94 16,1 8-100-16,1 4 85 15,-10 11 213-15,-8 4 23 16,-16 8 37-16,-10 2 8 0,-12 3 3 15,-4-2 3-15,-4-6 5 16,-2-3 6-16,2-10 21 16,3-6 68-16,4-10 58 15,3-4 23-15,5-8 30 16,2-3-83-16,10-3-57 16,6-2-28-16,14 1-56 15,6 1-5-15,13 5-4 16,4 4-8-16,10 8 5 15,2 3-7-15,-3 5-78 16,-2 1-58-16,-4-3-251 16,-5 0-183-16,-4-8 439 15</inkml:trace>
  <inkml:trace contextRef="#ctx0" brushRef="#br1" timeOffset="185876.19">13248 9139 1661 0,'1'-2'271'16,"3"6"159"-16,-1 8-310 0,6 19-113 16,3 11-7-16,3 14 2 15,2 6-1-15,1 6-39 16,-2 0-65-16,-4-1-265 15,-4-2 195-15</inkml:trace>
  <inkml:trace contextRef="#ctx0" brushRef="#br1" timeOffset="186976.2">13474 8314 1316 0,'-23'-15'82'16,"3"1"65"-1,11 6-14-15,2 2-28 0,9 5-24 16,6 0-33-16,8 3-36 16,6 3-6-16,8 2-6 15,2 2-12-15,2-1-6 16,-1-1 0-16,-2 0 0 0,-3 0 9 16,-4 2 6-16,-2 0 3 15,-5 1 0 1,-3 2 0-16,-5 5-6 0,-3 2-3 15,-3 11 9 1,-3 5 0-16,-2 15 12 0,-3 6 6 16,-1 15 3-16,-1 9 0 15,-1 20-9-15,0 8-3 16,3 5-9-16,1-2 0 16,5-15-6-16,4-1 3 0,4-12 0 15,1-3 3-15,2-7 0 16,-1-6 6-16,-3-7 5 15,1-4 4-15,0-4 3 16,-1-2 0-16,-4 0-12 16,-4-1-3-16,-10-8-3 15,-6-2-6-15,-10-10 18 16,-6-4 6-16,-10-8 9 16,-3-5 6-16,-11-8-15 15,-3-5-18-15,-14-8-105 16,-4-3-62-16,-9-3 74 15</inkml:trace>
  <inkml:trace contextRef="#ctx0" brushRef="#br1" timeOffset="187662.39">11636 8338 1353 0,'-11'-13'53'0,"-2"3"28"0,-4 4-40 16,-4 6-1-16,-1 5 26 15,-5 5-39-15,0 4-13 16,-3 3-11-16,1 2 0 16,1 3-3-16,-1-1 3 15,6 4 3-15,1 1-3 16,7 7 0-16,4 5 0 15,6 12 6-15,5 8 12 0,7 27 12 16,6 17 0-16,6 24-6 16,-1 8-15-16,3 0-27 15,-1-6-21-15,-2-9-48 16,-3-8 1-16,1-16 29 16,-4-6 33-16,-2-14 75 15,-2-3 53-15,-6-12 100 16,2-6 23-16,-4-15-36 15,6-8-86-15,5-11-67 16,4-7-23-16,7-10-71 16,4-3-42-16,3-9-148 15,4-4-128-15,1-7 198 16</inkml:trace>
  <inkml:trace contextRef="#ctx0" brushRef="#br1" timeOffset="190192.49">8118 11215 1448 0,'12'-1'49'0,"4"0"16"15,1 1-62-15,4 2-48 16,-2 0-2-16,-3 5-17 16,-4 1-1-16,-6 4 16 15,-5 2 16-15,-8 1 55 16,-6 0 22-16,-6 1 34 15,0-3 11-15,-4 1 38 16,3-2 64-16,3 0-27 16,1-2-23-16,9-3-58 15,7-1-38-15,12-3-48 16,3-1-27-16,14-3-38 0,3-1-7 16,2-1-15-16,1 3 10 15,-8 3 44-15,-7 4 9 16,-12 7 24-16,-4 2 15 15,-14 3 24-15,-8 2 26 16,-10 0 49-16,-4 1 9 16,-5-2 14-16,-1-2-55 15,5-7-25-15,3-4-23 0,14-11-147 16,9-8-138-16,14-12 95 16</inkml:trace>
  <inkml:trace contextRef="#ctx0" brushRef="#br1" timeOffset="190492.69">8705 11165 2046 0,'-16'8'138'0,"0"4"9"0,0 5-125 16,2 9-23-16,1 6-5 16,-2 6-14-16,2 1-54 15,-6-3-108-15,0-3-48 16,-6-11-144-16,-2-5 290 15</inkml:trace>
  <inkml:trace contextRef="#ctx0" brushRef="#br1" timeOffset="190677.86">8447 11189 2151 0,'10'13'196'15,"7"8"38"-15,5 11-203 16,7 4-27-16,6 0-27 16,2-3-39-16,5-9-131 15,-2-5-201-15,-5-12 176 16</inkml:trace>
  <inkml:trace contextRef="#ctx0" brushRef="#br1" timeOffset="191008.57">8934 11241 2407 0,'-1'-5'226'0,"2"-1"89"0,10-2-317 15,2 1-48-15,11 0-67 16,3 1-26-16,4 4-115 15,1 3-71-15,-12 6 135 16,-6 4 80-16,-15 4 132 16,-8 4 45-16,-9 2 92 15,-5 2 46-15,0-3 13 16,1 2-37-16,5-2-45 16,4-2-39-16,12-1-33 15,3-2-17-15,19-6-36 16,10-4-17-16,20-13-62 15,13-6-47-15,15-13-177 16,5-4-394-16,-4-1 452 16</inkml:trace>
  <inkml:trace contextRef="#ctx0" brushRef="#br1" timeOffset="192526.23">11650 10801 1559 0,'0'-10'182'16,"4"-2"117"-16,10-1-254 15,6-2-45-15,16 0-6 16,4 1-15-16,4 6-24 16,-3 5-27-16,-7 11-20 15,-6 2 5-15,-11 9 21 16,-6 2 25-16,-11 5 20 15,-6 3 12-15,-8-2 6 16,-7 0 3-16,-8-4 39 16,-2-4 26-16,-5-5 52 15,1-2 26-15,0-7 46 0,5-4-12 16,6-4-29-16,7 0-1 16,12-1-75-16,5 0-14 15,18 0-33-15,6 1-20 16,14 3-19-16,9 2-10 15,6 2-41-15,1 1-65 16,-1-4-156-16,-4-3-252 0,-5-7 310 16</inkml:trace>
  <inkml:trace contextRef="#ctx0" brushRef="#br1" timeOffset="192758.83">12385 10675 1873 0,'-3'-5'221'15,"-2"1"127"-15,-2 6-314 16,-1 6-54-16,-3 7-29 16,-2 4-10-16,-5 8-58 15,-1 1-17-15,-6 1 50 16,0 0 12-16,0-5 16 15,1-5-31-15,1-9-166 0,2-6-123 16,0-8 228-16</inkml:trace>
  <inkml:trace contextRef="#ctx0" brushRef="#br1" timeOffset="192925.44">12142 10704 2522 0,'10'17'103'0,"8"0"-27"16,6 2-68-16,6-2-35 16,5 0-58-16,-1-3-161 15,-1-4-226-15,-4-5 212 16</inkml:trace>
  <inkml:trace contextRef="#ctx0" brushRef="#br1" timeOffset="193408.58">12524 10669 2094 0,'-2'-5'158'0,"5"-2"-18"0,3 0-118 16,11-3-83-16,4-1-46 15,8-2-87-15,2 1 6 16,1 3 62-16,-3 6 43 16,-9 6 50-16,-8 4 18 15,-12 8 6-15,-6 2 3 16,-12 5 21-16,-2-2 18 16,-5-2 8-16,-1-2 28 0,2-1 69 15,1-3 38 1,7-2 98-16,7-2-76 0,5-1-61 15,7 1-66-15,9-2-53 16,6-1-21-16,13 1-15 16,6-2-2-16,7-1-5 15,2 2 0-15,-9 1 4 16,-8 1 1-16,-18 1 4 16,-11 3 9-16,-19 2 11 15,-8 2 12-15,-13 2 8 16,-6-2 0-16,0-1 5 15,1-4-5-15,6-5-8 16,6-4-12-16,10-4-68 16,8-1-122-16,21-5-775 0,8-2 781 15</inkml:trace>
  <inkml:trace contextRef="#ctx0" brushRef="#br1" timeOffset="193842.61">11514 11285 1305 0,'7'2'97'16,"6"0"221"-16,21-6-279 15,16-2-57-15,24-7-18 16,14-5 9-16,21-1 10 15,5-2 8-15,11 1 9 16,1-2 3-16,-4 1 6 0,-6 1-3 16,-21 5-6-16,-11 1 3 15,-19 5-3-15,-12 3 0 16,-11 3-12-16,-9 1-30 16,-17 0-51-16,-15 2 2 15,0 0 46-15</inkml:trace>
  <inkml:trace contextRef="#ctx0" brushRef="#br1" timeOffset="194442.87">8397 11802 2472 0,'96'-19'-146'15,"9"-1"-74"-15,17-3-43 16,-2 0-6-16,-1 0 180 16,-4 4 37-16,-18 3 38 0,-6 3 8 15,-20 3-58-15,-12 3-273 16,-20 2 187-16</inkml:trace>
  <inkml:trace contextRef="#ctx0" brushRef="#br1" timeOffset="-211137.27">12503 2080 935 0,'1'-10'43'0,"2"2"47"16,-3 8-6-16,0 0 9 15,9 9-8-15,-5 13-27 16,0 7-9-16,1 9-22 16,-1 3-12-16,0 3-9 15,0 1-2-15,2-2 2 16,2 0-2-16,4-6 1 16,4-2 3-16,8-7 2 0,0-5 1 15,9-8-1 1,4-3 0-16,6-11-1 0,2-3-6 15,2-11-3-15,-1-4 6 16,-7-9-3-16,-3-6 3 16,-9-5-3-16,-6-3 3 15,-7-2 3-15,-4 2 0 16,-10 3-6-16,-4 3 0 16,-5 2 6-16,0 2-3 0,-3 8-3 15,0 4 3-15,-3 10 21 16,-1 3 11-16,1 8 7 15,-1 7 0-15,4 13-21 16,4 6-12-16,4 15 0 16,5 5-6-16,11 15 6 15,4 7-3-15,10 8 0 16,3 3 3-16,-3-1-6 16,0 0-6-16,-10 2 3 15,-4 1-3-15,-11-3 21 16,-8-2 17-16,-14-6 67 15,-12-3 53-15,-10-6-2 16,-8-3-35-16,-15-11-34 16,-5-6-27-16,-12-17-43 15,-1-11-6-15,-7-23-5 0,1-15-7 16,4-26-31-16,4-13-55 16,22-24-97-16,11-8-125 15,26-4-253-15,21 6 450 16</inkml:trace>
  <inkml:trace contextRef="#ctx0" brushRef="#br1" timeOffset="-206487.06">14875 11671 1245 0,'-4'15'31'15,"1"7"-12"-15,0 8-13 16,1 9-4-16,2 6 2 16,6 0 0-16,1 0 1 15,7-4-1-15,4-5 0 0,3-11-4 16,2-4-4-16,7-13 0 16,5-7 3-16,3-11 4 15,-1-5 3-15,-5-9 0 16,-9-3 0-16,-7-4 5 15,-4-2 15-15,-7-1 18 16,-4 1 16-16,-6 4 4 16,-2 2 68-16,1 10-7 15,-1 4 4-15,7 13-25 16,0 0-11-16,-5 13-45 16,4 11-16-16,1 20-17 15,2 9-6-15,6 16-3 16,4 8-9-16,4 13-146 15,-2 0-39-15,-1 0-36 16,-8-3 58-16,-15-15 126 0,-13-7 20 16,-28-16 30-16,-15-9 25 15,-18-20 62-15,-4-6 124 16,-3-16 36-16,-3-5-3 16,1-15-99-16,4-7-14 15,17-9-66-15,18-7-27 16,26-12-43-16,13-4-34 15,23-8-161-15,13 0-161 0,29-2 100 16</inkml:trace>
  <inkml:trace contextRef="#ctx0" brushRef="#br1" timeOffset="-206005.29">15645 11861 1227 0,'24'0'35'0,"12"-2"0"15,5-3 0-15,8-1 0 16,2-1 0-16,1 4-6 16,-1 1-10-16,-4 3-17 15,-5 3-8-15,-4 2-25 16,-6 2-66-16,-9 3 59 15</inkml:trace>
  <inkml:trace contextRef="#ctx0" brushRef="#br1" timeOffset="-205785.28">15739 12018 2109 0,'54'0'-105'0,"10"-4"-47"15,3-1-7-15,3-1 46 16,0 1 61-16,-9 1 38 16,-5 2-17-16,-14 0-273 15,-3 2 213-15</inkml:trace>
  <inkml:trace contextRef="#ctx0" brushRef="#br1" timeOffset="-203735.6">17047 11652 1012 0,'-14'-4'70'0,"-2"1"46"0,1 3-77 16,0 4-31-16,1 3-2 16,-1 6-1-16,-2 6 3 15,-4 15 13-15,0 6 12 16,0 13 24-16,3 6 5 16,7 4-14-16,7 0-13 0,8-3-22 15,6-4-5 1,11-11-8-16,5-4 2 15,11-14 0-15,3-7 6 0,9-13 7 16,2-7 0-16,6-15 3 16,2-4-12-16,-3-11 0 15,-2-4 3-15,-7-7 6 16,-4-3 6-16,-11-3-1 16,-2-3 4-16,-12-4-15 15,-5-2-6-15,-12-7-3 16,-7-1 3-16,-15 0-6 15,-7 0-3-15,-15 6-9 16,-9 4 0-16,-10 12 4 16,-8 5 14-16,-6 11 29 15,-3 6 13-15,-3 10-3 0,0 6-3 16,1 10-21-16,7 6-9 16,9 10 6-1,9 5-3-15,15 7 0 0,9 5-9 16,12 2-9-16,11 3 6 15,16-2 3-15,8-1 12 16,19-4 11-16,9-3 1 16,17-5 0-16,13-4 9 15,11-8 39-15,2-2 6 0,7-9-4 16,-2-3-19-16,-3-6-47 16,-2-6-9-16,-14-5-2 15,-12-3-7-15,-20 1-42 16,-12-1-70-16,-20-1-103 15,-8 2-103-15,-13 0 224 16</inkml:trace>
  <inkml:trace contextRef="#ctx0" brushRef="#br1" timeOffset="-202502.82">17494 11209 216 0,'-5'-2'53'16,"5"2"55"-16,0 0 1 0,0 0 44 16,0 0-12-16,0 0-27 15,0 0-46-15,0 0-6 16,0 0-2-16,0 0 4 15,1 0 11-15,0 0-3 16,22 9-18-16,-7-4-9 16,9-2-10-16,0 0-2 0,11-3-10 15,-2 0-4-15,5-4-5 16,3 0-4-16,-4 0-1 16,2-1-3-16,-4 0 4 15,-2 2 2-15,-5 0-3 16,-3 1-3-16,-12 2-3 15,-4 0-3-15,-10 0-21 16,0 0 6-16,-7 3 7 16,-9-1 2-16,-3-2 6 15,-6 2 0-15,0 0 0 16,2 0 2-16,-5 3 0 16,1-1 2-16,-1 2-2 15,0 0 0-15,3-1 3 16,1 1 1-16,5-2-3 15,4-1 3-15,6 0 9 16,2 0 6-16,7-3 12 0,0 0 14 16,0 0 13-1,0 21 6-15,5 1 12 0,0 5 5 16,2 12-5-16,1 1-15 16,-1 4-30-16,1 2-15 15,1-2-15-15,1-1-3 16,-2-7-54-16,0-4-60 15,-8-11-250-15,-1-8 255 16</inkml:trace>
  <inkml:trace contextRef="#ctx0" brushRef="#br1" timeOffset="-201376.47">17366 11259 1210 0,'-21'-3'43'15,"0"0"7"-15,4 2-33 16,3 1-15-16,1 0 2 15,8 1-4-15,5-1 2 16,0 0 0-16,0 0 4 0,13 8 5 16,5-6 1-16,14-4 2 15,7-2-3-15,9-2-3 16,7-2 0-16,3 2 1 16,0 2 3-16,-3 1-2 15,-5 2-2-15,-4 2-5 16,-2 2-3-16,-7-1-42 15,-4 2-53-15,-10-1 52 16</inkml:trace>
  <inkml:trace contextRef="#ctx0" brushRef="#br1" timeOffset="-200789.04">18385 11521 441 0,'-5'-8'91'16,"-1"0"68"-16,2 2-52 15,0 0-23-15,1 1-17 16,-1 1 1-16,-2 3-7 16,-2 0-12-16,-4 5-11 0,0 4-3 15,-7 8 14-15,-3 8 11 16,-7 18 13-16,-6 9-3 15,-6 20-20-15,-6 7-11 16,-3 4-6-16,-3-1-9 16,4-10-15-16,4-8-9 15,6-14 0-15,6-8 0 16,4-14-24-16,5-7-33 0,6-17-164 16,6-4 149-16</inkml:trace>
  <inkml:trace contextRef="#ctx0" brushRef="#br1" timeOffset="-200555.97">18000 11595 2064 0,'10'9'221'16,"3"9"56"-16,7 20-256 15,4 11-25-15,4 15-1 16,6 2 7-16,5 0-11 16,4-2-13-16,2-10-60 0,-2-3-54 15,-5-14-202-15,-4-7-92 16,-3-12-10-16,-1-7 247 16</inkml:trace>
  <inkml:trace contextRef="#ctx0" brushRef="#br1" timeOffset="-199436.54">15837 12844 1462 0,'127'0'4'15,"14"-1"-4"-15,15 0 0 16,6-3 0-16,3 2 2 15,12-3-2-15,-3 1 2 16,10 0-2-16,2-1 1 0,-1 1-1 16,-3 0 2-16,-2 1-4 15,-5 1-5-15,-12-1-65 16,-6 0-257-16,-17-3 178 16</inkml:trace>
  <inkml:trace contextRef="#ctx0" brushRef="#br1" timeOffset="-198955.87">16874 13046 1485 0,'235'-13'2'16,"8"0"4"-16,-6 1-4 15,-5 0-2-15,-9 0 0 16,-14 2-2-16,-18 1-25 16,-16 2-72-16,-30 1 58 15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8.0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329 30 10530,'-12'-5'21,"0"0"0,-1 0-1,1 2 1,-1-1 0,0 1-1,0 1 1,0 1 0,-24-1-1,29 3 35,0 0 0,1 0 1,-1 1-1,0 0 0,1 0 0,-1 0 0,1 1 0,-1 1 0,1-1 0,0 1 0,1 0 0,-1 1 0,1 0 0,0 0 0,-11 11 0,10-8 85,0 1-1,0 0 1,1 1-1,0-1 1,1 1-1,0 0 0,1 0 1,0 1-1,0 0 1,1-1-1,1 1 1,-3 16-1,5-21-75,0-1 0,0 1-1,0 0 1,0-1-1,1 1 1,0-1 0,0 1-1,1-1 1,-1 1-1,1-1 1,4 8 0,-4-9-34,1-1 1,-1 1 0,1-1-1,0 0 1,0 1 0,0-1-1,0 0 1,1-1 0,-1 1-1,1-1 1,0 1 0,0-1-1,0 0 1,0 0 0,0-1-1,5 2 1,2-1 42,0 0 0,-1-1 0,1 0 0,0-1-1,0 0 1,0-1 0,-1 0 0,1 0 0,0-1 0,-1-1 0,0 0 0,1 0-1,-1-1 1,0 0 0,16-10 0,-9 4-4,1-1 0,-2-1-1,1 0 1,-2-1 0,0 0 0,0-2 0,18-23 0,-30 34 3,1-1 1,-1 0 0,0 0 0,0 0 0,0 0-1,-1-1 1,0 1 0,0-1 0,0 1 0,-1-1-1,0 0 1,0 0 0,0 0 0,-1 1 0,0-1-1,-1-8 1,1 10 423,-1 4-470,1 0 0,-1 0 0,0 0 0,1 0 0,-1 0 0,0 0 0,1 0 0,-1 0 0,0 0 0,1 0-1,-1 1 1,1-1 0,-1 0 0,0 0 0,1 1 0,-1-1 0,1 0 0,-1 1 0,1-1 0,-1 0 0,1 1 0,-1-1 0,1 1 0,-1-1-1,1 1 1,-1-1 0,1 1 0,0-1 0,-1 1 0,1-1 0,0 2 0,-6 21 262,5-10-220,1 0-1,0 0 1,1-1 0,0 1 0,2 0-1,-1 0 1,1-1 0,1 1 0,0-1-1,1 0 1,0 0 0,1 0 0,1-1 0,7 11-1,-8-14-129,0 0-1,1-1 0,0 0 1,0 0-1,0 0 0,1-1 0,0 0 1,0-1-1,1 0 0,-1 0 1,1-1-1,0 0 0,1 0 1,-1-1-1,1 0 0,-1-1 1,1 0-1,0-1 0,12 1 0,-4-2-372,0-1-1,0-1 0,0-1 0,0 0 0,19-7 0,34-14-515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8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10826,'14'14'91,"-1"1"-1,-1 1 0,0 0 0,-1 1 1,-1 0-1,0 1 0,-1 0 1,-1 0-1,6 23 0,4 34 215,-4 0-1,8 114 1,-9-65 452,-4-56-355,-2-26-190,-2 1 1,-2-1-1,-4 70 0,-6-82 219,-1-21 62,8-9-474,-1 0 1,1 0-1,0-1 1,-1 1-1,1 0 1,-1 0-1,1 0 1,0 0-1,-1-1 1,1 1-1,-1 0 0,1-1 1,0 1-1,0 0 1,-1 0-1,1-1 1,0 1-1,-1-1 1,1 1-1,0 0 1,0-1-1,0 1 1,-1 0-1,1-1 1,0 1-1,0-1 1,0 1-1,0-1 0,-1-3 24,0 0 0,0 1-1,0-1 1,1 0-1,0 1 1,-1-1 0,1 0-1,1 0 1,-1 1-1,1-1 1,-1 0 0,1 1-1,0-1 1,0 0-1,0 1 1,1-1 0,0 1-1,-1 0 1,1 0-1,0-1 1,0 1 0,1 0-1,-1 1 1,1-1-1,3-3 1,3-2 46,0 0 0,0 0 1,1 1-1,0 0 0,1 0 1,16-6-1,-9 5-17,1 1 1,-1 2 0,1-1-1,24-2 1,-33 7-58,0-1 0,-1 2 1,1 0-1,0 0 1,0 0-1,0 1 0,0 1 1,-1 0-1,1 0 1,11 5-1,-18-6-16,0 0 1,0 0-1,0 0 0,-1 1 1,1-1-1,-1 1 1,1 0-1,-1 0 0,1 0 1,-1 0-1,0 0 1,0 0-1,0 1 0,0-1 1,-1 0-1,1 1 1,0 0-1,-1-1 0,0 1 1,0 0-1,0 0 0,0 0 1,0 0-1,-1 0 1,1 0-1,-1 0 0,1 0 1,-2 6-1,0-4-7,0 0-1,0-1 0,-1 1 1,1 0-1,-1 0 1,-1-1-1,1 1 0,-1-1 1,0 1-1,1-1 1,-2 0-1,1 0 0,0-1 1,-1 1-1,0-1 1,-6 5-1,5-4-56,-1 0 1,0 0-1,-1-1 0,1 0 1,-1 0-1,1-1 0,-1 0 1,0 0-1,0 0 0,0-1 1,0 0-1,0 0 0,0-1 1,0 1-1,0-2 0,0 1 1,-13-3-1,13 1-212,1 0 1,-1 0-1,0-1 0,1 0 0,-1 0 1,1 0-1,0-1 0,0 0 0,0 0 1,1 0-1,-1-1 0,1 0 0,0 0 1,0 0-1,1-1 0,0 0 0,-6-9 1,6 8-1,1 1 0,0-1 0,0 0 0,1 0 0,0 0 0,0 0 0,0 0 0,1 0 1,-1-13-1,2 17 111,1-1 1,-1 0 0,1 1 0,-1-1 0,1 1-1,0-1 1,1 1 0,-1 0 0,0-1-1,1 1 1,0 0 0,0 0 0,0 0-1,0 0 1,0 0 0,1 0 0,-1 1-1,1-1 1,-1 1 0,1 0 0,6-4 0,33-14-613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9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9 146 8922,'18'21'1452,"18"28"1,4 6 1103,-34-48-2316,1-1 0,0 0 0,0-1 0,0 0 0,0 0 0,1 0 0,-1-1 0,1 0 0,0-1 0,1 1 0,-1-2 0,1 1 0,14 2 1,-1-2-76,0-1 1,0 0 0,0-2-1,31-3 1,-31 1-131,0-2 1,0-1-1,0 0 1,-1-2-1,41-17 1,-50 18-38,-1 1 1,0-2-1,-1 0 1,1 0-1,-1-1 1,-1 0-1,1 0 1,-2-1-1,1-1 1,-1 1-1,0-1 1,6-13-1,-11 18-31,0 0 0,-1 0 0,0 0 0,0-1 1,-1 1-1,0 0 0,0-1 0,0 0 0,0 1 0,-1-1 0,0 1 0,0-8 0,-1 9-44,0 0-1,0 0 1,0 0 0,0 0 0,-1 0-1,1 0 1,-1 1 0,0-1 0,0 1-1,0-1 1,-1 1 0,1 0 0,-1 0-1,0 0 1,0 0 0,0 0 0,-6-4-1,2 3 16,-1 0 0,0 0 0,0 0 0,0 1 0,0 0-1,-1 1 1,1 0 0,-1 0 0,0 1 0,1 0 0,-1 0 0,0 1-1,0 0 1,0 1 0,1 0 0,-14 3 0,5 0 96,0 1-1,0 1 1,0 0 0,1 1-1,0 1 1,0 0 0,-17 14-1,-3 4 83,3 2 0,0 2-1,2 0 1,1 3-1,2 0 1,1 2-1,-27 45 1,44-65 3,1 0 1,1 1-1,0 0 1,1 1 0,1-1-1,-7 32 1,12-44-89,0 0 1,1 0-1,-1 0 0,1 0 0,0 1 1,0-1-1,0 0 0,1 0 1,0 0-1,-1 0 0,1 0 1,1 0-1,-1 0 0,1 0 1,-1 0-1,1-1 0,0 1 0,0-1 1,1 1-1,-1-1 0,1 0 1,0 0-1,0 0 0,0 0 1,0 0-1,0 0 0,0-1 1,1 0-1,-1 0 0,1 0 1,0 0-1,0 0 0,0-1 0,-1 0 1,8 2-1,6 1 3,1-1 1,0-1-1,-1 0 0,1-1 0,0-1 0,0-1 1,0-1-1,28-5 0,-2-3-289,0-2 1,54-23-1,-42 12-863,0-3-1,52-34 1,-77 41 213,0-3 0,-2 0 1,0-2-1,40-44 0,-17 6 42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9.4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 11498,'-1'0'53,"1"0"0,0 1-1,-1-1 1,1 1-1,-1-1 1,1 1 0,0-1-1,-1 1 1,1-1-1,0 1 1,-1-1 0,1 1-1,0-1 1,0 1-1,0-1 1,0 1 0,0 0-1,-1-1 1,1 1-1,0-1 1,0 1 0,0 0-1,0-1 1,1 1-1,-1-1 1,0 1 0,0 0-1,0-1 1,0 1-1,1-1 1,-1 2 0,11 22 896,-9-21-844,39 67 770,-23-42-558,15 33 0,-12-12-18,-3 0 1,16 65-1,13 107 70,-7-28-329,-21-124-157,10 53-1903,-29-121 1934,1 0 0,-1 0 1,0 0-1,0 0 0,1 0 0,-1 0 0,0 0 0,0 0 0,0 0 0,0 0 0,0 0 0,0 0 1,0 0-1,-1 0 0,1 0 0,0 0 0,0-1 0,-1 1 0,1 0 0,-1 0 0,1 0 1,-1 0-1,1 0 0,-1 0 0,0-1 0,1 1 0,-1 0 0,0 0 0,1-1 0,-2 1 1,1-1-8,-1 1 0,1-2 0,0 1 0,0 0 0,-1 0 0,1 0 0,0-1 0,-1 1 0,1 0 0,0-1 0,0 1 0,0-1 0,0 1 0,-1-1 0,1 0 0,0 0 0,0 1 0,0-1 0,0 0 0,-1-2 0,-19-22-757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9.6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13099,'17'4'1408,"16"13"144,10 7-399,7 27-513,7 7-112,-3 25-272,-1 12-80,-2 9-88,-1 0 16,-7-11-120,-5-8-104,-9-24-136,-6-15-240,-11-25-384,-8-37-2617,-15-11 432,-18-27 2193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00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1 321 12979,'0'0'31,"0"1"0,1 0 1,-1-1-1,1 1 0,-1-1 1,1 1-1,-1-1 0,1 1 1,0-1-1,-1 0 0,1 1 1,-1-1-1,1 0 0,0 1 0,-1-1 1,1 0-1,0 0 0,0 0 1,-1 1-1,1-1 0,0 0 1,-1 0-1,1 0 0,0 0 1,0 0-1,-1 0 0,1-1 1,0 1-1,0 0 0,32-6 669,-24 3-643,415-118-123,-128 32-18,3 24 10,-261 60-29,46-1 0,-74 5 55,0 2 1,0-1-1,0 1 0,0 1 0,0-1 0,0 2 0,-1 0 1,1 0-1,15 7 0,-22-8 32,-1-1 1,1 1-1,-1 0 1,1 0-1,-1 0 1,0 0-1,1 0 1,-1 1-1,0-1 1,0 1-1,-1-1 1,1 1-1,-1 0 1,1 0-1,-1 0 1,0-1-1,1 6 1,-1-3 7,0-1 0,-1 1 0,0 0 0,0 0 1,0-1-1,0 1 0,-1 0 0,0 0 0,0-1 0,-2 8 1,-1-2 90,-1 0 0,1-1-1,-1 1 1,-1-1 0,0 0 0,0-1 0,0 1 0,-1-1 0,-12 10 0,-6-2 713,23-15-106,9-11-60,2-3-605,-1-1-1,0 0 1,-1 0-1,0 0 0,-1-1 1,4-16-1,-9 26-25,0 1-1,0 0 1,0-1-1,-1 1 0,0-1 1,0 1-1,0-1 1,-1 1-1,1 0 1,-1-1-1,0 1 1,-2-7-1,1 8-2,1 1 0,-1-1 0,0 0 0,0 0 0,0 1-1,0-1 1,-1 1 0,1 0 0,-1 0 0,1 0 0,-1 0 0,0 0-1,0 1 1,1-1 0,-1 1 0,0-1 0,-1 1 0,1 0 0,-5-1 0,1 1 4,-1 0 1,1 0 0,-1 1-1,0 0 1,0 0 0,1 1-1,-1 0 1,0 0 0,1 1-1,-1 0 1,1 0 0,0 1-1,0 0 1,0 0 0,0 1-1,0 0 1,-10 8 0,10-8-2,0 2 0,0-1 0,1 1 0,0 0 0,1 0 0,-1 0 0,1 1 0,0 0 0,1 0 0,-1 0 0,1 1 0,1 0 0,0-1 0,0 1 0,0 0 0,-1 10 1,3-14-12,1-1 1,0 1 0,0 0 0,0-1-1,0 1 1,0 0 0,1-1 0,0 1 0,0-1-1,0 1 1,0-1 0,0 1 0,1-1-1,-1 0 1,1 1 0,2 2 0,-1-2-12,1 0 0,0 0 1,-1-1-1,1 1 1,1-1-1,-1 0 0,0 0 1,1 0-1,-1-1 0,7 3 1,4 0-26,2 0 0,-1 0 0,0-2-1,1 0 1,32 1 0,-16-3 59,-1-2-1,1-1 1,54-11-1,-30-1 17,63-23 0,-108 32-15,-9 4-3,-1-1 1,1 1-1,0 0 0,0 0 0,0 0 1,0 0-1,1 1 0,-1-1 0,0 1 1,0 0-1,0 0 0,5 0 0,-7 1-5,-1-1 0,1 1 1,-1-1-1,1 1 0,-1-1 0,1 1 0,-1-1 0,0 1 0,1-1 0,-1 1 0,0 0 0,1-1 0,-1 1 0,0-1 0,0 1 0,1 0 0,-1-1 0,0 1 0,0 0 0,0 0 0,0-1 0,0 1 0,0 0 0,0-1 1,0 1-1,0 0 0,0-1 0,-1 1 0,1 1 0,-6 22 79,5-23-80,-8 25 99,-2 0-1,-1-1 0,-2 0 0,-25 37 0,-78 82 1743,115-141-1320,10-15 394,33-49-1779,40-80 1,-54 89-959,2 2 1,2 0-1,56-66 1,-18 47-319,4 11 744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00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13907,'29'28'1056,"6"17"-368,3 10-568,-2 21-312,-3 5-64,-7 6 16,-7-1 96,-9 1 96,-4-4 48,-8-14-24,-7-9-120,-5-20-480,-5-12-352,-5-18-312,0-10-17,-11-14 753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01.3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1 716 6641,'2'-4'278,"0"1"0,0-1 0,1 1 0,0-1 0,-1 1 0,1 0 0,1 0 0,-1 0 0,0 0-1,1 1 1,-1-1 0,1 1 0,0 0 0,6-3 0,0 0-126,18-10 69,2 1 0,-1 2 0,62-17 0,99-7-23,-160 32-67,1 0 0,-1 3 0,1 0 0,0 2 1,37 5-1,-62-5-113,-1 0 1,1 0-1,-1 0 1,1 1 0,-1 0-1,1 0 1,-1 1-1,0-1 1,0 1 0,0 0-1,0 0 1,-1 1-1,1 0 1,-1-1-1,0 1 1,0 1 0,0-1-1,-1 1 1,0-1-1,0 1 1,0 0-1,0 0 1,-1 0 0,1 1-1,-1-1 1,-1 1-1,1-1 1,1 9 0,-2-4 33,1 0 1,-1 0 0,-1 1-1,1-1 1,-2 0 0,0 1-1,-2 11 1,3-20-51,-1-1 0,1 0-1,0 0 1,-1 0 0,1 0 0,-1 1-1,1-1 1,-1 0 0,0 0 0,1 0 0,-1 0-1,0-1 1,0 1 0,0 0 0,1 0-1,-1 0 1,0 0 0,0-1 0,0 1 0,0-1-1,-1 1 1,1-1 0,-2 2 0,1-2-3,0 0 1,0 0 0,0 0-1,0 0 1,1-1 0,-1 1-1,0 0 1,0-1 0,0 1-1,0-1 1,1 0 0,-1 0-1,-3-1 1,0-1-8,0-1 0,1 1-1,-1-1 1,1 0 0,-1 0 0,1 0-1,0-1 1,-4-6 0,2-2-7,0 1 0,1-1 0,1-1 1,0 1-1,1-1 0,0 1 0,1-1 0,1 0 1,0 0-1,1 0 0,0 0 0,1 0 0,0 1 0,5-19 1,2 1 15,1-1 1,1 2 0,2-1-1,1 2 1,17-30 0,-14 31-37,1 0 0,1 1 0,2 1 0,1 1 0,0 1 0,30-25 0,-39 39 26,1 0 1,0 0-1,0 2 1,1-1-1,0 2 1,1 0-1,-1 0 1,1 1 0,1 1-1,-1 1 1,1 0-1,0 1 1,0 1-1,20-1 1,-28 3 34,0 1 0,-1 0 0,1 0 0,0 0 0,-1 1 0,1 1 0,-1-1 1,0 1-1,1 0 0,-1 1 0,-1 0 0,1 0 0,0 0 0,-1 1 0,0 0 0,0 0 0,-1 1 1,1-1-1,-1 1 0,0 0 0,-1 1 0,7 10 0,0 4 71,0 1-1,-2 1 1,0-1 0,-2 1-1,10 47 1,-5 9-72,-2-1 1,-2 81-1,-8-148-114,1-6-28,-1 0 0,0 0 0,0 1 0,-1-1 0,1 0 0,-1 0 0,-1 1 0,-2 7 1,4-12 88,0-1 0,-1 1 0,1-1 0,-1 1 0,1-1 0,-1 1 0,1-1 0,-1 1 0,1-1 0,-1 0 0,1 1 0,-1-1 0,1 0 0,-1 1 0,0-1 0,1 0 0,-1 0 0,1 0 0,-1 1 1,0-1-1,1 0 0,-1 0 0,0 0 0,1 0 0,-1 0 0,0 0 0,1 0 0,-1-1 0,0 1 0,1 0 0,-1 0 0,0 0 0,1-1 0,-1 1 0,1 0 0,-1 0 0,1-1 0,-1 1 0,1-1 1,-1 1-1,1-1 0,-1 1 0,0-1 0,-28-25-275,25 22 182,-50-47-663,-94-96-1099,145 144 1915,-3-3 127,0-1 0,0 0 0,-5-9 0,10 15-109,0 0 0,0 0 0,1 0 0,-1 0 0,0 0 0,1-1 1,-1 1-1,1 0 0,0 0 0,-1 0 0,1 0 0,0-1 0,-1 1 0,1 0 1,0 0-1,0 0 0,0-1 0,0 1 0,0 0 0,1 0 0,-1-1 1,0 1-1,1 0 0,-1 0 0,0 0 0,1 0 0,-1 0 0,1-1 0,0 1 1,-1 0-1,1 0 0,0 0 0,1-1 0,6-2 147,0 1 0,0 0 0,0 0 0,1 0 0,-1 1 0,1 1 0,0-1 0,13 1 0,-18 0-135,433-28 1730,-101 10-2565,-198 6 489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49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0 5201,'-12'30'840,"-2"2"633,2 8-297,3 10-368,2 9-80,7 12-184,5 12-80,7 21-200,0 13-96,1 16-103,0 2-25,1-14-24,7-15-16,-4-30-56,2-14-137,-5-22-591,-10-14-880,-15-24 984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0.0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8210,'0'0'1320,"20"26"-1072,-9 3 72,-3 18 72,1 8-40,-5 18-88,1 5-120,-5 1-120,0-1-64,0-11-288,2-4-200,-2-17-632,-2-4-464,-9-15-713,-1-8 1025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0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9106,'0'0'424,"0"2"72,14 27-264,0 6-80,1 6 0,2 25 56,-1 12-24,-6 15-16,-1 6 16,-9 3-56,0-4-24,0-11-72,2-9-64,-2-28-272,0-12-336,-5-23 392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1.6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98 9250,'2'6'57,"1"-1"1,0 1-1,0-1 0,1 1 1,-1-1-1,1 0 0,0 0 1,1-1-1,-1 1 0,1-1 0,0 0 1,9 6-1,-6-6-46,0 0-1,1 0 1,-1-1-1,1 0 1,-1 0 0,1-1-1,0 0 1,11 0-1,-1 0 7,1-2 1,0-1-1,0-1 0,-1 0 0,1-1 0,-1-1 0,30-11 1,179-84 314,-130 52-766,-91 44 23,1-1 0,-1 2 0,0-1 0,1 1 0,-1 0 1,1 1-1,0 0 0,0 0 0,-1 1 0,11 0 0,-14 1 255,-1-1 1,1 1-1,-1 0 1,0 0-1,1 0 1,-1 1-1,0-1 1,0 1 0,1-1-1,-1 1 1,-1 0-1,1 1 1,0-1-1,0 0 1,-1 1-1,1-1 1,-1 1-1,0 0 1,0 0-1,0 0 1,0 0-1,-1 0 1,1 0 0,1 5-1,-1-2 512,-1 1-1,1 0 1,-1-1-1,0 1 1,-1 0-1,0 0 1,0 0-1,0 0 1,-1-1-1,0 1 1,0 0 0,-1 0-1,0-1 1,0 1-1,-1-1 1,1 0-1,-1 0 1,-1 0-1,-6 10 1,10-15-295,-1 0 0,0 0-1,0-1 1,1 1 0,-1 0 0,0 0 0,0-1 0,0 1-1,0 0 1,1-1 0,-1 1 0,0-1 0,0 1 0,0-1-1,0 0 1,0 1 0,-1-1 0,1 0 0,0 0 0,-2 1-1,2-10 438,0-3-435,1 0-1,0 0 1,1 0 0,0 0-1,5-19 1,-1 12 20,-6 33 57,-1 26 58,6-12-88,2 0-1,1 0 0,2 0 0,14 34 0,-21-57-77,0 0-1,1 0 1,-1 0 0,1 0 0,0 0 0,0-1-1,1 1 1,-1-1 0,1 0 0,0 0 0,0-1-1,0 1 1,1-1 0,-1 1 0,1-2 0,-1 1-1,7 2 1,-6-3 12,-1-1-1,1 0 1,0 0 0,0 0-1,1 0 1,-1-1 0,0 0-1,0 0 1,0-1 0,0 1-1,0-1 1,0 0 0,0 0-1,0-1 1,0 0 0,-1 1-1,1-2 1,6-3 0,3-2-28,-1-1 1,0-1-1,0 0 1,-1-1-1,0-1 1,-1 0-1,17-24 1,-20 26-9,-2 0-1,1-1 1,-1 0 0,-1 0 0,0-1-1,0 1 1,-1-1 0,-1 0-1,0 0 1,3-22 0,-6 29-8,0 0 1,0 0 0,0 0-1,-1 0 1,0 0-1,0 0 1,0 0-1,0 0 1,-1 1-1,0-1 1,0 0 0,0 1-1,-1 0 1,1-1-1,-1 1 1,0 0-1,0 0 1,-1 0-1,1 1 1,-1-1-1,0 1 1,1 0 0,-2 0-1,1 0 1,0 1-1,0-1 1,-1 1-1,-6-2 1,1 0 1,0 1 0,-1 1 0,1 0 0,-1 0 1,0 1-1,1 0 0,-1 1 0,0 0 0,1 1 0,-1 0 1,0 1-1,-14 4 0,4 1-61,1 1-1,0 1 1,0 0 0,1 2 0,-25 18-1,16-8-583,1 0-1,-38 41 0,46-39 162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2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1 194 10378,'7'12'138,"-1"-1"1,0 1-1,0 0 0,-1 1 0,-1-1 1,4 17-1,8 77-456,-12-72 556,11 49 1,-15-82-233,1 3 20,0 0 1,1 0-1,-1 0 1,1 0-1,3 7 1,-4-10-28,-1 0 0,1-1 1,0 1-1,-1 0 1,1-1-1,0 1 1,-1 0-1,1-1 0,0 1 1,0-1-1,-1 1 1,1-1-1,0 0 1,0 1-1,0-1 0,0 0 1,0 1-1,0-1 1,0 0-1,0 0 0,-1 0 1,1 0-1,0 0 1,0 0-1,0 0 1,0 0-1,0 0 0,0-1 1,0 1-1,0 0 1,0-1-1,1 0 0,1 0-7,1-1 0,-1 0 0,0 0 0,0-1 0,0 1 0,0 0 0,0-1 0,-1 0 0,1 0 0,2-4 0,22-36-59,-15 20 41,22-35 0,-2-1 1,25-69-1,-56 125 128,0 4-85,0 0-1,0 0 0,-1 0 0,1 0 0,0 0 1,0 0-1,-1 0 0,1 0 0,-1 0 0,1 0 1,-1 0-1,1 0 0,-1 1 0,4 13 93,-1-1 1,2 18-1,4 19 153,0-14 207,15 35 1,-20-62-258,0 0 1,0 0-1,1-1 1,1 1-1,0-1 0,0-1 1,1 1-1,11 10 1,-15-16-92,0 0 0,0-1 1,0 0-1,0 0 0,0 0 0,1 0 0,-1-1 1,1 1-1,0-1 0,-1 0 0,1 0 1,0 0-1,0 0 0,-1-1 0,1 1 0,6-1 1,-5-1-19,1 0-1,-1 0 1,0 0 0,1-1 0,-1 1 0,0-1 0,0-1 0,0 1 0,0-1 0,7-5 0,-4 2-60,-1 0 1,1 0 0,-1-1 0,-1 0 0,1-1 0,-1 1 0,-1-1 0,1 0 0,-1-1 0,-1 1 0,0-1-1,6-17 1,-7 13-45,-1 0-1,0-1 0,-1 1 1,-1-1-1,0 0 0,-1 1 0,0-1 1,-1 1-1,-1 0 0,0-1 0,-5-12 1,-6-13-882,-2 1 0,-26-46-1,38 77 632,-13-29-1371,16 34 1502,1 0-1,-1 0 1,1 0 0,0 0 0,-1 0-1,1 1 1,0-1 0,0 0 0,0 0-1,0 0 1,0 0 0,1 0 0,-1 0-1,0 0 1,1 0 0,0 1 0,1-4-1,11-7-304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3.2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281 49 9338,'-24'-47'1498,"24"46"-1488,0 1 0,-1 0 1,1 0-1,0 0 0,-1 0 0,1 0 1,0-1-1,-1 1 0,1 0 1,-1 0-1,1 0 0,0 0 1,-1 0-1,1 0 0,0 0 0,-1 0 1,1 0-1,0 1 0,-1-1 1,1 0-1,-1 0 0,1 0 0,0 0 1,0 0-1,-1 1 0,1-1 1,0 0-1,-1 0 0,1 1 1,0-1-1,0 0 0,-1 0 0,1 1 1,0-1-1,0 0 0,-1 0 1,1 1-1,0-1 0,0 0 1,0 1-1,0-1 0,0 1 0,-3 6 19,1 0-1,0-1 1,1 1-1,-1 0 0,1 13 1,-2 1 22,-24 497 596,27-493-630,4 235 204,1-185-26,22 106 0,-21-162-268,-6-19 65,0 0 0,0 0 0,1 0 0,-1 0 1,0-1-1,0 1 0,0 0 0,1 0 0,-1 0 0,0 0 1,0 0-1,0 0 0,0 0 0,1 0 0,-1 0 0,0-1 1,0 1-1,0 0 0,0 0 0,0 0 0,1 0 0,-1 0 1,0-1-1,0 1 0,0 0 0,0 0 0,0 0 0,0-1 0,0 1 1,0 0-1,0 0 0,0 0 0,0 0 0,0-1 0,0 1 1,0 0-1,0 0 0,0 0 0,0-1 0,0 1 0,0 0 1,2-36-330,-5 15 277,0 1 1,-2 0-1,0-1 0,-2 2 1,0-1-1,-18-32 1,8 21 56,-1 1 0,-1 1 1,-28-31-1,44 57 8,1 0 0,-1 0 0,1 0 0,-1 1 0,0-1 0,0 1 0,0 0 0,-1-1 0,1 1 0,0 1 0,-6-3 1,8 4-4,0 0 1,0-1 0,0 1 0,0 0 0,0 0 0,0 0 0,0 0 0,0 1 0,0-1 0,0 0 0,1 0 0,-1 0 0,0 1 0,0-1 0,0 1 0,0-1 0,0 0-1,-1 2 1,1-1 2,-1 1 0,0 0-1,1-1 1,0 1-1,-1 0 1,1 0-1,0 0 1,0 0-1,0 0 1,-1 4 0,-3 7 11,1 0 1,1 1 0,0 0 0,1 0-1,0-1 1,1 1 0,1 0 0,0 0-1,1 0 1,0 0 0,1 0 0,1 0-1,0-1 1,10 25 0,-9-27 2,1 0 1,0-1-1,1 1 0,0-1 0,1-1 1,0 1-1,1-1 0,0 0 1,0-1-1,1 0 0,0 0 1,0-1-1,1 0 0,0-1 0,0 0 1,0 0-1,22 7 0,-14-7 26,1-1-1,-1-1 1,1-1-1,0-1 1,0-1-1,1 0 0,-1-1 1,0-2-1,32-5 1,-25 2-9,0-2 0,-1-1 0,1-1 0,-2-1 1,0-1-1,32-19 0,-46 24-36,-2 0 0,1 0 0,-1-1 0,0 0-1,0 0 1,11-15 0,-17 20 5,-1 0-1,1 0 1,-1-1-1,1 1 1,-1 0-1,0-1 1,0 1-1,0 0 1,0-1-1,0 0 1,-1 1-1,1-1 1,-1 1-1,0-1 1,0 0-1,0 1 1,0-1-1,0 1 1,0-1-1,-1 0 1,1 1-1,-1-1 1,0 1-1,0-1 1,0 1-1,0-1 1,0 1-1,0 0 1,-1-1-1,1 1 1,-1 0-1,-1-2 1,-1 0 42,1 0 0,-1 0 0,0 1 0,0 0 0,-1-1-1,1 1 1,-1 1 0,1-1 0,-1 1 0,0-1 0,0 1 0,0 1 0,0-1 0,-10-1 0,15 3-43,-1 0 0,0 1 0,0-1 0,0 0-1,0 0 1,1 1 0,-1-1 0,0 1 0,0-1 0,1 0 0,-1 1 0,0 0 0,1-1-1,-1 1 1,1-1 0,-1 1 0,1 0 0,-1-1 0,1 1 0,-1 0 0,1-1 0,-1 1-1,1 0 1,0 0 0,-1 0 0,1-1 0,0 2 0,-5 22 11,5-18-15,-1 1 0,1-1 0,1 1 0,-1-1 0,1 1 0,0-1 0,1 1 0,-1-1 0,1 0 0,0 0 0,1 0 0,0 0 0,0 0 0,0 0 0,8 10 0,-8-13 3,1 1-1,-1 0 1,1-1 0,0 1-1,1-1 1,-1 0 0,0-1-1,1 1 1,-1-1 0,1 0-1,0 0 1,0 0 0,0 0-1,0-1 1,0 0 0,0 0-1,0-1 1,0 1 0,1-1-1,8-1 1,-1-1-1,0 0 1,-1-1-1,0-1 0,1 0 1,-1 0-1,-1-2 1,1 1-1,-1-1 0,0-1 1,20-15-1,-23 16-21,-1 0-1,0-1 1,0 0-1,0 0 1,-1 0 0,0-1-1,0 0 1,-1 0 0,0-1-1,-1 1 1,0-1-1,0 0 1,0 0 0,-1-1-1,1-9 1,-3 14 18,0-1 0,-1 1 0,0-1 0,0 1-1,0 0 1,-1-1 0,0 1 0,0 0 0,0-1 0,-1 1 0,1 0 0,-1 0 0,-1 0 0,1 0-1,-1 0 1,1 1 0,-2-1 0,1 1 0,0 0 0,-6-6 0,3 5-17,-1 0 1,0 0-1,0 0 0,0 1 1,-1 0-1,1 0 1,-1 1-1,0 0 0,0 0 1,0 1-1,0 0 1,-14-1-1,5 1-58,-1 1-1,1 0 1,-1 2-1,1 0 1,0 1 0,-1 1-1,1 0 1,0 1-1,1 1 1,-1 1 0,1 0-1,0 2 1,0-1 0,1 2-1,0 0 1,1 1-1,0 0 1,0 1 0,1 1-1,0 0 1,-12 15 0,-3 15-161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4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1 132 7810,'1'7'1800,"26"176"-599,8 40-279,-34-216-867,0-1 0,1 1 1,0-1-1,0 0 0,1 0 0,-1 0 0,1 0 0,1-1 1,6 11-1,-9-15-31,1 1 0,-1-1 0,1 1-1,0-1 1,-1 0 0,1 0 0,0 0 0,0 0 0,0 0 0,0 0 0,0 0 0,0 0 0,0-1 0,0 1 0,0-1 0,0 0 0,1 1 0,-1-1 0,0 0 0,0 0 0,0 0-1,0-1 1,0 1 0,0 0 0,1-1 0,-1 0 0,0 1 0,0-1 0,0 0 0,0 0 0,-1 0 0,1 0 0,3-3 0,5-3-4,-1 0 0,-1 0 0,1-1 1,-1 0-1,0-1 0,-1 0 0,0 0 1,-1-1-1,11-19 0,-6 6-21,-1 1-1,-1-1 0,9-41 1,-13 40 34,-2-1 1,-1 0-1,0-26 0,-2 48 134,-1 3-157,1 0-1,-1 1 1,1-1 0,-1 0 0,1 1-1,-1-1 1,1 1 0,-1-1 0,1 0 0,0 1-1,-1-1 1,1 1 0,0 0 0,-1-1-1,1 1 1,0-1 0,0 1 0,-1-1-1,1 1 1,0 0 0,0-1 0,0 1-1,0-1 1,0 1 0,0 0 0,0-1 0,0 1-1,0 0 1,0 19 83,2-7-19,1 0 1,0-1-1,0 0 0,2 1 1,-1-1-1,1-1 0,1 1 0,0-1 1,1 0-1,0 0 0,10 11 1,-12-16-15,1 1 0,0-1 0,0-1 0,1 1 0,0-1 0,0-1 0,0 1 0,0-1 0,0 0 0,1-1 0,0 1 0,0-2 0,0 1 0,0-1 0,0 0 0,1-1 0,15 1 0,-10-3 18,0 0-1,-1-1 1,1 0-1,-1-1 0,0-1 1,0 0-1,0-1 1,0 0-1,22-14 0,-16 8-51,-2-1 0,1-1-1,-2 0 1,0-2 0,23-25 0,-34 34-40,-1 0 0,1 0 0,-2 0 0,1 0 1,-1-1-1,0 0 0,0 1 0,0-1 0,-1 0 1,0 0-1,-1-1 0,1-7 0,-1 13-1,-1-1-1,0 0 0,0 0 0,-1 1 1,1-1-1,0 0 0,-1 1 1,0-1-1,1 0 0,-1 1 1,0-1-1,-1 1 0,1-1 1,0 1-1,-1 0 0,1-1 1,-1 1-1,0 0 0,1 0 1,-1 0-1,0 0 0,0 0 1,-1 1-1,1-1 0,0 1 1,0-1-1,-1 1 0,1 0 1,-1 0-1,1 0 0,-1 0 0,0 0 1,1 1-1,-6-1 0,7 0 14,-1 1 0,0-1-1,0 1 1,0 0 0,1 0-1,-1 0 1,0 0 0,0 0-1,0 0 1,1 0 0,-1 1-1,0-1 1,0 1-1,1-1 1,-1 1 0,0 0-1,1 0 1,-1-1 0,1 1-1,-1 0 1,1 1 0,-1-1-1,1 0 1,0 0 0,-1 0-1,1 1 1,0-1-1,0 1 1,0-1 0,0 1-1,0-1 1,1 1 0,-1 0-1,0-1 1,1 1 0,-1 0-1,1 0 1,-1-1 0,1 1-1,0 0 1,0 0-1,0 0 1,0-1 0,0 1-1,0 0 1,0 0 0,1-1-1,-1 1 1,1 0 0,-1 0-1,1-1 1,0 1 0,0 0-1,0-1 1,1 3-1,2 2 13,0-1-1,1 0 1,-1-1-1,1 1 0,0-1 1,0 0-1,1 0 1,-1-1-1,1 1 0,0-1 1,-1 0-1,1-1 1,1 0-1,-1 0 0,0 0 1,0 0-1,1-1 0,12 1 1,-1-1 32,-1 0-1,1-1 1,0-1-1,0-1 1,31-7 0,-29 4-12,-1-1 0,0-1 0,0 0 0,-1-2 0,0 0 0,25-17 0,-34 19-23,1 0 1,-1 0 0,0-1 0,-1 0 0,0-1 0,0 0-1,-1 0 1,0-1 0,-1 0 0,0 0 0,0 0 0,6-17 0,-11 23-14,1-1 0,-1 0 0,0 0 1,0-1-1,-1 1 0,0 0 0,0 0 1,0 0-1,0 0 0,-1 0 0,-1-8 1,1 10-12,0 1 0,0-1 0,0 0 0,0 1 0,-1-1 0,1 1 0,-1-1 0,1 1 0,-1 0 0,0 0 0,0 0 0,0 0 0,0 0 0,0 0 0,-1 0 0,1 1 0,0-1 0,-1 1 0,0 0 0,1-1 0,-1 1-1,-3-1 1,1 1-12,-1-1-1,0 1 0,0 0 0,0 1 1,0-1-1,-1 1 0,1 0 0,0 1 0,0 0 1,0-1-1,0 2 0,0-1 0,1 1 1,-10 3-1,7 0 24,-1-1 0,1 1 0,0 1 0,1 0-1,-1 0 1,1 0 0,0 1 0,-9 11 0,2 1 37,1 1-1,0 1 1,1 0-1,2 0 0,0 1 1,-11 37-1,14-34-17,0-1-1,2 1 1,1 1 0,1-1-1,1 0 1,1 1-1,4 38 1,-1-51-15,0 0 0,1 0 1,0 0-1,1 0 0,1-1 1,0 1-1,0-1 0,1 0 1,1-1-1,0 1 0,0-1 1,1-1-1,1 1 0,0-2 1,0 1-1,13 9 0,-6-7-73,1-1-1,0 0 0,0-2 1,1 0-1,0-1 0,1 0 1,0-2-1,0 0 0,1-2 1,-1 0-1,30 2 0,-14-4-558,0-2 0,0-1-1,0-2 1,0-1-1,61-17 1,16-13-285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5.4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330 1 12523,'31'312'1847,"-3"-72"-1806,-26-202-19,19 161 103,-18-179-113,2-1-1,0 1 1,1-1 0,1 0-1,1-1 1,0 0-1,19 30 1,-2-21 8,-23-25-87,0-1 0,0 1 0,0-1 0,0 1 0,0-1 0,0 0 0,1 0 0,-1 0 0,0 0 0,1 0-1,-1 0 1,1-1 0,3 1 0,-7-4-444,1 0 463,-1 1 0,0 0 0,1-1 0,-1 1-1,0 0 1,-1 0 0,1 0 0,0-1-1,-1 1 1,1 1 0,-1-1 0,1 0 0,-1 0-1,0 0 1,0 1 0,0-1 0,-4-1-1,-46-25-71,37 21 72,-21-11 9,-77-23 0,94 35 49,-1 2 1,1 0 0,-1 1-1,0 1 1,0 0 0,-21 2-1,35 1 5,-1-1-1,1 1 1,0 0-1,0 1 0,0-1 1,1 1-1,-1 0 1,0 1-1,1 0 0,-1-1 1,1 2-1,0-1 1,0 0-1,0 1 0,0 0 1,1 0-1,0 1 1,0-1-1,0 1 1,0 0-1,1 0 0,-1 0 1,1 1-1,1-1 1,-1 1-1,1-1 0,0 1 1,0 0-1,0 0 1,1 0-1,0 0 1,0 0-1,1 0 0,0 0 1,0 0-1,0 0 1,1 1-1,-1-1 0,2 0 1,-1 0-1,1 0 1,0-1-1,0 1 1,0 0-1,1-1 0,4 8 1,-1-5 29,0-1-1,0 0 1,1-1 0,0 0 0,0 0 0,0 0 0,1-1-1,0 0 1,0-1 0,0 0 0,0 0 0,1 0 0,-1-1-1,1 0 1,0-1 0,12 2 0,9 0 101,1-1-1,-1-1 1,50-4 0,-27-2-2,0-3 0,-1-3-1,91-27 1,-57 6 94,114-56-1,-174 73-191,1-1-1,-2-1 1,0-1 0,-1-1-1,0-1 1,30-33-1,-39 38 168,-14 13 148,-1 2 27,5-15-209,1-4-104,0 1 0,-2-1 1,0 0-1,-1 0 0,1-21 1,-4 33-52,0 0 1,-1 0-1,1 0 1,-1 1 0,0-1-1,0 0 1,-1 1-1,0-1 1,-5-9-1,6 12-17,-1 0-1,0 0 1,-1 0-1,1 1 0,0-1 1,-1 1-1,1 0 1,-1-1-1,0 1 0,0 1 1,0-1-1,0 0 0,0 1 1,0-1-1,0 1 1,0 0-1,-1 0 0,-4-1 1,1 1 13,-1 0 0,1 1 0,-1 0 0,1 0 0,-1 1 0,1 0 0,0 0 0,-1 0 1,1 1-1,0 1 0,0-1 0,0 1 0,0 0 0,0 0 0,1 1 0,-1 0 0,1 0 0,0 1 1,1-1-1,-1 1 0,-8 11 0,2-3 36,1 1-1,0 0 1,1 1 0,1 1-1,0-1 1,1 1 0,1 1-1,-5 18 1,7-22-9,2 0 0,0 1 0,0 0 0,1-1 0,1 1 0,0 0 0,1 0 0,3 27 0,-2-35 1,1 1-1,0 0 1,0-1 0,0 0 0,1 1-1,0-1 1,0 0 0,0 0 0,1 0 0,0-1-1,0 1 1,0-1 0,1 0 0,0 0 0,0-1-1,0 1 1,1-1 0,-1 0 0,1-1-1,7 4 1,4 1 21,0-1 0,0-1 0,1-1 0,0-1 0,0 0 0,0-1-1,0-1 1,0-1 0,0-1 0,1 0 0,31-5 0,-26 1-79,0-1 0,-1-1 1,0-1-1,0-1 0,0-1 0,-1-1 0,0-1 1,28-19-1,-38 21-167,0 0 0,-1-1 1,0 0-1,-1-1 0,0 0 1,0 0-1,-1-1 0,-1 0 0,13-26 1,-12 17-537,0 0 1,-2 0-1,-1-1 1,0 1-1,4-44 1,-7 19-712,-2-1 1,-7-81-1,-13-10 1469,18 133-44,-4-29 91,-1 0 1,-2 0 0,-12-32 0,18 62 467,1 8 86,0 3-480,0 1 1,0-1-1,1 0 0,0 0 0,0 0 0,0 1 1,1-1-1,1 0 0,-1 0 0,1 0 1,4 10-1,1 11 103,15 61-44,122 551-1093,-144-634-593,-4-6 783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7.1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1 412 19252,'2'2'69,"0"0"1,0-1-1,0 1 0,0 0 1,1-1-1,-1 1 0,0-1 1,1 0-1,0 0 0,-1 0 1,1 0-1,-1-1 1,1 1-1,5 0 0,42-1-150,-43 0 74,35-4-191,-1-2 0,79-21 0,80-38-70,-155 50 149,42-17-313,96-29-2602,-178 60 2888,36-6-766,-40 7 868,1 0 0,-1 0 1,1 0-1,0 0 1,-1 0-1,1 1 0,-1-1 1,0 0-1,1 1 1,-1-1-1,1 1 0,-1-1 1,1 1-1,-1 0 1,0 0-1,0 0 0,1-1 1,-1 1-1,0 0 1,0 1-1,0-1 0,0 0 1,1 2-1,2 6-24,-2 1 0,1-1 1,-1 1-1,-1 0 0,0 0 0,0 0 0,-1-1 0,0 1 0,-2 11 0,1 21 102,2-30-15,-2 3 11,2 1 0,0-1 0,1 0 0,0 0 0,1 1 0,1-2 0,6 16-1,-10-29-5,1 0-1,-1 0 1,1 0-1,-1 0 1,1 0-1,-1 0 1,1 0-1,0 0 1,0 0-1,-1 0 0,1 0 1,0 0-1,0-1 1,0 1-1,0 0 1,0-1-1,0 1 1,0 0-1,0-1 0,0 0 1,0 1-1,0-1 1,0 0-1,1 1 1,-1-1-1,0 0 1,0 0-1,0 0 0,0 0 1,1 0-1,-1 0 1,0 0-1,0 0 1,0-1-1,0 1 1,0 0-1,1-1 0,-1 1 1,0-1-1,0 1 1,1-2-1,5-2 107,-1-1 1,0 0-1,0 0 0,0-1 1,5-6-1,-6 7-103,24-28-84,-1-1 1,-1-1-1,-2-1 0,34-67 0,-56 97 6,0 0-1,0 0 1,-1 0 0,0-1-1,0 1 1,-1-1 0,0 1-1,0-1 1,0 0 0,-1-7-1,0 10 18,-1 1 1,0-1-1,1 1 0,-1 0 1,-1-1-1,1 1 0,0 0 0,-1 0 1,0 0-1,0 0 0,0 0 0,0 0 1,0 0-1,0 1 0,-1-1 1,1 1-1,-1 0 0,0 0 0,0-1 1,0 2-1,-5-4 0,-6-2 28,0 1-1,-1 0 0,1 1 1,-1 0-1,-1 2 1,1 0-1,-1 0 1,1 1-1,-1 1 0,-29 2 1,31 0 100,1 0 0,-1 1 0,0 1 0,1 0 0,-1 1 0,1 0 0,0 1 1,1 1-1,-1 0 0,1 1 0,0 0 0,-18 14 0,19-10-41,0 0 0,0 1 0,1 0 0,0 0 0,1 2 0,1-1 0,0 1 0,1 0 0,0 0 0,1 1 0,-5 19 0,8-24-42,1 0 0,0-1 1,0 1-1,1 0 0,1 0 1,-1 0-1,2 0 0,-1 0 1,1 0-1,1 0 0,0-1 1,0 1-1,1 0 0,0-1 1,1 0-1,0 0 0,0 0 1,12 17-1,-11-20 23,0 0 1,1-1-1,-1 1 0,2-1 0,-1-1 1,0 1-1,1-1 0,0 0 0,0 0 1,0-1-1,0 0 0,1 0 1,-1-1-1,1 0 0,0 0 0,-1-1 1,1 0-1,0 0 0,0-1 1,0 0-1,9-1 0,7-1 37,-1-2-1,1 0 1,-1-2-1,0 0 1,39-18 0,-26 8-60,-1-2 1,44-31 0,60-53 12,-69 49 69,-66 51-91,-1-1 1,1 1-1,-1 0 1,1 0-1,0 0 1,6-2-1,-10 4-3,1 0-1,0 0 1,-1 0-1,1-1 1,0 1 0,-1 0-1,1 0 1,0 1-1,0-1 1,-1 0-1,1 0 1,0 0-1,-1 0 1,1 1-1,0-1 1,-1 0 0,1 0-1,-1 1 1,1-1-1,0 1 1,-1-1-1,1 0 1,-1 1-1,1-1 1,-1 1-1,1-1 1,-1 1-1,1 0 1,-1-1 0,0 1-1,1-1 1,-1 1-1,0 0 1,0-1-1,1 1 1,-1 0-1,0-1 1,0 1-1,0 0 1,0-1-1,0 1 1,0 0 0,0 0-1,0 0 1,2 24-14,-2-1 0,-1 1 0,-5 37 1,2-38 55,2 0 1,1 0 0,2 40 0,3-51 54,-3-10 254,1-8-147,3-5-151,-1-1 0,0 0-1,-1 0 1,0 0 0,2-18 0,7-25-128,-3 26-150,1 1 0,1 0 1,1 1-1,2 1 0,1 0 1,0 0-1,2 2 0,29-33 1,-41 50 182,1 1 1,0-1 0,1 1-1,0 0 1,-1 0 0,2 0 0,-1 1-1,0 1 1,11-5 0,-14 7 41,0 0 0,0 0 1,1 0-1,-1 1 0,0-1 0,0 1 1,1 0-1,-1 0 0,0 1 1,0-1-1,0 1 0,1 0 1,-1 0-1,0 1 0,0-1 1,0 1-1,-1-1 0,1 1 1,0 1-1,4 2 0,6 7 33,-1 0-1,0 1 1,0 1-1,-2-1 1,0 2-1,0 0 1,-1 0-1,-1 1 1,-1 0-1,0 1 0,-1-1 1,-1 1-1,0 1 1,4 27-1,-4-13 97,-3-20-33,0-1 0,-1 0 0,-1 1 0,0-1 0,0 1 0,-3 22 0,2-34-86,0 1 0,0 0 1,0 0-1,-1-1 0,1 1 1,0 0-1,0-1 1,0 1-1,-1 0 0,1-1 1,0 1-1,-1-1 1,1 1-1,-1 0 0,1-1 1,0 1-1,-1-1 1,1 1-1,-1-1 0,0 1 1,1-1-1,-1 0 1,1 1-1,-1-1 0,0 0 1,1 1-1,-1-1 0,0 0 1,1 0-1,-1 0 1,0 1-1,1-1 0,-1 0 1,0 0-1,1 0 1,-1 0-1,0 0 0,1 0 1,-1 0-1,0-1 1,0 1-1,0 0 0,-1-1 9,0 0 0,0 0-1,1 0 1,-1 0 0,1 0-1,-1 0 1,1 0 0,-1 0-1,1 0 1,0-1 0,0 1-1,-1 0 1,1-1 0,0 0-1,0 1 1,-1-3 0,0-4-18,0 1 1,1-1-1,-1 0 1,1 1 0,1-1-1,0 0 1,0 0-1,0 0 1,1 0 0,0 1-1,3-10 1,4-16-224,16-39 0,-20 59 130,3-4-45,0 0 1,1 0 0,0 1 0,1 0 0,1 0 0,13-15 0,-19 26 119,0 1-1,0-1 1,1 1 0,-1-1 0,1 1 0,0 1-1,0-1 1,0 1 0,0 0 0,1 0 0,-1 0-1,1 1 1,0 0 0,0 0 0,0 0 0,0 1-1,0 0 1,0 0 0,0 0 0,0 1-1,11 0 1,-13 1 22,-1 0-1,1 0 0,-1 0 0,0 0 1,1 0-1,-1 1 0,0-1 0,0 1 1,0 0-1,0 0 0,0 0 0,0 0 1,-1 0-1,5 5 0,-3-2 4,0 0-1,-1 1 1,0-1-1,0 1 1,0 0-1,0 0 1,2 9 0,-1 5 33,0 0 1,-1 0-1,-1 0 1,0 22-1,-9 108 500,10-153-660,29-56-393,-25 43 394,1 1 0,0 0 0,1 0 0,12-14 0,-11 18 53,0 1 0,1 1-1,0 0 1,1 0 0,0 1 0,0 0-1,1 1 1,0 1 0,0 0-1,0 1 1,1 0 0,0 1 0,0 1-1,0 0 1,0 0 0,0 2 0,1 0-1,-1 0 1,0 2 0,1 0-1,-1 0 1,23 6 0,-29-5 77,-1 1 0,0 0 0,1 0 0,-1 1 0,-1 0 0,1 0 1,0 1-1,-1-1 0,0 2 0,8 7 0,-6-4 20,0 1-1,0 1 1,-1-1 0,-1 1-1,11 22 1,-6-5 28,-2 2 0,0-1-1,-2 1 1,5 47 0,-9-45-61,-1 60 0,-3-87-210,0-6 111,-1 1 1,1-1-1,0 0 1,-1 1-1,1-1 1,0 0-1,0 0 1,0 0-1,-1 0 0,1-1 1,0 1-1,0 0 1,1 0-1,-3-3 1,-1-5-336,-1 1 0,1-1 0,1 0 0,-5-16 1,1 0-478,-52-134-3844,-3-8 3784,53 141 985,2 0 0,-5-36 0,11 53 231,0 0-1,0 0 0,1 0 1,0 0-1,0 0 1,1 0-1,1 0 1,-1 0-1,1 1 1,6-17-1,-7 23-137,0 1-1,0-1 1,0 0-1,1 0 1,-1 1 0,0-1-1,1 0 1,-1 1-1,1 0 1,-1-1 0,1 1-1,0 0 1,-1 0-1,1-1 1,0 2 0,0-1-1,0 0 1,0 0-1,0 0 1,0 1 0,0-1-1,0 1 1,0 0 0,0 0-1,0-1 1,0 1-1,0 1 1,0-1 0,1 0-1,-1 0 1,0 1-1,0-1 1,0 1 0,0 0-1,0-1 1,-1 1-1,4 2 1,4 1 35,0 1-1,-1 0 1,0 1-1,0-1 1,-1 2 0,1-1-1,5 8 1,5 7-19,-2 0 0,0 2 0,-2-1 0,16 33 0,39 105-35,-54-123-74,-15-36-12,4 8 16,0-1-1,-1 1 0,0 0 0,-1 0 0,0 0 0,1 12 0,-3-19 49,-2-6-32,-1-5 18,0 0 0,1 0 0,0 0 0,0 0 0,1 0 0,1 0 0,-1 0 0,1-1 0,3-15 0,-1 7 19,1-1 0,1 1 1,1 0-1,8-19 0,-8 24-52,1 1 1,1-1 0,0 1 0,1 1-1,15-18 1,-19 23 6,1 1-1,0 0 1,0 1 0,0-1-1,1 1 1,0 0 0,-1 0-1,2 0 1,-1 1 0,0 0-1,0 1 1,1-1 0,7-1-1,-11 4-16,-1 0 0,1 0 0,0 0 0,0 1-1,-1-1 1,1 1 0,0 0 0,-1-1 0,1 1-1,-1 0 1,1 0 0,-1 1 0,1-1 0,-1 1 0,0-1-1,1 1 1,-1 0 0,0-1 0,0 1 0,0 0-1,-1 1 1,1-1 0,0 0 0,-1 0 0,1 1 0,0 3-1,7 9 12,-2 1 0,0 1-1,5 16 1,-7-18 2,9 26-9,3 7 7,22 47-1,-32-81-69,0-1 0,1-1 1,0 0-1,0 0 0,2 0 0,-1-1 0,1 0 0,15 11 0,-21-19 3,0 0 0,0 0 0,0 0 0,1-1 0,0 1 0,-1-1 1,1 0-1,0-1 0,0 1 0,0-1 0,0 0 0,0 0 1,0-1-1,1 1 0,-1-1 0,0 0 0,0 0 0,7-2 0,-6 0-145,1 0-1,0 0 0,-1-1 0,0 1 0,1-2 1,-1 1-1,0-1 0,0 0 0,-1 0 0,1 0 0,-1-1 1,8-9-1,15-22-788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7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177 192 4817,'-4'2'741,"0"1"1,1 0-1,0 1 0,-1-1 1,-3 6-1,7-9-710,-1 1 1,1-1-1,0 0 0,-1 1 0,1-1 1,0 1-1,0-1 0,-1 1 1,1-1-1,0 1 0,0-1 1,0 1-1,0-1 0,-1 1 1,1-1-1,0 1 0,0-1 1,0 1-1,0-1 0,0 1 0,0-1 1,0 1-1,1-1 0,-1 1 1,0-1-1,0 1 0,0-1 1,0 1-1,1-1 0,-1 1 1,0-1-1,0 0 0,1 1 1,-1-1-1,0 1 0,1-1 0,-1 0 1,1 1-1,-1-1 0,0 0 1,1 1-1,-1-1 0,1 0 1,-1 0-1,1 1 0,-1-1 1,1 0-1,-1 0 0,1 0 1,-1 0-1,1 0 0,-1 0 0,1 0 1,-1 0-1,1 0 0,-1 0 1,1 0-1,-1 0 0,2 0 1,3 0 11,0 0 1,0 0-1,0-1 1,0 0 0,0 0-1,0 0 1,0 0-1,0-1 1,0 0-1,5-2 1,46-29 177,-47 27-172,7-3 15,-1-2 1,26-23-1,-38 31-63,0 1-1,0-1 1,-1 0 0,1 0 0,-1 0-1,1-1 1,-1 1 0,0-1 0,0 1 0,-1-1-1,1 0 1,-1 1 0,0-1 0,0 0-1,0 0 1,0 0 0,-1 0 0,0 0-1,0-8 1,0 10 1,-1 0 0,1 0 0,-1 0 0,0 0 0,1 0 0,-1 0 0,0 0 0,-1 0 0,1 0 0,0 0 0,0 1 0,-1-1 0,1 1 1,-1-1-1,1 1 0,-1-1 0,-2 0 0,0-1 6,0 1 1,0 0 0,0 0 0,0 1 0,-1-1 0,1 1 0,-8-2 0,0 2 45,-1 0 0,1 0 0,-1 1 0,-24 4 0,24-1 26,0 0-1,1 2 1,-1-1 0,1 1 0,0 1 0,0 0 0,0 1 0,1 0 0,0 1 0,1 0-1,0 1 1,0 0 0,1 1 0,0 0 0,0 0 0,1 1 0,1 0 0,-1 0 0,2 0-1,0 1 1,0 0 0,1 1 0,1-1 0,0 1 0,1 0 0,0 0 0,1 0 0,0 1-1,1-1 1,1 21 0,1-29-70,0 1 0,0-1 1,1 1-1,0-1 0,0 1 0,0-1 0,0 0 0,1 0 0,0 0 0,0 0 0,1-1 1,-1 1-1,1-1 0,0 0 0,0 0 0,0 0 0,1 0 0,-1-1 0,1 0 1,0 0-1,0 0 0,9 4 0,2-1-57,-1-1 0,1 0 0,0-1 0,0 0 0,0-2 0,30 2 0,-11-4-425,0-1-1,0-2 1,50-11-1,5-11-165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04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 7 1144,'0'0'624,"-3"-4"2710,2 3-3059,0 1-1,0 0 1,0-1 0,0 1 0,0 0 0,0 0 0,0 0-1,0 0 1,0 0 0,0 0 0,0 0 0,0 0 0,0 0-1,1 1 1,-1-1 0,0 0 0,-1 1 0,-6 1-49,5-2-169,1 1 1,-1-1-1,0 1 1,1 0 0,-1-1-1,1 1 1,-1 1 0,1-1-1,-1 0 1,1 0 0,0 1-1,-1 0 1,1-1-1,0 1 1,0 0 0,0 0-1,0 0 1,1 0 0,-1 1-1,0-1 1,-1 3-1,0 5 169,0 0-1,0-1 0,1 1 1,0 1-1,1-1 0,0 0 0,1 17 1,11 75 600,66 238-242,-35-170-496,105 678 35,-65 11-122,-29 315 95,8 105 80,-58-1246-219,40 303-1767,-25-256 971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05.4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 5257,'35'4'1177,"1"-1"0,-1-2 0,67-5 0,-35 0-856,793-9 1583,-187 6-859,644 18-880,765 153 1230,-1086-77-851,-464-39-464,140 11-796,-344-43-3299,-195-11 2649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06.8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545 0 6825,'5'31'263,"1"0"-1,2-1 1,1 0-1,1-1 1,17 35-1,-9-21-178,-16-37-73,6 16-13,2 0 0,0-1 0,1 0 0,20 27 0,-28-43 21,1 0-1,-1-1 0,1 0 0,1 0 1,-1 0-1,1 0 0,-1 0 0,1-1 1,0 0-1,0 0 0,0-1 0,1 1 1,-1-1-1,1 0 0,-1 0 0,1-1 1,0 0-1,-1 0 0,1 0 0,0-1 1,0 1-1,0-1 0,9-2 0,-7 1 33,1-1-1,-1 0 1,0-1 0,0 0-1,0 0 1,0 0-1,0-1 1,-1-1-1,1 1 1,-1-1 0,0 0-1,-1-1 1,1 0-1,-1 0 1,10-12-1,0-5 162,0-1 0,-2-1 0,17-38 0,-17 33-171,7-17-73,-20 43-9,-2 4 39,1 0 0,-1 0 0,0 0 0,0 0 0,0 0 0,0 0 0,0 0 0,0 0 0,0 0 0,0 1 0,0-1 0,0 0 0,1 1 0,-1-1 0,0 1 0,0-1 0,0 1 0,1-1 0,-1 1 0,0 0 0,1-1 1,-2 2-1,-12 17-21,8-7 28,1 1 1,0 0 0,1 0-1,0 1 1,1-1 0,-3 24 0,0 90 55,5-78-50,4 106-13,1 4-23,-5-134 33,-1 0 0,-1 0 0,-1-1 0,-10 31 0,8-39 70,-1 0 1,0-1-1,-1 0 0,-1 0 1,0-1-1,-1 0 0,-1 0 1,0-1-1,0-1 1,-2 0-1,1 0 0,-1-1 1,-1-1-1,-21 13 0,7-7 299,-1-2 0,0-1-1,-1-1 1,0-1-1,-1-1 1,-58 9-1,58-15-10,-1 0-1,0-3 0,0 0 0,-54-7 0,63 3-289,0-2-1,0 0 1,1-1 0,0-2-1,0 0 1,0-1 0,-22-14 0,32 16-180,1 0 0,0-1 0,1 0 0,-1-1-1,-9-11 1,9 7 3,1-1 0,1 0 0,-11-22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07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542 1 13403,'-18'36'1848,"-2"0"537,2 2-1169,-6 11-1136,-9 3-80,-3 6-248,-6 1-224,-3 0-336,0-4-104,1-4-185,-5-5-103,4-13-472,4-9 703,1-22-1399,-2-7 1392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07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11963,'52'38'1088,"4"5"1584,6 14-1735,2 7-409,-5 9-624,1-1-288,-4 3-553,-1-6-375,4-12-1529,3-7 2209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09.6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210 163 9834,'-9'3'133,"-1"1"0,1-1-1,-1 2 1,1-1 0,0 2 0,1-1-1,-1 1 1,1 0 0,0 1 0,1 0-1,-1 0 1,2 0 0,-12 15-1,6-4-109,0 0-1,1 0 0,1 1 1,1 0-1,-11 32 1,18-47 25,1 1 0,-1 0 0,1 0 0,1 0 0,-1 0 0,1 0 1,-1 0-1,2 0 0,-1 0 0,2 9 0,-2-13-10,1 1 0,0 0 0,-1 0 0,1 0 1,0 0-1,0 0 0,0-1 0,0 1 0,1 0 0,-1-1 0,0 1 0,1-1 0,-1 0 0,1 1 0,0-1 0,-1 0 0,1 0 0,0 0 1,0 0-1,-1 0 0,1 0 0,0-1 0,0 1 0,0-1 0,0 1 0,0-1 0,0 0 0,3 1 0,5-1 15,-1-1 0,1 0 1,0 0-1,0-1 0,-1 0 0,1-1 0,-1 0 0,1 0 0,-1-1 0,0 0 1,0-1-1,-1 0 0,9-6 0,16-13-34,52-47 1,-54 41-20,50-58 1,-70 73 3,0 0 1,0-1-1,-2 0 1,0 0-1,-1-1 1,10-30-1,-17 44 1,0-1 0,0 1 1,0-1-1,-1 0 0,1 1 0,-1-1 0,0 0 0,0 1 1,-1-1-1,1 0 0,-1 1 0,1-1 0,-1 1 0,-3-8 1,3 9-4,-1 0 1,1-1 0,-1 1 0,0 0 0,0 0-1,0 0 1,0 0 0,0 0 0,0 0-1,0 1 1,-1-1 0,1 1 0,0-1 0,-1 1-1,1 0 1,-1 0 0,0 0 0,1 1 0,-1-1-1,-3 0 1,-4 0 0,1 0-1,-1 1 1,0 0 0,1 1-1,-1 0 1,1 0 0,-1 1-1,1 1 1,-14 4 0,-10 6-62,-36 19 1,60-27 32,-20 9-566,2 2 0,0 1 0,1 0 0,-26 25-1,24-12-147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0.1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224 93 10458,'-2'1'58,"-36"21"319,0 2 1,2 1-1,-52 48 0,85-71-387,1 0-1,0 0 1,0 1-1,1-1 0,-1 1 1,0 0-1,1-1 1,0 1-1,-1 0 1,1 0-1,0 0 1,0 4-1,1-6 14,-1 0-1,1-1 1,0 1 0,1 0-1,-1 0 1,0-1 0,0 1 0,0 0-1,0 0 1,0-1 0,1 1-1,-1 0 1,0-1 0,1 1-1,-1 0 1,1-1 0,-1 1-1,0 0 1,1-1 0,-1 1-1,2 0 1,-1 0 8,1 0-1,-1-1 1,1 1-1,-1 0 1,1-1-1,0 1 1,-1-1-1,1 0 1,0 1-1,-1-1 1,1 0 0,0 0-1,2 0 1,7-2 74,0 1 0,-1-1 0,1-1 0,-1 0 0,0-1 0,0 0 1,0 0-1,16-10 0,3-4 182,38-32 1,-42 31-213,21-24 1,-39 35-51,0 1 0,-1-1 0,0 1 0,0-2 0,-1 1 0,0-1 0,5-13 0,-9 20-3,0 1 0,-1-1 0,1 1 0,-1-1 0,1 1-1,-1-1 1,0 1 0,1-1 0,-1 1 0,0-1 0,0 1 0,0-1 0,0 0 0,-1 1 0,1-1 0,0 1 0,-1-1 0,1 1 0,-1-1 0,1 1-1,-1-1 1,0 1 0,1 0 0,-3-3 0,1 3 5,0-1 1,0 1-1,0 0 0,0 0 1,0 0-1,0 0 0,0 0 1,-1 0-1,1 0 0,0 1 1,-1-1-1,1 1 0,0 0 1,-5 0-1,-3 0 21,-1 1-1,0 0 1,0 0 0,1 2 0,-1-1-1,-12 5 1,9-2-270,1 1 0,-1 0 0,1 1 0,0 0 0,1 1 0,0 0 0,-21 20 0,32-28 139,1 0 1,0 0 0,-1 1 0,1-1-1,-1 1 1,1-1 0,0 0-1,-1 1 1,1-1 0,0 1 0,0-1-1,-1 1 1,1-1 0,0 1 0,0-1-1,0 1 1,0-1 0,0 1 0,-1-1-1,1 1 1,0 0 0,13 7-1185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0.5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275 328 11963,'-7'-1'182,"1"1"1,-1 1 0,0 0-1,0 0 1,1 0 0,-1 0 0,1 1-1,-1 0 1,1 1 0,0-1-1,-1 1 1,-5 5 0,-8 4-261,1 2-1,-21 17 1,36-27 59,-54 49-221,53-48 228,0 1-1,0 0 1,0 0 0,1 0 0,0 1 0,0-1 0,-5 15 0,8-21 16,1 1 0,0-1-1,0 1 1,0-1 0,0 1 0,-1-1 0,1 1-1,0-1 1,0 1 0,0 0 0,0-1 0,0 1-1,0-1 1,0 1 0,1-1 0,-1 1 0,0-1-1,0 1 1,0-1 0,0 1 0,1-1 0,-1 1-1,0-1 1,1 1 0,-1-1 0,0 1 0,1-1-1,-1 1 1,0-1 0,1 0 0,-1 1 0,1-1 0,-1 0-1,1 1 1,-1-1 0,1 0 0,-1 0 0,1 1-1,-1-1 1,1 0 0,-1 0 0,1 0 0,-1 0-1,1 0 1,-1 0 0,1 0 0,0 0 0,-1 0-1,1 0 1,-1 0 0,1 0 0,35-6 190,-13-2-83,0-1 1,0-1-1,-1-1 0,-1-1 0,35-26 1,94-84 160,-108 85-281,-2-1 0,-2-2 0,64-85 0,-95 115-5,-4 7 12,-1-1 0,1 1-1,-1 0 1,0-1 0,0 1 0,0-1 0,-1 1 0,1-1 0,-1 0 0,0 0 0,0 0-1,0 0 1,0-7 0,-1 10 7,-1 0 0,1 0-1,0 0 1,0 0 0,-1 0-1,1 0 1,-1 0 0,1 0-1,-1 0 1,1 0 0,-1 0-1,1 0 1,-1 0 0,0 1 0,1-1-1,-1 0 1,0 0 0,0 1-1,0-1 1,0 1 0,0-1-1,0 1 1,1-1 0,-1 1-1,0-1 1,0 1 0,0 0 0,-1-1-1,1 1 1,0 0 0,0 0-1,0 0 1,0 0 0,-1 0-1,-5 0 32,1 0 0,-1 1 0,1 0-1,-11 2 1,3 1-18,-1 1-1,1 0 1,0 1-1,1 0 1,-1 1-1,1 1 1,1 0-1,-1 1 1,2 0 0,-1 0-1,-10 13 1,21-22-37,1 1 0,-1 0 0,1-1 0,-1 1 0,1 0 1,-1-1-1,1 1 0,-1 0 0,1 0 0,0 0 0,-1 0 0,1-1 1,0 1-1,0 0 0,-1 0 0,1 0 0,0 0 0,0 0 0,0 0 1,0 0-1,0 0 0,0-1 0,1 1 0,-1 0 0,0 0 0,0 0 1,1 0-1,-1 0 0,0-1 0,1 1 0,-1 0 0,1 0 0,-1 0 1,1-1-1,-1 1 0,1 0 0,0-1 0,-1 1 0,1 0 1,0-1-1,-1 1 0,1-1 0,0 1 0,0-1 0,0 0 0,-1 1 1,1-1-1,0 0 0,0 0 0,1 1 0,37 1-353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0.9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676 18 8594,'-375'202'5608,"199"-103"-5267,175-98-339,-32 17 121,-56 40 0,87-57-41,2-1-71,0 0 1,0 0-1,1 0 1,-1 0-1,0 0 1,0 0 0,0 0-1,0 0 1,0 0-1,0 0 1,0 0 0,0 0-1,1 0 1,-1 0-1,0 0 1,0 0 0,0 0-1,0 1 1,0-1-1,0 0 1,0 0-1,0 0 1,0 0 0,0 0-1,0 0 1,0 0-1,0 0 1,0 0 0,0 0-1,0 1 1,1-1-1,-1 0 1,0 0 0,0 0-1,0 0 1,0 0-1,0 0 1,0 0-1,0 0 1,0 1 0,0-1-1,0 0 1,-1 0-1,1 0 1,0 0 0,0 0-1,0 0 1,0 0-1,0 0 1,0 0 0,0 0-1,0 1 1,0-1-1,0 0 1,0 0-1,0 0 1,0 0 0,3 1 64,0-1 0,0 1 0,0-1 0,0 0 1,1 0-1,-1 0 0,0-1 0,0 1 0,0-1 0,0 0 1,0 1-1,0-1 0,5-2 0,42-23 521,-38 19-451,29-17 83,0-1 1,-2-3-1,-1-1 0,60-60 0,-89 80-215,-1-1-1,0 0 1,-1 0-1,12-21 1,-17 28-11,-1-1-1,1 1 1,-1-1 0,0 0 0,0 1-1,0-1 1,-1 0 0,1 1 0,-1-7-1,0 8-1,-1 0 0,1 0 1,0 0-1,-1 0 0,1 1 0,-1-1 0,0 0 0,0 0 0,0 0 0,0 0 0,0 1 0,0-1 0,0 0 1,0 1-1,-1-1 0,1 1 0,-1 0 0,-2-3 0,-1 1-2,0 1 1,0-1-1,0 1 0,0 0 1,0 0-1,-1 0 0,1 1 1,-1 0-1,1 0 0,-1 0 1,1 1-1,-1 0 0,1 0 1,-8 1-1,-5 1-28,1 1 0,-1 1 0,-22 8 1,8-1-869,1 1 1,0 2-1,-50 30 1,35-11-582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1.3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131 261 10050,'-11'0'301,"0"0"0,1 1 1,-1 1-1,-19 4 0,27-5-264,-1 0-1,1 0 1,0 1 0,0-1 0,-1 1 0,1 0-1,0 0 1,1 0 0,-1 0 0,0 0-1,0 0 1,1 1 0,-1-1 0,1 1 0,0 0-1,0 0 1,0 0 0,-2 4 0,4-6-21,-1-1 0,1 1 0,0 0 0,-1 0 0,1 0 0,0-1 1,-1 1-1,1 0 0,0 0 0,0 0 0,0 0 0,0-1 0,0 1 1,0 0-1,0 0 0,0 0 0,0 0 0,0 0 0,1-1 0,-1 1 1,0 0-1,0 0 0,1 0 0,-1-1 0,2 3 0,-2-3 15,1 1-1,0-1 1,1 1-1,-1-1 0,0 1 1,0-1-1,0 1 1,0-1-1,0 0 1,0 0-1,0 0 0,1 0 1,-1 0-1,0 0 1,0 0-1,2 0 1,4-1 125,1-1 1,-1 0 0,0 0-1,12-5 1,13-9 21,-1-2-1,-1-1 1,-1-1-1,-1-1 1,0-2-1,-2-1 1,45-53-1,-69 76-174,29-42 41,-29 41-42,0-1 0,-1 0 0,0 1 0,1-1 1,-1 0-1,0 0 0,0 0 0,0 0 0,-1 0 0,1 0 0,-1 0 0,0 0 0,0-6 0,0 8 1,0 0 1,-1 0-1,1 0 0,0 0 0,-1 0 0,1 0 0,-1 0 0,1 0 0,-1 1 1,1-1-1,-1 0 0,0 0 0,0 1 0,1-1 0,-1 0 0,0 1 0,0-1 0,1 1 1,-1-1-1,0 1 0,0-1 0,0 1 0,0 0 0,0-1 0,0 1 0,0 0 1,0 0-1,0 0 0,0 0 0,0 0 0,0 0 0,0 0 0,0 0 0,0 0 1,0 0-1,-1 1 0,-4 0 20,0 0 0,0 1 1,0 0-1,-8 4 0,-3 3-128,1 1 0,0 0-1,1 1 1,0 1 0,1 1-1,1 0 1,0 1 0,0 0-1,1 1 1,1 0-1,1 1 1,-17 33 0,12-9-562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2.0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95 205 10050,'1'-3'206,"-1"-1"0,0 0 0,1 1 0,-2-1 0,1 1 0,0-1 0,-2-4 0,2 7-168,0 1 0,-1-1 0,1 0 0,-1 1 0,1-1 0,0 0 0,-1 1 0,1-1 0,-1 1 0,1-1 0,-1 1 0,0-1 0,1 1 0,-1-1 0,0 1 0,1 0 0,-1-1 0,0 1 0,1 0 0,-1 0 0,0-1 0,0 1 0,1 0 0,-1 0 0,0 0 0,0 0 0,1 0 0,-1 0 0,0 0 0,0 0 0,1 0 0,-1 0 0,0 0 0,0 1 0,1-1 0,-1 0 0,0 0 0,1 1 0,-2 0-1,-2 1 26,1 0-1,-1 0 0,1 0 0,0 0 0,-1 0 0,1 1 0,0 0 0,1 0 0,-1 0 0,0 0 1,1 0-1,0 0 0,-1 1 0,1-1 0,-2 6 0,1-1-5,-1 0 0,1 0 1,1 1-1,0-1 0,0 1 0,-1 9 0,3-14-18,-1 0 0,1 1 0,0-1 0,1 0 0,-1 0 0,1 1 0,0-1 0,0 0 0,0 0 0,0 0 0,3 5 0,-3-7-9,0 0 1,1 0-1,-1-1 1,0 1-1,1-1 1,-1 1-1,1-1 1,-1 0 0,1 0-1,-1 1 1,1-1-1,0 0 1,0 0-1,0-1 1,-1 1-1,1 0 1,0-1-1,0 1 1,0-1 0,0 1-1,0-1 1,0 0-1,0 0 1,0 0-1,0 0 1,3-1-1,6 0 144,-1-2 0,0 1 0,0-1 0,0-1 0,0 0 0,0 0 0,-1-1-1,1-1 1,-1 1 0,-1-1 0,16-14 0,0-2 37,0-2 1,29-38-1,-37 41-196,20-32 0,-33 48-12,1-1 0,-2 0-1,1 0 1,0 0 0,-1 0 0,0 0 0,-1-1 0,0 1-1,1 0 1,-2-1 0,1-7 0,-1 12-2,0 1-1,0 0 1,0-1 0,-1 1-1,1 0 1,0-1 0,-1 1-1,1 0 1,-1 0 0,1-1-1,-1 1 1,0 0-1,1 0 1,-1 0 0,0 0-1,0-1 1,0 1 0,0 0-1,0 1 1,0-1 0,0 0-1,0 0 1,0 0 0,0 1-1,0-1 1,-1 0 0,1 1-1,0-1 1,0 1 0,-1 0-1,1-1 1,0 1 0,-1 0-1,1 0 1,-1 0 0,1 0-1,0 0 1,-1 0-1,1 0 1,0 0 0,-2 1-1,-5 0 4,0 1 0,1 0 0,-1 1 0,1 0 0,0 0 0,-8 4 0,-2 3 18,0 1 1,1 1 0,1 0 0,0 1 0,-15 16 0,21-18-298,0-1 0,0 1 1,1 0-1,0 1 0,1 0 1,1 0-1,0 1 0,-6 15 1,4 9-787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2.5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231 16 8442,'-1'-1'141,"0"-1"1,0 1 0,0 0-1,0 0 1,0 0-1,0 0 1,-1 0 0,1 0-1,-1 0 1,1 1-1,0-1 1,-1 0 0,1 1-1,-1-1 1,1 1-1,-1-1 1,0 1 0,1 0-1,-1 0 1,1 0-1,-1 0 1,0 0 0,1 0-1,-1 0 1,1 0-1,-1 1 1,0-1 0,1 1-1,-1-1 1,1 1-1,-1-1 1,1 1 0,-2 1-1,-4 2 84,0 1 1,0 1-1,0-1 0,-10 13 0,14-15-196,-12 12 3,2 1 0,0 0 0,1 1 0,0 1 0,1-1 0,2 2 0,-1-1 0,2 1 0,1 1 0,0 0 0,-7 37 0,14-55-26,-1-1-1,1 1 0,0 0 1,0 0-1,-1-1 0,1 1 1,0 0-1,1 0 0,-1-1 1,0 1-1,0 0 0,1 0 1,-1-1-1,1 1 0,-1 0 1,1-1-1,0 1 0,0 0 1,0-1-1,0 1 0,0-1 1,0 0-1,1 2 0,0-2 4,0 0 0,0 0 0,1-1 0,-1 1 0,0-1 0,0 0 0,0 1 0,0-1 0,0 0 0,0 0 0,1-1 0,-1 1 0,0 0 0,0-1 0,0 1 0,0-1 0,0 1 0,0-1 0,2-1 0,16-7 45,-1 0 0,-1-1 1,1-1-1,-2-1 0,1 0 0,18-19 0,-10 6 17,0-1 0,39-52 0,-60 72-63,-1-1 0,0 0 0,0 0 0,0 0-1,0 0 1,-1 0 0,4-16 0,-7 21-3,0 1 0,1-1 0,-1 1 0,0-1 0,0 1 0,0-1 0,-1 1 0,1-1 0,0 1 0,0-1 0,-1 1 0,1-1 0,-1 1 0,1 0 0,-1-1 0,0 1 0,0 0 1,1-1-1,-3 0 0,2 0 5,-1 1 1,0-1 0,0 1 0,-1 0 0,1 0 0,0 0 0,0 0 0,-1 0-1,1 0 1,0 1 0,-1-1 0,1 1 0,-1 0 0,1-1 0,0 1 0,-3 0-1,-19 2-198,0 0-1,0 2 0,0 1 0,1 0 0,0 2 0,0 1 1,0 0-1,1 2 0,-24 14 0,5 1-771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3.0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94 10562,'-12'13'99,"0"0"0,0 0 0,1 1 0,1 0 0,0 1 0,1 0-1,1 1 1,0-1 0,2 2 0,-1-1 0,2 1 0,0 0 0,-4 31 0,8-44-95,1 0 0,-1 0 0,1 0 0,0 0-1,1 0 1,-1 0 0,1 0 0,-1 0 0,1 0 0,0-1 0,1 1 0,-1 0 0,1 0 0,2 5 0,-2-7 2,0 0-1,0 0 0,0 0 0,0-1 0,0 1 0,0-1 1,0 1-1,0-1 0,1 0 0,-1 0 0,1 0 0,-1 0 1,1 0-1,-1 0 0,1-1 0,-1 1 0,1-1 1,0 0-1,-1 1 0,1-1 0,-1-1 0,1 1 0,2-1 1,6 0 13,0-2 0,0 0 1,-1 0-1,1-1 1,-1 0-1,0-1 1,0 0-1,0 0 0,-1-1 1,17-14-1,1-3 34,0-2 0,23-28 0,29-41 73,-66 76-106,0 0 1,-2 0-1,16-33 1,-26 48-17,0 0 0,0 0 0,0 0 1,0-1-1,0 1 0,-1 0 0,1 0 1,-1 0-1,0-6 0,0 8 0,-1-1 1,1 1-1,0 0 1,-1 0-1,1 0 1,0 0-1,-1 0 1,0 0-1,1-1 1,-1 1-1,0 0 0,1 1 1,-1-1-1,0 0 1,0 0-1,0 0 1,0 0-1,0 1 1,0-1-1,0 0 1,0 1-1,0-1 1,0 1-1,0-1 0,0 1 1,0 0-1,0-1 1,-1 1-1,0 0 1,-5-1 7,1 1 1,-1 0-1,1 0 0,-1 1 1,1 0-1,-1 0 1,1 1-1,0-1 0,-1 1 1,1 1-1,0-1 1,0 1-1,-6 4 0,-11 7-7,2 0 0,-21 18 0,-62 60-615,68-53 444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3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 74 12955,'-86'28'2963,"29"-6"-4127,56-22 1070,0 1 0,0-1-1,0 1 1,0-1 0,0 1 0,0-1 0,0 1 0,0 0-1,0-1 1,0 1 0,0 0 0,1 0 0,-1-1 0,0 1 0,0 0-1,0 2 1,1-3 70,0 1-1,-1-1 0,1 1 1,0-1-1,0 1 0,0-1 1,0 1-1,1-1 0,-1 1 1,0-1-1,0 1 1,0-1-1,0 1 0,0-1 1,1 1-1,-1-1 0,0 1 1,0-1-1,1 0 0,-1 1 1,0-1-1,1 1 0,-1-1 1,0 0-1,1 1 0,-1-1 1,2 2 61,0-1 1,0 0 0,1 0-1,-1 0 1,0 0-1,0 0 1,0 0 0,1-1-1,-1 1 1,0-1-1,1 1 1,-1-1 0,1 0-1,-1 0 1,3 0-1,3-2 159,0 0 0,0 0 0,0-1 0,0 0 0,0-1 0,-1 1 0,1-2 0,6-4 0,1-1 141,-1-1 0,23-23-1,-33 30-310,-1 1-1,0-2 0,-1 1 0,1 0 1,-1-1-1,1 1 0,-1-1 0,2-9 0,-3 13-22,-1 1 0,0-1 0,0 0-1,0 0 1,0 0 0,0 0 0,0 1-1,0-1 1,0 0 0,0 0-1,0 0 1,0 0 0,0 1 0,-1-1-1,1 0 1,0 0 0,0 0 0,-1 1-1,1-1 1,-1 0 0,1 0-1,-1 1 1,0-2 0,0 2-2,0-1 0,-1 1 0,1-1 1,-1 1-1,1 0 0,0-1 0,-1 1 0,1 0 1,-1 0-1,1 0 0,-1 0 0,1 0 0,0 0 0,-1 0 1,1 1-1,-1-1 0,1 0 0,0 1 0,-2 0 0,-7 3-25,1-1-1,0 2 0,0 0 0,0 0 0,1 0 0,-1 1 0,1 0 0,1 1 0,-1 0 0,-11 15 0,1-1-281,2 2 0,-25 42 0,13-8-1171,9-1 586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4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145 150 12363,'-21'-27'2400,"20"26"-2484,-6 6-496,1 1 503,-1 1 0,2 0 0,-1 0 0,1 0 1,0 1-1,-7 13 0,-23 60 68,23-54 120,8-18-48,-10 26 215,13-33-230,0-1 1,1 1-1,-1 0 0,1 0 0,-1 0 0,1 0 1,0 0-1,0 0 0,0 0 0,0 0 0,0-1 1,0 1-1,1 4 0,-1-6-33,1 0 0,-1 1 0,0-1 0,1 0 0,-1 0 0,1 0 0,-1 1 0,0-1 0,1 0 0,-1 0 0,1 0 1,-1 0-1,0 0 0,1 0 0,-1 0 0,1 0 0,-1 0 0,1 0 0,-1 0 0,0 0 0,1 0 0,-1 0 0,1 0 0,-1 0 0,1-1 0,-1 1 0,0 0 0,1 0 0,-1 0 0,0-1 0,1 1 0,14-10 215,1-4-171,-2-1 1,0-1-1,-1 0 1,0 0-1,-1-2 1,-1 1-1,-1-1 1,0-1-1,-1 0 1,-2 0-1,11-39 0,-15 48-65,-2 1 0,1 0 0,-2 0 0,1-1 0,-1 1 0,-2-17 0,2 24 7,-1 0-1,1 0 0,-1 1 0,1-1 1,-1 0-1,0 0 0,1 1 1,-1-1-1,0 0 0,0 1 0,0-1 1,-1 1-1,1-1 0,0 1 0,0 0 1,-3-3-1,2 3 3,0 1 0,0-1 0,0 1 0,0-1 0,0 1 0,0-1 0,0 1 1,0 0-1,0 0 0,1 0 0,-1 0 0,0 0 0,0 1 0,0-1 0,0 1 0,0-1 0,0 1 0,0-1 0,-3 3 0,-2 1-64,-1 0-1,1 0 0,0 1 1,0 0-1,1 1 1,0-1-1,0 1 0,0 0 1,1 1-1,-1-1 0,2 1 1,-1 0-1,1 0 0,0 1 1,0-1-1,1 1 0,0 0 1,0 0-1,1 0 0,0 0 1,-1 10-1,3-16-106,0-1 0,0 1 0,0 0 0,0-1 0,0 1 0,1-1 0,-1 1 0,0-1 0,1 1 0,-1 0 0,1-1 0,0 0 0,-1 1 0,1-1 0,1 2 0,0-1 39,0 0 0,1 0 0,-1-1 0,1 1 0,0-1 0,-1 0 0,1 1 0,3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4.7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42 10210,'-52'-6'1424,"44"4"-1338,-1 1 0,0 0 1,0 0-1,0 1 0,0 0 0,0 0 1,-9 2-1,15-1-96,1 0 0,-1 0 0,0 1 1,1-1-1,0 0 0,-1 1 0,1 0 0,0 0 0,0 0 1,0 0-1,0 0 0,0 0 0,0 0 0,1 0 0,-1 1 0,1-1 1,-1 1-1,1-1 0,-1 4 0,-3 6-14,1 1 1,-4 23-1,6-30 26,-3 19-2,-2 29-1,7-47 15,-1-1 1,1 0-1,1 1 0,-1-1 0,1 0 0,0 1 0,0-1 0,1 0 0,0 0 0,4 8 0,-6-12 16,1-1-1,0 0 1,0 1-1,-1-1 1,1 0 0,0 0-1,1 1 1,-1-1 0,0 0-1,0 0 1,0 0 0,1 0-1,-1-1 1,0 1-1,1 0 1,-1 0 0,1-1-1,-1 1 1,1-1 0,-1 1-1,1-1 1,-1 0-1,1 0 1,-1 0 0,1 1-1,-1-1 1,1-1 0,0 1-1,-1 0 1,1 0 0,-1-1-1,1 1 1,-1 0-1,1-1 1,-1 0 0,3-1-1,2-1 109,0 0-1,-1-1 0,0 1 0,0-1 0,0-1 1,0 1-1,0-1 0,4-5 0,3-6 27,-1 0 0,-1-1 0,16-33 1,-22 42-159,-1 0 0,0 0 0,0 0 0,-1 0-1,0-1 1,-1 1 0,0-1 0,0 1 0,0-1 0,-1 0 0,-2-11 0,2 17-9,-1 0-1,0 0 1,1 0 0,-1 0-1,-1 0 1,1 1-1,0-1 1,-1 0 0,1 1-1,-1-1 1,0 1 0,0-1-1,0 1 1,0 0-1,0 0 1,0 0 0,-1 0-1,1 0 1,-1 0-1,1 1 1,-1-1 0,0 1-1,1 0 1,-1 0-1,0 0 1,0 0 0,0 0-1,0 1 1,0-1-1,0 1 1,0 0 0,0 0-1,0 0 1,0 0-1,0 0 1,-4 2 0,0-1-12,0 0 0,1 1 0,-1 0 0,0 0 0,1 1 1,-1 0-1,1 0 0,0 0 0,0 1 0,0 0 1,0 0-1,1 1 0,0-1 0,-9 11 0,11-11-46,0 0-1,1-1 1,0 1-1,0 1 1,0-1 0,0 0-1,1 0 1,0 1-1,-1-1 1,2 1-1,-1-1 1,0 1-1,1 6 1,8 14-263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5.4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25 279 12099,'-22'-1'2349,"20"1"-1438,7 4-840,0-1-52,0 0-1,1 0 1,0-1 0,0 0-1,-1 0 1,1 0 0,0-1-1,0 0 1,1 0 0,-1 0-1,0-1 1,0 0 0,0 0-1,0-1 1,1 1 0,9-4-1,-2-1 72,0-1 0,-1 0 0,0-1 0,0 0 0,-1-1-1,0-1 1,0 0 0,-1 0 0,0-1 0,0-1 0,-1 0-1,-1 0 1,0-1 0,0 0 0,-2-1 0,1 1 0,-1-1 0,5-16-1,-11 25-85,1-1 0,-1 1 0,0 0 0,-1-1 0,1 1 0,-1-1-1,0 0 1,0 1 0,0-1 0,-2-6 0,1 9 0,1-1-1,-1 1 1,0 0 0,0 0 0,0 0 0,0 0-1,-1 1 1,1-1 0,0 0 0,-1 0-1,0 1 1,1-1 0,-1 1 0,0-1 0,1 1-1,-1 0 1,0 0 0,0 0 0,0 0-1,0 0 1,0 0 0,-4-1 0,-1 1 18,0-1 0,0 1 0,1 1 0,-1-1 0,0 1 0,0 0 0,0 1 0,0 0 0,0 0 0,1 0 1,-1 1-1,1 0 0,-1 0 0,1 1 0,-1 0 0,1 0 0,0 0 0,0 1 0,-10 8 0,7-5-374,-1 2 0,1-1 0,1 1-1,0 0 1,0 1 0,1 0 0,0 0 0,1 1-1,0 0 1,-5 13 0,1 3-1108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9.91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4413 4113,'35'-16'1353,"-1"-1"-1,-1-2 1,47-35 0,-9 5-839,347-212 1171,-76 47-465,628-342 2720,-614 361-2922,422-239 448,561-310-961,-716 398-489,817-435 12,-1093 608-112,222-116-253,-293 146-594,-185 102-1223,103-33-1,-185 70 1208,-30 2-4463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21.14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37 125 9514,'-2'1'77,"-25"13"1077,26-14-1139,1 1 0,0-1 0,-1 0 0,1 0 0,0 0 0,-1 1 0,1-1 0,0 0 0,-1 0 0,1 1 0,0-1 0,-1 0 0,1 0 0,0 1 0,-1-1 0,1 0 0,0 1 0,0-1 0,0 0 0,-1 1 0,1-1 0,0 1 0,0-1 0,0 0 0,0 1 0,0-1 0,0 1 0,0-1 0,0 1 0,0-1 0,0 0 0,0 1 0,0-1 0,0 1 0,0-1 0,0 0 0,0 1 0,0-1 0,1 1 0,-1-1 0,0 0 0,0 1 0,0-1 0,1 0 0,-1 1 0,0-1 0,0 0 0,1 1 0,-1-1 0,0 0 0,1 0 0,-1 1 0,0-1 0,1 0 0,-1 0 0,0 0 0,1 1 1,-1-1-1,1 0 0,-1 0 0,0 0 0,1 0 0,13 4 37,1 0 0,-1-1 0,0-1 1,1-1-1,0 0 0,14-1 1,-14 1-21,414-25 1648,-316 13-1242,284-28 1471,207-16 678,-593 54-2612,5 0-293,-1 0 1,18-4-1,-27 3-278,0 0-1,0 0 1,-1 0 0,1-1-1,6-3 1,14-14-1220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21.70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573 1 10986,'4'4'84,"-1"1"-1,1-1 0,-1 1 1,-1 0-1,1-1 0,-1 2 1,1-1-1,-1 0 0,-1 0 1,1 1-1,1 9 0,0 7-56,0 36 0,-3-43 42,-1 28-11,-2 1-1,-1-1 0,-3-1 1,-1 1-1,-2-1 0,-2-1 1,-2 0-1,-2 0 0,-1-2 1,-2 0-1,-2-1 0,-41 58 1,47-76-9,-1-1 0,0 0 1,-2-1-1,0-1 1,-36 27-1,46-38-12,-1-1 1,1 0-1,-1 0 1,0-1-1,-1 0 0,1 0 1,-1-1-1,1-1 1,-1 1-1,0-1 0,0-1 1,0 0-1,0-1 1,0 1-1,0-2 1,-20-2-1,24 1-6,1 0 0,-1 0-1,0 0 1,1-1 0,-1 0 0,1 0 0,0 0-1,0-1 1,0 1 0,1-1 0,-1-1-1,1 1 1,0 0 0,0-1 0,-5-7 0,7 9 3,0 0 0,1-1 1,-1 1-1,1 0 0,-1 0 1,1-1-1,0 1 1,0 0-1,1-1 0,-1 1 1,1-1-1,0 1 0,0-1 1,0 0-1,0 1 1,0-1-1,1 1 0,0-1 1,-1 1-1,1 0 0,1-1 1,-1 1-1,0 0 0,1 0 1,0-1-1,-1 1 1,5-5-1,0 3 11,0-1 1,0 1-1,0 0 1,1 0-1,-1 0 0,1 1 1,1 0-1,-1 1 1,0-1-1,1 1 1,0 1-1,-1 0 0,16-3 1,1 2 73,0 0 1,0 1-1,34 3 1,1 5 230,0 3 0,67 18 0,-79-15-264,0-2 1,0-2 0,1-2 0,58 0 0,-95-6-161,0-1-1,-1 0 1,1-1 0,-1 0-1,1-1 1,15-6 0,-21 7-333,1-1 0,0-1 0,-1 1 0,0-1-1,0 0 1,0 0 0,0 0 0,0 0 0,-1-1 0,0 0 0,0 0 0,3-6 0,15-24-979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21.95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14339,'0'0'1216,"7"21"201,11 0-849,2 26-496,3 10-96,-9 29-328,-2 11-152,-10 12-217,-4 3-63,-7-6-176,-1-8-496,5-13 944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27.98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4156 1056,'0'0'6751,"0"-5"-5137,4-10-1081,23-72 397,-8 28-602,-3-1 1,-3-1-1,7-77 1,12-60 1085,140-353 1425,-135 448-2494,80-197 265,45-134-184,30-110-66,-122 388-324,-11 27 139,46-148 1,-96 245-154,59-181 81,-47 158-85,49-93 0,-59 130-11,-1 0 0,-1-1 0,0 0 0,-1-1 0,-1 0 0,6-31 0,-6 20 17,1-1 0,2 1-1,0 1 1,27-52 0,-19 46-26,-3-1 0,17-55 1,-27 78-7,-4 10-69,0 1 1,1-1-1,-1 0 1,-1 0 0,1 0-1,-1 0 1,1 0-1,-1-5 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28.95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1 226 4785,'0'0'3031,"0"0"-3025,0 0 0,0 0 0,0 1 0,0-1 0,0 0 0,0 1-1,-1-1 1,1 0 0,0 0 0,0 1 0,0-1 0,0 0 0,0 0-1,0 1 1,0-1 0,0 0 0,0 0 0,0 1 0,0-1 0,1 0 0,-1 1-1,0-1 1,0 0 0,0 0 0,0 1 0,0-1 0,0 0 0,1 0 0,-1 0-1,0 1 1,0-1 0,0 0 0,0 0 0,1 0 0,-1 1 0,0-1-1,0 0 1,1 0 0,-1 0 0,0 0 0,0 0 0,1 0 0,-1 0 0,0 1-1,5 2 60,-1-1 1,0 1-1,1-1 0,-1 0 0,1 0 0,0 0 0,-1 0 0,1-1 0,0 0 0,7 1 0,61 3 779,-61-5-731,443-26 1492,-329 14-1501,218-17 78,823-95 363,-1146 121-601,-2 1-288,1-1 1,-1-1-1,1 0 0,-1-2 1,0 0-1,31-15 0,-20-1-661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29.45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411 0 13643,'7'2'197,"0"1"0,0-1 1,-1 1-1,1 0 0,-1 1 1,1-1-1,-1 1 0,0 1 0,0-1 1,-1 1-1,1 0 0,-1 0 1,6 8-1,-7-6-245,0 0 0,0 1-1,0-1 1,-1 1 0,0 0 0,-1 0 0,0 0 0,0 0 0,0 0 0,-1 1 0,0 13-1,-1 8-82,-2 1 0,-1-1 0,-1 0 0,-13 48 0,-48 117-58,33-114 239,-49 86-1,54-120 16,-2-1 0,-2-1 0,-37 42 0,61-79-45,-6 7 40,-26 23 0,36-35-50,0 0 0,-1-1 0,1 1 1,0-1-1,-1 0 0,0 0 0,1 0 1,-1-1-1,0 1 0,0-1 0,0 0 1,0 0-1,0 0 0,-8 0 0,10-1-11,1-1-1,-1 1 1,0-1-1,0 1 0,0-1 1,0 0-1,0 0 1,0 0-1,1 0 1,-1 0-1,0 0 0,1 0 1,-1-1-1,1 1 1,-1-1-1,1 1 1,0-1-1,-1 1 0,1-1 1,0 0-1,0 1 1,0-1-1,1 0 1,-2-2-1,-1-4-22,1 0 0,-1 0 0,1 0 1,-1-11-1,2 5 4,0 1 1,1-1 0,0 0-1,1 1 1,1-1 0,0 1 0,0 0-1,2-1 1,-1 1 0,2 0-1,0 1 1,0-1 0,10-14-1,-6 12 55,1 1 0,1 0-1,0 0 1,1 2 0,1-1-1,0 1 1,0 1-1,1 0 1,30-17 0,-24 18 45,-1 0-1,2 1 1,-1 2 0,1 0 0,1 1 0,-1 1 0,1 0 0,0 2 0,0 1 0,0 1-1,23 1 1,-13 3-24,0 1-1,0 2 1,-1 1-1,0 1 1,0 2-1,57 26 1,-68-27-271,6 4 256,1-1 0,39 11 0,-59-21-432,0 0 0,0-1 0,1 0 0,-1 0 0,0 0 0,0-1 0,1 0 0,-1-1 1,0 1-1,0-2 0,1 1 0,-1-1 0,0 0 0,0 0 0,6-3 0,20-19-1368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29.92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19 283 12163,'-1'-1'158,"-1"0"1,1-1 0,-1 1 0,1 0 0,0-1-1,-1 0 1,1 1 0,0-1 0,0 0 0,0 1-1,0-1 1,1 0 0,-1 0 0,0 0-1,1 0 1,-1 0 0,1 0 0,0 0 0,0 0-1,0 0 1,0 0 0,0 0 0,0 1 0,0-1-1,1 0 1,-1 0 0,1 0 0,-1 0 0,2-3-1,3-8-10,0 0-1,0 0 0,9-13 0,-13 23-81,7-10-66,1 0 1,0 0-1,0 0 1,2 1-1,-1 1 0,1 0 1,1 0-1,0 1 1,17-10-1,-22 15-20,1 1 0,-1 0 0,1 1 0,0 0 0,0 0 0,0 0 0,1 1 0,10-1 0,-13 2 10,-1 1-1,1 0 0,0 0 1,0 1-1,-1-1 0,1 1 1,-1 1-1,1-1 0,-1 1 0,1 0 1,-1 0-1,0 0 0,7 5 1,-4-1-3,0 0 1,0 1-1,-1 0 1,0 0-1,-1 1 1,0-1-1,0 1 1,0 1 0,-1-1-1,0 1 1,-1 0-1,6 17 1,-1-1-27,-2 1 1,-1 0-1,5 43 1,-8-41-23,-2 0 1,0 0-1,-2 0 1,-2 1-1,0-1 1,-2-1-1,-10 37 1,10-47 54,-1-1 1,-1 1-1,0-2 1,-1 1 0,-1-1-1,0 0 1,-1-1-1,-1 0 1,0-1-1,0 0 1,-2 0-1,1-1 1,-15 10 0,21-18 34,-1 0 0,1 0 1,0-1-1,-1 0 0,0 0 1,0-1-1,0 1 0,0-2 1,0 1-1,0-1 0,0 0 1,-1 0-1,1-1 0,-13 0 1,15-1 10,0 0 0,1 0-1,-1 0 1,0-1 0,1 1 0,-1-1 0,1 0 0,-1-1 0,1 1 0,0-1 0,0 0-1,0 0 1,0 0 0,1 0 0,-1-1 0,1 1 0,0-1 0,0 0 0,0 0-1,0 0 1,1 0 0,-4-9 0,5 10-13,-1 0 0,1 0-1,0-1 1,1 1 0,-1 0 0,0-1-1,1 1 1,0 0 0,0-1-1,0 1 1,0 0 0,0-1 0,1 1-1,-1 0 1,1-1 0,0 1 0,0 0-1,0 0 1,1 0 0,-1 0 0,1 0-1,0 0 1,-1 0 0,1 0-1,1 0 1,-1 1 0,0-1 0,1 1-1,-1 0 1,1 0 0,3-2 0,4-3 17,0 0 1,1 1 0,0 1 0,0 0-1,1 0 1,-1 1 0,18-4 0,2 3 5,-1 0 1,1 2 0,0 2-1,34 1 1,128 19-76,-86-7-141,-46-7-1240,0-2 0,0-3 0,66-8 1,-40-7-102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05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7282,'0'0'974,"-14"18"1120,9-10-1942,2-5-86,0 1 0,1 0-1,0-1 1,0 1 0,0 0 0,0 1 0,0-1 0,1 0 0,0 0 0,0 1 0,0-1 0,0 1 0,1-1 0,-1 8-1,18 337 1296,-9-70-1193,39 949-420,-1 59-783,-45-878 456,14 347 670,1-123 35,-17-617-152,0 1 0,-1-1 0,-6 25 0,7-38-574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06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1 801 7714,'14'-1'332,"0"-1"1,22-5 0,1-1-170,655-44 2735,-681 52-2887,519-16 1393,599-37 1972,327-137-823,40-44-2211,-1442 226-407,280-43 147,-5-27-2073,-303 70 960,26-13 0,-45 18 572,0-1 0,0 0 1,0 0-1,0 0 0,-1-1 0,1 0 0,10-12 0,-16 15 347,1-1 0,0 0 1,-1 1-1,1-1 0,-1 0 1,0 0-1,2-4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07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0 10330,'-35'5'174,"1"2"0,-53 17-1,75-20-181,1 1-1,-1 0 1,1 1 0,1 0-1,-1 0 1,1 2-1,0-1 1,1 1-1,0 0 1,-16 19-1,10-7 85,2 0 0,0 1 0,1 0-1,-10 26 1,16-33-45,1 1 0,0 0 0,1 0-1,1 0 1,0 1 0,1-1 0,0 24 0,3-32-24,-1 1 0,1-1-1,0 0 1,1 1 0,0-1 0,0 0 0,0 0 0,1 0 0,0 0 0,1-1 0,-1 1 0,1-1-1,6 8 1,-3-7 13,-1 0 0,1-1 0,0 1 0,1-1-1,-1-1 1,1 0 0,1 0 0,-1 0 0,14 5 0,-8-5 19,1-1 0,-1 0 0,1 0 0,0-2 0,1 0 1,-1 0-1,0-2 0,0 0 0,1 0 0,-1-2 1,0 0-1,28-7 0,-16 0 35,-1-1 0,0-1 0,48-27 0,-60 29 10,0-1 0,0 0 0,-1-1 1,0 0-1,-1-1 0,-1-1 0,19-24 0,-27 33-10,-1 1 0,0-1-1,0 1 1,0-1-1,0 0 1,-1 0 0,1 0-1,-1 0 1,0 0-1,1-6 1,-2 8 150,-6 3 440,5-1-644,-1 1 0,1 0 1,-1 0-1,1 0 1,0 1-1,-1-1 1,1 0-1,0 0 0,0 1 1,-2 2-1,-23 33 76,21-28-57,8-5-6,0-2-22,1 0 0,-1-1 0,0 1 0,1 0 0,-1-1 1,1 0-1,-1 0 0,1 0 0,0 0 0,-1-1 0,1 1 0,0-1 0,4 0 0,0-1 5,0 1 0,-1-2 0,1 1 0,0-1 0,-1 0 1,9-4-1,-1-1-2,0 0 0,0-1 0,-1-1 0,0 0 0,22-20 0,-28 21-7,0 0 0,0-1-1,10-14 1,-16 21-5,0-1 0,-1 1 0,1 0 0,-1-1 0,0 0 0,1 1 0,-1-1 0,0 0 1,-1 0-1,1 0 0,0 0 0,-1 1 0,0-1 0,0 0 0,1 0 0,-2 0 0,1 0 0,0 0 0,-1-3 0,0 4-8,0 0-1,0 1 0,0-1 0,0 1 0,0-1 0,-1 1 1,1 0-1,0-1 0,-1 1 0,1 0 0,-1 0 1,1 0-1,-1 0 0,0 0 0,1 0 0,-1 1 0,0-1 1,1 0-1,-1 1 0,-3-1 0,-41-3-160,41 4 152,-32 0-74,0 2 1,0 2-1,-44 10 0,-105 36-2615,193-48 367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08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1 10098,'-2'0'95,"1"0"1,-1 0-1,0 0 0,0 1 0,1-1 1,-1 1-1,0-1 0,1 1 0,-1 0 1,-2 1-1,-6 3 143,-95 20 200,-7 3-226,100-24-46,0 1-1,0 0 0,1 0 0,-1 2 0,1-1 1,-19 17-1,29-23-159,1 0 1,-1 1-1,0-1 1,1 1-1,-1-1 1,1 1-1,-1-1 1,1 1-1,0-1 1,-1 1-1,1 0 1,-1-1-1,1 1 1,0 0-1,0-1 1,-1 1-1,1 0 1,0-1-1,0 1 1,0 0-1,0-1 1,0 1-1,0 0 1,0-1-1,0 1 1,0 0-1,0 0 1,0 0-1,1 0 0,0 0-1,-1 1 0,1-1 1,0 0-1,0 0 1,0 0-1,0 0 1,0 0-1,1 0 1,-1-1-1,0 1 1,0 0-1,2 0 1,8 4 24,-1-1 0,22 5 0,-25-7 11,58 12 85,-41-10-155,-1 2-1,0 0 0,38 16 1,-59-22 26,-1 1 0,1 0 0,0-1-1,-1 1 1,0 0 0,1 0 0,-1 0 0,0 0 0,1 0 0,-1 1-1,0-1 1,0 0 0,0 0 0,0 1 0,0-1 0,0 1 0,0-1 0,-1 1-1,1-1 1,0 1 0,-1-1 0,1 4 0,-1-3 2,0 1-1,-1-1 1,1 0 0,0 0 0,-1 0-1,0 0 1,0 0 0,1 0 0,-1 0-1,0 0 1,-1 0 0,1-1-1,0 1 1,0 0 0,-1-1 0,1 1-1,-1-1 1,-1 2 0,-8 6-81,0-1 0,0-1-1,-1 0 1,0-1 0,0 0 0,-1-1 0,1 0 0,-1-1-1,0 0 1,0-1 0,0-1 0,-1 0 0,1-1 0,-1 0-1,1-1 1,-1 0 0,-14-3 0,-7-7-746,2-9 310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08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10474,'24'62'760,"4"6"1105,-8 3-841,-7-1-808,-3-2-120,-12-11-48,4-7 0,-12-14-24,-6-8 0,-1-12-72,-9-11-96,0-12-840,3-9-456,-3-8 1063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08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 7626,'17'1'1144,"4"1"864,14-2-1352,4 0-271,13-9-257,2-1-96,5-6-128,1-3-121,2 0-423,1-1-536,-3-1 664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08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13 11650,'-8'-12'-764,"7"12"710,1 0 0,0 0 0,0 0 0,0 0 0,0 0 0,-1 0 0,1 0 0,0 0 0,0 0 0,0 0 0,-1 0 0,1 0 0,0 0 0,0 0 0,0 0 0,0 0 0,-1 0 0,1 0 0,0 0 0,0 0 0,0 1 0,0-1 0,-1 0 0,1 0 0,0 0 0,0 0 0,0 0 0,0 0 0,0 1 0,0-1 0,-1 0 1,1 0-1,0 0 0,0 0 0,0 0 0,0 1 0,0-1 0,-7 29-2032,-5 64 2905,-12 115 4069,19-153-3950,-6 74 416,10-105-1298,2 0-1,0 0 1,6 29 0,-6-50-667,-6-3-2384,0-1 2442,0 0-1,1 0 1,0-1 0,-1 1 0,1-1-1,0 0 1,-1 0 0,1 0-1,-6-5 1,-20-13-1574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09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2753,'0'-2'239,"1"1"0,-1-1 0,0 0 1,1 1-1,-1-1 0,1 1 1,-1-1-1,1 0 0,0 1 0,0-1 1,0 1-1,0 0 0,0-1 0,0 1 1,0 0-1,0 0 0,0-1 1,1 1-1,-1 0 0,1 0 0,2-1 1,37-16 1118,-31 14-1130,22-8 433,1 1 0,49-9-1,-69 17-409,1 2-1,-1 0 1,1 0 0,-1 2-1,1-1 1,-1 2-1,1 0 1,-1 0-1,20 7 1,-19-4-169,1 1 0,-1 1-1,0 0 1,0 1 0,-1 0 0,0 1-1,-1 1 1,17 16 0,-11-7 4,0 2-1,-2 0 1,0 0 0,14 29-1,-28-47-62,0 1-1,0-1 1,0 0 0,1 0-1,-1 0 1,1-1-1,-1 1 1,1-1 0,0 1-1,0-1 1,4 2-1,-7-3-14,1-1 0,0 0-1,0 1 1,0-1-1,0 0 1,0 0 0,0 0-1,-1 0 1,1 0 0,0 1-1,0-2 1,0 1 0,0 0-1,0 0 1,0 0-1,0 0 1,0-1 0,-1 1-1,3-1 1,-2 0 2,0 0 0,1 0-1,-1 0 1,1 0 0,-1-1-1,0 1 1,0-1 0,0 1 0,0-1-1,0 1 1,0-1 0,0 1 0,0-3-1,1-1-2,0 0 0,-1 0 0,1 0 0,-1 0 0,-1 0 0,1-1 0,-1 1 0,0 0 0,0 0 0,0 0 0,-2-8 0,-2-4 30,0 1 1,-9-20 0,9 26-26,0 0 0,0 0 0,1-1 0,1 1 0,0-1 0,0 0-1,0-17 1,2 27-11,0 1 0,0-1-1,0 0 1,1 0-1,-1 0 1,0 1-1,0-1 1,1 0-1,-1 1 1,0-1-1,1 0 1,-1 0-1,1 1 1,-1-1-1,1 1 1,-1-1-1,1 0 1,-1 1 0,1-1-1,0 1 1,-1-1-1,1 1 1,0 0-1,1-1 1,0 0 2,1 0 1,-1 0 0,1 1 0,0 0-1,-1-1 1,1 1 0,5 0-1,2 1 10,0 0-1,0 1 0,12 4 0,-16-4-11,0 0-1,1 1 1,-1 0 0,0 1-1,0-1 1,-1 1-1,1 1 1,-1-1-1,0 1 1,0-1-1,0 1 1,-1 1-1,0-1 1,0 1-1,0-1 1,4 10-1,3 9 7,-1 0-1,14 48 1,-18-51-8,-5-18 13,-1-2-9,0-1-1,0 1 1,0-1 0,0 1 0,0-1-1,0 1 1,0-1 0,0 1 0,0-1-1,0 1 1,1-1 0,-1 0 0,0 1-1,0-1 1,1 1 0,-1-1-1,0 1 1,0-1 0,1 0 0,-1 1-1,0-1 1,1 0 0,-1 1 0,1-1-1,-1 0 1,0 1 0,1-1 0,-1 0-1,1 0 1,-1 0 0,1 1-1,-1-1 1,1 0 0,-1 0 0,1 0-1,-1 0 1,1 0 0,-1 0 0,1 0-1,-1 0 1,1 0 0,-1 0 0,1 0-1,-1 0 1,1 0 0,0-1 0,3 0 2,0-1 0,0 1 0,0-1 0,0 0 1,0-1-1,-1 1 0,1-1 0,-1 1 0,0-1 1,1 0-1,-1 0 0,0-1 0,-1 1 0,1 0 1,-1-1-1,1 0 0,-1 0 0,0 0 0,1-4 1,9-16 0,-5 8 10,1 0-1,1 0 1,0 1-1,15-18 1,-21 29-14,1 1 1,0-1 0,-1 0 0,2 1 0,-1 0-1,0 0 1,1 0 0,-1 1 0,1-1 0,0 1-1,0 0 1,0 1 0,0-1 0,0 1 0,0 0-1,0 0 1,0 0 0,1 1 0,5 0 0,-8 0-21,1 0 0,0 0 1,0 1-1,0-1 1,-1 1-1,1 0 1,-1 0-1,1 1 1,0-1-1,-1 1 1,0-1-1,1 1 1,-1 0-1,0 0 1,0 1-1,0-1 1,0 1-1,-1-1 1,1 1-1,-1 0 1,1 0-1,-1 0 0,0 0 1,3 7-1,0 4-121,0 0-1,0 0 0,-2 1 0,0 0 0,2 15 0,-3-11-78,9 28 0,-11-44 170,1-1 0,0 0 0,-1 1 1,1-1-1,1 0 0,-1 1 0,0-1 0,0 0 0,1 0 1,-1 0-1,1 0 0,0 0 0,0-1 0,-1 1 0,1 0 1,0-1-1,0 1 0,1-1 0,-1 0 0,0 0 0,0 0 1,1 0-1,-1 0 0,0 0 0,1 0 0,-1-1 1,1 1-1,-1-1 0,1 0 0,-1 0 0,5 0 0,0-1-280,0-1-1,0 1 0,0-1 0,0-1 0,0 1 1,0-1-1,-1 0 0,1-1 0,10-7 0,22-20-812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10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264 396 10674,'-12'-1'733,"-5"-1"141,0 1 0,-18 2 1,29 0-856,0-1 1,0 1 0,1 1 0,-1-1-1,0 1 1,1 0 0,-1 1 0,1-1-1,-9 7 1,4-1 1,0 0 0,0 1 0,1 0 0,0 0-1,1 1 1,0 0 0,1 1 0,0 0 0,-7 15 0,10-18 1,0 0 0,1 0 0,0 0 0,0 1 0,1 0 0,0-1 1,0 1-1,1 0 0,0 0 0,1 0 0,0 0 0,0 0 0,1 0 0,2 9 0,-2-14-19,0-1-1,1 1 0,-1-1 1,1 1-1,0-1 1,0 0-1,0 1 0,0-1 1,1 0-1,-1 0 1,1-1-1,0 1 0,0 0 1,0-1-1,0 0 1,0 0-1,0 0 0,1 0 1,-1 0-1,0-1 1,1 1-1,0-1 0,-1 0 1,1 0-1,0 0 1,0-1-1,0 1 0,-1-1 1,8 0-1,5-1-19,-1 0 0,0-1 0,0-1 0,0 0-1,0-1 1,19-7 0,13-9-286,-1-2 0,0-2-1,-2-1 1,-1-3 0,-1-2 0,-2-1 0,39-39-1,-64 56 374,-1-2-1,0 0 1,-1-1-1,0 0 0,-2-1 1,0 0-1,-1-1 1,9-24-1,-14 30 102,-2 1 0,1 0 0,-2-1-1,1 0 1,-2 0 0,0 0 0,0 0 0,-1 0 0,-1 0-1,0 1 1,-1-1 0,0 0 0,-1 0 0,-7-19 0,-9-8 663,17 38-761,1 0-1,-1 0 1,1 0-1,-1 0 1,0 0-1,1 0 1,-1 1-1,0-1 1,0 1-1,0-1 0,-1 1 1,1 0-1,0-1 1,-5 0-1,6 2-55,1-1 0,-1 1-1,0 0 1,1 0 0,-1 0-1,0 0 1,1 0 0,-1 0-1,1 0 1,-1 0 0,0 0-1,1 1 1,-1-1 0,0 0-1,1 0 1,-1 1 0,1-1-1,-1 0 1,1 0 0,-1 1-1,0-1 1,1 1 0,-1-1-1,1 1 1,0-1 0,-1 0 0,0 2-1,-7 17 143,7-17-135,-48 182 295,27-91-262,5-29-25,5-25-12,2 1 0,1 0 0,-3 55 0,11-89-28,1-1 0,0 1-1,0 0 1,0 0 0,1 0 0,0-1 0,0 1-1,0 0 1,1-1 0,0 1 0,0-1 0,0 0-1,4 7 1,-5-11-10,-1-1 1,0 1-1,1-1 0,-1 1 0,1-1 1,-1 1-1,1-1 0,-1 1 0,1-1 0,-1 1 1,1-1-1,-1 0 0,1 1 0,-1-1 1,1 0-1,0 1 0,-1-1 0,1 0 0,-1 0 1,1 0-1,0 0 0,-1 0 0,1 1 1,0-1-1,-1 0 0,1-1 0,0 1 0,-1 0 1,2 0-1,-1-1-38,0 1 1,0-1-1,0 0 0,0 0 0,0 1 1,0-1-1,-1 0 0,1 0 1,0 0-1,0 0 0,0 0 1,-1 0-1,2-3 0,0-1-192,0 0 0,0 0 1,0 0-1,-1-1 0,2-9 0,-4 10 179,1 0-1,-1 0 1,1 0 0,-1 0 0,-1 0 0,1 1 0,-1-1 0,0 0 0,0 1 0,0-1 0,0 1 0,-1 0-1,0 0 1,0 0 0,0 0 0,-7-7 0,5 7 127,0 0-1,0 0 1,0 0-1,-1 0 1,1 1-1,-1-1 1,0 2-1,0-1 1,0 1-1,0-1 1,-1 2-1,-8-3 1,13 4 903,6-3-793,1-1-129,1 0-1,0 0 0,0 1 0,0 0 0,0 0 1,0 1-1,1-1 0,-1 2 0,9-3 0,72-9 257,-62 10-199,30-4 257,103 1-1,-139 6-316,0 2-1,-1 0 1,1 1-1,-1 1 1,0 0-1,0 1 1,0 2-1,-1-1 0,23 14 1,-36-18-32,-1 1 1,1 0-1,-1-1 1,1 1-1,-1 1 1,0-1-1,-1 0 1,1 1-1,-1 0 0,1-1 1,1 6-1,-3-8-6,0 0 0,-1 0 0,1 1 0,-1-1-1,0 1 1,1-1 0,-1 0 0,0 1 0,1-1-1,-1 1 1,0-1 0,0 0 0,0 1 0,-1-1-1,1 1 1,0-1 0,0 0 0,-1 1 0,1-1-1,-1 1 1,1-1 0,-1 0 0,0 0 0,1 1-1,-1-1 1,0 0 0,0 0 0,0 0 0,0 0-1,0 0 1,0 0 0,0 0 0,0 0-1,0 0 1,-1-1 0,0 2 0,-1-1-8,-1 0 0,1 0-1,0 0 1,-1-1 0,1 1 0,0-1 0,-1 1-1,1-1 1,0 0 0,-1-1 0,1 1 0,-1-1 0,1 1-1,0-1 1,0 0 0,-1 0 0,1 0 0,-3-3-1,-1 1 33,0 0 0,1-1-1,-1 0 1,1 0 0,0 0 0,0-1-1,-6-7 1,8 8-4,0 0-1,0-1 1,1 0 0,0 1 0,0-1-1,0 0 1,0-1 0,-2-7 0,4 10-15,1 0 0,-1 1 0,1-1 1,0 0-1,0 0 0,0 0 0,0 1 0,0-1 1,1 0-1,-1 0 0,1 1 0,0-1 0,0 0 1,0 1-1,0-1 0,0 1 0,1-1 1,-1 1-1,4-4 0,0-1 6,1 1 1,0 0-1,0 0 1,1 1-1,-1 0 1,1 0 0,0 1-1,1-1 1,-1 1-1,1 1 1,-1 0-1,1 0 1,0 0-1,1 1 1,-1 0-1,0 1 1,11-1-1,-9 1-4,0 1 1,-1 0-1,1 0 0,0 1 0,0 0 0,-1 1 1,1 0-1,0 1 0,-1 0 0,0 0 0,0 1 1,0 0-1,0 0 0,11 9 0,-7-1 18,1 0 0,-2 1-1,0 1 1,0 0 0,11 21 0,-15-22 28,1-1 0,0 0 0,1 0 1,0 0-1,0-2 0,2 1 0,-1-1 1,14 8-1,-23-16-43,0-1 0,0 0-1,1 0 1,-1 0 0,1 0 0,-1 0 0,1-1 0,-1 1 0,1-1 0,-1 0 0,1 1-1,-1-1 1,6-1 0,-7 1-5,0-1-1,0 1 0,0 0 1,0-1-1,-1 1 1,1-1-1,0 1 0,0-1 1,0 0-1,-1 1 1,1-1-1,0 0 0,-1 1 1,1-1-1,0 0 1,-1 0-1,1 0 1,-1 0-1,1 0 0,-1 1 1,0-1-1,1 0 1,-1 0-1,0 0 0,0 0 1,0 0-1,0 0 1,0 0-1,0 0 0,0 0 1,0 0-1,0 0 1,0 0-1,0 0 0,0 0 1,-1 0-1,1 0 1,0 0-1,-2-1 0,-1-7-26,-1 0-1,0 0 0,-1 0 0,0 0 0,0 1 1,-1 0-1,0 0 0,0 1 0,-14-13 0,-18-24 25,37 43 1,0 1 0,1-1 0,-1 0 0,1 0 0,-1 0 0,1 0 0,-1-1 0,1 1 0,-1 0 0,1 0 0,0 0 0,0 0 0,0 0 0,-1 0 0,1-1 0,0 1 0,0 0 0,1 0 0,-1 0 0,0 0 0,0 0 0,0-1 0,1 1 0,-1 0 0,1 0 0,-1 0 0,1 0 0,-1 0 0,1 0 0,0 0 0,-1 0 0,1 0 0,0 1 0,0-1 0,-1 0 0,1 0 0,0 1 0,0-1 0,0 0 0,0 1 0,0-1 0,0 1 0,0-1 0,2 0 0,6-2 4,-1-1 0,1 1 0,0 0 1,10-1-1,-18 4-5,17-3 0,0 1 1,0 0-1,0 1 0,1 1 1,-1 1-1,0 1 0,0 0 1,0 2-1,29 8 0,-34-8 1,1 1-1,-2 0 1,1 1 0,-1 1-1,1 0 1,-2 1-1,1 0 1,-1 0-1,-1 1 1,1 1-1,-1 0 1,-1 0-1,11 15 1,-20-24 4,0-1-1,1 1 1,-1 0 0,0 0 0,1 0-1,-1-1 1,1 1 0,0 0 0,-1-1 0,1 1-1,-1 0 1,1-1 0,0 1 0,0-1-1,-1 1 1,1-1 0,0 1 0,0-1 0,0 0-1,-1 1 1,1-1 0,0 0 0,0 0-1,2 1 1,-2-2 5,1 0 0,-1 0 0,1 0 0,-1 0 0,0 0 0,1 0 0,-1-1 0,0 1 0,0 0 0,2-3 0,2-2-34,71-96 53,-57 73-47,2 2 0,0 0-1,47-44 1,-63 66 17,0 1 0,1 0 0,-1 0 0,1 0 0,0 1 0,0 0-1,1 0 1,-1 1 0,0 0 0,1 0 0,-1 0 0,8 0 0,-9 2-1,1-1-1,0 2 1,-1-1 0,1 1 0,-1 0 0,1 0 0,-1 0 0,0 1-1,1-1 1,-1 1 0,0 1 0,0-1 0,0 1 0,8 6-1,12 10-252,36 39 0,-1-1-646,-2-13 307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11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0 585 12131,'44'4'56,"1"-1"0,-1-2 1,1-3-1,56-8 1,-64 6-238,406-66 1672,-90 10 279,249 5-1711,10 33-66,-53 2-7,780-82 66,-1307 99-52,1338-50 136,-1321 53-143,280-8 48,-252 2-162,0-3 0,89-22 0,-138 23-186,0 0-1,0-2 1,40-21 0,-50 21-858,0 0 0,-1-2 0,18-16 0,-10 7-270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12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531 0 11338,'-10'0'425,"-6"2"-9,-1 3-48,-4 11 208,-5 5 16,-5 13 104,-3 8 24,-8 13-128,-6 6-40,-4 1-191,2-3-121,0-18-120,8-10-48,13-20-264,-2-11-385,15-23-3511,0-11 3479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13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11250,'21'17'801,"17"6"2015,9-1-1119,18 8-1073,8 6-248,1 21-352,1 10-72,-13 13-88,-5-2-8,-5-12 72,-4-11 0,1-22-144,6-11-409,7-29 361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14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466 1 10706,'4'38'426,"-2"-30"-589,-1 1 0,0-1 1,-1 16-1,-8 38 98,-2 25 938,10-77-713,0 0-1,0 0 1,1 0 0,1 0 0,0 0 0,5 16 0,-6-24-115,-1 0 0,1 0-1,0 0 1,0 0 0,0 0 0,0 0 0,0 0 0,0 0-1,1 0 1,-1-1 0,1 1 0,-1 0 0,1-1 0,0 1-1,-1-1 1,1 0 0,0 0 0,4 2 0,-4-2-9,0-1 1,0 1-1,0-1 0,0 0 1,0 0-1,0 0 1,0 0-1,0 0 1,0-1-1,0 1 0,0-1 1,0 1-1,0-1 1,0 1-1,0-1 1,2-2-1,2 0 16,-1-1 1,1 0-1,-1 0 0,0 0 1,0-1-1,-1 0 0,0 1 1,1-2-1,-2 1 0,1 0 1,4-9-1,-5 7-7,0-1 1,0 0-1,-1 0 1,0 0-1,2-11 0,-4 16-31,0 0 0,1 1 0,-1-1 0,0 1-1,0-1 1,-1 1 0,1-1 0,0 0 0,-1 1-1,0-1 1,1 1 0,-1-1 0,0 1 0,0 0 0,-1-1-1,1 1 1,0 0 0,-1 0 0,1 0 0,-1 0-1,-2-3 1,3 5-8,0-1-1,1 1 1,-1-1-1,0 1 1,1-1-1,-1 1 1,0-1-1,0 1 1,1-1 0,-1 1-1,0 0 1,0 0-1,0-1 1,1 1-1,-1 0 1,0 0-1,0 0 1,0 0-1,0 0 1,0 0-1,0 0 1,1 0-1,-1 0 1,0 1-1,0-1 1,0 0-1,0 0 1,1 1 0,-1-1-1,0 0 1,0 1-1,1-1 1,-1 1-1,0-1 1,1 1-1,-1 0 1,0-1-1,1 1 1,-1 0-1,1-1 1,-1 1-1,1 0 1,-1-1-1,1 1 1,0 0-1,-1 0 1,1 0 0,0 0-1,-1-1 1,1 3-1,-2 4 13,0 0 1,0 1-1,1 0 0,-1 13 1,-10 274-221,8-180-119,3-59 213,-2 1-1,-20 107 1,19-148 162,0 0 0,-2 0 1,1-1-1,-2 0 0,0 0 0,-1 0 0,0-1 1,-2 0-1,1 0 0,-2-1 0,1 0 0,-2-1 1,0-1-1,-19 16 0,21-20 15,-1 0-1,0-1 1,0 0-1,0-1 1,0 0 0,-1-1-1,0 0 1,-18 3 0,23-6-50,-1 0 1,1 0 0,0-1 0,0 0-1,-1 0 1,1-1 0,0 1 0,0-2-1,0 1 1,0-1 0,0 0 0,0-1-1,0 0 1,1 0 0,-13-7 0,10 2-176,0 0 0,0-1 0,1 0 0,0 0 1,0-1-1,1 0 0,1 0 0,-1-1 0,2 1 1,-9-23-1,4 3-236,-6-36 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17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3578 1128,'0'0'120,"20"-2"1402,20-7-1067,-24 2-38,80-63 765,2 5-1,175-86 1,-52 59-545,-12 7 795,-150 57-1047,79-49-1,-64 25-312,-44 29-24,63-35 1,-62 43-2,-1-2 0,0-1-1,34-27 1,18-16 473,3 4 0,116-59 0,400-223-160,-446 258-243,63-40-36,390-242 63,-266 176-117,-83 44 2,54-58 20,4-3-30,-135 102 11,93-47 32,278-105-62,-17-10 24,-511 248-55,-1 0 0,36-34 1,-51 43-119,-1 0 0,1 1 0,1-1 0,11-5 1,-19 11-303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19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1 5857,'2'-1'1957,"12"10"-617,20 20-720,-31-26-541,-1-1 1,0 1-1,1 1 0,-1-1 0,0 0 1,-1 0-1,1 1 0,-1-1 0,1 1 1,-1-1-1,0 1 0,0 0 0,0 4 1,0 3 98,-1 0 0,-1 21 0,0-22-88,-3 33 206,1-22-120,1-1-1,1 28 0,1-43-77,0 1 0,1-1 0,0 0 0,0 0 0,0 0 0,0 0 0,1 0 0,0 0 0,0 0 0,1-1 0,-1 1 0,1-1 0,0 1 0,4 4 0,-5-7-48,1 0 1,0 0-1,-1 0 0,1 0 0,0 0 1,0-1-1,0 1 0,0-1 0,0 0 0,0 0 1,0 0-1,1 0 0,-1-1 0,0 1 0,0-1 1,1 0-1,-1 0 0,0 0 0,1 0 0,-1 0 1,0-1-1,1 0 0,-1 1 0,0-1 0,0-1 1,0 1-1,0 0 0,6-4 0,1 0-6,-1-1-1,1-1 0,-1 1 1,0-1-1,-1-1 1,0 0-1,9-10 0,-10 9 42,0-1-1,-1 0 1,0-1-1,0 1 1,-1-1-1,-1 0 1,0 0-1,0 0 1,2-16-1,-4 22 3,-1-1 0,-1 0 0,1 0 0,-1 0 0,0 0 0,0 1 0,-1-1 0,0 0 0,0 0 0,0 1 1,0-1-1,-1 0 0,0 1 0,0-1 0,-1 1 0,0 0 0,1 0 0,-2 0 0,1 0 0,-6-5 0,8 8 130,2 6-177,5 23-25,1-1 0,2 0 1,14 29-1,6 19-38,1 10-44,-12-38-93,-2 0 0,-2 1 0,11 67 0,-24-106 146,-1 0 0,1 0 1,-1 0-1,-1 0 0,1 0 1,-1 0-1,-1 0 0,0 0 0,0 0 1,0-1-1,-1 1 0,0-1 1,-1 1-1,1-1 0,-1 0 0,-1-1 1,-6 9-1,3-6 63,-1-1-1,0 0 1,0 0 0,0-1-1,-1 0 1,-1-1 0,1 0 0,-1-1-1,0 0 1,0 0 0,-13 2-1,-1 0 99,0-2-1,-1 0 1,1-2-1,-1-1 1,-43-2 0,36-2 25,0-2-1,0-1 1,-63-19 0,81 19-157,0 0-1,1-1 0,0-1 1,0 0-1,1-1 1,0 0-1,0-1 1,1 0-1,-18-18 0,24 20-175,0-1 0,0 1-1,1-1 1,0 0-1,0 0 1,1 0 0,0-1-1,0 0 1,1 0 0,0 0-1,1 0 1,0 0 0,0 0-1,1-1 1,1 1-1,-1-1 1,2-9 0,1-3-494,9-33 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0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7298,'3'3'-1001,"2"2"473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0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5 113 7594,'0'0'2447,"-4"0"-1106,8-1-439,19-1-282,1 0 1,43 5-1,-38-2-317,54-3 0,-52-1-255,-1-3 0,31-8-1,-47 10-205,0-1 0,-1 0 0,0-1 0,0-1-1,0 0 1,16-12 0,-12 1-2189,-5 2 1269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0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10754,'0'0'512,"2"0"-792,36-11 760,-16 8 1,6 1-169,5 0-24,1-3-456,6-2-32,-6 0-793,-4 0-1535,-6-3 1312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1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293 255 9282,'-3'1'71,"0"-1"0,0 1-1,0-1 1,0 1 0,0 0 0,0 0 0,0 1 0,0-1-1,0 1 1,1-1 0,-1 1 0,1 0 0,-1 0 0,1 0-1,0 0 1,0 0 0,0 0 0,0 1 0,0-1 0,0 1-1,-2 4 1,-4 7-107,1 0 0,-10 29 0,15-36 278,-5 13-125,0 0 0,2 1 0,0-1 0,1 1 0,2 0 0,-1 39 0,3-52-106,1 0 0,-1 0 1,2 0-1,-1 0 0,1-1 1,0 1-1,1 0 0,0-1 1,0 0-1,0 1 0,1-1 0,0-1 1,1 1-1,-1 0 0,1-1 1,0 0-1,1 0 0,0-1 0,0 0 1,0 0-1,9 6 0,-8-7 20,1 0 0,0 0 0,0-1 0,0 0 0,0 0 0,1-1 0,-1 0 0,1-1 0,-1 0 0,11 0 0,-6-1 46,1 0 0,-1-2 0,0 0 0,0 0 0,0-1 0,14-6 0,-6 1-11,0-1-1,-1-1 0,0-1 0,0-1 0,-2 0 0,1-2 1,24-24-1,-25 22-44,-2-1 0,0-1 0,-1-1 0,-1 0 0,-1-1 0,-1 0 0,16-36 0,-24 47 5,-1 0 0,0 0 0,0-1 1,-1 0-1,0 1 0,-1-1 0,0 0 0,-1 0 0,0 0 0,0 1 0,-1-1 0,0 0 0,-1 0 0,0 1 0,-1-1 1,1 1-1,-2 0 0,0-1 0,0 2 0,-10-17 0,3 9 2,-2 0-1,1 1 1,-2 1 0,0 0-1,0 1 1,-2 0 0,1 2-1,-1-1 1,-1 2-1,0 0 1,-34-13 0,28 14 10,-1 2-1,0 0 1,0 2 0,0 0 0,-1 2 0,1 0 0,-1 2-1,-48 3 1,49 1 37,0 1 1,0 0-1,0 2 0,-33 13 0,48-16-25,0 1-1,1 0 0,-1 1 1,1 0-1,-1 0 1,1 1-1,1 0 1,-1 0-1,1 1 1,0 0-1,1 0 1,0 0-1,-10 16 0,15-21-34,-1 1-1,1-1 0,0 1 1,0-1-1,0 1 1,0 0-1,1-1 0,-1 1 1,1 0-1,0-1 0,-1 1 1,1 0-1,0 0 1,1-1-1,-1 1 0,0 0 1,1-1-1,-1 1 0,1 0 1,0-1-1,0 1 0,0-1 1,0 1-1,1-1 1,-1 1-1,1-1 0,-1 0 1,3 3-1,2 0 26,-1 0 1,1 0-1,0-1 0,0 1 1,1-1-1,0-1 1,-1 1-1,1-1 0,9 3 1,12 2 46,0 0 0,0-2 0,1-1 1,-1-2-1,38 1 0,3-5 3,74-10 1,46-21 194,-96 3-1272,-74 21-549,0-1 0,25-14 1,-30 12 190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2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9290,'2'-10'144,"2"-6"568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2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 10530,'-5'10'176,"0"1"0,1 0 1,0 0-1,0 1 0,1-1 0,1 1 0,0 0 0,0 0 0,1 0 0,1 0 0,0 0 0,1-1 1,2 16-1,-2-21-175,1 1 1,-1-1 0,1 1-1,1-1 1,-1 0 0,1 0-1,0 0 1,1-1 0,-1 1-1,1-1 1,5 6 0,-5-7 32,0-1 1,0 0 0,0 1 0,0-1 0,1-1-1,-1 1 1,1-1 0,0 1 0,0-1-1,0-1 1,0 1 0,0-1 0,0 0 0,0 0-1,8 0 1,-3-1 45,0 0 0,0-1-1,0 0 1,0-1 0,0 0 0,0 0-1,0-1 1,0-1 0,-1 1 0,12-8-1,-10 5-43,-1 0 0,1 0 0,-2-1-1,1-1 1,-1 0 0,0 0 0,0-1-1,8-12 1,-14 19-22,-1-1-1,0 0 1,-1-1-1,1 1 1,-1 0-1,1 0 1,-1-1-1,0 1 1,0-1 0,0 1-1,-1-1 1,1 1-1,-1-1 1,0 1-1,0-1 1,0 0-1,-1 1 1,1-1-1,-1 1 1,0-1-1,0 1 1,0-1-1,0 1 1,0 0 0,-1-1-1,-3-4 1,2 3 18,0 1-1,-1 0 1,0 0 0,1 0 0,-1 0 0,-1 1 0,1-1 0,0 1 0,-1 0 0,0 0 0,0 1 0,0 0 0,0-1 0,0 2 0,0-1-1,0 1 1,-8-2 0,-12 0-112,0 2-1,-1 0 1,0 2-1,1 1 1,-30 5-1,35-3-1254,0 1 0,0 1 0,-36 15-1,28-6-61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3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9634,'16'11'512,"3"-4"184,1-4-232,6-3-216,2 0-71,1-5-73,1-2 8,-4 2-8,0-2-8,-4 2-16,-5 1-48,-4-1-112,-7 2-184,1-4-2497,0-2 1905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3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12131,'10'17'488,"2"2"464,4 6-1232,-1 2-32,-1 10 288,2 2 264,-1 15 448,-1 6 32,-5 8-72,-4 3-200,-5-2-328,-2-2-24,0-3-72,2-5-24,0-9-288,0-3-352,0-12-2552,-1-6 2623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4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10642,'23'3'576,"9"2"273,19-3-569,7-2 136,3 0-296,-1-3-48,3-3-96,1 1 24,0-5 48,1-2 0,-1-4-216,-3-3-360,-9 0-1273,-7 0 1233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4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286 135 11434,'-7'1'18,"0"-1"0,1 1 0,-1 0 0,0 0 0,0 1-1,0-1 1,0 2 0,1-1 0,-1 1 0,1 0 0,0 0-1,0 1 1,-8 6 0,6-3 25,-1 1-1,1 0 1,0 0 0,1 1-1,0 0 1,1 1 0,-9 15-1,1 4 300,2 2-1,1-1 1,1 2-1,-10 55 0,15-65-157,2 0 0,0 0 0,2 0 0,0 0 0,5 45-1,-4-61-127,1 0-1,1 0 0,-1-1 0,1 1 0,0 0 0,0-1 0,1 1 0,0-1 0,0 1 1,0-1-1,0 0 0,1-1 0,0 1 0,0 0 0,0-1 0,1 0 0,-1 0 0,1 0 1,0-1-1,0 0 0,0 0 0,1 0 0,-1 0 0,1-1 0,-1 0 0,11 3 0,-2-3 43,0 0 0,0-1 0,0 0 0,0-2 0,0 1 0,0-2 0,-1 1 0,1-2 0,0 0 0,23-9 0,-1-2-45,1-2 0,52-31 0,-61 31-57,-2-2 1,0 0-1,44-41 0,-63 52 41,0 0 0,0 0 0,0-1-1,-1 0 1,-1 0 0,1-1-1,-1 0 1,-1 1 0,1-2-1,-2 1 1,1 0 0,-1-1-1,-1 0 1,1 1 0,-2-1 0,2-14-1,-4 13 38,-1-1 0,0 1 0,-1 0 0,0 0 0,0 1 0,-1-1 0,-1 1 0,1-1 0,-2 1 0,-9-13 0,-5-6 109,-49-53 0,53 65-147,-1 0-1,-1 1 0,0 1 0,-1 1 0,-1 0 1,-30-15-1,39 24-34,-1 0 0,1 1 0,-1 0 0,0 0-1,0 2 1,-1-1 0,1 1 0,-1 1 0,1 1 0,-1-1 0,1 2 0,-1 0 0,1 0 0,-13 4 0,8-1-15,0 2 0,0 0 0,1 0 1,-1 2-1,2 0 0,-1 0 1,1 2-1,0 0 0,1 1 1,-26 24-1,38-33 8,-1 1 1,1-1-1,0 1 0,0 0 1,0 0-1,0 0 0,0 0 1,0 0-1,1 0 0,0 0 1,-1 0-1,1 1 0,1-1 1,-1 0-1,0 1 0,1-1 1,-1 0-1,1 1 1,0-1-1,0 1 0,1-1 1,-1 1-1,1-1 0,-1 1 1,1-1-1,0 0 0,0 0 1,1 1-1,-1-1 0,1 0 1,0 0-1,-1 0 1,1 0-1,3 2 0,3 4 27,0-1 0,1 0 0,0 0 0,1-1 0,0-1 0,0 1 0,0-2 0,21 9-1,6 0-4,1-2-1,0-2 0,1-1 0,1-2 0,-1-2 0,1-1 0,0-3 0,0-1 0,-1-1 0,77-14 0,-86 8-416,34-13 0,-26 6-3381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5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14795,'1'2'760,"27"27"-664,-14-7-568,-5 10-320,-6 0 96,-10 15 744,-5 2 432,-5 13 432,1 9-56,1 5-351,1-2-193,3-10-336,3-7-120,3-19-385,1-12-231,20-48-3017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5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1 11763,'-17'32'520,"-6"13"1104,-3 11-1048,-13 13-648,-8 5-24,-8 1 24,-1-6 48,1-16 192,5-9 24,8-22 72,6-10-24,12-19-168,5-8-216,10-22-1440,2-4-889,6-11 1713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5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12259,'14'24'1384,"5"5"864,5 4-1071,5 4-793,1-3-152,-4-1-88,-2-2-48,5-3 48,1-4-24,4-8 0,4-1 0,2-8-96,2-2-96,-3-5-720,3 0-1025,-9-8 1009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5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14003,'-5'19'912,"3"7"-480,-1 3-432,1 11-192,0 3-72,1 9 144,1 3 120,-2-3-96,2 2-312,0-6-1976,0-5 1983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56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1 10146,'0'0'587,"-7"10"551,-50 58-569,-23 27 1362,-99 153-207,171-237-1889,-1 0 0,-19 19-1,25-28-116,1 0-1,0 0 1,-1 0-1,0 0 1,1 0-1,-1-1 1,0 1 0,0-1-1,0 0 1,0 1-1,0-1 1,-1-1-1,1 1 1,0 0 0,0-1-1,0 0 1,-1 0-1,-2 0 1,-15-9-1229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56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9778,'31'12'1208,"4"0"4754,13 4-5322,2 1-400,7 4-120,4 1-24,-7 2-24,-4 2 0,-4-2-72,-2-1 0,1-4-168,3-5-48,-3-7-376,0-6-321,-2-6-1983,-8-5-545,-1-2 2289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58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8282,'0'0'1552,"0"2"-1024,0-1-296,0 1 0,0 0 80,-1 51 48,-1-35 41,0 4-17,0 1 48,2-1 0,0 4-336,0-5-96,4 0-480,1-4-120,-1-5-457,-1 2-767,-1-4 1032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58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3233,'9'-5'408,"1"0"768,9 0 192,0 1 113,4 2-129,-2 2-344,1 4-408,1-2-168,1 1-224,0-3-104,-2 0-208,-1-3-336,-5-3 288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58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12907,'17'1'904,"13"-4"-280,2-4-552,6-9-696,2 4-472,-10-3 144,-6 3 175,-7 1-1111,-8 3 1224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02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1 177 18620,'0'0'1912,"5"0"-1544,16-14-696,5-3-416,-2-13-416,-3-4-1088,-7-4-3626,-6-6 4730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03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42 8338,'0'0'3056,"0"5"-2501,-3 1-556,1 1 0,0-1 0,-1-1 0,0 1 0,-1 0 0,-3 5 0,-2 2 15,-1 1 102,0 0 1,0-1 0,-2 0-1,-17 16 1,-13 16 956,42-45-1062,-1 0 0,1 1 0,0-1 0,0 0-1,-1 0 1,1 1 0,0-1 0,0 0 0,0 1 0,-1-1-1,1 0 1,0 1 0,0-1 0,0 1 0,0-1 0,0 0-1,0 1 1,0-1 0,-1 1 0,1-1 0,0 0 0,0 1-1,1-1 1,-1 0 0,0 1 0,0-1 0,0 1-1,0-1 1,0 0 0,0 1 0,0-1 0,1 0 0,-1 1-1,0-1 1,0 0 0,1 1 0,-1-1 0,0 0 0,0 1-1,1-1 1,-1 0 0,0 0 0,1 1 0,-1-1 0,0 0-1,1 0 1,-1 0 0,0 0 0,1 1 0,-1-1 0,0 0-1,1 0 1,-1 0 0,1 0 0,-1 0 0,0 0 0,1 0-1,0 0 1,24 1 173,8-3-274,-1-2-1,0-1 1,0-2 0,0 0-1,-1-3 1,0 0 0,-1-2 0,0-2-1,-1 0 1,30-21 0,-16 3-1299,-40 29 1199,0 0 1,0 0-1,0 0 1,-1 0-1,1-1 0,-1 1 1,0-1-1,0 1 1,0-1-1,2-5 0,-3 7 92,-1 1 0,0-1-1,0 1 1,0 0 0,0-1-1,0 1 1,0-1 0,0 1-1,-1 0 1,1-1-1,0 1 1,-1 0 0,1-1-1,-1 1 1,0 0 0,1-1-1,-1 1 1,0 0-1,0 0 1,0 0 0,1 0-1,-1 0 1,0 0 0,-1 0-1,1 0 1,0 0-1,0 0 1,0 1 0,0-1-1,-1 0 1,1 1 0,0-1-1,-1 1 1,-1-1-1,-7-3 522,0 1-1,-1 1 0,-14-3 0,18 4 92,0 0-239,1 0 0,-1 0 1,1 1-1,0-1 0,-1 2 0,-10 0 0,15 0-221,-1-1 1,1 1-1,0 0 1,0 0-1,-1 0 1,1 0-1,0 0 0,0 1 1,0-1-1,0 0 1,1 1-1,-1 0 1,0-1-1,1 1 0,-1 0 1,1 0-1,-1 0 1,1 0-1,0 0 1,0 0-1,-1 3 1,-3 6 305,1 1 1,1 0 0,0 0 0,1 0-1,-1 15 1,1 66 924,1-36-1004,-1 5-162,-2 14-957,6 75 0,-1-140-776,1 0 0,5 19 0,-5-26-102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04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92 6153,'4'-7'1385,"39"-38"1279,-7 8-2277,-34 35 360,-1 2-677,-1 0 0,1 1 0,-1-1-1,1 1 1,0 0 0,-1-1 0,1 1 0,-1-1 0,1 1 0,-1 0 0,0-1 0,1 1 0,-1 0 0,0 0 0,1-1-1,-1 1 1,0 0 0,0 0 0,0-1 0,1 2 0,-2 4 123,0-1 0,0 1-1,0-1 1,-1 0 0,0 1-1,0-1 1,0 0 0,-6 9 0,3-5-21,-38 70 304,-3-2 0,-93 118 0,125-178-841,0 0-1,-18 15 0,9-16-97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04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14963,'14'21'1360,"8"5"529,18 2-1569,7 3-280,0 0-208,-1-4-96,-6 3-48,-2-4 72,-5-2 168,2-5 48,-4-7-424,0-1-1417,-5-3 1169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04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9482,'3'24'680,"-1"4"480,1 4-487,-1 6 95,-2 1 160,-2-3-232,-1-5-432,-1-9-120,1-9-456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05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17564,'0'0'1160,"2"0"-288,-1 0-1256,34-14-496,-13-3-2273,-1-6-968,3 4 3113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05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10474,'0'0'528,"2"0"233,0 0-425,34-23-208,-19 11-24,1-5 40,-3 3 48,1 0-72,-2 2 0,-4 3-168,-1 4-512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05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12883,'0'0'1264,"35"14"-64,-6-14-1224,7-7-1824,6-7 176,-4-1 727,-2-2 121,-3-1 536,-4 1 272,1-2-2232,-4-2 1551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06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0 2561,'-22'26'9903,"-13"5"-8946,14-11-474,12-10-277,1 0 0,0 1-1,1 1 1,0-1 0,0 1-1,1 0 1,1 0 0,0 1-1,1 0 1,0-1 0,1 2-1,1-1 1,-2 15 0,3-15-152,0 0 0,0 0 1,1 1-1,1-1 0,0 0 1,1 1-1,4 14 0,-5-24-35,0 0 0,1 0-1,-1 0 1,1 1 0,0-1-1,0-1 1,0 1 0,1 0-1,-1 0 1,1-1 0,0 0-1,0 1 1,0-1 0,0 0-1,1 0 1,-1-1 0,1 1-1,0-1 1,-1 0 0,1 0-1,0 0 1,1 0 0,-1-1-1,0 1 1,5 0 0,0-1 13,1-1 0,0 0 1,-1-1-1,1 0 1,-1 0-1,0-1 0,1 0 1,-1-1-1,0 0 0,0 0 1,0-1-1,-1 0 0,1 0 1,7-7-1,6-3 20,-2-1 0,1-1-1,33-36 1,-48 46-45,-1 2-1,-1 0 0,0-1 0,0 1 0,0-1 0,-1 0 0,1 0 0,-1 0 0,0 0 0,-1 0 0,1-1 0,2-9 0,-5 15-3,0-1 0,0 0 0,0 1 0,0-1 0,0 0 1,0 1-1,0-1 0,-1 0 0,1 1 0,0-1 0,0 0 0,-1 1 1,1-1-1,0 1 0,-1-1 0,1 0 0,0 1 0,-1-1 0,1 1 1,-1-1-1,1 1 0,-1 0 0,1-1 0,-1 1 0,0-1 1,1 1-1,-1 0 0,1-1 0,-1 1 0,0 0 0,1 0 0,-1 0 1,0 0-1,1-1 0,-1 1 0,0 0 0,-1 0 0,-29 1 66,-11 5-155,-76 24 0,65-16-1093,19-8-1124,5-10 889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08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 11074,'-9'-3'3697,"25"27"-3145,-6 11 64,8 22 57,-3 12-121,-1 23-456,-4 8-216,-3 14-697,-7 0-447,7-15-1480,5-16 1255,2-42 761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11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65 4361,'-5'4'413,"0"-1"0,0 1 0,0 0 0,1 0-1,-1 0 1,1 0 0,0 1 0,1 0 0,-7 9 0,5-4-5,-1-1 0,1 1 0,1 1 0,-5 15 0,7-21-276,1 0 0,0 1 0,0-1 0,0 1 0,1-1 0,0 1-1,0-1 1,0 1 0,1-1 0,0 0 0,2 10 0,-2-12-28,1-1 1,-1 1-1,0-1 1,1 0-1,-1 0 1,1 1-1,-1-1 1,1 0-1,0-1 1,0 1-1,0 0 1,0 0-1,0-1 1,1 1-1,-1-1 1,0 0-1,1 0 1,-1 0-1,1 0 1,-1 0-1,1 0 1,-1-1-1,1 1 1,0-1-1,4 1 1,3-1 21,0-1 0,0 0 0,0 0 0,0-1 0,0 0 0,0-1 0,0 0 0,-1 0 0,1-1 0,-1-1 0,0 1 0,0-2 0,13-9 0,-2-1-84,1 0 1,-2-2 0,0 0 0,17-23 0,0-9 47,-33 46-77,-1 0-1,0 1 1,-1-1-1,1 0 0,-1 0 1,1 0-1,-1-1 1,0 1-1,-1 0 0,1 0 1,-1-1-1,0-3 1,0 6-7,0 1-1,0 0 1,-1 0 0,1 0 0,0 0 0,-1-1 0,1 1 0,-1 0 0,1 0 0,-1 0 0,0 0-1,1 0 1,-1 0 0,0 0 0,0 0 0,1 1 0,-1-1 0,0 0 0,0 0 0,0 1 0,-2-2-1,0 1 10,0-1-1,0 1 0,0 1 0,0-1 0,0 0 0,0 1 0,0-1 0,-5 1 0,-3 1 22,0-1 0,0 2 1,0-1-1,-10 5 0,-24 9-466,1 2-1,-74 41 1,93-45-882,3-2 229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12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59 148 13907,'-2'1'67,"1"1"1,0-1-1,-1 1 1,1-1-1,0 1 1,0-1-1,0 1 0,0-1 1,0 1-1,0 0 1,0 0-1,1-1 1,-1 1-1,1 0 0,-1 0 1,1 0-1,0 0 1,0 0-1,0 2 1,0-1-109,1 0 1,0-1 0,0 1-1,0-1 1,0 1 0,0 0-1,1-1 1,-1 0-1,1 1 1,0-1 0,0 0-1,3 3 1,-1 0 80,1 0 0,-1-1 0,1 0 0,0 0 0,0 0-1,0-1 1,1 1 0,-1-1 0,1 0 0,0-1 0,0 0 0,0 0 0,0 0-1,0 0 1,0-1 0,1 0 0,-1-1 0,0 1 0,8-1 0,-2-1 78,0-1 1,0 0 0,-1 0-1,1-1 1,-1-1-1,0 0 1,0 0 0,0-1-1,0 0 1,10-8 0,-12 7-92,-1 1 0,0-1 0,0-1 1,-1 0-1,1 0 0,-2 0 0,1-1 0,-1 0 1,0 0-1,0-1 0,-1 1 0,5-13 1,-9 18-19,0 1 1,0-1 0,0 0-1,-1 0 1,1 0-1,-1 0 1,1 0 0,-1 0-1,0 0 1,0 0 0,-1 0-1,1 0 1,0 0-1,-1 0 1,0 1 0,0-1-1,0 0 1,0 0 0,0 0-1,0 1 1,-1-1-1,0 1 1,1-1 0,-1 1-1,0 0 1,0-1 0,0 1-1,0 0 1,0 0-1,-1 0 1,1 1 0,-5-3-1,-1-1 57,-1 1-1,0 0 1,1 0-1,-2 1 1,1 1-1,0-1 1,-1 1-1,1 1 0,-11-1 1,8 2-80,1 0 1,-1 0-1,0 1 1,0 1-1,0 0 1,0 1 0,1 0-1,0 1 1,-1 0-1,1 1 1,1 0-1,-1 0 1,1 1-1,0 1 1,0 0-1,1 0 1,0 1-1,0 0 1,0 1-1,1 0 1,1 0-1,0 0 1,0 1-1,1 0 1,0 1-1,0-1 1,-5 18-1,10-25-336,0 0-1,0 0 1,0 0-1,0 0 1,1 0-1,0 0 0,-1 0 1,1 1-1,1-1 1,-1 0-1,0 0 1,1 0-1,-1 0 0,1 1 1,1 3-1,17 10-1148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12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42 10922,'-1'12'454,"-1"-1"0,0 1 0,0 0 0,-1-1 0,-1 1 0,-4 10 0,4-12-93,0 1 0,1-1 0,0 1 0,0-1 0,2 1 0,-1 0 0,1 13 0,1-23-335,0 1 1,0-1-1,0 1 1,0-1 0,0 1-1,1-1 1,-1 1-1,0-1 1,1 1-1,-1-1 1,1 0 0,0 1-1,0-1 1,-1 0-1,1 1 1,0-1-1,0 0 1,0 0 0,0 0-1,0 0 1,1 0-1,-1 0 1,0 0-1,0 0 1,1 0 0,-1-1-1,0 1 1,1 0-1,-1-1 1,1 1-1,-1-1 1,1 0 0,-1 1-1,1-1 1,-1 0-1,1 0 1,-1 0-1,1 0 1,-1 0 0,1 0-1,2-1 1,2 0 19,0-1 0,0 1-1,0-1 1,0 0 0,0-1 0,0 0 0,0 1 0,-1-2 0,6-3 0,-4 1-33,0 0-1,0-1 1,-1 0 0,0 0 0,-1-1 0,1 0 0,-1 0 0,-1 0-1,1 0 1,-2-1 0,6-14 0,-8 18-8,1 1 0,-1-1 0,0 1-1,0-1 1,0 0 0,-1 1 0,0-1 0,0 0-1,0 0 1,0 1 0,-1-1 0,1 0 0,-1 1-1,-1-1 1,1 0 0,-1 1 0,1 0 0,-1-1-1,0 1 1,-1 0 0,1 0 0,-1 0 0,0 0 0,-5-5-1,6 7 7,0 0 1,-1 1-1,1-1 0,-1 0 0,0 1 0,1-1 0,-1 1 0,0 0 1,0 0-1,0 0 0,0 0 0,0 1 0,0-1 0,0 1 0,-5 0 1,2 0 5,1 1 1,-1 0 0,1 0 0,-1 0 0,1 1 0,0 0 0,0 0 0,-6 3 0,-2 2-113,1 0 0,0 2 0,0 0 0,0 0 0,-15 17 0,25-25-152,1 1 0,-1 0 1,0 0-1,1 0 1,-1 0-1,1 0 0,0 0 1,0 1-1,0-1 0,0 0 1,0 1-1,-1 3 1,8 1-1008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13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55 11618,'-8'3'258,"0"0"0,0 1 0,0 0 0,1 0 0,0 1-1,0 0 1,0 1 0,0-1 0,1 1 0,0 0-1,0 1 1,-5 8 0,3-4-286,0 0-1,2 1 1,-1 0 0,2 0-1,-1 0 1,2 1 0,-5 15-1,9-26 87,-1 0 0,0 1 0,1-1 0,0 1 0,-1-1 0,1 0 0,0 1 0,0-1 0,1 1 0,-1-1 0,0 1 0,1-1 0,-1 0 0,1 1 0,0-1 0,0 0 0,1 3 0,-1-4-6,0 0-1,1 1 1,-1-1-1,0 0 1,1 0 0,-1 0-1,1 0 1,-1 0-1,1 0 1,-1 0 0,1 0-1,-1-1 1,1 1-1,0-1 1,0 1 0,-1-1-1,1 0 1,2 1-1,3-1 44,1 0 0,0-1 0,-1 0 0,1 0 0,-1-1 0,1 1 0,-1-2 0,0 1 0,10-5 0,3-4-7,0 0 0,0 0 1,-2-2-1,26-21 0,-35 25-81,0 1 1,0-1-1,-1 0 1,0-1-1,-1 0 0,0 0 1,-1 0-1,0-1 1,9-22-1,-14 30-9,0-1 1,0 1-1,0-1 1,0 0-1,-1 0 1,0 1-1,0-1 1,0 0-1,0 0 0,0 0 1,-2-4-1,2 6 6,-1 0 0,0 0 0,0 1 0,1-1 0,-1 0 0,0 1 0,-1-1 0,1 1 0,0-1 0,0 1 0,-1-1 0,1 1 0,-1 0 0,1 0-1,-1 0 1,1 0 0,-1 0 0,0 0 0,1 0 0,-1 0 0,0 1 0,0-1 0,0 1 0,-3-1 0,-4 0 19,0 0 1,0 0-1,0 1 0,0 0 1,0 1-1,0 0 0,0 1 1,-13 3-1,-7 4 74,-34 16 1,36-14-1311,-34 10-1,46-20-2996,11-14 2388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13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79 13931,'-41'10'776,"-16"4"-117,-61 23 1,102-31-422,0 1 1,1 0 0,-1 2 0,2-1-1,-1 2 1,1 0 0,1 1 0,-17 16 0,27-23-160,0-1 1,0 1 0,0 0 0,1-1 0,-1 1-1,-1 6 1,3-9-76,1-1-1,0 1 1,0-1-1,0 1 1,-1-1-1,1 1 1,0-1 0,0 1-1,0-1 1,0 1-1,0 0 1,0-1-1,0 1 1,0-1-1,0 1 1,0 0-1,1-1 1,-1 1-1,0-1 1,0 1-1,0-1 1,1 1-1,-1-1 1,0 1-1,1-1 1,-1 1-1,0-1 1,1 1 0,-1-1-1,0 0 1,1 1-1,-1-1 1,1 0-1,-1 1 1,1-1-1,-1 0 1,1 1-1,-1-1 1,1 0-1,-1 0 1,1 0-1,0 0 1,-1 1-1,1-1 1,-1 0-1,1 0 1,-1 0 0,1 0-1,0 0 1,-1 0-1,1 0 1,-1-1-1,1 1 1,-1 0-1,2 0 1,11-3 30,1 0 0,-1-1 0,0 0 0,0-1 0,0 0 0,0-1-1,21-14 1,-12 8 13,8-5 6,0-2-1,37-30 0,-55 39-45,0 0-1,-1-1 1,0-1 0,-1 1 0,0-2 0,-1 1-1,13-25 1,-22 37-7,1-1 1,-1 0-1,1 0 0,-1 0 0,0 0 0,1 1 1,-1-1-1,0 0 0,0 0 0,0 0 1,0 0-1,0 0 0,0 0 0,0 0 0,0 1 1,0-1-1,0 0 0,-1-1 0,1 1-1,0 1 0,-1-1 0,1 1 0,0 0 1,-1-1-1,1 1 0,-1 0 0,1-1 0,0 1 0,-1 0 0,1-1 0,-1 1 0,1 0 0,-1 0 0,1 0 0,-1 0 0,1-1 0,-1 1 1,1 0-1,-1 0 0,0 0 0,0 0 0,-2 0-5,-1 1-1,1-1 1,-1 1 0,1 0 0,-1-1 0,1 2 0,-6 1-1,-9 7 36,0 1-1,0 1 0,-19 17 0,21-16-1182,-1 0 0,0-1 0,-27 13 0,22-15-613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14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226 155 12179,'-2'-1'316,"0"-1"1,0 0-1,0 1 1,0-1-1,0 1 1,-1-1-1,1 1 1,0 0-1,-1 0 1,1 0-1,-5-1 1,2 2-224,1 0-1,0-1 1,-1 1 0,1 1 0,0-1-1,0 1 1,-1-1 0,1 1 0,0 0-1,-7 3 1,-2 2-128,1 0 0,1 1 0,-1 0 0,1 0 1,-10 10-1,16-13 80,-31 29 338,34-31-356,0 1 0,0-1 0,0 0 0,1 1 0,-1-1 0,1 1 0,0-1-1,-1 1 1,1 0 0,0-1 0,1 1 0,-1 0 0,0 0 0,1 3 0,0-5-24,0-1 0,0 1 1,0-1-1,1 1 0,-1-1 1,0 1-1,1-1 0,-1 1 1,0-1-1,1 1 0,-1-1 1,0 0-1,1 1 0,-1-1 1,1 1-1,-1-1 0,1 0 1,-1 0-1,1 1 0,-1-1 1,1 0-1,-1 0 0,1 0 1,0 1-1,-1-1 0,1 0 1,-1 0-1,1 0 0,-1 0 1,1 0-1,0 0 0,-1 0 1,1 0-1,-1 0 0,1-1 1,-1 1-1,1 0 0,0 0 1,-1 0-1,1-1 0,30-8 125,-4-2-73,0-1-1,-1-1 1,-1-2 0,0 0-1,-1-2 1,0 0 0,-2-2-1,35-36 1,-53 51-50,-1 0-1,0 0 1,0-1 0,0 1 0,-1 0-1,1-1 1,-1 0 0,0 1-1,1-8 1,-2 10-1,-1 1 0,0-1-1,1 1 1,-1-1 0,0 1-1,0-1 1,0 0 0,-1 1-1,1-1 1,0 1 0,0-1-1,-1 1 1,1-1 0,-1 1-1,1-1 1,-1 1 0,0 0 0,0-1-1,0 1 1,1 0 0,-1-1-1,0 1 1,0 0 0,-1 0-1,1 0 1,0 0 0,0 0-1,0 0 1,-1 0 0,1 1 0,-1-1-1,1 0 1,0 1 0,-1-1-1,-1 0 1,-1 0 12,0 1 0,0-1 0,0 1 0,0-1 0,0 1-1,0 0 1,0 1 0,0-1 0,0 1 0,0-1 0,0 1 0,0 1 0,0-1 0,1 0 0,-1 1 0,0 0-1,-5 3 1,4-1-50,-1-1 0,1 1-1,0 0 1,0 0-1,1 1 1,-1-1 0,1 1-1,0 0 1,0 0-1,-3 8 1,6-12-118,0 0 0,1 0 0,-1 0 0,1 0 0,-1 0-1,1 0 1,0 0 0,-1 1 0,1-1 0,0 0 0,0 0 0,0 0 0,0 1 0,0-1 0,0 0 0,0 0 0,0 0-1,0 1 1,1-1 0,-1 0 0,0 0 0,1 0 0,-1 0 0,1 0 0,-1 0 0,2 2 0,20 5-1563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18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1550 3961,'0'0'3387,"0"-4"-2800,-3-25-509,2 23-51,1 0-1,-1 0 0,1-1 1,0 1-1,2-11 0,2-33 98,6 28-331,2-15 239,-11 33-16,1 0 0,-1 0-1,0-1 1,0 1-1,0-1 1,0 1 0,-1 0-1,0-8 1,0 1 5,4-41 613,-5 26-271,-3 14-49,-15-94-49,17 77 229,2-50 1,1 47-349,0 20-122,0-1-1,0 1 1,2 0-1,-1-1 1,2 1-1,0 0 1,0 0-1,1 1 1,0-1 0,12-17-1,2-7 203,-17 33-212,1-1 44,-6-12 26,-9-20-68,10 28 7,1 3 1,1-5-9,-1-43 40,6 39-3,9-22-20,-12 31-23,0-3 65,-1-6-1,1 2-56,0 6 4,-1 0 1,0 0-1,-1 0 0,1-9 1,-2-1-4,-1 0 0,0 1 0,-6-19 0,-3-18 8,9 42 52,-1-1-1,1 1 0,-2 0 1,0 0-1,0 0 0,-9-16 1,-25-38 1230,30 53-811,1-1 1,1 0-1,-7-16 0,10 19-322,-1-6-22,1 0-129,-10-22 0,11 31-13,0-3-141,2-5 28,-1-1-37,0-6 167,1-6-4120,0 25 3146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21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1982 0 3409,'-163'36'6653,"100"-20"-5765,-66 8 1,-1-15 305,-133-7 1,-7 0-436,-95 37 73,308-32-811,1-2-1,-1-2 1,-60-6-1,-164-34-6754,250 31 5265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22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4401,'0'0'184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22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1 4345,'-9'48'1339,"-1"60"0,9-91-1087,1 0 0,1 0 0,0-1 1,1 1-1,1-1 0,1 0 0,7 21 1,-9-31-134,0-1 1,1 0 0,0 0 0,0 0-1,0 0 1,1 0 0,0 0 0,-1-1-1,1 0 1,1 0 0,-1 0 0,9 5 0,-11-7-49,1-1 1,0 0 0,0 1-1,0-1 1,0 0 0,-1-1-1,1 1 1,0 0 0,1-1-1,-1 0 1,0 1 0,0-1-1,0 0 1,0-1 0,0 1-1,0-1 1,0 1 0,0-1 0,0 0-1,0 0 1,0 0 0,-1 0-1,1-1 1,0 1 0,3-3-1,3-4 23,1 0-1,-1 0 1,0-1-1,-1 0 0,0 0 1,0-1-1,-1 0 1,0-1-1,-1 1 0,0-1 1,4-14-1,5-14 290,18-77-1,-31 107-373,-1 1 0,1-1 0,-1-16 0,-1 23-57,0 7-973,4 28 744,2 0 0,17 59 0,-12-56 108,-3 0-1,7 52 1,-14-79 192,-2 0 1,1 0 0,-1 1 0,-1-1-1,0 0 1,0 0 0,0 0 0,-1 0-1,-1-1 1,0 1 0,0-1 0,0 0-1,-1 0 1,0 0 0,-1-1 0,0 1-1,0-2 1,0 1 0,-1 0 0,-10 7-1,2-2 387,-2-1 0,1 0-1,-2-1 1,1-1-1,-1-1 1,-1 0-1,1-1 1,-34 7-1,14-7 391,-1-1-1,-62 1 0,74-7-607,1-1-1,-1-2 0,0 0 0,-43-12 0,59 11-263,1 0 0,-1 0 0,1-1 0,-1 0 0,1-1-1,1 0 1,-1 0 0,1-1 0,0 0 0,1-1 0,-10-10-1,13 11-366,0 0-1,0 0 1,0 0-1,1-1 1,0 1-1,0-1 1,1 0-1,0 0 1,-2-13-1,3 10-194,1-1-1,0-20 0,1 32 634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24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10858,'0'17'528,"0"2"345,3 4-489,-1-1 0,0 1-192,0 3-48,-4 0-80,-2-1 8,-1-2-168,-3-6-400,1-5-1489,2-3 1425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24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19460,'4'8'480,"3"-6"-928,8-2-1312,-1-17 760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26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80 7154,'0'0'554,"-18"28"2987,18-28-3545,-4 2 523,2-16-59,5-33-404,-7 40-44,-14 1 60,-19 1-32,37 5-4,-1 0-1,1 0 1,0 1-1,-1-1 1,1 0-1,-1 0 1,1 0-1,-1 1 1,1-1-1,-1 0 1,1 0-1,0 1 1,-1-1-1,1 0 1,-1 1-1,1-1 1,0 1 0,-1-1-1,1 0 1,0 1-1,0-1 1,-1 1-1,1-1 1,0 1-1,0-1 1,0 1-1,0-1 1,0 1-1,-1-1 1,1 1-1,0-1 1,0 1-1,0-1 1,0 1 0,0-1-1,1 1 1,-1-1-1,0 1 1,0-1-1,0 1 1,0-1-1,0 1 1,1-1-1,-1 1 1,0-1-1,0 0 1,1 1-1,-1-1 1,0 1-1,1-1 1,-1 0 0,1 1-1,2-1 76,13-12 90,20-20-145,-27 25 703,-23 15-2453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33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9450,'-2'57'632,"1"2"520,-3-2-1016,4-4-304,0-8-808,0-5-968,-2-14 800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34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9538,'0'0'1616,"2"14"-1816,3 12-112,-3 23 64,-2 11 168,0 18 192,0 5 136,0 2-48,0-6-104,0-11-456,0-10-928,7-14 760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36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80 350 4617,'0'-1'2520,"0"-4"-4269,0-13 949,4-28 1124,-2 30 876,1 5-714,-2 6-26,0 0-1,0 0 1,0 0-1,-1 0 1,1-6-1,-7-4 410,-13-24-692,-8-24 351,24 55-338,1 1 1,-2 0-1,1 0 1,-1 0-1,-6-9 1,1 4-126,8 11-60,1 0 0,-1-1 0,0 1 0,0 0 0,1 0 0,-1-1-1,1 1 1,-1 0 0,1 0 0,0-1 0,-1 1 0,1-1 0,0 1 0,0 0 0,0-1-1,0 1 1,0 0 0,0-1 0,1-1 0,0-3-2505,-1 5 1575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37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4417,'0'2'768,"2"0"656,-1-1-263,32 53-457,-33-52-320,0-1-240,16 48-56,-11-23 40,-2 5 24,-3 9 32,0 6-8,0 8-56,-1 5-72,2 12-248,-1 5-216,0 17-1552,-1 11 1151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38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7386,'13'20'677,"-1"1"0,0 1 0,-2 0 0,0 0 0,-2 1 0,0 0 0,6 38 0,14 172-394,-22-166 615,4 272 123,-10-206-1039,23 180-1,-19-284-93,15 120-82,-18-128-180,-1 0 1,0-1 0,-2 1 0,-7 41 0,8-59-849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39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5345,'-2'0'2953,"1"0"-2673,-1 0-432,0 0-1120,1 0-113,-1 2 201,0-1 416,0-1 1184,1 2 296,-1-2 112,0 0-96,-1 0-328,1 0-239,0 0-834,-3 0-1927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39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2788 116 8098,'-34'2'-772,"-51"9"0,-20 2 1884,-79-3 2331,-218 6-2327,304-20-27,0-5 1,-155-32-1,129 12-628,46 10-334,-110-12-1,98 25-30,-1 4 1,-114 12-1,-223 18 96,405-27-195,0-1 1,0 0-1,0-2 1,0-1-1,1-1 1,-1-1-1,-32-11 1,-11-8-721,22 12-3226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40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18 2937,'-19'0'945,"-33"0"126,33 8 1434,-21 5-2283,39-12-450,1-1 0,-1 0 0,0 1 0,1-1 0,-1 0 0,0 0 0,0 0-1,0 1 1,1-1 0,-1 0 0,0 0 0,0 0 0,1 0 0,-1 0 0,0 0 0,0-1 0,0 1-1,1 0 1,-1 0 0,0 0 0,0-1 0,1 1 0,-1 0 0,0-1 0,1 1 0,-1-1 0,0 1-1,1-1 1,-2 0 0,-10-8 42,-34-17 151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40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3409,'0'0'-16,"-2"0"88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41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5201,'0'0'328,"-1"2"-1544,1-1 632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41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85 5385,'16'-5'600,"0"-2"-1,-1 1 1,0-2-1,0 0 1,-1-1-1,16-12 1,-28 19-525,-5-3 696,1 3-735,0 0 0,0 1 0,-1 0 1,1 0-1,-1 0 0,1 0 0,-1 0 1,1 0-1,-1 0 0,1 1 0,-1-1 0,0 1 1,1 0-1,-1 0 0,0 0 0,1 0 1,-1 1-1,1-1 0,-5 1 0,-10 3 120,-33 12-1,24-8 11,-111 30 104,135-38-260,47 4-66,-13-6 54,57-9 1,-78 9 27,1-1 0,-1 0 0,1-1 0,-1 0 1,0 0-1,-1-2 0,1 1 0,9-8 0,-19 13-21,-1 0 1,0 0-1,0 0 0,0 0 0,1 0 0,-1-1 0,0 1 1,0 0-1,1 0 0,-1 0 0,0 0 0,0 0 1,0 0-1,0-1 0,1 1 0,-1 0 0,0 0 0,0 0 1,0 0-1,0-1 0,0 1 0,1 0 0,-1 0 0,0 0 1,0-1-1,0 1 0,0 0 0,0 0 0,0-1 0,0 1 1,0 0-1,0 0 0,0 0 0,0-1 0,0 1 0,0 0 1,0 0-1,0-1 0,0 1 0,0 0 0,0 0 1,0 0-1,0-1 0,-1 1 0,1 0 0,0 0 0,0 0 1,0-1-1,0 1 0,-16-3 233,-20 5 103,-4 8-174,1 2 1,1 1 0,-63 32-1,84-37-145,-5 2-343,1 0-1,-25 17 1,43-24-1249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43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2920 735 1040,'0'0'-10,"2"-4"-542,4-10 11398,-5 11-10710,-1 0 1,0 0-1,0 0 1,-1 0-1,1 0 0,-1 0 1,1 0-1,-1 0 1,-2-6-1,1 5 157,0-1 0,1 1 0,0-1 0,0 1 1,0-1-1,0 0 0,1 1 0,0-6 0,-1-36 129,2 16-153,-2 0 0,-1-1 0,-12-54 0,7 62 88,-20-73 341,24 83-683,1-1-1,0 1 1,1 0 0,0-1 0,2-15 0,0 23-7,-1-1 1,2 1-1,-1 0 0,1 0 1,0 0-1,0 1 1,4-9-1,-5 12-1,1 0 1,-1 0-1,0 0 0,0 1 1,1-1-1,-1 0 1,1 1-1,-1-1 0,1 1 1,0 0-1,0-1 0,0 1 1,0 0-1,0 0 1,0 0-1,0 0 0,0 1 1,0-1-1,0 0 0,0 1 1,0 0-1,0-1 1,3 1-1,14 0 17,-24 17 172,1-14-189,-1 0 1,1-1-1,-1 0 1,1 0-1,-1 0 1,0 0-1,-6 1 1,-1 0 1,9-2 15,1 0-1,0 0 0,0 0 0,0 0 1,-1 0-1,1 1 0,0-1 0,1 1 1,-3 1-1,3-2-21,1-1-1,0 0 1,0 0-1,-1 1 1,1-1 0,0 0-1,0 1 1,0-1-1,-1 0 1,1 1 0,0-1-1,0 0 1,0 1-1,0-1 1,0 0 0,0 1-1,0-1 1,0 0-1,0 1 1,0-1 0,0 0-1,0 1 1,0-1-1,0 0 1,0 1 0,0-1-1,0 0 1,0 1-1,1-1 1,-1 1 0,0-1-1,1 1 1,-1-1 0,1 0 0,-1 0 0,1 1-1,0-1 1,-1 0 0,1 0 0,-1 0-1,1 1 1,-1-1 0,1 0 0,0 0 0,-1 0-1,1 0 1,-1 0 0,1 0 0,-1 0-1,1-1 1,0 1 0,-1 0 0,1 0 0,-1 0-1,1-1 1,-1 1 0,1 0 0,-1 0-1,1-1 1,-1 1 0,1 0 0,-1-1-1,1 1 1,-1-1 0,0 1 0,1 0 0,-1-1-1,0 1 1,1-1 0,-1 1 0,0-1-1,1 0 1,-1 0 0,0 1-1,0 0 0,0 0 1,0 0-1,0 0 0,0 0 0,-1 0 0,1 0 1,0 0-1,0 0 0,0 0 0,0 0 0,0 0 1,0 0-1,0 0 0,0 0 0,0 0 0,0 0 1,-1 0-1,1 0 0,0 0 0,0 0 0,0 0 0,0 0 1,0 0-1,0 0 0,0 0 0,0 0 0,0 0 1,0 0-1,-1 0 0,1 0 0,0 0 0,0 0 1,0 0-1,0 0 0,0-1 0,0 1 0,0 0 1,0 0-1,0 0 0,0 0 0,0 0 0,0 0 1,0 0-1,0 0 0,0 0 0,0 0 0,0-1 0,0 1 1,0 0-1,0 0 0,0 0 0,0 0 0,0 0 1,0 0-1,0 0 0,0 0 0,0 0 0,0-1 1,0 1-1,0 0 0,0 0 0,0 0 0,0 0 1,0 0-1,0 0 0,-15 18 63,-10 24-55,18-28 205,16-12-80,-1-2-84,36-3 6,-41 2-51,1 0 0,-1 0 1,0 0-1,-1-1 0,1 0 0,0 1 1,0-1-1,-1 0 0,1 0 0,-1-1 1,1 1-1,-1 0 0,0-1 0,0 1 1,0-1-1,0 0 0,-1 0 0,1 0 1,-1 0-1,1 0 0,-1 0 0,0 0 1,0 0-1,-1 0 0,1-1 0,-1 1 1,1 0-1,-1 0 0,0-1 0,-1-6 1,1 9-5,-1 0 0,1 0 1,0 0-1,-1-1 1,1 1-1,-1 0 1,1 0-1,-1 0 0,1 0 1,-1 0-1,0 0 1,0 0-1,1 0 1,-1 0-1,0 0 0,0 0 1,0 0-1,0 1 1,0-1-1,0 0 1,0 1-1,0-1 0,0 1 1,-2-1-1,1 0-1,0 1 0,0 0-1,0 0 1,0 0 0,0 1-1,0-1 1,0 0 0,0 1-1,1-1 1,-1 1-1,0 0 1,0-1 0,-3 3-1,-3 2 8,0 0-1,1 1 1,-1-1-1,1 2 0,-7 6 1,12-10-3,-1 0 2,0 0 0,1 0 0,-1 1 0,1-1 0,0 1 0,-4 7 1,6-10-17,17-6-38,21-9 67,-25 8 3,-21 5-51,-3 0 40,-42-3 48,49 4-58,0 0 0,0-1 0,0 1 0,0-1 0,0 0 0,0 0 0,-7-3 0,-4-1-5,-38-5-206,-97-5 0,70 10 45,-378-27-122,0 40 117,354 2 229,-232 16 14,0-27 166,291-4-134,0-3 0,-85-25 0,78 17-59,-72-11 0,116 26-39,0 0 0,-1 1 0,1-1 0,0 2 0,-1-1 0,1 1 1,0 0-1,0 1 0,0 0 0,0 0 0,0 1 0,0 0 0,-9 5 1,15-7-6,-1 0 0,0 0 0,0-1 0,0 1 0,1 0 0,-1-1 0,0 0 0,0 0 0,0 0 0,0 0 1,0 0-1,0 0 0,0-1 0,1 1 0,-1-1 0,0 0 0,0 0 0,-4-2 0,-5-3 0,0-1-1,-19-13 0,18 11-27,1 2 19,1 0 0,-1 1 0,-13-5 0,20 9-5,0 1 0,0-1 1,1 1-1,-1 0 0,0 0 0,0 1 0,0 0 0,0-1 0,0 2 0,0-1 0,-9 2 0,13-2-185,-2-1-2162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44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346 149 9218,'0'-3'1227,"-2"0"44,-7-10-1068,-19-29-113,23 34-7,1 4 1,-6 5-13,2-3-32,5 1-21,0 0 0,1 1 1,-1-1-1,0 1 0,0 0 1,0 0-1,1 0 0,-1 0 0,0 0 1,0 1-1,0-1 0,1 1 1,-1 0-1,0-1 0,1 1 1,-1 1-1,0-1 0,1 0 1,-4 2-1,-9 9 163,6-6-97,-1 1 0,2 0-1,-1 1 1,1-1 0,0 2 0,-10 12 0,17-20-78,1 0 0,-1 0-1,0 0 1,1 0 0,-1-1 0,1 1-1,-1 0 1,1 0 0,-1 0-1,1 0 1,0 0 0,-1 0 0,1 0-1,0 0 1,0 0 0,0 1-1,0-1 1,0 0 0,0 0 0,0 0-1,0 0 1,0 0 0,0 0-1,1 0 1,-1 0 0,0 0 0,1 0-1,-1 0 1,1 0 0,-1 0-1,1 0 1,-1 0 0,1 0 0,0-1-1,-1 1 1,1 0 0,0 0-1,0-1 1,0 1 0,0 0 0,-1-1-1,1 1 1,0-1 0,0 1-1,0-1 1,0 0 0,0 1 0,0-1-1,0 0 1,0 0 0,1 1 0,-1-1-1,2 0 1,7 1 95,0 0 0,1-1 1,-1 0-1,12-2 0,-7 0-7,0-1 0,-1-1-1,1 0 1,-1-1 0,0 0 0,0-1-1,-1-1 1,0 0 0,0-1 0,-1 0-1,0-1 1,17-16 0,-27 23-41,1 0 0,-1-1 1,0 1-1,0-1 0,0 0 0,0 1 0,-1-1 1,1 0-1,-1 0 0,0 0 0,0 0 1,0 0-1,1-5 0,-2 6-1,0 1-1,0-1 1,0 0-1,0 1 1,-1-1-1,1 1 1,0-1-1,-1 0 1,1 1 0,-1-1-1,0 1 1,0 0-1,1-1 1,-1 1-1,0-1 1,0 1-1,0 0 1,0 0 0,-1 0-1,1-1 1,0 1-1,0 0 1,-1 1-1,1-1 1,-1 0-1,1 0 1,-1 0-1,1 1 1,-1-1 0,-2 0-1,-4-1 6,-1 0-1,1 0 1,0 0-1,-1 1 0,1 1 1,-1 0-1,1 0 1,-1 0-1,1 1 1,-1 0-1,1 1 1,-1 0-1,1 0 1,0 1-1,0 0 1,0 0-1,-9 6 1,-6 5-15,0 0 0,1 2 0,0 0 0,-23 24 0,41-36-42,0 0 0,0 1 1,0 0-1,0-1 0,1 2 0,0-1 0,-3 6 1,5-10-4,0 0 0,1 1 1,-1-1-1,1 0 0,-1 1 1,1-1-1,0 0 0,0 0 1,-1 1-1,1-1 0,0 0 1,0 1-1,0-1 0,1 0 1,-1 1-1,0-1 0,0 0 0,1 1 1,-1-1-1,1 0 0,-1 0 1,1 1-1,-1-1 0,1 0 1,0 0-1,0 0 0,-1 0 1,1 0-1,0 0 0,0 0 1,0 0-1,0 0 0,0 0 1,0-1-1,1 1 0,-1 0 1,0-1-1,0 1 0,2 0 1,3 1 1,1 0 0,-1 0-1,1-1 1,0 0 0,0 0 0,-1-1 0,1 0 0,0 0 0,0 0 0,-1-1 0,1 0 0,12-3-1,-3-1 18,1-1 0,-1 0-1,28-16 1,-29 14-8,-1 0 0,-1-1 0,14-12 0,-23 18-3,-1 0-1,1-1 0,-1 1 1,0-1-1,-1 0 0,5-7 0,-6 9 0,0 0 0,0 0-1,-1 0 1,1 0-1,-1 0 1,1 0 0,-1 0-1,0 0 1,0 0 0,1 0-1,-2 0 1,1 0-1,0 0 1,0 0 0,-1 0-1,0-3 1,0 4 3,1-1 0,-1 0 0,0 1 0,0-1 0,1 1 0,-1 0 0,0-1 0,-1 1 0,1 0 0,0 0 0,0-1 0,0 1 0,-1 0 0,1 0 0,-1 0 0,1 1 0,-1-1 0,1 0 0,-4-1 0,1 1 0,0 0 1,0 1-1,0-1 0,0 1 1,0 0-1,0 0 0,0 0 1,-5 1-1,-7 2-2,-1 1 1,1 1-1,-17 6 0,28-9-4,-112 46 63,102-41-53,0 1-1,1 1 0,0 0 0,0 1 0,-18 17 0,31-26-12,0 0 0,0 0 0,0 0 0,0 0 0,0 0 0,0 1 0,1-1 0,-1 0 0,0 0 0,1 1 0,-1-1 0,1 1 1,-1-1-1,0 2 0,1-2-1,0 0-1,0-1 1,1 1 0,-1 0 0,0-1 0,0 1 0,0 0 0,0-1 0,1 1 0,-1 0 0,0-1 0,1 1 0,-1-1 0,0 1 0,1 0 0,-1-1 0,1 1 0,-1-1 0,1 1 0,-1-1 0,2 1-1,1 1-6,0-1-1,0 1 1,1-1-1,-1 0 0,0 0 1,1 0-1,-1 0 1,1-1-1,-1 1 0,8-1 1,2-1 9,0-1 0,-1 0 0,1 0 1,-1-1-1,1-1 0,-1 0 0,0-1 0,0 0 1,-1 0-1,18-13 0,-1-1 11,-1-1-1,46-44 1,-72 63-10,33-35 19,-33 34-17,0 0 1,1 0 0,-1 0-1,0 0 1,0 0 0,0 0-1,0 0 1,0-1 0,0 1-1,0 0 1,-1 0 0,1-1-1,-1 1 1,0 0 0,0-1-1,0 1 1,0-5-1,-1 7-1,1-1-1,-1 0 0,1 1 1,-1-1-1,1 1 1,-1-1-1,1 0 0,-1 1 1,0 0-1,1-1 0,-1 1 1,0-1-1,0 1 0,1 0 1,-1-1-1,0 1 0,0 0 1,1 0-1,-1 0 0,0-1 1,0 1-1,0 0 0,0 0 1,1 0-1,-1 0 0,0 1 1,0-1-1,0 0 0,-1 0 1,-26 7 3,13-1 0,1 0 1,-21 11-1,31-14-6,-1-1-1,1 1 1,0 0-1,0 0 0,0 0 1,1 0-1,-1 1 1,1 0-1,0-1 1,0 1-1,0 0 1,-3 6-1,6-10-5,0 0 0,0 0 0,0 1 0,-1-1-1,1 0 1,0 0 0,0 1 0,0-1 0,0 0 0,0 1 0,0-1 0,0 0-1,0 0 1,0 1 0,0-1 0,0 0 0,0 1 0,0-1 0,0 0 0,0 1-1,0-1 1,0 0 0,0 0 0,0 1 0,0-1 0,0 0 0,0 0 0,1 1-1,-1-1 1,0 0 0,0 0 0,0 1 0,0-1 0,1 0 0,-1 1 0,12-2-274,14-11-384,38-24-2656,-23 11 2047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46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10298,'12'11'253,"-1"1"-1,0 1 0,0 0 1,-1 0-1,-1 1 0,13 26 1,-1-6 77,-10-15-87,-5-8 20,0 0-1,1 0 1,1-1-1,0 0 1,11 11-1,-17-19-164,1 0 0,-1 0 1,1 0-1,-1-1 0,1 1 0,0-1 0,0 0 1,0 1-1,-1-1 0,1 0 0,0-1 0,0 1 0,0 0 1,0-1-1,1 0 0,-1 0 0,0 0 0,0 0 1,0 0-1,0 0 0,0-1 0,0 0 0,0 1 1,0-1-1,0 0 0,0-1 0,2-1 0,7-2 61,-1-2-1,-1 0 1,1 0-1,-1-1 1,0 0-1,-1-1 1,0 0-1,9-11 1,-15 15-149,1 1 0,-1-1 0,1 0 0,-2 1 0,1-2 1,0 1-1,-1 0 0,0 0 0,0-1 0,-1 1 1,1-1-1,-1 0 0,0 1 0,-1-1 0,0 0 1,1 1-1,-2-1 0,1 0 0,-1 0 0,-1-7 1,2 12 0,-1 0 0,1 0 0,0 0 0,-1 0 1,1 0-1,-1 0 0,1 0 0,-1 0 0,1 0 0,-1 0 1,0 0-1,1 0 0,-1 0 0,0 0 0,0 1 0,1-1 1,-1 0-1,0 0 0,0 1 0,0-1 0,0 1 0,0-1 1,0 1-1,0-1 0,0 1 0,-1 0 0,1-1 1,-1 1-1,1 0-3,0 1 0,-1-1 1,1 0-1,0 1 1,0-1-1,0 1 0,0-1 1,0 1-1,0 0 0,0-1 1,0 1-1,0 0 0,0 0 1,0-1-1,0 1 1,0 0-1,1 0 0,-1 0 1,0 0-1,1 0 0,-1 0 1,1 1-1,-1-1 0,1 0 1,-1 2-1,-2 5 2,1 1 1,1 0-1,-1-1 0,1 1 0,1 0 0,0 0 1,0-1-1,1 1 0,2 15 0,4 6 5,14 41 0,-13-47-12,11 25 14,-13-36-10,-1 1 1,0-1-1,-1 1 1,0 0-1,-1 0 1,2 22-1,-5-34 2,0 0 0,-1 0 0,1 0 0,-1 0 0,1 0 0,-1 0 0,0 0 1,0 0-1,0 0 0,0 0 0,0 0 0,0 0 0,0-1 0,-1 1 0,1 0 0,0-1 0,-1 1 0,0-1 0,1 0 0,-1 1 0,0-1 0,0 0 0,0 0 0,1 0 0,-1 0 0,0-1 0,0 1 0,0 0 0,-3 0 1,-6 1 38,0 0 0,0 0 1,-1-1-1,-11 0 1,-1-1-50,0 0 1,0-2-1,0-1 1,0-1 0,1-1-1,0-1 1,0-1 0,0-1-1,1-1 1,-33-18 0,53 26-118,-1 0 1,1-1 0,0 1 0,-1-1-1,1 0 1,0 0 0,0 0 0,0 0-1,0 0 1,1 0 0,-1-1 0,0 1-1,1-1 1,0 1 0,-1-1 0,1 1-1,0-1 1,1 0 0,-1 1 0,0-1-1,1 0 1,-1 0 0,1 0 0,0 0 0,0 1-1,0-6 1,2 3-414,0-1 0,0 0 0,0 0-1,0 1 1,1-1 0,0 1 0,0 0 0,1 0 0,-1 0 0,1 0-1,7-6 1,35-33-1449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47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0 213 5625,'1'4'962,"4"11"3187,-5-15-3885,0 0 0,0 0 0,1 0 0,-1 0 0,0 0 0,1 0 0,-1 0 0,0 0 0,1 0 0,-1 0 0,0 0 0,1 0 0,-1 0 0,0 0 1,1 0-1,-1 0 0,0 0 0,1-1 0,4 0-209,0-1 0,0 0 0,-1-1 0,1 1 0,-1-1 0,1 0 0,-1 0 0,0 0 0,0 0 0,-1-1 0,1 0 0,-1 0 0,1 0 0,-1 0 0,-1 0 0,1-1 1,3-6-1,14-31 227,25-79 0,-44 118-198,0 8-52,6 43-4,-6-32 34,6 28 0,-4-31-43,0-1 0,1 0 0,1-1 0,-1 1 0,9 13-1,-10-22-23,-1 0 0,0 0 0,1 0 0,-1 0 0,1 0 0,0 0 0,0-1 0,0 0-1,0 0 1,1 1 0,-1-2 0,0 1 0,1 0 0,0-1 0,-1 0 0,1 1 0,0-1-1,-1-1 1,1 1 0,0-1 0,6 1 0,23-4-514,4-9 145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50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5 4817,'-12'-1'-1280,"-2"-3"1576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51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56 8546,'-1'3'97,"0"0"0,0 0-1,1 0 1,-1 1 0,1-1 0,0 0 0,0 0 0,0 0 0,1 1-1,-1-1 1,1 0 0,-1 0 0,1 0 0,0 0 0,0 0-1,0 0 1,1 0 0,-1 0 0,1 0 0,0-1 0,-1 1 0,5 4-1,0-1-85,-1-1-1,1 0 1,1 0-1,-1 0 1,1 0-1,0-1 1,0 0-1,9 3 1,-10-4 67,0-1 0,-1 0 0,1-1 0,0 0 0,0 0 0,0 0 1,0 0-1,0-1 0,0 0 0,0-1 0,0 1 0,0-1 0,0 0 1,0 0-1,0-1 0,0 0 0,8-4 0,-10 4-24,0 0-1,0-1 0,0 1 1,0-1-1,0 0 1,-1 0-1,1-1 1,-1 1-1,0-1 0,0 0 1,0 1-1,0-1 1,-1-1-1,0 1 1,1 0-1,-2 0 0,1-1 1,0 1-1,-1-1 1,0 0-1,0 1 0,0-8 1,0 9-36,-1 0-1,0 0 1,-1 0 0,1 0-1,0 0 1,-1 0 0,0 0-1,0 0 1,0 0 0,0 0-1,0 0 1,0 0 0,-1 1-1,1-1 1,-1 0 0,0 1-1,0 0 1,0-1 0,0 1-1,0 0 1,-1 0 0,1 0-1,0 0 1,-1 0 0,0 1-1,1-1 1,-1 1 0,0 0-1,0-1 1,0 1 0,0 1-1,-3-2 1,-1 1 41,0-1-1,0 1 1,0 0-1,0 1 1,-1-1-1,1 1 1,0 1-1,0 0 1,0 0 0,-1 0-1,1 1 1,-12 4-1,10-2 16,0 1-1,0 1 0,1-1 1,0 1-1,0 1 0,0-1 1,-10 12-1,15-14-68,-1 0 0,1 0 0,0 0 0,0 0 0,0 1 1,1-1-1,0 1 0,-1 0 0,2 0 0,-1-1 0,0 1 0,1 0 0,0 0 0,0 1 0,1-1 1,-1 8-1,1-12-15,1 1 1,-1 0 0,0-1-1,0 1 1,1 0 0,-1-1-1,1 1 1,-1-1 0,1 1-1,-1-1 1,1 1 0,0-1-1,0 1 1,0-1 0,0 0-1,0 1 1,0-1 0,0 0 0,1 0-1,-1 0 1,2 2 0,-1-3 22,0 1 1,0 0-1,1-1 1,-1 1 0,0-1-1,0 0 1,0 0 0,0 1-1,0-1 1,1-1 0,-1 1-1,0 0 1,0-1 0,3 0-1,4-2 84,1 0-1,-1-1 1,0-1-1,0 1 1,14-11-1,-16 10-70,-1 0 0,1-1 0,-1 1-1,-1-1 1,1-1 0,-1 1 0,9-13-1,-13 17-17,0 1-1,-1-1 1,1 1-1,0-1 0,0 0 1,-1 1-1,1-1 1,-1 0-1,0 0 1,1 1-1,-1-1 0,0 0 1,0 1-1,0-1 1,0 0-1,0 0 0,-1 1 1,1-1-1,0 0 1,-1 0-1,1 1 0,-1-1 1,0 1-1,0-1 1,1 0-1,-1 1 1,0-1-1,0 1 0,0 0 1,-1-1-1,1 1 1,0 0-1,0 0 0,-1 0 1,1 0-1,-1 0 1,1 0-1,-1 0 0,1 0 1,-1 0-1,0 1 1,1-1-1,-4 0 1,0 0 13,0-1 0,0 1 0,-1 0 0,1 1 1,0-1-1,-1 1 0,1 0 0,0 1 1,0-1-1,-1 1 0,1 0 0,0 0 0,0 1 1,0-1-1,0 1 0,-6 3 0,1 0-1,0 1 0,0 0 0,0 0 0,1 1 0,0 0 0,-13 13 0,21-18-23,-1-1 0,1 1 0,-1 0 0,1-1-1,0 1 1,0 0 0,0-1 0,0 1 0,0 0 0,1 0 0,-1 0 0,0 2 0,1-3-6,0 0-1,0 0 1,0 0-1,0 0 0,0 0 1,0 0-1,0 0 1,0 0-1,1 0 1,-1 0-1,0 0 1,1-1-1,-1 1 1,1 0-1,-1 0 1,1 0-1,-1-1 1,1 1-1,0 1 0,1 0-3,1-1 0,-1 1-1,1-1 1,-1 0 0,1 1-1,-1-1 1,1 0 0,-1 0-1,1-1 1,0 1-1,0 0 1,-1-1 0,1 0-1,0 0 1,5 0 0,13-2 33,0-2 1,0 0 0,-1-1 0,0-1 0,0-1 0,0-1 0,-1-1 0,34-21 0,-51 29-12,0 0 0,0 0 0,0 0 1,-1 0-1,1-1 0,0 1 0,-1-1 0,1 1 1,-1-1-1,1 0 0,-1 1 0,1-4 1,-1 3 74,-6-1 168,0 1-229,-1 0 1,0 0-1,0 1 0,0 0 1,0 0-1,0 1 1,0-1-1,0 1 0,0 1 1,-1-1-1,1 1 1,0 0-1,0 1 0,1-1 1,-1 1-1,0 0 1,-7 4-1,0 0 4,1 0 1,-1 1-1,1 0 0,1 0 1,0 2-1,0-1 0,-11 12 1,20-17-27,-1 0-1,1-1 1,0 1 0,0 0-1,1 0 1,-1 0 0,1 0-1,-3 7 1,4-10-1,0 1 0,0 0-1,0 0 1,-1-1 0,1 1 0,0 0 0,0 0 0,0-1 0,0 1 0,0 0-1,1 0 1,-1 0 0,0-1 0,0 1 0,0 0 0,1 0 0,-1-1-1,0 1 1,1 0 0,-1-1 0,1 1 0,-1 0 0,1-1 0,-1 1 0,1-1-1,-1 1 1,1 0 0,-1-1 0,1 0 0,0 1 0,-1-1 0,1 1-1,0-1 1,-1 0 0,1 1 0,0-1 0,0 0 0,-1 0 0,1 0 0,0 1-1,0-1 1,0 0 0,-1 0 0,3 0 0,6 0 5,1 0 0,0-1 1,-1 0-1,1 0 0,0-1 1,-1 0-1,1-1 0,-1 0 1,11-5-1,-4 0 9,1 0 0,-2-1 0,1-1 1,14-12-1,-27 21-10,-1-1 1,1 0-1,-1 0 1,0-1-1,1 1 1,-1 0-1,0-1 1,0 1-1,-1-1 1,1 0-1,0 1 1,-1-1-1,0 0 1,1 0-1,0-3 1,-2 3 39,-8 4-14,1 0 1,0 0-1,-1 0 1,1 1 0,0 0-1,0 0 1,0 1-1,0 0 1,1 0-1,-1 1 1,1-1-1,-11 9 1,3-1-15,0 1 1,0 1-1,1 0 0,-12 16 1,21-24-11,1 0 0,-1 0 1,1 0-1,0 1 1,0-1-1,-2 7 0,5-11-4,0 0 0,0 0 0,-1 0 0,1 0 0,0 0 0,0 0 0,0 0-1,0 0 1,0 0 0,0 0 0,0-1 0,0 1 0,1 0 0,-1 0 0,0 0 0,0 0-1,1 0 1,-1 0 0,1 1 0,0-2 0,0 1 0,0 0 0,0 0 0,0-1 1,0 1-1,0-1 0,0 1 0,1-1 0,-1 1 0,0-1 0,0 0 0,0 1 0,0-1 0,1 0 0,-1 0 0,0 0 0,0 0 1,1 0-1,1 0 0,7-2 25,1 1 0,-1-1 1,0-1-1,1 0 0,-1 0 0,13-7 1,52-31 158,-72 40-110,-6-7 232,0 6-300,1 0 0,0 0-1,0 0 1,-1 0 0,1 1 0,-1-1 0,0 1-1,1-1 1,-1 1 0,0 0 0,0 0-1,0 0 1,0 0 0,-5 0 0,-2 0-3,-1 0 0,1 1 0,-17 1 1,14 1 29,0-1 1,1 1-1,-1 1 1,1 0-1,0 1 1,0 1-1,-13 6 1,24-11-37,0 0 0,1 0 0,-1 0 0,0 1 0,1-1 0,-1 0 0,1 1 0,-1-1 1,0 1-1,1-1 0,-1 0 0,1 1 0,-1-1 0,1 1 0,-1-1 0,1 1 0,0 0 1,-1-1-1,1 1 0,0-1 0,-1 1 0,1 0 0,0-1 0,0 1 0,-1 0 1,1-1-1,0 1 0,0 0 0,0 0 0,0-1 0,0 1 0,0 0 0,0-1 0,0 1 1,0 0-1,0-1 0,1 1 0,-1 0 0,0-1 0,0 1 0,1 0 0,-1-1 0,0 1 1,1 0-1,-1-1 0,1 1 0,-1-1 0,0 1 0,1-1 0,-1 1 0,1-1 0,0 1 0,2 1-7,0 0 0,0 0-1,-1 0 1,1-1 0,0 1-1,0-1 1,1 0 0,-1 0-1,6 1 1,1-1 13,-1-1 1,0 0-1,0-1 0,0 0 0,0 0 1,0-1-1,0-1 0,0 1 1,16-8-1,-13 4 0,0 0 1,-1 0 0,1-1-1,-1-1 1,-1 0-1,13-12 1,-21 19-5,-1-1 1,1 0-1,-1 0 1,1 0 0,-1 0-1,0 0 1,1 0-1,0-5 1,-1 7-3,-1-1 1,0 1-1,0-1 1,0 1-1,0-1 1,0 1-1,0-1 1,0 0-1,0 1 0,0-1 1,0 1-1,-1-1 1,1 1-1,0-1 1,0 1-1,0-1 1,-1 1-1,1-1 1,0 1-1,0-1 1,-1 1-1,1-1 1,-1 1-1,1 0 1,0-1-1,-1 1 1,1 0-1,-1-1 1,1 1-1,-1 0 1,1-1-1,-1 1 1,1 0-1,-1 0 1,1 0-1,-1 0 1,1-1-1,-1 1 1,1 0-1,-1 0 1,1 0-1,-1 0 1,1 0-1,-2 0 1,-10 0-19,-1 0 0,0 0 0,0 1 0,1 1 0,-1 0 0,1 0 0,-1 2 0,1-1 1,0 2-1,0 0 0,1 0 0,-1 1 0,1 0 0,1 1 0,-1 0 0,1 1 0,-15 13 1,24-20 14,1 0 1,-1 0 0,0 0-1,0-1 1,0 1 0,1 0 0,-1 0-1,0 0 1,1 0 0,-1 0 0,1 0-1,0 1 1,-1-1 0,1 0-1,0 0 1,-1 0 0,1 0 0,0 0-1,0 0 1,0 1 0,0-1 0,0 0-1,0 0 1,1 2 0,0-2 0,-1 0 1,1 0-1,0 0 1,0 0-1,0 0 0,0 0 1,0 0-1,0 0 1,1-1-1,-1 1 1,0 0-1,0-1 0,0 1 1,1-1-1,-1 1 1,0-1-1,3 1 1,3 0 3,1 0 0,-1 0 1,1-1-1,-1 0 0,1 0 1,10-2-1,0-4 5,0 1 1,0-2-1,-1 0 0,0-2 1,0 1-1,-1-2 0,-1 0 1,30-25-1,-43 33-1,0 1 0,0-1 1,-1 0-1,1 0 0,0 0 0,-1 0 0,1 0 0,-1-1 0,1 1 1,-1 0-1,0-1 0,0 1 0,0-1 0,0 1 0,0-4 1,-1 6-4,0-1 0,0 0 1,0 1-1,0-1 0,-1 1 1,1-1-1,0 1 1,0-1-1,0 0 0,-1 1 1,1-1-1,0 1 0,-1-1 1,1 1-1,0-1 1,-1 1-1,1-1 0,-1 1 1,1 0-1,-1-1 0,1 1 1,-1 0-1,1-1 1,-1 1-1,-2-1 1,1 0 1,0 0-1,0 1 0,0 0 0,-1-1 1,1 1-1,0 0 0,-1 0 1,-3 0-1,-6 2 6,0 0 0,1 1 0,-1 0 0,1 1 0,0 0 0,0 1 0,1 0 0,-15 9 0,17-9-1,1 0 0,-1 0 0,1 1 0,0 0 0,0 0 0,1 0 0,0 1-1,0 0 1,1 0 0,0 1 0,-7 13 0,11-20-10,0 1 1,1-1-1,-1 1 1,0-1-1,1 1 1,0 0-1,-1-1 0,1 1 1,0 0-1,0-1 1,0 1-1,0 0 1,0-1-1,0 1 0,0 0 1,1-1-1,0 4 1,0-4 1,-1 0 0,1-1-1,0 1 1,-1 0 0,1 0 0,0-1 0,0 1 0,0-1 0,-1 1 0,1 0 0,0-1 0,0 0 0,0 1 0,0-1-1,0 0 1,0 1 0,0-1 0,0 0 0,0 0 0,2 0 0,4 0 9,0 0 0,0-1-1,0 0 1,0 0 0,0-1 0,10-4 0,39-17 46,-50 20-44,-1 0-1,0 0 1,0 0-1,0-1 0,0 0 1,0 0-1,6-7 1,-11 10-9,1 0 0,0 0 0,-1 0 1,1 0-1,-1 0 0,1-1 1,-1 1-1,0 0 0,0 0 1,1 0-1,-1 0 0,0-1 0,0 1 1,0 0-1,0 0 0,0 0 1,0-1-1,-1 1 0,1 0 0,0 0 1,-1 0-1,1 0 0,0 0 1,-1 0-1,1-1 0,-1 1 0,0 0 1,1 0-1,-1 1 0,0-1 1,0 0-1,0 0 0,0 0 1,1 0-1,-1 1 0,0-1 0,-2 0 1,-2-4 1,-1 1 1,0 1 0,-1-1 0,-10-4-1,4 4-4,1 0-1,-1 0 1,0 2-1,1 0 0,-1 0 1,0 1-1,-19 1 1,26 0 3,1 0-1,-1 0 1,1 1 0,-1 0 0,1 0 0,-1 0 0,1 1 0,0 0 0,0 0 0,0 0-1,0 0 1,0 1 0,0 0 0,1 0 0,-1 0 0,1 1 0,0-1 0,0 1 0,0 0-1,-3 5 1,6-8-5,0 0-1,1 0 1,-1 0-1,0 0 1,0 1-1,1-1 0,-1 0 1,0 1-1,1-1 1,-1 0-1,1 1 1,0-1-1,0 1 1,-1-1-1,1 1 0,0-1 1,0 0-1,0 1 1,0-1-1,1 1 1,-1-1-1,0 1 1,1-1-1,-1 0 1,1 1-1,-1-1 0,1 0 1,-1 1-1,1-1 1,0 0-1,0 0 1,0 0-1,0 0 1,0 0-1,0 1 0,0-2 1,0 1-1,0 0 1,0 0-1,0 0 1,1 0-1,1 0 1,1 1 3,0-1 0,0 0 0,0 1 0,0-2-1,1 1 1,-1 0 0,0-1 0,0 0 0,1 0 0,-1 0 0,0 0 0,0-1 0,6-1 0,-3 0 8,-1-1-1,1 0 0,-1 0 1,0-1-1,0 1 0,0-1 1,-1 0-1,1-1 1,8-9-1,-12 12-29,0 0-1,0 0 1,-1 0 0,1 0 0,0 0-1,-1 0 1,0 0 0,0-1-1,1 1 1,-1-1 0,-1 1 0,1-1-1,0 1 1,-1-1 0,1 1-1,-1-1 1,0 0 0,0 1 0,0-1-1,0 0 1,0 1 0,0-1 0,-1 1-1,1-1 1,-1 1 0,0-1-1,0 1 1,-2-5 0,-13-14-238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53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206 126 5401,'0'0'8794,"-17"0"-7690,-30 1-736,47 0-352,-1-1-1,0 0 0,0 1 1,0-1-1,0 1 0,1-1 0,-1 1 1,0-1-1,1 1 0,-1-1 1,0 1-1,1 0 0,-1 0 1,0-1-1,1 1 0,-1 0 0,1 0 1,0-1-1,-1 1 0,1 0 1,0 0-1,-1 0 0,1 0 0,0 0 1,0 0-1,0 0 0,0 0 1,0-1-1,0 1 0,0 0 1,0 0-1,0 0 0,0 1 0,-1 34 121,1-35-130,0-1 0,0 0-1,0 0 1,0 1-1,0-1 1,0 0-1,0 1 1,0-1-1,0 0 1,0 1-1,0-1 1,0 0-1,0 1 1,0-1-1,0 0 1,0 1-1,0-1 1,0 0-1,0 0 1,1 1 0,-1-1-1,0 0 1,0 1-1,0-1 1,0 0-1,1 0 1,-1 1-1,0-1 1,0 0-1,1 0 1,-1 0-1,0 1 1,0-1-1,1 0 1,-1 0-1,0 0 1,1 0-1,-1 0 1,0 1-1,0-1 1,1 0 0,-1 0-1,1 0 1,-1 0-1,9 2 83,0-1 1,-1 0 0,1 0 0,0-1 0,-1 0 0,1-1 0,0 0 0,-1 0 0,1 0 0,-1-1 0,1-1 0,14-6 0,-19 7-70,4-1 9,-1 0 0,0-1 0,0 0 1,0-1-1,7-5 0,-13 9-20,-1 0 0,1 1 0,0-1 0,0 0 0,0 0 0,-1 0 0,1 0 1,0 0-1,-1 0 0,1 0 0,-1 0 0,1 0 0,-1 0 0,1-1 0,-1 1 0,0 0 0,0 0 0,1 0 1,-1-1-1,0 1 0,0 0 0,0 0 0,0 0 0,-1 0 0,1-1 0,0 1 0,0 0 0,-1 0 0,1 0 1,-1 0-1,1 0 0,-1 0 0,1-1 0,-1 1 0,0 1 0,1-1 0,-1 0 0,0 0 0,0 0 1,0 0-1,0 0 0,0 1 0,-1-2 0,-3-1 14,1 0-1,-1 0 1,0 1-1,0-1 1,0 1 0,0 0-1,0 1 1,0-1-1,-1 1 1,1 0 0,0 0-1,-1 1 1,1 0 0,-1 0-1,1 0 1,-1 0-1,1 1 1,0 0 0,-1 0-1,1 1 1,0-1-1,0 1 1,0 0 0,0 0-1,0 1 1,0 0-1,0 0 1,-4 3 0,1 1-5,1-2-12,0 0 0,0 0 1,1 1-1,0 0 1,0 0-1,1 1 0,-9 12 1,14-19-7,0 1 0,0 0 0,-1 0 0,1 0 1,0-1-1,0 1 0,0 0 0,0 0 0,0 0 0,0 0 0,0-1 1,0 1-1,0 0 0,0 0 0,0 0 0,0 0 0,1-1 1,-1 1-1,0 0 0,1 0 0,-1 0 0,0-1 0,1 1 1,-1 0-1,1-1 0,-1 1 0,1 0 0,0-1 0,-1 1 1,1-1-1,-1 1 0,1-1 0,0 1 0,0-1 0,-1 1 0,1-1 1,0 0-1,0 1 0,0-1 0,-1 0 0,1 0 0,0 0 1,1 1-1,4 0 13,0 0 1,1 0 0,-1 0 0,9 0-1,-3-2 4,1 0 0,0-1 0,-1 0 0,1-1 0,23-9 0,58-29-11,-88 37-4,8-3 12,0 0 0,18-14 0,-29 19-5,0 0 1,0-1-1,0 1 1,0-1-1,0 0 1,-1 0-1,0 0 1,1 0-1,-1 0 1,0 0-1,0-1 1,-1 1-1,1-1 0,-1 0 1,2-4-1,-3 7 0,0-1-1,0 0 1,0 1-1,0-1 1,0 0-1,0 1 0,-1-1 1,1 0-1,-1 1 1,1-1-1,-1 1 1,0-1-1,1 1 0,-1-1 1,0 1-1,0-1 1,0 1-1,0 0 1,0-1-1,0 1 0,0 0 1,-1 0-1,1 0 1,0 0-1,-1 0 1,1 0-1,-1 0 0,1 0 1,-1 1-1,-3-2 1,-3-1 15,-1 0 0,0 1-1,0 0 1,-10-1 0,18 3-22,-16-1 4,1 0 1,-1 0-1,0 2 0,0 0 1,0 1-1,1 1 1,-1 0-1,1 1 0,0 1 1,0 1-1,0 0 1,1 1-1,0 1 0,0 0 1,1 1-1,0 0 1,0 1-1,1 1 0,1 0 1,-18 20-1,27-28-3,0 1 0,1-1-1,-1 1 1,1 0-1,0-1 1,0 1 0,-2 6-1,4-10-2,0 1 0,-1 0 0,1 0-1,0 0 1,0 0 0,0 0-1,0 0 1,0 0 0,0 0-1,0 0 1,0 0 0,0 0 0,0 0-1,1 0 1,-1 0 0,0-1-1,1 1 1,-1 0 0,1 0-1,-1 0 1,1 0 0,-1-1 0,1 1-1,-1 0 1,1 0 0,0-1-1,-1 1 1,1 0 0,0-1 0,0 1-1,-1-1 1,1 1 0,0-1-1,0 0 1,0 1 0,0-1-1,1 1 1,4 1 2,1-1 0,0 0-1,-1 0 1,1 0 0,-1-1 0,1 0-1,0 0 1,0 0 0,-1-1 0,1 0 0,-1-1-1,1 1 1,-1-1 0,0 0 0,12-6-1,1-2 21,0-1 0,-1 0 0,27-23 0,-43 32-17,38-33 36,-38 32-33,1 0 0,-1 0 1,1 0-1,-1 0 1,0 0-1,-1 0 0,1-1 1,0 1-1,-1 0 0,0-1 1,2-6-1,-3 9-5,0 0 1,0 0-1,0 1 0,0-1 0,0 0 1,0 0-1,0 0 0,0 1 0,0-1 0,0 0 1,-1 0-1,1 0 0,0 1 0,0-1 1,-1 0-1,1 1 0,-1-1 0,1 0 0,-1 1 1,1-1-1,-1 0 0,1 1 0,-1-1 0,1 1 1,-2-1-1,0 0 0,1 0-1,-1 0 1,0 0-1,0 1 1,0-1 0,0 1-1,0-1 1,0 1 0,0 0-1,-2 0 1,-3 0-1,-1 0-1,1 1 1,-1 0-1,-10 3 1,9 0 11,0-1 0,0 1 0,1 1 0,0-1 0,0 2 0,-14 10 0,-41 43-76,62-59 59,0 2-295,17-11-1898,2-10 1134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54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 9386,'0'0'697,"0"0"-643,0 0-1,0 0 0,0 0 0,0 0 0,0 0 0,0 0 0,0 0 1,0 0-1,0 0 0,0 0 0,0 0 0,0 0 0,0 0 0,0-1 0,0 1 1,1 0-1,-1 0 0,0 0 0,0 0 0,0 0 0,0 0 0,0 0 0,0 0 1,0 0-1,0 0 0,0 0 0,0-1 0,0 1 0,0 0 0,0 0 0,-1 0 1,1 0-1,0 0 0,0 0 0,0 0 0,0 0 0,0 0 0,0 0 1,0 0-1,0-1 0,0 1 0,0 0 0,0 0 0,0 0 0,0 0 0,0 0 1,0 0-1,0 0 0,-1 0 0,1 0 0,0 0 0,0 0 0,0 0 0,0 0 1,0 0-1,0 0 0,0 0 0,0 0 0,0 0 0,0 0 0,0 0 1,-1 0-1,1 0 0,0 0 0,0 0 0,0 0 0,0 0 0,-2 2 9,1 0 0,0 0 0,-1 1 0,1-1 0,0 0 0,0 1 0,0-1 0,1 0 0,-1 1 0,1-1 0,-1 1 0,1-1 0,0 1 0,0 0 0,0-1 0,1 6 0,8 48 178,-4-33-83,1 17 96,-5-26-48,1-1 1,0 0-1,1 1 0,0-1 0,11 25 1,-13-36-150,1 1 1,-1 0 0,1-1-1,0 1 1,0-1 0,0 0-1,0 0 1,0 0-1,0 0 1,1 0 0,-1 0-1,1 0 1,-1-1 0,1 1-1,0-1 1,0 0 0,3 1-1,-1-1 0,-1 0 1,1 0-1,0-1 0,-1 0 0,1 0 0,0 0 0,-1-1 0,1 1 0,0-1 0,5-2 0,2-1-3,-1 0 0,1-1 0,-1-1 0,0 0 0,-1 0 0,1-1 0,14-13 0,-14 10-17,0-1 0,0-1 0,13-17 0,-21 24-18,0 0 0,1 0 0,-2 0 1,1 0-1,-1-1 0,1 1 0,-2-1 0,1 0 0,0 0 0,-1 1 0,1-12 0,-2 14 342,-6 11-202,4-6-153,0 1 1,0-1-1,1 1 1,-1 0-1,1 0 1,0 0-1,0 0 0,0 0 1,0 0-1,0 0 1,0 0-1,1 0 1,0 0-1,-1 0 1,1 0-1,0 1 1,1-1-1,-1 0 0,0 0 1,1 0-1,0 0 1,2 6-1,30 60 42,-24-53-20,-1 1-1,0 0 1,6 20 0,-14-35-19,1 0 0,-1 0 0,0 0 0,1 0 1,-1 1-1,0-1 0,0 0 0,-1 0 0,1 0 1,0 0-1,-1 0 0,1 0 0,-1 0 0,1 0 1,-1 0-1,0 0 0,0 0 0,-2 3 1,1-2 22,-1 0 1,1 0-1,-1 0 1,0-1 0,0 1-1,0-1 1,-1 1-1,1-1 1,-5 2 0,-5 2 99,-2 0 0,1-1 1,-28 6-1,18-6-83,-1-1 0,1-1 0,-1-2 0,-44-1 0,62-1-93,1 1 1,0-1-1,0-1 0,0 1 0,0-1 1,0 0-1,1-1 0,-11-5 0,13 7-15,1-1 0,-1 0 0,1 0 0,0 0 0,0 0-1,0 0 1,0 0 0,0 0 0,0-1 0,0 1 0,1-1 0,0 0 0,-1 1-1,1-1 1,0 0 0,0 0 0,0 0 0,1 1 0,-1-1 0,1 0 0,-1-4-1,2-5-98,0 1 0,1 0-1,5-19 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00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48 11002,'-26'-44'1903,"25"41"250,-7 30-1116,9-13-887,0 0-1,0 0 0,7 27 0,-2-12-9,11 58 201,54 339 894,-12 504-279,-62 5-362,-2-107-2,7-708-564,-5 350 313,-3-373-459,-4 0-1,-40 168 1,44-241-923,-2 0 0,-1 0 0,-17 34 0,18-45-420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00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0 217 15723,'2'1'50,"23"7"584,0-1 0,1-1-1,28 3 1,315 3 95,-292-12-671,1737 33 1399,745-102 110,-1637-19-2331,-314 8-2951,-449 54-1617,-18-3 3090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01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2998 11122,'551'-356'4719,"-25"-35"-2571,-510 379-2053,565-396 2469,-183 135-1613,-160 103-854,370-260 172,19 28-133,-479 311-1035,-5-7 1,191-170-1,-271 213-1734,-18 12 800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02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23 340 11570,'2'3'92,"0"0"-1,1 0 0,-1 0 1,0 0-1,1-1 0,0 1 0,-1-1 1,1 1-1,0-1 0,0 0 0,1 0 1,-1 0-1,0-1 0,1 1 1,-1-1-1,1 0 0,-1 0 0,1 0 1,-1 0-1,1-1 0,0 1 0,-1-1 1,1 0-1,0 0 0,-1-1 0,1 1 1,0-1-1,-1 1 0,1-1 1,-1 0-1,7-3 0,2-1-42,1 0 0,-1-2 0,0 1 0,0-2 0,-1 1 0,0-1 0,0-1 0,-1 0 1,0-1-1,-1 0 0,0 0 0,10-15 0,-13 16 44,0 1 1,-1-1 0,0 0 0,-1 0-1,0 0 1,0 0 0,-1-1-1,0 0 1,-1 1 0,0-1 0,-1 0-1,0 0 1,0 0 0,-1 0-1,0-1 1,-1 1 0,-3-16 0,3 23-79,0-1 1,0 1-1,0-1 1,-1 1-1,1 0 1,-1 0-1,0-1 1,0 1-1,0 0 1,0 1-1,0-1 1,-1 0-1,0 1 1,1-1-1,-1 1 1,0 0-1,0 0 1,0 0-1,0 0 1,0 0-1,-1 1 1,1-1-1,-1 1 1,1 0-1,0 0 1,-1 0-1,0 1 1,1-1-1,-1 1 1,-6 0-1,1 0-1,1 1 0,-1 1 0,1-1 0,0 1 0,-1 1 0,1-1 0,0 1 0,0 1 0,0-1 0,1 2 0,0-1 0,-10 7 0,8-3-3,0 0 0,1 1 0,0-1 0,0 2-1,0-1 1,2 1 0,-12 20 0,14-22-22,0 0-1,1 0 1,0 1 0,0-1 0,1 1 0,0-1-1,1 1 1,0 0 0,0 0 0,1-1 0,0 14-1,0-20 4,1 0-1,-1 0 1,0 0-1,1 0 1,-1 0-1,1 0 1,0 1-1,0-1 0,0-1 1,0 1-1,0 0 1,0 0-1,0 0 1,1 0-1,-1-1 1,1 1-1,-1-1 1,1 1-1,-1-1 0,1 0 1,0 1-1,0-1 1,0 0-1,0 0 1,0 0-1,0 0 1,4 0-1,-3 0 1,-1-1-1,1 0 0,0 0 1,0 0-1,0 0 1,-1-1-1,1 1 1,0-1-1,0 0 1,-1 0-1,1 0 1,-1 0-1,1 0 1,-1 0-1,1-1 1,-1 1-1,1-1 1,-1 0-1,0 1 1,0-1-1,2-3 1,4-4 18,-1 0 0,0-1 0,-1 1 0,0-1 0,-1 0 0,0-1 0,5-14 0,-9 21-5,0 0 1,0 0-1,0 0 1,-1 0 0,1 0-1,-1-1 1,0 1 0,0 0-1,-1 0 1,0-7-1,0 9-2,0-1-1,0 1 0,0 0 0,0-1 0,0 1 0,-1 0 0,1 0 0,-1 0 0,1 0 1,-1 0-1,0 1 0,0-1 0,0 0 0,0 1 0,0-1 0,0 1 0,0 0 0,0 0 1,-3-2-1,0 2 4,1 0 0,-1-1 0,0 1 1,0 1-1,1-1 0,-1 1 0,0 0 1,0 0-1,0 0 0,1 1 1,-1 0-1,0 0 0,0 0 0,1 0 1,-1 1-1,1-1 0,-1 1 0,1 1 1,0-1-1,-6 4 0,7-4-2,0 0 1,0 0-1,0 1 0,1-1 1,-1 1-1,0-1 0,1 1 1,0 0-1,0 0 0,0 0 1,0 0-1,0 0 0,0 1 0,1-1 1,0 0-1,0 1 0,0-1 1,0 1-1,0-1 0,1 1 1,-1 0-1,1-1 0,0 1 0,0 0 1,0-1-1,1 1 0,0 4 1,0-7-23,-1 1-1,0-1 1,0 0 0,1 0 0,-1 0 0,1 0 0,-1 0 0,1 1-1,0-1 1,-1 0 0,1 0 0,0-1 0,0 1 0,0 0 0,0 0-1,0 0 1,0 0 0,0-1 0,0 1 0,0-1 0,0 1 0,0 0-1,0-1 1,0 0 0,0 1 0,0-1 0,3 1 0,23-1-230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04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3494 6769,'8'-80'1559,"-2"33"-651,-3-1 0,-1 1 0,-6-57 0,-5 21 1080,-2-22 281,-48-204-1,46 264-2140,-14-84 0,26 113-98,-1-1 0,2 0 0,0 0 0,1 0 1,1 0-1,0 1 0,1-1 0,9-24 0,11-22 51,-6 17-42,13-53 0,-18 45-16,3-5 29,-3 0 1,8-108-1,-20 119-29,-2-1 1,-14-85-1,-26-42 295,40 167-308,0 0 0,0-1 1,1 1-1,0-1 0,0 1 0,2-1 0,0-12 1,16-68-69,-1 5-23,-16 78 46,0 0 1,0 0 0,-1 0 0,0 0 0,-1 0 0,0 1 0,0-1 0,-5-11 0,4 11-1,0 0 1,1-1-1,0 1 1,0-1-1,1 1 1,-1-12-1,6-39-277,0-12-182,-4 63 433,-1 0 0,0 0 0,0 1 0,0-1 0,-1 1 1,0-1-1,-5-12 0,-9-18-952,12 25 645,-2 0 0,-10-18 0,7 15 427,1 0 0,1 0-1,0 0 1,2-1 0,-1 0-1,2 0 1,0-1 0,-3-25-1,-8-19-374,11 48 336,1-1 0,-1 0 0,2 0 0,-1-14 0,1-128 140,2 142-222,-1 1-1,-1-1 0,-6-24 0,5 26 33,0-1 0,1 0 1,1 0-1,-1-18 0,-1-4-1131,1 15 674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05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2651 5 7682,'-47'-2'2254,"33"0"-2127,1 1-1,-1 1 1,-25 3-1,-82 23 401,-16 4 480,-315 0 964,170-17-1803,-405 64 2759,566-61-2472,33-7-381,0-4 0,-1-4 0,0-4 0,1-3 0,-111-23 0,137 18-2334,41 7 1350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08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11715,'13'238'-1164,"-12"-230"1187,17 124 455,-14-114-269,1 0 0,0-1 0,1 0 0,1 0-1,12 21 1,-17-34-113,1 0-1,-1 0 0,1 0 0,0-1 0,0 0 1,1 1-1,-1-1 0,1 0 0,7 4 0,-9-5-55,0-1-1,0 0 1,1 0-1,-1-1 1,0 1-1,1 0 1,-1-1-1,1 0 1,-1 1-1,0-1 1,1 0-1,-1 0 1,1 0-1,-1-1 1,1 1-1,-1-1 1,1 1-1,-1-1 1,5-2-1,3-2 53,0-1 0,0 0 0,0 0 0,-1-1 0,17-16 0,38-47 130,-56 60-200,4-5 13,0-1 0,-1-1 1,-1 0-1,11-25 0,25-75 160,-38 92-134,0 4 54,-8 11 66,-5 8-21,4 3-144,0-1 0,0 1 1,0-1-1,0 1 0,0-1 1,0 1-1,0 0 0,0-1 1,0 1-1,1 0 0,-1 0 1,0 0-1,0 1 0,-4 6 6,2 0-1,-1 1 0,1-1 0,0 1 0,1 0 0,0 0 0,0 0 0,1 0 0,0 0 0,1 18 1,2 7-31,10 51 0,-10-77 14,13 76-4,-4-37 1,-3 0 0,-2 0 0,0 71-1,-7-111 25,1 0 0,-1 0 0,-1 0 0,1 0 0,-1 0 0,0 0-1,-1 0 1,0 0 0,0-1 0,0 1 0,-1-1 0,1 0 0,-2 0-1,1-1 1,-1 1 0,-9 9 0,6-9 85,0-1 0,0 1 0,0-1 0,0-1 0,-1 1 0,1-1 0,-1-1 0,0 0 0,-1 0 0,1-1-1,-18 3 1,17-4-77,-1 0 0,0-1-1,1-1 1,-1 1-1,1-2 1,-1 1 0,1-2-1,0 1 1,0-1-1,-18-8 1,21 8-187,0-1 0,1 0 0,-1 0 1,1-1-1,0 0 0,0 0 0,0 0 0,1-1 0,0 0 0,0 0 0,0 0 1,1 0-1,0-1 0,0 0 0,-4-10 0,6 11-412,0 0-1,1 0 1,-1-1 0,1 1-1,0 0 1,1 0 0,0-1-1,0 1 1,0 0 0,2-10-1,9-20-1055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08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14699,'-7'19'1697,"-3"-4"975,-1-11-2880,3-4-1752,-1-14 1071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08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8722,'14'1'1128,"-2"1"1521,4-2-1193,-2-2-544,-2-6-600,0-4-288,0-6-1440,-4 1-873,1-2 1649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09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2 402 14387,'0'2'343,"-1"0"-1,1 0 1,-1 1 0,1-1 0,0 0-1,0 0 1,0 1 0,1-1-1,-1 0 1,1 4 0,0-5-294,-1 0 1,1-1-1,-1 1 0,1-1 0,-1 1 1,1-1-1,-1 1 0,1-1 1,-1 1-1,1-1 0,0 1 1,-1-1-1,1 0 0,0 1 1,0-1-1,-1 0 0,1 1 1,0-1-1,-1 0 0,1 0 1,0 0-1,0 0 0,0 0 0,-1 0 1,1 0-1,0 0 0,0 0 1,-1 0-1,1 0 0,0-1 1,0 1-1,-1 0 0,1 0 1,1-1-1,4-2-24,-1 1 0,1-1 1,-1 0-1,0 0 0,0 0 0,0-1 1,0 0-1,0 0 0,-1 0 0,0 0 0,7-9 1,4-7-18,18-33-1,-25 38 0,13-23 2,-1-1 0,-2 0 1,-2-2-1,21-78 0,-30 96 13,-1 29-8,54 138-29,-9-18-204,-49-122 133,0 1 1,0-1-1,1 0 0,-1 0 0,1 0 1,0-1-1,0 1 0,0-1 0,1 1 0,-1-1 1,1 0-1,0 0 0,0-1 0,5 3 0,26 4-519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09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3113,'9'4'48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11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1915 65 7170,'-33'-13'7893,"21"11"-7097,-1 0-723,-11-3 187,-1 2 0,-38-1 0,62 4-252,-1 0 1,1 0 0,0 1 0,-1-1 0,1 0-1,0 1 1,-1-1 0,1 1 0,0-1 0,0 1-1,0-1 1,-1 1 0,1 0 0,0-1 0,0 1-1,0 0 1,0 0 0,0 0 0,0 0 0,1 0 0,-1 0-1,0 0 1,0 0 0,1 1 0,-1-1 0,1 0-1,-1 0 1,1 0 0,-1 1 0,1-1 0,0 0-1,-1 1 1,1-1 0,0 0 0,0 1 0,0-1-1,0 0 1,0 1 0,1-1 0,-1 0 0,0 1-1,1 1 1,1 4 14,-1-1 0,1 1 0,1-1 0,-1 0 1,1 0-1,7 12 0,-8-15 8,1 0 0,-1 0 0,1 0 0,0 0 0,0-1 0,0 1 0,0-1 0,0 0 0,1 1 0,-1-1 0,1-1 0,-1 1 0,1-1 0,0 1 0,0-1 0,0 0 0,0 0 0,-1-1 0,1 1 0,0-1 0,0 0 0,0 0 0,0 0 0,0-1 0,0 1 0,0-1 0,0 0 0,0 0 0,0 0 0,-1-1 0,1 1 0,0-1 0,-1 0 0,1 0 0,-1 0 0,0 0 0,0-1 0,0 1 0,0-1 0,0 0 0,0 0 0,2-4 0,-2 2 4,0 0-1,0 0 1,0 0-1,-1-1 0,0 1 1,0-1-1,3-11 1,-5 15-29,1 0 0,-1-1 0,0 1 0,1 0 0,-1 0 0,0-1 0,0 1 0,-1 0 0,1 0 0,0 0 0,-1-1 0,1 1 0,-1 0 0,0 0 1,0 0-1,0 0 0,0 0 0,0 0 0,0 0 0,0 0 0,-1 0 0,1 1 0,-1-1 0,-1-1 0,2 2-5,0 0-1,0 1 0,0-1 1,0 1-1,0-1 1,0 1-1,-1-1 1,1 1-1,0-1 1,0 1-1,0 0 1,0 0-1,-1 0 1,1 0-1,0 0 1,0 0-1,0 0 0,0 0 1,-1 0-1,1 0 1,0 1-1,-2-1 1,1 1 1,0 1 0,0-1 0,0 0 1,0 1-1,0-1 0,1 1 0,-1-1 0,0 1 1,1 0-1,-3 3 0,1-1 2,1 0 0,-1 0-1,1 0 1,0 0 0,0 1-1,1-1 1,-1 1 0,1-1 0,0 1-1,-1 9 1,3-9 0,0 1 0,0-1 1,0 0-1,1 1 0,0-1 0,0 0 0,0 0 0,1 0 0,-1 0 1,1 0-1,0 0 0,1-1 0,-1 0 0,1 0 0,6 6 0,-8-8-2,0 0 0,0-1-1,0 1 1,0-1-1,0 1 1,0-1-1,1 0 1,-1 0-1,0 0 1,1 0 0,-1-1-1,0 1 1,1-1-1,-1 1 1,1-1-1,-1 0 1,1 0-1,-1 0 1,1 0 0,-1 0-1,1 0 1,-1-1-1,1 1 1,-1-1-1,1 0 1,-1 0 0,0 0-1,1 0 1,-1 0-1,0 0 1,0-1-1,0 1 1,0-1-1,0 0 1,0 1 0,2-4-1,3-3 7,0 1 1,-1-2-1,0 1 0,-1-1 1,0 1-1,6-14 0,-9 18-7,-1 0 1,1 0-1,-1 0 0,0 0 0,0 0 0,-1-1 0,1 1 1,-1 0-1,0 0 0,0-1 0,0 1 0,-1 0 0,1 0 0,-1 0 1,0 0-1,0-1 0,-1 1 0,-1-4 0,2 6-5,-1 0 0,1 1 1,-1-1-1,1 0 0,-1 1 0,1-1 0,-1 1 0,0-1 1,0 1-1,0 0 0,0 0 0,0-1 0,0 2 0,0-1 0,0 0 1,-1 0-1,1 1 0,0-1 0,0 1 0,-1-1 0,1 1 1,0 0-1,-1 0 0,1 0 0,0 1 0,-1-1 0,1 0 1,0 1-1,0-1 0,-1 1 0,-1 1 0,-4 1-8,0-1-1,1 2 1,-1-1-1,1 1 1,0 0-1,0 0 1,-9 9-1,-19 24 4,35-36 9,-2 3 0,10 0 0,2-1 4,0-1-1,0 0 0,0 0 1,0-1-1,1-1 1,-1 0-1,0 0 1,1-1-1,-1 0 0,0-1 1,0 0-1,0 0 1,17-8-1,-26 10 6,0 0-7,-1 0-1,1 0 0,-1 0 1,0 0-1,1 0 1,-1 0-1,1 0 0,-1 0 1,1-1-1,-1 1 0,0 0 1,1 0-1,-1 0 1,0 0-1,1-1 0,-1 1 1,1 0-1,-1 0 0,0-1 1,0 1-1,1 0 1,-1-1-1,0 1 0,1 0 1,-1-1-1,0 1 0,0-1 1,0 1-1,1 0 1,-1-1-1,0 1 0,0-1 1,0 1-1,0 0 0,0-1 1,0 1-1,0-1 1,0 1-1,0-1 0,0 1 1,0 0-1,0-1 0,0 1 1,0-1-1,0 1 1,-1 0-1,1-1 0,0 1 1,0-1-1,0 1 0,-1 0 1,1-1-1,0 1 1,0 0-1,-1-1 0,1 1 1,0 0-1,-1 0 0,1-1 1,0 1-1,-1 0 1,1 0-1,0-1 0,-1 1 1,1 0-1,-1 0 0,-6-4-2,0 0-1,0 0 1,0 1-1,0 0 1,0 1-1,-1 0 0,0 0 1,1 0-1,-1 1 1,-9 0-1,-35 5-17,48-3 19,0-1 0,0 1 0,1 0 0,-1 1 0,0-1 0,1 0 0,-1 1 0,1 0 0,-1 0 0,-5 5 0,9-7 1,-1 1-1,0-1 0,1 1 0,-1-1 1,1 1-1,-1 0 0,1-1 0,0 1 1,-1 0-1,1-1 0,0 1 0,-1 0 1,1 0-1,0-1 0,0 1 0,0 0 1,-1 1-1,2-1 0,-1 0 0,0 0 0,1 0 0,-1 0 0,1 1 1,-1-1-1,1 0 0,0 0 0,-1 0 0,1 0 0,0 0 0,0 0 0,0-1 1,-1 1-1,1 0 0,0 0 0,2 0 0,-3-1 0,0 0 1,-1 0-1,1 0 0,0-1 0,0 1 0,0 0 1,0 0-1,0 0 0,0-1 0,0 1 0,0 0 1,0 0-1,0-1 0,0 1 0,0 0 0,0 0 1,1 0-1,-1-1 0,0 1 0,0 0 0,0 0 1,0 0-1,0-1 0,0 1 0,0 0 1,1 0-1,-1 0 0,0 0 0,0 0 0,0-1 1,0 1-1,1 0 0,-1 0 0,0 0 0,0 0 1,0 0-1,0 0 0,1 0 0,-1 0 0,0-1 1,0 1-1,1 0 0,-1 0 0,0 0 1,0 0-1,0 0 0,1 0 0,-1 0 0,0 0 1,0 1-1,-2-5 1,-1 1 1,0 0-1,0 0 1,0 1-1,0-1 1,-1 0 0,1 1-1,-1 0 1,0 0-1,1 0 1,-1 1-1,0-1 1,0 1-1,0 0 1,0 0-1,0 0 1,-1 0 0,-6 1-1,-30-3 0,-1 2-1,-43 5 0,-86 16-7,64-6-40,-716 51-431,513-45 774,141-1-601,167-19-226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12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5 10050,'0'0'4721,"-2"4"-4569,1 7-121,-1 0-1,1-1 1,1 1-1,0 0 1,0 0 0,1 0-1,4 18 1,-1 2 12,-1-3 5,10 72 74,-11-91-105,0 0 0,1-1 0,0 1 1,0-1-1,0 0 0,1 0 0,1 0 0,9 14 0,-12-20-7,-1 0 0,1-1 0,0 1 0,-1 0-1,1-1 1,0 1 0,0-1 0,0 1 0,0-1-1,1 0 1,-1 0 0,0 0 0,0 0 0,1 0 0,-1-1-1,0 1 1,1-1 0,-1 1 0,1-1 0,2 0-1,-1 0 3,-1-1-1,1 0 1,0 0-1,-1 0 1,1 0-1,-1-1 0,0 1 1,0-1-1,1 0 1,-1 0-1,0 0 1,3-3-1,5-6 17,0 0-1,-1-1 1,0 0-1,-1-1 1,9-14-1,3-8 21,-2-2-1,-1 0 0,-2-1 1,-2 0-1,12-51 0,-25 85 174,-6 21-29,2 20-165,2 0 0,1 0 1,5 39-1,1 25 12,-5-81-28,-1 0 1,-2 0 0,1 0 0,-2 0 0,-1-1-1,-9 31 1,10-43 56,0 0 0,0 0 0,-1 0 0,0-1 0,0 0 0,0 0 0,-1 0 0,1 0 0,-2-1 0,1 1 0,-1-1 0,1-1 0,-1 1 0,0-1 0,-1 0-1,1 0 1,-1-1 0,0 0 0,0 0 0,-14 3 0,10-3 19,1-2-1,-1 0 1,0 0-1,0-1 1,0 0-1,1-1 1,-1 0-1,0-1 0,0 0 1,-15-5-1,17 4-128,-1 0-1,1-1 0,0 0 0,0-1 0,1 0 0,-1 0 0,1-1 0,0 0 0,1 0 0,-1-1 0,-9-11 0,14 15-165,1-1-1,-1 0 0,1 0 1,0 0-1,0 0 0,1-1 0,-1 1 1,1 0-1,0-1 0,0 1 1,0-1-1,0 0 0,1-4 0,7-25-943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13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986 0 16299,'-5'18'434,"0"-1"0,2 1-1,0 0 1,1 1-1,1 33 1,14 93-1145,-9-118 817,19 105 199,-18-113-55,1 0-1,0-1 1,2 1 0,16 31 0,-22-47-192,0-1 1,0 1 0,-1 0 0,2 0 0,-1-1 0,0 0 0,0 1 0,1-1 0,-1 0 0,1 0 0,0 0 0,0 0 0,-1-1-1,1 1 1,0-1 0,0 0 0,1 0 0,-1 0 0,6 1 0,-5-2-26,1 0 0,0 0-1,0-1 1,0 0 0,-1 0 0,1 0-1,0 0 1,-1-1 0,1 1 0,-1-1-1,1-1 1,6-4 0,3-2-10,0 0 1,-1-2-1,-1 1 0,0-2 1,0 1-1,-1-2 0,-1 0 1,0 0-1,16-28 1,-22 34-15,-1-1 0,0 0 0,0 0 0,-1 0 1,1 0-1,-2 0 0,1 0 0,-1-1 0,0-11 1,-2 14 7,1 0-1,-1 0 1,0 0 0,-1 0 0,1 0 0,-1 0 0,0 0 0,-1 0-1,0 1 1,1 0 0,-2-1 0,1 1 0,-1 0 0,-4-5 0,2 3 11,-1 1 1,0 0 0,0 0 0,-1 1-1,-14-9 1,19 12-26,0 1 0,0-1 0,-1 1 0,1 0 0,0 0 0,0 1 0,-1-1 0,-5 0 0,7 1-6,1 0 0,-1 0 1,1 1-1,-1-1 0,1 0 0,0 1 1,-1-1-1,1 1 0,0-1 0,-1 1 1,1 0-1,0-1 0,0 1 0,-1 0 1,1 0-1,0 0 0,0 0 0,0 0 1,0 0-1,0 0 0,0 2 0,-1-1-7,1 0 0,0 1 0,0-1 0,1 1-1,-1-1 1,0 1 0,1-1 0,0 1 0,-1-1-1,1 1 1,0-1 0,0 1 0,0 0 0,1-1-1,-1 1 1,2 3 0,15 43-119,-11-36 91,78 179-881,13 30-949,-76-166 1252,27 118 0,-44-156 583,-2 1 0,0-1 0,0 1 0,-3 27 0,0-35 69,-1 0 1,0 0-1,0-1 1,-1 1-1,0 0 1,-1-1-1,-1 0 1,1 0-1,-7 10 1,0-5 120,-1 0-1,0-1 1,0 0-1,-2-1 1,0 0 0,0-1-1,-1-1 1,0 0 0,-19 9-1,2-3 268,-1-2-1,-1-1 0,-62 18 0,50-22-236,0-1 0,-1-3 1,1-2-1,-1-2 0,0-1 0,-73-10 0,47-2-302,-1-2-1,1-4 1,-94-36-1,132 41-184,0-2 1,-39-23-1,63 31 14,1-1 0,-1-1 0,1 0 0,0 0 1,1 0-1,0-2 0,1 1 0,-1-1 0,2 0 1,-8-12-1,4 0-598,-11-29-1,22 51 877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14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4561,'4'13'280,"5"6"608,3 0 280,10 1 657,2-3-169,9-5-263,5-5 263,0-11-624,7-6-504,-3-11-744,-1-3-552,2-9-2033,-3 0 2145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15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 17068,'1'114'2230,"5"-40"-4246,25 112 0,-27-170 2138,0-1 0,0 1 1,1-1-1,1 0 0,12 20 0,-17-31-26,1-1 0,0 0 0,0 0-1,0 0 1,1 0 0,-1 0-1,1-1 1,-1 1 0,1-1 0,0 1-1,0-1 1,0 0 0,0 0-1,1 0 1,-1-1 0,0 1-1,1-1 1,-1 0 0,1 0 0,-1 0-1,1 0 1,0-1 0,-1 1-1,1-1 1,0 0 0,-1 0 0,1 0-1,0-1 1,6-1 0,-2-1-46,1 0 0,0-1 1,-1-1-1,0 0 0,0 0 1,-1 0-1,1-1 0,-1 0 1,0 0-1,-1-1 0,10-11 1,1-4 76,-1-1-1,22-38 1,-29 42-131,0 1 1,13-40-1,-20 47 12,1 1 0,-1-1 0,0 1-1,-1-1 1,-1 0 0,1 0 0,-3-15 0,1 23 22,1 0 0,-1 0-1,0 1 1,0-1 0,-1 0 0,1 1-1,0-1 1,-1 1 0,0-1 0,1 1 0,-1 0-1,-3-3 1,4 4-23,0 0-1,1 1 1,-1-1-1,0 0 1,0 1-1,0-1 1,0 0 0,0 1-1,0-1 1,0 1-1,0 0 1,0-1-1,-1 1 1,1 0-1,0-1 1,0 1-1,0 0 1,0 0-1,0 0 1,0 0 0,-1 0-1,1 0 1,0 1-1,0-1 1,0 0-1,0 0 1,0 1-1,0-1 1,0 1-1,0-1 1,0 1-1,0-1 1,0 1-1,-2 1 1,1 1-11,-1 0 0,0 0 0,1 0-1,0 1 1,0-1 0,0 1 0,0 0 0,0-1 0,-1 7-1,-10 40-21,10-32 21,-9 39-73,2 0 0,4 1 0,1 0 1,3 1-1,3-1 0,3 0 0,1 0 1,4 0-1,16 62 0,-22-111 65,6 28-45,6 42 0,-13-69 55,-1 0 0,-1-1 0,0 1 1,0 0-1,-1 0 0,0 0 0,-1 0 0,0-1 1,-5 16-1,5-21 31,0 0 0,0 0 0,-1 0 0,1 0 0,-1 0 0,0-1 0,0 1 0,0-1 0,0 0 0,-1 0 0,1 0 0,-1-1 0,0 1 0,0-1 0,0 0 0,0 0 0,0 0 0,-1 0 0,1-1 0,0 0 0,-1 0 0,1 0 0,-1 0 0,1-1 0,-1 0 0,1 1 0,-7-2 0,-3 0 78,0-1 1,0 0 0,0-1 0,0-1-1,1 0 1,-1 0 0,-19-11 0,13 4-341,2 0 1,-1-2-1,1 0 1,1-1-1,1 0 1,0-2-1,0 0 1,2 0-1,0-2 1,1 1-1,-21-39 1,4-14-1218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15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44 434 15795,'-5'4'497,"2"-2"-83,-1 0 0,1 0-1,-1 1 1,1-1-1,0 1 1,0 0-1,0 0 1,0 0 0,0 0-1,-3 7 1,6-10-403,0 0-1,0 0 1,0 1 0,0-1-1,0 0 1,-1 0 0,1 1 0,0-1-1,0 0 1,0 0 0,0 1 0,0-1-1,0 0 1,0 1 0,0-1 0,0 0-1,1 0 1,-1 1 0,0-1-1,0 0 1,0 1 0,0-1 0,0 0-1,0 0 1,0 1 0,1-1 0,-1 0-1,0 0 1,0 0 0,0 1-1,1-1 1,-1 0 0,0 0 0,0 0-1,1 0 1,-1 1 0,0-1 0,0 0-1,1 0 1,-1 0 0,0 0 0,0 0-1,1 0 1,-1 0 0,0 0-1,1 0 1,-1 0 0,0 0 0,0 0-1,1 0 1,-1 0 0,0 0 0,1 0-1,-1 0 1,0 0 0,0 0 0,1-1-1,17-3 20,-4-4-21,0-1 0,0 0 1,-1-1-1,0 0 0,20-22 0,-1 2 15,-6 7-67,-2 0 0,0-2 0,-2-1 0,-1-1 1,-1 0-1,-1-2 0,-1 0 0,-2-1 0,-1-1 1,11-33-1,-13 30-132,-12 32 56,3 10-251,13 39 377,-2 0 0,-3 1 1,9 62-1,2 6 16,-4-38-182,3-1 0,4 0 1,37 75-1,-56-137-158,0-2 1,13 20-1,-15-28 202,-1-1-1,1 1 1,0 0-1,0-1 0,7 5 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16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20860,'3'10'154,"0"-1"-1,1 1 0,0-1 1,0 0-1,1 0 0,0 0 1,1-1-1,10 12 0,1-3-182,0 0-1,32 21 0,-4-4-68,118 95-80,-129-99 181,-2 0 0,48 62-1,-58-61 13,0 2 0,-2 0 0,-2 2 0,-1 0 1,-2 1-1,-1 0 0,-2 1 0,13 71 0,-16-45 1,-2 1 0,-3 0 0,-3 0 0,-12 102 0,2-95-12,-4 0 0,-3-1-1,-3 0 1,-3-2 0,-34 72 0,22-66-520,-4-2 1,-3-2 0,-3-2 0,-65 79 0,16-41-579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16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544 1 19636,'-66'71'656,"0"5"-336,-3 9-280,7 22-80,1 14 8,8 57 48,4 26 16,6 48 48,5 8-16,14-15-24,12-16 0,22-41-72,16-22-104,36-43-560,14-26-712,51-51 488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20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0 143 13907,'40'14'1248,"14"-4"65,4-5-833,12-12-336,-1-1-24,-9-8-72,-3 0 48,-12-1-72,-1 0 48,-15-7-456,-7-2-3417,-25-14 2817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20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16203,'24'7'1817,"15"-7"543,9-16-3200,18-6-3025,-4-6 2001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20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6809,'11'5'-656,"-1"1"1112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21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12523,'-72'194'-29,"24"5"4307,44-177-3803,-18 135 1349,21-136-1727,0-1 1,1 0-1,1 0 0,1 0 1,7 34-1,-7-47-61,0 0 1,1 0 0,-1 0-1,1 0 1,0-1-1,1 1 1,0-1-1,0 0 1,0 0-1,1-1 1,-1 1 0,2-1-1,-1 0 1,0 0-1,1-1 1,0 1-1,0-1 1,0-1 0,0 1-1,1-1 1,0 0-1,-1 0 1,1-1-1,0 0 1,0 0-1,1-1 1,-1 0 0,13 1-1,-4-2 15,0-1-1,0 0 1,0-1 0,-1 0-1,1-2 1,-1 0 0,1 0-1,26-13 1,-29 11-80,-2 0 1,1-1-1,-1 0 1,0-1-1,0 0 1,-1 0-1,0-1 1,-1-1-1,0 1 1,0-2-1,7-12 0,-14 21-76,-1 0 0,1-1 0,-1 1-1,0-1 1,0 1 0,0-1-1,0 1 1,0-1 0,-1 0 0,1 0-1,-1 1 1,0-1 0,0 0 0,0 1-1,0-1 1,0 0 0,0 0-1,-1 1 1,1-1 0,-1 0 0,0 1-1,0-1 1,-1-2 0,0 2-338,0 1 0,0-1 0,0 1 1,0-1-1,0 1 0,-1 0 0,1 0 0,-1 0 1,1 0-1,-1 0 0,0 1 0,0-1 0,-5-1 1,-27-7-1099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21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0 319 16275,'42'-26'1057,"6"-4"-441,9-4-592,0-3-856,2 3-249,-9 3-15,-12 0 208,-14 6 648,-13 1 240,-22 0-2265,-4 2 1881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21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0 151 16924,'32'-2'1528,"13"-5"64,34-12-1448,25-5-328,8-10-1040,-8-1-3817,-16 6 3433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22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15131,'0'5'213,"0"0"-1,1 0 1,0 0 0,0 0-1,0 0 1,0 0-1,1 0 1,0-1 0,3 7-1,28 38 157,-26-42-350,-1 1 1,-1-1 0,1 2 0,-1-1 0,-1 1-1,0-1 1,6 19 0,-8-17 61,0-1 0,-1 1 0,0 0 1,-1 14-1,0-22-57,0 1 0,0-1 1,0 1-1,-1-1 0,1 1 1,-1-1-1,1 0 0,-1 1 1,0-1-1,0 0 0,0 1 1,-1-1-1,1 0 0,0 0 1,-1 0-1,1 0 0,-1 0 1,0 0-1,0-1 0,1 1 1,-1 0-1,-3 0 0,4-1 43,2-10-54,-1 0 1,2 1-1,-1-1 0,1 1 1,1-1-1,-1 1 0,1-1 1,1 1-1,0 0 0,0 1 1,0-1-1,9-10 0,147-206 143,-156 218-150,0 0-1,1 1 1,0 0-1,0 0 1,0 0-1,1 1 1,5-5-1,-10 9-4,-1 0 0,1-1 0,-1 1 0,1 0 0,0-1 0,-1 1 0,1 0 0,-1 0 0,1 0 0,-1 0 0,1 0 0,0-1 0,-1 1 0,1 0 0,0 0 0,-1 0 0,1 1 0,-1-1 0,1 0 0,0 0 0,-1 0 0,1 0 0,-1 0 0,1 1 0,-1-1 0,1 0 0,0 1 0,-1-1 0,1 0 0,-1 1 0,0-1 0,1 1 0,-1-1 0,1 0 0,-1 1 0,1-1 0,-1 1 0,0 0 0,0-1 0,1 2 0,0 1 3,0 0 0,0 0 0,0 1 1,0-1-1,0 0 0,-1 7 0,-1 48 13,0-33-5,1 0 0,3 25 0,-3-44-10,1 0-1,0-1 1,1 1-1,-1 0 0,1-1 1,0 1-1,0-1 1,1 0-1,0 0 0,0 0 1,0 0-1,0 0 1,8 8-1,-9-11-60,0-1 0,-1 1 0,1-1 0,0 1 1,0-1-1,0 0 0,0 0 0,0 0 0,0 0 0,0 0 0,1 0 0,-1-1 0,0 1 0,0-1 0,1 1 0,-1-1 1,0 0-1,1 0 0,-1 0 0,0 0 0,1 0 0,-1-1 0,0 1 0,0-1 0,1 1 0,-1-1 0,0 0 0,0 0 1,0 0-1,0 0 0,0 0 0,0-1 0,0 1 0,0 0 0,0-1 0,-1 0 0,1 1 0,-1-1 0,1 0 0,-1 0 1,0 0-1,1 0 0,-1 0 0,1-3 0,14-29-1091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22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11322,'15'40'1504,"1"-1"0,2-1 0,36 57 0,-49-88-1266,9 13 584,14 28 0,-27-66-271,-3 12-479,0 0 1,-1-1-1,0 1 0,0 0 1,0 1-1,-1-1 1,0 0-1,0 1 0,-1 0 1,-5-5-1,-11-16-228,0-2-626,-5-7-5704,12 22 4577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23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3 444 13691,'0'0'100,"0"0"0,0 0 0,0 0-1,-1 0 1,1 0 0,0 0 400,0 1-400,0-1 0,0 0-1,-1 0 1,1 0 0,0 0 0,0 0 0,0 1 0,0-1 0,0 0 0,0 0 0,0 0-1,0 0 1,0 0 0,0 1 0,0-1 0,0 0 0,0 0 0,0 0 0,0 0 0,0 0-1,0 1 1,0-1 0,0 0 0,0 0 0,0 0 0,0 0 0,0 1 0,0-1 0,0 0-1,1 0 1,-1 0 400,0 1-400,0-1 0,0 0-1,1 0 1,-1 0 0,0 0 0,0 0 0,0 0 0,0 0 0,0 0 0,1 0 0,14-1 913,20-8-1384,70-20 593,-90 26-163,0 0-1,1 2 1,-1-1-1,31 3 1,-39 0-40,-1 1 1,0 0 0,1 0 0,-1 0-1,0 1 1,0 0 0,-1 0 0,1 0-1,-1 1 1,1 0 0,-1 0 0,0 1-1,8 8 1,-5-4-5,0 1 1,-1-1-1,0 1 0,0 1 0,-1 0 0,6 15 1,-11-24-13,0 1 1,0-1-1,0 1 1,0-1 0,-1 1-1,0 0 1,1-1 0,-1 1-1,0-1 1,-1 6 0,1-7-5,0-1 0,0 1 0,-1-1 1,1 1-1,0 0 0,-1-1 0,1 1 1,-1-1-1,1 1 0,-1-1 0,1 1 1,-1-1-1,1 0 0,-1 1 0,1-1 1,-1 1-1,0-1 0,1 0 0,-1 0 1,0 1-1,1-1 0,-1 0 0,0 0 1,1 0-1,-1 0 0,0 0 0,1 0 1,-1 0-1,0 0 0,1 0 0,-1 0 1,0 0-1,1 0 0,-1 0 0,0 0 1,1-1-1,-1 1 0,0 0 0,1-1 1,-1 1-1,1 0 0,-2-1 0,-1-1 2,-1 1 0,0-1 0,1 0-1,-1 0 1,1 0 0,0-1-1,0 1 1,0-1 0,0 1-1,0-1 1,0 0 0,1 0-1,0 0 1,-1-1 0,1 1-1,0-1 1,1 1 0,-1-1 0,0 1-1,1-1 1,0 0 0,0 0-1,0 0 1,1 0 0,-1 0-1,1 0 1,0 0 0,0-4-1,1-2-1,0 0 0,1 0 0,0 0 0,0 1 0,1-1 0,0 1 0,1 0 0,0 0 0,0 0 0,9-12 0,5-4-137,1 1 0,1 1 1,1 0-1,0 2 1,2 0-1,1 2 1,0 0-1,43-23 1,-62 39 116,0 0 0,1 1 0,-1-1 1,1 1-1,-1 1 0,1-1 0,0 1 0,9-1 0,-13 2 20,0 0-1,0 0 0,0 1 0,0-1 0,0 0 1,1 1-1,-1 0 0,0-1 0,0 1 1,0 0-1,0 0 0,-1 0 0,1 0 1,0 0-1,0 1 0,-1-1 0,1 1 1,0-1-1,-1 1 0,0-1 0,1 1 1,-1 0-1,0 0 0,0 0 0,2 2 1,0 3 8,-1 0 1,0 0 0,0 0-1,0 0 1,0 0 0,-1 0 0,-1 1-1,1 11 1,-7 63 141,3-57-74,-1 13 281,3 59-1,2-78-191,1-1-1,1 1 1,0-1-1,2 1 1,6 18-1,-9-33-140,-1-1 0,1 1 0,0-1 1,0 0-1,0 0 0,0 1 0,0-1 0,1-1 0,-1 1 0,5 4 0,-5-6-17,-1 0 0,0-1 0,0 1 0,1 0 0,-1-1 0,1 1 0,-1 0 0,0-1-1,1 0 1,-1 1 0,1-1 0,-1 0 0,1 0 0,-1 0 0,1 0 0,-1 0 0,1 0 0,0 0 0,-1 0 0,1-1 0,-1 1 0,0-1 0,1 1 0,-1-1 0,1 1-1,-1-1 1,2-1 0,1-1 7,-1 0-1,1 0 1,-1 0-1,0-1 1,0 1-1,0-1 1,-1 0-1,5-8 1,2-2 14,22-38 33,36-85 0,-64 131-63,0 0 0,-1 0 0,0 0 0,0 0 0,-1 0 0,0 0 0,0-1 0,0 1 0,-1-1 0,0 1 0,0 0 0,-1-1 0,0 1 0,-1-7 0,0 9-12,1 0-1,-1 0 0,0 1 0,0-1 1,0 1-1,0-1 0,-1 1 1,0 0-1,1 0 0,-1 0 0,0 0 1,0 0-1,-1 1 0,1 0 0,0-1 1,-1 1-1,0 0 0,1 1 1,-1-1-1,0 1 0,0-1 0,-5 0 1,-13-2-79,1 0 1,-1 2 0,-38 0-1,31 2 61,-32-5-1,50 4 12,1-1 0,-1-1 0,1 0 1,0 0-1,0-1 0,-16-8 0,25 12 17,1-1-1,-1 1 0,0 0 0,1-1 1,-1 1-1,1 0 0,-1-1 1,1 1-1,-1-1 0,1 1 1,-1-1-1,1 1 0,-1-1 1,1 1-1,-1-1 0,1 1 1,0-1-1,-1 1 0,1-1 1,0 0-1,0 1 0,-1-1 0,1 0 1,0 0 0,0 0 1,1 1-1,-1-1 0,0 1 1,1-1-1,-1 1 0,0 0 1,1-1-1,-1 1 0,1-1 1,-1 1-1,0 0 0,1-1 1,-1 1-1,1 0 0,-1-1 1,1 1-1,-1 0 0,1 0 1,1-1-1,34-7-46,-10 8 55,1 0 0,0 2 0,0 1 1,-1 1-1,48 14 0,-52-11 8,0 0-1,-1 2 1,0 0 0,-1 2-1,0 0 1,0 1-1,18 15 1,-1 3 128,-1 1 0,42 49 1,-65-66-67,44 45 228,-53-54-278,1-1 0,0 0-1,0 0 1,1-1 0,-1 0-1,1 0 1,0 0 0,0-1 0,0 1-1,6 0 1,-9-3-18,0 0-1,0 0 1,0 0 0,0 0 0,-1-1-1,1 1 1,0-1 0,0 0-1,-1 0 1,1 0 0,-1 0 0,1-1-1,-1 1 1,1-1 0,-1 1-1,0-1 1,1 0 0,-1 0 0,0 0-1,0 0 1,-1 0 0,1 0-1,2-4 1,2-3 1,-1 0 0,1 0 0,-2 0 0,1-1 0,2-10 0,-3 8-11,-1-1 0,0 1 0,-1 0 1,-1-1-1,0 0 0,-1 1 0,0-1 1,-1 1-1,0-1 0,-4-16 0,4 22-1,-1 0-1,0 1 1,-1-1 0,1 1-1,-1-1 1,0 1-1,-1 0 1,0 0-1,0 0 1,0 1-1,0 0 1,-1-1-1,0 1 1,0 1-1,0-1 1,-1 1 0,0 0-1,1 0 1,-2 1-1,-5-4 1,-3 3 8,0 0 1,1 1-1,-1 0 0,-1 1 1,1 1-1,0 0 1,0 1-1,-27 3 0,38-2-51,27 10-124,-10-9 153,0-1-1,-1 0 0,1-1 0,0 0 0,0-1 1,23-5-1,-19 4 13,46-10-40,63-21-1,47-8-218,-164 39 242,0 1 0,0 0 0,0 1 1,1 0-1,-1 0 0,0 1 0,0 0 0,0 0 1,16 6-1,-21-5 15,0 0 0,0 0 1,0 0-1,0 0 0,-1 0 0,1 1 0,-1 0 1,1 0-1,-1 0 0,0 0 0,0 0 0,-1 1 1,1-1-1,-1 1 0,1 0 0,-1 0 0,0 0 1,-1 0-1,1 0 0,-1 0 0,1 0 0,0 7 0,0 6 30,0 0-1,-1 1 0,-1-1 0,-1 1 0,0-1 0,-1 0 0,-1 0 0,-1 0 0,0 0 1,-1 0-1,-1-1 0,-12 25 0,14-35 17,0 0-1,0-1 1,0 1 0,-9 7 0,12-12-28,-1 0 0,1 0-1,0 0 1,0 0 0,-1 0 0,1 0 0,-1-1 0,1 1 0,-1 0 0,1-1 0,-3 1 0,3-1-6,0 0 1,0 0-1,1 0 1,-1 0-1,0 0 1,1 0-1,-1-1 1,0 1-1,1 0 1,-1 0 0,0-1-1,1 1 1,-1 0-1,1-1 1,-1 1-1,1-1 1,-1 1-1,1 0 1,-1-1-1,1 1 1,-1-1-1,1 0 1,-1 1-1,1-1 1,0 1-1,-1-1 1,1-1-1,-3-4-3,1-1 1,0 1-1,1-1 0,0 0 0,0 0 0,0 0 1,1 0-1,0 1 0,1-10 0,1-5-47,8-39-1,-5 42-24,1 0 0,0 1 0,1-1 0,1 2 0,13-21 1,-2 6-566,44-48 1,-11 22 134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24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11 248 17236,'-11'5'1632,"20"-3"-96,26-2-775,39-7-737,19-4-56,37-3-97,15-5 33,47 0 136,16 2 32,-9-5 17,-8 4-49,-12-2-16,-12-3-8,-2 6-168,-11-2-225,-40 3-727,-11 1-4017,-33-3 3137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39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9834,'40'211'1213,"-9"1"0,7 340-1,-33-300-307,19 573 1370,-5-443-1623,57 764 1057,-28-717-1105,16 147-104,-24 1-339,-33-115-53,-39-7-143,-11-240-1229,23-144 709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40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0 319 9682,'310'42'2178,"97"8"-506,188-42 1188,0-41-795,-198 8-1459,1198-15 121,-682 25-660,-4-24 31,627-82 131,-77 5-2480,-1222 101-1400,-21 0 1532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42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164 143 4313,'-16'12'602,"0"1"0,1 0-1,0 1 1,1 1 0,1 0 0,1 1 0,-13 20-1,20-27-375,0 0 0,0 0 0,1 1 0,0-1 0,1 1 0,0 0 0,0 0-1,1 0 1,1 1 0,0-1 0,0 0 0,1 1 0,0-1 0,1 1 0,3 16-1,-3-24-186,-1 0 0,1 1 0,0-1-1,0 0 1,0 0 0,0 0-1,1 0 1,-1 0 0,1 0 0,0 0-1,0 0 1,0-1 0,0 1-1,1-1 1,-1 0 0,1 1 0,-1-1-1,1 0 1,0 0 0,-1-1-1,1 1 1,0 0 0,0-1 0,1 0-1,-1 0 1,0 0 0,0 0-1,0 0 1,1-1 0,-1 1 0,0-1-1,1 0 1,-1 0 0,1 0-1,4-2 1,3 1 24,-1-2-1,0 1 1,0-1-1,-1-1 1,1 0-1,-1 0 1,1-1 0,-1 0-1,-1-1 1,13-9-1,4-8 60,-2 0-1,-1-2 0,-1 0 1,0-1-1,-3-1 0,0-1 1,-1-1-1,22-54 0,-35 72-96,0 0 0,-1 0-1,0 0 1,-1 0-1,0 0 1,0-24-1,-1 32-10,-1 0 0,-1 0-1,1 0 1,0 0-1,-1 0 1,0 0 0,1 0-1,-1 0 1,-1 0 0,1 0-1,0 0 1,-1 1 0,1-1-1,-1 0 1,0 1-1,0-1 1,0 1 0,0 0-1,0 0 1,0 0 0,-1 0-1,1 0 1,-1 0-1,1 0 1,-1 1 0,0-1-1,0 1 1,1 0 0,-1 0-1,0 0 1,-4-1 0,-2 1 35,0 1 0,0 0 0,0 0 0,0 0 0,0 1 0,1 0 0,-1 1 0,0 0 0,0 1 0,1-1 1,-15 8-1,6-2-184,-1 1 1,1 1 0,1 1-1,-24 19 1,8-2-1109,12-3 384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43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202 336 10026,'-17'0'200,"1"1"-1,0 1 0,0 0 1,0 1-1,-19 6 0,28-7 12,0 1-1,1 0 0,-1 0 0,1 1 0,0-1 0,-6 6 1,9-6 230,-1 0 0,1 0 0,0 0 0,0 0 0,1 1 0,-1 0 0,1-1 0,-1 1 0,1 0 0,-3 7 0,5-11-416,0 1 0,0-1 0,0 0 0,0 1 0,-1-1 0,1 1 0,0-1-1,0 0 1,0 1 0,0-1 0,0 0 0,0 1 0,0-1 0,0 1 0,0-1 0,0 1 0,0-1 0,0 0 0,0 1 0,0-1 0,0 0-1,0 1 1,1-1 0,-1 1 0,0-1 0,0 0 0,0 1 0,1-1 0,-1 0 0,0 1 0,0-1 0,1 0 0,-1 0 0,0 1-1,1-1 1,-1 0 0,0 0 0,1 1 0,-1-1 0,0 0 0,1 0 0,-1 0 0,1 0 0,-1 0 0,0 1 0,1-1 0,-1 0-1,1 0 1,0 0 0,20-3 192,-6-3-129,0 0 0,0 0 0,0-2-1,-1 0 1,26-19 0,61-58 83,-77 62-124,40-47 1,-58 63-34,0 0 0,-1-1 0,0 0 0,-1 0 0,0 0 0,0-1 0,0 1 0,-1-1 0,-1 0-1,1 0 1,1-17 0,-4 23-5,1-1 0,-1 1 0,0 0 0,-1 0 0,1 0 0,0 0 0,-1 0 0,0 0 0,0 0 0,0 0-1,0 0 1,0 0 0,0 0 0,-1 0 0,0 1 0,1-1 0,-1 1 0,0-1 0,0 1 0,0-1 0,-1 1 0,1 0 0,0 0 0,-1 0-1,1 1 1,-1-1 0,0 0 0,0 1 0,0 0 0,1 0 0,-1 0 0,0 0 0,0 0 0,-1 0 0,-3 0 0,-1 1-8,0 1 1,1-1-1,-1 1 1,0 1-1,0-1 1,1 1-1,-1 0 1,1 1-1,0 0 1,0 0-1,0 1 1,0 0-1,0 0 1,1 0-1,0 1 1,0 0-1,-8 8 1,1 0-347,1 1-1,1 0 1,0 1 0,1 1-1,0-1 1,-9 22 0,5-2-3511,13-6 1791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43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118 234 14483,'-18'21'1341,"1"2"1,0 0-1,-22 44 0,34-57-1329,1 0-1,0 0 0,1 0 1,0 0-1,0 1 1,1-1-1,1 1 1,0 0-1,0-1 1,1 1-1,0 0 0,1-1 1,2 12-1,-3-21-21,0 0 1,1 0-1,-1 1 0,0-1 0,1 0 1,-1 0-1,1 0 0,-1 1 0,1-1 0,-1 0 1,1 0-1,0 0 0,-1 0 0,1 0 0,0 0 1,0 0-1,0-1 0,0 1 0,2 1 0,-2-2 16,0 1 0,0-1 0,0 0 0,0 0-1,0 0 1,0 0 0,0 0 0,0 0-1,0 0 1,0 0 0,0 0 0,0 0-1,1-1 1,-1 1 0,0 0 0,0-1-1,0 1 1,1-1 0,4-3 87,-1 0 1,1-1-1,0 1 0,-1-1 0,8-9 1,20-28 88,-1-1 0,-2-2 0,-2-2 0,-2 0 0,32-82 0,-54 119-192,0 0 0,0-1 0,-1 0 1,-1 0-1,0 0 0,1-16 0,-3 24 6,0 1 0,0-1 0,0 1 0,0-1 0,-1 1 0,1-1 0,-1 1 0,0-1 0,1 1 0,-1-1 0,0 1 0,-1 0 0,1 0 0,0-1 0,-1 1 0,1 0 0,-1 0 0,0 0 1,1 0-1,-1 1 0,0-1 0,0 0 0,0 1 0,0 0 0,-1-1 0,1 1 0,0 0 0,0 0 0,-1 0 0,1 0 0,-1 0 0,1 1 0,-4-1 0,-1 0 6,0 1 1,0 0-1,0 0 1,0 0 0,0 1-1,0 0 1,1 1-1,-1-1 1,0 1-1,0 1 1,1-1-1,0 1 1,-1 0-1,1 0 1,0 1-1,0 0 1,-8 7-1,7-5-88,0 0 0,1 0-1,0 1 1,0-1-1,0 1 1,1 1 0,0-1-1,0 1 1,1 0-1,0 0 1,0 0-1,1 1 1,-3 10 0,5 8-1856,8-7 482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44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123 190 18940,'-4'0'71,"0"1"0,1-1-1,-1 1 1,0-1 0,1 1-1,-1 0 1,1 1 0,-1-1 0,1 1-1,-1-1 1,1 1 0,0 0 0,0 0-1,0 0 1,0 1 0,0-1-1,0 1 1,1-1 0,-1 1 0,1 0-1,0 0 1,0 0 0,0 1 0,0-1-1,0 0 1,1 1 0,0-1-1,-2 5 1,-7 26-448,1 0 1,1 1-1,-3 42 0,11-76 404,-1 1 1,1 0-1,0-1 0,0 1 1,0 0-1,0 0 0,0-1 1,0 1-1,1 0 0,-1-1 0,0 1 1,1 0-1,-1-1 0,1 1 1,0-1-1,0 1 0,-1-1 0,1 1 1,0-1-1,2 2 0,-2-2 8,1 0-1,0 0 0,-1-1 1,1 1-1,0 0 0,0-1 1,-1 1-1,1-1 1,0 0-1,0 0 0,0 0 1,0 0-1,-1 0 0,1 0 1,0 0-1,0 0 0,0-1 1,0 1-1,1-1 0,12-4 51,-1 0 0,0 0 0,-1-1-1,1-1 1,21-14 0,61-51-23,-80 59-42,94-82-55,-92 78-9,-1-2 0,-1 0-1,25-38 1,-37 49 27,0 1-1,0 0 1,-1-1-1,0 0 0,-1 0 1,2-8-1,-3 14 18,-1 0 0,1 0 0,-1-1 0,0 1-1,0 0 1,0 0 0,0 0 0,0 0 0,0-1 0,0 1-1,-1 0 1,1 0 0,-1 0 0,0 0 0,1 0-1,-1 0 1,0 0 0,0 0 0,-1 0 0,1 0-1,0 1 1,-1-1 0,1 0 0,0 1 0,-1-1 0,0 1-1,-2-2 1,-1 0 6,0 1 0,0 0 0,0 0 0,0 1 0,-1 0 0,1-1 0,0 2 0,-1-1 0,1 1 0,-1 0 0,1 0 0,-1 0 0,1 1 0,-1-1 0,1 1 0,0 1 0,-1-1 0,1 1 0,0 0 0,0 0 0,-5 3 0,-4 3-440,0 0-1,1 1 0,0 0 0,1 1 0,-1 1 1,-10 12-1,-7 10-1037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44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20 281 19172,'13'-2'420,"8"2"-1163,-18 6-355,-10 5-495,1-3 1815,1-1 1,0 1-1,0 0 0,0 0 1,1 1-1,0-1 0,1 1 0,0 0 1,1 0-1,-1 0 0,2 0 1,-1 0-1,1 1 0,1-1 1,0 0-1,0 1 0,1-1 0,2 12 1,-3-18-203,1 0 1,0-1 0,0 1-1,1-1 1,-1 1-1,0-1 1,1 0 0,-1 0-1,1 1 1,0-1 0,0 0-1,0-1 1,0 1 0,0 0-1,0 0 1,0-1-1,0 1 1,1-1 0,-1 0-1,1 0 1,-1 0 0,1 0-1,-1 0 1,1 0-1,0-1 1,-1 1 0,1-1-1,0 0 1,0 0 0,-1 0-1,1 0 1,3-1 0,6 0 0,0-1 0,0-1 0,0 0 0,0 0 1,20-10-1,-1-1-5,-1-1 1,0-2-1,-2-1 0,0-1 1,-1-1-1,0-2 1,-2 0-1,-1-2 0,30-37 1,-47 52-22,0-1 0,-1 0 0,0-1 0,-1 0 0,0 1 0,6-22 0,-10 27 4,1 0 0,-1 0 0,-1-1 0,1 1 0,-1 0 0,0 0 1,0-1-1,0 1 0,-1 0 0,0 0 0,0 0 0,0-1 1,-1 1-1,1 0 0,-1 1 0,0-1 0,-5-6 0,4 5 1,-1 1 0,0 0 0,0 0-1,0 0 1,-1 0 0,0 1 0,0 0 0,0 0-1,0 0 1,-1 1 0,1 0 0,-1 0 0,-11-4-1,9 5 8,0 0 0,0 0-1,0 1 1,0 0 0,0 1 0,-1 0-1,1 0 1,0 0 0,-14 4-1,3 1-99,0 1 0,1 0-1,-1 1 1,1 2-1,1-1 1,0 2 0,0 0-1,-18 16 1,-11 15-900,13 5 311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46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222 107 10082,'-4'-2'76,"1"0"-1,-1 0 1,1 0-1,-1 1 1,0 0-1,1-1 1,-1 1-1,0 0 1,0 1-1,0-1 1,0 1-1,0 0 1,0 0-1,-6 1 1,3 0-24,1 0 0,0 1 0,-1 0 0,1 0 0,0 0 0,0 1 0,0 0 0,-7 5 0,4-2 214,1 1-1,0 0 1,0 0 0,0 0-1,1 1 1,0 0 0,1 0-1,0 1 1,0 0 0,1 0 0,-5 10-1,9-16-168,-1 1 0,1-1 0,0 0 0,0 1-1,1-1 1,-1 1 0,1-1 0,-1 0 0,1 1 0,0-1 0,0 1-1,1-1 1,-1 1 0,1-1 0,0 1 0,-1-1 0,2 0-1,-1 1 1,0-1 0,1 0 0,-1 0 0,1 0 0,0 0 0,0 0-1,0 0 1,0-1 0,1 1 0,-1-1 0,1 1 0,-1-1 0,1 0-1,0 0 1,0 0 0,0 0 0,0-1 0,0 1 0,1-1 0,-1 0-1,0 0 1,1 0 0,-1 0 0,0-1 0,1 1 0,4-1-1,5 1-28,0-1-1,0 0 0,0-1 1,0-1-1,0 0 0,0 0 0,0-1 1,-1-1-1,0-1 0,0 1 0,0-2 1,0 1-1,-1-2 0,18-12 0,-17 10-40,-1 0-1,1-1 0,-1-1 0,-1 0 0,0 0 1,-1-1-1,0-1 0,-1 1 0,0-1 0,-1-1 1,0 1-1,6-22 0,-11 31-22,-1 0 0,0 0 0,0-1 0,0 1 0,-1 0 0,0-1 0,0 1-1,0-1 1,0 1 0,0 0 0,-1-1 0,-2-7 0,2 10-4,0 0 0,0-1-1,0 1 1,-1 0 0,1 0 0,-1-1 0,1 1 0,-1 1-1,0-1 1,0 0 0,0 0 0,0 1 0,0-1-1,0 1 1,-1-1 0,1 1 0,0 0 0,-1 0 0,1 0-1,0 0 1,-1 1 0,-3-2 0,-1 1-22,1 1 0,0-1 0,0 1 1,0 0-1,0 1 0,-1-1 0,1 1 0,0 0 1,0 1-1,0-1 0,1 1 0,-11 5 0,5-1-136,-1 1 0,1 0 0,0 0 0,-19 18 0,-7 13-214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52.70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6532 8458,'4'0'291,"0"0"1,0 0-1,0-1 0,0 1 1,0-1-1,-1 0 0,1 0 1,0 0-1,0 0 0,0-1 1,-1 0-1,7-4 0,-4 3-105,46-27 1168,-1-2 1,71-61 0,-49 37-708,314-232 930,82-61-636,1230-927 1313,-1140 861-2095,1102-836 3,-282 214-62,-753 569-57,119-128-35,-650 517-31,156-135-106,-18-12-604,-209 199-201,29-45 1,-50 69-421,-7 3-828,-16 0 855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53.94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222 0 10594,'2'60'220,"-2"1"0,-4-2 0,-2 1 0,-2 0-1,-24 83 1,26-123-191,-28 85-51,29-93 287,0-1 0,0-1 0,-1 1 1,0-1-1,-1 0 0,-16 18 0,20-25-92,0-1-1,0 1 1,0-1-1,0 0 1,0 0-1,-1 0 1,1 0 0,-1 0-1,1-1 1,-7 2-1,9-3-151,0 0 1,0 1-1,0-1 0,0 0 0,0 0 0,0 0 1,-1 0-1,1-1 0,0 1 0,0 0 0,0 0 1,0-1-1,0 1 0,0 0 0,0-1 0,0 1 1,0-1-1,0 0 0,0 1 0,0-1 0,0 0 1,0 1-1,1-1 0,-1 0 0,0 0 0,0 0 1,1 0-1,-1 0 0,1 0 0,-1 0 0,1 0 1,-1 0-1,1 0 0,-1 0 0,1 0 1,0 0-1,0 0 0,0 0 0,-1 0 0,1-2 1,-1-4 5,0 0 0,1 0 0,-1 0 0,1 0 1,1 0-1,-1 0 0,1 0 0,0 0 0,1 0 1,0 0-1,0 0 0,3-6 0,-3 8-2,1 1 1,0-1-1,0 1 0,0 0 0,0 0 1,1 0-1,-1 1 0,1-1 0,0 1 1,0 0-1,1 0 0,-1 0 0,1 0 1,-1 1-1,1 0 0,0 0 0,6-2 1,0 1 17,0 0 0,1 1 0,0 1 0,-1-1 0,1 2 0,0 0 0,12 1 0,84 18 315,-9-2-108,-65-14-193,0-1-1,41-4 1,-61 1-97,-1-1 0,1 0 1,0-1-1,-1 0 0,0-1 0,0-1 0,0 0 1,14-8-1,-21 10-112,-1-1 0,0 0 0,0 0 0,-1 0 1,1-1-1,-1 0 0,0 1 0,0-1 0,2-6 0,-1 3-899,-1 0-1,0-1 1,0 1 0,-1-1-1,3-11 1,-3-4-660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54.19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10810,'4'15'1153,"1"6"3928,5 10-3377,9 16-1320,-3 3-168,-1 16-184,-3-1-80,-6-4-176,-1-2-136,-3-13-1464,-2-2-3169,1-6 4120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57.9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 4430 9834,'-16'15'274,"0"1"0,1 0 0,0 1 0,2 1 0,0 0 0,-13 25 0,26-43-235,0 1 0,-1-1 0,1 0 1,0 0-1,0 1 0,0-1 0,0 0 0,0 1 1,0-1-1,0 0 0,0 1 0,-1-1 0,1 0 1,0 1-1,0-1 0,1 0 0,-1 0 0,0 1 0,0-1 1,0 0-1,0 1 0,0-1 0,0 0 0,0 1 1,0-1-1,1 0 0,-1 0 0,0 1 0,0-1 1,0 0-1,1 0 0,-1 1 0,0-1 0,0 0 1,0 0-1,1 0 0,-1 1 0,0-1 0,1 0 0,-1 0 1,0 0-1,0 0 0,1 0 0,-1 0 0,0 0 1,1 1-1,-1-1 0,0 0 0,1 0 0,-1 0 1,0 0-1,1 0 0,-1 0 0,1-1 0,25-3 1991,10-9-558,68-35 1,-51 22-1162,245-114 521,136-66-459,277-156-146,20-9 74,1100-484 1459,-318 163-950,-695 314-742,342-164-11,54-24-33,-949 451-40,105-49-320,-348 153 84,0-1 0,21-16 0,-42 28 177,1-1 1,-1 0-1,0 0 0,1 0 1,-1 0-1,0 0 0,0 0 1,0 0-1,0-1 1,0 1-1,0 0 0,0-1 1,0 1-1,0-1 0,0 1 1,-1-1-1,1 1 1,-1-1-1,1 1 0,-1-1 1,0 1-1,0-1 0,1 0 1,-1-2-1,-8-12-776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59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335 25 9058,'9'-18'3357,"-9"17"-3355,0 1-1,0 0 0,1-1 0,-1 1 0,0 0 1,0-1-1,0 1 0,1 0 0,-1-1 0,0 1 1,1 0-1,-1 0 0,0-1 0,1 1 0,-1 0 1,0 0-1,1-1 0,-1 1 0,0 0 1,1 0-1,-1 0 0,1 0 0,-1 0 0,1 0 1,-1 0-1,0-1 0,1 1 0,-1 0 0,1 1 1,-1-1-1,0 0 0,1 0 0,-1 0 0,1 0 1,-1 0-1,0 0 0,1 0 0,-1 1 0,1-1 1,-1 0-1,0 0 0,1 0 0,-1 1 0,0-1 1,1 0-1,-1 1 0,1 1-6,-1 0-1,1 1 1,-1-1 0,0 0-1,0 1 1,0-1 0,0 0-1,0 1 1,0-1 0,-1 0 0,1 1-1,-1-1 1,1 0 0,-1 0-1,0 0 1,-2 4 0,0 1 62,-38 120 1678,16-43-600,-73 157 0,59-169-517,-50 68 1,86-135-530,0-1 1,-1 0-1,0 0 0,1 0 1,-1 0-1,-7 4 0,10-7-77,1-1 0,-1 0 0,1 1 0,-1-1 0,0 0 0,1 1 0,-1-1 0,0 0 0,1 0 0,-1 0 0,0 1 0,0-1 0,1 0 0,-1 0 0,0 0 0,1 0 0,-1 0 0,0-1 0,0 1 0,1 0 0,-1 0 0,-1-1 0,1 1-8,1-1 0,-1 0 0,0 0 0,0 0 0,0 0 0,1 0 1,-1 0-1,0 0 0,1 0 0,-1-1 0,1 1 0,-1 0 0,1 0 0,0 0 0,-1-1 0,1 1 0,0-3 0,0 0 7,0-1 1,0 0-1,1 0 1,-1 0-1,1 0 1,0 1-1,1-1 1,-1 0-1,1 1 1,0-1-1,0 1 1,0 0-1,1 0 1,0 0-1,-1 0 1,1 0-1,6-6 1,1 0 17,-1 1 1,1 0-1,1 0 1,0 1-1,15-8 1,-14 9-20,1 1 0,0 1 0,0 0 0,0 1 1,1 1-1,-1 0 0,1 0 0,0 2 0,-1-1 1,1 2-1,16 1 0,13 3 26,0 3 0,52 14 1,-56-11-220,1-2 0,64 5 0,-55-16-1542,-6-8 692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59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60 14963,'0'0'914,"6"0"-1469,1-1-38,1 0-1,-1-1 1,0 1-1,0-1 1,12-6 0,38-20 703,-54 27 38,1-2 78,0 1-1,1 0 1,-1 0 0,0 1 0,1-1-1,0 1 1,-1 0 0,1 0 0,0 1-1,-1 0 1,1-1 0,0 1 0,0 1-1,-1-1 1,1 1 0,0 0 0,7 2-1,-7-1-146,0 0 0,-1 1 0,1-1-1,-1 1 1,0 0 0,0 1 0,0-1-1,0 1 1,0-1 0,-1 1 0,0 0 0,1 1-1,-2-1 1,1 0 0,4 10 0,-2-1-73,0 1 1,0 0 0,-2 0 0,0 0 0,0 0-1,-2 1 1,1-1 0,-2 1 0,0-1 0,-1 1-1,-3 18 1,1-11-52,-2 0 1,0-1-1,-2 0 0,0 0 0,-1 0 0,-19 32 1,18-37 30,-1-2 0,-1 1 0,0-2 0,-1 1 0,-25 21 0,31-30 17,0 0 0,0 0 0,0-1 0,0 0 0,-1-1 0,0 1 0,1-1 0,-1 0 0,-1-1 0,1 0 0,0 0 0,0-1 0,-1 1 0,1-2 1,-1 1-1,-9-1 0,14 0 9,0-1 1,0 1-1,0-1 1,1 0 0,-1 0-1,0 0 1,1 0-1,-1 0 1,1 0-1,-1-1 1,1 1 0,0-1-1,-1 0 1,1 0-1,0 1 1,0-1-1,0-1 1,1 1 0,-1 0-1,0 0 1,1-1-1,-1 1 1,1-1 0,0 1-1,-2-6 1,2 5 5,1-1 0,-1 1 0,1-1 1,0 1-1,0 0 0,0-1 0,0 1 1,0-1-1,1 1 0,0-1 0,-1 1 0,1 0 1,1 0-1,-1-1 0,0 1 0,1 0 1,-1 0-1,1 0 0,0 0 0,0 1 1,3-4-1,2-1 14,0 1 0,0 0 1,1 0-1,0 0 1,0 1-1,0 0 0,1 1 1,0 0-1,0 0 0,0 1 1,0 0-1,1 1 0,-1 0 1,15-2-1,14 1-55,0 2 0,54 5-1,-45-1-135,-38-3 133,38 3-1426,-1-2 1,77-10-1,-68-3-4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1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302 0 11402,'7'11'66,"0"1"-1,-1 0 1,-1 0-1,1 0 1,-2 1-1,0 0 1,0 0-1,-1 0 1,-1 0-1,0 0 1,-1 1-1,-1-1 1,-1 21-1,-3 13-5,-3 0 0,-16 63 0,23-109-58,-59 185 656,36-121-345,15-41-136,-1-1 0,-21 38 1,26-53-127,-1 0 1,-1-1-1,1 0 1,-1 0 0,0 0-1,0-1 1,-1 0-1,0 0 1,0 0 0,-15 8-1,20-13-41,-1 1-1,0-1 1,0 0 0,0 0-1,0 0 1,0 0 0,0 0-1,0-1 1,0 0 0,0 1-1,0-1 1,0 0-1,0 0 1,-1-1 0,1 1-1,0-1 1,0 1 0,0-1-1,0 0 1,0 0 0,0 0-1,1-1 1,-1 1 0,0-1-1,1 1 1,-1-1-1,1 0 1,-1 0 0,1 0-1,0 0 1,0-1 0,0 1-1,0-1 1,0 1 0,0-1-1,1 1 1,-1-1-1,1 0 1,0 0 0,0 0-1,0 0 1,0 0 0,0 0-1,1 0 1,-1 0 0,1 0-1,0 0 1,0 0 0,0 0-1,0-1 1,1 1-1,-1 0 1,1 0 0,0 0-1,0 0 1,0 0 0,0 0-1,0 1 1,1-1 0,2-3-1,2-2 26,0 0-1,0 1 0,1 0 1,0 0-1,1 1 1,-1 0-1,1 0 0,0 1 1,1 0-1,-1 0 0,1 1 1,0 0-1,0 0 1,0 1-1,15-3 0,-10 3 49,0 1-1,-1 0 1,1 1-1,0 1 0,1 0 1,-1 1-1,0 0 0,-1 1 1,1 0-1,19 7 1,23 11-314,57 18 974,-100-35-1466,-1 0 0,1-1 0,0-1 1,0 0-1,0-1 0,0 0 0,14-2 0,-1-4-860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2.0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43 108 17188,'2'-6'69,"-1"1"0,1-1 0,0 1 0,0 0 0,0 0 0,1 0 0,0 0 0,0 1 0,0-1 0,0 1 0,1-1 0,0 1 0,0 0 0,0 1 0,0-1 0,0 1 0,1-1 0,0 1 0,0 1 0,6-4 0,-5 3-61,0 1 0,0 0 0,1 0 0,-1 0 0,0 1 0,1 0 0,11-1 0,-14 3-3,-1-1 0,1 1 0,-1-1 0,1 1 0,-1 0 0,1 0-1,-1 1 1,0-1 0,1 1 0,-1 0 0,0 0 0,0 0 0,0 0 0,0 0 0,3 4 0,0 0-8,-1 0 0,0 1-1,-1-1 1,0 1 0,0 0 0,0 0-1,-1 0 1,0 1 0,0-1 0,-1 1-1,0 0 1,0 0 0,-1-1 0,0 1-1,-1 0 1,1 0 0,-1 0 0,-3 15-1,1-8-64,0 0 0,-1-1 0,-1 1-1,-1-1 1,0 0 0,-1 0 0,0-1-1,-1 0 1,-12 18 0,9-17 12,0-1 1,-2 0-1,1-1 1,-26 20-1,31-27 63,0-1-1,0 0 1,-1 0 0,1 0-1,-1-1 1,0 0 0,0 0 0,0-1-1,0 0 1,0 0 0,0-1-1,-1 0 1,-12 0 0,19-1-5,-1 0 0,0 0 1,0 0-1,0 0 0,1-1 1,-1 1-1,0 0 0,1-1 1,-1 0-1,0 1 0,1-1 0,-1 0 1,1 0-1,-1 0 0,1 0 1,-3-2-1,3 2-1,0-1-1,0 1 1,1 0 0,-1 0 0,1 0-1,-1-1 1,1 1 0,-1 0 0,1 0-1,0-1 1,0 1 0,-1 0 0,1-1-1,0 1 1,0 0 0,0-1 0,1-1-1,0-1 6,0 0 0,0-1 0,1 2 0,-1-1-1,1 0 1,0 0 0,0 0 0,1 1 0,-1-1-1,1 1 1,-1 0 0,7-6 0,-2 4 23,0 0 1,0 0-1,0 0 1,1 1-1,0 0 1,0 1-1,0 0 1,0 0-1,0 1 1,1-1-1,-1 2 1,11-2-1,8 2-20,0 1-1,41 4 1,-20 0-461,-42-4-457,0 1-1,0-1 1,0-1-1,0 1 1,0-1-1,12-3 0,10-8-946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4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 5697,'26'5'1345,"-1"0"1143,7 1-1808,0-3-280,6-1-288,4-1-24,-1-2-8,6-1 48,-2-3 40,-2-4 16,-5-1-104,-6-4-408,-12 2 192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4.2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1 102 14891,'14'16'1288,"3"-7"193,21-2-2313,-2-7-1273,9-13-952,2-2 1417,2-4 520,2-4 608,-2 1 840,1-1 8,-7 4-208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5.0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520 1 10130,'-28'6'272,"-1"1"0,1 2 0,-52 24 0,62-24-100,0 2 0,1 0-1,0 1 1,1 0 0,1 2-1,-23 24 1,14-10 680,1 2 0,1 1 0,-23 45 0,-37 106 1515,78-172-2283,0 0 0,1 0 1,1 0-1,0 0 1,0 1-1,0 18 0,2-26-71,0 0-1,0 0 1,1 1 0,-1-1-1,1 0 1,-1 0-1,1 0 1,0 1-1,1-1 1,-1 0-1,0 0 1,1-1-1,0 1 1,0 0-1,-1 0 1,2-1-1,-1 1 1,0-1 0,0 0-1,1 0 1,-1 0-1,1 0 1,0 0-1,5 3 1,-1-3-7,0 1 1,1-1 0,-1 0 0,0 0-1,1-1 1,0 0 0,-1-1-1,1 1 1,0-2 0,-1 1-1,1-1 1,0 0 0,-1 0-1,1-1 1,-1 0 0,10-4 0,0-1-18,-1-1 1,1 0 0,-1-1 0,-1-1 0,24-20 0,-34 26 8,48-43 29,-48 42-16,0 0-1,-1 0 0,0 0 0,0 0 0,0-1 0,0 0 1,4-12-1,-7 17 48,-5 13-7,-1 0-40,1-3 21,0 0 1,1 1 0,0-1-1,0 1 1,-2 13 0,5-21-22,0 0 0,0-1 0,0 1 0,0-1 0,0 1 1,0 0-1,1-1 0,-1 1 0,0-1 0,1 1 0,-1-1 0,1 1 0,0-1 0,0 1 1,-1-1-1,1 0 0,0 1 0,0-1 0,0 0 0,0 0 0,0 1 0,0-1 1,3 2-1,-1-2 5,0 0 1,0 0-1,0 0 1,0 0 0,0 0-1,0 0 1,0-1 0,0 0-1,0 1 1,0-1-1,5-1 1,4 0 26,0-1 0,0-1 1,0 0-1,-1 0 0,18-8 0,-20 6-28,1-1-1,0 0 0,-1 0 0,-1-1 1,1 0-1,-1 0 0,11-13 1,-16 16-10,0 0 1,0 0-1,0 0 1,-1 0 0,0 0-1,0-1 1,0 1 0,2-10-1,-3 12-2,-1-1-1,0 1 0,1-1 1,-1 1-1,-1-1 0,1 1 1,0-1-1,0 1 0,-1-1 1,0 1-1,1-1 0,-1 1 0,0-1 1,0 1-1,0 0 0,0 0 1,-3-4-1,2 3-7,0 1 1,0-1-1,-1 1 1,1-1-1,-1 1 1,1 0-1,-1 0 0,0 0 1,1 0-1,-1 1 1,0-1-1,0 1 0,-1 0 1,1 0-1,-5-2 1,2 3 24,0-1 1,1 1 0,-1 0-1,1 0 1,-1 0 0,1 1-1,-1 0 1,-8 2 0,-4 4-339,1-1 0,0 2 0,0 1 0,-20 13 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5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411 0 19380,'-39'30'-288,"-1"-3"0,-2-1 0,-1-2 0,-61 24 0,73-35 816,1 0 0,-33 21 0,61-33-488,1-1 0,0 1 0,0 0 0,0-1 0,-1 1 0,1 0 0,0 0 0,0 0 0,0 0 0,0 0 0,1 0 0,-1 1 0,0-1 0,0 0 0,1 0 0,-1 0 0,0 1 0,0 1 0,1-2-28,0 0 0,1-1 0,-1 1 0,0 0 0,0 0 0,1-1 0,-1 1 0,0 0 0,1 0 0,-1-1 0,0 1 1,1 0-1,-1-1 0,1 1 0,-1-1 0,1 1 0,0-1 0,-1 1 0,1-1 0,-1 1 0,1-1 0,0 1 0,0-1 0,7 4-13,-1-1 0,0-1-1,1 1 1,12 1 0,-18-3 4,55 10-42,-31-7 51,0 1 0,0 1 0,31 13 0,-56-19-12,0 1 0,0-1 0,0 1 0,0-1 0,0 1 0,0-1 0,0 1 0,0 0 0,0-1 0,0 1 0,0 0 0,0 0 0,0 0 0,-1 0 0,1 0 0,0 0 0,-1 0 0,1 0 0,0 0 0,-1 0 0,0 0 0,1 0 0,-1 0 0,1 3 0,-1-2 1,0 0-1,-1 0 0,1-1 0,-1 1 0,1 0 0,-1 0 1,0 0-1,1 0 0,-1-1 0,0 1 0,0 0 0,0-1 1,-3 4-1,-2 2-3,-1 0-1,-1 0 1,1 0 0,-17 9 0,9-6-113,-1-1 1,-1-1 0,-23 9-1,33-14-245,-1-1-1,0 0 1,1 0-1,-1-1 1,0 0-1,0 0 1,0-1-1,0 0 0,0 0 1,-10-2-1,-8-8-1138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5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0 20140,'24'49'1073,"9"6"-225,-5 12-688,-7 1-184,-11-4-144,-10-5 0,-14-13 56,-5-9 48,0-10 80,-2-8 0,2-10 0,0-6-32,-1-9-312,-8-10-489,-2-7-5872,-1-1 4689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5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5 279 11450,'-5'-7'7506,"28"-3"-6826,6 3-224,23-5-224,8-2-88,11-7-56,5-1-16,-8-4-48,-2 0-24,-8 7-72,-7-5-80,-3 3-184,-3 0-144,-2 0-728,-1 6-2713,1 3 2297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6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 1 19004,'-7'38'696,"5"7"-248,4 19-592,2 8-88,-6 6 8,-3-2 96,-9-7 112,3-5 16,3-8 16,-6-8-32,7-5-616,0-6-2537,-5-17 1809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6.8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1 189 12179,'23'-12'702,"2"1"0,0 0 1,0 2-1,1 1 0,32-6 1,-12 7-533,0 1 0,53 0 1,-87 6-65,0 0 1,0 1-1,0 0 1,0 0-1,14 5 1,-22-5-84,1 1 1,-1-1-1,0 1 0,0 0 1,0 1-1,-1-1 1,1 1-1,0-1 0,-1 1 1,0 0-1,1 0 0,-1 1 1,-1-1-1,1 0 1,0 1-1,-1 0 0,3 5 1,1 6 32,0 1 1,-1 0-1,-1 0 1,4 27-1,4 13 78,-12-55-128,0 1-1,1 0 1,-1 0-1,1 0 1,-1-1 0,1 1-1,0 0 1,0-1-1,-1 1 1,1-1 0,1 1-1,-1-1 1,0 1 0,0-1-1,0 0 1,1 0-1,-1 1 1,1-1 0,-1 0-1,2 1 1,-2-2-3,0 0 0,-1 0 1,1 0-1,0 0 0,-1 0 1,1 0-1,0 0 0,-1 0 0,1 0 1,0 0-1,-1-1 0,1 1 1,0 0-1,-1 0 0,1-1 0,-1 1 1,1 0-1,0-1 0,-1 1 1,1-1-1,1-1 3,0 1-1,-1-1 1,1 0 0,-1 0 0,0 1-1,1-1 1,-1 0 0,1-4 0,21-51 62,-16 36-51,2 0 0,16-30-1,-18 39-16,2-1 9,0-2-1,-1 1 1,-1-1-1,6-17 1,-12 20 3,-1 13-11,0-1-1,0 0 0,0 0 1,0 0-1,0 0 1,0 0-1,0 0 1,0 0-1,0 0 1,0 0-1,1 0 1,-1 0-1,0 1 1,0-1-1,0 0 1,0 0-1,0 0 1,0 0-1,0 0 1,0 0-1,0 0 1,0 0-1,0 0 1,1 0-1,-1 0 1,0 0-1,0 0 1,0 0-1,0 0 1,0 0-1,0 0 1,0 0-1,0 0 1,0 0-1,1 0 1,-1 0-1,0 0 0,0 0 1,0 0-1,0 0 1,0 0-1,0 0 1,0 0-1,0 0 1,0 0-1,0 0 1,0-1-1,1 1 1,-1 0-1,0 0 1,0 0-1,0 0 1,0 0-1,0 0 1,0 0-1,0 0 1,0 0-1,0 0 1,0 0-1,0-1 1,0 1-1,0 0 1,0 0-1,0 0 1,7 3 6,35 16 12,-1-1-8,66 38 0,-105-55-9,0 1-1,0-1 1,0 1 0,0 0 0,0-1-1,0 1 1,-1 0 0,1 0-1,-1 0 1,1 0 0,1 3 0,-3-4-1,0 0 1,1 0 0,-1 1 0,0-1 0,0 0 0,0 0 0,0 0 0,0 0 0,0 1 0,0-1 0,0 0 0,0 0 0,0 0-1,-1 0 1,1 0 0,0 0 0,-1 1 0,1-1 0,-1 0 0,1 0 0,-1 0 0,0 0 0,0 1 0,0-1 59,7-5-33,5-7-21,0-1-1,0 0 1,-1-1-1,-1 0 1,10-18 0,28-38 3,-42 62-6,1 1-1,0 0 1,0 0-1,0 0 1,1 1 0,0 0-1,11-6 1,-17 10-4,0 0 0,1 0 0,-1 1 0,0-1 0,1 0 0,-1 1 1,1-1-1,-1 1 0,1 0 0,-1-1 0,1 1 0,0 0 0,-1 0 0,1 0 1,-1 0-1,1 0 0,-1 1 0,1-1 0,0 0 0,-1 1 0,1-1 0,-1 1 0,0-1 1,1 1-1,2 1 0,-2 0 1,0 0 0,-1 1 0,1-1 0,0 0 0,-1 1 0,1-1 0,-1 1 0,0-1 0,1 1 0,-1 0 0,-1 0 0,2 5 0,1 8 1,-1 0 0,-1 1 1,-2 30-1,0-25-58,-1-3 94,1 0-1,3 35 0,-2-51-74,1 1 0,-1 0 0,1-1 0,0 1 0,0-1 0,0 1 0,0-1-1,1 1 1,-1-1 0,1 0 0,0 0 0,0 0 0,0 0 0,0 0 0,1 0 0,-1 0 0,1-1-1,-1 1 1,1-1 0,0 0 0,4 2 0,-5-3-196,0 0-1,1 0 1,-1 0-1,1-1 1,-1 1 0,1-1-1,0 0 1,3 0-1,25-2-978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8.2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234 531 16275,'-109'34'2199,"93"-28"-2216,-1 1-1,2 1 1,-1 0-1,-20 16 1,34-23 21,1 0 1,-1 0-1,0 1 1,1-1-1,-1 1 1,0-1-1,1 1 1,0-1 0,-1 1-1,1 0 1,0 0-1,0 0 1,0 0-1,0 0 1,0 0-1,1 0 1,-1 0 0,1 0-1,-1 0 1,1 0-1,0 1 1,0-1-1,0 0 1,0 3-1,1-2 23,0-1 0,0 1-1,0 0 1,0 0 0,0-1-1,1 1 1,0-1 0,-1 0-1,1 1 1,0-1 0,0 0-1,0 0 1,0 0-1,1 0 1,-1 0 0,0-1-1,4 3 1,8 3 11,0 0-1,0-1 1,1-1 0,-1 0 0,1-1-1,0-1 1,0 0 0,1-1 0,-1 0-1,0-2 1,1 1 0,23-4-1,-7-1-45,0-2 0,0-1 0,-1-1 0,60-24-1,-73 24 1,1-1-1,-2-1 0,1 0 0,-2-2 0,1 0 1,-1 0-1,-1-1 0,-1-1 0,0-1 0,0 0 1,-2-1-1,0 0 0,0-1 0,-2 0 0,0-1 1,-1 0-1,-1 0 0,-1-1 0,8-27 0,-6 4 64,-1 0 0,-2-1 0,-2 0 0,-1 0 0,-3 0 0,-9-76 0,9 115 17,-10 10 51,0 2-84,6-2-14,0 1 0,0 0 0,1 1 0,0-1 0,0 0 0,-3 14 0,-7 51 112,11-56-109,-6 38 52,2 0 0,3 0 0,2 0-1,11 91 1,-8-131-69,0 0-1,2-1 0,8 24 1,-11-33-11,1-1 0,-1 0 1,1 0-1,-1 0 0,1 0 1,0 0-1,0 0 0,0 0 1,1-1-1,-1 1 0,0-1 0,1 0 1,0 1-1,0-1 0,0 0 1,0-1-1,0 1 0,0 0 0,0-1 1,4 1-1,-7-1-17,1-1-1,-1 0 1,1 0 0,-1 1 0,1-1-1,-1 0 1,1 0 0,-1 0-1,1 0 1,-1 0 0,1 0-1,-1 0 1,1 0 0,-1 0 0,1 0-1,-1 0 1,1 0 0,-1 0-1,1 0 1,-1 0 0,1-1-1,-1 1 1,0 0 0,1 0 0,-1 0-1,1-1 1,-1 1 0,1 0-1,-1-1 1,0 1 0,1 0-1,-1-1 1,0 1 0,1-1 0,-1 1-1,0 0 1,0-1 0,1 1-1,-1-1 1,0 1 0,0-1-1,0 1 1,1-1 0,-1 1 0,0-1-1,0 1 1,0-1 0,0 1-1,0-1 1,0 1 0,0-1-1,0 0 1,-1-1-191,1 0-1,-1 0 1,0 1 0,1-1-1,-1 0 1,0 0 0,0 1-1,0-1 1,0 1-1,0-1 1,-1 1 0,1-1-1,-3-1 1,-17-12-2646,-30-16-1,-67-26 2002,108 52 565,-64-23-3172,14 6 2970,58 21 2068,5 1 288,24-1 427,27-4 1,69-17-977,-30 4-1011,-55 12-171,-1-1 457,0 1-1,63 0 1,-96 6-542,-1 0-1,0 0 1,0 1 0,0-1 0,0 1-1,0 0 1,0 0 0,0 0-1,0 0 1,0 0 0,0 1-1,-1-1 1,1 1 0,0 0-1,-1 0 1,1 0 0,-1 0-1,3 3 1,-2-1-17,-1 0 0,0 0 1,0-1-1,0 1 0,-1 0 0,1 1 0,-1-1 0,0 0 1,0 0-1,-1 1 0,1 7 0,-1 7 47,-1-1-1,-1 1 1,-1 0 0,-10 32-1,12-44-49,-1-1-1,-1 0 1,1 0-1,-1 0 1,0 0 0,0 0-1,-8 9 1,9-13 2,-4-5 10,1-2-41,0 0 1,0 0-1,0-1 0,1 1 0,0-1 1,0 0-1,0 0 0,1-1 0,0 1 0,0-1 1,0 1-1,1-1 0,0 0 0,1 0 1,-1 0-1,1 0 0,1 0 0,-1 0 1,1 0-1,0 0 0,1-1 0,0 1 0,0 0 1,0 0-1,1 0 0,0 1 0,1-1 1,-1 0-1,1 1 0,0-1 0,1 1 0,0 0 1,0 0-1,0 0 0,0 1 0,7-7 1,-5 7-21,1 0 0,-1 0 1,1 1-1,0-1 1,0 1-1,1 1 1,-1 0-1,11-4 1,-14 6 17,0 0-1,0 0 1,0 0 0,0 1-1,0-1 1,0 1 0,0 0 0,0 0-1,0 0 1,0 1 0,0 0 0,0-1-1,0 1 1,0 1 0,0-1 0,-1 0-1,1 1 1,6 4 0,-7-4 5,0 1 0,-1-1 0,1 1 0,-1 0-1,0 0 1,0 0 0,0 0 0,0 0 0,0 0 0,-1 1 0,1-1 0,-1 0 0,2 7 0,0 6 27,3 30-1,-2-14-9,-3-23-10,2 0 0,-1 0 0,1-1 0,0 1 0,1 0 0,0-1 0,0 0 0,1 0 0,0 0 0,0-1 0,9 10 0,-11-14-8,-1-1 0,0 0 1,1 0-1,0 0 0,0 0 0,-1 0 0,1 0 0,0-1 0,1 1 1,-1-1-1,0 0 0,0 0 0,0 0 0,1 0 0,-1 0 0,1-1 1,-1 0-1,0 0 0,1 0 0,-1 0 0,1 0 0,-1-1 0,0 1 1,1-1-1,-1 0 0,0 0 0,0 0 0,1 0 0,-1-1 0,0 1 1,0-1-1,-1 0 0,5-3 0,-3 2 0,0 0 1,-1-1-1,1 1 1,-1-1-1,1 0 1,-1 0-1,-1-1 0,1 1 1,0 0-1,-1-1 1,0 0-1,0 1 1,0-1-1,-1 0 1,2-7-1,0-9 19,0 1 0,-1-33 0,0 2 0,-2 48 63,2 7-50,-1 1-19,1 1 0,-1 0 0,0 0 0,-1 9 1,1-8 9,-1 0 1,1 0-1,0-1 1,4 14 0,-4-18-24,-1 0 1,1-1 0,0 1-1,0 0 1,0-1 0,0 1-1,1 0 1,-1-1 0,0 1-1,1-1 1,-1 0 0,1 0-1,-1 1 1,1-1 0,0 0-1,-1 0 1,1 0 0,0 0-1,0-1 1,0 1 0,3 0-1,0 0 1,0 0 0,0 0 0,0-1 0,-1 0 0,1 0 0,0-1 0,0 1 0,0-1 0,-1 0 0,1 0 0,0 0 0,-1-1 0,1 0 0,5-3 0,5-3 3,-1-1 0,24-21-1,10-6 16,-38 30-16,26-16-2,-33 21-4,-1 0 1,0 0 0,0 0 0,0 1 0,0-1 0,1 1 0,-1-1 0,0 1 0,1-1 0,-1 1 0,0 0 0,1 0 0,-1 0 0,3 1 0,-3 0-1,-1 0 1,1 0 0,0 0-1,-1 0 1,1 1-1,-1-1 1,1 0 0,-1 1-1,1-1 1,-1 1 0,0-1-1,0 1 1,0 0-1,0-1 1,0 1 0,0 0-1,-1 0 1,1 0 0,0 0-1,-1-1 1,1 1-1,-1 3 1,1 1 0,0 1 0,0 0 0,-1-1 0,-1 14-1,0-12-2,-1 23 12,2-30-10,0 0 1,0 0 0,0 0 0,0 0 0,0 0 0,1 0 0,-1 0 0,0 0 0,1 0 0,-1 0 0,1 0 0,-1-1 0,1 1-1,-1 0 1,1 0 0,-1 0 0,1-1 0,0 1 0,0 0 0,-1-1 0,1 1 0,0-1 0,0 1 0,0-1 0,0 1-1,1 0 1,1 0-11,1-1 0,-1 0 0,1 1 0,-1-1 0,0 0-1,1 0 1,-1-1 0,1 1 0,-1-1 0,1 0 0,-1 0-1,0 0 1,1 0 0,-1 0 0,3-3 0,9-4-648,24-18 1,-34 23 366,36-28-3523,4-1 1411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8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0 310 19132,'49'-5'272,"29"-4"-1040,29-5-1929,35-10-1111,12 0 2287,25-6 1433,3 1 800,15 3 1505,9 2 1568,-12 3-2425,-4 4-856,-21 1-424,-11-1-72,-25 7-96,-14-4-80,-34 5-336,-19 0-1120,-32-3 879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20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9186,'0'0'2825,"0"1"-2593,0 46 0,7-7 200,0 10 88,0 23 200,-3 10-24,-1 12-80,-1 5-136,-2 0-144,0-3-119,3-9-338,1-8-527,1-20 368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21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84 9746,'15'-2'512,"11"0"152,12 2-912,21 0-232,9 2 336,18 1 904,7 1 233,13-3 871,3 1 288,3-2-1287,-1-3-337,-7-6-360,3-1-72,-7-1-96,-3-1-72,-5-2-648,-8-1-857,-11-2 881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22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55 109 13547,'1'3'50,"-1"1"1,1 0-1,0 0 1,0 0-1,1 0 1,-1-1-1,1 1 1,0-1-1,2 5 1,4 7-1664,-6-6 1310,1-1 1,-2 1-1,1 0 0,-1 0 1,0 0-1,-1 0 1,0 0-1,-1 0 1,1 0-1,-4 13 0,-4 14 1587,-15 40-1,18-62-659,2-5-83,1-2-7,0 0 0,0 0 0,-1-1 0,0 1 0,0-1 0,-8 12 0,8-15-82,2-8-150,-3-7-225,1 0 0,1-1-1,0 1 1,1-1 0,0 1 0,1-1-1,1-15 1,3-11 71,9-42 0,-10 68-110,0 1-1,1 0 1,0 0 0,1 0-1,0 1 1,1-1 0,0 1-1,1 0 1,0 1 0,1 0-1,0 0 1,1 1 0,0-1 0,0 2-1,1 0 1,0 0 0,0 0-1,1 1 1,0 1 0,0 0-1,1 1 1,23-9 0,-29 13-15,-1-1 1,0 1-1,1 0 1,-1 0 0,1 1-1,-1 0 1,0 0-1,1 0 1,-1 0-1,1 1 1,-1 0-1,1 0 1,-1 1 0,0-1-1,0 1 1,0 0-1,5 3 1,-4-1 19,0 0 1,0 1-1,-1-1 0,0 1 1,0 0-1,0 0 1,-1 1-1,1 0 0,-1 0 1,-1 0-1,1 0 1,4 11-1,20 70 218,1 2-20,-26-80-209,1-1 0,1 0 0,-1 0 0,1 0 1,0-1-1,1 1 0,10 10 0,-13-15-46,0-1 0,0 0 0,0 0 0,0 0 0,0-1 0,0 1 0,0-1 0,1 1 0,-1-1 0,0 0 0,1 0 0,-1-1 0,1 1 1,-1-1-1,1 0 0,-1 0 0,1 0 0,-1 0 0,1 0 0,-1-1 0,1 1 0,-1-1 0,1 0 0,3-2 0,8-4-341,0 1 1,-1-2-1,-1 0 1,15-11-1,-19 12-58,46-32-3411,0-3 1568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33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6241,'14'4'1004,"0"0"0,0-1 0,21 1 0,3-2-331,43-5 0,-37 1-263,1294-19 6072,3 36-5130,-28-4-730,-51-2-917,-579 3-2187,-498-10 1402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34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1 14987,'-7'13'520,"1"0"-1,1 1 1,1-1-1,0 1 1,0 0 0,1 0-1,-1 16 1,1 103-362,4-127-73,29 471 881,-3-125-711,-10 462-1360,17 267-1518,112 321 1067,-127-1235-82,31 432-10508,-49-505 11382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36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11 10922,'-7'-10'4681,"-7"41"-3696,11 0-57,-2 12-112,1 6-296,-1 1-224,0 0-112,3-14-1184,0-1 616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37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3 160 13931,'-1'-11'582,"0"0"1,1 0-1,0 0 1,1 0-1,3-16 0,-3 23-603,0 0 0,1 0 0,-1 0-1,1 1 1,0-1 0,0 0 0,0 1 0,1-1-1,-1 1 1,1 0 0,0 0 0,0 0 0,0 0-1,0 0 1,0 1 0,1-1 0,5-2 0,-2 2 24,-1 0-1,1 1 1,0 0 0,0 0 0,0 1 0,1 0 0,-1 0 0,0 1 0,0 0-1,1 0 1,-1 0 0,0 1 0,0 0 0,0 1 0,9 2 0,-12-3 7,0 1 1,-1-1 0,1 1 0,0 0-1,-1 0 1,0 0 0,1 0 0,-1 1-1,0-1 1,0 1 0,0 0-1,4 5 1,-5-5-12,-1 0 0,0-1 0,1 1 0,-1 0-1,0 0 1,0 0 0,-1 0 0,1 0 0,-1 0 0,1 0 0,-1 0 0,0 0-1,0 0 1,0 0 0,-1 0 0,1 0 0,-1 0 0,-1 5 0,-4 10 3,-1 0 0,-1 0 0,0-1 0,-17 25 0,-50 62 582,74-102-558,-1 0 13,0 0 0,1 0 0,-1 0 0,1 1 0,0-1 0,0 0 0,0 1 1,0-1-1,0 1 0,0 0 0,0-1 0,1 1 0,0-1 0,-1 1 0,1 4 0,0-6-22,1 1 1,-1-1-1,1 0 0,0 1 0,-1-1 0,1 1 0,0-1 0,-1 0 0,1 0 0,0 1 0,0-1 0,0 0 0,0 0 1,1 0-1,-1 0 0,0 0 0,0 0 0,1-1 0,-1 1 0,0 0 0,1-1 0,-1 1 0,0 0 0,1-1 1,-1 0-1,4 1 0,0 0 10,-1 0 1,1 0-1,0 0 1,0-1-1,0 0 1,0 0-1,0 0 1,0-1-1,0 1 1,0-1-1,6-2 1,-4 0-364,1-1 0,-1 1 0,0-1 0,0 0 0,0-1 0,6-5 0,2-1-714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38.1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99 14579,'14'-4'2831,"16"-11"-2338,44-32 0,-68 43-365,0 0-1,0 1 1,1-1-1,-1 1 1,1 0-1,0 1 1,-1 0 0,1 0-1,0 0 1,0 1-1,1 0 1,-1 0-1,0 1 1,9 0 0,-15 0-124,0 0 1,-1 0 0,1 1 0,0-1-1,-1 0 1,1 0 0,-1 1-1,1-1 1,0 0 0,-1 1 0,1-1-1,-1 1 1,1-1 0,-1 1-1,1-1 1,-1 1 0,1-1 0,-1 1-1,1-1 1,-1 1 0,0 0-1,0-1 1,1 1 0,-1-1 0,0 1-1,0 0 1,1-1 0,-1 1 0,0 0-1,0 0 1,0-1 0,0 1-1,0 0 1,0-1 0,0 1 0,0 0-1,0-1 1,-1 2 0,-9 27 30,8-25-26,-31 54 24,25-45-19,0 0 0,0 0 0,1 1 0,1-1 0,0 2 0,-6 26-1,11-38-2,1-3-10,0 0 0,0 0-1,0 1 1,0-1 0,0 0-1,0 0 1,0 0 0,0 1-1,0-1 1,0 0 0,0 0 0,0 1-1,0-1 1,0 0 0,0 0-1,0 0 1,1 1 0,-1-1-1,0 0 1,0 0 0,0 0-1,0 0 1,0 1 0,1-1 0,-1 0-1,0 0 1,0 0 0,0 0-1,0 0 1,1 1 0,-1-1-1,0 0 1,0 0 0,1 0 0,-1 0-1,0 0 1,0 0 0,0 0-1,1 0 1,-1 0 0,0 0-1,1 0 1,0 1 0,33 13 20,-26-12-15,-1 0 1,-1 1 0,1 0 0,13 7 0,-19-9-6,1 1 0,0-1 0,0 1 1,0 0-1,-1-1 0,1 1 0,-1 0 1,0 0-1,1 0 0,-1 0 1,0 0-1,0 0 0,0 1 0,0-1 1,-1 0-1,1 0 0,-1 1 0,1-1 1,-1 0-1,0 4 0,1-1 5,-2 0-1,1 0 0,0 0 1,-1 0-1,0 0 1,0 0-1,-1 0 1,1-1-1,-1 1 1,0 0-1,0-1 1,-1 1-1,1-1 0,-1 0 1,0 0-1,0 0 1,0 0-1,-1 0 1,1-1-1,-1 0 1,0 1-1,0-1 1,-9 4-1,7-3-40,-1-1-1,0 0 1,0-1 0,0 1 0,0-1-1,0-1 1,-1 1 0,1-1 0,0-1-1,-1 1 1,1-1 0,-1 0 0,1-1-1,0 0 1,-13-3 0,13 2-755,0 0 0,0 0-1,0-1 1,1 0 0,-1-1 0,-8-5 0,-3-6-1754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3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512 1 16972,'-12'31'1168,"0"3"-368,-3 10-520,-4 6-240,-7 2-24,-9 6-16,-10 5 16,-10-1 40,-2 4 48,-4-13 40,9-9 0,9-24-64,9-11-88,9-18-1616,5-10 952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3.6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17516,'2'35'1376,"9"1"8,13 7-952,16-7-192,10 8-144,0-1-39,10-5-25,-4 5-8,-8-13-24,-3 1-64,-16-5-401,-3-6-391,-7-6 448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4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8442,'0'28'928,"8"-1"1024,-6 3-1311,9 1-457,-11 0-88,-4 2-240,2-7-441,-8-4 361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4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 1 17540,'-55'85'1200,"5"-6"-312,3-8-576,9-14-400,4-14-192,4-20-320,4-8-496,2-16-3465,2-8 3313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5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21949,'23'8'464,"18"1"-296,13-2-432,10 0-464,0 7-817,-9 10-3680,-11-3 1512,-6 8 2489,-7 2 576,-4-7 1528,3 6-1976,3-6 704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5.5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 15747,'21'-2'560,"0"1"0,0 0-1,0 2 1,27 3-1,-11 0 243,-34-4-717,1 0 0,-1 0 0,1-1 0,-1 1 0,1-1 0,4-1 0,15-2 611,-25 8-688,-4 8-27,-1-1 1,-1 0 0,0 0-1,-10 10 1,-20 27-29,25-28 55,1 0 1,-10 24-1,19-38-3,0 1 0,1 0 0,0-1 1,0 1-1,1 0 0,-1 0 0,1 0 0,1 0 0,0 0 0,0 0 1,1 10-1,-1-16-10,0 0 0,0 0 1,0 0-1,1 0 0,-1 0 0,1 0 1,-1 0-1,0 0 0,1 0 1,-1 0-1,1 0 0,0 0 0,-1 0 1,1 0-1,0 0 0,0-1 1,-1 1-1,1 0 0,0 0 0,0-1 1,0 1-1,0-1 0,2 2 0,-1-2-22,-1 0-1,1 0 1,0 1-1,0-1 1,0-1-1,-1 1 1,1 0-1,0 0 1,0-1-1,0 1 1,-1-1-1,1 1 1,2-2-1,4-2-260,0 0-1,0-1 1,0 0 0,11-10-1,93-88-8365,-70 63 6793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5.9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 1 12643,'-8'36'1240,"-6"9"104,-5 10-1088,-7 20-632,-5 6-8,-9 4 384,-1-1 288,2-11 144,5-9-176,-6-21-3288,6-15 2512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6.1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19004,'5'36'1608,"9"0"145,9 2-1089,15 0-648,2 0-104,6-5-224,-9-5-112,2-9-64,-4-4-16,-7-4-305,1-1-247,-10-5 632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6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 68 7138,'-1'-3'3679,"9"-4"1213,18-8-3644,1 2-1,30-11 1,-41 19-1228,-13 4-97,-5 4-61,-21 17-95,1-1 246,0 1 0,2 0 0,-26 35 0,45-54-11,0 0-1,0 0 1,0 1-1,0-1 1,0 0-1,1 1 1,-1-1-1,1 1 1,-1-1-1,1 1 1,-1-1-1,1 1 1,0-1-1,0 1 1,0 0-1,0-1 1,0 3-1,0-3 0,1 0-1,-1 0 0,1 0 0,-1 0 0,1 0 1,0 0-1,-1 0 0,1 0 0,0-1 0,0 1 1,-1 0-1,1-1 0,0 1 0,0 0 1,0-1-1,0 1 0,0-1 0,0 1 0,1 0 1,7 1 9,0 0 0,-1 0 0,1-1 0,0 0 1,10-1-1,-1 1 68,-3 0-50,-10-1-17,0 1 1,0-1 0,1 1-1,-1 0 1,9 3-1,-13-3-8,1-1-1,-1 1 0,0 0 1,0 0-1,1 0 0,-1-1 1,0 1-1,0 1 0,0-1 1,0 0-1,0 0 0,0 0 1,0 0-1,-1 1 0,1-1 1,0 0-1,-1 1 0,1-1 1,-1 1-1,1-1 0,-1 1 1,0-1-1,0 0 0,1 4 1,-1 2 19,-1 1 0,0-1 0,0 0 0,0 1 0,-1-1 0,0 0 0,0 0 0,-1 0 0,0 0 0,0-1 0,-1 1 0,0-1 0,0 0 0,0 0 0,-10 10 1,-2 1 171,0-1 1,-1-1 0,-36 24 0,45-33-181,0-1 0,0 0 1,-17 6-1,22-10-94,1 0 0,0 0 0,0-1 0,0 1 1,-1-1-1,1 0 0,0 1 0,0-1 0,-1 0 0,1 0 0,0-1 0,-1 1 1,1 0-1,0-1 0,0 0 0,0 1 0,-1-1 0,1 0 0,0 0 0,0 0 1,-3-3-1,-17-20-951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7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1 124 18652,'38'-2'808,"9"-8"-136,6-2-312,-1-8-680,0 0-320,-11-1-256,-6 2-408,-7 9 584,-11 1 263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8.1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478 0 17068,'10'24'1480,"-7"6"-280,1 10-640,-16 13-448,-12 9-40,-14 18-32,-11-2 40,1 10 176,-4-7 81,-2-12-65,6-6-32,-1-25-280,4-11-264,7-25-4193,0-18 2368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8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21044,'38'42'681,"7"-1"135,12-8-696,5-2-200,-5-1-208,-8-8-32,-6 1 8,-7-6 72,-8-3 104,0-2-88,-20-5-1129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8.4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20068,'0'0'224,"-3"0"-4169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8.7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10 289 14099,'0'0'2477,"-2"-3"343,1 1-2733,0-1 0,0 0 0,0 0 0,0 0 0,0 0 0,0 0 0,1 0 0,-1 0 0,1 0 0,0 0 0,0-1 0,0 1 0,1 0 0,-1 0 0,1 0 0,1-3 0,16-55-363,-16 55 308,4-8-84,0 1-1,0 0 0,1 0 1,1 0-1,0 1 1,0 1-1,19-20 1,-22 26 47,0 0 1,1 1-1,-1 0 0,1 0 1,0 0-1,1 0 1,11-4-1,-14 6 11,1 1 0,-1 0-1,0 0 1,1 0 0,-1 1-1,1 0 1,-1-1 0,1 2-1,-1-1 1,1 0 0,-1 1-1,0 0 1,7 2 0,-5-1 3,-1 1 1,1 0-1,-1 0 1,0 0-1,0 1 1,0 0 0,0 0-1,0 0 1,-1 1-1,0 0 1,0 0-1,5 7 1,3 7 5,-1 0 1,10 24-1,3 19 69,0-1-853,-4-23-3589,-8-22 1980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52.2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90 16876,'-11'22'1408,"4"-4"-400,6-6-592,6-9-352,5-3-64,2-7-32,2-3 0,-2-2 96,0-2 16,-3 2-40,1 3 24,4-1-16,0 0-8,12-1-16,5-4-152,0-3-7385,-3 1 6520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53.7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189 54 8826,'0'0'1320,"-2"0"-1168,-37-7-136,13 2-32,-4 2-40,1 1 8,5-2 32,3-1-48,11-3-728,3-1-1088,7-2 967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55.1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1 19724,'-8'28'126,"2"0"0,1 1 0,2 0-1,0 0 1,3 51 0,26 149 505,-12-125-536,30 254-99,71 562-15,44 442 52,-100 2 67,-65-1020-476,-58 389 0,32-555 49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56.0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75 18724,'5'3'421,"3"0"-469,1 1-1,0-1 0,0-1 0,0 0 0,0 0 0,0-1 0,0 0 0,14 0 0,86-8 323,-52 3 156,315-26 1062,-24 2-1342,87 10-680,-144 11-6707,-153 5 5123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57.8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0 403 12211,'829'-39'3029,"-677"28"-2950,644-55 143,362-22 1974,896 67-1226,-1116 19-899,-5-54-756,-448-16-2094,-269 25 1780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13.1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0 278 9122,'0'0'5932,"4"-8"-5153,9-11-324,1 1 0,1 0 0,0 1 0,2 0 1,0 1-1,23-16 0,-12 11-236,0 2 1,2 1-1,54-24 0,-70 36-183,1 0 0,0 1-1,0 1 1,1 0 0,-1 2 0,30-3-1,-39 5-23,0 0 1,-1 0-1,1 1 0,0-1 1,-1 1-1,1 1 0,-1-1 0,0 1 1,1 0-1,-1 0 0,0 1 0,0-1 1,0 1-1,-1 0 0,1 1 0,-1-1 1,1 1-1,-1 0 0,0 0 1,0 0-1,-1 0 0,5 7 0,9 21 106,-2 1 0,-2 0 0,0 0 0,10 49 0,-9-33 3,29 125 1,-22-84-125,-19-82-60,1 0-1,0 0 1,0 0 0,0 0 0,1-1-1,0 1 1,8 9 0,-10-15-159,0 1 0,0-1 0,0 0-1,1 0 1,-1 0 0,1 0 0,-1 0 0,1 0 0,0-1 0,3 2 0,-4-2-183,0-1 0,1 1 0,-1-1 0,0 1 0,0-1-1,1 0 1,-1 0 0,0 0 0,0 0 0,1 0 0,-1-1 0,0 1 0,0-1 0,0 1 0,4-3 0,-2 1 11,0 0 1,-1-1-1,1 1 0,-1-1 1,6-5-1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27.6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35 205 7098,'0'0'4307,"-1"20"-2656,-7 35-1,2-17-919,1-1-504,2 1 1,2-1 0,5 58-1,-4-91-208,1 1 0,-1-1 0,1 1-1,-1 0 1,-1-1 0,1 1-1,-1 0 1,0-1 0,0 1-1,0-1 1,0 1 0,-1-1-1,0 0 1,-4 7 0,5-9 169,3-35 258,8-47 1,-4 55-256,1 1 0,2 0 0,12-29 0,-14 37-131,1-2-2,1 0-1,1 0 0,0 1 0,23-28 1,-25 35-36,2 0 1,-1 1 0,1 0 0,0 0-1,1 1 1,0 1 0,0 0-1,14-7 1,-22 12-20,0 1 0,0 0 0,0-1 0,0 1-1,0 0 1,0 0 0,0 1 0,1-1 0,-1 1 0,0 0 0,0-1 0,1 2 0,-1-1-1,0 0 1,1 0 0,-1 1 0,0 0 0,0 0 0,0 0 0,0 0 0,0 0-1,0 1 1,0-1 0,0 1 0,0 0 0,0 0 0,-1 0 0,1 0 0,-1 0 0,0 0-1,1 1 1,-1-1 0,0 1 0,-1 0 0,1-1 0,2 7 0,3 5 11,-1 0 0,-1 0 0,0 1 0,-1 0 1,0-1-1,-1 2 0,0 19 0,0 115 187,-5-90-94,2-57-45,2-6 6,7-14-42,0 0 0,-2 0 1,0-1-1,-2 0 1,8-35-1,-6 24-2,2-8 14,27-95 121,-30 113-135,2 1 0,0-1 0,1 1-1,18-28 1,-21 38-15,1 1-1,-1-1 1,1 1 0,0 1-1,1-1 1,10-6-1,-16 11 1,0 1-1,0-1 1,1 1 0,-1-1-1,0 1 1,1 0-1,-1 0 1,1 0-1,-1 1 1,1-1-1,0 0 1,-1 1 0,1 0-1,0 0 1,-1 0-1,1 0 1,0 0-1,-1 0 1,1 0-1,0 1 1,-1 0 0,1-1-1,-1 1 1,1 0-1,-1 0 1,1 0-1,-1 1 1,3 1-1,1 3 18,0 0 0,0 1-1,-1 0 1,0 0-1,0 0 1,0 0 0,-1 1-1,0-1 1,5 16-1,1 11 40,7 37-1,-7-31-23,-10-38-49,5 20 48,1 0 0,11 24 0,-15-41-132,1 0 0,-1 0 0,1 0-1,0 0 1,0 0 0,1-1 0,-1 0 0,1 1 0,0-1 0,0-1 0,0 1 0,1 0-1,0-1 1,5 4 0,-7-6-177,-1-1 0,0 1 0,0 0 1,0 0-1,1-1 0,-1 1 0,0-1 0,1 0 0,-1 0 0,4 0 0,30-9-1766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39.0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 0 5857,'0'0'3906,"-7"7"-3671,-41 43-119,47-50-103,1 1 1,-1-1-1,0 1 0,0 0 1,1 0-1,-1-1 0,0 1 0,1 0 1,-1 0-1,1 0 0,-1 0 1,1 0-1,-1 0 0,1-1 0,0 1 1,-1 0-1,1 2 0,0-2-13,1-1 0,-1 1 0,1-1 0,-1 1 0,1-1 0,0 1 0,-1-1 0,1 1 0,-1-1-1,1 1 1,0-1 0,-1 0 0,1 1 0,0-1 0,0 0 0,0 1 0,7 2 26,30 14-4,-24-9 1099,-4-5 1521,-9-22-2006,-5-18-528,2 27 273,-2 12-237,0 2-43,-1 1-78,-1 0 1,1 1-1,-1 0 1,1 0-1,1 0 0,0 0 1,-1 1-1,2 0 1,-6 11-1,4-2-28,0 1 0,-6 30 0,10-41 88,1-1 0,-1 1 0,1-1 0,0 1 0,1-1 0,-1 0 0,1 1 0,0-1 0,0 1 0,1-1 1,0 0-1,4 9 0,-5-12 279,0-1 231,5-8-20,-3 2-454,1 0-88,-1 1-16,0-1 0,0 1 0,-1 0-1,0-1 1,0 1 0,0-1 0,0 0 0,-1 0 0,1 0-1,-1 0 1,0-5 0,9-78 205,-10 87-211,0 1 1,0-1-1,0 0 0,0 1 1,0-1-1,0 0 0,0 1 1,0-1-1,0 0 0,0 1 1,-1-1-1,1 0 0,0 1 1,0-1-1,-1 0 1,1 1-1,-1-1 0,1 1 1,0-1-1,-1 1 0,1-1 1,-1 1-1,1-1 0,-1 1 1,1-1-1,-1 1 0,1 0 1,-1-1-1,0 1 0,1 0 1,-1 0-1,0-1 0,1 1 1,-1 0-1,0 0 0,1 0 1,-1 0-1,0 0 0,1 0 1,-1 0-1,0 0 0,0 0 1,-1 0 19,0 1 0,0-1 0,0 1 1,0-1-1,0 1 0,0 0 0,0 0 0,0 0 1,0 0-1,1 0 0,-1 0 0,-3 3 1,-3 7 8,0-1 0,1 1 0,0 1 1,1-1-1,0 1 0,1 0 0,0 0 1,1 1-1,-5 23 0,8-33 69,10-4 76,-4-1-168,0 1 1,0-1-1,0 0 1,0 0-1,0-1 1,0 1-1,0-1 1,-1 0-1,1 0 1,-1-1-1,0 1 1,0-1-1,0 0 1,-1 0-1,6-9 1,11-14 12,-2-1 1,15-31-1,-32 58-29,-1 1 0,0-1 1,1 0-1,-1 1 0,0-1 0,1 0 0,-1 0 0,0 1 0,0-1 1,0 0-1,0 0 0,1 1 0,-1-1 0,0 0 0,0 0 0,-1 1 1,1-1-1,0 0 0,0 0 0,0 1 0,0-1 0,-1-1 0,0 2-1,1-1-1,-1 1 1,1 0-1,-1-1 1,1 1-1,-1-1 1,1 1-1,-1 0 1,0 0-1,1-1 1,-1 1 0,0 0-1,1 0 1,-1 0-1,0 0 1,1 0-1,-1 0 1,0 0-1,0 0 1,-3 0-8,0 1 0,0 0 1,1-1-1,-1 1 0,0 1 0,-5 2 1,2-1-141,3-1-74,0 0 0,0 0 0,0 0 0,1 0-1,-1 1 1,1 0 0,-1-1 0,1 1 0,0 1 0,0-1 0,-3 5-1,5-1-1097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43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660 45 18812,'-8'-7'189,"1"1"0,-1 1 0,0 0 0,-1 0 0,-14-7 0,19 11-216,-1 0 0,1 0 0,0 0 0,-1 1 0,1-1 0,-1 1-1,1 0 1,0 0 0,-1 1 0,1-1 0,0 1 0,-1 0 0,1 0 0,-8 4 0,-8 3 203,1 1 0,0 1 0,0 1 0,1 0 0,1 2 0,0 0 1,-25 24-1,22-15-106,1 0 0,2 0 0,0 2 0,1 0 0,-15 32 0,-65 151 102,36-72-316,59-134 132,-3 9-205,0-1 0,-1 0 0,0 0 0,-1-1 0,-12 16 0,18-23 145,-1-1 0,1 1 0,-1-1 0,0 1 0,1 0 0,-1-1 0,0 1 0,1-1 0,-1 0 0,0 1 0,1-1 0,-1 1 0,0-1 0,0 0 0,0 0 0,1 1 0,-1-1 0,0 0 0,0 0 0,-1 0 0,0-1-55,0 0 1,1 0 0,-1 1-1,1-2 1,-1 1 0,1 0 0,-1 0-1,1 0 1,-2-3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43.5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21245,'21'26'416,"15"5"-112,11 3-176,19 3-88,6 2 0,-2 1-40,-5 0-48,-15-6-104,-10-2-88,-9-6-320,-6-4-1121,-1-5 913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43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22389,'-3'72'80,"10"-13"-648,5-12-1081,12-32 569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49.2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91 9170,'-3'-16'-243,"3"12"-4,-1-1 0,0 1 0,0 0 0,0-1 0,-1 1 0,-3-8-1,4 10 311,0 1 0,-1-1-1,1 1 1,0 0 0,-1-1 0,1 1-1,-1 0 1,1 0 0,-1 0-1,1 0 1,-1 0 0,0 1-1,0-1 1,1 0 0,-1 1-1,0-1 1,0 1 0,0 0-1,0-1 1,-3 1 0,2 0 334,-1 0-1,1 0 1,-1 1 0,1-1-1,0 1 1,-6 1 0,-1 1 469,10-3-838,0 0-1,-1 0 1,1 0-1,0 0 1,0 0 0,0 0-1,0 0 1,0 0-1,0 0 1,0 0-1,0 0 1,0 0-1,-1 0 1,1 0 0,0 0-1,0 1 1,0-1-1,0 0 1,0 0-1,0 0 1,0 0-1,0 0 1,0 0 0,0 0-1,0 0 1,0 0-1,0 1 1,0-1-1,0 0 1,0 0-1,0 0 1,0 0 0,0 0-1,0 0 1,0 0-1,0 1 1,0-1-1,0 0 1,0 0-1,0 0 1,0 0 0,0 0-1,0 0 1,0 0-1,0 0 1,0 0-1,0 1 1,0-1-1,0 0 1,1 0 0,6 11 46,-2-4 160,67 103 1898,-68-104-1970,-1-1-1,1-1 0,0 1 1,0-1-1,9 9 0,-12-12-140,0-1-1,0 1 0,-1 0 0,1 0 0,0-1 0,0 1 0,0-1 0,0 1 0,0 0 1,0-1-1,0 0 0,0 1 0,0-1 0,0 0 0,0 1 0,0-1 0,0 0 0,1 0 1,-1 0-1,0 0 0,0 0 0,0 0 0,0 0 0,0 0 0,0-1 0,0 1 0,0 0 1,0-1-1,0 1 0,0-1 0,0 1 0,0-1 0,0 1 0,0-1 0,0 0 0,0 1 0,0-1 1,-1 0-1,2-1 0,3-5 24,-1-1 0,0 1 0,-1-1 0,0 0 1,0 0-1,-1 0 0,0 0 0,0 0 0,0-1 1,-2 1-1,1-16 0,-1 21-39,0 1 1,0-1 0,0 0-1,0 1 1,-1-1-1,1 0 1,-1 1 0,0-1-1,0 0 1,0 1-1,0 0 1,0-1 0,-1 1-1,1-1 1,-1 1-1,1 0 1,-1 0-1,0 0 1,0 0 0,0 0-1,0 0 1,0 1-1,0-1 1,-1 1 0,1-1-1,0 1 1,-1 0-1,1 0 1,-1 0-1,0 0 1,1 1 0,-1-1-1,0 1 1,1-1-1,-1 1 1,0 0 0,1 0-1,-1 0 1,-4 1-1,3-1-2,0 1 0,0-1-1,1 1 1,-1 0-1,0 1 1,0-1 0,1 0-1,-1 1 1,1 0-1,-1 0 1,1 0 0,0 0-1,0 1 1,0-1 0,0 1-1,-4 4 1,-1 3 3,1 1 1,0 0-1,-9 18 1,12-21 1,0 1 22,0 1 1,1-1-1,0 1 1,0 0-1,1 0 1,1 0-1,-1 0 1,2 0-1,-1 1 0,1-1 1,2 12-1,11 18 181,-13-38-2,2-9-32,12-39-37,13-91 0,-27 137-135,1-1 1,-1 0-1,0 1 1,0-1-1,0 1 1,0-1-1,0 0 1,0 1-1,0-1 1,0 0-1,0 1 1,0-1-1,0 1 1,0-1-1,0 0 1,0 1-1,-1-1 1,1 0-1,0 1 1,0-1-1,-1 1 1,0-1-1,-8 6 325,-8 20-62,16-25-294,-1 5 42,-1-1 0,1 1 0,0 0 0,0-1-1,0 1 1,1 0 0,0 1 0,-1 6-1,1-9-9,1-1-1,0 1 0,0 0 1,0-1-1,0 1 0,1-1 0,-1 1 1,1-1-1,0 1 0,-1-1 1,1 1-1,0-1 0,0 1 1,1-1-1,-1 0 0,3 4 0,-3-5-3,0 0 0,0 0 0,0-1 0,0 1 0,0-1 0,0 1 0,0-1 0,0 1 0,0-1 0,0 1 0,0-1 0,0 0-1,0 1 1,0-1 0,1 0 0,-1 0 0,0 0 0,0 0 0,0 0 0,0 0 0,0 0 0,0-1 0,1 1 0,-1 0-1,0-1 1,0 1 0,0-1 0,0 1 0,0-1 0,0 1 0,0-1 0,0 0 0,0 1 0,0-1 0,-1 0 0,1 0 0,1-1-1,1 0 8,-1-1-1,1 0 0,-1 1 1,1-1-1,-1 0 0,0-1 0,0 1 1,0 0-1,-1-1 0,2-4 0,-1 0 3,0-1 0,-1 0-1,0 0 1,0 0-1,-1 0 1,0 0-1,-1 0 1,0 0-1,0 0 1,-1 0 0,-3-9-1,4 17-8,1 0 0,-1 0 1,0 0-1,1 0 0,-1 1 0,0-1 0,1 0 0,-1 0 1,0 0-1,0 1 0,0-1 0,0 0 0,0 1 0,0-1 0,0 1 1,0-1-1,0 1 0,0-1 0,0 1 0,0 0 0,0 0 1,0-1-1,0 1 0,0 0 0,-2 0 0,2 0 0,0 0 0,1 1-1,-1-1 1,0 0 0,1 0 0,-1 1-1,0-1 1,1 0 0,-1 1 0,1-1-1,-1 0 1,0 1 0,1-1 0,-1 1-1,1-1 1,-1 1 0,1-1 0,-1 1 0,1-1-1,0 1 1,-1 0 0,1-1 0,0 1-1,-1 0 1,1-1 0,0 1 0,0 0-1,-1-1 1,1 1 0,0 0 0,0-1-1,0 1 1,0 0 0,0 0 0,0-1-1,0 1 1,1 1 0,0 6-1,0 1 1,1-1 0,0 1-1,0-1 1,6 12-1,-8-18-1,1 0 0,0-1 0,0 1 0,0 0 0,1 0 0,-1-1 1,0 1-1,1 0 0,-1-1 0,1 1 0,-1-1 0,1 0 0,0 0 0,-1 1 0,1-1 0,0 0 0,0-1 0,0 1 0,0 0 0,0 0 0,0-1 0,0 1 0,0-1 0,0 0 0,0 1 0,0-1 0,0 0 1,4-1-1,-3 0 0,-1 0 0,1 0 1,-1 0-1,1 0 1,-1-1-1,1 1 1,-1-1-1,0 1 1,0-1-1,0 0 1,0 0-1,0 0 1,0 0-1,0 0 0,-1-1 1,1 1-1,1-4 1,1 0 1,0-2 1,-1 1-1,0 0 0,0-1 1,1-7-1,-3 12 1,0-1 0,-1 1-1,1-1 1,-1 1-1,0-1 1,0 1 0,0-1-1,-1 1 1,1-1 0,-1 1-1,0-1 1,0 1 0,0-1-1,-2-3 1,3 6-2,-1 0 0,0 0 1,1 0-1,-1 0 0,0 1 0,0-1 0,0 0 0,0 0 1,0 1-1,1-1 0,-1 0 0,0 1 0,-1-1 0,1 1 1,0-1-1,0 1 0,0 0 0,-2-1 0,1 1 1,0 0-1,0 0 0,0 0 0,-1 0 1,1 1-1,0-1 0,0 1 1,0-1-1,0 1 0,0 0 0,0 0 1,0-1-1,-2 3 0,-6 3 2,1 0 1,0 1-1,1 0 0,0 0 0,0 1 0,0 0 0,1 1 0,0-1 0,0 1 1,1 1-1,1-1 0,0 1 0,0 0 0,0 0 0,1 1 0,-3 15 1,6-25-9,1-1 0,0 1 0,0-1 0,0 1 0,0-1 0,-1 1 1,1-1-1,0 1 0,0 0 0,0-1 0,0 1 0,0-1 0,0 1 1,0-1-1,0 1 0,0-1 0,1 1 0,-1-1 0,0 1 1,0-1-1,0 1 0,1-1 0,-1 1 0,0-1 0,0 1 0,1-1 1,-1 0-1,0 1 0,1-1 0,-1 1 0,1-1 0,-1 0 0,0 1 1,1-1-1,-1 0 0,1 0 0,-1 1 0,1-1 0,-1 0 1,1 0-1,-1 0 0,1 0 0,-1 1 0,1-1 0,-1 0 0,2 0 1,-1-1-47,1 1 0,-1 0 0,1-1 0,-1 1 1,0-1-1,1 0 0,-1 1 0,0-1 1,1 0-1,-1 0 0,0 0 0,0 0 1,0 0-1,2-2 0,12-20-971,6-13 381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02.4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546 17 5169,'6'0'353,"-1"0"-1,1 0 1,-1-1 0,0 1 0,1-1-1,-1-1 1,0 1 0,0-1-1,0 0 1,6-3 1857,-10 3 808,-8 4-959,-7 7-1856,0 2-1,1 0 0,-14 14 0,-28 24 344,12-18-109,-1-1 0,-2-2 0,-58 26-1,77-43-347,-10 4 111,0 2 1,1 2-1,-50 34 0,82-50-151,-13 11 83,17-6-69,14 0 8,4-3-60,1-1 0,0-1 0,22 1 0,1 0 4,72 15 0,-70-10-3,68 5 0,357-18 52,-314-2-46,43-2-76,273-45 0,-325 26 36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05.7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401 0 10330,'3'11'4205,"3"15"-4059,0 0 1,-2 1-1,-1-1 0,-1 1 0,-2 32 1,0-16 728,8 58 0,-6-88-729,1 0 1,0 0 0,1 0-1,0-1 1,1 1 0,0-1-1,1 0 1,13 19 0,-16-26-135,1 0 0,0-1 0,0 1 0,0-1 0,0 0 0,1 0 0,-1 0 0,1-1 0,0 0 0,0 0 0,1 0 0,-1 0 0,1-1 0,-1 0 0,1 0 0,0 0 0,-1-1 0,1 0 0,0 0 0,0 0 0,0-1 0,0 0 0,0 0 1,0-1-1,0 1 0,0-1 0,10-3 0,-3-1-4,-1 1 0,1-2 0,-1 0 1,-1 0-1,1-1 0,-1 0 0,0-1 1,-1 0-1,0-1 0,0 0 0,14-18 1,-3 1 25,-2-2 0,-1 0 0,-1-1 0,-1 0 1,-2-2-1,-1 1 0,15-53 0,-28 83-30,9-53 276,-8 51-245,-1 0 1,0 0-1,0 0 0,0 0 1,0 0-1,0 0 1,0 0-1,0 0 1,0 0-1,-1 0 0,1 0 1,-1 0-1,0 0 1,0 0-1,1 0 0,-1 1 1,0-1-1,0 0 1,-1 1-1,1-1 0,0 1 1,0-1-1,-3-1 1,4 3-21,-1-1 1,0 1 0,0 0-1,0-1 1,0 1 0,0 0-1,0 0 1,0 0 0,0 0 0,0 0-1,0 0 1,0 0 0,0 0-1,0 0 1,1 0 0,-1 0-1,0 1 1,0-1 0,0 0-1,0 1 1,0-1 0,0 0-1,0 1 1,1-1 0,-1 1-1,0 0 1,0-1 0,1 1 0,-1 0-1,0-1 1,1 1 0,-1 0-1,1 0 1,-1-1 0,1 1-1,-1 0 1,1 0 0,0 0-1,-1 1 1,-1 3 12,-1 0 0,2 1 0,-1-1 1,1 1-1,-2 9 0,2 18 5,1 1 0,2-1 1,2-1-1,14 64 0,-11-56-15,69 360 23,-71-374-39,-2 1 0,-1-1-1,-1 1 1,-3 42 0,1-57 3,-1 0 0,-1 0 0,0 0 1,-1-1-1,0 1 0,0-1 1,-1 0-1,-1 0 0,0 0 1,0-1-1,-1 0 0,-12 13 1,2-5 69,-2-2 1,0 0 0,0-1 0,-2 0-1,0-2 1,0-1 0,-1 0 0,-1-2-1,0 0 1,-44 11 0,29-11 131,1-3 1,-1-1-1,-1-1 0,1-3 0,-1-1 1,-49-5-1,68 2-159,0-1 1,0-1-1,0-1 0,1-1 0,0 0 1,-20-10-1,27 10-87,0-1 1,0 0-1,1 0 0,0-1 0,1-1 1,0 0-1,0 0 0,1-1 0,0 0 1,-9-13-1,9 8-151,1 0 1,0-1-1,2 0 1,-1 0-1,2-1 0,0 1 1,1-1-1,1 0 1,0-1-1,1 1 0,1-30 1,4 18-216,2 0 1,11-41-1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07.8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1 10594,'-2'22'656,"1"4"273,-1 6 135,0 6-592,-5-2-160,6 2-312,-3-7-312,1-12-1705,4 2 1625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08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7 132 21973,'-7'0'648,"7"-4"104,14-9-736,2-7-336,15-9-720,-9-2-2585,-1-4 896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10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66 11682,'16'7'913,"8"0"2047,6 1-1255,2-1-257,12-1-584,-10-5-88,13-1-272,-2 0-175,0-3-265,8-1-56,-8-3-24,0 2-16,-5-7 16,-5 0-72,-8-9-473,-4 4-687,-8-4 680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38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306 1 17260,'-91'178'-645,"72"-148"79,-1 0 0,-1-1 0,-39 40 0,54-63 845,0 0 0,-1 0 1,0 0-1,0-1 0,0 0 0,-1 0 0,0-1 0,-13 6 1,8-9 276,9-6-155,4 4-386,0 0 1,0 0-1,1 0 1,-1 0 0,1 1-1,-1-1 1,1 0-1,-1 0 1,1 0-1,0 1 1,-1-1 0,1 0-1,0 0 1,-1 1-1,1-1 1,0 1 0,0-1-1,0 1 1,0-1-1,1 0 1,7-2 4,-1 0 0,1 1 0,-1 0 0,1 0 1,0 1-1,15 0 0,57 4 32,-55-2-41,-7 1-1,-1-2-1,1 0 1,-1-2 0,1 0 0,-1 0-1,32-10 1,-45 10-10,0 1 0,0-1 1,-1-1-1,1 1 0,0 0 0,-1-1 0,0 0 0,0 0 0,0 0 0,0-1 1,0 0-1,0 1 0,-1-1 0,0 0 0,0-1 0,0 1 0,0 0 1,-1-1-1,1 0 0,-1 1 0,0-1 0,-1 0 0,1 0 0,-1 0 0,0 0 1,0-1-1,-1 1 0,0-8 0,0 5-138,-1 1 0,0 0 1,0 0-1,-1 0 0,-4-12 0,5 17-269,1 2 385,0 0-1,0 0 1,0 0 0,0 0-1,0 0 1,0 0 0,0-1-1,0 1 1,0 0 0,0 0-1,0 0 1,0 0 0,0 0-1,0 0 1,-1 0 0,1 0-1,0 0 1,0-1-1,0 1 1,0 0 0,0 0-1,0 0 1,0 0 0,-1 0-1,1 0 1,0 0 0,0 0-1,0 0 1,0 0 0,0 0-1,0 0 1,-1 0 0,1 0-1,0 0 1,0 0 0,0 0-1,0 0 1,0 0-1,0 0 1,0 0 0,-1 0-1,1 0 1,0 0 0,0 0-1,0 1 1,0-1 0,0 0-1,0 0 1,0 0 0,0 0-1,-1 0 1,-5 2-277,4-2 267,-1 1 17,1-1-1,-1 1 1,0 0 0,1-1 0,-1 1-1,1 0 1,0 0 0,-1 1 0,1-1-1,0 0 1,0 1 0,-1-1 0,1 1-1,0 0 1,1 0 0,-1 0-1,0 0 1,1 0 0,-1 0 0,1 0-1,-1 1 1,-1 4 0,-11 43 651,3 0-1,2 1 1,2 0 0,2 1-1,3 57 1,2-98-1313,0 0 1,1-1-1,0 1 0,3 13 1,4-2-954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39.3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153 0 15011,'-5'7'612,"1"0"0,0 0 0,-5 14 0,7-15-844,0 1 0,0 0-1,0 0 1,1 0 0,0 0-1,1 0 1,0 0 0,0 7 0,0-10 90,1 0 0,0 1 0,0-1 0,0 0 0,0 0 1,0 0-1,1 0 0,0 0 0,0-1 0,0 1 0,0 0 1,1-1-1,4 6 0,-3-6 405,-1 0 1,1 0-1,-1 0 0,1-1 1,0 1-1,0-1 1,0 0-1,0 0 0,6 1 1,5 1 144,1-1 0,0-1 0,0 0 0,0-1 0,30-2 0,-45 1-407,-1 0 0,1 0 0,0 0 0,-1 0 0,1 0 0,0 0-1,0 0 1,-1 0 0,1 0 0,0 0 0,-1 0 0,1 1 0,0-1 0,0 0-1,-1 0 1,1 1 0,-1-1 0,1 1 0,0-1 0,-1 0 0,2 2 0,-2-2-5,0 1 0,0-1 0,0 1 0,0 0 0,0-1 0,0 1 0,0-1 0,0 1 1,0 0-1,0-1 0,0 1 0,0-1 0,0 1 0,0-1 0,-1 1 0,1-1 1,0 1-1,0-1 0,-1 1 0,1-1 0,-1 1 0,-28 31-286,21-24 205,-8 9 67,0-1 0,-1-1 1,-1-1-1,-28 17 0,37-25-199,-1-1-1,1-1 1,-1 0-1,0 0 1,-1-1-1,-12 3 1,16-5-418,1 0 0,-1-1 0,1 0 0,-1 0 0,0 0 0,-9-3 0,-25-9-1139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39.5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64 18404,'31'-7'776,"3"-3"-136,6-8-3632,0-11 1911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1.0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8 120 10826,'11'33'310,"8"49"0,-18-73-291,1 0 0,-2 0 0,1 0 0,-1 1 0,-1-1 0,1 0 0,-1 0 0,-1 0 0,0 0 0,-5 15-1,7-24 31,0 1-1,0-1 0,0 1 0,-1-1 0,1 0 0,0 1 0,0-1 0,0 1 0,0-1 0,0 1 0,-1-1 0,1 0 0,0 1 0,0-1 0,-1 0 0,1 1 0,0-1 0,-1 0 0,1 1 0,0-1 0,-1 0 0,1 0 0,0 1 0,-1-1 0,1 0 0,-1 0 0,1 0 0,0 1 0,-1-1 0,1 0 0,-1 0 0,1 0 0,-1 0 0,1 0 0,0 0 0,-2 0 0,1-1 57,1 0 1,-1 0 0,0 0-1,0 0 1,0 0 0,1 0-1,-1 0 1,1 0 0,-1 0-1,1 0 1,-1-1 0,0-1-1,-7-38 886,9 29-958,0 0 1,0 0-1,1 1 0,0-1 0,1 1 0,1-1 0,0 1 0,8-17 0,0 4-20,1 1 0,28-36-1,-35 51 36,0 0-1,1 1 0,0 0 1,0 1-1,0-1 0,1 1 1,0 1-1,15-9 0,-21 13-21,1 0 1,-1 0-1,0 0 0,1 0 1,-1 0-1,1 1 0,-1-1 1,1 1-1,0 0 0,-1-1 1,1 1-1,-1 0 0,1 1 1,-1-1-1,1 0 0,-1 1 0,1-1 1,-1 1-1,1 0 0,-1 0 1,1 0-1,-1 0 0,0 0 1,0 1-1,1-1 0,-1 1 1,0-1-1,0 1 0,-1 0 1,1 0-1,0 0 0,0 0 1,-1 0-1,0 0 0,1 0 0,-1 1 1,1 1-1,0 1-7,0-1 0,-1 0 0,1 1 0,-1-1 0,0 1 1,0-1-1,-1 1 0,1 0 0,-1-1 0,-1 10 0,-10 49 67,5-34-63,5-22 21,-1 1 0,0-1-1,0 0 1,0 0 0,-1 0 0,0 0 0,-1 0 0,1 0 0,-1-1 0,-6 8 0,8-12 372,2-6-288,0-3-120,1 1-1,-1 0 1,2-1 0,-1 1 0,1-1 0,0 1 0,0 0 0,0 0 0,1 0 0,5-8-1,-1 1 3,1 1 0,1-1-1,17-18 1,-23 28-8,0 0 1,0 0-1,0 1 0,1-1 0,-1 1 1,1-1-1,-1 1 0,1 0 0,0 0 1,0 1-1,0-1 0,0 1 1,0 0-1,5-1 0,-7 2 0,0 0-1,1 0 1,-1 0 0,0 0 0,1 1-1,-1-1 1,0 1 0,0 0-1,1 0 1,-1-1 0,0 1 0,0 0-1,0 1 1,0-1 0,0 0-1,0 1 1,0-1 0,-1 1-1,1-1 1,0 1 0,-1 0 0,0 0-1,1 0 1,-1 0 0,0 0-1,2 3 1,2 6 6,-1 0 0,0 0 0,-1 1 0,3 14-1,-4-15-1,0-1-1,1 1 0,1 0 0,-1-1 1,8 14-1,-10-24-13,-1 1 0,1 0 0,-1 0 0,1 0 0,-1-1 1,1 1-1,0 0 0,-1-1 0,1 1 0,0 0 0,-1-1 0,1 1 1,0-1-1,0 0 0,0 1 0,0-1 0,-1 1 0,1-1 0,0 0 0,0 0 1,0 1-1,0-1 0,0 0 0,0 0 0,1 0 0,0-1-57,-1 1 1,1 0-1,-1-1 0,1 0 0,-1 1 0,0-1 1,1 0-1,-1 0 0,0 1 0,0-1 0,1 0 1,-1 0-1,0-1 0,0 1 0,0 0 0,0 0 1,0-2-1,15-28-603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12.6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805 4 11787,'-35'-3'201,"0"2"1,-1 2-1,1 1 1,0 2 0,0 1-1,1 2 1,-1 1 0,1 2-1,-49 20 1,50-14-193,0 1 0,0 2 0,2 1 1,-56 46-1,66-48-14,0 2-1,2 1 1,0 0 0,1 1 0,2 1-1,0 0 1,-14 31 0,24-43-18,2 0 0,-1 1 0,1-1 0,1 1 0,0 0 0,1 0 0,0 0 0,1 0 0,1 0 0,-1 1 0,2-1 0,0 0 0,3 17 1,0-14 23,1 0 1,0 0-1,1-1 1,0 1-1,1-1 1,1-1 0,0 0-1,1 0 1,1 0-1,12 13 1,10 6 61,0-1 1,2-2 0,2-1-1,0-2 1,2-1 0,1-2-1,0-2 1,2-1-1,55 18 1,-74-31 88,0 0-1,0-2 1,0-1-1,1 0 1,43 0-1,-51-5 38,0 0-1,0-1 1,0 0 0,0-1-1,0-1 1,-1 0-1,0-1 1,1-1 0,23-13-1,-11 3 47,0-2-1,-1 0 1,-1-2 0,-1-1-1,-1-1 1,39-46-1,-49 50-218,0-1 0,0-1-1,-2 0 1,-1-1 0,0 0 0,-2 0-1,0-1 1,-1 0 0,-2 0 0,5-29-1,-7 23-1,-1 1-1,0-1 1,-3 0-1,0 1 0,-5-30 1,3 43-8,0 0 0,-1 1 0,0-1 1,-1 1-1,-1 0 0,0 0 0,-1 1 0,0 0 0,-1 0 1,0 0-1,-18-18 0,11 16 29,0 1-1,-1 0 1,-1 1 0,0 1-1,-1 1 1,0 0-1,-1 1 1,0 1 0,0 1-1,0 1 1,-1 0 0,-25-3-1,26 6-314,1 1 1,-1 0-1,0 2 0,1 0 1,-1 1-1,1 1 0,-1 1 0,1 0 1,0 2-1,0 0 0,0 1 0,0 0 1,-27 16-1,-19 20-1395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14.1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445 1 15251,'-4'1'78,"1"1"1,0 0-1,0 0 0,0 0 0,0 0 1,1 0-1,-1 0 0,0 1 0,1-1 1,0 1-1,-1 0 0,1 0 0,0 0 0,0 0 1,1 0-1,-1 0 0,1 0 0,-1 0 1,0 6-1,-2 4-12,2-1 0,-1 0 0,2 1 0,-1 15 0,2-7 210,1 0 0,1 0-1,0 0 1,8 25-1,28 82 548,-21-76-696,-8-24-85,-1 0 2,1 0-1,1-1 0,22 41 1,-28-61-33,0-1 1,0 1 0,1-1 0,0 0 0,0 0 0,1-1 0,-1 0 0,1 0 0,1 0 0,-1 0 0,0-1 0,1 0 0,0 0 0,0-1 0,0 0-1,0 0 1,1-1 0,9 2 0,-9-2 2,-1-2-1,1 1 1,-1-1-1,1 0 1,-1 0-1,1-1 0,-1 0 1,0 0-1,1-1 1,-1 0-1,0 0 1,9-5-1,-6 3-3,-1-2 0,0 1 0,-1-1 0,0 0 0,0-1-1,0 0 1,-1-1 0,7-7 0,2-7 6,-1 0 0,-1-1 0,-1-1 0,-1 0 0,17-50 0,-28 71-14,9-25 159,10-45 0,-19 66-103,0 1 0,0-1 0,0 1 0,-1-1 0,0 0 1,0 1-1,-1-1 0,1 0 0,-1 1 0,-1-1 0,1 1 1,-1-1-1,-4-6 0,6 12-45,-1-1 1,1 1-1,-1 0 1,0 0-1,0 0 1,0 0-1,0 0 1,1 0-1,-1 0 1,0 0-1,-1 1 1,0-2-1,1 2-8,1-1 1,-1 1-1,1 0 0,-1 0 1,1 0-1,0 0 0,-1 0 0,1 0 1,-1 0-1,1 0 0,-1 0 1,1 0-1,-1 0 0,1 0 1,-1 0-1,1 0 0,-1 1 0,1-1 1,-1 0-1,1 0 0,0 0 1,-1 1-1,0-1 0,0 2 4,-1-1-1,1 1 1,0 0-1,0-1 1,-1 1-1,1 0 1,0 0-1,0 0 1,1 0-1,-1 0 1,0 0-1,1 0 1,-1 2-1,-1 10 4,1-1 0,0 1 1,1-1-1,0 1 0,1-1 0,4 19 0,23 83-11,-25-105-1,36 124-91,23 84-502,-51-170 81,-3 1 1,5 77 0,-13-105 333,0 1-1,-2-1 1,0 1-1,-2-1 1,0 0 0,-2 0-1,0 0 1,-12 26 0,7-23 274,-2 0 0,0-2 1,-2 1-1,0-2 0,-1 0 1,-24 23-1,10-16 278,-1-1-1,-1-1 1,-1-2-1,-1-2 1,-1-1-1,-1-1 1,-1-2 0,-73 24-1,81-33-222,0-2 0,0 0-1,-1-2 1,0-2 0,0-1 0,1-1-1,-1-1 1,-37-5 0,53 3-153,0-1 0,0-1 1,1 0-1,0 0 0,-1-2 0,1 1 0,1-2 1,-19-11-1,23 12-63,0 0 0,1-1 0,0 0-1,0 0 1,1 0 0,0-1 0,0 0 0,0 0 0,1-1 0,1 0 0,-1 0 0,1 0 0,-3-12-1,4 10-222,1-1-1,0 0 1,0 1-1,1-1 1,1 0-1,0 0 1,0 1-1,2-1 1,-1 0-1,1 1 1,1-1-1,0 1 0,7-17 1,31-71-2033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21.6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1567 0 10594,'0'0'1225,"-4"9"-416,-4 0-592,0-1 1,-1 0-1,0-1 0,0 0 0,-21 11 1,-63 31 1600,58-32-1305,-39 20 192,-247 131 179,-416 283-289,682-416-508,-92 62 392,125-74-274,22-22-194,-1-1-1,1 1 1,-1-1 0,1 1-1,-1-1 1,1 1-1,0 0 1,-1-1-1,1 1 1,0 0 0,-1-1-1,1 1 1,0 0-1,0-1 1,0 1 0,0 0-1,0-1 1,0 1-1,0 0 1,0 0 0,0-1-1,0 1 1,0 0-1,0-1 1,0 1 0,0 0-1,1 0 1,-1-1-1,0 1 1,1-1-1,-1 1 1,0 0 0,1-1-1,-1 1 1,1-1-1,-1 1 1,1-1 0,-1 1-1,1-1 1,-1 1-1,1-1 1,0 1 0,6 2 44,0-1 0,-1 0 1,1 0-1,0 0 0,0-1 1,12 1-1,48-2 144,-45 0-152,541-44 384,26-1-170,-572 45-251,60 3 8,-69-2-16,-1 0-1,1 1 1,-1 0 0,1 0 0,-1 0 0,0 1 0,11 6 0,-16-8-3,-1 0 0,1 0 0,-1 0 0,0 0 0,1 0 0,-1 0 0,0 1 1,0-1-1,0 0 0,1 1 0,-1-1 0,-1 1 0,1-1 0,0 1 0,0 0 0,-1-1 0,1 1 1,-1 0-1,1-1 0,-1 1 0,1 0 0,-1 0 0,0-1 0,0 1 0,0 0 0,0 0 0,-1-1 0,1 1 1,0 0-1,-1 0 0,1-1 0,-1 1 0,1 0 0,-1-1 0,0 1 0,0-1 0,0 1 0,0-1 0,-1 2 1,-4 7-15,-1 0 0,-1-1 0,0 0 0,-15 13 0,-21 15-48,-1-2 0,-97 56 0,-112 40-51,32-28-10,-305 164 11,515-259 115,-9 4 8,0 1-1,0 0 1,1 2 0,1 0-1,1 2 1,-19 21-1,34-34-3,0 0-1,0 0 1,0 0-1,1 0 0,-1 1 1,1-1-1,0 1 1,-1 7-1,2-9 1,1-1-1,-1 0 1,1 1 0,0-1-1,0 1 1,0-1 0,0 1 0,1-1-1,-1 0 1,1 1 0,-1-1-1,1 0 1,0 1 0,0-1 0,0 0-1,0 0 1,0 0 0,1 1-1,2 2 1,1 0 20,0 0 0,0-1 0,1 0 0,-1 0 0,1 0 0,0 0 0,0-1 1,0 0-1,1 0 0,8 2 0,8 2 100,39 5 0,-9-5-26,1-2 1,-1-3 0,89-7-1,159-39 30,295-109-479,-345 66-3642,-173 59 2144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22.6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10674,'10'28'1473,"7"7"6368,1 4-7017,-3 6-688,1 0-152,-11-1-136,-2 1-16,-1-9 24,-2-7 96,0-10 48,-10-12 0,1-7-632,-3-14-3625,-12-27 2537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22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1 137 21517,'1'-1'824,"36"-29"552,13 11-1560,10-7-464,1-5-872,-1 2 415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23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77 20260,'10'-9'809,"9"2"-409,10-2-352,8 2-272,-1 0-249,2 2-319,2 2 80,5-1 296,0 1 224,3-1 312,2 3-8,-6-4-816,-3-2-5321,-8 1 5120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23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1 186 12403,'0'0'3512,"13"0"3058,19-9-6722,13-1-216,13-6-88,8 3 112,-4 0 47,-13 0 137,3 1 160,-13 3 40,3-8 24,-1-1-136,-11-6-3128,1-7 1959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23.7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21637,'0'0'448,"16"5"-384,6 9-352,14 17-400,1 11-417,-3 24 457,-3 10 272,-13 17 544,-6 2 160,-12-1-8,-5-6-176,-13-14-144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23.1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516 0 19100,'-54'25'584,"0"11"-296,9 9-152,2 27-64,2 15 0,1 32 40,-2 21-8,-3 50 8,0 28 8,1 43-48,4 14-24,19-1-16,19-17-24,39-34-16,28-19-120,34-43-1064,20-22 872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20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0 14459,'3'24'1816,"1"2"969,-1 9-2529,2 5-184,-5 8-208,2 0-32,-2-3 24,-3-8-8,-1-15-256,-3-11-2033,-5-17 1513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20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23565,'0'14'-40,"9"-4"-632,11-5 216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21.9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42 207 9978,'-4'2'851,"0"-1"0,1 1 0,-1 0 0,1 0-1,-1 0 1,1 1 0,-1-1 0,1 1 0,0-1 0,-4 6-1,14-12-295,6-8-319,4-14 426,-2-1-1,17-37 1,20-39-441,-55 108-217,0-1-1,1 1 1,-1-1-1,1 1 1,0 0 0,0 0-1,1 0 1,0 1-1,0-1 1,0 0 0,0 0-1,1 1 1,0-1-1,0 0 1,1 8-1,1-3 7,1 1 1,0-1-1,0 0 0,1 0 0,1 0 0,0-1 0,0 0 0,1 0 0,0 0 0,0 0 0,1-1 0,0 0 0,11 9 0,-11-10-34,1-1 1,-1 0-1,2 0 0,-1-1 0,0 0 1,1 0-1,0-1 0,0 0 1,1 0-1,-1-1 0,0-1 1,1 0-1,0 0 0,15 1 1,-21-3-53,0-1 1,0 1-1,0-1 1,-1 0-1,1 0 1,0 0-1,-1-1 0,1 1 1,-1-1-1,1 0 1,-1 0-1,0 0 1,0 0-1,0 0 1,0-1-1,0 0 1,0 1-1,-1-1 1,1 0-1,-1 0 0,0 0 1,0-1-1,0 1 1,1-4-1,15-30-560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22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17876,'60'1'419,"-1"3"1,1 2 0,-1 3-1,-1 3 1,0 2-1,0 2 1,79 36 0,-95-32-375,-1 1 1,-1 3-1,-1 1 1,-1 2-1,-2 1 1,0 2-1,62 69 1,-65-59-29,-2 2-1,-1 2 1,-2 0 0,-2 2 0,-2 1-1,33 96 1,-34-70-22,-4 2 0,-3 0 0,-3 0 0,-3 1 0,-4 1 0,-3-1 0,-9 98 0,-4-82-10,-3 1 1,-5-2-1,-4 0 0,-3-1 1,-61 139-1,44-133-151,-5-1-1,-4-3 1,-93 127-1,52-113-141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24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22 21133,'98'-12'280,"177"3"1,-264 8-294,0 2 1,0-1-1,0 2 0,0-1 0,20 7 1,-28-7 13,0 0-1,-1 1 1,1-1 0,0 1 0,-1-1 0,1 1 0,-1 0-1,0 0 1,1 0 0,-1 0 0,0 0 0,0 1-1,-1-1 1,1 1 0,0-1 0,-1 1 0,0 0 0,1-1-1,-1 1 1,0 0 0,0 0 0,-1 0 0,1 0 0,0 0-1,-1 6 1,0 4 11,0 1 0,-2-1-1,1 1 1,-2-1 0,0 0-1,0 0 1,-1 0 0,-1 0 0,0-1-1,-1 0 1,-9 16 0,-5 3 11,0-1 1,-2 0-1,-26 26 1,27-34-7,-1-1 0,0-1 0,-2-1 0,0 0 0,-42 22 0,55-34-6,-2-1 1,1 0 0,-1-1-1,1 0 1,-1-1-1,-1-1 1,1 0 0,0-1-1,-1 0 1,0-1 0,1 0-1,-1-2 1,1 1-1,-20-4 1,30 3-8,1 1 1,0 0-1,0-1 0,0 1 1,0-1-1,0 0 0,1 0 1,-1 1-1,0-1 0,0-1 1,0 1-1,1 0 0,-1 0 1,0-1-1,1 1 0,-1-1 1,1 1-1,0-1 0,0 1 1,-1-1-1,1 0 0,0 0 1,0 0-1,0 1 0,1-1 1,-1 0-1,0 0 0,1 0 1,-1-4-1,1 3 5,1-1-1,-1 1 1,1 0-1,-1-1 1,1 1 0,0 0-1,1 0 1,-1 0-1,0 0 1,1 0 0,0 0-1,-1 0 1,1 0-1,1 1 1,-1-1 0,0 1-1,0-1 1,4-2-1,8-6 34,1 1-1,1 0 1,0 1-1,0 1 0,0 0 1,1 1-1,32-9 1,7 3 61,67-9 0,214-2-311,-68 9-3290,-155 0 1651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30.5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1053 10 17540,'-5'-2'283,"0"0"1,0 0 0,0 1-1,0 0 1,0 0-1,0 1 1,0-1-1,-1 1 1,1 0 0,-9 2-1,-56 12-620,42-8 573,-42 10-24,1 3 1,1 3 0,0 3-1,2 2 1,1 4-1,-82 52 1,122-66-145,0 1 0,1 2 0,1 0 0,-35 40 0,47-46-42,0 0 0,1 1 0,0 0 0,1 0 0,1 1 0,0 1 0,1-1 0,1 1 0,-5 22 0,10-34-15,0 1-1,0-1 1,1 1 0,-1-1-1,1 1 1,1-1 0,-1 1-1,3 9 1,-2-12-2,0 0-1,0 0 1,0 0 0,1 0 0,0 0 0,-1-1-1,1 1 1,0 0 0,0-1 0,0 1 0,1-1 0,-1 0-1,1 1 1,-1-1 0,1-1 0,3 3 0,5 2 21,0-1 0,0-1 0,1 0 0,0 0 0,0-1 0,0-1 0,0 0 0,0-1 0,0 0 0,0 0 0,13-2 0,10-2 50,0-1 1,53-13-1,197-58 465,-280 74-501,-23 8 95,-75 26-16,-118 60 0,177-75-102,2 2 0,0 0 0,1 2 0,2 1 0,0 2 1,-43 48-1,49-46 12,1 1 1,-30 54 0,44-68-21,1 1 0,0 0 0,1 1 0,1-1 0,0 1 0,1 0 0,1 1 0,-1 15 0,3-28-14,1 0 0,0-1-1,0 1 1,0-1-1,0 1 1,1-1 0,-1 1-1,1-1 1,0 1 0,0-1-1,0 1 1,1-1 0,-1 0-1,1 0 1,0 0-1,0 0 1,0 0 0,0 0-1,0 0 1,1-1 0,-1 1-1,1-1 1,-1 1-1,1-1 1,0 0 0,0 0-1,0 0 1,0-1 0,1 1-1,-1-1 1,0 0 0,1 0-1,-1 0 1,1 0-1,-1 0 1,1-1 0,-1 0-1,1 1 1,4-2 0,8 1-24,0-1 1,1-1 0,-1 0 0,0-1-1,-1-1 1,25-9 0,91-43-456,-124 53 439,294-165-3936,-227 117 2518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31.9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2 400 20012,'0'0'1482,"-1"-1"-1107,11 3-375,-5-1 5,44 7 14,-48-8-18,0 0 1,0 0-1,0 0 1,0 0-1,0 1 1,-1-1-1,1 0 0,0 0 1,0 1-1,0-1 1,0 0-1,-1 1 1,1-1-1,0 1 1,0-1-1,-1 1 1,1-1-1,0 1 1,-1 0-1,1-1 1,-1 1-1,1 0 1,-1-1-1,1 1 1,0 1-1,-1 0 8,1 0 1,-1-1-1,1 1 0,-1 0 0,0 0 1,0 0-1,0 0 0,0 0 0,0 0 1,0-1-1,-1 4 0,-2 3 45,1-1-1,-1 1 0,0-1 0,-8 14 1,-4 5 106,15-24-67,-2-9-69,0-4-25,0-1 0,1 1 0,1-1-1,-1 1 1,2-1 0,0 0 0,0 1 0,1-1 0,4-13-1,1 0-7,1 0 0,1 0-1,16-29 1,-20 45 10,0 0 0,1 1 0,0-1 0,0 1 0,1 0 0,0 1 0,0 0 0,1 0 0,0 0 0,0 1 0,1 0 0,12-6 0,-13 8 0,-1 1 0,1 0 0,0 0 0,0 1 0,0 0-1,1 1 1,-1 0 0,0 0 0,1 0 0,-1 1 0,0 1 0,1-1 0,-1 1 0,0 1 0,12 3 0,-13-3 1,0 1 1,0 1-1,-1-1 0,1 1 1,-1 0-1,0 0 0,0 1 1,-1 0-1,1 0 0,-1 0 1,0 1-1,0 0 0,-1 0 1,7 11-1,1 5 25,0 0-1,15 47 1,-23-59 15,-1 1 0,0 0 0,1 12 0,-3-20-27,-1 0-1,0 0 0,1 0 0,-1 0 0,-1 0 1,1-1-1,0 1 0,-1 0 0,1 0 1,-1 0-1,0 0 0,0-1 0,0 1 1,0 0-1,-1-1 0,-2 6 0,3-7-10,0-1-1,0 1 0,0 0 1,0-1-1,0 1 0,0 0 0,0-1 1,0 1-1,0-1 0,0 0 1,-1 1-1,1-1 0,0 0 1,0 1-1,0-1 0,0 0 1,-1 0-1,1 0 0,0 0 1,0 0-1,0-1 0,-1 1 1,1 0-1,0-1 0,0 1 0,0 0 1,0-1-1,0 1 0,0-1 1,0 0-1,-1 0 0,-6-3-2,1-1 0,0-1 0,-8-6 0,6 4-1,5 5-7,0 0 1,0 0 0,0-1 0,1 0 0,0 1-1,-1-1 1,1-1 0,1 1 0,-1 0-1,-2-6 1,4 8 1,1-1 1,-1 1-1,1 0 0,0-1 0,-1 1 0,1-1 1,0 1-1,1-1 0,-1 1 0,0-1 0,1 1 0,-1 0 1,1-1-1,0 1 0,0 0 0,0-1 0,0 1 1,0 0-1,0 0 0,0 0 0,1 0 0,-1 0 0,3-2 1,2-3-36,1 0 0,0 1 0,0 0 0,0 0 0,1 1 0,-1-1 1,1 2-1,1-1 0,-1 1 0,1 1 0,-1-1 0,1 1 1,0 1-1,0 0 0,0 0 0,17-1 0,-25 4 41,0-1-1,0 0 1,0 0-1,0 0 1,0 1-1,0-1 1,0 0 0,0 1-1,0-1 1,-1 1-1,1-1 1,0 1-1,0-1 1,0 1 0,-1 0-1,1-1 1,0 1-1,-1 0 1,1 0-1,0-1 1,-1 1-1,1 0 1,-1 0 0,1 2-1,11 29 131,-4-12-21,1-4-60,1-1 0,1-1-1,0 0 1,1-1 0,1 0 0,0 0 0,1-2 0,0 1 0,1-2-1,0 0 1,0-1 0,22 10 0,-33-18-48,0 0 0,-1 1 0,1-2-1,0 1 1,0 0 0,-1-1 0,1 1 0,0-1 0,0 0 0,0-1 0,0 1 0,0-1-1,-1 1 1,1-1 0,0 0 0,0-1 0,-1 1 0,1-1 0,-1 1 0,1-1-1,-1 0 1,0 0 0,0-1 0,0 1 0,0 0 0,0-1 0,0 0 0,-1 0 0,1 0-1,-1 0 1,0 0 0,4-7 0,-3 4-33,1-1 1,-1 1-1,0-1 1,0 0-1,-1 0 1,0 0-1,-1-1 1,1 1-1,-1 0 0,0-1 1,-1 1-1,0-1 1,0 1-1,-1 0 1,0-1-1,-3-11 1,1 12 1,0-1 1,-1 0-1,0 1 1,0 0-1,-1 0 1,1 0-1,-2 1 1,1-1-1,-1 1 1,0 0-1,0 1 1,-1 0-1,1 0 1,-12-7-1,14 10 41,0 0 0,0 0-1,0 0 1,0 1 0,0 0-1,0-1 1,0 1 0,0 1-1,-1-1 1,1 0 0,0 1-1,-1 0 1,1 0 0,0 1-1,-1-1 1,1 1 0,0 0-1,0 0 1,0 0 0,0 1-1,0-1 1,0 1 0,0 0-1,0 0 1,0 0 0,1 1-1,-1-1 1,1 1 0,-4 3-1,3-2 15,0 0-1,1 1 1,0-1-1,-1 0 0,2 1 1,-4 6-1,5-10-21,1 0-1,-1 0 0,1 0 1,-1 1-1,1-1 0,-1 0 0,1 0 1,0 1-1,0-1 0,0 0 1,0 0-1,0 1 0,0-1 1,0 0-1,0 0 0,0 1 1,1-1-1,-1 0 0,0 0 1,1 0-1,-1 1 0,1-1 0,-1 0 1,1 0-1,0 0 0,-1 0 1,1 0-1,0 0 0,0 0 1,0 0-1,0 0 0,0-1 1,1 2-1,4 1 3,-1 0 0,1-1 0,0 0 0,0 0 0,0 0 0,0 0 0,1-1 0,-1 0 0,0-1 0,9 1 0,8-2 20,34-4 1,18-8 4,-53 8-21,0 0 0,1 2 0,-1 1 0,1 0 0,25 3 1,-45-1-10,0 0 0,0 1-1,0 0 1,0-1 0,-1 1 0,1 0 0,0 0 0,0 1 0,-1-1 0,1 0 0,3 4 0,-5-4-2,1 0 1,-1 0-1,0 1 0,0-1 0,0 1 0,0-1 1,0 1-1,0-1 0,0 1 0,-1-1 1,1 1-1,-1 0 0,1-1 0,-1 1 1,1 2-1,-1 2 1,0 0 1,-1 1 0,0-1-1,0 0 1,0 0-1,0 0 1,-1 0 0,0 0-1,-5 8 1,-19 39 190,26-53-188,0 0 1,0 0-1,0 0 1,0 0-1,0 0 1,0 0-1,0 1 1,-1-1-1,1 0 1,0 0-1,0 0 1,0 0-1,0 0 1,0 0-1,-1 0 1,1 0-1,0 0 1,0 0-1,0 0 1,0 0-1,-1 0 1,1 0-1,0 0 1,0 0-1,0 0 1,0 0-1,-1 0 1,1 0-1,0 0 1,0 0-1,0 0 1,0 0-1,-1 0 1,1 0-1,0 0 1,0 0-1,0 0 1,0 0-1,0 0 1,0-1-1,-1 1 0,1 0 1,0 0-1,0 0 1,0 0-1,0 0 1,0 0-1,0-1 1,0 1-1,0 0 1,-1 0-1,1 0 1,0 0-1,0-1 1,0 1-1,0 0 1,0 0-1,-2-3 11,0 1 0,1-1-1,-1 1 1,0-1 0,1 1-1,0-1 1,-1 0 0,1 0-1,0 0 1,1 0 0,-1 0 0,0 0-1,1 0 1,0 0 0,0 0-1,0 0 1,0 0 0,0 0-1,0-1 1,1 1 0,-1 0-1,1 0 1,0 1 0,0-1-1,3-5 1,-1 1-6,0 0-1,0 0 1,1 0-1,0 1 1,1-1-1,-1 1 1,1 0-1,0 0 1,1 1 0,5-5-1,-1 3-9,0 1-1,0 0 1,0 0 0,1 1-1,0 1 1,0 0 0,0 0-1,0 1 1,14-2 0,-17 4-8,-1 0 0,1 0 0,0 1 1,-1 0-1,1 1 0,0-1 1,-1 2-1,1-1 0,-1 1 0,1 0 1,-1 0-1,0 1 0,0 0 0,11 6 1,-10-3 2,0-1 0,-1 1 0,0 1 0,0-1 0,0 1 0,5 8 0,-9-11 4,-1 0 1,1-1-1,-1 1 1,0 0 0,0 0-1,0 1 1,-1-1-1,1 0 1,-1 1 0,0-1-1,0 0 1,-1 1-1,1-1 1,-1 8-1,0-11 3,0 0 0,0 0 0,-1 0 0,1 0-1,0 0 1,0 0 0,-1 0 0,1 0 0,0 0 0,-1 0-1,1 0 1,-1 0 0,1 0 0,-1 0 0,0-1-1,1 1 1,-1 0 0,0 0 0,1-1 0,-1 1 0,0 0-1,0-1 1,0 1 0,0-1 0,0 1 0,0-1-1,0 1 1,1-1 0,-1 0 0,0 0 0,0 1-1,0-1 1,-1 0 0,1 0 0,0 0 0,0 0 0,0 0-1,0 0 1,0 0 0,-1-1 0,-1 1 0,1-1 0,0 1-1,0-1 1,0 0 0,0 0 0,0 0 0,0 0 0,0 0-1,0-1 1,0 1 0,0 0 0,1-1 0,-1 1 0,0-1 0,1 0-1,0 0 1,-1 1 0,1-1 0,-1-3 0,0 0-28,0-1 1,0 0-1,1 1 1,0-1-1,1 0 1,-1 0-1,1 0 1,0 0-1,0 0 0,1 0 1,0 1-1,0-1 1,2-7-1,4-11-413,20-41 1,-14 33 20,-5 12-524,-2 0-1,-1 0 1,6-34 0,-7 16-832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32.3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1 187 18956,'17'0'1104,"12"4"121,46-6-985,23-3-96,21-7-88,9-4-24,19-5-8,13 2 8,12 0-16,10 0 16,-13 4-8,-13 1 0,-23-2-8,-10 6-8,-30 1-136,-11 2-240,-37 1 192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34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6569,'8'-2'2321,"-6"2"-2105,0 0 208,-1 0 224,34 29 344,-35-1 97,-3 12 1063,-3 5-384,5 14-951,-1 5-337,2 3-504,3-1-768,-3-7 503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30.1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 4817,'0'-11'-432,"0"-1"160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30.3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 3585,'0'0'7457,"-7"12"-6216,7 19 815,-2 26-952,2 17-176,4 13-351,-4 1-145,3-7-248,6-10-136,-4-9-3225,9-8 2361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31.1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 5929,'7'-8'128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31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6041,'-5'5'856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32.0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59 9306,'-2'0'408,"1"0"104,-1 0-248,-2 0 16,3 0 88,-1 0 241,0 0 215,1 0 848,-1 0-96,0 0-471,0 0-297,1-2-32,1 1-904,1-1-1520,46-52-4130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32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11154,'0'0'5650,"2"1"-5554,24 25-48,-14 5 0,2 11-24,-1 17 0,3 6 0,-4 6-120,0-2-312,-2-5 264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35.7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121 173 6001,'-3'-6'1506,"-6"-5"8337,-7 4-8977,10 5-838,-22-5 47,27 7-70,0-1-1,-1 1 1,1 1 0,-1-1 0,1 0-1,0 0 1,-1 0 0,1 1 0,0-1-1,-1 1 1,1-1 0,0 1 0,-1-1-1,1 1 1,0 0 0,0 0 0,0 0-1,0-1 1,0 1 0,0 0-1,0 0 1,-1 2 0,-2 3 3,0 1-1,0 0 1,1 0-1,0 0 1,0 1 0,1-1-1,0 0 1,1 1-1,-1 0 1,1-1 0,1 1-1,-1 0 1,1 0-1,1-1 1,2 14 0,0-1 4,1-1 0,1 0 0,1 0 0,17 35 1,-23-53-13,1 1 0,-1-1 0,1 0 1,0 0-1,-1 0 0,1 0 0,0 0 1,0 0-1,-1 0 0,1 0 0,0 0 1,0 0-1,0 0 0,0 0 0,0-1 1,0 1-1,1 0 0,-1-1 0,0 1 1,0-1-1,0 1 0,1-1 0,-1 0 1,0 1-1,0-1 0,1 0 0,0 0 1,1 0 0,0-1 1,-1 0 0,1 0-1,0 0 1,-1 0 0,1 0-1,-1 0 1,1 0 0,-1-1-1,0 0 1,0 1 0,3-3-1,5-7 14,1 1-1,-2-2 0,15-19 0,-9 6-1,0 0-1,-2 0 1,-1-2-1,-1 1 1,-1-1 0,-2-1-1,0 0 1,3-29-1,-10 49-5,0 1 0,-1 0-1,0 0 1,0 0 0,-2-12-1,2 18 1,0-1 0,-1 1 1,1-1-1,-1 1 0,1-1 0,-1 1 0,0-1 0,1 1 0,-1-1 0,0 1 1,0 0-1,0 0 0,0-1 0,0 1 0,0 0 0,-1 0 0,1 0 0,0 0 0,0 0 1,-1 0-1,1 1 0,-1-1 0,1 0 0,-1 1 0,1-1 0,-1 1 0,1-1 1,-1 1-1,-2-1 0,2 1 2,-1 0 1,1 1-1,0-1 0,0 0 1,0 1-1,-1-1 1,1 1-1,0 0 0,0 0 1,0 0-1,0 0 1,0 0-1,0 0 1,0 0-1,1 1 0,-1-1 1,0 1-1,1-1 1,-1 1-1,1 0 0,-1 0 1,1-1-1,0 1 1,0 0-1,-2 4 0,-2 4 7,1 0-1,1 0 0,0 0 1,-3 14-1,1-4-9,-15 88 36,19-94-54,-1 0-1,2-1 1,0 1-1,1-1 1,4 26-1,-5-38 4,0 0 0,1 1 0,-1-1 0,0 0 0,1 1 0,0-1 0,-1 0 0,1 0 0,0 0-1,-1 1 1,1-1 0,0 0 0,0 0 0,0 0 0,0 0 0,0-1 0,0 1 0,0 0-1,0 0 1,1 0 0,1 0 0,-2-1-11,1 1 0,0-1 0,0 0 0,-1 0 0,1 0 0,0 0 0,0 0 0,-1 0 0,1 0 0,0-1 0,0 1 0,-1-1 0,1 1 0,0-1 0,-1 0 0,1 1 0,-1-1 0,4-2 0,30-28-185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37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44 8626,'0'-18'-152,"1"-8"120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38.0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37 834 7794,'8'-85'3478,"20"-87"1,-25 159-3447,-1 1 0,-1-1 0,0 0 0,0 1 0,-2-1-1,1 0 1,-2 0 0,-4-19 0,2 15 238,-2 0 1,0 1-1,-1-1 0,-1 1 0,-15-24 1,21 36-196,0 0 0,-1 0 0,1 0 0,1 0 0,-1-1 0,1 1 0,0-1 0,0 1 0,0-1 0,0-5 0,1-2-28,1 1 0,3-21 0,0 7-9,10-34 25,-10 44-39,0 0 1,-1 0-1,2-17 0,-9-18 120,-8 50-2160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38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1309 48 480,'0'0'988,"-2"-7"5636,-1-1-4448,-9 3 0,-13-2-657,-15-9-1059,30 12 446,7 3-636,-7 6-90,-13 3-133,1 1 0,-25 16-1,31-17-10,-1 0-1,1-2 0,-1 1 0,0-2 0,0 0 0,-32 4 0,-110 0 411,-2 0-161,-114 56-159,89-17-84,153-40-307,-44 8 367,27-13-5031,28-5 3319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39.6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1681 65 9570,'0'0'988,"1"1"-914,-10-5-74,-32-10 1627,-1 2 0,-80-14 0,83 21-1430,1 2 0,-1 1 0,1 2 0,-64 9 0,-153 37-223,226-40 70,-269 71 33,19-3-18,226-64-891,0-2 1,0-2-1,-67-1 1,48-8-348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42.4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323 1756 8642,'-4'-15'347,"0"0"0,0 0 0,1-1 0,1 1 1,1-1-1,1-29 0,16-96-457,-3 48-432,-12 82 424,19-335-2398,-20 302 3039,-3 0 0,-1 1 0,-2-1 0,-2 1 0,-27-81 0,-36-35 787,43 100-1094,-30-88 1,47 118-44,0 0 1,-2 2 0,-1-1 0,-1 2-1,-1 0 1,-36-44 0,49 67-155,3 2-6,-1 1 0,0-1 0,1 1 0,-1-1 0,1 0 0,0 1 0,-1-1 0,1 0 0,0 1 0,-1-1 0,1 0 0,0 1 0,0-1 0,-1 0 0,1 0 0,0 0 0,0-1-6,1 0 0,-1 1 0,1-1 0,0 1 0,-1-1 0,1 0 0,0 1 0,0-1 1,0 1-1,0 0 0,0-1 0,2-1 0,30-35 1,-32 38 4,-1-1 0,1 0 0,0 0 0,0 0 0,0 0-1,-1 1 1,1-1 0,0 0 0,0 1 0,0-1 0,0 1 0,0-1 0,0 1 0,1 0 0,-1-1-1,0 1 1,1 0 0,7 3-3332,-8-1 2445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42.9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2485 1 3785,'-14'1'645,"0"1"1,0 0-1,1 1 0,-24 9 1,-13 2-370,-119 20 1690,-1-8 1,-341 9-1,-148-16 53,456-3-2036,-247 52-1,317-36-2574,85-21 1864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45.2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452 2988 7994,'0'0'1121,"0"-5"1681,0 0-2790,0 0 0,-1 0-1,0 0 1,1 0 0,-2 1-1,1-1 1,-3-7 0,-1-3 16,-30-90 916,23 72-150,-10-42 0,11 16 211,-6-88-1,11-60 154,5 117-877,-3 0-1,-25-139 1,-33-7 266,-14-71 440,46 111-773,-26-141-138,3 73-15,42 191-28,-1-121 1,11 157-41,10-69-1,-8 95-11,1 1 0,1-1 0,0 1 1,0 0-1,1 0 0,0 0 0,1 1 0,0-1 0,1 1 1,0 0-1,8-10 0,-7 11-184,-6 7-29,4 3-639,-5 0 714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46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4095 33 7682,'0'-5'3444,"0"4"-3444,-1 0 0,0 1 0,1-1 0,-1 0-1,1 1 1,-1-1 0,0 0 0,1 1-1,-1-1 1,0 1 0,0-1 0,1 1 0,-1 0-1,0-1 1,0 1 0,0 0 0,0-1-1,-17-4 60,0 1-1,0 1 0,0 1 1,-22-1-1,-85 2 621,-425 47 1146,307-19-549,-965 71 746,1123-94-2012,-493 35 76,424-21-46,-262 65 0,327-58-42,-286 67-2542,228-71 1533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46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4215 15 10162,'-92'14'223,"-1"-4"0,0-4-1,-124-8 1,15-12 527,-513-15 3448,205 50-3260,-159 0-344,415-24-451,-372 7 5,418 8-144,-248 2-20,448-14 9,3 0-29,-1 1 1,1-2-1,-1 1 1,1-1-1,-1 1 1,1-1-1,0-1 1,-1 1-1,1-1 1,-9-4-1,14 5 29,-1 1 0,1 0 0,0-1 0,0 1 0,-1 0 0,1-1-1,0 1 1,0-1 0,-1 1 0,1-1 0,0 1 0,0-1 0,0 1-1,0-1 1,0 1 0,0 0 0,0-1 0,0 1 0,0-1 0,0 1-1,0-1 1,0 1 0,0-1 0,0 0 0,0 1 7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48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10506,'0'0'1318,"7"3"-931,-1 0-376,0 0 0,-1 0 0,0 1 0,1 0 0,-1 0 1,0 0-1,6 7 0,-7-7 17,-2-1 46,0 0 0,1 0 0,-1 0 0,-1 0-1,1 0 1,0 0 0,-1 1 0,1-1 0,-1 0 0,0 1 0,0 0 0,-1-1 0,1 1-1,-1-1 1,1 6 0,0 5 264,23 238 2829,-10-80-2854,-2-40-2273,-6 1 1,-15 186-1,9-316 1553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48.6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222 24 11434,'-3'0'608,"-1"3"483,-3 5-922,-8 11-102,0 0 0,-16 29 0,-62 131 1696,89-169-1663,3-6-78,-1 0 0,1 0 0,-1 0 0,0-1 1,1 1-1,-2 0 0,1-1 0,0 0 0,-1 0 0,1 0 0,-1 0 0,0 0 0,-5 4 0,8-7-20,-1 0 0,1 0 0,0 0 0,0 1 0,-1-1-1,1 0 1,0 0 0,-1 0 0,1 0 0,0 0 0,-1 0-1,1 0 1,0 0 0,-1 0 0,1 0 0,0 0 0,-1 0-1,1 0 1,0 0 0,-1-1 0,1 1 0,0 0 0,0 0-1,-1 0 1,1 0 0,0 0 0,-1-1 0,1 1 0,0 0-1,0 0 1,0-1 0,-1 1 0,1-1 0,-5-13 26,6-15-3,1 15-24,1 0-1,1 0 1,0 1-1,0-1 1,2 1-1,0 0 1,9-15-1,7-8 2,31-37 0,-46 63 5,33-37 17,-38 44-21,1 1 0,-1-1-1,1 1 1,-1 0-1,1 0 1,0 1-1,0-1 1,0 0-1,0 1 1,0 0 0,0-1-1,0 1 1,0 1-1,0-1 1,4 0-1,-5 1 10,0 1-1,-1-1 0,1 1 0,0-1 0,-1 1 0,1 0 0,0 0 0,-1 0 1,1 0-1,-1 0 0,0 0 0,1 0 0,-1 0 0,0 1 0,0-1 0,0 1 1,0-1-1,0 1 0,0-1 0,0 1 0,0-1 0,0 1 0,-1 0 1,1-1-1,0 4 0,3 9 139,0 0 0,2 17 0,-4-18-5,4 17 137,1-2 1,16 45 0,-20-65-279,1-1 0,-1 1 0,1-1 0,1 0 0,-1 0 0,1 0 0,0-1 0,1 1 1,0-1-1,0 0 0,0-1 0,0 0 0,1 0 0,8 5 0,-13-9-38,0 0-1,0 0 1,0 0-1,0-1 1,0 1 0,0 0-1,0-1 1,0 1-1,1-1 1,3 0-1,-3 0 8,-1-1 0,1 0 0,-1 0 0,1 0 1,-1 0-1,0 0 0,0 0 0,4-3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49.0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1 211 13643,'8'7'925,"0"0"1,1 0 0,0-1-1,17 8 1,-18-10-898,-1 0 0,0 0 0,0 0 0,-1 1 0,1 0 0,-1 0 0,0 0 0,0 1 0,-1 0 0,6 8 0,8 17 16,16 25 35,-33-52-72,2 0 1,-1 0-1,0 0 0,1-1 0,0 1 1,0-1-1,0 0 0,0 0 0,9 4 1,-11-6-6,0 0 0,0-1 1,0 1-1,1-1 0,-1 0 1,0 0-1,0 0 1,1 0-1,-1 0 0,0 0 1,0 0-1,0-1 0,1 1 1,-1-1-1,0 1 0,0-1 1,0 0-1,0 0 0,0 0 1,0 0-1,0-1 0,2-1 1,4-3 6,0-1 0,0-1 0,9-11 1,-9 9-7,190-251-1133,-156 201-2522,0 0 1728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50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287 3104 12147,'2'-12'3016,"0"1"-3142,0 6-193,-1-1 0,0 1-1,-1 0 1,1-1 0,-1-5-1,-3-1-277,-9-27 449,11 35 397,-3-5 462,-1 5-367,-8-11 354,0 1 1,2-2-1,-1 0 0,2 0 0,-14-28 0,15 18-504,2 0-1,0 0 1,1-1 0,-2-31-1,0-113-49,6 119-72,0-13-36,-30-409 178,22 408-149,-22-174 391,27 171-211,3-104 0,41-210-42,-1 11-309,-37 348 112,0 1-1,-2-1 1,-7-45 0,7 62 7,0 1 0,-1 0 0,0 0 0,0-1 1,0 1-1,0 0 0,-1 1 0,0-1 0,-1 0 1,1 1-1,-1 0 0,0 0 0,0 0 0,-1 0 1,1 1-1,-1-1 0,0 1 0,-10-6 0,9 8 26,6 1-37,-1 1 1,1 0 0,0 0 0,-1 0 0,1 0 0,0-1 0,-1 1 0,1 0 0,0 0 0,0-1 0,-1 1 0,1 0 0,0-1 0,0 1 0,0 0 0,-1-1 0,1 1 0,0 0 0,0-1 0,0 1 0,0 0 0,0-1 0,0 1-1,0 0 1,0-1 0,0 1 0,0-1 0,0 1 0,0 0 0,0-1 0,0 1 0,0 0 0,0-1 0,-1-7 2,-1 2-5,-3-25 2,-4-42 0,8 61 2,0 1-1,-1 0 0,0 0 0,-1 0 0,-1 0 0,-7-17 0,10 23-11,-1 0 0,2 0 0,-1 0 0,0 0 0,1 0 1,0 0-1,0 0 0,1 0 0,0 0 0,-1 0 0,2 0 0,-1 0 1,0 1-1,4-9 0,-2 6-46,-1 0 0,0 0 1,0-1-1,1-13 0,-3 19 18,0 0-191,0-6-219,1 1-7862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51.4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4017,'0'0'144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51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53 854 7970,'0'0'3147,"4"-5"-2816,2-7-301,-1 0 1,0 0 0,0-1-1,-1 1 1,-1-1 0,0 0 0,-1 0-1,-1 0 1,1-27 0,-13-130 1516,9 147-1017,0-20 190,4-60 0,0 75-666,-1 0 0,-1 0-1,-1 0 1,-1 0 0,-12-51 0,9 65-18,3 2 38,-2 0 1,0 0-1,0 0 0,-1 0 0,-1 1 1,0 0-1,0 0 0,-15-19 0,20 29 327,0 1 10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52.5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6292 1 4529,'0'0'5217,"-8"7"-4477,-12 7-328,12-8-263,-1-1 0,1 0-1,-1 0 1,0-1 0,-16 6 0,-150 42 3013,-96 3-2547,162-35-344,33-5-35,-750 124 2401,-521 4-1897,575-69-311,-4-50-350,193-45-754,-131 0-2793,460 24 2035,44 1-3038,128-3 3096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53.6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476 85 3361,'0'0'741,"-2"23"285,1-17 3859,-2-3-1900,-15 6 1331,-18 4-4021,35-13-280,-11 4 269,1-3-148,2 1-62,5-1-24,-1 0 0,0 0 1,1 0-1,-1-1 1,0 1-1,1-1 1,-1-1-1,0 1 1,0 0-1,1-1 1,-1 0-1,1 0 1,-6-3-1,-36-14 677,-4-4-269,-1 3-1,-76-18 0,98 27-1084,29 10 455,-1 0 1,1 0-1,-1-1 1,1 1-1,-1-1 1,0 1-1,1 0 1,-1-1-1,1 1 1,0-1 0,-1 1-1,1-1 1,-1 1-1,1-1 1,0 1-1,-1-1 1,1 0-1,0 1 1,0-1-1,-1 1 1,1-1-1,0 0 1,0 1-1,0-1 1,0 0 0,0 1-1,0-1 1,0 0-1,0 1 1,0-1-1,0 1 1,0-1-1,0 0 1,1 1-1,-1-1 1,0 0-1,0 1 1,1-1-1,-1 1 1,1-2-1,11-12-1787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53.9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0 186 17564,'80'-10'1008,"15"-8"-536,7-1-296,10-3-136,-3-1-8,-19 1-88,-12 3-152,-24 3-896,-18-1-1401,-17-2 1353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54.2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1 176 14771,'0'0'1961,"22"4"775,11 3-2064,22-2-640,11-5-112,8-7-152,6-7-32,1-8 48,0-4 56,6 0 120,-1-2 40,-3 4-208,-1 2-1984,-10-1 1375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55.0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72 12499,'7'7'666,"1"0"0,-1 0-1,0 1 1,9 14 0,-10-11-582,0 0-1,0 0 0,-1 1 1,-1 0-1,0 0 0,2 13 1,-5-21-41,1 5-10,0 0 0,1 0 0,5 12 0,-7-19-5,0-1-1,-1 0 1,1 0 0,0 0-1,-1 0 1,1 0-1,0 0 1,0 0-1,0 0 1,0 0 0,0 0-1,0 0 1,0-1-1,2 2 1,-2-2 11,0 0-1,-1 0 1,1 0 0,0 0 0,0 0 0,0 0-1,-1 0 1,1 0 0,0 0 0,0 0 0,0-1-1,-1 1 1,1 0 0,0 0 0,0-1-1,-1 1 1,1-1 0,0 1 0,-1-1 0,1 1-1,0-1 1,-1 1 0,1-1 0,-1 1-1,2-2 1,4-7 89,-1 0-1,0 0 1,0-1-1,-1 1 1,0-1-1,0 0 1,-1 0 0,2-15-1,0 4-59,27-109 26,-32 129-93,0 0 0,0 0 0,0-1 0,0 1 0,1 0 0,-1 0 0,1 0-1,-1 0 1,0 0 0,1 0 0,0 0 0,-1 0 0,1 0 0,0 1 0,-1-1 0,1 0 0,0 0 0,0 0 0,0 1 0,0-1 0,0 0 0,-1 1 0,1-1 0,0 1 0,1-1 0,-1 1 0,0 0 0,0-1 0,0 1 0,0 0 0,2-1 0,-1 2-1,-1 0 1,1 0 0,-1-1-1,0 1 1,1 0 0,-1 0-1,0 0 1,1 0 0,-1 0-1,0 1 1,0-1-1,0 0 1,0 1 0,0-1-1,-1 0 1,1 1 0,0-1-1,0 1 1,-1-1 0,1 1-1,-1 1 1,4 10-1,-1 1 0,-1-1 0,0 1 0,-1-1 0,-1 15 0,-6 69 2,6-91-1,-26 298 39,25-297-37,1 0 0,-1-1 0,-1 1-1,1 0 1,-1-1 0,0 0 0,-1 1 0,1-1 0,-1 0 0,-6 9 0,8-13-1,-1 0 0,0 1 0,-1-1 0,1 0 0,0 0 0,-1 0 0,1-1 0,-1 1 0,0-1 0,1 1 0,-1-1 0,0 0 0,0 0 0,0 0 0,0 0 0,0 0 0,0-1 0,0 0 0,0 1 0,0-1 0,0 0 0,0 0 0,0-1 0,0 1 0,-3-1 0,-3-1-1,0-1 1,1 1-1,-1-1 1,1-1-1,0 0 1,0 0-1,0 0 0,0-1 1,1 0-1,0-1 1,0 0-1,-8-9 1,7 7-625,0-1 0,1 0 0,1-1 0,0 1 1,0-1-1,0-1 0,2 1 0,-1-1 0,-3-13 1,-8-58-1354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55.9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1 11747,'-18'23'2740,"12"-15"-1067,11-12-597,3 2-1068,-8 2-9,1-1-12,0 0 0,1 1 0,-1-1-1,0 1 1,1 0 0,-1-1 0,0 1-1,1 0 1,-1 0 0,0 0 0,1 0-1,-1 0 1,1 0 0,-1 0-1,0 1 1,1-1 0,-1 0 0,0 1-1,1-1 1,-1 1 0,0 0 0,0-1-1,1 1 1,-1 0 0,0 0 0,0-1-1,0 1 1,0 0 0,0 0 0,0 0-1,0 0 1,-1 0 0,1 1-1,0-1 1,0 0 0,-1 0 0,1 1-1,-1-1 1,1 0 0,0 2 0,7 25-1026,-1 0 0,-1-1 1,4 57-1,-7-55 729,20 564-1018,-23-511 1099,1 135 25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56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177 22 18212,'0'-1'60,"0"0"1,0-1-1,0 1 1,0 0-1,1 0 1,-1-1-1,0 1 1,1 0-1,-1 0 1,1-1-1,-1 1 1,1 0-1,0 0 1,-1 0-1,3-2 1,-3 3-57,0 0 0,1 0 0,-1 0 0,1-1 0,-1 1 0,1 0 0,-1 0 0,0 0 0,1 0 1,-1 0-1,1 0 0,-1 0 0,1 0 0,-1 0 0,0 0 0,1 0 0,-1 1 0,1-1 0,-1 0 0,1 0 0,-1 0 1,0 0-1,1 1 0,-1-1 0,0 0 0,1 0 0,-1 1 0,0-1 0,1 0 0,-1 1 0,3 2-34,0 0-1,-1 1 1,0-1-1,1 1 1,-1 0-1,-1-1 1,1 1-1,0 0 1,-1 0-1,1 5 1,5 30-46,-3 1 0,0 62 0,-4-95 74,-26 789 111,23-742-106,-89 986-181,14-216-10,42-170 149,46-4-1751,13-420 1023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3:05.6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98 8266,'2'3'282,"1"0"0,-1 0 0,1 0 0,0 0-1,0-1 1,1 1 0,-1-1 0,0 0 0,1 0 0,0 0 0,-1 0 0,1 0 0,0-1 0,0 0 0,6 2 0,8 0 174,-1-1 1,26 0 0,-20-1 26,416-8 3815,-346 3-3969,560-26 728,1180-35-44,-1765 64-1247,537-10 954,-206-6-6731,-261 10 3044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3:06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1 242 20868,'176'-1'769,"32"-3"-89,20-1-256,30-4-352,13-1-56,-10-7-88,0-4-16,-1-2 8,-6-1 24,0 0 56,-5 0 8,-15-4-272,-10-1-360,-20 6 376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28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 7898,'-2'7'388,"1"0"1,0 0-1,0 0 0,0 0 1,1 0-1,0 0 1,1 0-1,0 0 0,2 9 1,-3-12-364,1-1 0,1 0 0,-1 0-1,0 0 1,1-1 0,0 1 0,0 0 0,-1 0 0,2-1 0,-1 1 0,0-1 0,0 0 0,1 0-1,-1 0 1,1 0 0,0 0 0,-1 0 0,1 0 0,0-1 0,0 0 0,0 0 0,5 2 0,8 1 606,1-1 1,0-1 0,0 0 0,24-1-1,0 0 312,352 10 1223,51 3-2085,16 22 7,356 9-3,556-150-905,-1182 75-4040,-19-6 2970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39.5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1 253 10226,'0'0'1594,"4"-2"-1495,12-1 537,0 0 0,28-1 0,14-2 1350,-29 0-1491,0-1 0,0-1 0,-1-2 1,43-21-1,-22 5-450,70-50 1,-102 66-284,1 0 1,0 1-1,1 1 1,20-6-1,-7 2-2803,-8 4 1389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3:55.0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16684,'0'0'928,"2"0"-280,0 2-288,22 39-200,-19-11-40,2 20-8,-2 9-24,7 22-40,0 11 16,-5 6-96,5 2-440,-1-10 272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3:55.9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23 244 9154,'-12'-26'3637,"11"25"-3432,0-1 0,0 1 0,0 0 0,0-1-1,0 0 1,0 1 0,0-1 0,1 1 0,-1-1 0,1 0-1,-1 0 1,1 1 0,0-1 0,0 0 0,-1 0 0,1 1-1,1-1 1,-1 0 0,0 0 0,0 1 0,1-1 0,-1 0-1,1 0 1,-1 1 0,1-1 0,0 0 0,1-2 0,4-5-93,-1-1 0,2 1 1,-1 1-1,1 0 1,1 0-1,0 0 0,0 1 1,0 0-1,18-11 0,-4 4-98,2 1 0,46-18 0,-60 27-67,0 1 0,1 0-1,0 0 1,0 1 0,0 0 0,0 1-1,0 0 1,0 1 0,20 2 0,-27-1 30,0 0 0,1 0 1,-1 0-1,0 0 0,0 1 1,0-1-1,0 1 0,0 0 0,0 1 1,-1-1-1,1 0 0,-1 1 1,0 0-1,1 0 0,-1 0 0,0 0 1,-1 1-1,1-1 0,-1 1 1,1-1-1,-1 1 0,0 0 1,0 0-1,-1 0 0,1 0 0,-1 0 1,1 8-1,0-3 18,-2 1-1,1-1 1,-2 1 0,1-1-1,-1 0 1,0 1-1,-1-1 1,0 0 0,-1 0-1,-5 14 1,-6 10 121,-25 42-1,38-72-102,-11 17 261,0-1 1,-1 0-1,-1 0 0,0-1 0,-24 22 0,32-35-199,0 1 0,-1-1 0,1 0 0,-1 0 0,0-1 0,0 0 0,0 0 0,-1 0 0,1-1-1,-1 0 1,0-1 0,0 0 0,0 0 0,0-1 0,0 0 0,-1 0 0,1-1 0,-11 0 0,-7-7-55,25 7-27,1-1 0,-1 1 0,0 0 0,1 0 0,-1-1 0,0 1 0,1-1 0,-1 1 0,1 0 0,-1-1 0,1 1 0,-1-1 0,1 1 0,-1-1 0,1 1 0,0-1 0,-1 0 0,1 1 0,0-1 0,-1 1 0,1-1 0,0 0 0,0 1 0,0-1 0,-1 0 0,1 1 0,0-1 0,0 0 0,0 1 0,0-1 0,0 0 0,0 1 0,0-1 0,1 0 0,-1 0 0,0 0 0,1 0-15,0 0-1,0-1 0,0 1 1,0 0-1,0 0 1,0 0-1,0 0 1,0 0-1,0 1 0,1-1 1,-1 0-1,0 0 1,1 1-1,-1-1 0,0 1 1,1-1-1,2 1 1,26-6-232,27 4 57,-40 1-276,1 1 1,-1-2-1,27-5 0,5-9-466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3:56.8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1 209 14243,'0'-7'256,"0"0"1,0 0-1,0 0 1,1 0-1,-1 0 1,2 0-1,-1 1 1,1-1-1,0 0 1,0 1-1,1-1 0,0 1 1,0 0-1,1 0 1,0 0-1,0 0 1,0 0-1,0 1 1,1 0-1,0 0 1,0 0-1,8-5 0,-1 2-237,0 1-1,1 0 0,0 1 0,0 0 0,0 1 0,1 0 1,0 1-1,0 1 0,27-3 0,-28 4-26,0 1 0,1 0 0,-1 1 1,0 1-1,1 0 0,24 6 0,-35-6-1,1 0-1,0 0 0,-1 1 1,1-1-1,-1 1 1,1 0-1,-1 0 1,0 0-1,0 0 1,0 1-1,0-1 0,0 1 1,0 0-1,-1 0 1,1 0-1,-1 0 1,0 0-1,0 0 0,0 1 1,0-1-1,-1 1 1,1-1-1,-1 1 1,0 0-1,0-1 1,0 1-1,-1 0 0,1 4 1,-1 1 55,0 1-1,-1-1 1,0 1 0,0-1-1,-1 0 1,0 1-1,-1-1 1,0 0 0,-1 0-1,1-1 1,-2 1 0,1-1-1,-10 13 1,-7 6 357,0-1 0,-38 34 1,39-40-223,18-18-170,0 0 0,0 0 0,0 0 0,1 0-1,-1 0 1,1 1 0,0-1 0,-3 5 0,4-6-11,0-1 0,0 1 1,0-1-1,0 1 0,0 0 0,0-1 0,0 1 0,0-1 0,1 1 0,-1 0 0,0-1 0,0 1 0,0-1 1,1 1-1,-1-1 0,0 1 0,1-1 0,-1 1 0,0-1 0,1 1 0,-1-1 0,1 1 0,-1-1 0,0 0 1,1 1-1,-1-1 0,1 0 0,-1 1 0,1-1 0,-1 0 0,1 1 0,0-1 0,-1 0 0,1 0 0,-1 0 1,1 0-1,0 0 0,-1 0 0,1 0 0,-1 0 0,1 0 0,0 0 0,-1 0 0,2 0 0,27 1-40,43-3 0,-42 0-66,41 3 1,-61 0 71,-1 0 1,0 1-1,0 0 1,0 0 0,0 1-1,0 0 1,0 0 0,13 9-1,-19-11 25,0 1 0,-1 0-1,1 0 1,0 0 0,0 0-1,-1 1 1,0-1 0,1 1-1,-1-1 1,0 1 0,0 0-1,0 0 1,-1 0 0,1 0-1,-1 0 1,1 0 0,-1 0-1,0 1 1,1 5 0,-2-5 9,0 0 0,-1 1 1,1-1-1,-1 0 0,1 0 1,-1 0-1,-1 0 0,1 0 1,-1 0-1,1-1 0,-1 1 1,0 0-1,0-1 0,-1 1 1,-4 5-1,-2 1 33,0-1 0,-1 0 0,0-1-1,-1 0 1,0-1 0,0 0 0,-1 0 0,1-1 0,-1-1 0,-1 0 0,1 0-1,-14 2 1,-8 1 19,0-1 0,0-2 0,-48 1 0,62-5-1165,0-1 1,0-1-1,0-1 1,-22-6-1,5-5-2114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3:57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276 1 21004,'-2'25'38,"-2"0"0,-1 0 0,-1-1 0,-1 0 0,-2 0 0,0 0 0,-1-1 0,-21 34 0,4-15-41,-2-1 0,-1-1 1,-49 48-1,52-56 62,27-31-58,0-1-1,0 1 1,0 0 0,1-1-1,-1 1 1,0-1 0,0 1-1,1 0 1,-1-1 0,0 1-1,1-1 1,-1 1 0,1-1-1,-1 1 1,1-1 0,-1 0-1,1 1 1,-1-1 0,1 1-1,-1-1 1,1 0 0,-1 1-1,1-1 1,-1 0 0,2 0-1,5 2-1,1 0 0,0-1-1,0 0 1,0-1 0,0 0 0,0 0-1,0 0 1,0-1 0,11-3-1,-8 2-5,21-4-50,0-1 0,-1-1 0,59-25 0,85-54-1520,-49 23-5826,-80 44 5398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3:57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0 12619,'-7'63'2320,"5"9"2249,2 18-4537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3:59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46 151 7298,'-5'5'783,"0"-1"-103,0 0 0,0 1 0,0 0 0,0 0 0,-6 8 0,11-12-595,-1 0 1,0 0-1,1 1 1,-1-1-1,1 0 1,-1 0-1,1 0 1,0 0-1,-1 1 1,1-1-1,0 0 1,0 0-1,0 1 1,0-1-1,0 0 1,0 0-1,0 1 1,1-1-1,-1 0 1,0 0-1,1 0 1,-1 1-1,1-1 1,-1 0-1,1 0 1,-1 0-1,1 0 1,0 0-1,0 0 1,-1 0-1,1 0 1,0 0-1,0 0 1,0-1-1,0 1 1,0 0-1,2 0 1,7 6 315,1-1 1,1 0-1,-1-1 1,1 0 0,0 0-1,20 3 1,82 12 715,-99-18-1003,396 26 1240,5-34-1078,987-72-178,-824 41-89,-68 7-32,1001-72-833,-1199 70-35,-17-8 332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3:59.7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140 8 11514,'-1'-1'288,"1"0"0,-1 1-1,0-1 1,0 0 0,0 1-1,0-1 1,0 1-1,0-1 1,0 1 0,0-1-1,-1 1 1,1 0-1,0 0 1,0-1 0,0 1-1,0 0 1,0 0 0,-1 0-1,1 0 1,0 0-1,0 1 1,-2-1 0,1 1-143,0 0 0,0 0 0,0 0 0,1 0 0,-1 1 0,0-1 0,1 0 0,-1 1 0,1-1 0,-1 1 0,-1 2 0,-4 6-205,2 0 0,-1 1 0,-6 17 0,10-25 274,-6 19-145,0 1-1,2 0 1,-7 39-1,1 76 38,10-109-79,-9 907 258,117 433-267,149 139 232,-90-579 312,31 864-134,-194-1240-720,-2-551 288,-9 85-593,8-79 302,0 0 0,-1 0 0,0 0-1,0 0 1,-1-1 0,-5 12 0,8-19 259,-1 0 0,1 1-1,0-1 1,0 1 0,-1-1 0,1 0 0,0 1 0,0-1 0,-1 0 0,1 1 0,0-1 0,-1 0 0,1 0 0,-1 1 0,1-1 0,0 0-1,-1 0 1,1 0 0,-1 1 0,1-1 0,0 0 0,-1 0 0,1 0 0,-1 0 0,1 0 0,-1 0 0,1 0 0,-1 0 0,1 0 0,0 0-1,-1 0 1,1 0 0,-1 0 0,1 0 0,-1-1 0,1 1 0,0 0 0,-1 0 0,1 0 0,-1-1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00.4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459 16 16708,'23'-12'1192,"-3"9"-264,-2 6-392,-11 16-152,-11 12-32,-22 25-32,-10 15-16,-20 34 0,-4 7-63,-6 13-97,-1-7-32,13-20-112,6-15-136,8-33-905,4-19-3008,3-27 2017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00.6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 13619,'19'-7'2608,"5"7"1833,14 21-3768,7 17-289,12 26-192,2 10-72,3 12-88,2 3-16,-2-13-24,8-7-72,-8-19-360,-5-14-1329,-10-22 953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02.9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516 0 15915,'-2'0'245,"1"1"-1,-1-1 1,1 0-1,-1 1 1,1-1-1,-1 0 1,1 1-1,0 0 1,-1-1-1,1 1 1,0 0-1,-1 0 1,1 0-1,0 0 1,0 0-1,0 0 1,0 0-1,0 0 1,0 0-1,-1 2 1,-16 31-577,10-16 566,-61 110-166,-121 170 1,188-295-63,-18 24 51,-24 24 1,38-45-50,1-1 0,-1 0 0,0 0 0,0 0 0,0-1 0,-1 0 0,0 0 0,0 0 0,0-1 0,-10 3 0,16-5-8,-1-1 1,0 0-1,0 1 0,0-1 1,1 0-1,-1 0 0,0 0 1,0-1-1,0 1 1,1 0-1,-1 0 0,0-1 1,0 0-1,1 1 0,-1-1 1,0 0-1,1 1 1,-1-1-1,1 0 0,-1 0 1,1 0-1,-1-1 0,1 1 1,0 0-1,0-1 0,-1 1 1,1 0-1,0-1 1,0 1-1,1-1 0,-1 0 1,0 1-1,0-1 0,1 0 1,-2-2-1,1 0 1,0 0 0,0 0 1,0 0-1,1-1 0,0 1 0,-1 0 0,1 0 0,1-1 0,-1 1 1,1 0-1,-1 0 0,1 0 0,3-8 0,0 5 5,0 0-1,1 1 1,0-1 0,0 1-1,0 0 1,1 1-1,-1-1 1,2 1-1,-1 0 1,0 1-1,1-1 1,0 1 0,9-3-1,1-1 11,1 0-1,1 2 1,0 0 0,25-4-1,106-6 57,-17 4-63,-112 9-55,-1-2 0,0 0 0,-1 0 0,28-13 0,-40 14-145,0 0 0,-1 0 1,0 0-1,0-1 0,0 0 0,0 0 1,-1-1-1,0 0 0,0 1 1,0-2-1,-1 1 0,0 0 0,0-1 1,-1 0-1,5-13 0,-6 15 60,0 0-1,-1 0 1,1 0 0,-1 0-1,-1 0 1,1-1 0,-1 1-1,0 0 1,0 0 0,0-1-1,-1 1 1,1 0 0,-1 0-1,-1 0 1,1 0 0,-1 0-1,0 0 1,0 0 0,0 0-1,-1 1 1,0-1 0,1 1-1,-6-5 1,7 7 223,0 1-1,0 0 1,0 0 0,0 0-1,0 0 1,0 0 0,-1 0-1,1 0 1,0 0 0,-1 0-1,1 1 1,0-1 0,-1 0 0,1 1-1,-1-1 1,1 1 0,-1 0-1,1-1 1,-1 1 0,1 0-1,-3 0 1,2 1 10,1-1 1,-1 1-1,1 0 1,-1-1-1,1 1 1,0 0-1,-1 0 1,1 0-1,0 0 1,0 0-1,0 0 0,0 0 1,0 1-1,0-1 1,0 0-1,0 1 1,-1 1-1,-1 5 163,-1 0 1,1 0-1,1 0 0,-1 1 1,2-1-1,-2 11 0,-13 87 518,-3 40-389,17-124-631,2 1 1,0 0 0,1-1-1,6 29 1,-2-33-347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03.3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113 112 19428,'2'31'677,"1"1"1,10 43-1,-10-62-694,1 0 0,1 0 0,-1 0 1,2-1-1,0 0 0,0 0 0,1 0 0,9 11 1,-12-19-20,-1 0 1,1-1-1,0 1 1,0-1-1,0 0 1,0 0 0,0-1-1,1 1 1,-1-1-1,1 0 1,0 0-1,0-1 1,-1 1 0,9 0-1,-9-1 28,0-1-1,0 1 0,0-1 1,0 0-1,0-1 1,0 1-1,0-1 1,0 1-1,0-1 0,0 0 1,-1-1-1,1 1 1,0-1-1,-1 0 1,1 0-1,-1 0 0,1 0 1,-1 0-1,4-5 1,1 0 59,-1-1 0,0 0 0,-1-1 0,0 1 0,0-1 0,-1 0 0,0-1 0,0 0 0,-1 1 0,-1-1 0,0-1 0,0 1 1,2-16-1,-4 18-35,-1 0 1,1 0-1,-1 0 0,-1-1 1,0 1-1,0 0 1,0 0-1,-1 0 1,0 1-1,-1-1 0,0 0 1,0 1-1,-1 0 1,1-1-1,-2 1 1,1 1-1,-11-13 1,5 9-32,-1 1 0,0 0 0,-1 0 0,1 2 0,-1-1 0,-1 2 0,0-1 0,0 2 0,0 0 0,0 0 0,-1 1 0,0 1 0,0 0 0,0 1 1,0 1-1,0 0 0,0 1 0,0 0 0,0 1 0,0 0 0,0 2 0,0-1 0,0 2 0,-17 6 0,11-2-408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06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47 11266,'1'-1'481,"3"-15"1134,-1 11 4202,-1 10-5749,0-1 0,0 1 0,-1-1 0,1 1 0,-1 0 0,0-1 0,-1 1 0,1 0 0,-1 0 0,0 6 0,-6 59 189,1-12-182,5-56 102,4-5 10,10-9-59,24-21 17,1 2 1,1 1-1,61-33 1,-86 56-154,0 1 1,0 0-1,0 1 1,0 0 0,1 1-1,20-2 1,-26 5 11,1 1 1,-1 0 0,1 0-1,-1 1 1,0 0-1,1 1 1,-1 0-1,0 1 1,0 0 0,17 8-1,-22-8-3,0-1-1,0 1 0,0 0 1,-1 1-1,1-1 1,-1 1-1,0 0 1,0 0-1,0 0 0,0 0 1,-1 1-1,1 0 1,-1 0-1,-1 0 0,1 0 1,-1 0-1,3 8 1,-3-7 0,-1 1 1,0 0-1,0 0 0,0 0 1,-1-1-1,0 1 1,-1 0-1,1 0 1,-1 0-1,-1-1 1,1 1-1,-1-1 1,0 1-1,-5 9 1,-4 4 14,0 1 0,-2-2 0,0 1 0,-1-2 0,-1 0 1,-1-1-1,-1 0 0,0-1 0,-1-1 0,0-1 1,-2-1-1,1 0 0,-2-1 0,-25 10 0,36-18-16,-1 0-1,1-1 0,-1 0 1,0-1-1,-18 2 0,24-4-21,1 1 0,0-1 0,-1-1 0,1 1 0,0-1 0,0 1 0,-1-1 0,1 0 0,0-1 0,0 1 0,0-1 0,0 0 0,1 0 0,-1 0 0,0 0 0,1-1 0,-7-5 0,5 2-24,0-1 0,1 0 0,0 0 0,-7-15-1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06.9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 21405,'7'24'800,"24"-1"200,7-4-480,28-11-384,12-2-128,0-17-312,5-6-232,-9-11-2065,-10-12 1129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07.4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1 139 19140,'0'0'2025,"26"-4"-1561,-4 4-192,9-5-64,16-7-96,8-4-72,15-10-160,-3 1-104,11-1-737,-6 1 393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07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124 252 20180,'-18'19'377,"0"2"1,-22 36-1,36-51-379,0 1 1,1 0 0,0-1 0,0 1-1,0 0 1,1 1 0,0-1-1,0 0 1,1 1 0,0-1 0,0 1-1,1-1 1,0 1 0,1 8 0,-1-13-2,1 0 0,0-1 0,-1 1 1,1 0-1,0-1 0,0 0 1,1 1-1,-1-1 0,0 1 1,1-1-1,-1 0 0,1 0 1,0 0-1,0 0 0,0 0 0,0 0 1,3 1-1,-2-1 9,1 0 1,0 0-1,-1-1 0,1 1 1,0-1-1,0 0 0,0 0 0,0 0 1,0-1-1,6 1 0,0-1 23,-1-1 0,1 0 0,-1 0 0,0-1 0,1 0 0,-1 0-1,0-1 1,-1-1 0,12-5 0,1-3-9,-1-1 0,0-1 1,-1-1-1,-1-1 0,0-1 0,27-32 0,-33 34-11,-1-1 0,0 0-1,-1-1 1,-1 0-1,0 0 1,-1-1-1,-1 0 1,8-36 0,-13 48-11,-1-1 0,0 0 1,-1 0-1,0 1 0,0-1 1,0 0-1,-1 0 1,0 0-1,0 1 0,-1-1 1,0 1-1,0-1 0,0 1 1,-6-10-1,6 12 0,-2-1 1,1 1-1,0 0 1,-1-1-1,0 2 0,0-1 1,0 0-1,0 1 1,-1 0-1,1 0 0,-1 0 1,0 0-1,0 1 1,0 0-1,0 0 1,0 0-1,-11-2 0,4 3 0,0-1 0,0 2-1,-1 0 1,1 0-1,0 1 1,0 0 0,0 1-1,0 1 1,0 0 0,1 0-1,-1 1 1,-13 7 0,6-1-58,0 0 1,0 2 0,2 0 0,-1 0 0,1 2 0,-15 16 0,-6 15-99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08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201 0 20636,'-15'3'228,"1"1"-1,1 0 1,-24 10-1,31-10-213,0-1-1,0 1 1,1-1-1,-1 2 0,1-1 1,0 1-1,0-1 1,1 1-1,-9 11 1,5-3-36,0 1 1,1-1-1,0 1 1,1 1-1,1-1 0,0 1 1,1 0-1,1 0 1,0 0-1,1 0 1,0 0-1,2 1 1,0 15-1,0-28 22,1 0-1,-1 0 0,1 0 1,-1 0-1,1 0 1,0 0-1,0 0 1,1 0-1,-1 0 0,1 0 1,-1 0-1,1-1 1,0 1-1,0-1 0,0 1 1,3 2-1,-3-4 3,0 1 0,0-1-1,1 0 1,-1 0 0,1 0-1,-1 0 1,0 0 0,1 0-1,0-1 1,-1 1 0,1-1-1,-1 0 1,1 1 0,-1-1-1,1 0 1,0-1 0,-1 1 0,1 0-1,-1-1 1,5-1 0,1-1-1,0 0 1,0-1 0,-1 0 0,1-1-1,-1 1 1,0-1 0,0-1 0,-1 1 0,1-1-1,-1 0 1,5-8 0,11-14 6,24-39 0,-44 64-7,9-16 86,0 0 0,-2-1 0,0 0 0,-1 0 0,6-26 0,-15 332 473,2-88-866,0-125-54,6-14 122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08.8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 31 22285,'-7'20'-22,"2"-1"0,0 1 0,1 0 0,1 1 0,1-1 0,0 1 0,2-1 0,0 1 0,2-1 0,0 1 0,1-1 0,8 28 0,-10-44-54,0 0-1,0 0 1,1-1-1,-1 1 1,1 0-1,0-1 1,0 1-1,0-1 1,1 0-1,-1 1 1,1-1-1,0 0 1,-1-1-1,6 5 1,-6-6 76,-1 0 1,1-1 0,0 1 0,0 0-1,0-1 1,0 1 0,0-1-1,0 1 1,0-1 0,0 0 0,0 0-1,0 0 1,0 0 0,0 0-1,0 0 1,0-1 0,0 1 0,0-1-1,0 1 1,-1-1 0,1 0-1,0 0 1,0 1 0,0-1 0,-1-1-1,1 1 1,0 0 0,-1 0-1,1-1 1,1-2 0,5-4 98,-1 0 1,-1 0-1,1-1 0,-1 0 1,-1 0-1,0-1 1,0 0-1,-1 1 1,0-2-1,-1 1 0,4-16 1,-5 13-38,1 0 1,-2 0 0,0 0-1,0 0 1,-1 0-1,-1 0 1,0 0 0,-1 0-1,-4-15 1,5 23-42,-1-1 0,0 0 1,-1 1-1,1 0 0,-1-1 1,0 1-1,0 0 0,-1 1 0,0-1 1,1 1-1,-1-1 0,-1 1 0,1 0 1,-7-4-1,6 5-19,1 1-1,0 0 1,0 0 0,-1 0 0,1 1-1,-1 0 1,0 0 0,1 0 0,-1 0-1,0 1 1,0 0 0,1 0 0,-1 0-1,0 0 1,0 1 0,1 0-1,-1 0 1,-6 2 0,1 1-124,0 0 0,0 1-1,0 1 1,1-1 0,-1 2 0,2-1 0,-1 1-1,1 1 1,0-1 0,-7 10 0,8-9-1976,0 1 1,-10 18 0,10-9-1293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10.1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 11434,'0'17'2461,"1"16"3305,-1-31-5709,0-1-1,1 0 0,-1 0 1,0 0-1,1 0 0,-1 0 0,1 0 1,-1 0-1,1 0 0,-1 0 1,1 0-1,0 0 0,-1 0 0,1-1 1,0 1-1,0 0 0,0 0 0,0-1 1,0 1-1,0 0 0,0-1 1,0 1-1,0-1 0,1 1 0,8 1-18,0 0 0,0-1-1,0-1 1,-1 1-1,1-1 1,0-1 0,0 0-1,0-1 1,0 1-1,10-5 1,18-6 4,46-22 1,-3 1 61,-76 32-93,-1-1 14,1 0 1,-1 1-1,1 0 0,0 0 0,-1 0 1,1 1-1,6-1 0,-10 1-18,1 1-1,-1-1 0,0 0 0,0 1 1,1-1-1,-1 1 0,0-1 0,0 1 1,0 0-1,0 0 0,0-1 0,0 1 1,0 0-1,0 0 0,0 0 1,0 0-1,0 0 0,-1 0 0,1 0 1,0 1-1,-1-1 0,1 0 0,-1 0 1,1 0-1,-1 1 0,0-1 0,1 0 1,-1 0-1,0 1 0,0-1 0,0 3 1,2 12 14,-2 1 0,0-1 0,0 1-1,-2-1 1,-4 21 0,-24 82 4,15-64-14,-79 308-252,88-338-290,6-14 214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10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52 21101,'-10'25'240,"1"1"0,1-1 1,1 1-1,2 0 0,-4 44 1,8-50-246,0 1 0,1-1 1,2 1-1,0-1 0,1 0 0,1 1 1,12 34-1,-15-51 26,1 0 0,0 0 0,0 0 0,0 0 0,0 0 0,0 0 0,1-1 0,0 1 0,4 3 0,-6-5 0,1-1-1,-1 0 0,1-1 0,-1 1 0,1 0 1,0 0-1,-1-1 0,1 1 0,0-1 0,-1 1 1,1-1-1,0 0 0,-1 0 0,1 0 1,0 0-1,0 0 0,0 0 0,-1 0 0,1 0 1,0-1-1,-1 1 0,1-1 0,0 1 0,-1-1 1,1 0-1,2-1 0,7-4 55,-1-1 0,0 0 0,0-1 0,0 0 1,-1-1-1,0 1 0,9-13 0,51-75 107,-59 81-177,-1 0 0,-1-1 0,0 0 0,-1-1 0,0 0 0,-2 0 0,6-24-1,-10 35-3,0 0-1,-1 1 1,0-1-1,1 0 0,-2 0 1,1 1-1,-1-1 0,0 0 1,0 0-1,0 1 0,-1-1 1,0 1-1,0-1 0,0 1 1,-1 0-1,0 0 1,0 0-1,0 0 0,0 1 1,-1-1-1,0 1 0,0 0 1,0 0-1,-1 0 0,1 0 1,-8-4-1,6 4 1,-1 1 0,0-1 0,0 1-1,0 0 1,0 1 0,-1 0 0,1 0 0,-1 1 0,1-1-1,-1 2 1,1-1 0,-14 1 0,8 2-26,0 0 0,0 1 1,0 0-1,0 1 0,0 0 0,-16 8 0,1 0-400,23-10 125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13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 91 5473,'-8'-8'922,"1"0"1,-1 0-1,1 0 0,-9-17 0,-9-8 5209,17 55-3657,7-4-2221,1-1-1,4 35 1,-3-34-160,52 397 957,-12-108-796,39 634-112,-31-302-81,60 340 254,-41-427 23,71 506 176,54 321-442,-185-1314-82,-2-2-145,3 0-1,26 92 1,-17-112-303,-18-42 407,1 0 0,-1 0-1,1 0 1,-1 0-1,1 0 1,0 0 0,-1 0-1,1 0 1,0 0-1,0 0 1,0 0 0,-1-1-1,1 1 1,0 0-1,0 0 1,0-1-1,0 1 1,0-1 0,1 1-1,-1-1 1,0 1-1,0-1 1,0 0 0,0 0-1,0 1 1,0-1-1,1 0 1,0 0 0,0-1-12,-1-1 1,1 1 0,0 0 0,-1-1 0,1 1 0,-1-1 0,0 0-1,0 1 1,1-1 0,-1 0 0,0 0 0,0-2 0,0 4 52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14.6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 0 13643,'-5'44'1110,"2"0"0,3 48-1,1-38-100,-1-43-819,0 18 279,1 0-1,5 33 1,-5-55-415,0-1 1,1 1 0,-1 0 0,2-1 0,-1 1 0,1-1 0,-1 0 0,2 0 0,-1 0 0,1 0 0,0-1 0,0 1 0,0-1-1,10 8 1,-11-10-40,1-1-1,-1 0 0,1 0 0,-1-1 0,1 1 1,0-1-1,0 0 0,0 0 0,0 0 0,0 0 1,0-1-1,0 1 0,0-1 0,0 0 0,0-1 1,0 1-1,0-1 0,0 1 0,0-1 0,0 0 1,0-1-1,-1 1 0,7-4 0,3-1 29,0-1-1,-1-1 1,0 0-1,0-1 1,11-10-1,12-13 34,47-56-1,-66 69-67,-1-1 0,-1 0 0,-1-1 0,18-40 0,-28 53 0,10-25-7,-13 32 6,1-1 0,-1 0 0,1 0 0,-1 0-1,1 0 1,-1 0 0,0 0 0,0 0 0,0 0 0,0 0 0,-1 0 0,1 0 0,-1-2 0,29 68 38,20 44-18,-37-87-24,18 33-2,-3 1 0,29 90 0,-49-124 0,-1-1-1,-2 1 0,0 0 1,0 32-1,-3-39 2,-1 0 0,0 0 0,-1-1 0,-1 1 1,0 0-1,-1-1 0,-11 24 0,10-27 25,0 0 0,-1 0 0,0 0 0,-1-1 0,0 0 0,0 0-1,-1-1 1,0 0 0,-1 0 0,0-1 0,0 0 0,-13 7 0,9-7 13,-1 0 0,0-1 0,-1-1 0,0 0 0,1-1 0,-1-1 0,0 0 0,-23 1 0,14-3-57,-1-2 0,1 0 0,-1-1 0,1-2 1,0 0-1,0-2 0,1-1 0,-1 0 0,2-2 1,-1-1-1,-28-16 0,34 15-85,1 0 1,0-1-1,0-1 1,1 0-1,1-1 0,-14-17 1,20 21-112,1-1 1,0 0-1,0 0 1,1 0-1,1-1 1,-1 1-1,2-1 1,0-1-1,0 1 1,-2-19-1,5 16-95,0-1-1,3-19 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26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12907,'12'21'366,"-2"0"0,0 1 0,-1 0 1,-1 1-1,-1 0 0,-1 0 0,6 45 1,58 489 2936,14 453-2730,-46-478-542,45 394 120,18 236-18,-64-296-125,1 16 638,-19-436-436,-43-6-912,-36-84-2540,47-312-1218,0-9 2662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28.8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16 13363,'-16'-15'2434,"15"14"-745,-1 5-1138,-2 8-355,0 0-1,2 0 1,-1 0 0,2 0-1,-1 0 1,2 24 0,-2 0 16,-3 53 215,5-87-97,2-2-313,-1-1-1,1 1 0,-1-1 1,1 0-1,-1 1 0,1-1 1,-1 0-1,0 0 0,1 0 1,-1 0-1,0 0 0,2-2 0,1 0 19,12-9 12,2 0 0,0 1 1,0 1-1,0 1 0,31-10 0,-38 15-41,0 1 0,1 0-1,-1 1 1,1 0 0,-1 1 0,1 0-1,0 1 1,0 0 0,-1 1 0,1 0-1,14 4 1,-20-3-3,0 0 0,0 0 1,0 1-1,0 0 0,0 0 0,-1 0 0,1 1 0,-1 0 1,0 0-1,0 0 0,-1 0 0,1 1 0,-1 0 0,0 0 0,0 0 1,0 0-1,-1 1 0,5 9 0,-4-6 9,-1 1-1,0 0 1,0-1-1,-1 1 1,0 0-1,-1 1 1,0-1-1,0 0 1,-1 0-1,-3 20 1,1-17 12,0 1 1,-1 0 0,0-1-1,-2 0 1,-8 22-1,11-31-17,-1 0-1,1 0 1,-1 0-1,0 0 1,0 0-1,0 0 1,0-1-1,-1 1 1,1-1-1,-1 0 1,0 0-1,0-1 1,0 1-1,0-1 1,0 0-1,-1 0 1,1 0-1,-1 0 1,-8 1-1,5-2-94,1 0-1,-1-1 0,1 0 1,-1 0-1,1-1 0,-1 0 1,1 0-1,0-1 0,-10-3 1,-2-2-1594,1-1 0,-23-13 0,-21-15-1254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29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0 332 17236,'40'-3'2168,"7"-6"825,41-7-2761,19-6-144,30-11-264,-2-3-168,-4-6-280,-10 1-209,-27 4-47,-6 1 200,-23 8 152,-9 8-720,-18 11 624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0.9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14195,'2'64'1128,"1"10"137,2 9-761,6 7-432,-1-3 0,2-11-96,0-7-192,0-14-1457,2-6-2096,-4-13 2921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1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145 186 21285,'0'10'4,"0"0"1,0 0-1,1 1 1,0-1-1,1 0 1,1-1 0,5 18-1,2-1-496,22 37-1,-30-59 502,0 0-1,1 0 0,0 0 0,-1 0 0,2 0 1,-1 0-1,0-1 0,1 0 0,4 4 1,-6-6 35,0 1 1,1-1-1,-1 0 1,1 0-1,-1 0 1,1-1-1,-1 1 1,1 0-1,0-1 1,-1 0-1,1 0 1,-1 1-1,1-2 1,0 1-1,-1 0 1,1 0 0,0-1-1,3-1 1,3-1-4,0-1 1,0 0 0,-1 0 0,0-1-1,1 0 1,-2-1 0,1 0 0,-1 0-1,0-1 1,0 0 0,7-8 0,-3 1-57,-1 0 1,0 0 0,-1-1-1,0 0 1,8-22-1,-14 29 11,0 0 0,-1 0-1,0 0 1,0-1 0,-1 1 0,0-1-1,0 1 1,-1-1 0,0 1-1,0-1 1,-1 1 0,-1-1-1,1 1 1,-1-1 0,-1 1 0,-4-12-1,4 14 9,0 0-1,0 1 1,-1 0 0,0 0-1,0 0 1,0 0-1,0 1 1,-1-1-1,1 1 1,-1 0 0,0 0-1,-1 1 1,1 0-1,-1 0 1,1 0 0,-1 0-1,0 1 1,0 0-1,0 0 1,0 1-1,0 0 1,-13-1 0,8 2 15,-1 0 0,1 1 1,-1 1-1,1 0 1,0 0-1,0 1 0,0 1 1,0-1-1,0 2 0,1 0 1,-1 0-1,1 1 1,1 0-1,-1 1 0,1 0 1,-13 13-1,7-7-31,1 2 0,1 0-1,1 0 1,0 1 0,1 1-1,0 0 1,2 0 0,-15 35-1,20-41-71,1 0 0,0 0-1,-2 18 1,5-18-1,0 0 1,2 18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2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10410,'13'18'2860,"-9"-13"-2980,0 0 0,0 1 0,-1-1 0,0 1 0,0 0 0,0-1 0,-1 1-1,0 0 1,0 1 0,2 10 0,-4 34 3932,-1-40-2725,0-1 1,1 1-1,3 18 1,-3-29-1062,0 1 1,1 0-1,-1 0 1,0-1-1,1 1 1,-1 0-1,1 0 1,-1-1-1,1 1 1,-1 0-1,1-1 1,0 1-1,-1-1 1,1 1-1,0-1 1,-1 1-1,1-1 1,0 1-1,0-1 1,-1 1-1,1-1 1,0 0-1,0 0 1,0 1-1,-1-1 1,1 0-1,0 0 1,0 0-1,0 0 1,0 0-1,0 0 1,-1 0-1,1 0 1,0 0-1,0-1 1,1 1-1,34-11 69,-31 9-72,16-6-82,0 1 1,39-7-1,-52 13 15,0 0-1,0 0 0,0 1 0,1 0 0,-1 0 0,0 1 0,0 0 0,0 0 0,0 1 0,15 5 0,-20-5 45,0-1 0,0 1 0,0-1 0,0 1 0,0 0-1,0 0 1,-1 0 0,1 1 0,-1-1 0,1 1 0,-1-1 0,0 1 0,0 0 0,0 0 0,0 0 0,-1 0-1,1 0 1,-1 0 0,0 0 0,0 0 0,0 1 0,0-1 0,-1 0 0,1 1 0,-1-1 0,0 1-1,0-1 1,0 1 0,-1 3 0,0 2 12,-1-1-1,0 0 1,-1 1 0,0-1-1,0 0 1,0-1 0,-1 1-1,-1-1 1,1 1 0,-11 11-1,5-7 10,-1 0-1,0 0 0,-1-2 0,0 1 0,-1-1 1,-18 10-1,27-17-99,-1-1-1,1 1 1,-1-1-1,0 0 1,0 0-1,0-1 1,0 1 0,0-1-1,0-1 1,0 1-1,0-1 1,-1 1 0,1-1-1,0-1 1,0 1-1,0-1 1,0 0 0,0 0-1,0 0 1,0-1-1,0 0 1,0 0-1,-6-3 1,-19-21-753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2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1 164 20420,'34'-4'729,"20"-5"-425,10-3-144,9-8-176,4-1-88,-13-3-136,-3 5-113,-9 0-7,-2 3 128,-5 7 232,-4 2-16,-6 4-504,-7 3-1872,-1 2 1191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3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13147,'0'-2'89,"0"1"1,1-1-1,-1 0 0,1 0 1,-1 1-1,1-1 1,-1 1-1,1-1 0,0 0 1,0 1-1,0-1 1,0 1-1,0 0 0,0-1 1,0 1-1,0 0 1,1-1-1,-1 1 0,0 0 1,1 0-1,-1 0 1,1 0-1,-1 1 0,1-1 1,2-1-1,-3 2-86,0 0-1,0 0 0,0 0 0,0 1 0,-1-1 1,1 0-1,0 0 0,0 0 0,0 1 1,0-1-1,0 0 0,-1 1 0,1-1 1,0 1-1,0-1 0,-1 1 0,1-1 0,0 1 1,0 1-1,1 0 29,0 0 1,-1 0 0,1 0-1,-1 1 1,0-1-1,0 1 1,0-1-1,0 1 1,1 3-1,7 39 920,-2 1-1,-2 0 1,-1 84-1,-1-12-643,26 161-2170,-24-258-2311,4-10 2058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4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 0 19572,'-156'204'1481,"155"-202"-1281,6-2-186,22-3-1,30-8 0,-31 5-6,0 2 1,0 0-1,36 0 0,-56 4-10,0 1-1,0-1 0,0 1 0,0 0 0,0 0 0,0 1 0,0-1 0,0 1 0,-1 1 0,1-1 0,-1 1 0,1 0 0,-1 0 0,0 1 0,0 0 0,-1-1 0,1 2 0,-1-1 0,7 8 0,-7-5 9,0 0-1,-1 0 1,1 0-1,-1 1 1,-1-1-1,0 1 1,0 0-1,0 0 1,-1 0-1,0 0 1,0 0-1,-1 0 1,0 0 0,-1 0-1,-1 9 1,1-7 1,-1-1 0,0 0 0,0 0 0,-1 0 0,0 0 0,-1 0 0,0-1 0,0 1 0,-1-1 0,0 0 0,0-1 0,-11 13 0,12-16-80,-1-1 0,1 0 0,0 0-1,-1 0 1,0-1 0,1 0 0,-1 0 0,0 0 0,0 0 0,-1-1 0,1 1-1,0-1 1,0-1 0,-1 1 0,1-1 0,0 0 0,0 0 0,-9-2 0,-31-3-596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4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0 248 21437,'28'-3'640,"17"-11"64,12-9-360,14-11-504,10-8-232,-10-3-1313,-7 0-7048,-16 4 7000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5.3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 0 15459,'-4'61'3903,"7"30"-3434,-1-10-405,-2-65-34,1 34 123,-1-47-116,0-1-1,0 0 1,0 0 0,1 0 0,-1 0 0,1 0-1,0 0 1,-1 0 0,1 0 0,0 0 0,0 0 0,0 0-1,1 0 1,-1-1 0,0 1 0,1 0 0,2 2-1,-3-4-16,0 1 0,1-1-1,-1 1 1,0-1 0,0 0 0,1 0-1,-1 1 1,0-1 0,1 0-1,-1 0 1,0 0 0,0-1-1,1 1 1,-1 0 0,0 0-1,1-1 1,-1 1 0,0 0-1,0-1 1,0 0 0,0 1 0,1-1-1,-1 0 1,0 1 0,0-1-1,0 0 1,0 0 0,0 0-1,-1 0 1,2-1 0,4-5 2,-1 1 1,0-1 0,6-10 0,5-12 4,-1-1 1,-1 0-1,-2 0 1,17-62-1,-29 89-16,3 7 2,6 11-5,-2 0 0,0 0-1,0 0 1,-2 1-1,0 0 1,4 20 0,-2-9 2,13 43 12,2 6-30,-3 0 0,11 97 0,-29-162 2,-1 1 1,0-1-1,0 0 1,-1 1-1,0-1 1,-1 0-1,0 1 1,-1-1-1,-5 12 1,6-18 11,-1 0 0,1 0 0,-1 0 0,-1 0 0,1-1 0,0 1 1,-1-1-1,0 0 0,0 0 0,0 0 0,-1-1 0,1 1 0,-1-1 0,0 0 0,0-1 0,0 1 1,0-1-1,0 0 0,-1 0 0,-6 1 0,4-1 1,-1-1 0,0 0-1,1 0 1,-1-1 0,0 0 0,0 0 0,1-1-1,-1 0 1,0-1 0,1 0 0,-1 0 0,1-1 0,0 0-1,0-1 1,0 1 0,0-2 0,0 1 0,1-1-1,0 0 1,-12-11 0,9 7-53,1-2-1,-1 1 1,2-1-1,-1 0 1,1-1-1,1 0 1,0 0-1,1 0 1,1-1-1,-1 0 1,2 0-1,-5-20 1,5 7-585,1 1 1,1-1 0,1 0 0,4-50 0,1 49-1050,0 1 1,2-1-1,1 1 0,16-42 0,4 13-149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5.9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7 209 20708,'-1'1'23,"1"1"-1,-1-1 1,0 0-1,1 0 1,-1 0-1,1 0 1,-1 1-1,1-1 0,0 0 1,-1 0-1,1 1 1,0-1-1,0 0 1,0 1-1,0-1 1,0 0-1,0 1 0,0-1 1,0 0-1,1 0 1,-1 1-1,0-1 1,1 0-1,-1 0 0,1 1 1,0-1-1,-1 0 1,1 0-1,0 0 1,0 0-1,0 0 1,-1 0-1,1 0 0,0 0 1,0 0-1,2 0 1,-1 1-39,0 0 0,0 0 0,1-1 0,-1 1 0,0-1 0,1 0 0,-1 0 1,1 0-1,0 0 0,-1 0 0,1 0 0,0-1 0,0 1 0,-1-1 0,1 0 0,0 0 0,4 0 1,-3-1 35,1-1 0,-1 0 0,0 0 0,0 0 0,0 0 0,0-1 0,0 0 0,0 1 1,-1-1-1,1-1 0,-1 1 0,6-7 0,2-5 64,18-29 0,-23 33-79,0-1 0,0 0 1,-2-1-1,1 1 0,-2-1 0,0 0 1,0 0-1,-1 0 0,-1-1 0,0 1 0,-1-20 1,12 81-42,-5 10 46,0 88 1,-7-145-16,-1 4 1,1-1 1,1 1-1,-1 0 1,1-1-1,-1 1 1,3 5-1,-3-9-24,1 0 0,-1 0 1,1 0-1,-1-1 0,1 1 1,0 0-1,-1 0 0,1-1 0,0 1 1,-1 0-1,1-1 0,0 1 1,0-1-1,-1 1 0,1-1 0,0 1 1,0-1-1,0 1 0,0-1 1,0 0-1,0 0 0,0 1 0,0-1 1,0 0-1,0 0 0,0 0 1,0 0-1,0 0 0,0 0 0,0 0 1,-1-1-1,1 1 0,0 0 1,2-1-1,3-1-1044,0-1 1,0 0-1,0 1 1,0-2-1,-1 1 0,1-1 1,7-7-1,20-16-1451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6.7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0 440 19188,'649'1'-1331,"248"-70"3508,-6-78-2103,-450 44-1738,-158 11-4976,-212 63 5574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7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20956,'11'26'119,"-3"1"0,0 0 0,-1 0-1,5 55 1,-8-54-71,11 108-3,-4 162-1,-23 143 100,2-165-104,47 803 6,56-342-26,-2-21 85,16 693 370,-52-585-471,21-98-284,4 55-934,-72-600-289,-10-11 591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9.9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1 138 7466,'0'0'9472,"3"-3"-8801,13-7-509,-1 1 0,1 0 0,1 1 1,-1 1-1,35-10 0,0-1-99,-36 12-56,9-4 5,0 1-1,0 1 1,1 1-1,0 1 1,26-3-1,-48 9-9,-1-1-1,0 1 0,0 0 0,1 0 0,-1 0 0,0 0 1,0 0-1,0 0 0,1 1 0,-1-1 0,0 1 1,0 0-1,0-1 0,0 1 0,0 0 0,0 0 0,0 1 1,0-1-1,0 0 0,0 0 0,-1 1 0,1-1 1,2 4-1,-3-2 3,1 0-1,-2 0 1,1 0 0,0 1 0,-1-1 0,1 0-1,-1 0 1,0 0 0,0 1 0,0-1 0,0 0-1,-1 0 1,1 0 0,-1 1 0,-2 4 0,1 1 3,-1 0 0,-1-1 0,0 1 0,0-1 0,0 0 0,-1 0 0,0 0 1,-7 7-1,-4 3 22,-1-2-1,-18 15 1,-5 2 136,-96 75 661,132-105-805,-26 19 202,29-20-202,-1-1-1,1 1 1,-1 0 0,1-1-1,0 1 1,-1 0 0,1 0-1,0 0 1,0 0-1,0 0 1,0 0 0,1 0-1,-1 0 1,0 2 0,1-3-18,0-1-1,0 0 1,0 1 0,0-1 0,0 0 0,0 1-1,0-1 1,0 0 0,0 1 0,0-1 0,0 0-1,0 0 1,1 1 0,-1-1 0,0 0 0,0 1-1,0-1 1,0 0 0,1 0 0,-1 1 0,0-1-1,0 0 1,0 0 0,1 0 0,-1 1 0,0-1 0,1 0-1,-1 0 1,0 0 0,0 0 0,1 1 0,-1-1-1,15 0 28,15-8-23,-29 8-4,15-6 3,0 2 1,0 0-1,0 1 1,1 0-1,0 1 1,-1 1-1,33 2 0,-43 0-4,0 0 0,1 0 0,-1 0 0,-1 0 0,1 1 0,0 0-1,0 0 1,-1 1 0,1 0 0,-1 0 0,0 0 0,0 0 0,0 1-1,0 0 1,0 0 0,-1 0 0,0 1 0,0-1 0,0 1 0,0 0-1,-1 0 1,0 1 0,0-1 0,0 0 0,1 7 0,-2-5 0,0-1 1,-1 1-1,0 0 0,0 0 1,0 0-1,-1-1 0,0 1 1,-1 0-1,0 0 1,0 0-1,0-1 0,-1 1 1,0 0-1,0-1 0,0 1 1,-1-1-1,0 0 1,0 0-1,-1 0 0,0 0 1,-5 6-1,3-5 6,0 0 0,0-1 0,0 0 0,-1 0 0,0-1 0,0 0 0,0 0 0,0 0 0,-1-1 0,0 0 0,0-1 0,0 0 0,-1 0 0,1 0 0,0-1 0,-13 1 0,8-3-34,1 0 0,-1 0 0,1-2 0,0 0 0,0 0 0,0-1 0,0 0 1,0-1-1,-18-9 0,21 9-794,0-1 0,1 0 0,0 0 0,0-1 0,0 0 0,1-1 0,-11-11 0,-5-14-1500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41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17708,'0'0'1208,"17"32"-1080,-5 2-64,4 11 16,-4 14 8,0 7 0,-2 1 0,-1 1-40,0-6 0,-1-5 0,-2-12-32,0-5-16,0-15-320,-3-9-1808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42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0 165 18612,'0'1'852,"2"0"-781,0 1-1,1 0 0,-1-1 1,0 1-1,1-1 0,-1 0 1,1 0-1,-1 0 0,1 0 1,4 1-1,2 1-62,-3-2-79,0 1 0,0-1 0,0 0 1,0-1-1,0 0 0,1 0 0,-1 0 0,0-1 1,0 1-1,0-2 0,0 1 0,0-1 0,0 1 1,0-2-1,9-3 0,3-4 83,0 0 0,0-1-1,19-16 1,47-43 948,-78 64-910,0 0 0,1 1-1,0 0 1,0 0-1,1 1 1,8-5 0,-14 8-50,-1 1 0,0-1 0,0 1 0,1-1 0,-1 1 0,0-1 0,1 1 0,-1 0 0,0 0 0,1 0 0,-1-1 0,1 1 0,-1 0 0,0 1 0,1-1 0,-1 0 0,0 0-1,1 1 1,-1-1 0,0 0 0,1 1 0,-1 0 0,0-1 0,0 1 0,0 0 0,1-1 0,-1 1 0,0 0 0,0 0 0,0 0 0,0 0 0,0 0 0,0 0 0,-1 0 0,1 0 0,0 1 0,-1-1 0,1 0 0,0 0 0,-1 1 0,1-1 0,-1 0 0,0 1 0,0-1 0,1 0 0,-1 1 0,0 1 0,7 59-23,-3 0 1,-7 113-1,1-100 39,0 187-1947,7-190 827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45.2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326 108 11418,'0'0'2621,"-11"-2"-2157,3 1-215,5 1-108,0-1 1,-1 0-1,1 0 1,0 0-1,0 0 1,0 0-1,-1-1 1,1 1-1,1-1 1,-1 0 0,0 0-1,-3-3 1,1 1-8,1 1 0,-1-1 0,0 1 0,0 0 0,0 1 0,0-1 0,0 1 0,-1 0 0,1 0 0,-1 1 0,1-1 0,-1 1 0,0 1 0,1-1 0,-1 1 0,0 0 0,0 0 0,1 0 0,-1 1 0,-9 2 0,8-1-131,0 1 0,0 0 1,1 0-1,-1 0 1,0 1-1,1 0 0,0 0 1,0 1-1,0 0 1,1 0-1,-1 0 1,1 1-1,0 0 0,1-1 1,-7 11-1,5-4 0,0-1 0,1 1 0,0-1-1,1 1 1,1 1 0,-1-1 0,2 0 0,-3 24-1,5-31 4,-1-1 0,1 1-1,0 0 1,1 0 0,-1 0-1,1 0 1,0 0 0,0-1-1,0 1 1,1 0 0,-1-1-1,1 1 1,1-1-1,-1 1 1,0-1 0,1 0-1,0 0 1,0 0 0,0-1-1,0 1 1,1-1 0,0 1-1,-1-1 1,1 0 0,7 4-1,-7-6 13,0 1-1,0-1 1,1 0-1,-1 0 0,0-1 1,0 1-1,1-1 1,-1 0-1,0 0 1,1 0-1,-1 0 0,0-1 1,0 0-1,1 0 1,-1 0-1,0 0 1,6-4-1,5-2 38,0 0 0,-1-1 0,17-14 0,-8 5-9,-1-2 0,0-1 0,33-40 0,47-76 70,-46 58 222,-54 76 103,-4 3-419,-1 0 1,1 1 0,0-1 0,1 1 0,-1 0 0,0 0 0,0-1 0,1 1 0,-1 0 0,1 0 0,-1 1 0,1-1 0,0 0 0,0 0 0,0 1 0,-1 3-1,-7 45 134,7-34-88,-27 473 194,28-452-297,4 191-884,7-132 437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46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 16 5673,'0'-1'536,"-1"-8"3192,-11 7-3959,0 2 38,-2-1 250,-5-1-101,-4 2 3701,23 8-7610,2-8 3181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47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1 17044,'-1'0'1072,"-1"0"-256,0 0-560,0 0-96,-15 19 64,22 14 208,2 8 56,-2 13 24,2 8-191,0 16-169,-2 8-56,2 8-56,-1 1-24,-1-14-24,2-12-64,3-18-216,0-13-585,1-18 417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47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16 313 21253,'-2'5'35,"0"0"0,0 0 1,0-1-1,0 2 0,1-1 1,0 0-1,0 0 0,0 0 1,0 1-1,1-1 0,0 0 1,0 0-1,1 1 0,-1-1 1,1 0-1,0 0 0,3 9 1,3 6-124,1 0 1,1 0-1,12 18 1,-9-16 122,-7-13-14,0 1 0,1-1 1,0 0-1,0 0 0,1-1 1,1 0-1,-1 0 0,17 12 0,-19-17 14,0 1 0,1-1 0,0-1 0,-1 1-1,1-1 1,0 0 0,0 0 0,1 0-1,-1-1 1,0 0 0,0-1 0,1 1 0,-1-1-1,0 0 1,1-1 0,10-1 0,-2-2-2,-1 0-1,1-1 1,-1-1 0,0 0 0,0-1-1,-1 0 1,0-1 0,0-1 0,-1 0-1,20-19 1,-13 9-99,0 0 0,-1-2-1,-2 0 1,0-1 0,17-32-1,-26 41 29,0 0 0,-2 0 0,1-1 0,-2 0-1,0 0 1,0 0 0,-2-1 0,0 1 0,1-24-1,-3 29 38,-1 0 0,0 0 0,0 0 0,-1 0 0,0 1 0,0-1-1,-1 1 1,0-1 0,-1 1 0,0 0 0,0 0 0,-1 0 0,0 1-1,0 0 1,-1 0 0,-11-11 0,6 8 25,0 1-1,0 1 1,-1 0 0,-1 1-1,1 0 1,-1 1 0,0 0-1,-1 1 1,1 0 0,-1 2-1,0-1 1,0 2-1,0-1 1,0 2 0,-16 0-1,18 1-30,-1 0 1,1 1-1,-1 1 0,1 0 0,0 1 0,0 0 0,0 0 0,0 2 0,0-1 0,1 1 0,0 1 0,0 0 0,0 1 0,1 0 0,0 1 0,0 0 0,-12 13 0,19-17-73,-1 0 0,1 0 0,-1 1 0,1 0 0,-4 8 0,7-11 46,-1 0 0,0 1 0,1-1 0,0 1 0,-1-1 0,1 1 0,0-1 0,1 0-1,0 6 1,-1-8 33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48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1 761 21333,'3196'-111'1164,"496"-238"208,-2220 186-2297,-1032 114-628,-49 4-3109,-32 1 1200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49.2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 17 19292,'-3'-1'51,"-7"-3"163,-1 1-1,1 1 1,-1-1-1,-16 0 1,23 3-192,1 0 1,0 0 0,0 1 0,-1-1-1,1 1 1,0-1 0,-1 1 0,1 0-1,0 1 1,0-1 0,0 0 0,0 1-1,0 0 1,1-1 0,-1 1 0,0 0 0,1 1-1,-1-1 1,-3 5 0,-1 2 26,1 1 1,0 0-1,1 0 1,-1 0 0,2 1-1,0 0 1,0 0-1,1 0 1,0 0-1,1 1 1,0-1-1,1 1 1,0 12 0,2 16 94,1 1 0,11 57 1,23 120 132,66 464-66,6 682-439,-43-417 22,151 739 128,7-14-404,-166-918-1112,-36-452-72,-1-25 195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50.4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92 12019,'44'8'5622,"20"2"-2645,93 7-3452,201-20 550,4-22-28,-162 10-1,1247-2 761,663 43-585,6-59-173,-1677 24-1,183-5-10,970-12-36,-1018 19-2484,-441 5-216,39 0 44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52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8858,'10'3'592,"-3"1"552,-2 3-864,2-2-232,-4-3-32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54.8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451 1 16660,'-207'97'1792,"156"-71"-1611,38-20-143,-84 48 404,88-48-378,0 0-1,0 1 0,0 0 1,1 0-1,0 1 1,1 0-1,-12 16 0,19-24-63,-1 1 0,1-1 0,0 0 1,-1 1-1,1-1 0,0 0 0,-1 1 0,1-1 0,0 1 0,0-1 0,-1 0 0,1 1 0,0-1 0,0 1 0,0-1 1,0 1-1,0-1 0,0 1 0,-1-1 0,1 1 0,0-1 0,0 0 0,0 1 0,1-1 0,-1 1 0,0-1 0,0 1 1,0-1-1,0 1 0,0-1 0,0 1 0,1-1 0,-1 0 0,0 1 0,0-1 0,1 1 0,-1-1 0,0 0 0,1 1 1,-1-1-1,0 0 0,1 0 0,-1 1 0,0-1 0,1 0 0,-1 0 0,1 1 0,-1-1 0,1 0 0,-1 0 0,0 0 1,1 0-1,-1 1 0,1-1 0,-1 0 0,1 0 0,3 0-6,0 0 1,-1 0-1,1 0 0,-1-1 1,1 1-1,4-2 1,3-1 11,-1-1 1,0 0 0,0-1 0,-1 0 0,1 0 0,14-13-1,53-47 34,-63 52-45,3-1 5,-12 8-9,-7 3 2,-7 3-7,9 0 11,-11 3-22,0 1 0,0 0 0,0 1 0,1 0 0,0 1 0,0 0 0,-10 8 0,-7 4-5,-22 16-36,47-33-97,7 1-80,5 1 158,-1 0-1,1-1 0,-1 0 0,1-1 1,0 0-1,0-1 0,0 0 1,-1 0-1,19-3 0,10-5 32,45-14-1,-5 1 36,-30 12 19,-26 5 16,-1 0 0,0-1 0,0-1 0,24-11 0,-42 15 132,-7 4 9,-31 8 17,-1-1-1,-60 6 1,57-10-153,-1 2-1,-46 14 1,72-15-15,20-4-19,25-5-7,0-4 26,0-1-1,-1-2 0,0-1 0,52-28 0,-45 22 11,38-23 50,-65 35-18,-1-1-1,0-1 1,-1 1 0,0-1-1,11-13 1,-18 20-38,-1 0 0,0-1 0,1 1 0,-1-1 0,1 1 0,-1 0 0,0-1 0,1 1 0,-1-1 0,0 1 0,0-1 0,1 1 0,-1-1 0,0 1 0,0-1 0,0 1 0,0-1 0,0 1 0,0-1 0,0 0 0,0 1 0,0-1 0,0 1 0,0-1 0,0 1 0,0-2 0,-1 2 1,1-1 0,-1 1 0,1-1 1,-1 1-1,0 0 0,1-1 0,-1 1 1,0 0-1,1 0 0,-1-1 1,0 1-1,1 0 0,-1 0 0,0 0 1,1 0-1,-1 0 0,-1 0 0,-32 5 265,5 7-129,0 1 0,2 1 0,-1 1 0,2 1-1,0 2 1,-41 36 0,54-42-96,0 1 0,-14 17 0,24-26-46,0-1 0,1 1 0,-1-1-1,1 1 1,0 0 0,0 0 0,0 0 0,0 0 0,1 0 0,0 0 0,0 1 0,0-1 0,0 0 0,0 8 0,1-11-4,0 0 0,1 0 0,-1-1-1,0 1 1,0 0 0,0-1 0,1 1 0,-1 0 0,0-1 0,1 1 0,-1 0 0,1-1 0,-1 1 0,1-1-1,-1 1 1,1-1 0,-1 1 0,1-1 0,0 1 0,-1-1 0,1 1 0,-1-1 0,1 0 0,0 1-1,0-1 1,-1 0 0,1 0 0,0 1 0,-1-1 0,1 0 0,0 0 0,0 0 0,-1 0 0,2 0-1,1 0 4,0 0-1,1-1 0,-1 1 0,0-1 1,0 0-1,0 1 0,6-4 0,16-10 17,0-1 1,-1-2-1,-1 0 0,42-40 0,-23 18-3,-31 30-13,-5 5-1,-1 0 0,0-1-1,0 0 1,0 0 0,-1 0 0,5-8 0,-9 13-3,1 0 0,-1-1 0,0 1 0,1 0 0,-1-1 1,0 1-1,1 0 0,-1-1 0,0 1 0,0 0 0,1-1 1,-1 1-1,0-1 0,0 1 0,0-1 0,0 1 0,0 0 1,0-1-1,0 1 0,1-1 0,-1 1 0,0-1 0,-1 1 1,1-1-1,0 1 0,0-1 0,0 1 0,0 0 0,0-1 1,0 1-1,0-1 0,-1 1 0,1-1 0,0 1 0,0 0 0,-1-1 1,1 1-1,0 0 0,-1-1 0,1 1 0,0 0 0,-1-1 1,1 1-1,0 0 0,-1 0 0,1-1 0,-1 1 0,-2-1 0,0 1 1,0 0-1,0 0 0,0 0 0,-1 0 0,1 0 0,-5 2 0,-15 3 4,1 2 1,1 0 0,-31 15-1,-62 37 36,107-55-37,-173 108-35,176-109-900,7-11-2053,11-31 799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57.3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57 238 11650,'-7'1'265,"4"0"30,0-1 0,0 0 0,0 0 0,0 0 0,0 0 0,0 0 0,-4-1 1,6 0-286,0 1 0,0-1 0,0 1 1,0-1-1,0 1 0,0-1 1,0 0-1,0 1 0,1-1 0,-1 0 1,0 0-1,0 0 0,1 0 1,-1 1-1,1-1 0,-1 0 0,1 0 1,-1 0-1,1 0 0,0 0 1,-1 0-1,1-1 0,0 1 1,0 0-1,0-1 0,-2-11 65,0 1 0,1-1 0,1 0 0,0 1 0,1-1 0,0 0 0,4-17 0,-3 24 53,0 0 0,0 0 0,0 1-1,0-1 1,1 1 0,0 0 0,1-1 0,-1 1-1,1 1 1,0-1 0,0 0 0,0 1 0,0 0-1,1 0 1,0 0 0,0 1 0,8-5 0,-11 7-174,0 0 0,0 0 0,0 1 0,0-1 0,0 0 0,0 1 0,0 0 0,0-1 0,0 1 0,0 0 0,0 0 0,0 0 0,3 1 0,-5-1 27,1 0-1,-1 0 1,0 0-1,0 0 1,1 0-1,-1 0 1,0 1-1,0-1 1,0 0-1,1 0 1,-1 0-1,0 0 1,0 0-1,0 1 1,1-1-1,-1 0 1,0 0-1,0 0 1,0 1-1,0-1 1,0 0-1,1 0 1,-1 1-1,0-1 1,0 0-1,0 0 1,0 0-1,0 1 1,0-1-1,0 0 1,0 0-1,0 1 1,0-1-1,0 0 1,0 0-1,0 1 1,-12 14-333,6-12 155,1 1 1,-1-1-1,0 0 0,0 0 0,0-1 0,0 1 0,-1-1 0,-7 1 0,-11 1-467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05.7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0 11434,'0'0'3740,"0"3"-2965,-11 111 1105,11-84-1513,7 56-1,-6-77-337,1-1 1,0 0-1,0 0 1,0-1-1,1 1 0,1 0 1,-1-1-1,1 0 1,0 0-1,1 0 0,10 13 1,-13-19-20,-1 1 1,1 0 0,0-1 0,0 1-1,0-1 1,0 0 0,0 1 0,0-1-1,1 0 1,-1 0 0,0-1 0,1 1-1,-1 0 1,0-1 0,1 0-1,-1 1 1,1-1 0,2 0 0,-1-1 8,0 1 0,0-1 0,0 0 1,-1 0-1,1-1 0,0 1 1,0-1-1,-1 0 0,1 0 0,3-3 1,7-6 29,-1 0 1,0-1-1,0-1 0,10-15 1,-17 21-50,42-52 25,58-64-116,-104 121 91,0 0 0,0 0 1,0 0-1,1 0 0,-1 1 0,0-1 0,1 0 0,-1 1 0,1 0 0,-1-1 0,5 0 1,-6 2 1,0 0-1,1 0 1,-1 0 0,0 1 0,0-1 0,0 0 0,0 1 0,0-1 0,0 1 0,0-1 0,0 1 0,0-1 0,0 1 0,0 0 0,0-1 0,0 1 0,0 0 0,0 0 0,-1 0 0,1 0 0,0 0 0,-1 0-1,1 0 1,-1 0 0,1 0 0,-1 0 0,1 0 0,-1 0 0,1 2 0,12 33 3,-2 0 0,-1 0 0,-2 1 0,-2 0-1,-1 1 1,-1-1 0,-3 50 0,-2-62-10,0-1 1,-2 1 0,-1-1-1,0 0 1,-2 0 0,-1-1-1,-1 0 1,-21 44 0,23-57 36,0 0 1,-1 0-1,0 0 1,0-1 0,-1 0-1,-1 0 1,0-1 0,-16 12-1,17-15 3,-1 0-1,1 0 1,-1-1-1,0-1 1,-1 1-1,1-1 1,0-1-1,-1 0 1,1 0-1,-1-1 1,-18 1-1,15-3-12,0 1 1,1-2-1,-1 0 1,0 0-1,1-1 0,-1-1 1,1 0-1,0 0 0,0-1 1,1-1-1,-1 0 1,1-1-1,-13-9 0,18 10-113,-1 0 0,1 0 0,0 0 0,0 0 0,1-1 0,0 0 0,0 0 0,1 0 0,0-1 0,0 0 0,0 0 0,1 0 0,0 0 0,1 0 0,0 0 0,0-1 0,1 1 0,0-1 0,1 1 0,0-16 0,11-38-834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06.2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57 19028,'0'0'760,"0"2"-896,1 0-152,37 38 32,-17-32 192,3-1 64,8-7 144,7-2 72,10-4-24,3-5-40,-4-6-432,-1-2-408,-9-11-4641,-4-1 3913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06.9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8754,'4'42'920,"2"47"2087,-5-73-1815,-1 0 0,2 1 0,0-1 0,1 0 0,7 22 0,-8-31-1132,1-1 1,-1 1-1,1-1 0,1 0 1,-1 1-1,1-2 1,0 1-1,0 0 1,1-1-1,0 0 0,0 0 1,0 0-1,0 0 1,11 6-1,-12-9-61,0-1 0,0 1 0,-1-1 0,1 0 0,0 0 0,0 0 0,0-1 0,0 1 0,1-1 0,-1 0 0,0 0 0,0 0 0,0-1 0,0 0 0,0 1 0,0-1 0,0 0 0,0-1 0,-1 1 0,1-1 0,0 0 0,-1 0 1,5-3-1,8-6-23,-1-1 0,0 0 0,21-23 0,-27 26 15,7-7-8,6-7 23,1 2 0,29-22 0,-52 43-4,1-1 0,0 0-1,0 1 1,0-1-1,0 1 1,0-1 0,-1 1-1,1 0 1,0-1-1,0 1 1,0 0 0,0 0-1,0 0 1,0 0-1,0 0 1,0 0-1,0 0 1,0 0 0,0 0-1,0 0 1,0 0-1,0 1 1,2 0 0,-2-1 2,1 2 1,-1-1 0,1 0-1,-1 0 1,1 0-1,-1 1 1,0-1 0,0 1-1,1-1 1,-1 1 0,1 2-1,2 5 21,0 1 1,0-1-1,3 17 0,-7-26-25,36 185 96,-13-63-69,-22-116-23,3 13-6,0 1 0,-2 0 0,1 31 0,-3-45 11,0-1 0,-1 0 0,0 0 0,0 1 0,0-1 0,0 0 0,-1 0 0,0 0 0,0 0 0,0-1 0,-1 1 0,1 0 1,-1-1-1,0 0 0,-1 1 0,1-1 0,-1-1 0,-7 7 0,3-4 16,0-1 0,0 0 0,-1-1 0,0 0-1,1-1 1,-1 1 0,-1-2 0,1 1 0,0-1 0,-1-1 0,1 0 0,-1 0 0,1 0 0,-1-2 0,0 1-1,1-1 1,-1 0 0,-13-5 0,13 4-64,-1-1-1,1-1 0,0 0 0,1 0 1,-1-1-1,1 0 0,0-1 1,0 0-1,0 0 0,1-1 1,0 0-1,0 0 0,1-1 1,0 0-1,1 0 0,-8-12 0,7 7-1179,1 0-1,1-1 0,0 1 0,1-1 0,0 0 0,-3-27 0,5-26-1359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07.3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0 265 17116,'2'-6'-262,"0"1"1,1-1-1,0 0 1,0 1-1,0 0 1,0-1-1,1 1 1,0 0-1,0 1 1,0-1 0,1 1-1,-1 0 1,1 0-1,0 0 1,0 1-1,1 0 1,10-4 7494,-4 0-6971,4-7-177,0-1 0,21-27 1,-24 26-40,1 1 0,0 0-1,1 1 1,27-20 0,-42 34-45,1-1-1,0 1 1,-1-1-1,1 1 1,-1-1 0,1 1-1,0-1 1,0 1-1,-1 0 1,1-1 0,0 1-1,0 0 1,-1 0-1,1-1 1,0 1-1,0 0 1,0 0 0,-1 0-1,1 0 1,0 0-1,0 0 1,0 0 0,-1 1-1,1-1 1,0 0-1,0 0 1,-1 0 0,1 1-1,0-1 1,0 0-1,-1 1 1,1-1-1,0 1 1,-1-1 0,1 1-1,-1-1 1,1 1-1,0 0 1,-1-1 0,1 1-1,-1-1 1,0 1-1,1 0 1,-1 0 0,1-1-1,-1 1 1,0 0-1,0 0 1,1-1-1,-1 1 1,0 0 0,0 1-1,1 6-3,0 0 0,0 0 1,-1 0-1,-1 10 0,1-13 6,-1 12 9,-1 1 13,2 1 0,2 25 0,-2-39-9,1 0 0,0 0 0,0 0 1,0 0-1,1-1 0,-1 1 1,1 0-1,1-1 0,-1 1 0,0-1 1,1 0-1,0 0 0,0 0 1,4 4-1,-6-7-12,1 0 0,-1 0 0,1 0 0,-1 0 0,1 0 0,-1 0 0,1 0 0,-1-1 0,1 1 0,0-1 0,-1 1 0,1-1 0,0 0 0,0 0 0,-1 1 0,1-1 0,0 0 0,0 0 0,-1-1 0,1 1 0,0 0 0,0-1 0,-1 1 0,1-1 0,2 0 0,-1-1-114,1 0-1,-1 0 1,1 0-1,-1 0 1,0 0-1,0-1 1,1 0-1,-2 1 1,1-1-1,3-4 1,3-5-433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11.0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1 133 10738,'0'-2'553,"0"0"0,-1 0 1,1 0-1,0 0 0,0 0 0,0 0 0,0 0 0,1 1 0,-1-1 0,0 0 0,1 0 0,1-3 1,-1 2-330,1-1 0,0 1 1,0 0-1,0 0 0,0 0 0,3-3 1,4-2-429,-1 0 0,2 1 1,9-8-1,-15 13 520,4-3-244,0 0 0,0 0 0,0 1 0,1 0 0,0 1 0,0-1 0,0 2 0,0-1 0,15-1 0,-21 4-48,0 0 1,0-1-1,0 1 1,0 1-1,0-1 1,0 0-1,-1 1 1,1-1-1,0 1 1,0 0-1,0 0 1,-1 0-1,1 0 1,0 1-1,-1-1 1,1 1-1,-1 0 1,0-1-1,1 1 1,-1 0-1,0 0 1,0 1-1,0-1 1,0 0-1,-1 1 1,1-1-1,-1 1 0,1-1 1,-1 1-1,0 0 1,0-1-1,0 1 1,1 5-1,-1 2-18,1-1-1,-2 1 0,1 0 0,-1-1 0,0 1 1,-1 0-1,-1-1 0,1 1 0,-6 17 1,-1-4-4,-1 0 1,-19 35-1,17-36 1,-2-1 0,0 0 0,-1-1 0,-1 0 0,0-2-1,-2 0 1,-26 23 0,40-39-1,1 0 0,-1 0 0,0-1 0,0 1 1,1-1-1,-1 0 0,0 0 0,0 0 0,0 0 0,-1 0 0,-4 0 0,8-1 0,-1 0-1,0 0 0,1 0 1,-1-1-1,1 1 0,-1 0 1,1 0-1,-1 0 0,0 0 1,1-1-1,-1 1 1,1 0-1,-1 0 0,1-1 1,-1 1-1,1 0 0,-1-1 1,1 1-1,-1-1 1,1 1-1,0-1 0,-1 1 1,0-2-1,1 1 1,0 0 0,-1-1 0,1 1 0,0 0 0,0-1 0,0 1 0,0 0 0,0-1 0,0 1 0,0-1 0,0 1 0,1 0 0,-1-1 0,0 1-1,1-2 1,1-1 2,1 0-1,-1 0 0,1 0 1,-1 0-1,1 0 0,0 1 1,1-1-1,-1 1 0,0 0 1,1 0-1,0 0 0,0 0 1,0 1-1,0 0 0,0-1 1,0 1-1,1 1 0,5-3 1,4 0 10,0 0 1,0 0 0,0 2 0,26-3 0,120 6 116,4 0-65,-137-2-166,0-2 0,-1-1 0,0-1 0,31-10 0,-37 7-1258,0 0 1,-1-1-1,37-23 1,-12-2-1297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12.2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 16371,'11'6'1265,"9"4"111,11 0-1008,16 1-320,5-3-8,12-3-8,0-3 8,0-4 48,-2-3 8,-8-5-8,-6-4-72,-10-3-496,-5-2-1464,-9 1 887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12.6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 19668,'13'12'111,"1"-1"0,0-1 0,0 0 0,1 0 0,29 12 0,-38-20-114,1 1 0,0-1 1,0-1-1,-1 1 0,1-1 0,1 0 1,-1-1-1,0 0 0,0 0 0,0 0 1,0-1-1,0 0 0,0 0 0,0-1 1,0 0-1,-1 0 0,8-4 0,-2 0 239,0-2-1,0 1 0,-1-1 1,20-18-1,3-3 30,-33 29-266,-1-1 1,0 1-1,1-1 0,-1 1 1,0-1-1,1 1 0,-1 0 1,1-1-1,-1 1 1,1 0-1,-1-1 0,1 1 1,-1 0-1,1 0 0,-1-1 1,1 1-1,-1 0 0,1 0 1,0 0-1,-1 0 0,1 0 1,-1 0-1,1 0 1,-1 0-1,1 0 0,0 0 1,-1 0-1,1 0 0,-1 0 1,1 0-1,-1 1 0,1-1 1,0 0-1,-1 0 0,1 1 1,-1-1-1,0 0 0,1 1 1,-1-1-1,1 0 1,-1 1-1,1-1 0,-1 1 1,0-1-1,1 1 0,-1-1 1,0 1-1,1-1 0,-1 1 1,0-1-1,0 1 0,0-1 1,1 1-1,-1 0 1,1 5-15,0 0 0,0-1-1,-1 1 1,0 8 0,0-11 15,-5 83-234,-4 0 0,-31 133-1,25-153-1337,-10 31-5157,2-31 4168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17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5 8842,'-10'13'592,"0"2"536,1 1 8,4 3 641,0 3 855,6-3-575,6 0-817,7-5-536,7-5-160,10-9-304,2-6-88,5-7-240,0-6-144,4-6-320,1 1-152,0 2-576,0-1-1873,-3 4 1881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17.9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424 1 21541,'0'7'536,"-1"2"-613,-1 0 1,1-1 0,-2 1-1,1 0 1,-1-1 0,0 0-1,-1 0 1,-5 9 0,-44 66-526,30-50 501,0 1 19,-103 144 471,108-157-321,-1 0 0,0-2 0,-1 0 0,-1-1 0,-42 27 0,52-38-168,11-7-40,26-10-191,19 4 348,61-1 0,-62 6 22,66-11 1,-83 6-20,-1 0 0,0-2 0,0-1-1,-1-1 1,31-17 0,-42 19-282,-1 0 1,0-1 0,-1-1-1,15-15 1,-20 18-337,0-1 1,-1 1-1,0-2 1,0 1-1,-1-1 0,0 0 1,6-13-1,-10 17 360,1 0-1,0 0 1,-1 0 0,0 0-1,-1 0 1,1 0 0,-1 0-1,0 0 1,0 0-1,0 0 1,-1 0 0,1 0-1,-1 0 1,-1 0 0,-1-6-1,1 8 305,1 0-1,-1 0 1,0 0-1,1 0 0,-2 0 1,1 1-1,0-1 1,0 1-1,-1-1 1,1 1-1,-1 0 1,0 0-1,0 0 1,1 1-1,-1-1 0,-1 1 1,1-1-1,0 1 1,0 0-1,0 0 1,-1 0-1,1 1 1,-7-1-1,8 1 123,-1 0-1,0 0 1,0 0-1,0 1 1,1 0-1,-1-1 1,0 1-1,1 0 1,-1 0-1,0 0 1,1 1-1,0-1 1,-1 1-1,1-1 1,0 1-1,0 0 1,-1 0-1,1 0 1,1 0-1,-1 0 1,0 0-1,0 1 1,1-1-1,0 0 1,-2 4 0,-3 6 236,1-1 0,0 1 0,1 0 0,-4 18 0,-5 48 299,-8 149 0,20-194-676,1 0 0,5 38 0,-2-53-629,9 32 0,-9-39-536,1 0 0,1 0 0,9 16 0,10 5-1534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19.2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 0 14147,'-2'11'1241,"0"0"-1,-7 19 1,-23 44-567,22-56-267,2 1-1,0 0 1,-8 31 0,16-48-388,-1-1 0,1 0 1,0 1-1,0-1 1,0 1-1,-1-1 1,1 0-1,1 1 0,-1-1 1,0 0-1,0 1 1,0-1-1,1 1 0,-1-1 1,1 0-1,-1 1 1,1-1-1,0 0 1,-1 0-1,1 0 0,0 1 1,0-1-1,0 0 1,-1 0-1,1 0 0,1 0 1,-1 0-1,0-1 1,0 1-1,0 0 1,0 0-1,1-1 0,-1 1 1,0-1-1,0 1 1,3 0-1,4 1-22,0-1 0,0 0 1,1 0-1,-1-1 0,9 0 0,-6-1 27,30-1-161,70-13 0,-67 7-78,69-2-1,-100 9 210,0 2 1,-1 0-1,1 0 1,0 1-1,-1 1 1,1 0-1,-1 0 1,0 1-1,22 11 1,-29-12 13,0 0-1,-1-1 1,1 2-1,-1-1 1,0 0 0,0 1-1,0 0 1,-1 0-1,1 0 1,-1 0-1,0 1 1,0-1 0,0 1-1,-1 0 1,1 0-1,-1 0 1,-1 0 0,1 0-1,-1 0 1,2 10-1,-3-8-3,0 0-1,0 1 0,0-1 0,-1 1 1,0-1-1,-1 0 0,0 0 0,0 1 1,0-1-1,-1-1 0,0 1 0,0 0 1,-1-1-1,-6 10 0,4-8-247,0-1-1,0 1 1,-1-1-1,0 0 1,-1-1-1,1 0 1,-1 0-1,-9 5 1,-26 12-879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19.5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1 290 21837,'38'1'624,"21"-9"-48,15-8-264,30-12-416,1-4-184,-4-8-368,-10 0-256,-25 4-689,-5 3 25,-20 14 480,-3 2 712,-10 6-1001,-8 1 1241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21.5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0 16852,'-3'3'47,"1"0"0,-1 0 1,1 1-1,-1-1 1,1 1-1,0-1 1,0 1-1,1 0 1,-1 0-1,1 0 0,0 0 1,0 0-1,0 0 1,0 0-1,1 0 1,0 0-1,0 0 0,0 0 1,0 1-1,0-1 1,1 0-1,0 0 1,0 0-1,0 0 1,0 0-1,1 0 0,2 4 1,37 90 670,31 89 96,32 252-219,-33 9-547,-20-99-140,70 506-201,-26 5 183,-77-651 69,131 1743-477,-140-1824-908,2 70-3582,-16-57 3183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02.2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75 11715,'28'8'616,"5"-4"1728,32 3-1672,6-2-176,21-5-160,8 0-71,7-7 167,14-5 120,16-2 64,0-2-64,6 3-320,-3 1-128,-3-1-1040,1 1 600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23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463 9 11498,'0'0'60,"0"-1"-1,0 1 0,1-1 0,-1 1 0,0-1 0,0 1 0,1-1 0,-1 1 0,1-1 0,-1 1 0,0 0 0,1-1 0,-1 1 0,1 0 0,-1-1 0,1 1 1,-1 0-1,1-1 0,-1 1 0,1 0 0,-1 0 0,1 0 0,-1-1 0,1 1 0,0 0 0,-1 0 0,1 0 0,-1 0 0,1 0 0,0 0 0,-1 0 0,1 0 1,-1 1-1,1-1 0,-1 0 0,1 0 0,-1 0 0,1 0 0,-1 1 0,1-1 0,-1 0 0,1 1 0,-1-1 0,1 0 0,-1 1 0,1-1 0,-1 1 1,0-1-1,1 0 0,-1 1 0,1-1 0,-1 1 0,0-1 0,0 1 0,1-1 0,-1 1 0,0 0 0,0 0 0,0 8 356,-1 1-1,-1-1 1,1 1-1,-2-1 1,1 0-1,-1 0 1,0 0-1,-7 12 1,-4 15-238,3-10-148,-1 0 1,-1 0-1,-1-1 1,-1-1-1,-19 23 1,-99 107-2,111-131-23,16-16-5,-14 15 11,-28 24-1,41-41-9,1 0 0,-1 0 0,0 0 0,-1-1 0,1 0 0,-1 0 0,1-1 0,-1 0 0,-10 2 0,16-4-9,1-1-1,0 0 1,-1 0 0,1 0 0,-1 0-1,1 0 1,-1 0 0,1 0-1,0 0 1,-1 0 0,1 0-1,-1-1 1,1 1 0,0-1 0,-1 1-1,1-1 1,0 1 0,-1-1-1,1 0 1,0 0 0,0 0-1,0 0 1,0 0 0,-2-1-1,3 1-7,-1 0 0,1 1-1,0-1 1,0 1 0,-1-1-1,1 0 1,0 1 0,0-1-1,0 0 1,0 1 0,0-1-1,0 0 1,0 1 0,0-1-1,0 0 1,0 1 0,0-1-1,0 0 1,0 1 0,1-2-1,0 1-15,0-1 0,0 1 0,0-1 0,0 1 0,0 0 0,0 0 0,0 0-1,0 0 1,0 0 0,1 0 0,-1 0 0,2-1 0,3-1-21,0 0 0,1 0 0,-1 1 0,0 0 0,1 0 0,-1 1 0,11-1 0,52-1 129,-37 3-4,7-1 107,-1-2 0,75-14 0,-98 13-157,0 0 0,-1-1 0,1-1 0,-1-1-1,0 0 1,-1 0 0,1-1 0,-1-1 0,-1 0 0,15-15-1,-9 6-3,-1 0 0,20-28 0,-31 37-14,0-1-1,0 0 1,0-1 0,-1 1-1,-1-1 1,0 0-1,3-14 1,-7 23-7,1 1 0,-1-1 0,0 0 0,1 0 0,-1 1-1,0-1 1,0 0 0,-1 0 0,1 1 0,0-1 0,0 0 0,-1 0 0,1 1 0,-1-1-1,0 0 1,1 1 0,-1-1 0,0 1 0,0-1 0,0 1 0,0-1 0,-2-1 0,1 1 4,-1 0 0,0 0 0,1 1 1,-1-1-1,0 1 0,0-1 0,0 1 1,0 0-1,0 0 0,-1 0 0,-3 0 0,-9-1 125,1 1-1,-1 1 0,-29 3 0,19-1 464,-38 9 0,63-10-575,0-1 0,0 1 1,-1-1-1,1 1 0,0-1 0,0 1 1,0 0-1,0 0 0,0 0 1,0 0-1,1-1 0,-1 1 1,0 0-1,0 0 0,0 1 0,1-1 1,-1 0-1,1 0 0,-1 0 1,1 0-1,-1 1 0,1-1 1,0 0-1,0 0 0,-1 1 0,1-1 1,0 0-1,0 0 0,0 1 1,1 1-1,-1 6-3,1 0 1,0 1-1,4 10 1,-2-9 0,12 64 5,35 202-833,-36-180-564,-4-12 204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38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15275,'0'0'1673,"0"2"-1505,0 0-768,0 0-569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31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8458,'0'7'808,"5"0"696,7 1-191,11 4 871,-3 11-7,12 8-817,0 9-480,-4 20-592,5 3-120,-21 18-136,-7 2-56,11-4-488,-6-4-1873,2-27 1337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32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18932,'0'0'880,"17"14"128,-3 15-968,2 11-48,-1 21-64,1 4 40,-2 8 8,1 3 0,-1-5-40,0-2-104,-2-10-1728,-3-9 1152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33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21 237 15531,'-2'0'128,"1"-1"-1,-1 1 1,1-1-1,0 0 1,-1 0-1,1 1 1,0-1-1,0 0 1,-1 0-1,1 0 1,0-1-1,0 1 1,0 0-1,0 0 1,-1-2 0,2 1-109,0 1 1,0 0-1,0 0 1,1 0 0,-1 0-1,0-1 1,0 1 0,1 0-1,-1 0 1,1 0-1,-1 0 1,1 0 0,-1 0-1,1 0 1,0 0 0,-1 0-1,1 0 1,0 0 0,0 0-1,1 0 1,2-4-3,1 1 1,1 0 0,-1 0-1,0 0 1,1 1 0,0 0-1,8-4 1,2 0 25,170-82 483,-144 71-407,1 3 1,70-16-1,-109 30-122,-1 0 1,1 1-1,-1-1 0,1 1 0,0 0 1,-1 0-1,1 0 0,-1 0 0,1 1 1,0 0-1,-1-1 0,1 1 0,6 3 1,-8-2 0,0-1 0,0 1 0,0-1 0,0 1 0,0 0 1,-1 0-1,1 0 0,0 0 0,-1 0 0,0 0 0,1 0 0,-1 1 1,0-1-1,0 0 0,0 1 0,-1-1 0,1 1 0,-1-1 0,1 1 1,-1 2-1,2 10 4,-1 0 1,-1 0-1,-1 0 1,0-1-1,-1 1 1,0 0-1,-5 15 1,-39 101 281,33-101-28,1 1-1,2 0 1,-11 61 0,20-90-242,1 0 1,-1-1-1,1 1 1,0 0-1,0 0 1,-1 0-1,2 0 1,-1 0-1,0 0 1,0 0-1,0 0 1,1 0-1,-1 0 0,1 0 1,0 0-1,0 0 1,-1-1-1,1 1 1,0 0-1,2 1 1,-1-2-11,-1-1 0,1 1 0,0-1 0,0 0 0,-1 1 0,1-1 0,0 0 0,0 0 0,0 0 0,0-1 0,-1 1 1,1 0-1,0-1 0,0 1 0,-1-1 0,1 0 0,0 1 0,-1-1 0,1 0 0,0 0 0,1-2 0,24-13-143,44-33-1,-17 10-764,-14 14 404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34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32 17828,'-7'5'365,"-19"22"712,25-26-1199,0 0-1,0 0 0,0 1 1,1-1-1,-1 0 0,1 0 1,-1 0-1,1 1 0,-1-1 1,1 0-1,0 1 0,-1-1 1,1 0-1,0 1 0,0-1 1,0 1-1,0-1 0,0 0 1,0 1-1,1-1 0,-1 0 0,0 1 1,1-1-1,0 2 0,5-2 1773,2 0-1455,-1 0-1,1-1 1,-1 0-1,1 0 1,0-1-1,-1 0 1,1 0 0,-1 0-1,0-1 1,1 0-1,-1-1 1,9-4-1,10-6-153,47-31 1,-37 21 64,-35 23-105,-1-1 1,1 1-1,0 0 1,-1-1-1,1 1 0,0 0 1,-1 0-1,1-1 1,0 1-1,0 0 0,-1 0 1,1 0-1,0 0 1,0 0-1,-1 0 0,1 0 1,0 0-1,-1 0 1,1 1-1,0-1 0,0 0 1,-1 0-1,1 1 0,0-1 1,-1 0-1,2 1 1,-1 1 0,1-1 0,0 1 0,0 0 0,-1 0 0,1-1 0,-1 1 0,0 0 0,2 4 0,2 4 2,0 0 0,4 19 0,-1 1 6,-2 1-1,5 56 0,-6 69-16,-4-125-1,-9 227-723,3-164-1441,6-6-3012,9-27 2901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34.9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289 34 19636,'19'-28'432,"-19"27"-451,1 1 0,-1-1-1,0 1 1,1 0-1,-1-1 1,1 1-1,0-1 1,-1 1-1,1 0 1,-1-1-1,1 1 1,-1 0-1,1 0 1,0 0-1,-1-1 1,1 1-1,0 0 1,-1 0-1,2 0 1,-1 0-20,-1 1 1,1-1 0,-1 1 0,1-1 0,0 1-1,-1-1 1,1 1 0,-1-1 0,0 1-1,1-1 1,-1 1 0,1-1 0,-1 1 0,0 0-1,1-1 1,-1 1 0,0 0 0,0-1-1,0 1 1,1 0 0,-1 0 0,0-1 0,0 2-1,1 5-35,-1-1 0,0 1 1,0 0-1,0 0 0,-1 0 0,0-1 0,-1 1 0,1 0 0,-4 8 0,-28 63 1003,25-61-699,-5 9-52,-1 0 0,-1-2 0,-1 0 0,-1-1 0,-2 0 0,0-1-1,-1-2 1,-1 0 0,-1-1 0,-40 26 0,56-41-170,0 0-1,0-1 1,-1 0 0,-6 2 0,10-4-18,7-5-114,-1 2 114,1 0-1,-1 1 0,1-1 1,-1 1-1,1 0 1,0 0-1,-1 1 0,1-1 1,0 1-1,0-1 1,-1 1-1,1 0 1,0 1-1,0-1 0,-1 1 1,6 1-1,16 3-13,31 12 0,-28-8 12,-3-1-325,1-1 0,0-1 0,0-1 1,44 2-1,-17-11-378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35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0 14411,'-9'76'576,"6"2"-2464,1 3-1345,14-1 2073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35.9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 0 17356,'-3'5'406,"0"0"1,0 0-1,1 0 1,-1 0 0,1 0-1,-1 6 1,-2 8-851,-3 35-1,2-10-104,-5 0 280,6-30 575,2 0-1,-4 22 1,7-35-289,0-1-1,0 1 0,0-1 1,0 0-1,0 1 0,0-1 1,0 1-1,0-1 1,0 0-1,0 1 0,0-1 1,0 1-1,0-1 0,1 0 1,-1 1-1,0-1 0,0 0 1,0 1-1,1-1 1,-1 0-1,0 1 0,0-1 1,1 0-1,-1 1 0,0-1 1,1 0-1,-1 0 1,0 1-1,1-1 0,-1 0 1,0 0-1,1 0 0,-1 1 1,0-1-1,1 0 1,-1 0-1,1 0 0,-1 0 1,0 0-1,1 0 0,-1 0 1,1 0-1,-1 0 1,1 0-1,17-5 131,-18 5-147,15-6 19,4-2-212,1 0 0,0 1-1,0 2 1,23-4 0,-38 8 80,-1 0 0,1 1 0,0-1 0,-1 1 0,1 1 0,0-1 0,-1 1 0,1-1 0,0 1 0,-1 1 0,1-1 0,-1 1 0,1-1 0,-1 1 0,0 0 0,0 1 0,0-1 0,0 1 0,0 0 0,-1 0 0,1 0 0,-1 0 0,1 1 0,2 4 0,-2-1 35,-1 0 0,0 0 0,0 0 0,0 0 0,-1 0 0,0 1 0,-1-1 1,1 1-1,-1-1 0,-1 1 0,0 0 0,0-1 0,0 1 0,-1-1 0,0 1 1,-3 8-1,1 1 211,-2-1 1,0 1 0,-1-1-1,-1 1 1,0-2 0,-11 17-1,9-17 38,-1-2-1,-1 1 0,0-1 1,0 0-1,-15 11 0,19-18-229,-1 0-1,0-1 1,0 1 0,0-1-1,-1-1 1,0 0-1,0 0 1,0-1-1,0 0 1,-13 2 0,13-4-59,-1 0 1,1-1 0,-14-1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36.1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1 146 22205,'64'0'480,"14"-11"-192,32-23-704,4-11-248,6-11 280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3.2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0 137 4001,'0'0'936,"4"4"555,0-2-1182,1 0 0,-1-1 0,1 1 1,0-1-1,-1 0 0,1 0 0,0-1 0,0 0 0,5 1 1,53-5 1976,-35 1-1441,67-7 912,98-24-1,-67 10-1284,-95 18-469,74-14 589,-89 16-1081,-1 0 0,-1-2 0,1 1 0,23-14 0,-23 7-534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4.5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0 12227,'0'0'2592,"-1"0"-2496,-1 0-48,-15 30 120,20-3 208,8 17 248,6 9 73,-14 16-121,9 1-248,4 2-608,-4-8-608,-5-14 431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5.5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1 285 17260,'0'0'1031,"1"1"-329,3 0-667,1 1 0,0-1 0,0 0 0,0 0 0,0 0-1,0-1 1,0 0 0,0 0 0,0 0 0,-1 0 0,8-2 0,10 0 13,54-2 192,0-4 1,128-30-1,147-67 278,10 5-541,-294 88-499,1 2-1,0 3 1,100 2 0,-144 7-889,29 4 0,13 11-543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5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15843,'3'107'961,"-5"11"-601,4-6-864,0-10-1193,-4-8-671,2-28 31,4-13 1433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6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505 12 20108,'-24'-4'299,"-51"-3"0,66 7-343,-1 0 1,0 1-1,0 1 0,0-1 1,1 2-1,-1-1 1,1 1-1,-11 5 1,-12 9 227,1 1 0,0 2 1,1 1-1,2 2 0,0 0 1,2 2-1,0 1 0,-27 36 1,50-59-158,0 1 1,0-1-1,1 1 1,0 0-1,0 0 1,0 0-1,0 0 1,-2 7-1,4-9-22,0-1 0,-1 1 0,1 0 0,1-1 0,-1 1 0,0-1 0,0 1 0,0-1-1,1 1 1,-1-1 0,1 1 0,-1-1 0,1 1 0,0-1 0,0 1 0,-1-1 0,1 0 0,0 0 0,0 1-1,0-1 1,1 0 0,-1 0 0,0 0 0,0 0 0,0 0 0,3 1 0,8 5-7,1-1 0,-1 0 1,1-1-1,0-1 0,0 0 0,1-1 1,16 3-1,0 0-23,-14-3 13,31 7-153,81 28 0,-114-33 103,0 1-1,-1 1 1,0 0 0,0 1-1,0 0 1,-1 1-1,0 1 1,-1 0 0,0 0-1,10 13 1,-16-17 10,-1 1 0,1 1 0,-2-1 0,1 1 0,-1 0 0,0 0 0,0 0 0,-1 0 0,0 0 0,-1 0 0,0 1 0,0-1 0,0 0 0,-1 1 0,-1-1 0,1 1 0,-2-1 0,1 0 0,-1 1 0,0-1 0,0 0 0,-1 0 0,-4 7 0,3-5 77,-1-1 1,0 0-1,0 0 1,0 0 0,-1-1-1,-1 1 1,0-1-1,0-1 1,0 0-1,-1 0 1,0 0-1,0-1 1,-1 0-1,1 0 1,-1-1-1,-1-1 1,1 1 0,-15 3-1,18-6 12,-1 0 0,1-1 1,0 0-1,0 0 0,-1 0 0,1-1 0,-1 0 0,1-1 1,0 1-1,-1-1 0,1 0 0,0-1 0,0 1 0,-1-1 0,1-1 1,1 1-1,-1-1 0,0 0 0,1 0 0,-1-1 0,1 1 1,0-1-1,0 0 0,0-1 0,1 1 0,0-1 0,0 0 1,0 0-1,0 0 0,1-1 0,-1 1 0,2-1 0,-1 0 1,1 0-1,-1 0 0,-1-10 0,0-1-31,1-1 0,1 0 0,0-1 1,2 1-1,0 0 0,1 0 0,0-1 0,2 1 0,0 0 1,1 0-1,7-18 0,0 4-5,1 1-1,2 0 1,1 1 0,2 0 0,23-31 0,-15 28-93,2 1-1,1 1 1,38-31 0,46-27-3828,-34 35 1627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6.8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1122 0 19292,'-80'91'472,"-169"215"-588,-76 247 1926,50-77-1435,269-466-429,-16 26-408,-2-2 1,-1 0-1,-57 60 0,57-74-2605,25-20 2995,0 1 0,-1-1-1,1 0 1,0 0 0,0 0 0,-1 0 0,1 1-1,0-1 1,0 0 0,-1 0 0,1 0 0,0 0 0,-1 0-1,1 0 1,0 0 0,-1 0 0,1 0 0,0 0-1,0 0 1,-1 0 0,1 0 0,0 0 0,-1 0-1,1 0 1,0 0 0,0 0 0,-1 0 0,1 0 0,0-1-1,-1 1 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7.3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465 1 17380,'-6'18'873,"-1"-1"1,0 0-1,-1 0 1,-16 23 0,-48 55-1131,11-15 396,-198 336 209,256-409-331,0-2-4,0-1 1,0 1-1,1 0 1,-3 11-1,4-16-12,1 1 0,0 0 0,0 0-1,0 0 1,-1 0 0,1 0 0,0 0-1,0 0 1,1 0 0,-1 0-1,0 0 1,0-1 0,0 1 0,0 0-1,1 0 1,-1 0 0,1 0 0,-1 0-1,0-1 1,1 1 0,-1 0-1,1 0 1,0-1 0,-1 1 0,1 0-1,0-1 1,-1 1 0,1 0 0,0-1-1,0 1 1,-1-1 0,1 1-1,0-1 1,0 0 0,0 1 0,0-1-1,0 0 1,9 3-9,-1-1 0,1-1 0,0 0 0,-1 0 0,17-1 0,53-8-105,-62 6 79,59-8-255,108-28 0,-154 29 225,0 0 0,-1-2 0,0-1 0,-1-2 0,0 0 1,37-28-1,-54 34-185,-1 0 1,0-2-1,0 1 0,-1-1 1,0 0-1,-1-1 0,0 0 1,9-19-1,-15 27 7,-1 0 0,1 0 1,-1 0-1,0 0 0,0 0 0,0 0 0,0-1 0,-1 1 0,1 0 0,-1-1 0,0 1 0,0 0 0,0-1 1,-1 1-1,1-1 0,-1 1 0,0 0 0,1 0 0,-2-1 0,1 1 0,0 0 0,-1 0 0,1 0 1,-1 0-1,0 1 0,0-1 0,0 0 0,0 1 0,0-1 0,-1 1 0,1 0 0,-1-1 0,0 1 0,1 1 1,-1-1-1,0 0 0,0 1 0,-5-2 0,-2-2-194,-1 0 0,0 1 0,-14-3 0,14 5 872,-1-1 0,0 2 1,1 0-1,-1 0 1,0 2-1,-13 0 1,18 0-74,1 0 0,-1 0 0,1 1-1,-1-1 1,1 1 0,0 1 0,0-1 0,0 1 0,0 0 0,0 1-1,1-1 1,-1 1 0,1 0 0,0 0 0,0 1 0,1 0 0,-1 0 0,1 0-1,0 0 1,0 0 0,-4 10 0,1 0-140,2 0-1,0 0 1,1 1 0,0 0 0,-2 29-1,2 83-162,4-116-101,2 112-1627,14 62-5427,2-75 4949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8.3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1 115 14195,'2'1'-154,"-1"0"0,1 0 0,0 0 0,0 0-1,0 0 1,0-1 0,-1 1 0,1-1 0,0 1 0,0-1 0,0 0-1,0 1 1,1-1 0,-1 0 0,0-1 0,0 1 0,0 0 0,0 0 0,0-1-1,0 1 1,0-1 0,-1 0 0,1 0 0,0 1 0,0-1 0,4-1 7795,-1 19-4284,16 25-2904,-21-41-441,1 0 0,0 0-1,0 0 1,-1 0-1,1-1 1,0 1 0,0 0-1,0 0 1,0 0-1,0-1 1,0 1 0,0-1-1,0 1 1,0-1-1,0 1 1,1-1 0,-1 0-1,0 1 1,0-1 0,0 0-1,0 0 1,1 0-1,0 0 1,18 1 15,-1-2 1,1 0-1,-1-2 0,1 0 1,-1-1-1,0 0 0,0-2 1,33-15-1,10-9-1385,67-43 0,-127 72 1278,68-40-1316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8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 21733,'15'12'376,"18"-5"-432,9-13-488,20-9-6674,9-4 4810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9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479 0 12283,'3'3'507,"0"0"1,0 0 0,0 1 0,0-1-1,0 0 1,-1 1 0,1 0 0,-1 0-1,0 0 1,0 0 0,-1 0 0,3 7 0,-3-4-180,0 0 0,0 0 0,0-1 0,-1 1 0,0 0 0,-1 0 0,-1 10 0,-4 7-179,-1-1 0,0 1 1,-18 35-1,14-33 308,10-25-452,-41 97 241,-63 109 0,90-181-316,-2 1 1,-1-2-1,-1-1 1,-1 0 0,-1-1-1,-1-1 1,-1-1 0,-47 32-1,65-50 35,-1 0 0,0 0-1,1 0 1,-1-1 0,0 0-1,-8 1 1,13-2 30,-1-1-1,1 0 0,0 1 1,0-1-1,0 0 1,0 0-1,0 0 0,0 0 1,-1 0-1,1 0 1,0 0-1,0 0 0,0 0 1,0-1-1,0 1 1,0 0-1,0-1 0,0 1 1,-1-1-1,2 1 1,-1-1-1,0 0 0,0 1 1,0-1-1,0 0 1,0 0-1,0 0 0,1 1 1,-1-1-1,0 0 1,1 0-1,-1 0 1,1 0-1,-1 0 0,1 0 1,-1 0-1,1 0 1,0-1-1,-1-1 0,1 2 5,0-1 0,0 0-1,1 0 1,-1 1-1,0-1 1,1 0-1,-1 0 1,1 1 0,0-1-1,0 0 1,-1 1-1,1-1 1,0 1-1,0-1 1,1 1 0,-1 0-1,0-1 1,0 1-1,1 0 1,-1 0 0,0 0-1,1 0 1,-1 0-1,1 0 1,0 0-1,-1 0 1,1 1 0,0-1-1,2 0 1,6-2 0,0 0 0,0 0 1,20-2-1,158 0 72,-71 4-21,-107 0-34,0 1-1,-1-2 0,1 1 1,0-2-1,-1 1 0,1-1 0,-1-1 1,0 1-1,0-1 0,-1-1 1,1 0-1,-1 0 0,14-12 0,-13 9-339,-1 0-1,-1 0 1,1-1-1,9-16 1,-9 13-1324,-2 0 0,1-1 0,6-21 0,2-20-1021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9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1 20892,'-19'31'713,"7"7"-49,5 4-248,9 8-264,5 2-120,7 15-192,3 11-96,7 10-120,-1 5-48,-3-10-689,4-8 601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9.4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91 17924,'1'2'4897,"32"-8"-5417,-10-30-6338,-8-14 3642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9.8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1 24037,'-2'9'-91,"0"0"-1,1 1 0,1-1 1,-1 0-1,1 1 1,1-1-1,2 16 1,-1-13-248,-1 1 1,0-1 0,-2 21-1,-1-23 372,0 1 0,-1-1-1,-1 1 1,0-1 0,0 0-1,-11 18 1,-2 5 737,15-29-222,2-7-490,1 0-1,0 1 0,-1-1 0,1 0 1,0 1-1,0-1 0,1 0 1,-1 1-1,0-1 0,1 1 0,0 0 1,3-4-1,26-26-177,-21 24 22,0 1 1,0 0 0,0 0-1,0 1 1,1 0 0,0 1-1,1 0 1,-1 1 0,1 1-1,0-1 1,22-2 0,-26 5 31,0 1 0,0-1 0,0 2 0,1-1 1,-1 1-1,0 0 0,0 1 0,0 0 0,0 0 1,0 1-1,-1 0 0,1 0 0,-1 1 1,1-1-1,-1 2 0,0-1 0,-1 1 0,11 9 1,-10-6 57,-1 0-1,1 1 1,-1 0 0,-1 0 0,1 0 0,-1 1 0,-1-1 0,0 1 0,-1 0 0,0 0 0,0 1 0,-1-1 0,0 1 0,-1-1-1,0 1 1,-1 0 0,0-1 0,-2 19 0,1-20 26,-1 0 1,1 0-1,-1 0 0,-1 0 0,0-1 0,0 1 1,-1-1-1,0 0 0,0 0 0,-1 0 0,0 0 1,0-1-1,-1 0 0,0 0 0,0-1 1,0 1-1,-1-1 0,0 0 0,-1-1 0,1 0 1,-1 0-1,-10 4 0,12-7-86,-1 0 0,1 0 0,-1-1 0,0 0 0,1 0 0,-1 0 0,0-1 0,0 0 0,1-1 0,-1 1 0,0-1 0,1-1 0,-1 1 0,1-1 0,-1 0 0,1-1 0,0 1 0,0-1 0,0-1 0,-8-4 0,-31-30-662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50.1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0 162 23749,'14'22'624,"14"-5"208,27-20-1320,20-7-376,11-15-216,4-2-64,-7-1 327,-5 4 33,-12 3 528,-6-1 152,-8 3-1424,-4-2 1024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50.5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1 128 11218,'38'16'1449,"3"-2"5056,20-7-5289,5-2-335,17-4-401,8-2-72,4-15-152,-3-6-136,-7-11-400,-6 0-136,-3 5-264,-3 6-777,-7 6 865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51.2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1 365 21757,'3'4'384,"26"-4"-280,22-11-200,35-11-168,19-7 32,22-8 136,9 1 40,3 1 72,-3-1 40,-3 8-8,6 1-8,8-1-64,0 4-72,0 1-577,-9 4-2743,-13 5 1567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52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1 853 11666,'276'-39'7219,"50"-7"-6037,967-69-318,-319 37 140,149-71-902,-381 21-4192,-184 29-3673,-7 12 6099,-465 75 2002,336-62 911,-320 48-1578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53.0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0 709 18708,'199'-19'784,"0"-3"-208,77-13-408,27-6-96,39-6-32,37-5-24,2 4 72,8-2 96,5 1 208,9 6-63,-5 5-49,-9 0-40,-14 0-144,-14 0-56,-34-2-152,-19 4-120,-42-2-1161,-32 1 801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54.1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0 395 18940,'41'2'787,"73"-5"-1,-77 0-332,0 2 0,48 5 0,-64-2-226,0-1-1,0-1 0,0-1 0,1 0 0,-2-2 1,1-1-1,0 0 0,-1-2 0,1 0 0,-2-1 1,28-14-1,-33 14-236,-1 0 0,0-1 0,0-1 1,0 0-1,-1-1 0,-1 0 0,0-1 1,0 0-1,-1-1 0,0 0 0,-1 0 0,0-1 1,-1-1-1,-1 1 0,11-29 0,-16 35 8,0 0-1,0 0 0,-1 0 1,0 0-1,0 0 0,-1 0 1,1-1-1,-3-9 1,2 14-1,0 0 0,-1 0 1,0 0-1,0 0 0,0 0 1,0 0-1,0 0 1,-1 0-1,1 1 0,-1-1 1,0 1-1,0-1 0,0 1 1,0 0-1,0 0 1,0-1-1,-1 1 0,1 1 1,-1-1-1,1 0 0,-1 1 1,-2-2-1,-4 0-11,1 0 1,-1 1-1,0 1 0,1-1 0,-1 1 1,0 0-1,0 1 0,0 0 0,0 1 1,0 0-1,-15 3 0,5 1-12,0 0-1,0 1 1,0 1 0,-24 13-1,17-5 16,-1 2 0,2 1 0,0 1 0,2 1 0,0 2 0,-27 31-1,1 6 76,-58 94 0,90-126-42,1 1 0,1 0 0,2 1 1,-19 59-1,28-73-17,1 0 1,0 0-1,2 1 1,-1-1-1,2 19 0,1-25-2,0 1-1,0-1 0,1 1 1,0-1-1,1 0 0,0 0 1,0 0-1,1 0 1,6 10-1,-6-13 2,0 0 1,1 0 0,0 0-1,0-1 1,0 1-1,1-1 1,0 0-1,0-1 1,0 0 0,0 0-1,1 0 1,0-1-1,-1 0 1,1 0-1,0 0 1,1-1-1,-1 0 1,0-1 0,1 1-1,-1-1 1,1-1-1,9 0 1,8-1 5,-1-1 0,0-1 0,0-1-1,0-1 1,37-13 0,15-8-25,417-123-1032,-493 145 774,0 0 1,0 0-1,-1 0 0,1 0 1,-1 0-1,0 0 0,0 0 1,-1 1-1,-2-8 0,1 6-9,1 0 112,-1 0 0,0 1 0,-1-1 0,1 0 0,-5-3 0,8 8 164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55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233 300 19788,'-12'59'458,"-2"-1"0,-3 0-1,-3-1 1,-32 67 0,47-114-472,0-1 1,0 0-1,-10 11 0,13-18 9,0 1 0,0-1 0,-1 0 0,1 0-1,-1 0 1,1 0 0,-1 0 0,0 0 0,0-1 0,0 0-1,0 1 1,0-1 0,0 0 0,-5 1 0,7-2 8,0 0 1,0 0-1,-1 0 1,1 0-1,0 0 1,0 0 0,-1 0-1,1 0 1,0 0-1,0-1 1,-1 1-1,1 0 1,0-1-1,0 1 1,0-1 0,0 1-1,0-1 1,0 0-1,0 1 1,0-1-1,-1-1 1,0 0 12,0 0 0,1 0 0,0 0 0,0 0 0,-1-1 0,1 1 1,0 0-1,1-1 0,-1 1 0,0-3 0,-1-6 46,1 1 0,0 0 0,1 0 0,1-15 0,3-1-86,1 1 0,0-1 1,2 1-1,1 1 0,1-1 0,2 1 0,0 1 0,1 0 0,17-24 0,-23 38 17,0 0 0,1 1 0,0 0-1,0 0 1,1 1 0,0 0-1,0 0 1,0 1 0,1 0-1,0 1 1,0-1 0,15-4 0,-17 7 12,0 1 1,0 0 0,0 1-1,1 0 1,-1 0 0,0 0-1,1 1 1,-1 0 0,1 0 0,-1 1-1,0 0 1,1 0 0,-1 1-1,0 0 1,0 0 0,0 1-1,0 0 1,8 5 0,-2 0 3,-1 1 0,0 0 0,-1 1 0,0 1 0,0 0 0,-1 0 0,0 1-1,-1 0 1,-1 0 0,0 1 0,-1 1 0,0-1 0,-1 1 0,0 0 0,-1 0 0,-1 1 0,4 24 0,-7-33-4,1 1 0,-1-1 1,1 1-1,0-1 0,1 0 0,-1 0 0,7 11 1,-7-14-6,0-1 0,-1 0 0,1 0 1,0 0-1,0 0 0,0 0 1,0-1-1,1 1 0,-1-1 1,0 1-1,1-1 0,-1 0 0,1 0 1,0 0-1,-1 0 0,1 0 1,0-1-1,-1 1 0,1-1 1,0 0-1,3 1 0,1-2-28,-1 1 0,1-1 0,-1-1 0,0 1 0,1-1 0,-1 0 0,0 0 0,0-1 0,0 0-1,-1 0 1,1 0 0,-1-1 0,1 0 0,-1 0 0,0 0 0,-1 0 0,7-7 0,-8 6 15,1 1 0,0-1-1,-1 0 1,0 0 0,0 0 0,0 0 0,-1-1 0,0 1 0,0-1-1,0 0 1,-1 1 0,0-1 0,0 0 0,0 0 0,0 0 0,-1 0-1,0 1 1,-1-1 0,0-7 0,-3 2 12,0-1-1,0 1 1,-1 0-1,0 1 1,-1-1-1,-1 1 1,1 0-1,-2 0 1,1 1 0,-1 0-1,0 1 1,-13-11-1,-2 0-9,-2 1-1,0 1 0,-44-23 1,41 28 13,15 6 18,34 7-29,56 4-10,21 3 18,-85-6 4,-1 0-1,1 1 1,0 1 0,-1 0-1,16 7 1,-21-7 0,-1 1-1,1-1 1,-1 1 0,0 0-1,0 0 1,-1 1-1,0 0 1,0 0 0,0 0-1,-1 1 1,1-1 0,3 10-1,5 12 48,17 54 0,-16-41 24,-8-21-27,-4-13-25,0 0 1,1 0-1,0 0 1,0 0-1,0 0 1,8 11 0,-10-17-20,0 0 1,0 0-1,0-1 1,0 1-1,0 0 1,1 0-1,-1 0 1,0-1-1,0 1 1,0 0-1,1-1 1,-1 1-1,0-1 1,1 0-1,-1 1 1,0-1 0,2 0-1,0 0 0,-1 0-1,1-1 1,-1 1 0,1-1-1,-1 0 1,0 1 0,1-1-1,-1 0 1,0 0 0,0-1-1,0 1 1,4-3 0,0-1 4,0 0 0,-1-1 1,0 1-1,0-1 1,0-1-1,-1 1 0,1-1 1,3-9-1,24-59 21,-27 62-23,0-1 0,-2 0 0,1 0 0,-2 0 0,2-27 0,-4 35-5,0 0-1,0-1 1,-1 1 0,0 0-1,0-1 1,-1 1-1,0 0 1,0 0-1,0 0 1,-1 0-1,1 0 1,-1 1-1,-1-1 1,1 1 0,-7-7-1,8 10-4,0-1 0,-1 1 0,1 0 1,-1 1-1,1-1 0,-1 0 0,0 1 0,0-1 0,0 1 0,0 0 0,0 0 0,0 0 1,0 0-1,0 1 0,0-1 0,0 1 0,-5 0 0,13-4-131,2 0 126,0 1-1,0-1 1,1 2 0,-1-1-1,1 1 1,-1 0 0,1 1-1,0 0 1,-1 0-1,1 0 1,11 2 0,-13-1 11,0 1 1,0 1 0,0-1 0,-1 1-1,1 0 1,0 0 0,-1 0 0,0 1-1,0 0 1,0 0 0,0 1 0,0-1-1,0 1 1,-1 0 0,0 0 0,5 6-1,6 10 7,22 39-1,-24-36 27,32 40-1,-40-57-27,0 0-1,0-1 0,1 0 0,-1 0 0,1 0 0,1-1 1,-1 0-1,0 0 0,1-1 0,0 1 0,9 2 0,-13-5-3,0 0-1,1 0 0,-1-1 0,0 1 1,1-1-1,-1 0 0,0 0 0,1 0 0,-1 0 1,1 0-1,-1-1 0,0 1 0,1-1 1,-1 0-1,0 0 0,0 0 0,0-1 0,0 1 1,0-1-1,4-2 0,-4 1 5,0 0 0,0 0 0,0 0 0,-1 0 0,1 0 0,-1-1 0,0 1 0,0-1 0,0 0 0,0 1 0,-1-1 0,1 0 0,-1 0 0,0 0 0,0 0 0,0-7 0,0 2 19,-1 0 0,0-1 0,-1 1 0,1 0 0,-2-1 0,1 1 0,-4-11-1,-4-4 80,-13-29 0,12 30-42,-12-38 0,20 57-109,1 0-1,0 0 1,1 0-1,-1 0 0,1-1 1,0 1-1,0 0 1,0 0-1,1 0 1,-1 0-1,3-8 0,11-16-230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55.6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0 434 23181,'95'-27'200,"33"-15"-576,17-15-376,32-7-601,6 7-575,-3 9 168,0 6 271,-21 16 1513,-17 2 264,-32 7-408,-14 6-3080,-36-8 2536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55.9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0 247 22757,'115'-22'264,"18"-20"-576,19-11-432,19-11-4201,4-2 2192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08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60 260 12051,'-14'-1'589,"-23"-2"802,29 3 18,18 2 860,84 5-907,132-7-1,-182-1-1171,865-58 592,-801 49-757,670-74-19,-88 8-811,-211 45-4574,-347 27 3419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08.7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22021,'1'37'468,"2"-1"1,15 70-1,29 70-214,-36-136-245,29 114 2,-6 1 0,-8 2 0,11 233 0,-33 758 83,3 47 7,30-603-2398,-3-50-1730,-25-395 618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09.4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154 2 19332,'-22'0'457,"17"-1"-404,1 1 1,0 0-1,0 0 1,0 0 0,0 0-1,0 1 1,0 0-1,0 0 1,-7 2-1,6 0 20,0-1 0,0 1 0,0 0 0,0 0 0,1 0 0,0 1 0,0 0 0,0 0 0,0 0 0,0 0 0,1 0 0,0 1 0,0 0 0,0-1-1,0 1 1,1 0 0,0 1 0,0-1 0,0 0 0,1 0 0,-1 1 0,0 7 0,-1 12 157,1 0-1,1 1 0,2 34 1,17 79 215,-11-97-337,-4-25-78,135 1009 345,-48 146-1059,-64-637 415,24 436 411,22-4 344,63-32-601,-117-852-146,-5-25-467,-2 1 1,4 68-1,-14-123 401,-1 0 0,0 1 0,0-1 0,0 1 0,-1-1 0,-1 7 0,2-11 278,-1 1-1,1-1 1,0 0-1,-1 1 1,1-1-1,0 0 1,-1 0-1,1 1 1,0-1-1,-1 0 1,1 0-1,-1 0 1,1 0-1,0 0 1,-1 1-1,1-1 1,-1 0-1,1 0 1,0 0-1,-1 0 1,1 0-1,-1 0 1,1 0 0,-1 0-1,1 0 1,0-1-1,-1 1 1,1 0-1,-1 0 1,1 0-1,0 0 1,-1-1-1,1 1 1,-1 0-1,1-1 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26.2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266 168 12835,'10'-23'625,"1"1"-1,1 0 1,1 1 0,0 1 0,33-38 0,-44 56 289,-1 4-803,-1-1 0,1 0 0,-1 1 0,0-1 0,1 1-1,-1-1 1,0 1 0,0-1 0,0 1 0,0-1 0,0 1 0,0-1-1,-1 2 1,1 0 83,-2 14 52,-1-1-1,0 0 0,-9 24 1,1 2-96,-8 36-74,0-1-109,-35 97-1,46-152 19,-1-1-1,-2 0 0,0-1 0,0 0 0,-2-1 0,-1 0 1,0-1-1,-1-1 0,-19 17 0,27-28 26,-1-1 1,1 0-1,-1 0 1,0 0-1,-14 5 1,20-9-8,0-1 1,-1 1-1,1 0 1,0-1-1,-1 0 1,1 1-1,0-1 1,-1 0-1,1 0 1,0 0-1,-5-1 1,6 0-2,-1 1 1,1-1-1,0 1 1,0-1 0,0 1-1,0-1 1,0 0-1,0 0 1,0 1-1,0-1 1,1 0-1,-1 0 1,0 0-1,0 0 1,1 0-1,-1 0 1,0 0-1,1-1 1,-1 1-1,1 0 1,0 0-1,-1 0 1,1 0 0,0-2-1,-1 2 3,1-1 1,0 1-1,0 0 0,1 0 1,-1 0-1,0-1 1,0 1-1,1 0 0,-1 0 1,0 0-1,1-1 0,-1 1 1,1 0-1,-1 0 1,1 0-1,0 0 0,0 0 1,-1 0-1,1 0 0,0 0 1,0 1-1,0-1 0,0 0 1,0 0-1,0 1 1,0-1-1,0 0 0,0 1 1,2-1-1,39-14 82,-35 13-76,55-15 23,0 3 1,2 2-1,-1 3 0,117-1 1,-159 11-51,-4 0 25,-1-1 0,1-1 0,0 0-1,25-6 1,-38 6-48,1 0 0,0-1 0,0 0 0,-1 0 0,1 0 0,-1-1 0,0 1 0,0-1 0,0 0 0,0 0 0,0-1 0,-1 1 0,1-1 0,-1 0 0,0 1 0,0-2 0,0 1 0,-1 0 0,5-10 0,-2 1-197,-1 0 1,0-1 0,-1 0-1,0 0 1,-1 0 0,-1 0 0,0 0-1,-1 0 1,0 0 0,-4-22-1,-5-9-134,-26-82 0,20 81 617,10 25 215,5 21-440,-1 0-1,1-1 1,0 1-1,0 0 1,0 0-1,0 0 1,0 0-1,0 0 1,0 0-1,-1-1 1,1 1-1,0 0 0,0 0 1,0 0-1,0 0 1,0 0-1,-1 0 1,1 0-1,0 0 1,0 0-1,0 0 1,0 0-1,-1 0 1,1 0-1,0 0 0,0 0 1,0 0-1,-1 0 1,1 0-1,0 0 1,0 0-1,0 0 1,0 0-1,-1 0 1,1 0-1,0 0 1,0 0-1,0 0 1,0 0-1,0 0 0,-1 0 1,1 1-1,0-1 1,0 0-1,0 0 1,0 0-1,0 0 1,0 0-1,0 1 1,-1-1-1,1 0 1,-7 7 256,3 0-129,0 0 0,1 0 0,0 0 0,0 1 0,0-1-1,-2 16 1,-5 50 272,9-55-321,-9 126 149,7-1-1,24 218 1,-4-255-991,-4-39-5575,-12-48 3852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26.8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685 148 14651,'-23'-13'2039,"-65"-36"2523,52 31-4319,-65-24 0,84 36-278,0 1 0,0 1 0,0 0 1,-1 2-1,1 0 0,-1 0 0,1 2 1,-1 0-1,1 1 0,-1 1 0,1 1 1,-21 5-1,25-4 75,0 1-1,0 0 1,1 1 0,-1 0-1,1 1 1,1 1 0,-1-1-1,-14 15 1,20-16-36,0-1 0,0 1-1,1 1 1,0-1 0,0 1 0,1 0-1,-1 0 1,2 0 0,-1 1 0,1-1-1,0 1 1,1 0 0,-1 0 0,2 0 0,-2 13-1,2-19-5,1 1 0,0-1 0,0 0 0,0 0 0,0 1 0,0-1 0,0 0 0,1 0 0,-1 0 0,1 1 0,-1-1 0,1 0 0,0 0 0,0 0 0,0 0 0,0 0 0,0 0-1,1-1 1,-1 1 0,1 0 0,-1 0 0,1-1 0,-1 1 0,1-1 0,0 0 0,0 1 0,0-1 0,-1 0 0,1 0 0,0 0 0,1 0 0,-1 0 0,4 0 0,0 0 5,0 0-1,-1-1 1,1 0 0,0 0 0,0 0-1,0-1 1,0 0 0,0 0 0,-1-1 0,1 1-1,10-6 1,15-9 14,-1-3 0,0 0-1,-2-2 1,38-35 0,-15 13-2,19-21 90,-67 62 7,-2 3 118,0 0-205,-1 1 1,1-1 0,-1 1 0,0-1-1,1 1 1,-1 0 0,0-1 0,0 1-1,0-1 1,0 1 0,0-1 0,0 1-1,-1-1 1,1 1 0,0 0-1,-1-1 1,0 0 0,0 3 0,-2 8 90,-9 76 168,1 133 0,10-201-274,1 57-840,3 0 1,20 113-1,-15-138-425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29.6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2 124 11154,'-1'-45'152,"2"8"-208,-1 8-40,6 17 1537,-3 24 687,-3 17 73,-3 15-441,8 25-1056,7 9-192,7 17-352,5 3-160,-1-8-560,-3-2-584,-1-17-4665,0-10 4784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30.0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402 1 10938,'-36'0'6084,"2"5"-3640,28-4-2440,-1 1 0,1-1 1,0 1-1,0 1 1,1 0-1,-1-1 0,0 2 1,1-1-1,-7 5 1,-1 4 2,1 0 1,0 1 0,0 1 0,1 0 0,1 0 0,0 1 0,-9 21 0,-48 118 436,61-139-402,-73 216 513,75-216-500,1 1 0,0-1 0,1 1 0,-1 18-1,3-33-48,0 1 0,0-1 0,0 1 0,0-1 0,0 0-1,0 1 1,1-1 0,-1 1 0,0-1 0,1 0-1,-1 1 1,1-1 0,-1 0 0,1 0 0,0 1-1,0-1 1,-1 0 0,1 0 0,0 0 0,0 0-1,0 0 1,0 0 0,0 0 0,2 1 0,0-1-4,-1-1 0,0 1 0,1 0 0,-1-1 0,0 0 1,1 1-1,-1-1 0,0 0 0,1 0 0,-1 0 0,1-1 0,-1 1 1,3-1-1,7-3-47,1 0-1,-1-1 1,22-11 0,-5 0-88,0-1-1,-1-2 0,-1 0 1,44-42-1,-70 60 136,1-1 0,-1 0 1,1 1-1,-1-1 0,0 0 0,1 0 1,-1 0-1,0 0 0,0 0 0,0 0 0,-1 0 1,1 0-1,0-4 0,-1 5 9,0 0 1,0 0-1,0 0 0,0-1 0,0 1 0,0 0 1,-1 0-1,1 0 0,0 0 0,-1 0 1,1 0-1,-1 0 0,1 0 0,-1 0 0,0 0 1,1 1-1,-1-1 0,0 0 0,0 0 0,0 0 1,-3-2 39,0 1 1,0 0-1,0 0 1,0 0 0,0 1-1,0-1 1,-1 1-1,1 0 1,0 0-1,-1 1 1,-8-1 0,7 1-86,-1 0 1,1 1 0,-1 0 0,1 0 0,-1 0 0,1 1-1,0 0 1,0 0 0,0 1 0,0 0 0,0 0 0,0 0-1,-5 5 1,0 0-1250,1 1 1,-1 0-1,2 1 0,-1 0 1,-8 14-1,-6 12-703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30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53 14075,'6'-5'1350,"0"1"-1,1 0 1,12-7 0,24-4 17,-26 11-1367,1 0 0,33-1-1,-46 5-16,-1 0-1,1 0 0,-1 0 0,1 0 0,-1 1 0,1 0 0,-1 0 0,0 0 0,0 1 0,1 0 0,-1-1 0,0 1 0,0 1 0,-1-1 0,1 0 0,0 1 0,-1 0 0,1 0 1,-1 0-1,0 0 0,5 8 0,-5-7-34,0 1 0,-1 0 0,0 0 1,0 0-1,0 0 0,0 0 0,-1 1 0,0-1 1,0 0-1,0 1 0,-1-1 0,0 1 0,0-1 1,0 1-1,-1-1 0,0 0 0,-2 10 1,-3 6 16,-2-1 0,0 0 0,-1-1 1,-1 0-1,0-1 0,-2 0 1,-24 30-1,-8 1 527,-59 51 1,41-42 64,59-55-532,-2 1 16,1 1-1,0 0 1,-1 0-1,-4 7 1,9-11-39,-1 0 0,1-1 0,-1 1 0,1 0-1,0-1 1,-1 1 0,1 0 0,0 0 0,0-1 0,-1 1 0,1 0 0,0 0-1,0-1 1,0 1 0,0 0 0,0 0 0,0-1 0,0 1 0,0 0 0,1 0-1,-1-1 1,0 1 0,0 0 0,1 0 0,-1-1 0,0 1 0,1 0 0,-1-1 0,1 1-1,-1 0 1,0-1 0,1 1 0,0-1 0,-1 1 0,1-1 0,-1 1 0,1-1-1,0 1 1,-1-1 0,1 0 0,0 1 0,-1-1 0,1 0 0,0 0 0,1 1 0,5 1 3,1 0 0,0 0 0,0-1 0,0 0 0,0-1 0,0 0 0,16-1 0,57-12 55,-76 12-58,24-5-135,-1-1-1,0-2 1,0-1 0,0-1-1,-2-1 1,1-2 0,-2 0-1,47-35 1,-21 8-3444,-1 2 1282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31.0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1 13859,'-1'0'126,"-12"13"1448,1 0 0,0 0 0,1 1-1,-18 28 1,27-39-1585,0 0 1,1 1-1,-1-1 0,1 0 0,0 1 0,0-1 1,0 1-1,0-1 0,1 1 0,-1-1 0,1 1 1,0 0-1,0-1 0,0 1 0,0-1 0,1 1 1,0 0-1,-1-1 0,1 1 0,0-1 0,1 0 1,-1 1-1,1-1 0,-1 0 0,1 0 0,0 0 1,0 0-1,1 0 0,-1 0 0,0 0 0,5 2 1,-4-2 36,1 0 0,-1-1 1,1 1-1,0-1 0,0 0 1,0 0-1,0-1 1,0 1-1,0-1 0,1 0 1,-1 0-1,0 0 0,1 0 1,7-1-1,4 0 51,0-1-1,28-7 1,2 1-57,-34 6-18,7-1-7,0 0 1,0 2 0,29 2-1,-43-1-12,0 0 0,0 0-1,-1 0 1,1 1 0,0-1 0,0 1-1,-1 0 1,5 3 0,-7-3-4,0-1 0,0 1 0,0 0-1,0 0 1,0 0 0,0 0 0,-1 0 0,1 0 0,-1 0 0,1 0 0,-1 0 0,0 1 0,0-1 0,0 1 0,0-1 0,0 4 0,0-2 1,-1-1 0,0 1 1,0 0-1,-1-1 0,1 1 1,-1-1-1,1 1 0,-1-1 1,-1 1-1,1-1 0,0 1 1,-1-1-1,1 0 0,-1 0 1,0 0-1,0 0 0,0 0 1,-5 5-1,1-2-22,0 0 1,0 0-1,-1-1 0,1 0 1,-1 0-1,-15 8 0,15-10-69,1-1 1,0 1-1,-1-1 0,1 0 1,-1-1-1,0 0 0,0 0 1,1 0-1,-15-1 0,-25-9-353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31.2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0 372 21028,'28'2'489,"15"-2"-161,6-7-192,23-9-120,3-3-24,4-10-104,2-4-96,-13-8-120,-1-4-153,-13 0-47,-2 1 112,-5 8-184,-4 1-912,-12 11 680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34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93 5801,'0'0'424,"1"0"-24,1 0-368,0 0-160,50-19-16,-35 9 160,-5-2 40,4 0-32,-4 0-120,-2 1-432,2 3-712,-5-1 768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35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 6681,'8'-3'529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42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364 161 10954,'-8'-11'823,"-12"-12"508,-1 0-1,-35-29 1,47 46-956,0 0 0,0 0 0,0 1 1,0 0-1,-1 1 0,0 0 0,0 0 0,0 1 1,0 0-1,-18-2 0,23 5-365,0 0-1,0-1 1,0 2 0,0-1-1,0 0 1,1 1 0,-1 0-1,0 0 1,0 1 0,1-1-1,-1 1 1,1 0-1,-1 0 1,1 1 0,0-1-1,0 1 1,0 0 0,0 0-1,0 0 1,1 1 0,-1-1-1,1 1 1,0 0 0,0 0-1,-3 6 1,2-2-10,1 0 0,0 0-1,0 0 1,0 0 0,1 0 0,1 0 0,-1 1 0,2-1-1,-1 1 1,1-1 0,0 1 0,1-1 0,0 1-1,0-1 1,1 0 0,0 1 0,0-1 0,4 8 0,-4-10 0,0 0 0,1 0 0,0-1 1,0 0-1,0 1 0,1-1 1,0 0-1,0-1 0,0 1 0,0-1 1,1 1-1,-1-1 0,1-1 1,0 1-1,1-1 0,-1 0 0,1 0 1,-1 0-1,1-1 0,0 0 1,0 0-1,0 0 0,0-1 0,0 0 1,8 1-1,-8-2 4,0-1 0,0 0 0,-1 0 0,1 0 0,0-1 0,0 0 1,-1 0-1,1-1 0,-1 1 0,0-1 0,1 0 0,-1 0 0,-1-1 0,1 0 0,0 0 0,4-5 0,2-3 13,0 0-1,0-1 0,-2-1 0,14-22 1,-18 27 62,-1 1 0,0-1 0,0 0 0,-1 0 1,0-1-1,-1 1 0,0 0 0,0-1 0,-1 0 1,0 1-1,-1-1 0,0-13 0,-1 22 219,0 4-158,-2 14-92,0-1 1,1 1 0,0 0 0,2 27-1,0-8-34,1 80-823,30 225-1,-24-304-740,0-9 425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42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 1 19540,'-1'0'-1,"0"0"0,0 1-1,0-1 1,-1 1 0,1-1 0,0 1-1,0-1 1,0 1 0,0 0-1,0-1 1,0 1 0,0 0 0,0 0-1,-1 1 1,1 0-502,0 0 0,0 0 1,0 0-1,0 1 0,0-1 0,1 0 0,-1 1 1,1-1-1,-1 4 0,-4 17-1855,-1-11 3045,-1-1 1,0 1 0,-1-1 0,-10 11 0,-18 27 3454,-14 38-2648,50-87-1494,0 0-1,-1 1 1,1-1 0,0 1 0,0-1-1,-1 1 1,1-1 0,0 1 0,0-1-1,0 1 1,0-1 0,-1 1 0,1-1 0,0 1-1,0-1 1,0 1 0,0-1 0,0 1-1,0-1 1,1 1 0,-1-1 0,0 1-1,0-1 1,0 1 0,0-1 0,1 1-1,-1-1 1,0 1 0,1 0 0,-1-1-1,1 1-1,0 0 1,0-1 0,0 1 0,0-1 0,0 1 0,0-1 0,0 0 0,0 0-1,0 1 1,0-1 0,0 0 0,2 0 0,37-3-21,-37 3 23,59-12 7,-37 7-2,0 0 1,39-1 0,-55 6-7,-1 1 1,1-1 0,0 2 0,0-1 0,0 1 0,-1 0 0,1 1 0,-1 0 0,0 0 0,0 1 0,10 6 0,74 59-866,-92-69 725,1 0 0,-1 0 0,0 1 0,1-1 0,-1 0 0,0 0 0,0 1 0,1-1 0,-1 0 0,0 0-1,1 0 1,-1 0 0,1 0 0,-1 0 0,0 1 0,1-1 0,-1 0 0,0 0 0,1 0 0,-1 0 0,1 0 0,-1 0-1,0 0 1,1-1 0,-1 1 0,0 0 0,1 0 0,-1 0 0,0 0 0,1 0 0,-1 0 0,0-1 0,1 1-1,-1 0 1,0 0 0,1-1 0,-1 1 0,0 0 0,0 0 0,1-1 0,-1 1 0,0 0 0,0-1 0,0 1 0,1 0-1,-1-1 1,0 1 0,0-1 0,7-12-1998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42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1 17140,'-9'38'1992,"-3"7"681,17 20-2417,-3 11-168,13 28-160,6 14-24,-9 11 24,-2 1 32,1-12 40,-9-11-72,1-22-272,2-9-761,-5-31 569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43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2448 92 17476,'-57'6'225,"-23"5"-426,-1-5 0,-155-6 0,-142-53 3275,96 11-2070,-1 22-475,231 20-391,-74 9-1,106-6-108,0 1 0,0 1 0,1 0 0,0 1 0,0 1 0,-31 17 0,44-21-27,0 1 0,0 0 0,1 0 0,-1 0 0,1 1 0,0 0 0,1 0 0,-1 0 0,1 0-1,-5 8 1,7-9-2,0 1 0,0-1-1,1 0 1,0 1-1,-1-1 1,1 1 0,1-1-1,-1 1 1,1-1 0,-1 1-1,1 0 1,1-1 0,-1 1-1,1-1 1,-1 1-1,3 6 1,1-1 1,0 1-1,0 0 0,1-1 1,1 0-1,-1 0 1,11 13-1,49 51-1,-32-37 11,60 72-213,-5 5 0,-5 3-1,-5 4 1,93 194 0,-170-314 201,56 135-250,-51-117 226,0 1 1,-1 1-1,-1-1 0,-2 0 0,2 22 1,-4-36 31,0 0 1,0 0-1,0 0 1,-1 0-1,0 0 1,0 0-1,0-1 1,-1 1-1,0 0 1,0-1-1,0 1 1,-1-1-1,1 0 1,-1 0-1,-1 0 1,1 0 0,-1 0-1,0-1 1,0 0-1,0 1 1,0-2-1,-1 1 1,0 0-1,0-1 1,-5 3-1,-4 0 15,1 0 0,-1-1 0,1-1 0,-1 0 0,-1-1 0,1-1 0,0 0 0,-18 0 0,-15-2 64,-57-7 0,-146-25 558,-47-5 84,-87 14-393,371 22-329,10 2-14,0-1 1,0 0-1,1 0 1,-1 0-1,0-1 1,0 1-1,0-1 0,0 1 1,0-1-1,0 0 1,1 0-1,-1 0 0,0 0 1,1-1-1,-1 1 1,1-1-1,-1 0 1,1 1-1,0-1 0,0 0 1,-3-3-1,4 3-86,1 1-1,-1-1 0,0 0 1,1 0-1,-1 1 0,1-1 1,-1 0-1,1 0 0,0 0 1,0 1-1,0-1 0,0 0 1,0 0-1,0 0 0,1 1 1,-1-1-1,1 0 0,0-2 1,1-2-574,1 1 1,0-1-1,0 1 1,5-7-1,29-34-2618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44.7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90 19140,'0'16'1000,"9"1"17,8-1-705,16-6-232,8-1-48,11-9 0,2-4 16,1-3 0,-3-3 16,-2-2-8,-3-4 0,-7-3-80,-4-2-128,-8-1-689,-8-1-4632,-16-1 3009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44.9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1 246 22461,'20'8'368,"13"-3"-120,23-12-744,11-8-160,7-11-176,1 0-481,-6-2 425,-7 1 112,-8 3 512,-6-1 240,-5 1-784,-3-4-5226,7-1 4978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51.8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365 139 9218,'38'-42'5209,"-36"41"-3871,-3 1-1224,-1-1 1,1 1-1,0-1 1,0 1-1,0-1 1,0 1-1,0-1 0,0 1 1,0-1-1,0 0 1,0 0-1,-1 0 1,-6-5 122,-2 4 35,0 0 1,0 0-1,0 1 0,-1 1 0,1 0 0,0 0 0,0 1 0,-19 3 0,-2 0 425,-25-3 178,42-1-735,0 0 1,0 0-1,0 1 1,0 1-1,0 1 1,-23 6-1,32-6-134,0 0 0,1 0-1,0 0 1,-1 1 0,1 0 0,1-1 0,-1 1-1,0 1 1,1-1 0,0 0 0,0 1 0,0 0-1,1-1 1,-3 7 0,4-8-11,0 0 0,0 0 0,0 0 0,0 0 0,1 0 0,-1 1 0,1-1 0,0 0 0,0 0 1,0 0-1,1 5 0,-1-6-2,1 0 1,0 0-1,-1-1 1,1 1-1,0 0 1,0 0 0,0-1-1,0 1 1,0 0-1,0-1 1,1 1-1,-1-1 1,1 0-1,-1 1 1,1-1 0,-1 0-1,1 0 1,0 0-1,2 1 1,5 2 2,-1-2 1,1 1-1,-1-1 1,1-1-1,0 0 1,0 0-1,0 0 1,-1-1 0,1 0-1,0-1 1,0 0-1,0-1 1,-1 0-1,1 0 1,0 0-1,8-5 1,12-5-5,-1-1-1,-1-1 1,34-23 0,159-121 89,-218 157-16,-8 3 39,2-1-96,1 1-1,0-1 0,0 1 1,0 0-1,0 0 0,0 0 0,1 1 1,-1-1-1,1 1 0,-1-1 0,1 1 1,0 0-1,0 0 0,-2 4 0,1 0 2,-1 1 0,1 0-1,0 0 1,1 0-1,-3 14 1,2 9 0,1 1 1,2 42-1,1-54-3,1 53-279,3 0 0,4-1 1,2 0-1,38 125 0,-47-190 92,10 23-1644,-11-28 1325,0-1 0,0 0 0,0 1-1,0-1 1,1 0 0,-1 0 0,0 1-1,0-1 1,1 0 0,1 1 0,12 1-1988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52.1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0 24277,'-16'9'320,"4"-6"-880,5-3-512,13-12 376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53.0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18892,'0'0'816,"2"0"-816,0 1-96,0 1 16,-1 0 176,1-1 144,0 3 224,39 58 96,-39-13-159,3 15-185,-5 36-176,4 14-96,1 23-104,0 1-112,4-3-569,-2-7-1047,8-18 672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55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1862 645 12067,'-18'-41'2830,"-1"1"0,-27-41 0,22 44-2722,-2 0-1,-1 2 0,-2 1 1,-2 1-1,0 2 1,-3 1-1,-56-40 1,66 55-99,0 0 1,-1 2 0,-1 1 0,0 1 0,-1 1 0,0 1-1,0 1 1,-1 2 0,0 1 0,0 1 0,0 1 0,-1 2-1,1 1 1,0 1 0,-1 1 0,1 1 0,0 2 0,0 1-1,1 1 1,0 1 0,0 2 0,1 1 0,-45 24 0,38-14-2,1 1 0,1 1 0,1 2 0,-34 37 0,27-21-15,1 1-1,-42 69 0,15-2-309,-94 223 0,105-202-192,6 2 0,-38 176 0,66-214 457,3 1 1,4 0-1,5 1 0,7 115 1,2-161 145,3-1 1,2 0-1,2-1 1,2 1-1,34 86 1,-32-103-34,2-1-1,0-1 1,2-1 0,2-1 0,0 0 0,2-1 0,0-2 0,2 0 0,34 27 0,-24-27-36,1-1 0,0-1-1,2-3 1,0-1 0,1-1-1,1-2 1,1-2 0,0-2 0,1-2-1,0-1 1,0-2 0,1-2 0,71 0-1,-72-6 35,0-2-1,0-1 0,-1-3 1,0-1-1,0-2 0,-1-1 1,0-2-1,-1-2 1,0-2-1,-1-1 0,-2-2 1,0-1-1,-1-2 0,35-31 1,-25 14 203,-1-3 0,-3-2 1,49-69-1,-40 41 202,67-134 0,-95 163-420,-1-2-1,-3 1 1,-2-2-1,-1 0 1,-3-1-1,-2 0 1,-2-1-1,-2 0 1,-2 0-1,-3 0 1,-1 0-1,-14-81 1,-2 53-46,-3 0 0,-4 2-1,-42-94 1,-122-204-249,-13 40-333,158 271 378,-3 2 1,-2 2 0,-61-56-1,91 96 133,-1 2 0,-1 0-1,-1 1 1,0 1 0,-1 1-1,0 1 1,-32-12 0,39 19 0,0 1-1,-1 0 1,1 1-1,-1 1 1,0 0 0,1 1-1,-1 1 1,0 0-1,0 1 1,1 1 0,-1 1-1,-29 8 1,-75 37-301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57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2314 680 13171,'-1'-12'383,"1"0"0,-2 1 0,0 0 0,0-1 0,-1 1 0,0 0 0,-1 0 1,0 1-1,-1-1 0,0 1 0,-1 0 0,0 0 0,0 0 0,-14-14 0,-7-4 198,-1 1 1,-1 2-1,-35-23 0,28 21-376,10 7-117,-260-181 279,253 182-367,-1 1 0,-1 2-1,0 1 1,-1 1-1,-1 3 1,1 1 0,-44-6-1,27 11-2,1 2 1,-1 2-1,1 3 0,-1 2 0,1 3 0,0 2 0,1 2 0,0 2 1,0 2-1,2 3 0,-57 28 0,60-23-7,1 1-1,1 3 1,2 2-1,0 1 1,2 3-1,2 1 1,1 1-1,1 3 1,2 0-1,2 3 1,-42 68-1,37-40-1,2 2 1,4 1-1,3 1 0,2 2 0,5 1 0,2 0 0,4 1 0,4 1 0,-4 134 1,18-139 14,2 0 1,4-1 0,3 0 0,4-1 0,2-1 0,3 0 0,4-2 0,2 0-1,45 79 1,-44-97 6,3-2 0,1 0-1,74 80 1,-74-95-3,1-2-1,1-1 1,2-2 0,1-1-1,58 31 1,-53-37-5,1-2 0,1-2 1,1-2-1,0-2 0,66 11 0,-53-16 0,1-2-1,0-3 0,112-8 1,-109-2 25,-1-3 0,-1-2 0,0-2 1,-1-3-1,0-3 0,-2-2 1,0-3-1,84-51 0,-77 33 171,-2-2 0,-2-3 0,88-92-1,129-192 567,-223 260-710,-3-3 1,-4-1-1,-3-3 1,47-116-1,-75 149-77,-1-1-1,-2 0 0,11-89 1,-21 101-12,-1-1 1,-2 0 0,-1 1 0,-2-1-1,-15-68 1,10 74 5,-1 1 0,-2 0-1,-1 0 1,-1 2 0,-1-1 0,-30-42-1,20 39 1,-1 0-1,-1 2 0,-2 1 0,-55-44 0,36 38-14,-1 3 1,-2 2-1,-1 1 0,-1 3 1,-1 3-1,-1 1 1,-74-17-1,41 19-299,1 4-1,-2 4 0,-149-1 1,147 14-3244,-150 24 0,29 20 711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10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177 980 18532,'-148'-29'2150,"144"28"-1909,8-2 39,5-4-185,1 0 0,0 1 1,0 0-1,0 1 0,20-8 0,377-125 551,15 23-491,11-4-118,237-93-7,46-13-3,-420 149-29,-273 71 1,-8 0-9,-15 5 9,0 0 1,0 0 0,1 0-1,-1 0 1,0 0 0,0-1 0,0 1-1,0 0 1,0 0 0,0 0-1,0 0 1,0 0 0,0 0 0,0 0-1,0 0 1,0 0 0,0 0-1,0 0 1,0 0 0,0 0 0,0-1-1,0 1 1,0 0 0,1 0 0,-1 0-1,0 0 1,0 0 0,0 0-1,0 0 1,0 0 0,-1 0 0,1-1-1,0 1 1,0 0 0,0 0-1,0 0 1,0 0 0,0 0 0,0 0-1,0 0 1,0 0 0,0 0-1,0 0 1,0 0 0,0 0 0,0-1-1,0 1 1,0 0 0,0 0-1,0 0 1,0 0 0,-1 0 0,1 0-1,0 0 1,0 0 0,0 0-1,0 0 1,0 0 0,0 0 0,0 0-1,0 0 1,0 0 0,-1 0 0,-24-3-25,-483 18-88,335-6 27,-1917 219-1380,1825-173 1528,240-44-68,24-11 6,1 0 0,0 0-1,0 0 1,0 1 0,0-1-1,-1 0 1,1 0 0,0 0-1,0 0 1,0 1 0,0-1-1,0 0 1,0 0 0,0 0-1,-1 1 1,1-1 0,0 0-1,0 0 1,0 1-1,0-1 1,0 0 0,0 0-1,0 0 1,0 1 0,0-1-1,0 0 1,0 0 0,0 0-1,1 1 1,-1-1 0,0 0-1,0 0 1,0 0 0,0 1-1,0-1 1,0 0 0,0 0-1,1 0 1,-1 1 0,0-1-1,0 0 1,0 0-1,0 0 1,1 0 0,-1 0-1,0 0 1,0 1 0,0-1-1,1 0 1,-1 0 0,0 0-1,0 0 1,0 0 0,1 0-1,-1 0 1,0 0 0,0 0-1,0 0 1,1 0 0,-1 0-1,0 0 1,0 0-1,1 0 1,-1 0 0,22 5-16,0-2-1,0 0 1,0-1 0,24-1-1,382-19 61,9-35 26,-301 34-63,244-35-8,307-36 1,-629 84 4,0 2 0,0 3-1,112 11 1,-170-10-2,0 0 0,0 0 0,0 0 0,-1 1 0,1-1 0,0 0 0,0 0 0,0 0 0,0 0 0,0 0 0,0 0 0,0 1 0,0-1 0,0 0 0,0 0 0,0 0-1,0 0 1,0 0 0,0 0 0,0 1 0,0-1 0,0 0 0,0 0 0,0 0 0,0 0 0,0 0 0,0 1 0,0-1 0,0 0 0,0 0 0,0 0 0,0 0 0,1 0 0,-1 0 0,0 0 0,0 1 0,0-1 0,0 0 0,0 0 0,0 0 0,0 0 0,0 0-1,1 0 1,-1 0 0,0 0 0,0 0 0,0 0 0,0 0 0,0 0 0,0 0 0,1 0 0,-1 0 0,0 1 0,0-1 0,0 0 0,0-1 0,0 1 0,1 0 0,-1 0 0,0 0 0,0 0 0,0 0 0,0 0 0,0 0 0,0 0 0,1 0 0,-1 0 0,-9 4 50,-58 4 165,22-4-126,-1173 153-34,846-87-180,288-49 21,1 4 0,-108 47 0,157-56-48,0 1 0,1 2 1,1 1-1,-38 32 0,69-51 137,-11 8-137,1 1-1,-14 16 1,23-23 35,-1 0 0,1 0 1,0 0-1,0 0 0,0 1 0,1-1 1,-1 1-1,1-1 0,0 1 0,0 0 1,0-1-1,0 1 0,1 0 0,-1 5 1,1-8-30,0 1 1,0 0 0,1 0-1,-1 0 1,1 0 0,-1 0 0,1 0-1,-1-1 1,1 1 0,0 0 0,0-1-1,0 1 1,0 0 0,0-1 0,0 1-1,1-1 1,-1 0 0,0 1 0,1-1-1,-1 0 1,1 0 0,-1 0-1,1 0 1,0 0 0,2 1 0,4 1-357,1 0 1,-1 0-1,1-1 0,12 1 1,-12-2 107,23 3-882,47 1-1,72-11-358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40.2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20788,'24'-2'521,"6"13"-353,1 15-56,-3 39 24,-8 30 16,-11 47 72,-6 19 32,-10 19 8,-3-2 8,0-14-96,3-10-72,10-26-248,4-14-160,2-24-368,-2-14-465,-4-19 361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40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25 241 17476,'-2'1'57,"-1"-1"1,1 1 0,0 0-1,0 0 1,0 0 0,-1 0-1,1 0 1,-2 3-1,2 4-523,12 2-180,-3-6 772,1-1-1,-1 0 0,0 0 0,1-1 1,-1 0-1,1 0 0,0-1 1,0 0-1,-1-1 0,1 1 1,0-1-1,8-2 0,18-1 899,47-12-1,-74 13-987,1273-237 1291,-1279 239-1335,236-28-205,-199 26-392,0 2-1,0 1 1,0 2 0,45 9-1,-28 2-3961,-17 6 2192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41.6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10 583 22317,'-4'-16'47,"2"0"-1,0-1 1,1 1 0,0 0 0,1 0-1,1-1 1,1 1 0,0 0 0,1 0-1,1 0 1,1 0 0,0 1 0,0-1-1,9-13 1,1 1-52,0 1 0,2 1 0,1 0 0,2 1 0,0 2-1,33-32 1,-38 42 49,1-1-1,0 2 0,1 0 0,0 1 1,0 1-1,1 1 0,1 0 1,0 1-1,21-6 0,-32 12-39,-1 1 1,1 0-1,0 0 0,0 0 0,-1 1 1,1 0-1,0 0 0,0 1 0,-1 0 1,1 1-1,10 3 0,-12-3-29,0 1 1,0 0-1,-1 0 0,1 1 0,-1-1 1,0 1-1,0 0 0,0 1 0,0-1 1,-1 1-1,0 0 0,0 0 0,0 1 1,0-1-1,3 9 0,-1-1-83,0 1-1,-1 0 0,-1 0 0,0 0 1,-1 1-1,0-1 0,-1 1 1,-1 0-1,-1 27 0,-2-10-186,-2 0 1,-1 0-1,-13 44 0,4-26 139,-2 0 0,-3-2-1,-1 0 1,-3-2 0,-2 0-1,-2-2 1,-1 0 0,-53 59-1,66-86 315,-1-1 0,-1-1 0,0-1 0,-1 0 0,-23 13 0,33-23-83,0 1 1,0-1 0,-1 0-1,1-1 1,-1 0 0,0-1-1,0 1 1,0-2 0,0 1-1,0-1 1,0-1 0,0 1-1,0-2 1,-1 1 0,-9-3-1,16 3-59,1-1-1,-1 1 1,1-1-1,0 0 1,-1 0-1,1 0 1,0 0-1,0 0 1,-1 0-1,1 0 1,0-1-1,0 1 1,0-1-1,1 0 1,-1 0-1,0 1 1,1-1-1,-1 0 1,1 0-1,0 0 1,-1-1-1,1 1 1,0 0-1,0 0 1,0-1-1,1 1 1,-1-1-1,1 1 1,-1 0-1,1-1 1,0 1-1,0-1 1,0 1-1,0-1 1,0-2-1,2-2 6,-1 0 0,1 1 0,0-1-1,0 0 1,1 1 0,0 0-1,0 0 1,1 0 0,-1 0 0,1 0-1,7-7 1,2 0 11,1 0-1,1 0 0,0 1 1,1 1-1,0 1 1,1 0-1,0 1 0,0 1 1,1 1-1,0 0 1,24-5-1,-12 5-44,0 1 1,0 2-1,0 1 0,0 1 1,1 1-1,41 6 0,-25 2-412,56 17-1,-31-6-2613,-35-11 1203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42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63 20324,'8'71'486,"22"91"0,-17-103-1107,-3 0-1,5 92 1,-14-130 867,-1 0 0,-1 0-1,-1-1 1,-1 1 0,0-1-1,-2 0 1,-1 0 0,-14 36-1,19-54-197,1 0 0,-1 0 1,0 0-1,0-1 0,0 1 0,0 0 0,0-1 0,-1 1 0,1-1 0,0 0 0,-1 1 1,1-1-1,-1 0 0,-3 2 0,5-3-37,-1 0 0,1 0 1,-1 0-1,0 0 0,1 0 0,-1 0 1,1 0-1,-1-1 0,1 1 0,-1 0 1,1 0-1,-1-1 0,1 1 0,-1 0 1,1-1-1,0 1 0,-1 0 0,1-1 1,-1 1-1,1-1 0,0 1 0,-1-1 1,1 1-1,0-1 0,0 1 0,-1-1 1,1 1-1,0-1 0,0 1 0,0-1 1,-1 0-1,-1-9-2,0 1 1,0-1 0,1 0-1,-1-15 1,1-25-48,3 1 1,2-1-1,2 1 0,2 0 1,2 0-1,2 1 1,3 0-1,1 1 0,26-51 1,-33 80 47,1 1 1,1 0-1,0 0 1,17-19-1,-23 31-7,0-1 0,1 1 0,0 0 0,-1 0 0,2 0 0,-1 1 0,0 0 0,1 0 0,0 0 0,0 1 0,0 0 0,0 1 0,1 0 0,7-2 0,-10 4-2,-1 0 1,0 0-1,0 0 0,0 0 1,0 1-1,0-1 0,0 1 1,0 1-1,0-1 0,0 0 1,0 1-1,-1 0 0,1 0 1,0 0-1,-1 0 0,1 0 1,-1 1-1,0-1 0,0 1 1,0 0-1,0 0 0,-1 0 1,1 1-1,3 6 0,3 5 5,-1 1-1,0 0 0,-1 1 0,7 26 0,-3-2-4,-2 1 1,-2 0-1,-1 0 0,-1 50 1,-16 170 590,18-301-612,1 1-1,2 0 1,23-59 0,-18 54 6,-1 3 3,7-25 12,38-75-1,-50 122 3,0 0-1,2 1 0,0 0 0,2 0 1,-1 1-1,2 1 0,0 0 0,26-20 1,-33 30-6,0 0 1,1 0 0,-1 1 0,1 0-1,0 0 1,1 1 0,-1 0 0,9-1-1,-12 3-2,0 0 0,0 0-1,0 1 1,0 0 0,-1 0-1,1 0 1,0 1 0,0-1-1,0 1 1,0 0 0,0 1 0,-1-1-1,1 1 1,-1 0 0,1 0-1,5 4 1,-2 0-4,0 1 0,-1 0 0,1 0 0,-2 0 0,1 1 0,-1 0 0,0 1 0,0-1 0,-1 1 0,-1 0 0,1 1 0,3 12 0,5 17-7,13 71-1,-21-83 16,3 12-26,-4-13-60,1-1-1,2 0 1,0 0 0,20 42-1,-25-62 6,1 0-1,0 0 1,0 0-1,1 0 1,4 4-1,-6-7 41,0 0 0,1 0-1,0 0 1,-1-1 0,1 1-1,0-1 1,4 2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44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3110 0 17380,'-852'460'2558,"142"-93"-927,369-198-1398,200-99-195,-422 238 15,528-286-54,14-10 1,1 1 0,1 1-1,0 0 1,0 2-1,-31 34 1,49-49-1,-1 0 0,1 1 0,0-1 0,0 1 0,0-1 0,1 0 0,-1 1 0,0 0 0,0-1 0,1 1 0,-1-1 0,1 1 0,0 0 0,-1-1 0,1 1 0,0 0 0,0 0 0,0-1 0,0 1 0,1 2 0,-1-2 1,1-1 0,0 0-1,0 0 1,0 1-1,0-1 1,0 0-1,0 0 1,0 0 0,0 0-1,0 0 1,0 0-1,1 0 1,-1-1-1,0 1 1,0 0 0,1-1-1,-1 1 1,3 0-1,7 2 4,0-1-1,1-1 0,-1 1 1,0-2-1,14 0 0,69-8 41,0-4 1,91-24-1,-72 13-15,21-4 18,436-63 392,-564 90-434,128-5 89,-118 5-83,0 1 0,1 1-1,-1 1 1,0 0 0,30 10 0,-42-11-11,0-1 1,-1 1-1,1 0 0,0-1 1,-1 2-1,1-1 0,-1 0 1,0 1-1,0-1 1,0 1-1,0 0 0,0 0 1,-1 0-1,1 0 0,-1 1 1,0-1-1,0 1 0,3 5 1,-4-4-3,0 0 0,-1 0 0,1 0 0,-1 0-1,1 0 1,-2 0 0,1 0 0,0 0 0,-1 0 0,0 0 0,0 0 0,-1-1 0,-1 6 0,-7 12-11,-1-1 0,0 0 0,-2-1 1,-29 36-1,-7 2-20,-94 87 0,-70 37-31,173-148 52,-561 436-205,425-336 163,169-129 53,-471 390-93,459-378 86,2 1 1,0 0 0,1 2 0,0-1 0,-16 31-1,30-46 10,0-1 0,0 1-1,1 0 1,-1 0-1,1-1 1,0 1 0,0 0-1,0 0 1,1 1-1,0-1 1,-1 0 0,1 0-1,1 0 1,0 8-1,0-9 4,1 0 0,-1-1-1,0 1 1,1 0-1,-1-1 1,1 1-1,0-1 1,0 1-1,0-1 1,0 0 0,0 0-1,0 0 1,1 0-1,-1 0 1,1-1-1,2 2 1,9 3 15,1 0 0,-1-2 0,1 0 0,-1 0 0,1-1 0,0-1 0,16 0 0,130 4 173,169-15 1,-289 7-172,373-22 156,465-15-56,213 90-118,-1069-49-34,292 31-1976,-262-30 993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45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0 19308,'4'19'1584,"3"7"273,3 19-1553,6 9-152,-8 17-112,-1 7-32,-10 1-16,-11-3-32,5-13-88,-3-12-96,-3-18-328,1-15-432,-21-18 351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45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0 202 24517,'12'-5'624,"23"-12"-152,17-11-456,27-13-912,8-11-464,-6-7 576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45.9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97 22173,'1'0'656,"32"0"144,9 0-856,13 0-272,16-2-376,0-1-96,7-2 152,-2-4 23,-9-1 625,-1-2 168,-19-2-96,-6 0-184,-17-2-2800,-8 4 1792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46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1 343 21949,'0'0'840,"29"-7"304,16-12-1024,29-17-664,8-4-136,16 0-80,1 1 104,-8 7 247,3 5 113,-18 4 336,-5 4 0,-11 0-520,-10 2-3072,1-7 1903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46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23125,'8'69'576,"6"9"112,9 26-1016,1 7-224,-5 10-208,-9-4 24,-6-9 168,-4-12 23,-2-18-287,-7-9-2913,-1-18 2145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47.7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0 256 18212,'59'71'-22,"15"16"179,-63-75 84,0 2 0,-1-1 0,-1 2 0,0-1 0,-1 1 1,0 1-1,-1-1 0,-1 1 0,-1 0 0,0 1 0,4 28 1,-7-25-255,-1 0 1,-1 0 0,-1 0 0,-4 24 0,-21 77-35,24-112 53,-1 1 0,-1-1 0,-7 16 0,9-31 2,-1-9 0,0 0 1,1 0-1,1-1 1,1 1-1,2-29 1,16-84 84,-10 84-64,2 1 0,1 0 0,33-77 0,-34 100-29,0 0 1,2 0-1,0 1 0,1 0 1,1 1-1,0 1 0,2 0 1,0 1-1,25-19 1,-21 20-1,2 0 1,0 2-1,37-17 1,-49 26 1,0 0 0,1 0 0,-1 1-1,1 1 1,0-1 0,0 2 0,0-1 0,0 2 0,0-1-1,20 3 1,-26-1-2,-1 0 0,1 0 0,-1 1 0,0-1 0,0 1 0,1 0 0,-1 0 0,-1 0 0,1 1 0,0 0 0,0-1 0,-1 1 0,6 7 0,-4-5-2,-1 1-1,0 0 1,-1 0 0,1 0-1,-1 1 1,0-1-1,-1 1 1,3 7 0,0 11-11,-1 1 0,0-1 0,-1 48 0,-3-57 10,0 67-6,0-15 62,11 80 1,-11-143-32,1-1 0,0 1 0,0-1 1,0 1-1,1-1 0,2 7 1,-3-9 55,3-8-7,7-19-41,-1 0 1,-1 0-1,-1-1 0,7-36 0,-2 8-18,55-169 18,-58 197-30,1 0 0,2 1 0,0 1 0,1 0 0,2 1 0,23-28 0,-31 43 0,0 0-1,0 1 0,0-1 1,1 2-1,1-1 0,-1 1 1,1 1-1,19-9 0,-25 13 1,0-1 0,1 1-1,-1 0 1,0 0 0,1 0-1,-1 1 1,1-1 0,-1 1-1,1 0 1,-1 0 0,1 1-1,-1 0 1,1-1 0,-1 1-1,1 1 1,-1-1-1,0 1 1,0-1 0,0 1-1,0 1 1,0-1 0,0 0-1,0 1 1,4 4 0,0 2-2,0 0 0,-1 0 0,0 0 0,0 1 0,9 19 0,23 60-7,-24-52 6,-9-21-16,9 21 10,2-2 1,29 48-1,-41-74-41,0-1 0,1-1 1,0 1-1,1-1 0,0 0 0,0 0 0,0-1 1,1 0-1,-1 0 0,1 0 0,1-1 0,-1-1 1,1 0-1,0 0 0,13 4 0,22-5-341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0.2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246 80 5369,'0'-7'1188,"-1"1"0,1 0 0,-1-1 0,0 1-1,-1 0 1,-2-8 0,3 12-1009,1 1 0,-1-1-1,1 1 1,-1-1 0,0 1 0,0 0-1,1-1 1,-1 1 0,0 0 0,-1-1-1,1 1 1,0 0 0,0 0 0,0 0-1,-1 0 1,1 0 0,0 0 0,-1 0-1,1 1 1,-1-1 0,1 0 0,-1 1-1,1-1 1,-1 1 0,0 0 0,1 0-1,-1-1 1,1 1 0,-1 0 0,-1 0-1,1 1-134,1-1-1,0 1 0,0-1 1,-1 1-1,1 0 0,0 0 0,0-1 1,0 1-1,0 0 0,0 0 1,0 0-1,0 0 0,0 0 0,0 0 1,0 0-1,1 1 0,-1-1 1,0 0-1,1 0 0,-1 3 1,-11 29 111,12-29-126,-9 36 86,3 0 1,1 1-1,2 0 0,2 0 1,8 80-1,-3-84-58,2 0 1,1-1-1,2 1 0,1-2 0,2 0 0,21 43 1,-25-61-52,1 0 0,0-2 0,1 1 0,1-1 1,0 0-1,1-1 0,1-1 0,0 0 0,1 0 1,0-1-1,1-1 0,0-1 0,1 0 0,25 12 1,-30-18 6,0 0 0,0-1 0,1-1 1,0 1-1,-1-2 0,1 1 0,0-2 1,0 1-1,15-3 0,-9 0 8,-1-2 0,1 0 1,-1 0-1,0-2 0,26-11 0,-7-2 3,0-2-1,-1-2 1,-1-1-1,49-44 1,-52 39-21,-1 0 0,-2-2 0,45-63 0,-60 75 37,-1-1 0,-1 0 0,-1-1 0,-1 0 0,-1 0 0,-1-1 0,0 0 0,5-38 0,-9 29 141,-1 0-1,-2 0 1,0-1-1,-3 1 1,-10-54-1,12 75-131,0 6-28,-1 0 0,1 0 0,0 0 0,-1 1 0,0-1 0,0 0 0,-4-6 0,4 9-21,0 7-16,-3 16-9,1 0 0,1 0 0,0 24 0,3 78-48,1-51 24,-1-49 31,23 707-983,-12-615 750,-7 156 1,-5-233 308,-3 1 0,-1-2 0,-3 1 0,0 0 0,-3-2 0,-1 1 0,-29 62-1,30-80 81,-1-1-1,0 0 1,-2-1-1,0-1 1,-1 0-1,0-1 1,-1 0-1,-1-2 1,-1 0-1,0 0 1,-1-2-1,0 0 0,-1-2 1,-33 14-1,30-15-42,1-2-1,-1-1 1,0-1-1,-1-1 0,1-1 1,-1-1-1,0-1 0,0-1 1,1-1-1,-1-1 1,0-1-1,1-1 0,-38-12 1,33 6-127,0-2-1,0 0 1,2-2 0,0-1-1,0-2 1,1 0 0,1-1-1,1-2 1,1 0 0,1-1-1,0-1 1,-18-27 0,26 29-179,0 0-1,1 0 1,1-2 0,1 1-1,1-1 1,-12-42 0,17 45-55,1 1 0,0-1 1,1 0-1,1 0 0,1 0 0,1 0 0,1 1 0,0-1 1,6-22-1,-3 21-463,1 1 1,1 0-1,11-23 1,-5 19-339,32-42 0,-44 65 1064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0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24597,'8'29'-120,"13"11"-800,2 8-376,-4 9-4137,-7 4 2488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0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42 26542,'30'-3'-384,"11"-13"-1529,9-6 841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1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63 21949,'0'0'480,"7"9"-264,12 1-320,22 2-192,11 2 32,0-4 200,7-1 64,12-4 160,10-1 64,17-6 48,15-2-8,-4-9-160,-11-3-72,-9-7-264,-20-1-216,-14-5-4513,-1 5 2352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2.2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 0 11338,'14'35'3922,"13"43"0,-19-50-3836,-2 1 0,-1-1 0,-2 1 0,1 32 0,-10 98 520,1-104-79,3 1 1,7 67 0,-3-109-422,0 0 0,1 0 1,0-1-1,2 1 0,-1-1 0,2 0 1,0 0-1,12 20 0,-13-25-71,1 0 0,1 0-1,0-1 1,0 1 0,0-2 0,1 1-1,-1-1 1,2 0 0,-1 0 0,1-1-1,0 0 1,18 6 0,-10-5-35,0-2-1,0 0 1,0-1 0,1-1-1,-1 0 1,1-1-1,-1-1 1,1-1 0,30-5-1,-25 1-48,-1 0 0,1-2 0,-1 0 0,-1-2 0,0 0 0,0-1 0,21-15 0,51-36-90,104-89 0,-186 141 193,-2 1 0,1-2 0,-1 1 0,-1-1 0,0 0 0,0-1 0,-1 0 0,0 0 0,-1-1 0,-1 1 0,0-1-1,0-1 1,-1 1 0,0-1 0,-1 1 0,-1-1 0,0 0 0,-1 0 0,0 0 0,-2-21 0,0 27-13,-5-37 200,5 42-219,1-1-1,-1 0 0,0 1 0,0-1 1,0 1-1,0-1 0,0 1 0,-1 0 1,1-1-1,-1 1 0,0 0 0,0 0 1,-2-2-1,3 3-17,0 0 1,0 1 0,-1-1-1,1 1 1,0-1 0,0 1-1,-1-1 1,1 1-1,0 0 1,0 0 0,-1 0-1,1 0 1,0 0-1,-1 0 1,1 0 0,0 0-1,-1 0 1,1 1 0,0-1-1,0 1 1,-1-1-1,1 1 1,0-1 0,0 1-1,0-1 1,-1 1-1,0 1 1,-3 1-2,1 1-1,-1 0 1,1 0 0,0 0 0,-5 7-1,-1 2-9,1 2-1,1-1 1,0 2-1,1-1 1,0 1-1,-7 26 1,-17 108-129,25-94-84,2 1 1,2 0-1,3 0 0,9 71 1,53 225-2437,-59-337 2487,7 37-772,-3 0 1,4 95 0,-13-122 881,0 0 1,-2 0-1,0 0 0,-2 0 1,-1-1-1,-1 1 0,-18 42 1,-1-16 968,-2-2 0,-2 0 1,-2-2-1,-61 69 0,74-96-572,0-1 0,-1-1 0,-34 25 0,42-36-256,-1 0 0,0 0-1,-1-2 1,1 1 0,-1-2-1,-1 0 1,1 0 0,-16 2-1,14-5-63,1 0-1,-1-1 0,1-1 0,-1-1 0,0 0 0,1-1 0,0 0 1,-1-1-1,1-1 0,0-1 0,1 0 0,-1 0 0,-23-14 1,20 8-115,-1-1 1,2-1 0,-1-1 0,2 0 0,0-1 0,1-1-1,0 0 1,1-1 0,-16-26 0,14 15-702,-24-54-1,25 45-1478,3 0 0,-15-72-1,20 60 711,0-49 0,7 97 1559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2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27 24053,'-4'-16'-168,"8"6"-368,13 13-704,6 15-337,-1 21 537,-3 10 696,-5 15 1408,-5 3 297,-4-3-225,-3-3-272,1-20-616,1-13-328,2-30-664,-2-24-1064,10-43 487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2.8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1 154 27638,'0'0'88,"15"-6"-448,25-27-1449,7-16-1327,25-16 1415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3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3 545 23501,'0'0'22,"0"-1"-1,0 1 1,-1 0 0,1-1-1,0 1 1,0-1-1,-1 1 1,1 0 0,0-1-1,0 1 1,0-1 0,0 1-1,-1 0 1,1-1 0,0 1-1,0-1 1,0 1-1,0-1 1,0 1 0,0 0-1,0-1 1,0 1 0,0-1-1,1 1 1,-1-1 0,0 1-1,0 0 1,0-1-1,0 1 1,1-1 0,13-7-61,29 3-668,-36 5 673,-2-1 1,51-3 55,63-14 0,-99 14 40,-1-1 0,-1-1-1,1-1 1,-1-1 0,0 0 0,-1-1-1,19-13 1,199-156 15,-220 164-78,0 1-1,-2-2 1,1 1-1,-2-2 0,0 0 1,-1 0-1,-1-1 0,0-1 1,-1 0-1,-1 0 0,-1 0 1,9-35-1,-15 50-55,-2 7-19,-6 29 70,2 0 0,-2 62 0,9 70 109,2-104-249,2 0-1,3 0 1,25 88 0,-32-140-30,1 0 1,1 0 0,8 16-1,-11-23-60,1 0 0,-1 0 0,1 0 0,-1 0 0,1 0 0,0 0 0,-1-1-1,1 1 1,0-1 0,0 1 0,0-1 0,1 0 0,-1 0 0,0 0 0,0 0-1,1 0 1,-1 0 0,0 0 0,3 0 0,22 0-2433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4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24741,'47'10'-184,"0"3"0,-1 1-1,53 26 1,123 77-1067,-150-71 1149,-2 3 0,-2 3 1,-2 3-1,-3 3 0,-3 3 1,-2 2-1,62 88 0,-29-22 384,-5 5-1,124 260 1,-172-304-225,-4 2 1,-4 1-1,-4 1 1,-4 1 0,11 118-1,-24-98-63,-4 1 0,-5 0 0,-6 0-1,-21 122 1,-2-72 45,-70 230-1,69-303-235,-5-2 1,-3-1-1,-94 159 1,57-143-122,74-105 316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4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544 0 24853,'-80'109'272,"6"55"-440,5 37-144,10 77-176,5 30-32,1 40 8,1 15-16,3-3 144,8-15 128,29-49 272,17-26 104,52-57 24,36-23-16,70-47-248,29-29-376,41-53 256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5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0 113 22117,'80'-27'-1,"1"4"0,0 4-1,2 3 1,0 4 0,91-2 0,-154 13-1,-1 1-1,0 1 1,0 0-1,0 2 1,35 9 0,-49-11 10,-1 0 0,1 1 0,-1 0 1,1 0-1,-1 0 0,0 1 0,0-1 1,0 1-1,0 0 0,-1 0 0,1 0 1,-1 1-1,1-1 0,-1 1 0,0 0 1,-1 0-1,1 0 0,-1 0 1,1 0-1,-1 0 0,-1 1 0,1-1 1,-1 1-1,1 0 0,-1-1 0,0 1 1,-1 0-1,1 0 0,-1 4 0,-1 4 17,-1-1-1,0 1 0,0-1 1,-1 0-1,-1 0 0,0 0 0,-1 0 1,0-1-1,-1 0 0,-9 15 0,-6 4 21,-1 0-1,-33 35 1,-47 36 167,66-68 22,1 2 0,1 1 1,-40 59-1,70-90-203,1 1 0,0 0 0,0-1 0,0 1 0,1 0 0,-3 9 0,5-13-27,0-1-1,-1 1 0,1 0 0,0 0 0,0-1 0,0 1 0,0 0 0,0-1 0,1 1 0,-1 0 0,1 0 0,-1-1 1,1 1-1,-1 0 0,1-1 0,0 1 0,0-1 0,0 1 0,0-1 0,0 0 0,0 1 0,0-1 0,0 0 0,0 1 1,1-1-1,-1 0 0,1 0 0,2 1 0,5 2-3,0-1 1,0 0-1,0-1 0,1 0 1,-1 0-1,1-1 0,0 0 1,0-1-1,-1 0 0,18-2 1,30-4-196,94-20 0,59-29-743,-153 39 640,160-43-355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6.6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79 23301,'56'17'504,"13"5"24,36 3-488,15-5-72,11-6-168,-3-7-144,-21-10-208,-13-6-48,-27-10 144,-8-2 168,-9-8 232,-5-2 0,-9 0-440,-6 1-2657,-11 20 1384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6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21 223 23637,'-21'45'824,"27"-7"104,23-5-567,40-19-466,11-11-55,10-15-72,-4-8 16,-12-15 104,3-1 40,-3-6 56,-1 1 0,4-4-472,-2 0-272,-3 5-3553,1 0 1088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00.2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0 453 16420,'32'-12'1032,"25"4"-56,20-1-256,51 7 264,26-1 25,47-6-489,22-1-104,35-13-192,4-4-56,20-6-168,-7-4-56,-12 1-72,-7 2 0,-24-8 16,-7 6-64,-20-9-448,-13 0-3265,-15 3 1880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7.1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 20388,'11'22'913,"1"13"-65,5 43-688,2 22-80,-7 33-72,-8 16 0,-10 24-8,-9 8 0,-8 15 24,4 1-40,5-12-248,7-11-200,7-27-5994,7-15 3562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7.6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 79 19420,'2'16'273,"0"1"-1,0-1 1,1 0 0,1 0-1,1 0 1,12 26 0,-11-30-241,0 0 0,1-1 0,1 0 0,0-1 0,0 1 0,1-2 1,0 1-1,21 15 0,-20-18 15,0-1-1,0 0 1,1 0-1,0-1 1,1 0-1,-1-1 1,1 0-1,-1-1 1,1 0-1,0-1 1,1-1 0,-1 0-1,0 0 1,0-1-1,0 0 1,1-2-1,14-2 1,-6 0 11,-1-2-1,1 0 1,-1-1 0,0-1 0,-1-1 0,0 0 0,0-2 0,-1 0-1,17-15 1,-28 21-56,0-1 0,-1 0 0,0-1 0,0 1-1,-1-1 1,0 0 0,0-1 0,0 1 0,5-14 0,-8 16-4,0 0 1,0 0 0,-1 0-1,0 0 1,0 0 0,0 0-1,-1 0 1,1 0 0,-1 0-1,-1-1 1,1 1 0,-1 0-1,0 0 1,0 0 0,0 0 0,0 0-1,-5-8 1,3 7 2,0 0 1,-1 1-1,0-1 0,0 1 1,-1 0-1,1 0 0,-1 0 1,0 1-1,0-1 0,-1 1 1,-8-5-1,4 4 14,-1 0 0,1 0 1,-1 1-1,0 1 0,-1 0 0,-12-2 1,-3 2 41,0 1-1,0 1 1,0 1 0,-51 8 0,51-4-79,1 1 0,-1 2 0,1 0 0,1 2 0,0 1 0,0 1 0,1 1 0,0 1 0,-39 28 0,57-36-136,0 0 1,1 0-1,0 0 1,0 1-1,0-1 1,0 1-1,1 1 1,-6 9-1,9-15-2,1 1 0,-1-1 0,1 0 0,-1 1 0,1-1 0,-1 0 0,1 1 0,-1-1 0,1 0 0,0 1 0,0-1 0,0 0 0,0 3 0,0-3-78,1 0 0,-1 0 0,1 0 0,-1 0 0,1-1 0,0 1 0,-1 0 0,1 0 0,0-1 1,0 1-1,-1 0 0,1-1 0,0 1 0,0-1 0,0 1 0,0-1 0,0 1 0,0-1 0,1 1 0,23 6-2662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8.0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649 1 21485,'-15'2'239,"0"2"-1,1 0 1,0 0 0,-1 2 0,-22 12 0,-62 43-658,72-42 354,23-17 47,-147 108-251,135-97 318,2 0-1,0 1 0,1 0 0,0 1 0,1 0 0,1 1 1,-13 23-1,22-36-36,1 0 1,-1 1-1,1-1 1,0 0 0,0 0-1,0 1 1,0-1-1,1 0 1,-1 1-1,1-1 1,0 1-1,0-1 1,0 1-1,0-1 1,1 1 0,-1-1-1,2 5 1,0-5-11,-1-1 0,1 1 0,0 0 0,-1-1 0,1 0 0,1 1 0,-1-1 0,0 0 0,0 0 0,1 0 1,-1 0-1,1-1 0,0 1 0,-1-1 0,1 1 0,0-1 0,0 0 0,6 1 0,14 3-37,-1 0-1,1-2 1,31 0-1,-31-2-50,0 1 0,-1 1 1,34 8-1,-55-11 78,1 0 0,-1 1 0,1-1 0,-1 1 0,0-1 0,1 1 0,-1 0 0,0 0 0,1-1 0,-1 1 0,0 0 0,0 0 0,0 0 0,0 0 0,1 0 1,-2 1-1,1-1 0,0 0 0,1 2 0,-2-2 2,1 0 0,-1 1 0,0-1-1,0 0 1,0 0 0,0 1 0,0-1 0,0 0 0,-1 0 0,1 1 0,0-1 0,0 0 0,-1 0 0,1 0 0,-1 0 0,1 1 0,-1-1 0,-1 1 0,-3 5-8,0 0 1,-1-1-1,0 0 1,0 0-1,-10 7 1,-84 59-196,-152 82 0,239-147 134,-15 8-344,28-15 395,0 0 1,-1 1-1,1-1 0,0 0 1,0 0-1,-1 0 1,1 0-1,0 0 0,-1 1 1,1-1-1,0 0 1,-1 0-1,1 0 1,0 0-1,-1 0 0,1 0 1,0 0-1,-1 0 1,1 0-1,0 0 0,-1 0 1,1 0-1,0-1 1,0 1-1,-1 0 0,1 0 1,0 0-1,-1 0 1,1 0-1,0-1 0,0 1 1,-1 0-1,1 0 1,0 0-1,0-1 0,-1 1 1,1-1-1,5-13-1520,9-6-1015,1 1-1,22-22 0,25-20 652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8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718 0 22381,'-255'199'2108,"76"-56"-2048,172-137-55,-7 4 22,0 1 0,1 0 0,-17 19 1,28-28 30,8 0-18,8 3-71,0-1 0,27 5-1,-25-7-86,0 2 0,0 0 0,0 0 0,20 10 0,-33-12 85,1 0 0,-1 0 0,0 0-1,1 0 1,-1 0 0,0 1 0,0-1-1,-1 1 1,1 0 0,-1 0 0,1 0-1,-1 0 1,0 1 0,0-1 0,0 0 0,-1 1-1,1-1 1,-1 1 0,0 0 0,0 0-1,0-1 1,0 1 0,0 5 0,-1-2 17,-1-1 1,0 0-1,0 1 1,0-1 0,-1 0-1,0 0 1,0 0 0,0 0-1,-1 0 1,0 0-1,0-1 1,-1 1 0,1-1-1,-1 0 1,0 0-1,-9 8 1,-7 6 32,0-2 1,-37 25-1,30-24 0,-1 0 0,-1-2 0,-1-2 1,-43 16-1,68-28-47,-1 0 0,1 0 0,-1-1 0,0 0 1,0 0-1,1-1 0,-8 1 0,11-1-6,0-1 0,0 1 1,0 0-1,1-1 0,-1 1 0,0-1 0,0 0 0,1 1 0,-1-1 0,1 0 1,-1 0-1,1 0 0,-1 0 0,1 0 0,-1-1 0,1 1 0,0 0 0,0-1 1,0 1-1,0-1 0,0 1 0,0-1 0,0 1 0,0-1 0,0 0 0,1 0 1,-2-2-1,-6-35-368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8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295 1 23061,'22'5'376,"4"17"-488,-2 13-304,-15 24-288,-12 10-16,-29 19 183,-9 11 241,-11 18 841,-3 13-33,-1 10 8,8-2-128,12-10-520,15-15-264,9-27-1041,1-15-6280,3-36 6048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9.2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0 213 21405,'10'-12'151,"1"0"1,1 1-1,0 0 0,0 1 1,1 1-1,0 0 1,0 0-1,1 1 1,0 1-1,1 1 1,16-6-1,18-4-144,1 3 1,53-8-1,271-24 10,-363 45-18,3-1-4,0 0 0,26 4-1,-38-3 5,1 0 0,-1 0 0,1 1 1,-1-1-1,0 1 0,1 0 0,-1 0 0,0 0 0,1 0 0,-1 0 0,0 0 0,0 1 0,0-1 0,0 1 0,0 0 0,0-1 0,0 1 0,-1 0 0,1 0 0,-1 0 0,1 0 0,1 4 0,-2-2 0,0 0-1,0 0 1,-1 1-1,1-1 1,-1 0-1,0 0 0,0 1 1,-1-1-1,0 5 1,-12 43 6,-31 60 45,-2 3 22,41-101-59,2 0 0,-1 0 0,2 0 0,0 0 0,1 0 0,0 19 0,1-30-13,0 1 0,0-1 0,1 0 1,-1 0-1,1 0 0,0 0 0,0 0 0,0-1 0,0 1 0,0 0 0,1 0 1,-1-1-1,1 1 0,0-1 0,-1 1 0,1-1 0,1 1 0,-1-1 1,0 0-1,0 0 0,1 0 0,-1-1 0,1 1 0,0-1 0,-1 1 0,1-1 1,0 0-1,0 0 0,0 0 0,0 0 0,0 0 0,0-1 0,0 1 1,0-1-1,0 0 0,0 0 0,0 0 0,0 0 0,6-2 0,-5 1 1,0-1-1,0 0 1,0 0-1,0 0 0,-1 0 1,1 0-1,0-1 1,-1 0-1,0 0 0,0 0 1,0 0-1,0 0 1,0-1-1,4-5 0,2-7 19,-1 1 1,9-21-1,-15 31-12,71-209 178,-50 138-157,-20 66-25,1 0-1,0 0 1,0 0-1,1 1 1,0-1-1,1 1 1,0 1-1,0-1 0,9-8 1,-12 14-5,0 1 1,0-1-1,0 0 0,1 1 1,-1 0-1,1 0 0,-1 0 1,1 0-1,0 0 0,0 1 1,0-1-1,0 1 0,0 0 1,0 1-1,0-1 0,0 1 1,0-1-1,0 1 0,1 0 1,-1 1-1,0-1 0,0 1 1,0 0-1,0 0 0,7 3 1,-7-3-5,0 1 1,0 0-1,-1 1 1,1-1-1,-1 1 1,1-1-1,-1 1 1,0 0-1,0 0 1,0 1-1,0-1 1,-1 1-1,1-1 1,-1 1-1,0 0 1,0 0-1,0 0 1,-1 0-1,1 0 1,-1 0-1,0 0 1,0 1-1,0 7 1,1 7-26,-2 1 0,0 0 0,-6 36 0,5-49 31,-4 32 14,1-15 14,-1 30 0,5-50 10,7-6-20,-1-1-12,-1 0-1,0 0 1,0 0-1,0 0 1,0-1 0,-1 0-1,1 0 1,5-7-1,34-45 55,-20 25-34,-5 8-14,0 1-1,2 1 1,1 0-1,0 2 1,1 0-1,1 2 1,45-25-1,-65 40-15,0 0 0,-1 0-1,1 1 1,0-1-1,0 1 1,0 0 0,0 0-1,0 0 1,0 1-1,1-1 1,-1 1 0,0 0-1,5 1 1,-7-1-1,-1 1 1,0-1 0,0 1-1,0-1 1,1 1-1,-1 0 1,0-1 0,0 1-1,0 0 1,0 0-1,0 0 1,0 0-1,0 0 1,0 0 0,-1 0-1,1 0 1,0 1-1,1 1-3,-1 0 0,0 0-1,0 0 1,0 0-1,-1 0 1,1 0-1,-1 0 1,1 0-1,-1 5 1,-2 18-45,-7 44-1,5-51-8,1-1 0,1 1 0,0 1 0,2-1 0,1 19 0,0-34-20,0 0 0,-1 0-1,1-1 1,0 1 0,1 0-1,-1-1 1,1 1 0,0-1 0,-1 1-1,1-1 1,1 0 0,-1 1-1,0-1 1,1-1 0,0 1-1,0 0 1,0-1 0,0 1 0,0-1-1,4 2 1,1 0-131,0-1-1,0 0 1,13 2-1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9.5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324 0 23037,'-52'42'576,"0"11"-152,-1 6-248,1 14-232,3-2-32,13-6 8,12-6 32,19-14 48,8-7 40,18-10 56,6-6 0,15-10-56,5-5-88,15-9-360,5-8-248,9-7-2153,1-2 1153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00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 26190,'11'2'160,"11"-4"-1313,9-6-2879,-5-20 983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44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602 0 20260,'0'0'1147,"-2"5"-975,-2 12-166,0-1-1,1 1 1,0-1-1,2 1 1,0 26-1,-2 23-3,-10 33 46,-37 147 1,-55 88 5,85-278-50,-31 56 1,42-93 2,-1-2 0,-1 1-1,-1-2 1,0 1-1,-1-2 1,-26 25 0,34-36-3,1 0 0,-1-1 0,-1 1 1,1-1-1,0 0 0,-1 0 1,0-1-1,1 1 0,-1-1 0,0-1 1,-7 2-1,10-3-5,-1 1-1,0-1 1,1 0 0,-1-1-1,0 1 1,1 0 0,-1-1 0,0 0-1,1 0 1,-1 0 0,1-1-1,0 1 1,-1-1 0,1 1-1,0-1 1,0 0 0,0-1 0,0 1-1,-3-4 1,-3-4-33,0 0-1,1-1 1,0 0-1,1 0 1,0-1-1,1 0 1,1 0-1,-1 0 1,-5-26-1,6 19 53,1 0 0,1 0 0,1 0 0,0-1 0,2 1 0,1-26 0,0 36 13,1 0 0,-1-1-1,2 1 1,-1 0 0,1 0-1,0 0 1,1 1 0,0-1-1,7-9 1,-8 13-11,1 0 0,0 0 0,1 0 0,-1 1 0,1 0 0,0 0-1,0 0 1,0 0 0,1 1 0,-1 0 0,1 0 0,0 0 0,0 1 0,10-4 0,-3 4-1,0 0-1,0 0 1,0 2 0,1-1 0,-1 2 0,0-1 0,0 2-1,0 0 1,0 0 0,0 1 0,-1 1 0,1 0-1,17 9 1,8 6 29,-2 1 1,68 49-1,-21-6 1,66 45 32,-122-90-61,2-1-1,0-1 0,43 15 1,-62-27-21,0 0 0,1-1 0,0-1 0,-1 0 0,1 0-1,15 0 1,-20-2-38,0-1-1,-1 0 0,1 1 0,-1-2 1,1 1-1,-1-1 0,0 0 0,1 0 0,-1 0 1,0-1-1,0 1 0,-1-1 0,1-1 1,4-3-1,6-7-1858,-1 0 1,24-31 0,-8 3-1229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45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6 12427,'0'-5'8521,"2"20"-8008,-4 15-257,-3 6-56,-2 19-104,0 4-32,0 10-32,1 0-16,0-3-8,6 0-40,4-4-232,1-3-288,0-4 223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46.4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70 18044,'0'0'872,"1"0"-336,39 0-376,0-2-136,3 2 48,16 0 320,-2 2 160,17 2 161,8-1-153,7-3-96,10-2-112,-2-6-192,3-1-64,-1-3-112,-9 0-72,-7 0-280,-9 0-280,-17 3 352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47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1 132 21413,'12'19'432,"15"-7"-208,10-5-160,15-12-112,3-6-72,9-13-144,-2-7-136,-1 0-689,-1-6-1103,-10 6 880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0.1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538 817 17516,'-2'-1'142,"-5"-5"173,0-1 1,0 2-1,-1-1 0,0 1 1,-14-7-1,20 12-328,-1-1-1,1 0 1,-1 0 0,0 1-1,1-1 1,-1 1-1,0 0 1,1 0-1,-1 0 1,0 0 0,0 1-1,1-1 1,-1 1-1,0-1 1,1 1 0,-1 0-1,1 0 1,-1 0-1,1 0 1,0 1-1,-1-1 1,1 1 0,0-1-1,-3 3 1,-1 2 63,-1 1 0,1 0-1,0 0 1,1 0 0,0 0 0,0 1 0,0 0 0,1 0 0,0 0 0,-3 11 0,0 4 113,0 0 1,-5 44 0,8-32-90,1-1 0,1 1 0,3 0-1,0-1 1,3 1 0,0-1 0,2 0 0,2 0 0,16 44-1,-17-60-23,1 0 0,1-1 0,0 0 0,1-1 0,1 0 0,1-1 0,0 0 0,14 13 0,-14-17-7,0-1 1,0-1 0,1 0-1,0-1 1,1 0-1,0-1 1,0 0-1,0-2 1,1 1-1,29 5 1,-19-7-6,0-1-1,-1-1 1,1-2-1,0 0 1,0-2-1,0-1 1,0 0-1,-1-2 1,0-1-1,0-1 1,0-1-1,26-13 1,-5-1 76,-1-1 0,-2-3 1,-1-1-1,-1-2 0,44-41 1,-48 37 30,-2-1 0,-1-2 0,-1-2 1,-2-1-1,35-61 0,-52 77-83,0-1 0,-2-1 0,-1 0 0,-1 0-1,-2-1 1,0 0 0,-1 0 0,-2-1 0,-1 1 0,-1-1-1,-2-42 1,-4 34-66,-1-1-1,-2 1 0,-1 0 0,-2 0 0,-1 1 1,-2 1-1,-1 0 0,-2 1 0,-1 0 1,-2 1-1,0 1 0,-2 1 0,-2 1 1,0 1-1,-2 1 0,-1 1 0,-1 1 1,-1 1-1,0 2 0,-40-22 0,29 24-46,0 1 0,-1 2 0,0 3-1,-1 0 1,-1 3 0,0 2 0,0 1-1,-1 2 1,-50 1 0,50 4 31,0 2 0,1 2-1,-1 2 1,1 2 0,0 1 0,0 2 0,1 3 0,1 0 0,-42 23 0,64-27 11,0 1 0,1 1 0,0 0 0,1 1 0,0 1 0,1 0 0,1 2 0,0-1 0,1 2 0,1 0 0,0 0 1,-11 23-1,12-17-45,1 2 0,1-1 1,1 1-1,1 0 1,1 1-1,2-1 0,0 1 1,2 0-1,0 31 1,3-41 11,0 0-1,0 0 1,2 0 0,0 0 0,1 0 0,0 0 0,8 17 0,-7-22 28,1-1-1,0 0 1,0 0 0,1 0 0,0-1-1,0 0 1,1 0 0,0-1 0,1 0-1,19 13 1,-11-10 23,1-1 0,0-1 0,1-1 0,0 0-1,0-1 1,0-1 0,36 5 0,-9-4 35,-1-3 0,65-2 0,-35-6-26,-1-2 0,139-32-1,-111 11-1315,144-59 0,-84 17-100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4.2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96 232 9746,'-9'10'1186,"2"0"1,-1 0-1,-10 20 1,12-16-832,0 0 0,1 0 1,0 0-1,1 1 1,-2 15-1,2-5-87,2 0 1,1 0-1,1 1 0,2-1 0,3 27 0,-3-40-40,1 0 0,-1 0 0,2 0 0,0 0 0,0 0 0,1-1 0,12 20 1,-15-27-169,1 0 0,0 0 1,0 0-1,0-1 1,0 1-1,1-1 1,-1 0-1,1 1 1,0-2-1,0 1 1,0 0-1,0-1 1,1 0-1,-1 0 0,1 0 1,-1-1-1,1 1 1,0-1-1,-1 0 1,1-1-1,0 1 1,0-1-1,5 0 1,-1-1-46,1-1 1,-1 0-1,0-1 1,0 1 0,-1-2-1,1 1 1,-1-2-1,1 1 1,-1-1 0,0 0-1,-1 0 1,13-12 0,2-4-41,-2 0 0,34-44 1,-30 32-43,-1-1 0,-2-1 0,24-54 0,-37 71 46,-1 0 1,-1-1-1,0 0 0,-2 1 0,0-2 0,-1 1 0,-1 0 1,-1-1-1,-1-28 0,-1 40 29,0 1 0,0-1 1,-1 1-1,0-1 0,0 1 0,-1 0 1,0 0-1,0 0 0,-1 0 0,1 0 1,-2 1-1,1 0 0,-1-1 0,0 2 1,0-1-1,0 1 0,-1-1 1,0 1-1,0 1 0,0-1 0,0 1 1,-1 0-1,0 1 0,0 0 0,0 0 1,0 0-1,0 1 0,-1 0 0,1 0 1,-11-1-1,0 2 28,0 1 0,0 0 1,0 1-1,-1 1 0,2 1 0,-1 0 1,0 2-1,1 0 0,-22 9 1,25-8-321,-1 1 0,1 0 1,1 1-1,-1 0 1,1 1-1,1 1 1,-1 0-1,2 1 0,-1 0 1,-17 23-1,27-30-402,-1-1-1,1 1 0,0-1 0,0 1 0,1 0 0,-1 0 1,-1 5-1,3-7 427,0 1 0,0 0 0,0 0 0,0-1 0,0 1-1,1 0 1,-1 0 0,2 3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6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0 248 14555,'29'7'1937,"13"-4"807,13 1-1560,21-4-576,6-2-271,2-7-193,3 1-72,-6-3-56,2 1 0,-5 0 24,0-2 8,-16-7 0,0-2-24,-12-5-88,-10-4-104,-4-2-705,-13-3-3399,-7-1 2239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6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1 21613,'-20'0'520,"8"2"-128,3 4-208,16 12-136,5 9-32,7 22-16,4 10 0,-4 25-8,-2 6 0,-9 9 0,1-2 0,-4-11 0,2-5-112,5-10-520,2-3-2977,-2-23 1200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6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307 599 19428,'-9'8'305,"0"0"-1,0 1 1,1 0 0,0 1-1,1 0 1,0 0-1,-9 19 1,8-10-290,0 0 0,2 0 0,-8 38 0,4-8 5,3 0 1,1 1-1,2 69 1,4-100 2,1-1 0,1 1 0,1-1 0,1 1 0,0-1 1,1 0-1,1 0 0,1-1 0,0 0 0,1 0 0,1-1 0,16 23 0,-18-30-7,1 0 0,1-1-1,0 1 1,0-1-1,0-1 1,1 0-1,0 0 1,1-1-1,-1 0 1,21 7 0,-14-8-7,-1 0 1,1-1 0,0-1 0,0-1 0,0 0 0,34-2 0,-17-3-5,1-1 1,-1-2 0,0-2-1,-1-1 1,0-1 0,63-30-1,-35 9-3,-2-4-1,-1-1 0,-2-3 1,-2-3-1,-2-2 0,51-55 1,-79 75 15,-2-1 1,-1-2 0,-1 0-1,-1-1 1,-1-1-1,21-49 1,-32 62 22,-1-1 0,-1 1 0,0-1 0,-1-1 0,-1 1 0,-1-1 0,-1 1 0,0-1 1,-1 1-1,-1-1 0,0 0 0,-1 1 0,-2 0 0,-7-26 0,0 13 30,-1 1 1,-1 1-1,-2 0 1,-1 1-1,-1 0 1,-1 2-1,-2 0 1,-23-23-1,18 22-47,-1 2-1,-1 1 0,-1 1 1,-1 2-1,-1 0 0,-60-28 1,59 36-28,0 1 1,-1 2-1,0 1 1,0 2-1,-1 1 1,0 1-1,1 2 0,-1 1 1,0 2-1,0 1 1,-34 7-1,30-3 25,0 3 0,0 0 0,1 3 0,1 1 0,0 1 0,1 2 0,1 1 0,0 2 0,-42 32 0,51-32 1,2 1 0,0 0-1,1 2 1,-33 45 0,45-54-19,0 1 1,1 0 0,1 0-1,0 1 1,1 0-1,1 0 1,0 0-1,1 1 1,1 0 0,-3 26-1,6-34-2,0 0 0,0 1 0,1-1 0,0 0 0,0 0 0,1 0 0,0 0 0,0-1 0,1 1 0,0 0 0,1-1 0,4 8 0,-3-7-2,1 0 0,1 0 1,-1 0-1,1-1 1,1 0-1,-1 0 1,1-1-1,0 0 1,16 9-1,-4-5-3,1-1-1,1-1 0,0 0 1,0-2-1,0-1 0,1 0 1,-1-2-1,1 0 1,29-1-1,8-4-54,1-1-1,81-17 1,273-83-1333,-162 34-2098,-107 37 1259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7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 20788,'-9'39'673,"4"12"-289,5 7-216,9 17-376,1 8-80,9 5-128,0-2-353,4-10-647,3-12-4025,1-15 3929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7.5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1043 1 20332,'-7'22'568,"-6"21"-375,-12 19-145,-28 37 16,-8 17 104,-27 26 160,-4 13 80,2 3 88,0-8 0,11-25-144,-1-23-104,13-37-240,3-18-184,5-31-360,6-16-216,-8-25-3905,1-16 1936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7.7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 14195,'35'-24'2753,"11"12"1624,13 14-3497,8 29-184,6 14-88,3 26-136,-5 5-88,14 12-176,3-1-48,-5-4-112,-3-11-32,-13-15-216,-12-8-240,-6-20-496,-9-5-1048,8-19 647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0 23453,'-10'48'744,"10"3"352,5 14-1120,16 8-320,0 10-320,-4 10-16,0 15 184,-10 0 176,-3 5 288,-4-11 16,-4-19-384,-1-12-416,-9-26 456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8.7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1 222 22781,'27'10'576,"11"1"0,25-8-536,6-3-64,22-7-16,1-5 24,3-7 8,-8-3 8,-10-6-40,-9-2-120,-11-6-424,-9-5-448,-10-10 520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8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1 24773,'-19'76'544,"8"10"9,22 27-617,11 8-209,7 17-319,-3 7-136,-5-3 64,-4-5 104,-1-27 168,-2-18-24,8-30-737,2-12 417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9.4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507 594 22717,'-6'-4'118,"-1"2"1,0-1-1,0 1 1,0 0-1,0 0 1,0 0-1,-7 1 1,10 1-159,0 0 1,0 0-1,0 0 1,0 1-1,1 0 1,-1 0-1,0 0 1,1 0-1,-1 1 1,0-1-1,1 1 1,0 0-1,-1 0 1,1 0-1,-5 5 1,0 1-47,0 0 0,0 1 1,0 0-1,1 0 0,1 1 0,-1 0 0,-5 14 1,-31 82 13,37-89 102,-18 52 294,3 0 0,3 1 0,3 1 0,3 0 0,-5 131 0,17-181-223,1 1 0,1-1 0,1 0 0,0 0 1,11 33-1,-10-42-62,1 0 0,0-1 0,1 0 0,0 0 0,0 0 1,1-1-1,1 0 0,0 0 0,0-1 0,1 0 0,9 8 0,-4-7-8,0 0-1,1-1 1,0-1-1,0-1 1,1 0-1,0 0 0,0-2 1,1 0-1,-1-1 1,1-1-1,0 0 1,0-1-1,0-1 1,0-1-1,17-1 0,0-2-9,-1-1-1,1-2 1,-1-2 0,-1 0-1,0-3 1,53-23-1,-51 17-19,-1-1 0,-1-1 0,0-2 0,-1-1 0,37-36-1,-47 37-2,0-2-1,-1 0 1,-1-1-1,-1-1 1,-1-1 0,-1 0-1,12-30 1,-12 19 9,-3 0 1,-1-1-1,-2-1 1,-1 0 0,-2 0-1,-2-1 1,-2 1 0,-3-78-1,-4 67 45,-2 1-1,-3 0 1,-2 1-1,-1 0 1,-3 1-1,-37-80 1,37 96-42,-2 1 1,0 0 0,-2 2-1,-2 0 1,0 1-1,-2 1 1,0 2-1,-54-44 1,52 50-26,0 1 0,-2 1 0,0 1 0,-1 1 1,0 2-1,-1 1 0,0 1 0,-1 1 1,0 2-1,-35-5 0,35 9 14,0 2 0,0 0 0,0 2 0,0 1 0,1 2 0,-1 1 0,1 1 0,0 1 0,0 2 0,1 1 0,-33 16 0,44-17-1,0 1 1,0 0-1,2 1 1,-1 1-1,1 0 1,1 1-1,-25 30 1,30-31-8,1 1 0,-1-1 1,2 2-1,0-1 0,1 1 0,0 1 1,1-1-1,1 1 0,0-1 1,-4 31-1,7-34 8,0 0 0,0 0 1,1 1-1,1-1 0,0 0 0,1 1 0,0-1 1,0 0-1,1 0 0,0 0 0,1-1 0,1 1 1,0-1-1,0 0 0,0 0 0,2-1 1,-1 1-1,1-1 0,0-1 0,1 1 0,11 8 1,-3-5 1,1-1 0,0-2 1,0 1-1,1-2 0,0 0 1,1-1-1,29 6 1,1-2-35,93 7 0,5-12-750,212-21 0,-187 5-900,-23 4 498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9.9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0 268 22693,'0'-7'-21,"1"0"1,-1 0-1,2 0 1,-1 0-1,1 0 1,0 1-1,0-1 1,0 0-1,1 1 1,0 0-1,1 0 1,-1 0-1,1 0 1,0 0-1,9-8 1,2-2-229,0 2 0,1 0 0,32-22 0,-28 23 328,1 1 0,40-18 1,-51 26 118,1 0 0,0 1-1,0 0 1,0 1 0,1 0 0,-1 0 0,1 1 0,11 1 0,-21 0-181,1 1 1,-1-1-1,0 1 1,0 0-1,0-1 1,1 1-1,-1 0 1,0 0-1,0 1 1,0-1-1,0 0 0,0 1 1,-1-1-1,1 1 1,0-1-1,-1 1 1,1 0-1,-1 0 1,1 0-1,-1-1 1,0 1-1,0 1 1,0-1-1,0 0 1,0 0-1,-1 0 1,1 0-1,-1 1 1,1-1-1,-1 4 1,2 10-61,-1-1 1,0 0 0,-3 26-1,1-27 53,-17 127-64,10-87 125,-3 63 0,11-108-72,0 0 0,1 0 0,-1-1-1,2 1 1,-1 0 0,5 13 0,-5-19-6,1 0-1,-1 0 1,1 0 0,-1 0 0,1 0 0,0-1 0,0 1 0,0-1 0,0 1 0,0-1 0,1 0 0,-1 0 0,1 0 0,-1 0 0,1 0 0,0-1 0,0 1 0,0-1 0,0 0 0,0 1-1,4 0 1,5 0-8,1-1 0,-1 0 0,0-1-1,0 0 1,0-1 0,0 0 0,0-1 0,0 0-1,20-8 1,11-5-325,50-24 0,3-11-455,8-11 229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00.1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1058 0 24421,'-17'11'624,"-4"8"-176,1 10-400,-12 25-584,-4 15-104,-26 35 88,-9 13 200,-28 20 464,-6 3 104,-2-7 40,0-5-32,11-34-192,15-20-80,17-43-256,14-22-208,14-35-456,5-19-961,8-28 705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00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18044,'14'19'2416,"15"19"601,11 16-2041,27 24-488,13 8-192,20 11-224,6 0-48,-1-9-48,-11-3-72,-11-16-240,-11-8-240,-11-15-464,-1-11-752,-1-26 743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00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95 21277,'5'-7'41,"0"-1"0,1 1 0,0 0 0,0 0 0,1 1 1,0 0-1,0 0 0,0 0 0,1 1 0,0 0 0,0 1 1,16-7-1,-18 9-22,0 0 1,1 0 0,-1 1 0,0 0-1,0 0 1,1 1 0,-1-1-1,0 1 1,1 1 0,-1-1 0,0 1-1,1 0 1,-1 1 0,0 0-1,0 0 1,0 0 0,0 0 0,0 1-1,7 4 1,-9-4 73,0 0 0,0 1 0,-1-1 1,1 1-1,0-1 0,-1 1 0,0 0 0,0 0 0,0 0 0,-1 1 1,0-1-1,1 1 0,1 5 0,-3-7-53,0 1 1,0 0-1,0 0 0,-1-1 1,1 1-1,-1 0 0,0 0 1,0 0-1,0 0 0,0-1 1,-1 1-1,0 0 0,1 0 1,-2-1-1,1 1 0,0 0 1,-4 5-1,-37 50 35,31-46-53,0 2 0,1-1-1,-9 18 1,16-27-25,1 0 0,0 0 0,0 1 1,1-1-1,0 0 0,-1 1 0,2-1 0,-1 1 0,1 0 0,0-1 0,0 1 0,0-1 0,1 1 0,1 5 1,-1-7-48,0 0 1,0-1 0,0 1 0,1-1 0,-1 1-1,1-1 1,0 0 0,0 1 0,1-1 0,-1 0 0,1 0-1,-1-1 1,1 1 0,0 0 0,0-1 0,0 0-1,0 0 1,0 0 0,1 0 0,-1 0 0,1 0 0,-1-1-1,1 0 1,-1 0 0,1 0 0,0 0 0,7 0-1,1 0-357,-1-1 0,1 0-1,0 0 1,0-2-1,-1 1 1,1-2 0,-1 1-1,13-6 1,56-26-1596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05.9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257 472 2681,'-5'89'1524,"8"102"0,-1-165-805,1 0 0,1 0-1,2 0 1,0 0 0,2-1-1,0 0 1,2 0 0,19 33-1,-24-49-291,0-1-1,1 1 0,1-1 1,-1-1-1,1 1 0,1-1 1,-1 0-1,1 0 0,0-1 1,1-1-1,-1 1 0,1-1 1,1 0-1,-1-1 0,0 0 1,14 3-1,-14-5-336,1 0 1,0-1-1,0-1 1,-1 1-1,1-1 1,0-1-1,0 0 1,0 0-1,-1-1 1,1 0-1,-1-1 1,1 0-1,-1-1 1,0 0-1,0 0 1,0-1-1,9-6 1,9-8 15,-1-2 0,-1-1 0,0 0-1,40-51 1,-33 31 0,-1-1 0,34-67 0,-54 89-68,0 0 0,-2-1 0,-1-1 0,-1 1 0,0-1 1,4-38-1,-9 46 27,-1 0 1,-1-1-1,-1 1 1,0 0-1,-1-1 1,0 1 0,-2 0-1,1 0 1,-2 1-1,0-1 1,-10-19-1,2 11 4,-1 0-1,-1 1 0,-1 1 1,0 0-1,-2 1 0,-1 1 1,0 1-1,-1 0 0,-1 2 0,-35-22 1,29 22-120,-1 1 1,0 1-1,-1 2 0,0 1 1,-1 1-1,0 2 1,-1 0-1,-52-4 0,63 11 15,0 1 0,1 0-1,-1 2 1,0 0 0,1 2-1,0 0 1,0 1 0,0 0 0,0 2-1,1 0 1,0 1 0,1 1-1,-30 20 1,35-20 40,1-1-1,0 2 1,1 0 0,0 0-1,0 0 1,1 1 0,0 1-1,1 0 1,1 0 0,0 0-1,0 1 1,1 0 0,1 0-1,0 1 1,1-1 0,0 1 0,1 0-1,1 0 1,-2 24 0,4-27 0,0 0 0,1 1 0,1-1 0,-1 0 0,2 0 0,-1 0 0,1 0 1,1-1-1,0 1 0,1-1 0,0 0 0,0 0 0,1 0 0,10 12 0,-7-13-13,-1 0-1,1 0 0,1-1 0,-1 0 0,1-1 0,1 0 0,-1 0 0,1-1 0,0-1 1,1 0-1,-1 0 0,23 5 0,-8-5-11,1-1 1,-1-1-1,1-2 0,0 0 1,0-2-1,-1-1 0,1-1 1,30-7-1,7-6-71,-1-2 0,68-31 0,84-49-807,-204 93 842,95-47-402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07.7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11 118 22829,'-11'26'608,"16"-7"-88,18-5-376,29-14-296,14-5-40,13-11-32,1-3 8,-6-3 24,-10-1 8,-7 4 128,-5 0 8,-9 4-136,0 1-168,-8 2-600,-14 3-4001,1 5 2320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07.9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1 127 21044,'34'8'409,"15"-9"-297,8-15-272,19-17-993,5-7-2607,6-5 1823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08.9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1055 21 21109,'-90'-10'1292,"57"5"-1393,1 2 0,-47 1 0,19 8 85,0 2-1,0 3 1,-87 28-1,53-7 388,-124 62-1,209-90-354,-16 8 14,1 0 0,-32 24 0,51-33-34,0 1 1,0 0-1,0 1 0,0-1 1,1 1-1,-1 0 0,1 0 0,0 1 1,1-1-1,-1 1 0,1 0 0,0 0 1,1 0-1,-1 0 0,-2 11 1,4-4-17,0 0 1,1-1 0,0 1 0,1 0 0,0-1 0,1 1 0,7 23 0,5 4-30,18 40 0,-9-26 10,34 104-68,42 183 1,10 174 79,-86-386-125,-6 1 0,-5 0 0,-9 228 0,-7-312 104,-2-1 0,-2 0 0,-1-1 0,-3 0 0,-1 0 0,-26 53 0,-53 86 39,53-112 318,4 2-1,-28 79 0,61-144-230,-1 1 0,1-1-1,1 0 1,-1 0 0,1 1 0,1-1-1,0 14 1,0-19-53,1 0 0,0 0 0,-1 1 0,1-1 0,0 0 0,0 0 0,1 0 0,-1 0 0,1 0 0,-1 0 0,1-1 0,0 1 0,0 0 0,0-1 0,1 0 0,-1 1 0,0-1 0,1 0 0,0 0 0,-1 0 0,5 1 0,1 2 0,1-2 0,0 1 0,1-2-1,-1 1 1,0-1 0,1 0 0,-1-1-1,1 0 1,13-1 0,13-2-15,44-7-1,-71 7-6,655-142-1025,-402 64-2183,-133 35 1532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09.8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446 0 21028,'-20'60'179,"-2"-1"-1,-4-1 0,-61 102 0,24-63-147,-91 105 0,145-191 74,0-1 0,0 0-1,-19 15 1,28-24-100,-1-1 0,1 0 0,0 1 0,-1-1 0,1 0 1,-1 1-1,1-1 0,0 0 0,-1 0 0,1 1 0,-1-1 0,1 0 0,-1 0 0,1 0 0,-1 1 0,1-1 0,-1 0 1,1 0-1,-1 0 0,0 0 0,1 0 0,-1 0 0,1 0 0,-1 0 0,1 0 0,-1-1 0,1 1 0,-1 0 0,1 0 0,-1 0 1,1-1-1,-1 1 0,0 0 0,1-1-7,0 0 0,-1 0 1,1 0-1,0 0 0,0 0 1,0 1-1,-1-1 0,1 0 1,0 0-1,0 0 0,0 0 1,0 0-1,1 0 0,-1 1 1,0-1-1,0 0 0,0 0 1,1 0-1,-1 0 0,0 0 1,2 0-1,0-6-31,2 1 0,-1 1-1,1-1 1,0 0 0,0 1 0,0 0-1,1 0 1,0 0 0,0 1 0,9-7-1,-4 4 5,1 1 0,-1 1 0,1 0 0,0 0 0,17-4 0,6 1 24,-1 1 1,2 2-1,41 0 0,26 4 95,-62 2 2,-1-2 1,70-9-1,-100 7-90,0 1 1,0-1-1,0-1 0,0 0 0,-1 0 1,1 0-1,-1-1 0,0 0 0,-1-1 1,1 0-1,-1 0 0,0-1 0,-1 1 1,0-2-1,0 1 0,0-1 0,-1 1 1,0-1-1,0-1 0,-1 1 0,6-18 1,-6 13-5,0 0-1,-1 0 1,0 0 0,-1-1 0,-1 1 0,0 0 0,0-1-1,-2 1 1,0-1 0,0 1 0,-1 0 0,-1-1 0,0 1 0,-9-23-1,11 34 16,1 0 1,-1 1-1,0-1 0,0 0 0,1 1 0,-1-1 0,0 1 0,0-1 0,-1 1 0,1-1 0,0 1 0,0 0 0,-1 0 0,1 0 0,-1-1 0,1 1 0,-4-1 0,4 2-3,1 0 0,-1 0 0,0 0-1,0 0 1,0 0 0,0 0-1,0 0 1,0 1 0,0-1 0,0 0-1,0 0 1,0 1 0,1-1 0,-1 1-1,0-1 1,0 1 0,0-1-1,1 1 1,-1 0 0,0-1 0,1 1-1,-1 0 1,0 1 0,-4 4 19,1 1 0,0 0 0,0 1-1,1-1 1,0 0 0,-3 11 0,-10 48-66,3 1-1,3 1 0,3-1 1,2 92-1,4-132-265,2 1 1,1-1-1,7 33 0,10-7-252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0.5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1 119 18548,'2'-2'1086,"42"-36"754,-33 27-1834,2-1 1,0 2-1,0 0 0,1 0 0,19-9 0,-32 18-11,1 0-1,0 0 0,0 1 1,-1-1-1,1 0 1,0 1-1,0 0 0,0-1 1,0 1-1,0 0 1,0 0-1,0 0 0,0 0 1,-1 0-1,1 1 1,0-1-1,3 1 0,-3 0-4,-1 0 0,0 0 0,0 0 0,0 0 0,0 0 0,0 0 0,0 0 0,0 0 0,0 0 0,0 1 0,0-1 0,-1 0 0,1 1 0,0-1 0,-1 0 0,1 1 0,0 2 0,0 5-56,0 1 0,0-1 1,-1 0-1,0 1 0,-3 15 0,-2 8-91,-1-1-1,-17 50 0,-31 62 7,29-81 143,-9 14 555,33-75-42,2-5-377,1 0-112,0 0 0,-1 0 1,1 0-1,1 1 0,-1-1 0,0 1 0,0-1 0,1 1 0,0 0 0,-1 0 1,1 0-1,0 0 0,0 0 0,0 1 0,0-1 0,0 1 0,0 0 0,1 0 0,-1 0 1,0 0-1,1 1 0,5-1 0,11-1 73,1 0 0,32 3 0,-38 0-67,5 0-23,177-3-1562,-140-4 856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1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10562,'0'0'10939,"6"26"-10611,-6 0-80,3 1-56,-1 11-80,1 0-32,-1-1-176,-2-3-136,2-10-496,-1-5-5194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2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21821,'-1'8'300,"1"1"0,-1 0-1,2-1 1,-1 1 0,5 17 0,-4-21-277,1-1 0,0 1 0,0 0 0,1-1-1,-1 1 1,1-1 0,0 0 0,0 0 0,0 0 0,1 0 0,6 5-1,1 1-22,2-1-1,-1-1 1,2 0 0,-1 0-1,25 9 1,-12-8 9,0 0 0,38 6 1,-50-13 4,1-1 0,-1 0 0,1-1 0,-1 0 0,1-1 0,18-4 0,86-26 41,-22 5-179,-74 20 31,-15 4 17,-1 0 0,1 0 0,0 1 1,0 0-1,0 1 0,14 0 0,-21 0 66,-1 0 0,0 0 0,1 0 0,-1 0 0,1 0 1,-1 1-1,0-1 0,1 0 0,-1 0 0,0 0 0,1 1 0,-1-1 0,0 0 0,1 1 0,-1-1 0,0 0 1,0 1-1,1-1 0,-1 0 0,0 1 0,0-1 0,0 0 0,1 1 0,-1-1 0,0 1 0,0-1 1,0 0-1,0 1 0,0-1 0,0 1 0,0-1 0,0 0 0,0 1 0,0-1 0,0 1 0,0-1 0,0 0 1,0 1-1,0-1 0,0 1 0,-1-1 0,1 0 0,0 1 0,0-1 0,-1 1 0,-12 23-146,9-17 119,-16 31 28,1 2 0,2 1 0,1 0 0,3 1 1,1 1-1,2 0 0,2 0 0,-2 54 0,4 13-41,6 0-1,15 127 1,138 797-593,-121-876 691,6-1 1,8-2-1,65 150 0,-50-170 111,-12-29 170,50 158-1,-89-229-208,-2 1-1,0 0 0,-3 0 1,-1 1-1,-1 0 0,-3-1 0,-1 1 1,-9 63-1,6-82-20,0 0-1,-1 0 1,-1-1-1,0 1 1,-2-1-1,0-1 1,-1 1-1,-19 25 1,19-30-41,-1 0 0,-1-1 0,0 0 0,0-1-1,-1 0 1,-1-1 0,1-1 0,-1 0 0,-1 0 0,0-1 0,-14 5 0,5-5-116,0-1 0,0 0 1,0-2-1,-1-1 0,1 0 1,-1-2-1,0-1 0,0 0 1,1-2-1,-1-1 0,1-1 1,-1-1-1,1-1 1,1-1-1,-1-1 0,1 0 1,1-2-1,0-1 0,0-1 1,-37-27-1,28 12-138,2-2 1,-27-33-1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6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58 13363,'-8'0'4065,"21"-4"-3113,19 6 0,7 1 104,8 4 1,3-2-353,11-5-224,-6 0-128,13-3-472,-1-4-216,-1-8-344,1 1-297,-10 0-2375,-10 0-3010,-16 11 4938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6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44 23117,'14'11'704,"18"-6"0,12-7-872,21-14-1184,6-4-4801,7-1 1776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7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355 1 23637,'1'9'102,"0"0"0,1 0 0,0 0 1,0-1-1,7 17 0,-5-15-695,-1 1-1,0 1 1,2 12 0,-4-4 343,-1 0 1,0 1 0,-2-1-1,0 0 1,-2 1-1,0-1 1,-14 38 0,-62 128 2328,80-185-2077,-28 53 489,-2-1-1,-2-2 1,-2-1 0,-3-1-1,-71 72 1,100-112-898,11-9 175,21-18 61,-9 7 84,56-30 153,1 2 0,108-40 0,-102 47-515,-1-3 0,75-48 0,-131 70 2,28-24-1,-43 32 173,-1 0 1,0-1-1,1 1 0,-2-1 0,1 0 0,-1-1 0,0 1 0,6-14 0,-9 18 112,0-1 1,0 1-1,-1 0 0,1 0 0,-1-1 1,1 1-1,-1 0 0,0 0 0,0-1 1,0 1-1,0 0 0,0-1 0,-1 1 1,1 0-1,-1-1 0,1 1 1,-1 0-1,0 0 0,-1-3 0,0 2 293,-1 0-1,1 0 1,0 0 0,-1 1-1,0-1 1,0 0-1,0 1 1,0 0-1,0 0 1,-6-4 0,-4 1 529,0 0 1,0 0 0,-1 1-1,1 1 1,-21-3 0,32 6-621,0 0 0,-1-1 1,1 1-1,0 0 0,-1 0 1,1 0-1,0 1 0,0-1 1,-1 1-1,1-1 0,0 1 1,0-1-1,0 1 1,-1 0-1,1 0 0,0 0 1,0 1-1,0-1 0,1 0 1,-1 1-1,0-1 0,0 1 1,1-1-1,-1 1 0,1 0 1,-1 0-1,1 0 0,0 0 1,0 0-1,0 0 0,-1 4 1,-2 4 75,1 1 0,1 0-1,0 0 1,1 0 0,0 19 0,4 291 645,1-38-612,-28 85-1245,7-278 618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7.3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23245,'36'20'832,"23"-6"288,5-9-896,33-17-1032,5-12-392,-5-14 456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7.6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0 24965,'-21'66'584,"13"5"-7,9 5-481,22 7-528,8 5-153,0 2-207,-5 2-16,-11 1 40,-8-3-48,-8-9-6962,-5-15 5338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8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0 135 21821,'3'-7'24,"1"0"1,0 0 0,0 0 0,0 1 0,1-1 0,0 1-1,0 0 1,1 1 0,-1-1 0,1 1 0,1 0-1,-1 0 1,1 1 0,-1 0 0,1 0 0,0 1 0,11-4-1,3-1-83,0 2 0,1 0 1,0 1-1,0 2 0,0 0 0,1 1 0,-1 1 0,43 5 0,-57-4-4,0 1 1,-1 1-1,1-1 0,-1 1 1,1 1-1,-1-1 1,0 1-1,0 0 1,0 1-1,0 0 0,-1 0 1,1 0-1,-1 1 1,0 0-1,-1 0 1,1 1-1,-1-1 1,0 1-1,0 0 0,-1 1 1,0-1-1,0 1 1,0 0-1,-1 0 1,0 0-1,0 0 0,-1 1 1,0-1-1,0 1 1,-1-1-1,0 1 1,0 0-1,-1 14 1,-2-1-672,-1 0 1,-1 0-1,0 0 1,-2 0-1,-1-1 1,0 0 0,-1 0-1,-15 24 1,4-11-58,-1-1 0,-2-1 0,-49 53 0,47-59 2112,-1-2 0,-41 30 1,52-43-248,-1 0 1,0-2 0,-1 1 0,1-2 0,-1 0 0,-31 8 0,46-14-1037,-1-1 0,1 1 0,-1-1 1,0 0-1,1 1 0,-1-1 0,1 0 1,-1 0-1,0 0 0,1 0 1,-1 0-1,1-1 0,-1 1 0,0 0 1,1-1-1,-1 1 0,-2-2 1,4 1-24,-1 1 0,1-1 1,0 1-1,0-1 0,-1 0 1,1 1-1,0-1 0,0 0 1,0 1-1,-1-1 0,1 0 1,0 1-1,0-1 0,0 0 1,0 0-1,0 1 0,0-1 1,1 0-1,-1 1 0,0-1 1,0 0-1,0 1 0,1-1 1,-1 0-1,0 1 0,1-2 1,2-3 19,0 0 0,1 0 1,-1 0-1,1 1 0,0-1 1,1 1-1,7-7 0,0 3 23,1 0 1,1 1-1,-1 1 0,1 0 0,0 0 1,0 2-1,1 0 0,0 0 0,-1 1 1,1 1-1,0 1 0,20 0 0,16 3 106,0 2-1,66 15 0,50 5-535,-125-22-1717,0-2 0,48-6 0,-8-8-1946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8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533 0 22333,'-19'16'632,"0"-4"0,-7 16-600,-2 6-120,-15 16-40,-6 14 8,-9 11 88,-3 1 56,8-9 32,4-8-8,11-23-184,7-10-272,8-26-880,1-15-6122,8-25 4833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8.9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16275,'5'6'3073,"10"12"544,8 2-2721,15 13-568,12 5-192,14 13-208,9 7-88,3 11-104,-2 1-40,-13-10-256,-11-8-256,-7-21 424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9.1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24685,'-7'30'568,"4"1"-31,8 3-1258,4 4-431,10 16-736,-2 3-1009,0 7-416,-1 0 401,-16-9 1607,-5-5-1359,-25-17 1624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9.8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0 229 21189,'11'12'600,"13"-2"40,9-3-336,22-10-328,9-6-64,9-8 8,-2-6 0,-6 3 72,-9-1 8,-13 2 8,-12 0 0,-2-4-200,-4-3-176,-1-10-6554,9-5 4178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20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1 24373,'-19'43'792,"9"2"129,3 1-537,15 10-712,6 6-169,7 19-119,1 13 0,-4 11 328,1 6 152,-7-9 120,-4-10-192,1-27-720,-9-15-6138,-2-36 3330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20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9962,'0'0'0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20.6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485 1 17756,'-35'33'1432,"-1"5"272,-9 7-1103,0 14-465,-10 3-96,-1 10-56,5 5-8,2-8-8,11 0-16,9-19-112,1-14-281,11-22 145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20.9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24157,'0'41'920,"3"6"473,25-6-1225,3-4-320,33 6-336,-2-5-41,4 0 1,0 7-16,-21-2 88,-4 2-24,-11-3-232,-4-6-336,-9-15 576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21.2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1 194 25013,'0'0'12,"0"0"-1,0 0 1,0 0-1,0 1 1,0-1-1,0 0 1,0 0-1,0 0 0,0 0 1,0 0-1,0 1 1,0-1-1,0 0 1,0 0-1,0 0 1,0 0-1,0 0 0,0 0 1,0 0-1,0 1 1,1-1-1,-1 0 1,0 0-1,0 0 1,0 0-1,0 0 1,0 0-1,0 0 0,1 0 1,-1 0-1,0 0 1,0 0-1,0 0 1,0 0-1,0 0 1,0 0-1,1 0 0,-1 0 1,0 0-1,0 0 1,0 0-1,0 0 1,0 0-1,1 0 1,-1 0-1,7-7 101,6-16-491,-3 6-75,0-1 0,1 2 0,1-1 0,0 2 0,26-27 0,-32 37 408,-1 1 1,1-1-1,0 1 0,0 0 0,1 1 0,-1 0 1,1 0-1,12-4 0,-15 6 141,1 0 0,-1 0-1,1 1 1,-1-1 0,1 1 0,0 1-1,-1-1 1,1 0 0,-1 1 0,1 0-1,-1 0 1,1 0 0,-1 1 0,0 0-1,6 2 1,-8-3-41,1 1 0,-1-1 0,1 1 0,-1-1 0,1 1 0,-1 0 0,0 0 0,0 0 0,0 0 0,0 0 0,0 1 0,0-1 1,-1 1-1,1-1 0,-1 1 0,0-1 0,0 1 0,0 0 0,0-1 0,0 1 0,0 0 0,-1 0 0,1 0 0,-1 0 0,0 0 0,0 0 0,0 0 0,0 0 0,-1-1 0,1 1 0,-1 0 0,-1 4 0,-3 8-126,-1 0 1,0-1-1,-1 0 0,-18 25 0,12-18 103,-4 8-53,2-6 98,1 0 0,1 2-1,-19 50 1,32-74-68,-1 1-1,1-1 1,-1 0-1,1 1 1,0-1-1,0 1 1,0-1-1,0 1 0,0-1 1,0 1-1,0-1 1,0 1-1,1-1 1,-1 0-1,1 4 0,0-5-9,-1 1 0,1 0 0,-1-1 0,1 1 0,0-1 0,-1 1 0,1 0 0,0-1 0,-1 1 0,1-1 0,0 0 0,0 1 0,0-1 0,-1 0 0,1 1 0,0-1 0,0 0 0,0 0 0,0 0 0,0 0 0,6 0-45,0 0-1,0-1 1,0 0-1,-1 0 1,11-4-1,-7 2-6,85-23-1421,152-65 1,-108 25-3380,-64 23 2157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21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125 801 21461,'-112'40'2433,"100"-34"-1859,19-5-650,-5 0 113,106-3-152,-29 0 90,1252-67 1035,2-105-664,688-231-1305,-1938 387 740,-44 10 170,447-103-7263,-271 52 2609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3.9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849 1 17332,'-13'33'762,"1"1"0,2 0 1,1 1-1,-6 46 0,-2 9-866,-9 15 26,-4-1 0,-5-2 0,-67 139 0,58-156 111,-3-2 0,-4-1 0,-4-4 0,-72 81 0,107-135-7,-2-2-1,-1 0 0,-1-2 0,-26 19 0,43-35-17,1 0-1,-1 0 1,0 0 0,0-1 0,0 0-1,-10 3 1,15-6-11,1 1 1,-1-1-1,0 0 0,1 0 0,-1 0 1,0 0-1,0 0 0,1 0 1,-1 0-1,0 0 0,1-1 0,-1 1 1,0-1-1,1 1 0,-1-1 0,0 0 1,1 0-1,-1 0 0,1 0 0,0 0 1,-1 0-1,1 0 0,0 0 1,-1 0-1,1 0 0,0-1 0,0 1 1,0-1-1,0 1 0,0-1 0,1 1 1,-1-1-1,-1-3 0,0-2-8,0-1-1,0 0 1,0 0 0,1 0-1,1 0 1,-1 0-1,1 0 1,1 0 0,-1 0-1,1 0 1,1 0-1,0 0 1,2-7-1,1-2 81,1 1 0,1-1 0,1 1 0,0 1 0,11-16 0,-10 18 60,1 0 1,0 0 0,1 1-1,0 1 1,1 0 0,25-18-1,-28 23-77,2 0 0,-1 0 0,1 1 0,0 0 0,0 1 0,0 0 0,1 1 0,-1 0 0,1 1 0,15-1 0,-9 3-42,1 0 0,0 1 1,0 1-1,0 1 1,-1 1-1,1 0 1,-1 1-1,0 1 0,27 14 1,8 7-54,83 61 1,-88-55-303,92 47 0,-132-75-81,1-1 0,0-1 1,0 1-1,1-1 0,-1-1 0,0 0 1,1 0-1,0-1 0,-1 0 1,1-1-1,0 0 0,-1 0 0,13-3 1,44-13-2725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4.4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37 146 18308,'-17'29'909,"15"-27"-677,5-23 441,1 11-542,1-1 1,1 1-1,-1 0 1,1 0-1,1 1 1,0 0-1,0 0 1,1 1-1,12-11 1,-15 14-92,1 0 1,1 0 0,-1 0 0,1 1 0,-1 0-1,1 0 1,1 1 0,-1 0 0,0 0 0,1 1-1,-1 0 1,1 0 0,0 1 0,11-2 0,-15 3-38,0 1 1,-1-1-1,1 0 0,0 1 1,-1 0-1,1 0 1,0 0-1,-1 0 1,0 1-1,1-1 1,-1 1-1,0 0 0,0 0 1,0 0-1,0 0 1,5 6-1,-4-4-16,-1 0-1,0 0 1,0 1 0,0 0-1,-1-1 1,0 1-1,0 0 1,0 0 0,-1 0-1,2 9 1,0 3-56,-2-1 0,0 0 0,-1 1 0,-1-1 1,-1 1-1,-6 27 0,-1-7 110,-3-1-1,-1 0 1,-1-1 0,-2-1-1,-1 0 1,-2-1 0,-2-1-1,0-1 1,-42 46 0,59-74 3,1 0 0,-1 1 0,0-1 1,0 0-1,0-1 0,0 1 0,0-1 1,-8 3-1,11-4-23,-1-1 0,1 1 0,-1-1 0,1 0 0,-1 1 0,1-1 0,-1 0 0,1 0 0,-1 0 0,1 0 0,-1 0 0,1-1 0,-1 1 0,1 0 0,-1-1 0,1 1 0,-1-1 0,1 1 0,-1-1 0,1 0 0,0 1 0,-1-1 0,1 0 0,0 0 0,0 0 0,0 0 0,0 0 0,0 0 0,-1-2 0,1 1-2,0 0 0,0 0-1,0-1 1,0 1 0,1 0 0,-1-1 0,1 1 0,-1 0 0,1-1-1,0 1 1,0-1 0,0 1 0,1 0 0,-1-1 0,0 1-1,1 0 1,-1-1 0,1 1 0,0 0 0,0 0 0,0 0 0,0-1-1,0 1 1,3-3 0,1-2-6,0 0 0,0-1 0,1 2 0,0-1 0,11-9 0,-9 10-8,0 0-1,1 1 1,0-1-1,0 2 1,0 0-1,0 0 0,1 0 1,-1 1-1,1 1 1,17-3-1,7 2-128,64 2 1,7-1-834,-51-4 527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5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21317,'24'12'368,"17"3"-192,18 1-136,26-1-24,13-1-8,18-10 24,-3 1-8,-11-7 8,-14-1-32,-28 1-88,-9-2-24,-22 8-128,-12 5-168,-17 11-2545,-3 8 1497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5.3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0 283 22037,'10'19'680,"23"-5"64,17-6-344,35-9-280,12-12-56,15-12-56,1-7-8,-3-9-152,1-1-136,-5-3-248,-6 0-176,-3 2-881,-6 7 649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6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550 363 15203,'-38'-2'3388,"30"1"-3439,-1 1-1,0 0 0,1 0 0,-1 0 0,0 1 0,1 1 0,-13 2 0,16-2 123,0 0-1,0 0 1,0 1 0,0-1 0,1 1-1,0 0 1,-1 0 0,1 0 0,0 1-1,0-1 1,1 1 0,-1 0 0,1 0-1,0 1 1,-5 7 0,0 5 132,1-1 0,0 1 0,-5 23 0,12-38-200,-16 55 90,3 0-1,2 1 1,3 0-1,2 1 1,3-1 0,8 107-1,-2-141-76,1 0 1,1-1-1,2 1 0,0-1 0,1 0 0,1-1 1,1 0-1,1 0 0,20 29 0,-22-39 14,0 0 0,0-1 0,1 0 0,0-1 0,1 0 0,0 0 0,1-1 0,0-1 0,0 0-1,1 0 1,0-2 0,0 1 0,1-2 0,0 0 0,0 0 0,25 4 0,-25-8 8,-1 0 0,1-1 0,-1-1 0,1 0 0,-1-1 0,1 0 0,-1-1 0,0 0 0,0-1 0,0-1 0,-1 0 1,1 0-1,-1-2 0,22-14 0,-3-2 60,-1-1 1,-1-1 0,-2-1-1,26-31 1,-29 28-12,0-1-1,-2 0 1,-1-2-1,33-67 1,-44 76-56,-1 0 0,-1-1-1,-1 0 1,-1 0 0,-2-1 0,0 0 0,-1 1 0,-2-42 0,-3 30-28,-2-1 1,-1 0-1,-2 1 1,-2 0-1,-1 1 1,-1 0-1,-2 1 1,-2 0-1,-1 1 1,-2 0-1,-38-53 0,38 62-25,-1 2-1,0 1 1,-2 0-1,0 2 1,-2 0-1,0 1 1,-1 2-1,0 0 1,-1 1-1,-1 2 1,-1 1-1,1 1 1,-2 1-1,0 1 1,-43-7-1,46 12 16,-2 1 0,1 1 0,0 2 0,0 0 0,0 2 0,0 1 1,0 1-1,0 1 0,-40 14 0,49-13 6,1 1 0,-1 1 0,1 0 0,1 1 0,-1 1 0,1 0 0,1 1 0,0 0 0,1 2 0,0-1 0,1 2 0,0-1 0,1 2 0,-16 26 0,16-18 0,1-1 0,2 2 0,0-1 0,1 1 0,1 0 0,2 1 0,0-1 1,2 1-1,0 0 0,2-1 0,1 1 0,1 0 0,1 0 0,1-1 0,1 0 0,1 0 0,9 24 0,-9-36 7,1 1 0,0-1 0,0-1 0,1 1 0,1-1 0,0-1-1,0 1 1,1-2 0,0 1 0,1-1 0,0-1 0,0 0 0,1-1 0,0 0 0,0 0 0,1-2 0,14 6 0,6 0 14,1-2 0,0-1 0,0-1 1,1-2-1,54 1 0,-42-6-32,1-2-1,-1-2 1,0-2 0,0-2 0,0-2-1,66-24 1,-53 11-723,-1-3-1,-1-2 1,-2-2-1,66-48 0,-71 39-4409,-11 2 2695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7.7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112 115 15131,'-1'6'2647,"-5"29"-2086,0-6-245,2 1-1,1 0 1,1 0 0,2 34-1,1-57-257,-1 1-1,2-1 0,-1 0 0,1 1 0,0-1 0,0 0 0,1 0 0,0 0 1,0 0-1,1-1 0,0 1 0,0-1 0,0 0 0,1 0 0,0 0 0,0-1 0,1 0 1,-1 0-1,1 0 0,0 0 0,0-1 0,7 3 0,-2-2-21,0-1-1,-1 0 0,1-1 1,0 0-1,1-1 1,-1-1-1,0 1 0,1-2 1,-1 1-1,1-2 1,-1 1-1,0-2 0,1 1 1,-1-2-1,0 1 1,12-6-1,-4 1-14,0 0-1,-1-2 1,1 0-1,-2-1 1,1-1-1,-2 0 1,1-1-1,17-18 1,-22 17-22,0-1-1,0 0 1,-1 0-1,-1-1 1,-1-1-1,15-30 1,-20 36-1,0 0 0,-1 0 0,0 0 0,0 0 0,-1 0 1,0-1-1,-1 1 0,0-1 0,-1 1 0,0-1 1,-1 1-1,0-1 0,-3-12 0,3 18 4,-1 0-1,0 1 1,0-1 0,0 0-1,0 1 1,-1 0 0,0 0-1,0 0 1,0 0 0,0 0-1,0 0 1,-1 1 0,-6-5-1,4 4 2,-1 0-1,1 0 0,-1 1 0,0 0 1,0 0-1,0 1 0,0 0 0,-10-2 0,-3 2 0,0 1 0,1 0-1,-1 1 1,0 1-1,0 1 1,-20 5 0,12-1-3,0 2 1,1 1 0,1 0-1,0 2 1,-44 26 0,50-25-15,1 1 0,0 1-1,0 0 1,1 2 0,1 0 0,1 1 0,-20 26 0,31-36-61,-13 22-261,18-28 210,-1 0 0,1 1-1,-1-1 1,1 0 0,0 0-1,0 1 1,-1-1 0,1 0-1,0 1 1,0-1 0,0 0 0,0 1-1,1-1 1,-1 0 0,0 0-1,1 1 1,-1-1 0,0 0 0,1 0-1,0 1 1,-1-1 0,2 2-1,21 16-1881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8.1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1 407 19028,'46'3'1600,"18"-3"73,47-5-1089,12-5-208,5-15-352,-5 1-120,-20-9-104,-6 0-8,-10-6 128,-11-1 0,-11-2-232,-2 1-184,-22 1-1577,1 0-5520,-18 2 6152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8.3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0 15915,'-50'5'2537,"1"6"536,8 8-2681,8 7-112,12 15-104,9 15-24,15 28-32,10 15-40,13 18-56,5 4-16,5-6-64,4-5-144,-4-9-432,-1-8-777,-9-19 481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8.9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350 609 21989,'0'0'585,"-4"3"-115,1-1-511,-1 1 0,1 0 1,0 0-1,0 1 0,0-1 0,0 1 1,0-1-1,1 1 0,0 0 1,-3 5-1,-18 51-395,18-45 387,-16 48 96,-20 104 0,36-140 112,2 0 0,0 0 0,2 0 0,1 0 0,1 0 0,9 50 0,-8-69-115,0-1 0,0 1 0,0-1 0,1 0 0,0 0 0,1 0 0,0 0 0,0 0 0,0-1 0,1 0 0,-1 0 0,9 8 0,-8-10-16,0 0 0,1-1-1,-1 1 1,1-1 0,-1 0-1,1-1 1,0 1 0,0-1-1,0 0 1,0-1 0,1 1-1,-1-1 1,0-1 0,1 1 0,10-1-1,2-2 10,0 0 0,0-2 0,0 0-1,-1-1 1,1 0 0,-1-2 0,27-13 0,-13 3-31,-1-1 1,0-2 0,32-27 0,-40 28-23,-1-2 1,-1 0-1,-1-2 1,-1 0-1,-1-1 1,0-1 0,-3-1-1,0 0 1,-1-1-1,-2-1 1,0 0 0,-2 0-1,-2-1 1,0 0-1,-2-1 1,-1 0-1,-1 1 1,-2-2 0,-1 1-1,-1 0 1,-2 0-1,-9-49 1,5 46 2,-2 1-1,-1 0 1,-1 0 0,-2 1 0,-1 0 0,-2 1 0,-1 0-1,-25-35 1,29 49-3,0 0 1,-1 1-1,-1 1 0,0 0 0,-1 0 0,0 2 0,-1-1 1,-1 2-1,1 1 0,-2 0 0,0 1 0,0 0 0,0 2 1,-40-11-1,37 15 16,-1 0-1,1 1 1,-1 1 0,0 2 0,0 0-1,1 1 1,-1 1 0,1 1 0,-1 0 0,1 2-1,1 1 1,-1 0 0,1 2 0,1 0 0,-37 24-1,42-24 12,1 0 0,0 2 0,1-1 0,0 2 0,1-1 0,0 1 0,1 1 0,0 0 0,1 1 0,1 0 0,0 0 0,0 0-1,2 1 1,0 0 0,0 1 0,2-1 0,0 1 0,1 0 0,0 0 0,1 0 0,1 1 0,1 16 0,1-21-10,0 0 0,0-1 0,1 1 0,1-1-1,0 0 1,1 0 0,0 0 0,0 0 0,1-1 0,1 1 0,-1-1 0,12 13 0,-8-12 0,0-2 0,0 1 0,1-1 0,1-1 0,0 0 0,0 0 0,0-1 0,1 0 0,20 7 0,-6-5 3,0-1 0,1-1 0,-1-1 0,1-2 0,1-1 0,-1-1 0,0-1 0,1-1 0,-1-2 0,27-4 1,-3-4-145,-1-2 0,73-27 0,90-49-1635,-143 57 670,1 1 46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9.1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0 19972,'0'0'608,"0"2"-184,-2 31-440,2-4-56,-3 6 72,-1 17 185,3 10-9,-6 21-8,0 8-24,3 11-72,4 0-32,5-10-216,1-11-345,2-20 153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9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818 1 22909,'-48'119'552,"-6"9"-72,-4 17-520,-3-8-176,-5-28-376,-3-16-184,0-31-48,-4-13-41,-10-35 369,4-18 216,-4-36-2312,8-10 1752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9.7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23789,'55'54'672,"4"8"88,14 24-800,3 4-288,-5-7-488,-5-3-96,-13-23 8,-6-9 240,3-15 320,-7-7-297,-1-12-5832,3-5 4521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9.9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1 21653,'-12'36'736,"1"9"192,18 17-800,5 6-184,-3 3-304,0-7-176,-7-13-320,1-6-529,-3-19-4960,2-7 4353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0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21557,'5'35'432,"0"11"-192,-3 31-248,5 14 0,0 28-8,-4 13 16,11 22 0,0 10 16,-4-3 24,-1-9-16,-4-27-96,-5-22-112,-12-30-272,-2-14-361,-20-32 257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0.6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1 118 23285,'52'-1'576,"12"-3"80,25-3-800,15-1-176,0-8-200,0 1-72,-1-4 136,-6 1 104,-2 4 208,-8 4-8,-21 7-945,-11 1 649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1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242 287 21044,'-14'8'112,"0"1"-1,1 1 0,0 1 0,1-1 0,0 2 0,1 0 1,0 0-1,1 1 0,0 0 0,1 1 0,1 0 0,0 0 1,-9 24-1,0 7-86,2 1 0,2 1 0,2 0 0,2 1 0,3 0 0,-2 66 0,8-92 35,0-1 0,1 1 0,1 0 1,1 0-1,1-1 0,1 1 1,8 21-1,-9-34-27,0 0 0,0 0 1,1-1-1,0 1 0,0-1 0,1 0 0,0-1 1,0 1-1,1-1 0,0-1 0,1 1 1,-1-1-1,1 0 0,0-1 0,1 0 0,-1 0 1,1-1-1,11 4 0,-1-2-4,0-1-1,0-1 1,1-1-1,0-1 1,-1-1-1,1 0 1,0-2-1,0 0 0,0-1 1,-1-1-1,39-11 1,-16 1-12,-1-2 1,0-1-1,-1-3 1,51-31 0,-74 39 6,0 0 1,-1-1 0,0-1 0,-1 0 0,-1-1 0,0-1 0,-1 0 0,0-1-1,12-22 1,-16 23-5,-1-1 0,0-1-1,-2 1 1,0-1 0,-1 0-1,0 0 1,-2-1 0,0 0 0,-1 1-1,0-31 1,-3 15-1,-3 0 0,0 1 0,-2-1 0,-2 1 0,0 0 1,-3 1-1,0 0 0,-2 1 0,-1 0 0,-25-37 0,20 37-20,-1 2 0,-1 0 0,-1 1 0,-2 1-1,-1 2 1,-1 0 0,-1 1 0,0 2 0,-49-28 0,61 41 4,0 1 0,0 0 0,-1 1 0,1 1 0,-1 0 0,-1 1-1,1 1 1,0 1 0,-1 0 0,1 1 0,-24 1 0,28 2 0,1-1-1,-1 1 0,1 1 0,0 0 0,0 1 1,0 0-1,0 1 0,1 0 0,-1 0 1,1 1-1,1 1 0,-1-1 0,1 2 0,0-1 1,1 1-1,-15 17 0,15-14-3,0 1 0,0 0 1,2 0-1,-1 1 0,1-1 0,1 1 1,0 1-1,1-1 0,1 1 0,0 0 0,1-1 1,0 1-1,1 0 0,1 27 0,1-31 1,0 0 1,0 0-1,1 0 0,1 0 0,0-1 0,0 1 0,1-1 0,0 1 0,0-1 0,1 0 1,0-1-1,1 1 0,0-1 0,0-1 0,1 1 0,0-1 0,0 0 0,1 0 0,0-1 0,0 0 1,14 8-1,-2-5 12,1 0 0,1-2 1,-1 0-1,1-1 0,0-1 1,0-2-1,1 0 0,-1-1 1,1-1-1,39-4 0,20-6-44,127-31 1,-168 31-21,28-7-139,-19 3-487,1 2 1,0 3-1,59-3 1,-62 16-1862,-2 8 452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1.7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 23429,'0'-1'-44,"0"0"-1,0 0 1,0 1-1,0-1 1,0 0-1,0 0 1,1 0-1,-1 1 1,0-1-1,0 0 1,1 0-1,-1 1 1,1-1-1,-1 0 1,1 1-1,-1-1 1,1 0-1,-1 1 1,1-1 0,0 1-1,-1-1 1,1 1-1,0-1 1,-1 1-1,1-1 1,0 1-1,0 0 1,-1-1-1,1 1 1,0 0-1,0 0 1,0-1-1,-1 1 1,2 0-1,39-6-1206,-24 4 1293,-1-1 386,1 0 0,0 2 0,0 0 0,0 0 0,30 5 1,-41-3-388,-1 0 1,1 0 0,-1 1 0,0 0 0,0 0 0,0 0 0,0 0-1,0 1 1,7 5 0,-10-6-57,1 0-1,0 1 1,-1 0-1,0-1 1,0 1-1,0 0 0,0 0 1,0 0-1,0 0 1,-1 1-1,1-1 1,-1 0-1,0 1 1,0-1-1,0 1 1,0 3-1,-1 0-10,0 1 0,0-1 0,-1 0-1,1 0 1,-2 0 0,1 0-1,-1 0 1,0 0 0,0 0 0,-1 0-1,0 0 1,-5 8 0,-8 10 2,-32 41-1,19-27 67,19-25-10,-28 44 120,35-53-121,0 1 0,1 0 0,0 0 0,0 0 1,0 0-1,0 1 0,1-1 0,-1 10 0,2-15-24,0 1-1,0-1 0,0 0 1,0 1-1,1-1 0,-1 0 0,0 1 1,0-1-1,1 0 0,-1 1 1,1-1-1,-1 0 0,1 0 0,0 0 1,0 1-1,-1-1 0,1 0 1,0 0-1,0 0 0,0 0 1,0 0-1,0 0 0,0-1 0,0 1 1,0 0-1,1 0 0,-1-1 1,0 1-1,0-1 0,1 1 1,-1-1-1,2 1 0,3 0-1,0 0 0,0-1 1,1 1-1,-1-1 0,0-1 0,10 0 0,9-4-92,1 0-1,-1-1 0,0-2 1,46-20-1,95-61-1558,-144 77 1337,101-57-872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2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571 1 21717,'24'12'392,"0"8"-200,2 10-136,-12 11-56,-7 13 32,-19 20 160,-14 13 104,-21 23 160,-8 13-24,-18 17-96,-3 7-104,0-7-256,0-15-208,10-37-448,2-24-216,14-40-1009,5-22 657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3.1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24709,'69'52'456,"24"17"-248,25 10-128,18 20-248,-4-2-88,-13 5-104,-13-2-96,-22-12-200,-6-6-96,-12-18-208,-7-11-705,-16-15 873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3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8 116 22957,'-1'-1'64,"0"0"0,0 0 0,1 0 0,-1-1 0,0 1 0,1 0 0,-1-1 0,1 1 0,-1-1 0,1 1 0,0-1 0,-1 1 0,1-1 0,0 1 0,0-1 0,0 1 0,0 0 0,0-1 0,1 1 0,-1-1 0,0 1 0,1-1 0,-1 1 0,1-1 0,-1 1 0,1 0 0,0-1 0,-1 1 0,1 0 0,0 0 0,0 0 0,0-1 0,0 1 1,0 0-1,0 0 0,0 0 0,0 0 0,3-1 0,5-5-361,1 1 0,0 0 0,19-9 0,-27 14 296,11-4-112,0 0-1,0 1 1,0 0 0,1 1-1,-1 0 1,1 1 0,-1 1-1,1 0 1,0 1 0,19 2-1,-31-2 121,-1 0 0,0 1-1,1-1 1,-1 0-1,0 1 1,0 0 0,0-1-1,1 1 1,-1 0 0,0-1-1,0 1 1,0 0-1,0 0 1,0 0 0,0 0-1,-1 0 1,1 0 0,0 0-1,0 1 1,-1-1-1,1 0 1,-1 0 0,1 0-1,-1 1 1,1-1 0,-1 0-1,0 1 1,1-1-1,-1 0 1,0 1 0,0-1-1,0 0 1,0 1 0,0-1-1,-1 0 1,1 1-1,0-1 1,-1 2 0,-2 6 32,0 0 1,0 0-1,-1 0 0,-5 10 1,8-18-37,-52 84 146,36-61-101,2 0 1,-19 39 0,32-59-37,1 0-1,-1 0 1,1 0 0,0 1 0,0-1-1,0 0 1,0 1 0,1-1 0,0 0-1,0 1 1,0-1 0,0 0 0,1 1 0,1 6-1,-1-9-6,1 1-1,-1 0 1,1-1-1,-1 1 1,1-1-1,0 0 1,-1 0-1,1 1 1,1-1-1,-1 0 1,0-1-1,0 1 1,1 0-1,-1-1 1,1 1-1,-1-1 1,1 0-1,0 0 1,-1 0-1,1 0 1,0 0-1,4 0 1,8 1-33,-1 0 0,1-1 0,0-1 0,-1 0 0,1-1-1,-1-1 1,27-6 0,-7-1-230,-1-2-1,38-17 1,-22 5-758,64-41 0,-34 10 64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5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671 316 16107,'-15'18'398,"0"1"-1,1 0 0,1 1 1,1 0-1,1 1 0,-11 29 1,5-3-587,-20 96 1,20-52 305,-7 99-1,21-138 162,2 1 0,2 0 0,12 70 1,-9-99-97,1-1 0,1 0 1,1 0-1,1 0 0,1-1 1,1-1-1,13 23 0,-16-33-98,1 0 0,0 0 0,1-1-1,0 0 1,0-1 0,1 0 0,0 0-1,1-1 1,0 0 0,0-1 0,1 0-1,0-1 1,23 9 0,-21-11-36,0 0 0,0-1 0,0 0 1,0-2-1,0 1 0,1-2 0,-1 0 1,1 0-1,21-5 0,-17 1-11,0-1-1,0 0 1,0-2-1,-1 0 1,0-1-1,24-15 1,-13 4-5,-1-1-1,-1-1 1,-1-1-1,-1-2 1,-1-1 0,-1 0-1,35-52 1,-37 44-13,-2-1 0,0 0 1,-3-1-1,-1-1 0,-1 0 1,-2-1-1,13-73 0,-21 80-18,0-1-1,-3 0 1,0 0-1,-2 0 1,-1 0-1,-2 0 1,-1 1-1,-1 0 1,-2 0-1,-15-42 1,4 31-82,-1 0 0,-1 2 0,-3 0 0,-1 1 0,-2 2 1,-1 0-1,-2 2 0,-1 1 0,-2 2 0,-51-39 0,62 55 37,0 1 0,-1 1-1,0 0 1,-1 2 0,-1 1-1,0 1 1,0 1 0,0 1 0,-1 1-1,0 2 1,0 0 0,-1 2-1,1 0 1,0 2 0,-1 1 0,1 2-1,0 0 1,-43 12 0,31-5 42,1 2 0,1 2 1,0 1-1,0 2 0,-33 21 1,43-21 18,1 0 1,0 1-1,2 2 0,0 1 1,1 0-1,-36 47 1,50-57-1,0 0 0,2 1 1,-1 1-1,1-1 0,1 1 1,0 0-1,1 0 1,0 0-1,1 1 0,1-1 1,0 1-1,1 0 0,0 0 1,1-1-1,0 1 0,2 0 1,-1 0-1,6 20 1,-2-19 11,0-1 0,1 1 0,0-1 0,1 0 1,1-1-1,0 0 0,0 0 0,2 0 1,-1-1-1,2-1 0,0 0 0,0 0 1,1-1-1,0-1 0,0 0 0,18 10 1,-10-8 9,0-2 1,1 0 0,-1-1 0,1-2 0,1 0 0,-1-1 0,1-1 0,27 2 0,-18-5 7,-1-1 1,1-2-1,-1 0 1,0-3-1,42-10 1,-16-2-48,-1-3 0,-1-2 0,-1-2 0,-1-3 0,88-60 0,112-105-1608,-211 159 1079,33-23-294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5.4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15987,'0'0'2841,"10"17"488,11-4-2793,17 6-456,5-2-40,12 0-16,2-1-8,2-2-8,2-2 0,-9-5-64,1-2-136,-11-5-272,-4-4-208,-5-4-6402,-14-4 4642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5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65 21637,'17'15'704,"12"-1"408,25-5-1008,15-8-160,23-4-224,-1-9-160,-9-4-256,-10-3-136,-13-2-1633,-10 1-4424,-1 8 5648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7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988 23 17972,'-11'-4'-1083,"1"0"0,-1 1 0,-18-3 0,-37 1 224,-67 16 4613,86-5-2072,-246 34 1545,228-28-3164,1 4-1,-90 33 0,147-47-41,1 1-1,0 0 0,0 0 0,0 0 0,0 1 1,-7 6-1,11-8-11,0-1 0,0 1 0,0 1-1,1-1 1,-1 0 0,1 0 0,0 1 0,0-1 0,0 0 0,0 1 0,0-1-1,0 1 1,1 0 0,-1-1 0,1 1 0,-1-1 0,1 1 0,0 0 0,0-1-1,1 4 1,5 35-15,2-1 0,14 45-1,3 11-24,80 554-445,-51 11 226,-47-535 241,-11 127-1,-3-168 8,-3 0-1,-31 118 1,-91 171 114,70-214 218,61-158-323,0 0 0,0 0 0,0 0 0,0 0 0,1 1 0,-1-1 0,1 0 0,0 0 0,-1 1 0,1-1 0,0 0 0,1 3 0,-1-4-6,1 0 0,0 0 1,-1-1-1,1 1 0,0 0 0,0-1 1,0 1-1,0-1 0,-1 1 0,1-1 1,0 1-1,0-1 0,0 0 0,0 1 1,0-1-1,0 0 0,0 0 0,0 0 0,0 0 1,0 0-1,0 0 0,0 0 0,0 0 1,0 0-1,0 0 0,0 0 0,2-1 1,129-20 36,-59 8-12,441-45-181,-428 55-550,0 4-1,0 3 1,170 32-1,-120-3-1512,7 6 755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8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417 17 10690,'-24'5'2629,"-1"1"1,-38 16-1,46-15-2469,0 2 1,0 0 0,1 1-1,0 0 1,0 2 0,2 0-1,-15 14 1,10-7-98,-11 8 264,2 3-1,-40 52 1,66-78-266,-1 0-1,1-1 1,0 1 0,1 1-1,-1-1 1,1 0 0,-1 0 0,1 0-1,1 1 1,-1-1 0,1 1 0,-1 7-1,1-12-60,2 5-11,9 0 8,-2-2 9,-2 0-2,12 5 9,1 0 1,24 16-1,-21-8 1,-14-9 2,1-1 0,0 0 0,19 8 0,-25-12-8,0-1 0,0 0 1,0 0-1,0-1 0,0 1 1,0-1-1,0 0 0,0 0 1,0 0-1,0 0 0,0-1 1,0 0-1,-1 1 0,1-2 1,4 0-1,4-4 19,0 1 0,0-2 0,-1 1 0,0-2 0,16-13 0,46-50 34,-49 47-49,-6 6-10,5-4-1,-1 0-1,-1-2 1,0 0-1,20-35 1,-40 58 1,0-1-1,0 0 1,-1 1-1,1-1 1,0 0-1,-1 1 1,1-1-1,-1 0 1,1 0-1,-1 0 1,0 1-1,0-1 1,0 0-1,0 0 1,0 0-1,0 0 1,0 0-1,0 1 1,-2-4-1,1 3 11,-1-1-1,0 0 1,1 1-1,-1-1 0,-1 1 1,1 0-1,0 0 0,0 0 1,-1 0-1,1 0 0,-4-2 1,-38-29 205,-18-12-83,61 44-134,0 0 1,0 1 0,0-1 0,0 0-1,0 1 1,0-1 0,0 1 0,0-1 0,0 1-1,0-1 1,0 1 0,0 0 0,-1 0-1,1 0 1,0-1 0,0 1 0,0 0 0,-1 0-1,1 1 1,0-1 0,0 0 0,0 0-1,0 0 1,-1 1 0,1-1 0,0 1 0,0-1-1,-1 1 1,0 2 0,0-1 0,1 1 0,-1 0 0,1-1 0,-1 1 0,1 0 0,0 0 0,0 0 0,0-1 0,1 1 0,-2 5 0,-4 31 2,2 0 0,-1 53 0,11 83-51,-5-155 38,34 263-899,-18-181-597,-11-41 744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9.3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0 19348,'0'0'755,"-2"4"-203,-5 24-462,-2 0-1,-1-1 1,-1 0-1,-1-1 1,-1-1-1,-26 38 1,23-42 21,0-1-1,-1-1 1,-30 27 0,44-44-103,0 1 1,-1-1 0,1-1-1,0 1 1,-1 0 0,1-1-1,-1 0 1,0 0 0,-6 1-1,188-27 91,-118 20-94,0-4-1,88-23 0,-135 27-28,0 0-1,0 0 0,-1-1 1,1-1-1,18-13 1,-28 18-1,0-1 0,0 1 0,0 0 0,0-1 0,0 0 1,0 0-1,-1 0 0,0 0 0,1 0 0,-1 0 1,0 0-1,0-1 0,-1 1 0,1-1 0,-1 0 1,0 1-1,0-1 0,0 0 0,0 0 0,-1 1 0,0-1 1,1 0-1,-1 0 0,-1-6 0,0 7 27,0 0 0,1 1 0,-2-1 1,1 0-1,0 0 0,0 1 0,-1-1 0,1 1 0,-1 0 0,0-1 0,0 1 0,0 0 0,0 0 0,0 0 0,0 0 0,-1 0 1,1 1-1,0-1 0,-1 1 0,0 0 0,1-1 0,-1 1 0,0 0 0,1 0 0,-1 1 0,0-1 0,0 1 0,0-1 1,0 1-1,0 0 0,0 0 0,1 0 0,-1 0 0,0 1 0,0-1 0,0 1 0,0 0 0,1 0 0,-1 0 0,0 0 1,1 0-1,-1 1 0,0-1 0,1 1 0,0-1 0,-1 1 0,1 0 0,0 0 0,0 0 0,0 0 0,0 1 0,0-1 1,1 0-1,-1 1 0,1-1 0,-2 5 0,-3 11 99,1 1-1,1 0 1,0 0-1,0 25 1,2 81 329,3-79-316,9 162 131,-5-176-676,1-1 0,1 1 1,1-1-1,20 44 0,-11-39-433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9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 14051,'0'0'24,"0"-2"-1048,0-3-4233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0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 64 9290,'0'-3'9458,"15"-7"-8603,16-2-511,35-10 0,-51 18-297,0 0 0,0 1 0,1 1 0,-1 0 1,25 1-1,-38 1-45,-1-1 1,1 1-1,-1 0 1,0 1-1,1-1 0,-1 0 1,1 0-1,-1 0 1,0 1-1,1-1 1,-1 1-1,1-1 1,-1 1-1,0 0 0,0-1 1,0 1-1,1 0 1,-1 0-1,0 0 1,0 0-1,0 0 1,0 0-1,0 0 0,0 0 1,-1 1-1,1-1 1,0 0-1,-1 0 1,1 1-1,0-1 1,-1 0-1,0 1 0,1-1 1,-1 0-1,1 3 1,-2-1 5,1 1 1,-1-1-1,0 1 0,0-1 1,0 0-1,0 0 0,0 0 1,-1 1-1,0-1 1,1 0-1,-1-1 0,0 1 1,-5 5-1,-38 40 90,-28 33 114,61-67-176,-69 84 281,81-98-316,-1 0 1,1 0-1,0 1 1,-1-1-1,1 1 1,0-1-1,-1 0 1,1 1-1,0-1 1,-1 1-1,1-1 1,0 0-1,0 1 1,0-1-1,-1 1 1,1-1-1,0 1 1,0-1-1,0 1 1,0-1-1,0 1 1,0-1-1,0 1 1,0-1-1,0 1 1,0-1-1,0 1 1,0-1-1,0 1 1,1-1-1,-1 1 1,0-1-1,0 1 1,1 0-1,0 0 0,0-1 0,0 1 0,0 0 0,1 0-1,-1 0 1,0-1 0,0 1 0,1-1 0,-1 1 0,1-1-1,2 1 1,42 3-3,-21-5 3,-5 1 2,0 0 0,37 5 0,-53-4-3,1 0 0,-1 0 0,1 0 1,-1 0-1,0 1 0,0-1 0,0 1 1,0 1-1,0-1 0,0 0 0,0 1 1,-1 0-1,1 0 0,-1 0 1,0 0-1,0 0 0,0 1 0,3 4 1,-5-6-1,0 0 1,0 0-1,0 0 1,0 1 0,-1-1-1,1 0 1,0 0 0,-1 0-1,0 0 1,0 1 0,0-1-1,0 0 1,0 0-1,0 0 1,0 1 0,-1-1-1,0 3 1,-1-1 2,1 0 0,-1 0 0,0-1 0,0 1 0,-1-1 0,1 0 0,0 1 0,-7 4 0,0 0 6,-1 0 1,1-1-1,-2 0 1,1-1-1,-15 7 0,16-9-74,1-1 0,-1 0 0,0 0-1,0-1 1,0 0 0,0-1 0,0 0-1,0 0 1,0-1 0,0 0 0,0 0 0,-1-1-1,1-1 1,0 1 0,0-2 0,1 1-1,-1-1 1,0 0 0,1-1 0,0 0-1,0 0 1,-11-8 0,-35-33-698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1.0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56 22109,'-19'7'410,"13"-2"-387,6-4-32,1-1-1,-1 0 1,0 1-1,0-1 0,0 1 1,1-1-1,-1 0 0,0 1 1,0-1-1,1 0 1,-1 0-1,0 1 0,1-1 1,-1 0-1,0 0 1,1 1-1,-1-1 0,0 0 1,1 0-1,-1 0 1,0 0-1,1 1 0,-1-1 1,1 0-1,10 3-139,-1-1 0,0 0-1,1 0 1,-1-1 0,1 0 0,20-2-1,70-10-7,68-22 1012,26-4 428,-182 35-1249,0 1 1,0 0-1,0 2 0,0-1 0,0 1 0,0 1 0,20 5 0,-25-4-35,-1-1 0,0 1 1,0 1-1,0-1 0,0 1 0,-1 0 0,1 1 0,-1 0 1,0 0-1,0 0 0,-1 0 0,0 1 0,0 0 0,6 9 0,-2 1-8,0 0-1,-1 1 1,-1 0-1,-1 0 0,0 1 1,6 35-1,6 117-23,-15-134 25,20 309-49,29 359-3,-15-276 23,54 437 10,-59-676 44,21 159 55,-48-310-31,-3 0-1,-1 0 0,-4 50 0,1-74-7,-1 1-1,0-1 1,-1 0-1,-10 25 1,10-31-11,0 0 1,0-1-1,-1 0 0,1 1 1,-2-2-1,1 1 0,-1 0 0,0-1 1,-8 6-1,8-8-28,0 0 0,0 0 0,0-1 0,-1 1 0,1-1 0,-1-1 0,0 1 0,0-1 0,0-1-1,0 1 1,0-1 0,0 0 0,-1-1 0,1 0 0,0 0 0,0 0 0,0-1 0,-1 0 0,1 0 0,0-1 0,0 0 0,0 0 0,1-1 0,-10-4-1,1-1-146,1 0 0,0-1 0,1 0 0,0-1 0,1-1 0,0 0 0,0 0 0,1-1 0,1 0 0,-11-17 0,-34-70-484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1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49 21933,'54'20'104,"7"-4"-304,35-6-352,15-6-513,19-10-447,-4-2-704,-24-4 495,-17-2 929,-35-3 1776,-9 3 328,-11-2-1672,-8 4 504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1.7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68 23685,'71'-17'-88,"2"-4"-408,11-8 88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3.5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477 74 16516,'11'-12'498,"29"-28"686,-37 37-1111,0 1 0,0 0 0,0 0 1,0 0-1,1 0 0,-1 0 0,0 1 0,1-1 1,-1 1-1,1 0 0,0 0 0,4 0 0,-7 1-42,0 0-1,-1 0 1,1 0-1,0 0 1,0 1-1,-1-1 0,1 0 1,0 0-1,-1 1 1,1-1-1,0 0 1,-1 1-1,1-1 1,0 0-1,-1 1 0,1-1 1,-1 1-1,1-1 1,0 1-1,-1 0 1,0-1-1,1 1 0,-1-1 1,1 1-1,-1 0 1,0-1-1,1 1 1,-1 0-1,0 0 1,0-1-1,1 1 0,-1 0 1,0-1-1,0 1 1,0 0-1,0 0 1,0 0-1,0-1 0,0 2 1,-1 3 108,1 1 0,-1 0 0,0-1 0,-2 11 0,-9 18 68,-1 0 0,-26 48 0,-46 65-55,46-86-98,-2-1 0,-3-3-1,-98 100 1,127-143-31,0-1 0,-24 16 0,36-27-17,0 0 0,-1 0 0,1 0-1,-1 0 1,1-1 0,-1 1 0,1-1 0,-1 0 0,0 0 0,0 0-1,1-1 1,-1 1 0,0-1 0,0 0 0,0 0 0,0-1-1,1 1 1,-8-2 0,9 1-9,1 0 0,-1 0-1,0 0 1,0 0 0,1 0-1,-1 0 1,1-1 0,-1 1 0,1-1-1,0 1 1,0-1 0,-1 0-1,1 1 1,0-1 0,0 0-1,1 0 1,-1 1 0,0-1 0,0 0-1,1 0 1,-1 0 0,1 0-1,0 0 1,0 0 0,0 0 0,0 0-1,0 0 1,0 0 0,0 0-1,0 0 1,2-3 0,-1-2-13,1 0 0,0 0-1,0 0 1,1 0 0,0 1 0,0-1 0,6-9-1,-3 9 19,1 0-1,-1 0 1,1 0-1,0 1 0,1 0 1,0 1-1,0-1 1,0 2-1,0-1 1,1 1-1,0 0 0,9-3 1,10-1 19,0 1 1,50-7-1,37 4 23,127 5 0,-130 5-291,137-16-1,-226 12 158,36-9-1,-50 10 82,-1 0 1,0 0 0,0 0-1,0-1 1,-1-1 0,15-9-1,-21 13 6,0 0 0,-1 1 0,1-1 0,0 1 1,-1-1-1,1 0 0,0 0 0,-1 1 0,1-1 0,-1 0 0,1 0 0,-1 0 0,1 0 0,-1 0 0,0 1 0,1-3 0,-1 2-6,0 1 1,0-1-1,0 1 0,0-1 1,-1 1-1,1-1 0,0 1 0,0 0 1,0-1-1,-1 1 0,1-1 1,0 1-1,0 0 0,-1-1 0,1 1 1,0-1-1,-1 1 0,1 0 1,0-1-1,-1 1 0,1 0 0,-1 0 1,0-1-1,-1 0-35,0 0 0,0 1 0,0-1 1,0 0-1,0 1 0,0 0 0,-1-1 0,1 1 0,0 0 0,0 0 0,0 0 1,-3 1-1,-1 0-25,1 1 1,0 1 0,0-1-1,0 1 1,1 0 0,-1 0-1,1 0 1,-1 0 0,-6 8-1,8-8-28,-1 1-1,1-1 0,-1 0 1,0 0-1,0 0 0,-1-1 1,1 1-1,0-1 0,-1 0 1,-6 2-1,9-4-389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4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635 7 19892,'-18'-3'48,"0"1"1,1 1-1,-1 0 0,0 1 0,0 1 0,0 1 0,0 0 1,0 2-1,1 0 0,-1 0 0,1 2 0,1 0 0,-1 1 0,1 1 1,0 0-1,0 2 0,-19 15 0,6-1 17,1 1 0,1 1 0,1 2 0,2 1 0,1 0 0,1 2 0,2 1 0,1 0 0,1 1 0,2 2 1,1-1-1,-15 58 0,27-83-49,1 0 0,1 0 0,0 0 1,0 0-1,1 0 0,0 0 1,0 0-1,1 0 0,0 0 0,4 12 1,-4-16-10,1 0 0,0 0 1,1 0-1,0 0 1,-1 0-1,1 0 1,1-1-1,-1 0 0,1 0 1,-1 0-1,1 0 1,1 0-1,-1-1 1,0 1-1,1-1 0,0 0 1,-1-1-1,7 3 1,6 1 7,-1 0 1,1-2 0,-1 0 0,1-1 0,0-1-1,1 0 1,-1-1 0,0-1 0,0-1 0,21-3-1,-1-1 44,0-3 0,-1-1-1,58-22 1,-49 12-14,-1-2 0,-2-1 0,0-3 0,-1-2-1,-1-1 1,-2-2 0,-1-2 0,-1-1 0,-2-2 0,-2-1 0,-1-1 0,32-52 0,-50 68 78,-1 0 1,-1-1-1,-1 0 1,-1-1-1,0 0 1,-2 0-1,-1 0 0,5-39 1,-8 46-5,0 25-25,0 30-6,-13 272 373,1-160-359,-2 326 86,42-2-215,6-280-228,-28-165 39,0 0 1,2-1 0,1 0-1,17 29 1,-26-52 35,0-1-1,1 0 1,-1 0-1,1 0 1,0 0-1,0 0 1,1-1 0,-1 0-1,7 4 1,1-4-420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4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1 295 22973,'29'14'568,"14"0"-216,7-6-344,16-8-448,1-8-176,-4-17-200,1-2 16,-9-8-25,-3-3 201,-12 0 440,-7-3 160,-13-1-168,-8 4-976,-10 0 640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4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21637,'-5'33'616,"3"15"-104,4 16-248,3 23-224,0 15-8,4 21 72,-2 3-8,1 4 32,1-9-24,-4-14-96,-1-9-72,-3-18-328,-1-11-192,2-24-720,-2-14-7714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5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429 1 23285,'4'3'-51,"1"0"-1,-1 1 1,1 0-1,-1 0 1,0 0-1,0 0 1,-1 1 0,1-1-1,-1 1 1,0 0-1,0 0 1,-1 0-1,1 0 1,-1 1 0,0-1-1,-1 1 1,1-1-1,-1 1 1,0-1-1,-1 1 1,1 10 0,-1 4-310,-1-1 1,-1 0 0,-1 1 0,0-1-1,-9 25 1,-2-1 352,-2-1 0,-2 0 0,-1-2 0,-32 48 0,9-24 1366,-86 100 1,123-158-1287,-55 57 689,54-57-699,-1-1 0,1 0 1,-1-1-1,0 1 0,0-1 1,0 0-1,-1-1 0,-10 4 0,17-7-56,-1 1 0,0-1 0,1 1-1,-1-1 1,0 0 0,0 0-1,0 0 1,1 0 0,-1 0-1,0 0 1,0 0 0,0-1 0,1 1-1,-3-1 1,3 0-10,0 1 0,0-1-1,0 0 1,1 1 0,-1-1 0,0 0 0,0 1 0,0-1-1,1 0 1,-1 0 0,1 0 0,-1 1 0,0-1 0,1 0-1,0 0 1,-1 0 0,1 0 0,-1-2 0,1 0-23,-1 0 1,1 0-1,0 0 1,0-1-1,0 1 1,1 0-1,-1 0 1,1 0 0,-1 0-1,1 0 1,0 0-1,0 0 1,1 0-1,1-4 1,5-5-47,-1 2 1,1-1 0,1 1 0,0 0 0,0 1-1,1 0 1,0 0 0,0 1 0,1 1-1,0 0 1,1 0 0,-1 1 0,1 0-1,0 1 1,1 1 0,-1 0 0,16-3-1,9 0-14,1 1 1,-1 2-1,1 2 0,66 4 0,-40 3-195,-9-1 380,93-4 1,-131-1-636,0-1 0,-1-1 1,1-1-1,-1 0 0,0-1 1,-1 0-1,1-2 0,-1 0 1,28-17-1,13-18-1897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5.5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 22869,'-21'55'728,"11"7"-24,8 9-336,13 14-472,4 5-152,1 7-192,-2 0 24,-2-4 112,-4-5 104,-2-10-24,-5-5-200,-6-16-3113,0-5 1281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5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728 1 11338,'-40'43'1809,"2"19"5552,-12 19-7161,-5 42-240,-9 14-48,-10 17 104,-1 0 88,4-23 48,13-13 16,6-39-55,5-20-81,9-40-104,0-19-233,10-41 241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6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24429,'65'81'448,"12"6"-160,28 13-680,4 2-416,-14-10-464,-12-6-264,-22-10-449,-13-12 193,-13-8 759,-6-10-735,-13-8 1384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6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 25998,'-13'91'408,"13"8"-600,7-1-649,12-9-751,1-12-848,-9-20 735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6.7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1 135 21917,'31'11'1168,"17"-3"416,18-2-880,22-10-656,9-4-200,5-11-312,-12-2-224,-16 0-24,-17 2 48,-25 7 256,-3 3 128,-24 2-248,-1-7-2289,-16-11 1273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6.9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26006,'13'65'376,"10"10"-192,18 27-920,3 9-241,-1 4-279,-5 0 72,-9-13 568,-1-13 336,-7-18 280,1-14 8,-15-20-328,0-3-5514,-22-23 3514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7.8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185 67 19084,'83'-20'2063,"76"-16"-967,-131 31-1061,1 2 0,-1 1 0,46 2 0,-67 1-36,1-1-1,-1 1 0,0 1 1,8 2-1,-14-4 1,0 1 0,1-1 1,-1 0-1,0 1 0,0-1 0,0 1 1,1 0-1,-1-1 0,0 1 1,0 0-1,0 0 0,0 0 0,0 0 1,-1 0-1,1-1 0,0 2 0,0-1 1,0 0-1,-1 0 0,1 0 1,-1 0-1,1 0 0,-1 0 0,1 1 1,-1-1-1,0 0 0,1 1 0,-1-1 1,0 0-1,0 0 0,0 3 0,-1 0 9,0 0 0,0-1 0,-1 1-1,1-1 1,-1 1 0,0-1 0,0 0-1,0 0 1,0 1 0,-1-1-1,-4 5 1,-38 30 127,22-20-50,-246 227 1259,258-234-1289,0 0 0,1 0 1,0 1-1,1 0 1,0 1-1,1 0 0,-6 15 1,13-27-58,1 0 0,-1 1 0,1-1 1,-1 0-1,1 0 0,0 1 1,-1-1-1,1 1 0,0-1 1,0 0-1,0 1 0,0-1 0,0 0 1,0 1-1,1-1 0,-1 0 1,0 1-1,1-1 0,-1 0 0,1 1 1,-1-1-1,1 0 0,0 0 1,-1 0-1,1 0 0,0 1 1,0-1-1,0 0 0,0 0 0,0-1 1,0 1-1,1 1 0,4 1-8,0 1 0,0-1-1,0 0 1,1-1 0,8 3-1,-6-2 12,89 23 67,33 13-108,-117-34 9,0 2 1,0-1-1,-1 1 0,0 1 1,0 1-1,20 17 0,-28-22 12,-1 0 0,0 1 0,0 0-1,0 0 1,0 0 0,-1 0-1,1 1 1,-1 0 0,-1-1 0,1 1-1,-1 0 1,0 0 0,0 0-1,-1 1 1,0-1 0,1 11 0,-2-9 2,-1-1 0,0 1 0,0 0 0,0-1 1,-1 1-1,0-1 0,-1 1 0,0-1 1,0 0-1,0 0 0,-1 0 0,0-1 0,-6 9 1,-12 11 15,-1-1-1,0-1 1,-2-1 0,-1-1 0,-1-1 0,0-1-1,-2-2 1,-40 21 0,54-32-29,0 0 1,0-1-1,-1-1 0,1-1 1,-1 0-1,0 0 0,0-2 1,-32 1-1,40-3-95,-1 0 1,0-1-1,0 0 0,1-1 1,-1 0-1,1 0 0,0-1 1,-1 0-1,1 0 0,0-1 1,1 0-1,-1 0 0,1-1 1,0 0-1,0 0 0,0-1 1,-11-12-1,12 9-98,0 0 1,0 0 0,-8-18-1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8.0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824 0 26022,'-2'18'552,"-1"9"-472,-1 10-384,-15 15-625,-10 6-175,-32 13 136,-10 5 176,-17 14 760,-5 5 240,1 4 216,0-6-56,13-18-208,11-18-216,18-35-472,14-13-200,13-33-1225,10-13 753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8.2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21341,'50'34'656,"2"9"80,12 16-456,4 9-144,6 6-112,-1 0-24,-6 1 0,-3-3-8,-14-9 8,-5-6 16,-14-16-16,-5-10-88,-12-12-352,-5-5-200,-1-5-2969,-1 1 1120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8.6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0 150 23493,'12'-14'-22,"0"0"0,0 1-1,1 1 1,1 0 0,0 1 0,0 0 0,1 2-1,1-1 1,0 2 0,0 0 0,0 1 0,1 0-1,18-4 1,-32 11 45,-1-1-1,1 0 1,-1 1-1,0-1 1,1 1-1,-1 0 1,1 0-1,-1 0 1,1 0-1,-1 1 1,1-1 0,-1 0-1,0 1 1,1 0-1,-1 0 1,0-1-1,1 1 1,-1 1-1,0-1 1,0 0-1,0 0 1,0 1-1,0 0 1,0-1-1,0 1 1,-1 0-1,1 0 1,0-1-1,1 5 1,-1-2-2,-1 0 0,0 0 0,0 0 0,0 0 1,0 0-1,0 1 0,-1-1 0,0 0 0,0 1 0,0-1 0,-1 0 0,1 1 1,-1-1-1,0 0 0,0 0 0,-3 7 0,-9 17-32,0-1-1,-3 0 1,0 0-1,-27 33 1,28-41 75,14-16-54,-15 22 104,16-24-113,0 0 1,0-1 0,-1 1-1,1 0 1,0 0 0,0-1 0,0 1-1,0 0 1,0 0 0,0-1-1,0 1 1,0 0 0,0-1 0,0 1-1,0 0 1,1 0 0,-1-1-1,0 1 1,0 0 0,1-1-1,-1 1 1,0 0 0,1-1 0,-1 1-1,1-1 1,-1 1 0,1-1-1,-1 1 1,1-1 0,-1 1 0,1-1-1,0 1 1,-1-1 0,1 0-1,-1 1 1,1-1 0,0 0 0,0 1-1,0-1 1,6 2-49,1-1 0,-1 1 1,1-1-1,-1-1 0,1 0 1,-1 0-1,1 0 0,8-2 1,66-15-631,-64 13 514,221-66-2519,-181 49 2036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9.2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229 883 19132,'-58'7'461,"16"-2"261,-74 19-1,104-19-542,17-1-55,28-2 92,290-11 875,5-23-397,-292 28-632,258-29 353,752-108 40,-166 20-303,496-45 234,774-106-1716,-2112 266 1203,516-89-2391,-444 67 190,-50 6 553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01.6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836 191 20404,'-1'-8'158,"0"1"0,1 0 0,0 0 0,0-1 0,0 1 0,4-12 0,-3 11-118,0-1 1,0 1-1,0 0 1,-1 0 0,-1-9-1,1 15 19,-1-1 0,0 1 0,1-1-1,-1 1 1,0 0 0,0 0 0,0-1 0,0 1-1,-1 0 1,1 0 0,-1 0 0,1 0-1,-1 1 1,0-1 0,1 0 0,-1 0-1,0 1 1,0 0 0,0-1 0,0 1 0,-3-1-1,-6-3 84,-1 0 0,1 2 0,-1-1 0,0 2 0,0-1 0,-21 0 0,-1 2-58,-40 3 1,-2 7-72,-114 29 1,-21 3-1596,195-39 811,-32 0-1,-8-10-559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04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790 0 21901,'-51'410'772,"28"-230"-943,-56 224 0,48-291 18,-4-1 0,-6-1-1,-55 106 1,65-159 139,-49 72 0,58-100 99,-1-1 1,-1-2 0,-49 45 0,65-65-35,-1 0 1,0-1 0,0 1 0,-1-2-1,-15 8 1,22-12-49,1 0-1,-1 0 1,1 0 0,-1 0-1,1-1 1,-1 1 0,1-1-1,-1 0 1,0 0-1,1 0 1,-1 0 0,0 0-1,1 0 1,-1-1 0,1 0-1,-1 1 1,1-1-1,-1 0 1,1 0 0,-1 0-1,1 0 1,0-1 0,-1 1-1,1-1 1,0 1-1,-3-4 1,0-1-45,1 0 0,-1-1-1,1 1 1,1-1 0,-1 0-1,1-1 1,0 1 0,1 0-1,0-1 1,0 0 0,1 1-1,-1-1 1,2 0 0,-1-10-1,1-4-73,1 0-1,1-1 0,8-40 1,-5 45 146,1 0 1,1 0 0,0 1 0,1 0 0,1 1 0,0 0 0,2 0 0,0 1-1,0 1 1,1-1 0,1 2 0,0 0 0,29-22 0,-18 18 163,1 0 1,1 2-1,0 1 1,0 1 0,2 1-1,-1 2 1,2 0-1,31-5 1,-37 10-145,1 2 1,1 1 0,-1 0-1,0 2 1,0 1 0,0 1 0,0 1-1,32 8 1,-20-1-168,-1 2 0,-1 1 0,0 1 1,56 34-1,-46-20-199,42 22-431,-75-45 404,0 0 1,0-1 0,0 0 0,1-1 0,0 0 0,13 1 0,28-4-796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05.0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21509,'4'23'768,"4"5"256,-6 15-824,1 10-208,-3 27-240,2 12-96,0 27-72,-2 7 0,2 4-88,-2-2-1233,10-24 969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06.7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1 18452,'-3'7'144,"0"0"1,1 0-1,0 0 1,0 0-1,1 0 1,0 0-1,0 1 1,1-1-1,0 1 1,0-1-1,0 0 1,1 1-1,0-1 1,1 0-1,0 0 1,0 0-1,5 12 1,5 6 7,0-1 1,1 0 0,27 33-1,-5-10 133,2-2-1,2-2 1,2-1-1,2-2 1,92 66-1,-93-78-168,0-2 0,2-3 0,0-1 0,2-2 0,0-2 0,1-2 0,67 13 1,-85-23-66,43 2 0,-64-8-34,-1 0 1,1 0-1,-1 0 1,1-1-1,-1 0 1,1-1-1,-1 0 1,0 0-1,1 0 1,10-6-1,-16 7-10,-1 0 0,1 0 0,0 0 0,0-1 0,-1 1 0,1-1 0,-1 1 0,1-1 0,-1 1 0,0-1 0,0 0 0,0 1 0,0-1 0,0 0 0,0 0 0,1-3 0,-2 4-6,0 0 1,0 0-1,0 0 0,0 0 0,0 0 1,0 0-1,0 0 0,-1 0 0,1 1 0,0-1 1,-1 0-1,1 0 0,0 0 0,-1 0 1,1 1-1,-1-1 0,1 0 0,-1 0 0,0 1 1,1-1-1,-1 0 0,0 1 0,1-1 1,-1 1-1,0-1 0,0 1 0,1-1 0,-1 1 1,0 0-1,0-1 0,0 1 0,0 0 1,0 0-1,0-1 0,1 1 0,-1 0 0,-2 0 1,-4-1-9,-1 1 1,1 0 0,-1 0 0,1 0-1,-1 1 1,1 0 0,-1 0 0,1 1-1,0 0 1,0 1 0,0-1-1,0 1 1,-10 6 0,-3 2 4,1 2-1,0 0 1,-23 22-1,-2 7 33,1 2-1,3 2 1,2 2-1,-59 96 1,-93 228-272,181-353 97,-28 63-1376,-29 98 1,59-151-3747,14-46 1396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07.3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543 0 24469,'-5'312'1003,"6"-112"-1908,-6-84 98,-6 0 0,-50 226 0,38-255 1108,-3-2-1,-5-1 1,-3-1-1,-66 116 1,84-172 72,-30 40 1,38-58-305,1 0 1,-1-1 0,-1 0 0,0-1-1,0 1 1,0-2 0,-15 9-1,22-14-70,0 0 0,-1 1 0,1-1 0,0 0 0,-1 0 0,1 0 0,-1-1 0,1 1 0,-1-1 0,1 1 0,-1-1 0,1 0 0,-1 0 0,0 0 0,1 0 0,-1 0 0,1-1 0,-1 1 0,1-1 0,-1 0 0,1 0 0,-1 0 0,1 0 0,0 0 0,0 0 0,-1 0 0,1-1 0,0 1 0,0-1 0,0 0 0,0 0 0,1 1 0,-1-1-1,0 0 1,1 0 0,-1-1 0,1 1 0,-2-4 0,0-1-1,1 1 0,0-1-1,0 0 1,0 0-1,1 0 1,0 0 0,0 0-1,1 0 1,0-1 0,0 1-1,0 0 1,1 0-1,0 0 1,4-11 0,-4 12 22,1 0 0,0 1 0,1-1 0,-1 1 0,1 0 0,0 0 0,0 0 0,1 0 0,-1 0 0,1 1 0,0-1 0,0 1 0,1 0-1,-1 1 1,1-1 0,0 1 0,0 0 0,7-4 0,-3 4 12,1 0 0,0 1 0,0 0 0,0 0 0,0 1 0,0 1-1,0 0 1,0 0 0,0 0 0,0 2 0,0-1 0,-1 1-1,1 1 1,18 6 0,0 3-9,0 1 1,0 1-1,38 26 0,-21-10-41,-1 0-94,73 37 0,-101-60-136,-1 0 1,2-1-1,-1-1 1,1 0-1,-1-2 1,1 0-1,0 0 1,33-1-1,-26-4-1145,37-7-1,24-9-1157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07.8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203 145 21461,'0'-8'461,"1"3"-462,-1-1 1,1 1-1,0-1 0,1 1 1,-1 0-1,1 0 1,0 0-1,0 0 0,1 0 1,-1 0-1,1 0 0,0 1 1,0-1-1,1 1 1,-1 0-1,1 0 0,0 0 1,5-3-1,-1 1 60,0 1-1,1 0 1,0 1-1,0 0 1,0 0-1,1 1 1,-1 0-1,1 0 1,-1 1-1,1 0 1,0 1-1,0 0 1,12 1-1,-16 0-55,0 1 1,0-1-1,0 1 0,0 1 1,0-1-1,-1 1 0,1 0 1,0 0-1,-1 1 0,7 3 1,-9-4-42,1 1-1,-1-1 1,0 1 0,0 0 0,-1 0 0,1 0 0,0 0 0,-1 0 0,0 1 0,0-1 0,0 1 0,0 0-1,0-1 1,-1 1 0,0 0 0,2 5 0,-2 2-55,0 0 0,0 0 0,-1 0 0,0 0 0,-1 0 1,0 0-1,-1 0 0,0 0 0,-1-1 0,-5 15 0,-4 7-110,-2-1 1,-20 34-1,1-8 203,-2-2-1,-64 76 0,76-103 334,-2-2 0,-1 0 0,-1-2 0,-1-1 0,-1-2 0,-37 22 0,62-41-249,-16 8 224,19-10-299,1 0 1,0 0 0,-1 1-1,1-1 1,-1 0-1,1 0 1,-1 0 0,1 0-1,-1 0 1,1 0-1,-1 0 1,1 0 0,-1 0-1,1 0 1,-1 0-1,1 0 1,-1 0 0,1 0-1,0 0 1,-1 0-1,1-1 1,-1 1 0,1 0-1,-1 0 1,1-1-1,0 1 1,-1 0 0,1-1-1,-1 1 1,1 0-1,0-1 1,-1 1 0,1 0-1,0-1 1,-1 0-1,1 0-6,0 0 0,0 0 0,0 0-1,0 0 1,0 0 0,0 0 0,0 0-1,0 0 1,0 0 0,0 0 0,0 0-1,1 0 1,-1 0 0,0 0 0,1 0-1,-1 0 1,1 0 0,-1 0 0,1 1 0,1-3-1,16-16-73,-14 14 52,7-4-13,-1 0 0,2 1 1,-1 0-1,1 1 0,0 0 0,0 1 0,1 0 0,0 1 0,0 1 0,0 0 0,1 0 0,-1 1 0,1 1 0,15-1 0,12 2-60,0 1 0,0 2 0,63 10 1,-62-6-2073,1-1 0,64-3 1,-9-9-1451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1.5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1109 256 19380,'-9'-12'323,"0"-1"-1,-1 2 1,-1-1-1,0 1 1,0 1-1,-1 0 1,-25-16-1,-100-47-672,124 67 459,-15-8-100,-1 2 0,-1 1-1,1 2 1,-56-11 0,66 17 11,0 2-1,0-1 1,0 2 0,0 1 0,0 0 0,0 2-1,1 0 1,-1 0 0,-22 9 0,18-3-8,1 0 1,0 2 0,0 0-1,1 1 1,1 1 0,0 1-1,1 1 1,0 1 0,-21 23-1,20-15-9,0 1 0,2 0 0,1 1-1,1 1 1,1 1 0,-19 47 0,18-28-25,2 0 1,3 1-1,1 1 1,2-1-1,3 1 0,1 1 1,3-1-1,2 0 1,8 56-1,-4-66 5,2-1-1,1 1 1,1-1-1,3-1 1,1 0-1,1-1 1,30 53-1,-37-78 37,1 1 0,0-1-1,0-1 1,1 1 0,1-1-1,0-1 1,15 12 0,-16-15 10,0 0 1,0-1 0,0-1 0,0 1 0,1-1 0,0-1-1,0 0 1,0 0 0,0-1 0,15 1 0,-7-2 6,0-2-1,1 0 1,-1-1 0,1 0 0,-1-2-1,0 0 1,0-1 0,-1-1 0,0 0-1,0-2 1,0 0 0,-1-1 0,0 0 0,15-12-1,-15 9-29,-1 0 0,-1 0 0,0-1 0,0-1 0,-1 0 0,-1-1-1,-1-1 1,0 0 0,-1 0 0,0-1 0,-2 0 0,0 0 0,9-30 0,-14 35-30,-1 0 1,-1-1-1,0 1 1,0 0-1,-1-1 1,-1 1-1,0 0 1,-1-1-1,0 1 1,-1 0-1,0 0 1,-1 1-1,0-1 1,-1 1-1,0-1 1,-1 2 0,0-1-1,-1 0 1,-13-14-1,14 17 5,-1 0 0,-1 1-1,1 0 1,-1 0 0,0 1 0,-1 0 0,1 0-1,-1 1 1,0 0 0,-1 1 0,1 0-1,-1 0 1,0 1 0,0 0 0,0 1 0,0 0-1,0 1 1,0 0 0,-1 0 0,1 1-1,0 1 1,-1 0 0,-17 3 0,24-3 19,1 0 1,-1 1-1,1-1 1,0 0-1,-1 1 1,1 0-1,0 0 1,0 0 0,0 0-1,1 0 1,-1 1-1,-4 4 1,6-5 0,0-1-1,-1 1 1,1 0 0,0-1 0,0 1 0,1 0 0,-1 0-1,0 0 1,0 0 0,1 0 0,0 0 0,-1 0 0,1 0-1,0 0 1,0 0 0,0 0 0,0 0 0,0 0 0,0 0-1,1 0 1,-1 0 0,1 0 0,-1 0 0,2 2 0,0 1 6,0-1 1,0 0 0,1-1-1,-1 1 1,1 0-1,0-1 1,0 1 0,0-1-1,0 0 1,1 0 0,-1 0-1,1-1 1,0 1 0,7 3-1,-5-4 22,1 1 0,0-1 0,0 0 1,-1-1-1,1 0 0,0 0 0,1 0 0,10-1 0,7-3 129,-1 0-1,0-2 1,0-1-1,33-11 1,-19 3 22,-8 3-58,1 1 0,0 2 0,62-10 0,-91 18-120,1 0 0,-1-1 0,1 1 0,-1 1-1,1-1 1,-1 0 0,0 0 0,1 1 0,-1 0 0,1-1-1,-1 1 1,0 0 0,1 0 0,-1 0 0,0 0 0,0 1 0,0-1-1,3 3 1,-3-1-1,0 0 0,0-1-1,-1 1 1,1 0 0,-1 0-1,0 1 1,1-1 0,-1 0-1,-1 0 1,1 1 0,0-1-1,-1 0 1,0 1 0,0 5-1,-2 42 22,-2 1-1,-3-1 0,-15 60 0,6-29 8,-26 135 38,10-48-3167,31-164 1921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1.9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15 201 22445,'-5'20'173,"1"1"0,1-1 0,1 1 0,1 35 0,27 176-363,-25-227 189,0 0 1,0 0-1,1 0 1,-1 0 0,1 0-1,0-1 1,1 1-1,-1 0 1,1-1 0,0 1-1,0-1 1,0 0-1,6 5 1,-7-7 10,0-1 0,0 1 0,1-1 0,-1 0 0,1 0 0,-1 0 0,1 0 0,-1 0 0,1 0 1,0-1-1,-1 1 0,1-1 0,0 0 0,0 0 0,-1 0 0,1 0 0,0 0 0,-1-1 0,1 1 0,0-1 0,-1 0 0,1 1 0,-1-1 0,1-1 0,-1 1 1,1 0-1,3-3 0,6-4 18,0 0 0,0-1 0,0-1 0,-1 0 0,-1 0 0,0-1 1,0-1-1,9-15 0,-5 6-20,-1 0 1,-1-2 0,-1 0-1,9-26 1,-16 37-11,0 0 1,-1-1-1,-1 1 1,1 0-1,-2-1 1,0 0-1,0 1 1,-2-1-1,1 0 1,-1 1-1,-1-1 1,0 1-1,-1 0 1,-1-1-1,0 1 0,0 0 1,-1 1-1,0-1 1,-1 1-1,-1 0 1,-11-15-1,8 13-8,-1 0 0,1 1-1,-2 1 1,0 0 0,0 0-1,-21-13 1,28 21-47,1 1 0,-1-1 0,1 1 0,-1-1 0,0 1 0,0 1 0,0-1 0,0 1 0,0 0 1,0 0-1,0 0 0,-1 1 0,1-1 0,0 1 0,0 1 0,0-1 0,-1 1 0,1 0 0,0 0 0,0 0 0,0 1 0,0 0 0,-8 4 0,10-4-103,-1 0 0,1 1 0,0-1 0,0 1 0,1-1 0,-1 1 0,0 0 0,1 0 0,0 1 0,0-1 0,0 0 0,-2 5 0,2-4-399,1 0 0,0 0 0,0 0 0,0 0 0,0 0 0,1 0 0,-1 1 0,1-1 0,0 0 0,0 0 0,2 7 0,11 33-1670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2.3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299 1 22125,'-28'9'42,"-46"23"1,63-27-158,0 2 0,1 0 0,0 0 0,0 1 0,1 0 0,-15 17 0,6-3-102,1 1 0,1 0 0,1 1 0,2 1 0,-13 31 0,25-54 230,0 0 0,0 1 0,0-1 0,0 1 0,1-1 1,-1 1-1,1-1 0,-1 1 0,1-1 0,0 1 0,0 0 0,0-1 0,1 1 0,-1-1 0,1 1 0,0 3 1,0-5 10,0 1 1,0-1 0,0 0-1,0 1 1,0-1 0,0 0 0,0 0-1,1 0 1,-1 1 0,0-1-1,1-1 1,-1 1 0,1 0 0,-1 0-1,1 0 1,-1-1 0,1 1-1,-1-1 1,3 1 0,3 0 38,-1 0 1,1-1-1,0 0 0,-1 0 1,1-1-1,0 0 1,-1 0-1,1 0 0,0-1 1,-1 0-1,8-3 1,22-11-55,-1-2 1,-1-1-1,-1-2 1,0-1-1,-2-2 1,48-45-1,-53 36 7,-23 28-3,0 0 0,1 0 1,0 0-1,0 0 0,0 1 0,0-1 1,1 1-1,0 0 0,0 1 0,5-4 1,-8 6-7,-1 1 1,1 0-1,-1 0 1,0 0-1,1 0 1,-1 0-1,0 0 1,1 0-1,-1 0 1,1 0-1,-1 0 1,0 1 0,1-1-1,-1 1 1,0-1-1,0 1 1,1-1-1,-1 1 1,0 0-1,0 0 1,0 0-1,0-1 1,0 1-1,2 2 1,24 31 61,-20-25-54,1 3-17,11 13 23,27 29-1,-39-47-52,-1 0 0,1-1 0,0-1 0,1 1 0,-1-1-1,1 0 1,0-1 0,1 0 0,9 4 0,-15-7-106,1 0 0,0 0-1,-1-1 1,1 1 0,0-1 0,0 0-1,-1 0 1,1 0 0,0 0-1,0-1 1,-1 0 0,1 1 0,0-1-1,-1-1 1,1 1 0,-1 0 0,1-1-1,-1 0 1,0 0 0,0 0-1,0 0 1,0 0 0,0-1 0,0 1-1,0-1 1,-1 0 0,1 1-1,2-7 1,26-34-1544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2.5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17756,'0'0'1424,"0"15"216,6 32-751,7 45-209,0 27 0,5 42-208,-3 15-144,1 13-184,3-9-72,2-25-88,1-20-136,4-29-528,-4-18-584,-8-24 664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2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0 217 22709,'40'2'72,"33"1"-152,48-3-568,26-3 8,39-11 400,6-3 87,28-3 153,5 0 8,-11-1 177,-3 2 71,-3 2 152,-8-1 8,-6 3-104,-9 3-160,-24-2-480,-11 0-296,-24-3 336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3.5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0 111 15107,'97'-3'1913,"3"-2"1839,6 1-4192,-2-1-72,-4-2 184,-5 0 152,-10-8 176,-11 1 16,-19-2-136,-6-1-1072,-21 0 712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4.8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359 739 13075,'15'-52'-935,"28"-118"-1383,-40 151 2742,0 1 1,-2-1-1,0 1 0,-2-1 0,1 1 1,-2-1-1,-5-22 0,5 35 13,1-1 0,-2 1 0,1 0 0,0 0 0,-1 0 0,0 0 0,-1 1 0,1-1 0,-1 1 0,0 0 0,0 0 0,-7-6 0,8 9-363,0 0 1,0 0-1,0 0 0,0 0 1,0 1-1,-1-1 1,1 1-1,0 0 0,-1 0 1,1 0-1,-1 0 0,1 1 1,-1-1-1,0 1 1,1 0-1,-1 0 0,1 0 1,-1 1-1,0-1 1,1 1-1,-1 0 0,1 0 1,0 0-1,-6 3 0,1-1-38,0 2 0,0-1 0,0 1 0,1 0 0,0 0 0,0 1-1,0 0 1,1 0 0,-8 11 0,5-5-11,1 0 1,0 1-1,1 0 0,1 0 1,-7 17-1,3 4 4,1 1 0,1-1 0,-6 70 0,11-63-21,1 0 0,2 0 0,1-1 0,3 1 0,10 46 0,-10-70-6,1 0-1,0 0 0,2-1 0,0 0 1,0 0-1,13 17 0,-13-23 4,0 0 0,1-1 0,0 0 0,1-1 0,-1 0-1,2 0 1,-1-1 0,1 0 0,0 0 0,11 5 0,-10-8 21,0 1 0,0-1 0,0-1 0,0 0-1,0 0 1,1-1 0,-1 0 0,1-1 0,-1-1 0,19-1 0,-13-1 20,-1-1 0,0 0 1,0-1-1,0-1 0,-1 0 0,28-15 1,-16 5-3,-2-1 0,0-1-1,-1-1 1,0-1 0,-2-1 0,0-1 0,32-42 0,-35 37-45,-1-1 1,-2-1-1,-1 0 0,-1-1 0,-1-1 0,-2 0 1,-1 0-1,-1-1 0,-2 0 0,-1-1 1,4-58-1,-10 63-3,0 0 1,-2 0-1,-1 0 0,-1 0 1,-1 0-1,-10-29 1,8 35 4,-1 1 0,0 1 1,-2-1-1,0 1 0,-2 1 1,0 0-1,0 1 0,-19-20 0,20 26 3,1 1-1,-2 0 1,1 1-1,-1 0 0,0 1 1,-1 0-1,0 1 1,-1 0-1,1 1 0,-1 0 1,0 1-1,0 1 1,-1 1-1,1 0 0,-1 0 1,0 2-1,0 0 1,0 0-1,0 1 1,1 1-1,-1 1 0,0 0 1,0 1-1,1 0 1,0 2-1,-1-1 0,2 2 1,-17 8-1,5 0 2,1 1 0,0 2 0,1 0-1,1 1 1,1 2 0,1 0 0,-21 27 0,17-17-158,2 1-1,1 0 1,1 2 0,-28 66 0,39-73-752,-10 45 0,18-70 880,-18 83-1251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5.3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23461,'15'27'28,"0"1"-1,-2 1 1,-1 0-1,-1 0 1,-2 2-1,11 58 1,-10-14-361,0 129 0,-27 115-320,-24 2 326,-5 55 626,45-353 20,1-19 32,0-9-67,2-14-308,1 0 0,0 1 1,2-1-1,0 1 0,1 0 1,0 1-1,2-1 0,0 1 0,17-24 1,-8 15-15,1 1 1,1 1 0,1 1 0,1 0 0,2 2 0,42-33 0,-48 42 67,1 1 1,0 0-1,1 1 0,0 1 1,1 1-1,-1 1 1,1 1-1,1 0 0,-1 2 1,38-5-1,-49 9-26,1-1 0,0 1 0,0 1 0,0 0 0,0 0 0,0 1 0,0 0 0,-1 1 0,1 0 0,-1 0 0,0 1 0,0 0 0,0 1 0,0 0 0,-1 0 0,0 1 0,0 0 0,0 1 0,-1 0 0,0 0 0,0 0 0,-1 1 0,0 0 0,0 0 0,-1 0 0,0 1 0,0 0 0,-1 0 0,4 14 0,-3-6-12,-1 2-1,-1-1 0,-1 0 1,-1 1-1,0-1 0,-2 1 0,0-1 1,0 1-1,-2-1 0,-1 0 1,0 0-1,-1 0 0,-1-1 1,-11 25-1,5-16 41,-2 0 0,0-1 0,-2-1 0,0-1 0,-2 0 0,0-1 0,-2-1 0,-35 31 0,41-41 20,0-1 0,-1 0 1,0 0-1,0-2 0,-1 0 1,0-1-1,-32 10 0,40-15-61,0 0-1,0-1 0,0 0 0,-1 0 0,1-1 0,0 0 0,0 0 0,0-1 0,-1 0 0,1-1 1,0 0-1,0 0 0,1 0 0,-1-1 0,0-1 0,1 1 0,0-1 0,-14-9 0,14 7-76,-1 0-1,1-1 0,0 0 1,1 0-1,-1 0 0,2-1 1,-1 0-1,1 0 0,0 0 1,0-1-1,1 0 0,1 0 1,-1 0-1,1 0 1,1-1-1,0 1 0,0-1 1,1 1-1,0-14 0,1 9-255,1-1-1,0 0 0,1 1 1,1 0-1,0-1 1,1 1-1,1 0 1,0 1-1,1-1 0,0 1 1,1 0-1,12-16 1,-1 6-505,23-24 1,-41 47 842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5.8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0 783 22389,'5'6'-31,"-1"-1"0,1 1 0,0-1 1,0 0-1,0-1 0,1 0 0,0 1 0,0-2 1,0 1-1,0-1 0,1 0 0,-1 0 0,1 0 1,0-1-1,-1 0 0,1-1 0,0 1 0,0-2 1,0 1-1,10-1 0,3 1-29,0-2-1,0-1 1,0-1-1,0 0 1,37-12-1,-27 5 97,0-2-1,-1-1 1,0-1-1,-2-1 1,1-2-1,-2-1 1,0 0-1,33-34 1,-46 40-22,-1 0 0,-1-1 1,0-1-1,-1 1 0,0-2 0,-1 1 1,-1-1-1,0-1 0,-2 0 0,1 0 1,-2 0-1,0 0 0,-1-1 0,0 0 1,-2 0-1,0 0 0,0-23 0,-4 19-187,0 0 0,-2 1 0,0-1 0,-1 1 0,-1 0 0,-1 0 0,-17-32 0,17 38-391,-1 0-1,0 1 1,-1-1 0,-1 2-1,0-1 1,0 1-1,-2 1 1,1 0 0,-1 1-1,-24-16 1,33 24 547,0 0 0,-1 0 0,0 0 0,1 1 0,-1-1 0,0 1-1,0 0 1,0 0 0,0 0 0,0 1 0,0-1 0,0 1 0,0 0 0,0 0 0,0 0 0,0 1 0,0 0-1,-8 2 1,8-2 194,0 2 1,0-1-1,1 0 0,-1 1 0,1 0 0,-1 0 0,1 0 0,0 0 0,0 0 1,0 1-1,1-1 0,-1 1 0,1 0 0,0-1 0,0 1 0,0 0 0,0 1 1,-1 5-1,-3 12 374,0 1 1,1 0-1,-2 38 1,3 79 378,3-88-703,-3 641 328,10-392-1238,-4-269 206,8 44 1,-6-61 315,0 0 1,2 0-1,8 17 1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6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286 108 24037,'-19'-10'316,"8"4"-695,-1 0 0,0 0 0,-1 1 0,1 1 0,-16-4 0,24 7 286,0 1-1,0 0 1,0 0 0,0 0 0,0 0 0,0 0-1,0 1 1,0 0 0,0 0 0,1 0-1,-1 0 1,0 1 0,0-1 0,1 1 0,-1 0-1,1 0 1,0 0 0,0 0 0,-1 1 0,2 0-1,-1-1 1,-3 5 0,-20 23 836,-30 47 1,55-75-733,0-1-1,0 1 1,0-1 0,0 1-1,0-1 1,0 1 0,1-1-1,-1 1 1,0 0 0,1-1-1,0 1 1,-1 0 0,1 0-1,0 0 1,0-1 0,0 1-1,0 0 1,0 0 0,0-1-1,0 1 1,0 0 0,1 0 0,-1-1-1,1 1 1,0 0 0,-1 0-1,1-1 1,0 1 0,0-1-1,2 3 1,-1-1-11,1-1-1,0 0 1,0 0-1,0 0 1,0 0-1,1-1 1,-1 1-1,0-1 1,1 0 0,-1 0-1,1 0 1,-1 0-1,1-1 1,-1 1-1,5-1 1,21 0 8,1-1 0,-1-1 0,0-2 0,0-1 0,-1-1 0,31-11 0,-51 15 3,-1-1 0,0 0 0,0-1 0,0 1-1,0-1 1,0-1 0,-1 1 0,0-1 0,0 0 0,0-1 0,0 1 0,-1-1-1,0 0 1,0 0 0,-1-1 0,0 0 0,0 1 0,0-1 0,-1-1 0,0 1 0,0 0-1,-1-1 1,0 0 0,1-8 0,0 0-11,-3 16 0,0 0 0,0 0 0,0 0 0,0 0 0,0 0 0,0 0 0,0 0 0,0 0 0,1 0 0,-1 0 0,0 0 0,0 0 0,0 0 0,0 0 0,0 0 0,0 0 0,0 0 0,0 0 0,0 0 0,0 0 0,0 0 0,0 0 0,0 0 0,0 0 0,0 0 0,0 0 1,1 0-1,-1 0 0,0 0 0,0 0 0,0 0 0,0 0 0,0 0 0,0-1 0,0 1 0,0 0 0,0 0 0,0 0 0,0 0 0,0 0 0,0 0 0,0 0 0,0 0 0,0 0 0,0 0 0,0 0 0,0 0 0,0 0 0,0 0 0,0 0 0,0 0 0,0 0 0,0-1 0,0 1 0,3 27 25,-3-25-22,2 30 34,0-2-19,0 0 1,2-1-1,9 31 1,-12-55-27,0-1 0,1 0-1,0 1 1,0-1 0,0 0 0,0 0-1,1 0 1,0-1 0,-1 1 0,1-1 0,1 1-1,2 2 1,-3-4 0,-1-1 0,1 1 0,-1-1 0,1 1 0,-1-1 0,1 0 0,-1 0 0,1-1 0,0 1 0,0 0 0,0-1 0,-1 1 0,1-1 0,0 0 0,0 0 0,0 0 0,0-1 0,-1 1 0,1-1 0,4 0 0,1-2-9,-1 0 1,1-1-1,-1 0 0,1 0 0,-1-1 0,0 0 0,-1 0 0,1 0 1,10-12-1,6-9-300,20-30 1,-34 43 108,86-124-7570,-48 72 5580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6.5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0 9602,'4'28'1336,"-4"8"3257,5 28-1912,-12 3-1297,0 9-688,7-3-216,-3-19-280,-3-9-79,6-18-121,-8-11-65,-8-20-95,15-9-56,-31-27-432,8-14-1168,-7-22 792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6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20828,'37'18'525,"0"-1"-1,2-2 0,0-2 0,70 15 0,33 10-759,-126-33 191,0 2 0,0 0 0,0 0 0,-1 2-1,0 0 1,0 0 0,-1 2 0,0 0 0,12 13-1,-18-15 25,0 0-1,-1 0 0,0 1 1,0-1-1,-1 2 0,-1-1 1,0 1-1,0-1 0,-1 2 1,0-1-1,-1 0 0,0 1 0,-1-1 1,1 13-1,0 46-112,-6 96-1,4-228 323,-2 39-47,1 0 0,2-1 0,0 1 0,7-32 0,-7 49-121,0 0 0,-1 0-1,2 1 1,-1-1 0,1 1 0,0 0 0,0 0 0,0 0-1,1 0 1,0 0 0,0 1 0,0 0 0,0 0 0,1 0-1,-1 0 1,1 0 0,0 1 0,0 0 0,0 0 0,1 1-1,-1-1 1,9-1 0,-10 3-21,0 0 0,0 0 0,0 0 0,0 1 0,0 0 0,1 0 0,-1 0 0,0 0 0,0 1 0,0 0 0,0 0 0,0 0 0,0 0 0,0 0 0,0 1 0,0 0 0,0 0 0,-1 0 0,1 0 0,-1 1 0,1-1 0,2 4 0,7 7-45,0 0 1,-2 0-1,20 29 1,-22-29 1,7 11-206,1-2 0,0 0 0,2-1 0,1 0 0,0-2 0,24 17 0,15-2-316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7.2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81 15443,'-24'-30'3757,"24"28"-3832,3 7 125,1 3 116,0 0 0,0 0 0,0 1 1,-1-1-1,-1 1 0,1-1 0,1 14 1,6 73 918,-8-71-941,-1-2 15,2 24 202,2-1 1,1 0-1,21 72 0,-27-117-350,0 1 1,1-1-1,-1 1 0,1-1 0,-1 0 0,0 1 0,1-1 1,-1 1-1,1-1 0,-1 0 0,1 0 0,-1 1 0,1-1 1,0 0-1,-1 0 0,1 0 0,-1 1 0,1-1 0,-1 0 1,1 0-1,0 0 0,-1 0 0,1 0 0,-1 0 0,1 0 0,0 0 1,-1-1-1,1 1 0,-1 0 0,1 0 0,-1 0 0,1-1 1,-1 1-1,1 0 0,-1 0 0,1-1 0,0 0 0,2-2-2,1-1 0,-1 0 0,0 0 0,0 0-1,-1 0 1,1-1 0,-1 1 0,0-1 0,0 0 0,0 1-1,1-8 1,2-3-48,48-167-1039,-14 43-1394,-6 49-2293,-12 45 2206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7.7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316 61 20748,'-19'-9'341,"1"2"-414,1-1 1,-1 2 0,0 0-1,-30-4 1,43 9 43,0 0 1,0 1 0,0 0 0,0 0 0,0 1 0,0-1 0,0 1-1,0 0 1,0 1 0,1-1 0,-1 1 0,0 0 0,1 0-1,-1 0 1,1 0 0,0 1 0,-1 0 0,1 0 0,1 0-1,-1 1 1,0-1 0,-4 6 0,0 3 144,0 0 1,1 1-1,0-1 0,1 2 1,0-1-1,1 0 0,1 1 1,0 0-1,-2 14 0,3-11 5,1 0-1,0 0 1,2 0 0,0 0-1,0 0 1,2 0 0,4 23-1,-5-35-106,1-1-1,-1 0 1,1 1-1,-1-1 1,1 0-1,1 0 1,-1 0-1,0 0 1,1-1-1,0 1 1,0-1-1,0 1 1,0-1-1,1 0 1,-1 0-1,1-1 1,0 1-1,6 3 1,-5-4-16,1 0 1,-1 0 0,1 0-1,-1-1 1,1 0-1,-1 0 1,1-1-1,0 1 1,-1-1-1,1-1 1,0 1-1,-1-1 1,1 0 0,8-2-1,2-3-3,0 0 1,0-1-1,0-1 0,-1 0 0,0-1 1,-1-1-1,0-1 0,0 1 0,-1-2 0,-1 0 1,17-21-1,9-15 8,58-97 1,-86 128-6,22-38 37,-30 51 18,1 9 55,0-1-73,0 1 0,-1 0 0,0 1 0,0-1 1,0 0-1,-1 0 0,1 1 0,0 10 0,0 49 171,-2-41-149,0 10 2,0 1 5,5 45 0,-4-71-103,0-1-1,1 1 1,0-1-1,0 0 0,1 0 1,0 0-1,0 0 1,1-1-1,0 1 0,10 12 1,-13-19 8,0 1 1,0-1 0,0 1-1,0-1 1,1 0-1,-1 0 1,1 1-1,-1-1 1,1 0 0,-1 0-1,1 0 1,0-1-1,-1 1 1,1 0-1,0-1 1,0 1-1,0-1 1,-1 1 0,1-1-1,0 0 1,0 0-1,0 0 1,0 0-1,0 0 1,-1 0 0,1 0-1,0-1 1,0 1-1,0-1 1,-1 1-1,1-1 1,0 0-1,0 0 1,-1 0 0,1 1-1,-1-2 1,1 1-1,-1 0 1,1 0-1,-1 0 1,0-1 0,2-1-1,5-6-199,-1 0 1,0 0-1,-1-1 0,1 0 0,7-18 1,6-22-2629,-2 0 1,17-81-1,-27 96 1622,18-65-759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7.8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21061,'7'35'696,"8"29"0,-4 22-176,1 49-304,-4 14-104,-6 15-80,-2-1-24,4-25-8,8-17-80,8-41-328,13-15-184,2-37-665,-6-16-4240,4-24 2993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8.2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0 318 24701,'8'72'-116,"-1"-4"-1628,25 105 0,-32-171 1725,1-1 1,-1 1 0,1 0 0,-1 0 0,1 0 0,0-1 0,-1 1 0,1 0 0,0-1-1,0 1 1,0-1 0,0 1 0,1-1 0,-1 0 0,0 1 0,1-1 0,-1 0 0,3 2-1,-3-3 54,0 0-1,1 0 0,-1 1 0,0-1 1,0 0-1,0 0 0,0 0 0,1 0 0,-1-1 1,0 1-1,0 0 0,0 0 0,0-1 1,0 1-1,1-1 0,-1 1 0,0-1 1,0 1-1,0-1 0,0 0 0,1-1 0,4-3 148,0-1 0,-1 0 0,1 0 0,-1-1 0,0 1-1,5-12 1,14-29-227,-2-2-1,-3 0 1,-2-1-1,-1-1 0,8-55 1,-18 77-253,1 0 0,2 0 0,1 1 0,1 0 0,1 1 0,17-28 0,-14 37-2807,-2 12 634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8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1 543 22813,'11'3'-1,"0"0"-1,0-2 1,0 1-1,0-1 1,0-1 0,1 0-1,-1 0 1,0-1 0,0-1-1,0 0 1,0-1 0,0 0-1,0 0 1,-1-1-1,15-7 1,-11 2-79,0 0 1,0 0-1,-1-1 0,0-1 1,-1-1-1,0 1 0,-1-2 0,0 0 1,16-25-1,-17 21 148,0 0 0,-1-1-1,-1 0 1,-1-1 0,0 1 0,7-38 0,-12 43-150,0-1 0,0-1-1,-2 1 1,0 0 0,0 0 0,-1 0 0,-1 0 0,0 0 0,-1 0 0,-6-16 0,7 26 43,1 0 1,-1 0-1,0 1 1,1-1-1,-2 1 1,1-1-1,0 1 1,-1 0-1,1 0 0,-1 0 1,0 0-1,-4-2 1,5 3 24,0 1 0,0 0 0,-1 0 0,1 0 0,-1 0 1,1 0-1,-1 1 0,1-1 0,-1 1 0,1-1 0,-1 1 0,0 0 1,1 0-1,-1 0 0,1 1 0,-1-1 0,0 1 0,1-1 0,-1 1 1,-3 2-1,-2 0 25,0 1-1,0 0 1,1 1 0,0 0 0,0 0 0,0 0 0,0 1 0,1 0-1,-10 13 1,0 1 58,1 2 0,-13 24 0,9-12 35,2 1 1,2 1-1,1 0 1,-11 50-1,19-62-10,1 1 0,1 0 0,1 0 0,2 0 0,0 0 0,2 0 0,6 41 0,-6-58-83,1-1-1,0 1 0,0 0 0,1-1 0,0 1 0,1-1 0,-1 0 0,1 0 0,1 0 0,-1-1 0,1 1 0,0-1 0,1 0 0,0 0 1,8 6-1,-7-7-30,1-1 1,-1 0-1,1 0 1,0 0-1,0-1 1,0 0-1,0-1 1,1 0 0,-1 0-1,1-1 1,0 0-1,-1 0 1,1-1-1,9-1 1,7-2-178,0-1 1,0-1-1,-1-1 1,0-1 0,0-1-1,-1-1 1,30-16-1,9-10-3537,77-56 0,-32 13 1495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8.9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566 0 22357,'-71'31'466,"2"2"0,-125 82 1,180-105-465,0 2 0,-19 18 0,30-26-8,-1 0 0,1 0 0,0 0-1,0 0 1,0 0 0,1 0 0,0 1 0,0 0 0,0-1 0,0 1 0,1 0 0,-1 0 0,0 6 0,2-9-2,0 0 0,1 0 1,-1 0-1,1 0 0,-1 0 0,1 0 0,-1 0 0,1 0 0,0 0 1,0 0-1,0-1 0,0 1 0,0 0 0,0 0 0,1-1 0,-1 1 1,1-1-1,-1 1 0,1-1 0,-1 0 0,1 0 0,0 0 0,0 1 1,-1-2-1,1 1 0,0 0 0,0 0 0,2 0 0,9 4-7,1-1 0,-1-1 0,18 2 0,-15-2 23,45 7 16,58 12-23,-105-19-75,0 1-1,0 1 1,0 1 0,-1-1-1,24 16 1,-34-20 45,-1 1 1,0-1 0,0 1 0,0 0 0,0 0 0,0-1 0,0 1-1,-1 0 1,1 0 0,-1 1 0,1-1 0,-1 0 0,0 0 0,0 1-1,0-1 1,0 1 0,0-1 0,-1 1 0,1 2 0,-1-2 8,0 0 1,0 1 0,-1-1 0,1 0-1,-1 0 1,0 0 0,0 0 0,0 0-1,0 0 1,0 0 0,-1 0-1,1 0 1,-3 3 0,-6 6 10,0 0 0,-1 0 0,-1-2 0,-24 20 0,5-7 23,-2-1-1,-1-1 0,0-2 1,-2-2-1,0-1 1,-1-1-1,0-2 1,-1-2-1,-47 7 1,43-13-237,39-5 185,1 0 1,0 0 0,0 0 0,-1 0 0,1-1-1,0 1 1,0 0 0,0-1 0,-1 0-1,1 1 1,0-1 0,0 0 0,-2-1 0,3 1 16,1 0 1,-1-1 0,0 1 0,1 0-1,-1 0 1,1 0 0,-1 0 0,1 0-1,0 0 1,-1-1 0,1 1 0,0 0-1,0 0 1,0-1 0,0-1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9.2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487 1 24445,'-9'43'336,"2"26"-392,-1 23-96,-10 41-16,-8 11 32,-10 16 144,-5-1 40,-1-19 24,2-12 0,4-36-32,3-9-40,4-33-296,-4-17-264,-3-28-448,-9-10-568,-2-23 439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9.7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0 278 22741,'303'-58'1448,"-209"38"-1360,332-92-67,-339 87-76,-66 19 15,1-1-48,0 1 0,0 0 0,1 2 0,0 1 0,0 0 1,31 2-1,-50 1 52,0 0-1,0 0 1,-1 1 0,1 0 0,0 0-1,0 0 1,0 0 0,-1 0 0,1 1 0,-1-1-1,1 1 1,-1 0 0,0 0 0,1 0 0,-1 1-1,0-1 1,0 1 0,-1 0 0,1-1 0,-1 1-1,1 1 1,-1-1 0,0 0 0,0 0 0,0 1-1,-1-1 1,1 1 0,-1 0 0,0-1 0,0 1-1,0 0 1,0 0 0,0 7 0,0 7-54,-1 0 1,-1 0 0,-1 0-1,0 0 1,-1 0 0,-11 32-1,-45 105 88,52-138 30,-85 187 917,91-201-908,-12 34 255,13-37-287,0 1 1,0-1-1,0 1 0,-1-1 1,1 1-1,0-1 0,0 1 1,0-1-1,0 1 0,0 0 1,0-1-1,0 1 0,0-1 1,0 1-1,0-1 0,0 1 1,0-1-1,0 1 0,1-1 0,-1 1 1,0-1-1,0 1 0,1-1 1,-1 1-1,0-1 0,1 1 1,-1-1-1,0 1 0,1-1 1,-1 0-1,1 1 0,-1-1 1,0 0-1,1 1 0,-1-1 1,1 0-1,-1 0 0,1 1 1,-1-1-1,1 0 0,-1 0 1,1 0-1,0 0 0,-1 1 0,1-1 1,-1 0-1,1 0 0,-1 0 1,1 0-1,-1-1 0,1 1 1,0 0-1,-1 0 0,1 0 1,-1 0-1,1 0 0,0-1 1,11-4 16,1 0 0,-1-1 0,0 0 1,-1 0-1,0-1 0,20-17 0,62-62 23,-80 73-40,18-18-2,-1-2-1,-1-1 1,28-45-1,-45 61 4,-2-1 0,0 0 0,-1 0 0,-1 0 0,-1-1 0,0-1 0,-2 1 0,6-42 0,-11 56-8,1 0 1,-1 0-1,0 0 0,0 0 1,-1 0-1,0 0 0,0 0 1,0 0-1,-1 0 0,0 0 1,-4-8-1,4 10 1,-1 0 0,0 1 0,0-1 0,0 0 0,0 1 0,-1 0-1,1-1 1,-1 1 0,0 1 0,0-1 0,0 1 0,0-1 0,-1 1 0,1 0 0,-7-2 0,-8-1 11,-1 0-1,0 0 1,0 2 0,-1 1 0,1 0 0,-1 1 0,1 2 0,0 0 0,-1 1 0,1 1 0,-31 8-1,41-7-104,1 0 0,0 1-1,1-1 1,-1 2 0,-12 9-1,19-13-381,86-26-6354,-32 10 4072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0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1 748 22085,'25'-5'266,"109"-13"22,-115 16-352,-1 2-1,1 0 1,-1 1 0,1 1-1,20 5 1,-35-6 65,-1-1 1,1 1-1,0 1 0,-1-1 1,0 0-1,1 1 1,-1 0-1,0 0 0,0 0 1,0 0-1,0 0 1,0 1-1,0-1 1,-1 1-1,1 0 0,-1-1 1,1 1-1,-1 1 1,0-1-1,-1 0 0,1 0 1,0 1-1,-1-1 1,0 1-1,0-1 0,0 1 1,0-1-1,0 1 1,-1 0-1,0-1 1,0 1-1,0 0 0,0 3 1,-2 8 111,0-1 1,-1 0-1,0 0 1,-6 14-1,-5 21 404,14-38-317,4-11 0,12-19-36,47-94-403,-14 24-170,13-19-178,115-148 0,-148 221 411,2 0 1,0 2 0,3 1 0,1 2 0,0 1 0,3 2 0,58-33 0,-55 39-819,63-22 1,52 2-630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40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802 0 6553,'-50'14'443,"0"3"0,1 2 0,1 1-1,1 3 1,1 2 0,1 2 0,1 2-1,2 1 1,-44 42 0,-57 64 624,116-108-606,1 2 1,-41 64-1,63-88-366,0 1 0,0 0 0,1-1-1,-1 1 1,2 1 0,-1-1 0,1 0-1,0 0 1,1 1 0,-1 8 0,2-12-46,0 0 1,1 0-1,0 1 0,0-1 1,0 0-1,0 0 1,1 0-1,-1 0 1,1 0-1,0-1 0,0 1 1,1 0-1,-1-1 1,1 0-1,0 1 1,0-1-1,0 0 0,0-1 1,0 1-1,4 2 1,9 7 256,1-1 1,1-1 0,24 11 0,64 21 861,-92-36-1027,62 21 160,2-3 0,0-3 0,1-4 0,115 10 0,-125-22-226,1-4 0,0-3-1,-1-3 1,0-2 0,101-26 0,-64 6-8,-1-4 0,-2-5 0,176-89 0,-262 116-80,0-1 0,0-1-1,-1 0 1,-1-1 0,0-1 0,16-17-1,-26 24 5,0-1 0,0 0 0,-1 0 0,1 0 0,-2 0 0,1-1 0,-1 0 0,0 0 0,0 0 0,-1 0 1,0 0-1,-1 0 0,0 0 0,0-1 0,-1 1 0,-1-14 0,1 12-30,-2 0 1,0 0-1,0 0 1,0 1 0,-1-1-1,-1 1 1,0 0 0,0 0-1,-1 0 1,-7-11-1,4 9-148,-1 0-1,0 1 1,-1 0-1,0 1 0,0 0 1,-22-14-1,5 8-494,-1 0-1,-1 2 0,0 1 1,-1 1-1,0 2 1,-32-6-1,8 5 326,-1 3-1,0 2 0,0 3 1,0 2-1,0 3 0,-94 15 1,34 6 497,0 4 0,-119 48 0,160-49 11,2 2-1,1 4 0,2 3 1,-66 45-1,115-67 137,0 2 1,0 0-1,-17 20 0,31-30-222,1 0 0,0 0 0,0 1 0,1-1-1,0 1 1,0 0 0,1 1 0,-1-1 0,2 1 0,-1-1 0,1 1 0,0 0 0,-1 9 0,5 36 59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1.4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372 448 20380,'-16'2'126,"-1"0"-1,1 1 0,0 0 0,-24 9 0,30-7-137,1-1-1,-1 1 0,1 1 0,0-1 0,1 2 1,-1-1-1,1 1 0,-10 12 0,1 2 11,0 0 0,2 2 0,0 0 0,2 0 0,0 1 0,2 1 0,1 0 0,1 1 0,-8 35 0,4 0 80,2 0 1,-4 123-1,14-110-4,3 0 1,20 128-1,-13-157-53,1-1 0,2-1 1,3 0-1,1-1 0,39 73 1,-42-93-12,0-2 1,1 0-1,1 0 1,1-1 0,37 32-1,-39-39 10,0-1 0,1-1 0,0-1-1,1 0 1,0-1 0,0 0 0,1-2-1,0 0 1,19 4 0,-16-6 27,1-1-1,-1 0 1,1-2 0,-1-1 0,1 0-1,-1-1 1,38-8 0,-29 2 28,0-2 0,-1 0 0,0-2 1,47-25-1,-17 0 33,-2-2 0,-2-2 0,-1-3 0,49-52 0,-25 19-1,-4-3 0,101-142 1,-141 172-82,-3-1 1,-1-1-1,-3-2 0,-3 0 1,-1-2-1,20-84 0,-31 94 29,-2 0 1,-3-1-1,-1 0 0,-2 0 0,-2 0 0,-3-1 0,-1 1 0,-16-77 0,13 100-16,0 0-1,-2 0 1,-1 1-1,-1 0 1,-1 0-1,-22-34 1,22 41-20,-1 0 1,-1 1 0,0 0-1,0 1 1,-2 1-1,1 0 1,-2 0 0,1 2-1,-20-10 1,11 8-5,-2 2 0,0 0 0,0 2 0,0 1 0,-1 1 0,-52-5 0,30 8-5,0 2 0,-98 12 0,91-3-13,0 2 0,0 4 0,1 1 0,1 3 0,0 2 0,1 3 0,-85 50-1,106-52 1,1 1 0,0 2 0,2 1 0,1 1 0,-29 35 0,38-37 0,1 0 0,1 1 0,2 1 0,0 0 1,2 1-1,1 0 0,-11 37 0,17-45-5,2 0 0,0 0 0,1 0 0,1 1 1,0-1-1,2 1 0,0-1 0,2 1 0,6 35 0,-5-43-24,1 1-1,0-1 1,0 0 0,1 0 0,1 0 0,0-1-1,1 0 1,0 0 0,0-1 0,1 0 0,1 0-1,0-1 1,0 0 0,1 0 0,20 14-1,-13-13-87,1-1 0,0-1-1,1 0 1,0-1-1,0-1 1,0-1-1,1 0 1,0-2-1,26 2 1,-1-3-746,0-2 1,0-2 0,51-9-1,92-26-5559,-4-15 3600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2.1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70 199 14939,'-9'12'288,"1"1"-1,0 0 1,1 1-1,0 0 1,1 0-1,1 0 0,0 1 1,1 0-1,0 0 1,-2 26-1,6-32-243,0 1 0,0-1-1,0 1 1,1-1 0,1 1 0,0-1-1,0 1 1,1-1 0,0 0 0,0 0-1,1-1 1,0 1 0,1-1-1,0 0 1,0 0 0,1 0 0,0 0-1,9 8 1,-11-12 37,0-1 0,0 1-1,1-1 1,-1 0 0,1 0 0,-1-1-1,1 1 1,0-1 0,0 0 0,0 0-1,0-1 1,0 0 0,1 1 0,5-1-1,-3-1 20,-1 0 0,1 0 0,0-1-1,-1 0 1,1 0 0,-1-1-1,1 0 1,-1-1 0,7-2-1,3-3 0,-1-1-1,0-1 0,-1 0 0,0 0 0,-1-2 1,0 0-1,18-21 0,-14 13-76,-1-2 0,-1 0 0,-1-1-1,-1-1 1,14-32 0,-20 39-30,-1-1-1,-1 0 1,-1-1-1,-1 1 1,0-1-1,-1 0 1,-1 0-1,-1-25 1,-1 35 0,-1 0 1,0 0 0,-1 1-1,0-1 1,0 1 0,-1-1-1,-4-8 1,6 15 3,0 0 1,0-1-1,0 1 0,0 0 0,0 1 1,-1-1-1,1 0 0,-1 0 0,1 0 1,-1 1-1,0-1 0,0 1 0,1-1 1,-1 1-1,0 0 0,0 0 0,0 0 1,-1 0-1,1 0 0,0 0 0,0 1 1,0-1-1,-1 1 0,1-1 0,0 1 1,0 0-1,-1 0 0,1 0 0,0 0 1,-1 0-1,-2 1 0,-3 2-25,0 0 0,0 0 1,0 1-1,1 0 0,-1 0 0,1 1 1,0 0-1,1 0 0,-1 0 0,-8 10 0,-4 6-1039,-30 42 0,19-18-69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2.6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260 0 21781,'-5'30'472,"-2"6"-144,-2 23-520,0 7-104,-8 23-72,-4 15 40,-11 17 104,-6 2 7,-1-11 153,5-8-48,4-31-1712,11-11 1344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3.3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700 168 21957,'-46'0'571,"-67"9"0,96-6-527,0 0 0,0 2 0,0 0 0,0 0 1,1 2-1,0 0 0,-17 10 0,10-1-42,0 1 0,1 1 0,1 1 1,1 1-1,1 0 0,1 2 0,-27 39 0,14-11-4,2 1-1,-38 91 0,51-102 6,2 1 0,1 0 1,-9 59-1,19-81 3,1 0-1,0 0 1,2 0 0,0 0 0,1 0-1,1 0 1,1 0 0,1-1 0,0 1-1,8 20 1,-8-30 5,0-1 0,0 0 1,0 0-1,1 0 0,0 0 0,1-1 1,0 1-1,0-1 0,13 11 0,-13-14 7,0 0 0,0 0 0,1 0 0,-1-1 0,1 0 0,0 0 0,0 0-1,0-1 1,0 0 0,0-1 0,0 1 0,1-2 0,8 1 0,-3-1 12,1-1 1,-1-1-1,0 0 1,0-1-1,0 0 1,0-1-1,0 0 0,17-9 1,7-7 35,51-33-1,-43 22-47,-2-2-1,0-2 1,-3-2-1,69-79 0,-88 90-6,-1-2 0,-1 0-1,-1-1 1,-2 0 0,-1-1-1,-1-1 1,-2-1-1,-1 0 1,8-41 0,-16 55 14,0-1 0,-1-1 0,-1 1 0,-1 0 0,-1 0 0,-1 0 0,0-1 1,-1 2-1,-1-1 0,-1 0 0,-1 1 0,0 0 0,-2 0 0,0 0 0,0 1 1,-2 1-1,0-1 0,-1 2 0,-1-1 0,0 1 0,-1 1 0,-1 1 0,0 0 1,-28-20-1,23 20-10,-1 1 1,0 1 0,-1 1 0,0 1 0,0 1-1,-1 0 1,0 2 0,-1 1 0,0 0 0,-38-2-1,46 7-13,0 0-1,0 0 1,0 2-1,0 0 1,0 0 0,1 1-1,-1 1 1,1 1-1,0 0 1,0 0-1,0 2 1,1 0-1,-1 0 1,2 1-1,-1 1 1,1 0 0,-13 13-1,13-10-16,1 1 0,0 0 0,1 0-1,1 1 1,0 0 0,1 1 0,0 0 0,1 0 0,1 1-1,0 0 1,1 0 0,-2 17 0,5-24 2,1 0 0,0 0-1,1 0 1,0 0 0,0 0 0,1 0 0,1 0 0,-1 0-1,1 0 1,1-1 0,0 1 0,0 0 0,0-1-1,1 0 1,0 0 0,1 0 0,0-1 0,0 1 0,1-1-1,0 0 1,0-1 0,0 1 0,14 9 0,-3-5-25,0-1 0,0-1 1,1 0-1,0-1 0,0-1 1,1-1-1,0 0 0,0-2 0,0 0 1,0-1-1,30 0 0,9-2-164,-1-2-1,93-15 0,205-60-3204,-268 55 948,43-8-658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3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1 20332,'-7'21'600,"3"18"-367,-1 11-185,5 33-24,-3 14-8,-6 24 8,-1 11-8,-8 3 8,1-6 0,5-25-24,3-14-96,8-33-1281,1-15 969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6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404 157 13811,'-1'-8'844,"-1"-1"1,0 0-1,0 1 0,-5-13 1,4 14-646,0 0 0,0 1 0,-1-1 1,0 1-1,-1 0 0,1 0 0,-1 0 1,-10-9-1,10 11-139,-1 0 0,1 0 0,0 1 0,-1 0 1,0 0-1,0 0 0,0 1 0,0 0 0,0 0 0,0 0 0,-1 1 0,1 0 1,-1 0-1,1 1 0,-1-1 0,1 2 0,-1-1 0,1 1 0,-11 2 1,2 1 23,1 0 0,-1 2 0,1-1 0,1 2 0,-1 0 1,1 1-1,0 0 0,1 1 0,0 0 0,-18 18 1,25-22-63,1 0 0,-1 1 0,1-1 1,0 1-1,0 0 0,1 1 0,-1-1 0,1 1 1,1-1-1,-4 15 0,5-16-13,0 0 1,1-1-1,0 1 1,0 0-1,0 0 0,1 0 1,0 0-1,-1 0 0,2 0 1,-1 0-1,1 0 0,-1-1 1,1 1-1,1-1 0,-1 1 1,1-1-1,3 5 0,0-1-11,0-1 0,1 0 0,0-1 0,0 0 0,0 0 0,1 0 0,0-1 0,0 0-1,11 4 1,15 6-120,38 11 0,-16-6-43,-40-14 132,0 1 1,0 0 0,-1 1-1,0 1 1,0 1 0,13 11-1,-23-18 31,-1 1 0,-1 0-1,1 0 1,-1 0 0,1 0-1,-1 0 1,0 1 0,-1 0 0,1-1-1,-1 1 1,0 0 0,0 0-1,0 0 1,-1 0 0,0 1 0,0-1-1,0 0 1,0 1 0,-1-1-1,0 0 1,0 1 0,-1-1 0,-1 7-1,0-3 26,-1-1 0,0 0 0,0 0 0,-1-1 0,0 1 0,0-1 0,-1 0 0,0 0 0,0 0 0,-1 0 0,0-1 0,0 0 0,0-1 0,-1 1 0,0-1 0,0 0 0,0-1 0,-15 8 0,10-7 77,0 0-1,0 0 1,-1-1-1,1-1 0,-1 0 1,0 0-1,0-2 0,0 1 1,0-2-1,0 0 1,-24-3-1,31 3-96,1-1-1,-1 0 1,1-1-1,0 0 1,-1 1 0,1-2-1,0 1 1,0-1-1,0 1 1,1-1 0,-1-1-1,1 1 1,-1-1-1,1 1 1,0-1 0,0 0-1,1-1 1,-1 1-1,1-1 1,0 1 0,0-1-1,1 0 1,-1 0-1,1 0 1,0-1 0,1 1-1,-1 0 1,1-1-1,0 1 1,0-1 0,1 0-1,0 1 1,0-1-1,0 1 1,0-1-1,1 1 1,1-6 0,4-8-151,0 0 1,1 1 0,1 0 0,1 1 0,0 0-1,24-31 1,3 1-789,42-41 1,3 6-15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8.1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742 204 15507,'-3'-13'350,"-2"1"1,1-1-1,-2 1 0,1 0 0,-2 0 0,1 1 0,-2 0 0,1 0 0,-16-17 1,15 21-266,1 0 0,-1 1 0,-1 0 0,1 0 0,-1 1 0,0 0 0,0 1 1,0 0-1,-1 0 0,0 1 0,1 0 0,-1 0 0,-12-1 0,9 3-42,0 1-1,0 0 0,0 0 1,1 1-1,-1 1 0,0 0 1,1 1-1,-1 0 1,1 1-1,-21 10 0,11-4-9,1 2 0,0 1 0,1 0 0,-32 28 0,31-21-11,0 1 0,2 1 0,1 0 0,0 2 0,2 0-1,1 0 1,0 2 0,2 0 0,-19 54 0,20-41-21,2 1 1,1-1-1,2 2 0,2-1 1,2 1-1,2 62 0,2-81-45,1 0 0,1 1-1,0-1 1,2-1 0,13 37-1,-15-49 24,1 0 0,0-1 0,1 0 0,0 0 0,0 0 0,1 0 0,0-1 0,0 0 0,0-1 0,1 1 0,0-1-1,1 0 1,-1-1 0,1 0 0,0 0 0,11 5 0,-2-4 33,0 0-1,0-2 1,0 0 0,1 0-1,-1-2 1,1 0 0,0-1 0,0-1-1,0-1 1,-1 0 0,26-6-1,-8 0 73,0-2 0,0-2 0,-1-1 0,55-28 0,-34 10-20,-1-3-1,-2-2 1,-1-2 0,-2-3-1,-2-1 1,65-73 0,-104 104-34,36-44 163,-40 49-155,-1 0 0,0 0 0,-1 0-1,1 0 1,-1-1 0,0 1 0,0-1 0,0 1-1,0-7 1,-2 11-24,1 1 0,-1-1 0,0 0 0,0 0 0,0 1-1,0-1 1,1 0 0,-1 0 0,0 0 0,0 1 0,-1-1 0,1 0 0,0 0 0,0 1 0,0-1-1,0 0 1,-1 0 0,1 1 0,0-1 0,-1 0 0,1 1 0,0-1 0,-1 0 0,1 1 0,-1-1-1,1 1 1,-1-1 0,0 0 0,1 1 0,-1-1 0,1 1 0,-1 0 0,0-1 0,1 1 0,-1 0-1,0-1 1,0 1 0,1 0 0,-1 0 0,0-1 0,0 1 0,1 0 0,-1 0 0,0 0 0,0 0-1,-1 0 1,-1 1 26,0-1-1,0 1 0,0 0 1,0 0-1,1 0 0,-1 0 0,0 1 1,0-1-1,1 1 0,-4 2 1,0 2-43,-1 0 1,1 0 0,1 1 0,0 0 0,-1 0 0,2 0 0,-1 0 0,1 1 0,1 0-1,-1 0 1,1 0 0,0 0 0,1 1 0,0-1 0,-1 13 0,2-10-13,0 0 1,0 0-1,2 0 0,-1 0 1,1 0-1,1 0 0,0 0 1,0-1-1,1 1 0,1-1 1,7 18-1,-8-24 22,-1 1-1,1-1 1,0 1 0,0-1-1,0 0 1,0 0-1,1 0 1,0-1-1,0 1 1,0-1 0,0 0-1,0 0 1,1-1-1,-1 1 1,1-1-1,0 0 1,-1 0 0,1 0-1,0-1 1,0 1-1,0-1 1,0-1-1,1 1 1,-1-1 0,0 1-1,9-2 1,-2-1 13,-1 0 0,0-1 0,0 0 0,0 0 0,0-2 0,0 1 0,-1-1 1,0 0-1,0-1 0,-1-1 0,11-8 0,6-6-15,-1-2-1,-1 0 1,21-30-1,-33 40-12,-2-2 0,0 0 0,-1 0 0,-1-1 0,0 0 0,-1 0-1,7-25 1,-12 36 13,-1 1-1,0 0 1,0 0-1,-1-1 1,1 1 0,-1 0-1,0-1 1,0 1-1,0 0 1,-1-1-1,0 1 1,1 0-1,-2 0 1,1-1-1,0 1 1,-1 0-1,0 0 1,0 0 0,0 1-1,0-1 1,-1 0-1,1 1 1,-1-1-1,0 1 1,0 0-1,0 0 1,0 0-1,-1 1 1,1-1 0,-1 1-1,0-1 1,0 1-1,0 0 1,0 1-1,0-1 1,-8-1-1,-2-1 17,0 2 0,0 0 0,0 0 0,0 1 0,-1 1-1,1 0 1,0 1 0,0 1 0,0 0 0,0 1 0,0 0 0,-19 8-1,4 0-855,1 2 0,-1 1-1,2 1 1,-42 30-1,37-21-1176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8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348 0 22837,'0'4'68,"-1"-1"1,0 0 0,0 0-1,0 0 1,0 0 0,-1 0-1,1 0 1,-1 0-1,1 0 1,-1 0 0,0-1-1,0 1 1,-1-1 0,1 1-1,0-1 1,-5 3-1,-4 2-196,1 0-1,-1-1 1,-14 6-1,1 0 108,-1 1 6,1 1 1,0 1 0,1 2-1,-22 19 1,36-27 80,-1 0 1,1 1-1,1 0 1,-1 1-1,2 0 1,-1 0 0,2 0-1,0 1 1,0 0-1,-7 23 1,12-32-59,0 0 0,1 1 0,-1-1 0,1 0 0,0 0-1,0 1 1,0-1 0,0 0 0,0 0 0,1 1 0,-1-1 0,1 0 0,0 0 0,0 0 0,1 0 0,-1 0 0,0 0 0,1 0 0,0 0 0,-1-1 0,1 1 0,0-1-1,1 1 1,-1-1 0,0 0 0,1 0 0,-1 0 0,1 0 0,0 0 0,-1 0 0,1-1 0,4 2 0,8 4-53,0-1-1,1-1 1,0 0 0,29 5 0,0-4-217,17 3-197,-57-8 388,1 0 0,-1 1-1,1 0 1,-1 0 0,1 0 0,-1 1 0,7 5 0,-10-8 65,-1 1 0,0 0 0,0 0 0,0 1 0,0-1-1,0 0 1,0 0 0,0 0 0,0 1 0,-1-1 0,1 0 0,0 1 0,-1-1-1,1 1 1,-1-1 0,1 1 0,-1-1 0,0 1 0,0-1 0,0 1 0,0-1-1,0 1 1,0-1 0,0 1 0,0-1 0,0 1 0,-1-1 0,1 1-1,-1-1 1,1 1 0,-1-1 0,-1 2 0,-1 3 14,0 0 1,-1-1-1,0 0 0,0 0 1,0 0-1,-7 6 0,1-1 34,-2-1 0,1 0 0,-1 0 0,0-1 0,-1-1 0,0 0 0,-15 5 0,22-9-227,0-1 0,0-1 0,0 1 0,0-1-1,0 0 1,0 0 0,-1-1 0,1 0 0,0 0 0,0 0 0,-1-1 0,1 0 0,0 0 0,0 0 0,0-1-1,0 0 1,0 0 0,0-1 0,-7-4 0,-25-23-1727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8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20684,'46'5'841,"-4"17"-97,1 18-120,-10 33-192,-7 10-144,-7 26-144,-7 1-40,-3-4 56,-4-3 16,-7-14-48,-5-12-56,-3-20-328,-2-10-232,-4-28-336,4-14-216,-2-24-3825,0-19 2256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8.9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40 312 20060,'-26'-10'1369,"12"1"751,25 7-1704,15 7-184,22-5-192,14 0-40,18-10-80,6-6-64,8-9-184,-6-12-120,-2-6-304,-4-4-80,-8 1-993,-1 8-3712,-6 5 3473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9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223 10 19420,'-20'-8'840,"-3"6"-184,6 7-391,1 25-201,2 13 8,2 29 152,-5 15 56,0 24 120,3 11-8,-5 6-64,9 0-80,-1-17-216,4-12-168,6-22-384,-8-14-168,4-27-4673,-6-17 2584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9.9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3 222 24373,'-1'1'43,"1"0"-1,0 0 0,-1 1 0,1-1 1,0 0-1,0 0 0,0 1 1,0-1-1,0 0 0,0 0 1,0 1-1,0-1 0,0 0 1,1 0-1,-1 0 0,1 1 1,-1-1-1,1 0 0,-1 0 1,1 0-1,-1 0 0,2 2 1,0-2-46,0 0 1,1 0 0,-1 0 0,0-1 0,0 1 0,0-1 0,1 1 0,-1-1 0,0 1 0,0-1-1,5 0 1,16-1-153,0-1-1,0-1 1,-1 0-1,1-2 0,-1-1 1,25-9-1,-11 3 29,237-95-29,-120 41 420,-141 61-246,0 1 1,0 0-1,1 1 0,-1 0 0,17-1 0,-26 3-20,1 1 0,0 0 0,0 0-1,-1 1 1,1-1 0,0 1-1,-1 0 1,1 0 0,0 0-1,-1 0 1,1 1 0,-1-1 0,0 1-1,1 0 1,-1 0 0,0 0-1,0 0 1,0 1 0,0-1-1,-1 1 1,5 6 0,0 1-23,-1 0 0,0 1 1,-1 0-1,0 0 0,-1 0 1,6 21-1,9 77-85,-11-56 93,0-6 9,2 0 0,2-1 0,25 61 0,-36-104 3,15 27-38,-15-29 40,-1-1 0,0 1 1,1 0-1,-1-1 0,1 1 1,-1-1-1,1 1 0,-1-1 1,1 1-1,0-1 0,-1 1 1,1-1-1,0 0 0,-1 1 1,1-1-1,0 0 0,-1 1 1,1-1-1,0 0 0,0 0 1,-1 0-1,1 0 0,0 1 1,0-1-1,-1 0 0,1 0 1,0-1-1,0 1 0,-1 0 1,1 0-1,0 0 0,-1 0 1,1-1-1,0 1 0,0 0 1,-1-1-1,1 1 0,-1 0 1,2-2-1,4-4-21,-1-1 1,1-1-1,-2 1 0,1-1 0,-1 0 1,0 0-1,-1 0 0,1 0 0,2-13 1,0 1-19,60-182-457,-17 46 196,-44 138 288,2 0 0,0 0 0,1 1 0,17-26 0,-25 42 17,0 1 0,1-1-1,-1 0 1,1 1 0,-1-1 0,1 0 0,-1 1 0,1-1-1,-1 1 1,1-1 0,-1 1 0,1-1 0,0 1 0,-1-1-1,1 1 1,0-1 0,-1 1 0,1 0 0,0 0 0,0-1-1,-1 1 1,1 0 0,0 0 0,0 0 0,-1 0 0,1 0 0,1 0-1,-1 0 7,0 1-1,0 0 0,0-1 0,0 1 0,-1 0 0,1 0 0,0 0 1,0-1-1,-1 1 0,1 0 0,0 0 0,-1 0 0,1 0 1,-1 0-1,0 0 0,1 2 0,2 7 79,0 0-1,1 20 1,-4-28-76,38 244 601,-29-204-529,-8-29-50,2 0 1,0-1-1,0 1 1,1-1 0,8 18-1,-11-30-33,-1 1 1,0 0-1,1-1 0,-1 1 0,0-1 1,1 1-1,-1 0 0,1-1 0,-1 1 1,1-1-1,-1 1 0,1-1 0,-1 1 1,1-1-1,0 0 0,-1 1 0,1-1 1,0 0-1,-1 1 0,1-1 0,0 0 1,-1 0-1,1 0 0,0 1 0,0-1 1,-1 0-1,1 0 0,0 0 0,0 0 1,-1 0-1,1-1 0,0 1 0,-1 0 1,1 0-1,0 0 0,0-1 1,-1 1-1,1 0 0,0-1 0,-1 1 1,1 0-1,-1-1 0,2 0 0,2-2-10,0-1 0,0 0 0,0 0 0,5-7 0,88-131-74,-72 101 55,1 1-1,2 1 0,47-49 0,-68 82 32,0-1 0,0 2-1,0-1 1,1 1 0,14-8-1,-21 12 0,0 0 1,1 1-1,-1-1 0,1 0 0,0 1 0,-1-1 0,1 1 0,-1-1 0,1 1 0,0 0 0,-1 0 0,1 0 0,0 0 0,-1 0 0,1 0 0,0 0 0,-1 1 0,1-1 1,0 0-1,-1 1 0,1-1 0,-1 1 0,1 0 0,-1 0 0,1-1 0,-1 1 0,0 0 0,1 0 0,-1 0 0,0 1 0,0-1 0,1 0 0,-1 0 0,0 1 1,0-1-1,-1 0 0,3 4 0,1 6-2,0 0 1,-1 1-1,0 0 0,-1 0 1,0 0-1,-1 0 1,0 22-1,1 8 0,-2-41 2,12 98-32,-9-88 11,0 1 0,0-2 1,1 1-1,0 0 0,1-1 0,10 18 1,-12-24-38,-1-1 0,1 1 0,0-1 0,0 1 1,1-1-1,-1 0 0,1-1 0,-1 1 0,1 0 1,0-1-1,0 0 0,0 0 0,0 0 0,0-1 1,1 1-1,-1-1 0,0 0 0,1 0 0,-1 0 0,1-1 1,5 1-1,-2-2-428,1 0 0,0 0 0,-1 0 0,1-1 1,-1 0-1,0-1 0,0 0 0,0 0 0,0-1 0,9-5 1,40-29-2588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0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439 595 12691,'0'0'2588,"-3"4"529,1-2-2929,0 0 1,0 1-1,-1-1 1,1 0-1,-1 0 1,0-1-1,0 1 0,1 0 1,-1-1-1,0 0 1,0 1-1,0-1 1,-1 0-1,-4 0 1,-51 6 223,39-6-220,6 0-171,-1 0 0,1 2-1,0 0 1,-1 0 0,2 1 0,-1 1-1,0 0 1,1 1 0,0 1 0,0 0-1,1 0 1,0 1 0,0 1-1,1 0 1,0 1 0,0 0 0,1 1-1,1 0 1,0 0 0,0 1-1,1 0 1,0 0 0,2 1 0,-1 0-1,-6 20 1,11-27-19,0 1-1,0 0 1,1 0 0,-1 1-1,2-1 1,-1 0-1,1 0 1,0 0 0,0 1-1,1-1 1,0 0 0,3 9-1,-2-11-2,0-1 1,0 1-1,0-1 0,1 0 0,-1 0 0,1 0 1,0 0-1,0 0 0,1-1 0,-1 1 1,1-1-1,0 0 0,0 0 0,0 0 0,0-1 1,0 1-1,0-1 0,1 0 0,4 2 0,3-1-9,-1 0-1,1 0 0,0-1 0,0 0 0,0-1 0,0-1 0,0 0 0,0 0 1,0-1-1,0-1 0,18-4 0,0-2-67,1-2 0,-2-1 0,37-18 0,-29 9 81,0-1 1,-2-2-1,0-2 1,-2-1 0,0-1-1,-2-2 1,-1-1-1,-2-2 1,-1 0 0,-1-2-1,-2-1 1,-2-1-1,-1-1 1,-1 0-1,26-75 1,-37 84 211,-1-1 0,-1 1 1,-1-1-1,-1-1 0,-2 1 0,-1 0 0,-2-1 0,-1 1 0,-1-1 1,-1 1-1,-10-41 0,3 46-59,9 23-151,1 1 0,0 0 0,0-1 0,0 1 0,-1 0 0,1-1 0,0 1 0,0 0 0,-1 0 0,1-1 0,0 1 0,-1 0 0,1 0 0,0-1 0,-1 1 0,1 0 0,0 0 0,-1 0 0,1 0 0,0 0 0,-1-1 0,1 1 0,-1 0 0,0 1 2,0-1 0,1 0-1,-1 1 1,1-1-1,-1 1 1,1-1 0,-1 1-1,1-1 1,0 1-1,-1-1 1,1 1-1,0 0 1,-1-1 0,1 1-1,0 0 1,0-1-1,-1 1 1,1 0 0,0-1-1,0 2 1,-5 24 43,0 0 1,2 1-1,1 41 1,1-34-40,-4 222 81,8-171-645,13 85 0,-8-128-1887,-8-40 162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1.1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1 297 19724,'0'1'101,"0"0"-1,0-1 1,1 1 0,-1-1-1,0 1 1,1-1 0,-1 1-1,0-1 1,1 1 0,-1-1-1,0 1 1,1-1-1,-1 0 1,1 1 0,-1-1-1,1 0 1,-1 1 0,1-1-1,-1 0 1,1 1 0,-1-1-1,1 0 1,-1 0-1,1 0 1,1 1 0,12 1 23,-10-3-82,1 0 0,-1 0 0,0 0 0,1-1 0,-1 0 0,0 0 0,0 0 0,0 0 0,-1-1 0,5-3 0,6-3 16,27-16 28,89-41-1,-111 58-68,1 2-1,-1 0 1,1 1 0,0 0-1,0 2 1,0 1-1,33-1 1,-47 3-9,1 1-1,0-1 1,0 1 0,0 0-1,-1 1 1,1 0 0,-1 0-1,1 0 1,-1 1 0,0 0-1,0 0 1,0 1 0,0-1-1,0 1 1,-1 0 0,0 1-1,0 0 1,0-1 0,7 11-1,-6-6-20,-1-1 0,-1 1 0,0 1-1,0-1 1,0 0 0,-1 1 0,-1 0-1,0 0 1,0 0 0,-1 0 0,0 0 0,-1 17-1,0-19-50,-1 0 0,1 0 0,-4 13 0,3-19 34,1-1-1,-1 1 1,1 0-1,-1-1 1,0 1-1,1 0 1,-1-1-1,0 1 1,0-1-1,0 1 1,0-1-1,-1 0 1,1 1-1,0-1 1,0 0-1,-1 0 1,1 0-1,-1 0 1,1 0-1,-1 0 1,1 0-1,-4 1 1,4-2 15,-1 0 0,1-1-1,0 1 1,0 0 0,0 0 0,-1-1 0,1 1 0,0-1 0,0 1 0,0-1 0,0 0 0,0 1 0,0-1 0,0 0-1,0 0 1,0 0 0,0 1 0,0-1 0,1 0 0,-1 0 0,0 0 0,1 0 0,-1-1 0,0-1 0,-18-35 42,15 29-15,-2-6 24,0 1 0,1-2-1,1 1 1,1 0-1,0-1 1,0 1 0,2-1-1,0 0 1,1 0-1,3-29 1,-2 35-27,1 0 0,1 1 0,-1-1 0,2 0 0,-1 1 0,1 0 0,10-17 0,-10 20-10,0 0 1,1 1 0,0 0 0,-1 0-1,2 0 1,-1 0 0,0 1 0,1 0-1,0 0 1,0 0 0,0 1 0,8-3-1,-9 4 2,0 0 0,0 0 1,0 1-1,0-1 0,1 2 0,-1-1 0,0 0 0,1 1 0,-1 0 0,1 0 0,-1 1 0,0-1 0,1 1 0,-1 0 0,0 1 0,0-1 0,0 1 0,0 0 0,0 1 0,0-1 0,0 1 0,-1 0 0,1 0 0,-1 0 0,0 0 0,0 1 0,4 5 0,1 1 25,-2 0 1,1 0-1,-1 1 1,-1 0-1,0 0 0,0 0 1,-2 1-1,1 0 0,-1 0 1,3 21-1,0 24 76,-5-32-39,7 33-1,-8-53-54,1 1-1,0 0 1,0-1 0,0 1-1,0-1 1,1 0 0,0 0-1,0 0 1,0 0 0,1 0-1,4 4 1,-6-7-7,0 0 0,0-1 1,0 1-1,0-1 0,1 1 1,-1-1-1,1 0 0,-1 1 0,1-1 1,0-1-1,-1 1 0,1 0 0,0-1 1,-1 1-1,1-1 0,0 0 1,4 0-1,-2 0 1,0-1 0,1 0 0,-1-1 0,0 1 0,0-1 1,0 0-1,-1 0 0,9-5 0,-2 0 2,0-1 0,0 0 0,-1-1 0,0 0-1,-1-1 1,12-15 0,-14 16 40,0 0 0,-1-1 0,0 0 0,0 0 0,-1 0 0,-1-1 0,0 1-1,0-1 1,-1 0 0,0-1 0,2-19 0,-1 96 92,-12-4-117,5-42-15,0 0-1,1 0 1,1 1-1,1-1 1,3 20-1,-3-37-4,0 0-1,0 0 1,1 0-1,-1 0 1,1 0-1,-1 0 1,1 0 0,0 0-1,0 0 1,0 0-1,0 0 1,0-1-1,0 1 1,0 0 0,1-1-1,-1 1 1,1-1-1,-1 0 1,1 1-1,1 0 1,-1-1-6,0-1-1,0 1 1,-1-1 0,1 0-1,0 0 1,0 1 0,0-1-1,0 0 1,-1-1 0,1 1-1,0 0 1,0 0 0,0-1-1,0 1 1,-1-1 0,1 0-1,2-1 1,6-3-63,-1-1-1,0 0 1,0 0 0,-1-1-1,14-15 1,84-99-898,29-29-4,-128 143 961,0 1 0,1-1 0,0 1 0,0 0 0,1 1 0,12-6 0,-18 9 30,1 1 1,-1 0-1,0 0 0,0 0 1,0 1-1,0-1 1,1 1-1,-1 0 0,0-1 1,0 2-1,1-1 0,-1 0 1,0 1-1,0-1 0,1 1 1,-1 0-1,0 0 0,0 0 1,0 0-1,0 1 1,0-1-1,-1 1 0,5 2 1,-1 2 76,0 0 1,0 0 0,0 1-1,-1-1 1,0 1 0,0 0-1,-1 1 1,1-1-1,-2 1 1,1 0 0,4 16-1,1 10 363,8 57 0,-8-34-140,-7-45-248,1 1 1,1 0-1,0-1 0,6 13 1,-9-23-68,0 0-1,1 0 1,-1 0 0,0 0 0,1 0 0,-1 0 0,1-1 0,-1 1 0,1 0 0,0-1 0,0 1-1,-1-1 1,5 2 0,-5-3-12,0 1-1,1-1 1,-1 0-1,0 0 1,1 0-1,-1 0 1,0 0-1,1 0 1,-1 0-1,1 0 1,-1 0 0,0-1-1,0 1 1,1-1-1,-1 1 1,0-1-1,0 1 1,1-1-1,-1 0 1,0 0-1,0 1 1,0-1-1,0 0 1,0 0-1,1-2 1,10-9-170,-2-1 0,0 0 0,13-22 0,-1 0-174,54-67-1459,-27 47 930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8.5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1 512 22525,'32'35'520,"17"-1"-192,34-9-480,21-10-88,25-15 8,1-10 80,-2-18 136,-11-6 32,-8-15 8,-3-3 16,-9-12-40,-13-7-120,-14-5-424,-20-5-465,-28 2-7648,-1 2 7184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8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247 0 15699,'-58'11'1609,"8"13"319,11 12-816,13 28-399,1 17-313,12 37-176,-1 19-96,5 25-96,0 8-16,6-3-64,5-8-80,10-29-785,9-24-4328,11-51 2761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9.0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24349,'23'118'-880,"-5"1"-1,-5 1 1,-5 0-1,-12 170 1,-13-92 670,-4 79 1638,22-260-922,5-34-217,-4 9-318,12-36-136,2 1 1,38-74-1,-40 93 79,1 0 1,0 1 0,2 1 0,0 1 0,41-39 0,-49 53 100,1-1 0,-1 1 0,1 1 0,0 0 0,1 0 1,-1 1-1,1 0 0,0 1 0,23-6 0,-26 9 1,0 0 1,0 0-1,0 1 0,0 0 0,0 0 0,0 1 1,0 0-1,0 0 0,0 1 0,0 0 0,0 0 1,-1 1-1,1 0 0,-1 1 0,11 5 1,0 4-21,1 1 1,17 18 0,-26-22-207,0-1 0,0 0 0,1 0 0,0-1 0,0-1 0,1 0 0,0 0 0,1-2 0,22 9 0,-20-11-121,1-1 1,20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9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386 57 23357,'-62'-20'360,"33"10"-913,-57-12 0,78 20 368,0 1 0,0 0 0,-1 1 1,1 0-1,0 0 0,0 1 0,0 0 1,0 0-1,0 1 0,0 0 0,-15 6 1,17-4 181,0 0-1,0 0 1,0 1 0,1 0 0,-1 0 0,1 0-1,0 0 1,0 1 0,1 0 0,0 0 0,0 0 0,0 0-1,1 1 1,0-1 0,-3 8 0,2-2 93,1 0-1,-1 0 1,2 0 0,-1 0-1,2 0 1,0 0 0,0 1-1,2 13 1,-1-21-81,0 0 0,1 0 1,0-1-1,0 1 0,0 0 0,1 0 1,-1-1-1,1 1 0,0-1 0,1 0 1,-1 1-1,1-1 0,-1 0 1,1 0-1,1-1 0,-1 1 0,0-1 1,1 1-1,0-1 0,-1 0 0,1 0 1,1-1-1,-1 1 0,0-1 0,1 0 1,-1 0-1,1 0 0,4 0 0,1 0-14,0 0-1,0-1 0,0 0 1,0-1-1,0 0 0,0-1 1,-1 0-1,1-1 1,0 0-1,0 0 0,-1-1 1,1 0-1,8-5 0,6-4-25,-1-1 0,-1-1 0,0-1-1,-1-1 1,-1-1 0,0-1 0,-1-1-1,-2 0 1,1-2 0,-2 0 0,14-24-1,-24 35 32,-1 2 46,1-1 1,0 1 0,0 0 0,14-13-1,-19 20-34,0 0 0,0 0 0,0 0 0,0 0 0,0 0 0,0 0 0,0 1 0,1-1 0,-1 0 0,0 1 0,1-1 0,-1 1 0,0 0 0,1-1 0,-1 1 0,1 0 0,-1 0 0,0 0 0,1 0 0,-1 0 0,1 0 0,-1 0 0,0 1 0,1-1 0,-1 0 0,1 1 0,-1-1 0,0 1 0,0-1 0,1 1 0,-1 0 0,0 0 0,0-1 0,0 1 0,0 0 0,0 0 0,0 0 0,0 0 0,0 0 0,0 0 0,0 1 0,1 1 0,2 3 9,0 1 0,0 0 1,-1 0-1,0 0 1,0 1-1,2 10 0,9 52-26,-4-20-78,-9-46 37,1 7-4,1 0-1,0 0 0,6 11 0,-8-20-65,0 1 0,1-1 1,-1 0-1,0 0 0,1 1 0,-1-1 0,1 0 1,0-1-1,0 1 0,0 0 0,0 0 1,0-1-1,0 1 0,0-1 0,0 0 1,1 1-1,-1-1 0,0 0 0,4 0 0,24 1-1049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9.6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16 22109,'-10'6'232,"11"-28"-8666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9.8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24389,'5'24'472,"3"25"-168,8 20-200,0 43-88,1 22-40,-3 21-32,-1 3 16,0-13-16,-5-17 40,1-31-280,-7-21-296,-4-35-456,-10-17-696,-11-37 591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0.0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1 105 24669,'27'26'656,"30"-9"-39,21-5-441,28-19-569,6-10-191,-5-13-328,-8-1-72,-15 4-16,-7 4 40,-12 9-1673,-6 4 1217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0.4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0 21925,'0'76'432,"0"-2"-248,5-3-328,-3-15-304,-1-11-96,4-21-401,-3-12-183,2-16 152,-4-4-456,-16-15-3393,-1-4 4192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0.8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4 310 20388,'-2'-7'125,"1"-1"-1,1 1 1,-1 0-1,2-1 1,-1 1-1,1-1 1,0 1-1,0 0 1,0 0-1,1 0 1,1 0-1,-1 0 0,1 0 1,0 0-1,1 1 1,-1-1-1,1 1 1,1 0-1,-1 0 1,1 0-1,0 1 1,0 0-1,10-8 1,6-4-108,1 2 0,1 0 0,0 1 0,1 1 0,0 1 0,1 2 0,0 0 0,1 2 0,0 0 0,0 2 0,1 1 0,0 1 0,0 2 0,0 0 0,0 2 0,0 0 0,49 9 0,-63-6-30,0 1-1,0 0 1,0 0-1,-1 2 0,0-1 1,0 1-1,0 1 1,-1 0-1,0 1 1,0 0-1,-1 1 0,0 0 1,0 1-1,-1 0 1,-1 0-1,1 1 0,-2 0 1,0 0-1,0 1 1,8 18-1,-8-13-88,0 0 1,-1 1-1,-1 0 1,0 0-1,-2 0 0,0 1 1,-1 0-1,0-1 1,-2 1-1,-1 20 0,-1-34 97,1 0 0,0 0 0,-1 0 0,0 0 0,0 0 0,-5 7 0,7-11 21,0-1 0,-1 1 1,1 0-1,0-1 0,-1 1 1,1 0-1,-1 0 1,1-1-1,-1 1 0,0-1 1,1 1-1,-1-1 0,1 1 1,-1-1-1,0 1 1,0-1-1,1 1 0,-1-1 1,0 0-1,0 1 1,1-1-1,-1 0 0,0 0 1,0 0-1,0 1 0,1-1 1,-1 0-1,0 0 1,0 0-1,0 0 0,0-1 1,1 1-1,-1 0 0,0 0 1,0 0-1,0-1 1,1 1-1,-1 0 0,0-1 1,0 1-1,1-1 0,-1 1 1,0-1-1,1 1 1,-1-1-1,1 1 0,-1-1 1,0 0-1,1 1 0,-1-1 1,1 0-1,-1 0 1,-2-4 41,-1 1 0,1-1 0,0-1 1,1 1-1,-1 0 0,1 0 1,0-1-1,0 0 0,1 1 0,-1-1 1,1 0-1,1 0 0,-1-9 0,1 5-36,1 0 0,1 0 0,0 0 0,0 0 0,0 1-1,1-1 1,7-13 0,1 1-55,2 0-1,0 0 1,2 1-1,0 1 1,28-28-1,-35 38 13,2 1-1,0 1 0,0 0 1,14-9-1,-20 15 18,-1 0 0,0 0 0,0 0 0,0 1 0,1 0 0,-1-1 0,1 1 0,-1 1 0,1-1 0,0 0 0,-1 1 0,1 0 0,0 0 0,-1 0 0,1 0 0,-1 0 0,1 1 0,0 0 0,6 2 0,-4 0-15,-1 0-1,1 1 1,-1 0 0,0 0-1,0 0 1,-1 1 0,1-1-1,-1 1 1,0 0 0,0 0-1,-1 1 1,4 6 0,6 13-104,15 39 0,-21-46 83,18 56-67,-18-51 15,0 0 1,2-1 0,0-1 0,22 36 0,-30-55 51,0 0 0,0 0 0,1 0 0,-1-1 0,1 1 0,-1-1 0,1 1 0,-1-1 0,1 0 0,0 1 0,0-1 0,-1 0 0,5 2 0,-5-3 7,0 0 1,-1 0 0,1 0 0,0 0 0,0 0-1,-1 0 1,1 0 0,0-1 0,0 1-1,-1 0 1,1 0 0,0-1 0,0 1 0,-1 0-1,1-1 1,0 1 0,-1 0 0,1-1 0,-1 1-1,1-1 1,0 1 0,-1-1 0,1 0-1,-1 1 1,1-2 0,3-5-238,0 0 0,-1 0-1,0 0 1,-1-1 0,4-14 0,-1 4-28,43-120-2010,-7 49-2653,-11 37 3376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1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181 208 19812,'3'42'411,"1"0"0,2 0 0,17 56 1,-21-92-539,-1-1 1,0 1 0,0 0 0,-1 0-1,1 6 1,-1-11 77,0 0 0,0 0 1,0 0-1,0 0 0,0 0 0,0 0 0,0 0 1,-1 0-1,1 0 0,0 0 0,-1 0 0,1 0 0,-1-1 1,1 1-1,-1 0 0,1 0 0,-1 0 0,1 0 1,-1-1-1,0 1 0,1 0 0,-1-1 0,0 1 0,0 0 1,0-1-1,1 1 0,-1-1 0,0 1 0,0-1 1,0 0-1,0 1 0,0-1 0,0 0 0,0 0 1,0 1-1,0-1 0,-1 0 0,-7-6-102,-1-1-96,1-1-1,0 0 0,1-1 0,-13-16 1,12 13-1099,0-2 1,1 1 0,-12-27-1,-35-102-3101,47 118 5620,1-1 1,1 0-1,-4-46 1,9 69-935,1 0 0,0 0 0,0 0 1,0 0-1,0 0 0,0-1 0,1 1 0,-1 0 0,1 0 0,-1 0 0,1 0 1,0 0-1,0 0 0,0 0 0,0 0 0,2-3 0,0 2-402,0 1 1,0-1-1,1 1 0,-1 0 0,1 0 1,-1 0-1,6-1 0,-4 1-661,14-8-528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2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1 364 19332,'1'-6'-268,"0"2"97,1 1 1,0-1-1,-1 1 0,1-1 0,0 1 1,1 0-1,-1 0 0,0 0 0,1 0 1,0 0-1,0 1 0,3-4 0,1 1 386,-1 1 0,1 0-1,0 0 1,0 0 0,0 1-1,11-4 1,-12 5 10,-1 1 1,0 0 0,0 0-1,1 0 1,-1 0-1,0 1 1,1 0-1,-1 0 1,0 1 0,6 0-1,-8 0-189,0 0 0,0 0 0,-1 0-1,1 0 1,0 0 0,-1 0 0,1 1 0,-1 0 0,1-1-1,-1 1 1,0 0 0,0 0 0,0 0 0,0 0 0,0 1-1,0-1 1,-1 0 0,1 1 0,1 3 0,2 7-106,-1 1 1,0 0-1,0 0 0,-2 1 1,0-1-1,0 21 1,-1-19 23,0 0 0,1-1-1,1 1 1,8 27 0,-9-41 138,2-5 50,3-5-128,-1-1 1,0 0-1,0 0 1,-1 0 0,-1-1-1,1 1 1,-2-1-1,5-14 1,8-20 30,1 4-3,2 1 0,1 1 0,2 1 0,46-60 1,-57 84-30,0 0 0,1 1 1,0 0-1,1 1 1,0 0-1,1 1 0,0 1 1,1 0-1,0 1 1,0 1-1,0 0 0,1 1 1,0 0-1,1 2 1,16-4-1,-25 7-5,-1 1-1,1-1 1,0 1-1,-1 0 1,1 1-1,-1 0 1,1 0-1,-1 1 1,0 0 0,0 0-1,1 1 1,11 5-1,-10-2 0,0 0 0,-1 0-1,0 0 1,0 1 0,-1 0 0,1 1-1,-2-1 1,12 16 0,-4 0 10,-1 1 0,-2 0 1,0 0-1,-1 1 0,-1 1 1,-2 0-1,-1 0 0,0 0 1,2 44-1,-8-67 335,4-21-65,0-7-269,2 0 1,0 0-1,2 1 1,1 0-1,17-33 1,-19 43-19,0 1 0,2 0 0,-1 0 0,2 1 0,-1 0 0,2 0 0,0 1 1,0 1-1,1 0 0,18-13 0,-24 20 20,-1 0-1,1 0 1,0 1 0,0-1 0,0 1 0,1 0 0,-1 1-1,0 0 1,1 0 0,-1 0 0,1 1 0,-1 0-1,1 0 1,-1 0 0,0 1 0,11 2 0,-8 0 15,0 1 1,0-1-1,0 1 1,-1 1-1,0 0 1,0 0 0,0 0-1,-1 1 1,1 0-1,10 13 1,55 71 120,-49-58-166,45 46 1,-61-69-68,2-1 0,-1 0 0,1 0 0,1-1 0,-1-1 0,1 1 0,0-2 1,0 0-1,17 6 0,-22-10-126,0 1 0,0-1 1,0 0-1,0-1 0,0 1 0,0-1 0,0 0 1,0-1-1,0 1 0,0-1 0,0 0 1,0-1-1,-1 1 0,1-1 0,0 0 1,-1-1-1,1 0 0,-1 1 0,0-2 0,0 1 1,8-8-1,-4 4-1464,-1-1 1,13-16-1,11-22-479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2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0 19292,'3'54'888,"1"-3"-7,-1 1-577,0-7-336,-1-10-72,0-16-169,-18-38-655,2-16 720,-3-3-72,-4-10-1024,1-4-3001,-6 4 2617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2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0 229 14459,'3'-12'793,"1"0"1,0 1-1,1 0 0,0 0 1,0 0-1,1 1 0,10-14 0,-7 13-711,0 1 0,0 0-1,1 0 1,1 1-1,-1 0 1,1 0 0,1 1-1,0 1 1,0 0-1,0 1 1,1 0 0,0 1-1,0 0 1,0 1 0,1 1-1,24-4 1,-31 7-74,-1-1 1,1 1-1,-1 1 1,0-1-1,1 1 1,-1 0-1,0 1 1,1-1 0,-1 1-1,0 0 1,0 1-1,0 0 1,-1 0-1,1 0 1,-1 0-1,1 1 1,-1 0-1,0 0 1,-1 0-1,1 1 1,-1 0 0,0 0-1,0 0 1,5 8-1,5 12-56,-2 0 0,0 1 0,-2 0 0,11 38 1,-5-12-90,-2-12-44,17 75 1,-31-111 185,-12-21 139,10 9-87,0 0 1,1 1 0,0-1-1,0 0 1,0 0-1,1 0 1,0 0-1,3-13 1,0-4 108,12-35 0,-10 42-138,1 0 0,0 0 1,2 1-1,0 0 1,13-20-1,-18 32-27,1 1 1,-1-1-1,1 0 0,1 1 0,-1 0 0,1 0 0,-1 0 1,11-6-1,-11 9-3,-1-1-1,1 1 1,-1 0 0,1 0 0,-1 0-1,1 0 1,0 0 0,0 1 0,-1 0-1,1 0 1,0 0 0,0 0 0,-1 0-1,1 1 1,6 1 0,-3 0 1,0 1 0,-1 0 0,1 1 0,-1-1 0,1 1 0,-1 0 0,0 1 0,0-1 0,-1 1 0,0 0 0,6 7 0,7 10 0,24 38 0,-24-34 2,-7-10-18,9 14-391,38 42-1,-52-65 220,1 0 0,0-1 0,0 0 0,0 0 0,1-1 0,0 1 0,0-2 1,0 1-1,0-1 0,1 0 0,11 3 0,-17-7-345,0 1 1,-1-1-1,1 0 0,0 0 1,-1 0-1,1 0 1,0 0-1,0 0 0,-1-1 1,1 1-1,0-1 1,-1 0-1,1 0 0,-1 0 1,1 0-1,3-2 1,10-11-1685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3.1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1 18684,'-3'34'664,"-4"3"-160,1-4-424,3-9-344,3-7-296,7-17-3609,-5-7-968,6-14 3457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3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1 116 22317,'0'0'648,"33"-14"-224,5 1-824,13-8-808,-2-2-801,1 3-383,0 4-25,-8 7 1697,4 9 864,-11 11 432,-4 8-96,-1 7-1536,-6 5-1913,5 9 2257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3.8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49 363 17996,'-47'27'2811,"45"-26"-2385,2-8-37,1-3-377,1 1-1,0 0 1,0 0-1,0 1 1,1-1 0,1 0-1,0 1 1,0 0 0,0 0-1,1 0 1,0 0 0,1 1-1,11-13 1,-3 5 9,1 1 0,0 0 0,0 1 0,2 1 0,26-16 0,-37 24-41,0 1 0,-1 1 0,2-1 0,-1 1 0,0 0 0,0 0 0,1 1 0,-1 0 0,1 0 0,-1 0 0,1 1 0,-1 0 0,1 0 0,-1 1 0,1 0 0,-1 0 0,9 2 0,-10-1-2,0 0-1,0 1 1,-1-1 0,1 1 0,-1 0 0,1 0-1,-1 1 1,0-1 0,0 1 0,-1 0-1,1 0 1,-1 0 0,0 0 0,0 1-1,0 0 1,0-1 0,-1 1 0,0 0 0,0 0-1,0 0 1,1 7 0,0 2 39,-1 0-1,0 1 1,-1-1 0,-1 1-1,0-1 1,-1 1 0,-1-1-1,0 1 1,0-1 0,-2 0-1,0 0 1,0 0 0,-2 0-1,1-1 1,-11 16 0,15-27 92,6-20-34,18-58-347,33-75 1,-33 91 120,-13 35 114,0 1 0,15-24-1,-22 42 38,1 0-1,-1 1 0,2-1 1,-1 1-1,1 0 0,-1 0 1,1 0-1,1 1 0,-1-1 0,1 1 1,-1 1-1,1-1 0,7-3 1,-10 6-4,0 1 0,-1-1 1,1 0-1,0 1 0,0-1 1,0 1-1,-1 0 0,1 0 1,0 0-1,0 0 0,0 0 1,-1 1-1,1-1 0,0 1 1,0 0-1,-1 0 0,1 0 1,0 0-1,-1 0 0,0 1 1,1-1-1,-1 1 0,0 0 1,1-1-1,-1 1 0,0 0 1,0 0-1,0 0 0,-1 1 1,4 3-1,2 6-35,0 0 0,-1 0 0,0 1 0,-1-1 0,4 17 0,15 58-239,10 30-852,-26-95-1664,17 30 0,2-5 858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4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22757,'0'28'136,"3"-9"-1656,-1-5 783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4.7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 19252,'1'0'994,"132"12"155,-57-17-1187,-56 3 97,0 0-1,-1 1 0,1 2 1,0-1-1,19 5 0,-37-5-57,0 1 0,0-1 0,0 1 0,0 0 0,0-1 0,0 1 0,0 0 0,0 0 0,0 1 0,0-1 0,0 0 0,-1 0 0,1 1 0,-1-1 0,1 1 0,-1 0 0,1-1 0,-1 1 0,0 0 0,0 0 0,0 0 0,0 0 0,0 0-1,0 0 1,0 0 0,-1 0 0,1 0 0,-1 0 0,0 0 0,1 1 0,-1-1 0,0 0 0,0 0 0,0 0 0,-1 1 0,1-1 0,-1 0 0,0 3 0,-3 9-83,0 0-1,-1 0 1,-1 0 0,-11 19-1,9-17 9,-7 20-132,-17 57-1,4-12 141,27-77 68,0-1-1,0 1 1,-1-1-1,1 0 1,-1 0-1,0 0 1,0 0-1,0 0 1,0 0-1,0 0 1,-1 0-1,1-1 1,-1 1-1,0-1 1,0 0-1,0 0 1,0 0-1,-4 2 0,5-3 138,2-10 105,1 5-252,-1-1 0,1 0 0,0 1 0,0-1 0,0 0 1,1 1-1,0-1 0,0 1 0,0 0 0,0-1 0,1 1 0,-1 0 0,1 1 0,0-1 0,0 0 0,1 1 0,-1 0 0,1-1 0,0 1 0,5-3 0,-4 4-12,0 0 0,0 0-1,1 0 1,-1 1-1,1-1 1,-1 1-1,0 1 1,1-1-1,0 1 1,-1 0-1,1 0 1,5 1-1,0 2 20,-1-1 0,1 1 0,-1 1 0,0 0-1,13 6 1,-20-8 2,0 0-1,0-1 1,0 1-1,1-1 1,-1 0-1,0 0 1,1-1-1,-1 1 1,1-1-1,-1 1 1,1-1-1,-1 0 1,1 0-1,-1-1 1,6 0-1,-5 0 8,-1-1 1,1 0-1,-1 0 0,1 0 0,-1 0 0,0 0 1,0-1-1,0 1 0,0-1 0,0 0 0,0 0 0,-1 0 1,3-4-1,2-3 28,0 1 1,0 0 0,1 0-1,0 1 1,0 0 0,1 1-1,0 0 1,1 0-1,0 0 1,0 2 0,0-1-1,13-4 1,-4 4 4,1 1 1,29-4-1,-35 7-27,0 0 0,0-1 0,0 0 0,-1-2 0,1 1-1,19-11 1,-29 13 3,0-1-1,0 0 1,0 0-1,0-1 1,-1 1-1,0-1 0,1 0 1,-1 0-1,0 0 1,-1 0-1,1 0 1,-1-1-1,0 1 1,0-1-1,0 0 1,-1 1-1,0-1 0,1 0 1,-2 0-1,1 0 1,0-8-1,-1 7 11,-1 1-1,1-1 1,-1 1-1,0-1 1,0 1-1,0-1 1,-1 1-1,0 0 1,0 0-1,0 0 1,-1 0-1,0 0 1,0 0-1,0 1 1,0-1-1,-1 1 1,1 0-1,-8-6 1,6 6-24,0 0 0,0 1 0,0 0 0,0 0 0,0 0 0,-1 0 0,1 1 0,-1 0 0,0 0 0,0 1 0,0 0 0,1 0 0,-1 0 0,0 1 0,0-1 0,0 1 0,0 1 0,0-1 0,0 1 0,0 0 0,0 1 0,0-1 0,-6 3 0,2 1 3,0 0 1,1 0 0,0 1 0,0 0 0,0 1 0,1 0 0,0 0 0,0 1 0,1 0-1,0 0 1,0 0 0,-6 12 0,5-6 44,0-1-1,0 2 0,1-1 1,1 1-1,1 0 1,0 1-1,1-1 0,0 1 1,2 0-1,-2 28 1,4-35-15,0-1 0,1 0 1,0 0-1,0 1 0,1-1 1,0 0-1,1 0 1,0-1-1,0 1 0,0 0 1,1-1-1,0 0 0,1 0 1,0 0-1,0 0 1,0-1-1,1 0 0,0 0 1,0-1-1,0 1 0,1-1 1,11 7-1,-5-6-73,0 1-1,1-1 1,-1-1-1,1-1 1,0 0 0,1-1-1,-1 0 1,1-1-1,-1 0 1,1-2 0,-1 1-1,1-2 1,0 0-1,-1-1 1,1 0-1,13-5 1,-3 0-550,-1 0-1,0-2 1,31-15 0,-29 9-1776,0 0 0,33-26 0,12-24-350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6.8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481 98 18652,'-6'-1'49,"1"-1"0,-1 1-1,1 0 1,-1 0 0,0 1 0,1 0 0,-1 0 0,0 0-1,0 1 1,1-1 0,-1 1 0,1 1 0,-1-1 0,1 1-1,-1 0 1,1 0 0,0 0 0,0 1 0,0 0 0,0 0-1,1 0 1,-1 1 0,-6 6 0,-4 4-22,1 1 1,1 1-1,0 0 0,1 1 1,-15 28-1,2 2 184,3 1-1,1 2 0,-21 80 0,-19 162 780,50-218-366,-3 143-1,14-199-519,1 1-1,0-1 0,2 0 1,0 0-1,7 20 1,-8-32-82,0 0 1,1 0 0,0 0 0,0 0-1,1 0 1,0 0 0,-1-1 0,2 0-1,-1 0 1,1 0 0,0 0-1,0-1 1,0 0 0,0 0 0,1 0-1,8 4 1,0-2-17,-1-1-1,0-1 0,1 0 1,0 0-1,0-2 1,0 0-1,0 0 0,1-2 1,-1 0-1,0 0 0,0-1 1,0-1-1,1 0 1,-1-1-1,-1-1 0,24-8 1,-12 2-22,-1-1 0,-1-1 0,0-1-1,-1-1 1,-1-1 0,0-1 0,0-1 0,24-27 0,-4-3-113,-2-1 1,-2-3-1,-3-1 1,-2-1-1,27-61 1,-41 73 101,-2 0 0,-2-1 0,-2-1 1,13-86-1,-21 101 139,-2 0 1,-1 0 0,-1 0-1,-2 0 1,0 1 0,-2-1-1,-1 0 1,-1 1 0,-11-28-1,11 41-32,-1-1 0,0 1 0,-1 0 0,0 0 0,-2 1 0,1 0 0,-2 1 0,-22-22 0,23 25-53,0 1 0,-1 1 1,1 0-1,-1 0 1,-1 1-1,1 0 0,-1 1 1,0 1-1,0 0 1,0 0-1,-23-3 0,13 6-15,1 1 0,0 0 0,-1 2 0,1 0 0,0 1 0,0 2 0,0 0 0,0 1 0,-36 16 0,19-4-7,1 1 1,0 2 0,1 2 0,-32 27-1,43-30 2,1 1 0,2 1 0,0 1 0,-28 39-1,41-50-5,1 0-1,0 1 1,1 1-1,0-1 1,1 1-1,1 0 1,0 0-1,1 1 1,0-1-1,1 1 1,-1 20-1,4-32-6,-1 1 0,1-1 0,0 1 0,1-1-1,-1 1 1,1-1 0,-1 1 0,1-1 0,0 0-1,0 1 1,0-1 0,1 0 0,-1 0-1,1 0 1,0 0 0,0 0 0,0 0 0,0 0-1,0 0 1,1-1 0,-1 1 0,1-1 0,-1 0-1,1 0 1,0 0 0,0 0 0,0 0-1,0-1 1,1 1 0,5 1 0,5 0-40,-1-1 1,1 0-1,0-1 1,0 0 0,0-1-1,25-3 1,20-5-429,84-21 0,59-28 56,-23 6-2351,5 12-4765,-31 22 4846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7.4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0 137 21044,'1'-3'54,"1"1"-1,-1-1 1,0 1-1,1-1 1,-1 1-1,1 0 1,0 0-1,0 0 0,0 0 1,0 0-1,3-2 1,29-20-44,-25 18-11,10-5-106,0 0-1,1 1 0,1 1 1,30-10-1,-35 14 47,-1 1 0,1 1 1,0 1-1,0 0 0,0 1 0,32 2 0,-43-1 60,0 1-1,0-1 1,0 1-1,0 1 1,0-1-1,0 1 1,-1 0-1,1 0 1,-1 0-1,1 0 1,-1 1-1,0 0 1,0 0-1,0 0 1,0 0-1,3 5 1,-4-4 2,-1 0 0,1 0 1,-1 0-1,0 0 0,0 0 0,-1 0 1,1 1-1,-1-1 0,0 0 0,0 1 1,-1-1-1,1 1 0,-1 0 0,0-1 1,0 1-1,0-1 0,-1 1 0,-1 4 1,-1 2 3,0-1-1,0 0 1,-1-1 0,-1 1 0,0-1-1,0 1 1,-1-1 0,0-1 0,0 1 0,-1-1-1,0 0 1,-1-1 0,-11 9 0,-4 3 43,-1-2 1,0 0 0,-41 19-1,54-30 16,0 0 0,0-1 1,0 0-1,0-1 0,-1-1 0,0 1 0,0-2 0,0 0 0,0 0 0,0-1 1,-14-1-1,25 0-56,0 0 1,0 0-1,0 0 1,0 0-1,0 0 1,-1 0-1,1-1 1,0 1-1,0 0 1,0-1-1,0 1 1,0-1 0,0 1-1,0-1 1,-1-1-1,2 2-4,0 0 1,0-1-1,0 1 1,0-1-1,0 1 0,0 0 1,0-1-1,0 1 1,1 0-1,-1-1 0,0 1 1,0 0-1,0-1 1,1 1-1,-1 0 0,0-1 1,0 1-1,1 0 1,-1 0-1,0-1 0,0 1 1,1 0-1,-1 0 1,0 0-1,1-1 0,-1 1 1,1 0-1,-1 0 1,1 0-1,5-3 49,1 0 0,0 1 0,14-4 0,29-1 125,61-2 0,-74 8-258,-1-1 0,1-2 1,-1-2-1,59-17 0,-30-4-915,3-5 212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2.3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18652,'19'5'960,"7"2"24,12 3-479,5 1-425,16-3-48,12 1 64,5 0 56,7-4 88,0-4 8,-11-2-88,-2-6-96,-15-2-240,-7-6-96,-11-3-521,-6 4-5488,-31 1 3897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2.5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24613,'66'9'200,"34"-9"-896,13-10-632,20-18 496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4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0 20132,'0'0'688,"-7"29"-335,14 9-265,3 26-104,-1 16-40,1 19-105,-5 1-95,-3 0-88,3-5-80,-2-17-1824,4-9 1248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4.7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83 22253,'117'-14'656,"20"-1"-72,8 3-464,7-2-528,-6 2-200,-22 1-24,-5 6 96,-23 5 368,-12 2 168,-16 8 96,-15-1-8,-6-4-184,-9 5-353,-9-6 201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5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 82 20860,'9'-8'30,"0"0"-1,1 0 0,0 1 0,0 0 0,1 1 0,0 0 0,0 0 0,0 1 0,1 1 0,-1 0 0,1 1 0,0 0 1,1 0-1,-1 2 0,0-1 0,0 2 0,1-1 0,-1 2 0,0 0 0,20 3 0,-28-3-74,0 0-1,0 1 1,0-1-1,0 1 1,0-1 0,0 1-1,0 1 1,0-1-1,-1 0 1,1 1-1,-1 0 1,0 0-1,0 0 1,0 0 0,0 0-1,0 1 1,-1-1-1,1 1 1,-1 0-1,0-1 1,0 1-1,0 0 1,-1 0 0,1 0-1,-1 1 1,0-1-1,-1 0 1,1 0-1,-1 1 1,1-1-1,-1 1 1,0-1 0,-1 0-1,1 1 1,-1-1-1,0 0 1,0 0-1,0 0 1,-3 6 0,-1 1 50,0 0 1,-1 0-1,0 0 1,-1-1-1,0 0 1,-1 0-1,0-1 1,-1 0-1,-10 9 1,-7 4 14,-1-2-1,-33 20 1,45-30 24,-1 0-1,0-1 1,0-1 0,-1-1-1,0 0 1,0-1-1,-1-1 1,0 0 0,-20 1-1,36-5-18,0-1-1,1 0 0,-1 0 1,0 0-1,1 0 0,-1-1 1,0 1-1,1 0 0,-1-1 1,-2 0-1,4 1-13,0 0 1,-1 0-1,1-1 0,0 1 0,0 0 0,0 0 1,0 0-1,-1-1 0,1 1 0,0 0 1,0 0-1,0 0 0,0-1 0,0 1 0,0 0 1,0 0-1,0-1 0,0 1 0,0 0 0,0 0 1,-1 0-1,1-1 0,0 1 0,1 0 0,-1 0 1,0-1-1,0 1 0,0 0 0,0 0 1,0-1-1,0 1 0,0 0 0,0 0 0,0 0 1,0-1-1,1 1 0,-1 0 0,0 0 0,0-1 1,3-1 33,-1-1 0,1 1 1,-1 0-1,1 0 0,0 0 1,0 0-1,0 0 0,0 1 1,3-2-1,19-7 77,0 2 0,0 1 0,1 1 0,38-4 0,108 0-43,-8 21-794,-40 0-993,-61-11 1040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5.8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122 133 21469,'-17'34'6,"2"1"0,1 0 1,2 1-1,2 0 1,-7 38-1,16-60-146,-2 0 0,0 0 0,-1 0-1,0-1 1,-13 26 0,16-37 1247,0-10-1010,-1 0 0,2 0 0,-1 0 0,1 0 0,0 0 0,1 0 0,0-1 0,3-12 0,4-8-389,12-28 0,-14 41 275,2-2 22,-1 0 0,2 0 1,1 1-1,0 1 0,1 0 0,0 0 1,2 1-1,17-17 0,-21 23 47,1 0 0,0 1 0,0 1 0,0 0 0,1 0 0,0 1 1,1 0-1,-1 1 0,1 0 0,0 1 0,1 0 0,-1 1 0,19-2 0,-27 4-52,0 1 1,0 0 0,-1 0-1,1 0 1,0 1-1,0-1 1,0 1-1,0 0 1,0 0-1,-1 1 1,1-1 0,0 1-1,-1-1 1,1 1-1,-1 0 1,0 1-1,0-1 1,4 4-1,-3-2-1,0 1-1,0 0 0,0 0 1,-1 1-1,0-1 0,0 1 1,0 0-1,0-1 0,-1 1 1,2 10-1,-1-3-2,-1 1 0,0 0 0,-1 0 0,0 0 0,-1 0 0,-1 0 0,0 0 0,-1 0 0,-5 20 0,5-27 4,0-1 1,1 0-1,-1 0 1,0 0 0,-1 0-1,1-1 1,-1 1 0,0-1-1,-1 0 1,-6 8 0,10-12-1,0-1 0,0 0 0,0 0 0,0 1 0,-1-1 0,1 0 0,0 0 0,0 0 0,0 1 0,-1-1 0,1 0 0,0 0 0,0 0 0,0 0 0,-1 1 0,1-1 0,0 0 0,0 0 0,-1 0 0,1 0 0,0 0 0,0 0 0,-1 0 0,1 0 0,0 0 0,-1 0 0,1 0 0,0 0 0,0 0 0,-1 0 0,1 0 0,0 0 0,0 0 0,-1 0 0,1 0 0,0 0 0,0 0 0,-1-1 0,1 1 0,0 0 0,-1 0 0,0-14-9,6-18-12,1 5 22,1 0-1,1 0 1,2 1-1,0 0 1,2 1-1,1 0 1,1 1-1,1 1 1,25-31 0,-34 48 6,0-1 0,0 1 0,1 0 0,10-7 0,-15 11-3,1 1 1,-1-1 0,1 1 0,-1 0 0,1 0 0,-1 0 0,1 0 0,0 1 0,-1-1-1,1 1 1,0-1 0,-1 1 0,1 0 0,0 0 0,0 0 0,-1 1 0,1-1 0,4 1 0,-1 2 8,-1-1 1,1 1 0,-1 0 0,0 0 0,0 1 0,0 0 0,0 0 0,-1 0 0,1 0-1,-1 0 1,0 1 0,4 6 0,7 12 36,18 37 0,-13-24-30,-8-14 2,1 0 0,2-1 0,0 0 0,23 23 0,-33-39-156,1 0-1,0 0 1,0-1-1,0 1 1,0-1-1,1-1 1,0 1-1,8 2 1,-10-4-196,0-1 0,0 0 0,0 0 0,1-1 1,-1 1-1,0-1 0,0 0 0,0 0 0,1-1 1,-1 0-1,0 0 0,0 0 0,6-2 0,37-20-2941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6.6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1356 1 18724,'-142'124'1442,"-307"206"-1,314-243-549,-229 155 2060,352-234-2866,9-7-74,0 1 1,0-1 0,0 1 0,1 0 0,-1 0 0,1 0 0,-1 1-1,1-1 1,0 1 0,-1-1 0,1 1 0,1 0 0,-1-1 0,-1 5-1,3-7-14,0 1 0,0-1-1,0 1 1,0 0 0,0-1-1,0 1 1,0-1 0,1 1-1,-1 0 1,0-1 0,1 1-1,-1-1 1,0 1-1,1-1 1,-1 1 0,0-1-1,1 1 1,-1-1 0,1 1-1,-1-1 1,1 0 0,-1 1-1,1-1 1,-1 0 0,1 1-1,0-1 1,-1 0-1,2 1 1,20 5-111,-17-5 80,57 9-340,76 4 1,2-1 182,59 25 162,-170-30 32,-1 1 0,0 1-1,-1 1 1,46 27 0,-68-35-12,0 0 0,0 0 0,0 1 0,-1 0 0,0 0 0,0 1 0,0-1 0,0 1 0,5 7 0,-8-9-7,0 0 0,1 0 0,-1-1 0,0 1-1,-1 0 1,1 0 0,0 0 0,-1 0 0,0 0 0,1 0 0,-1 0 0,-1 0 0,1 0-1,0 0 1,-1 0 0,1 0 0,-1 0 0,0 0 0,0 0 0,0 0 0,-2 3 0,-7 8-70,0 1 1,-1-2 0,0 0 0,-2 0 0,1-1 0,-1 0 0,-17 10 0,-78 54-415,-175 92-1,173-107 383,62-33 103,-132 77 190,126-71 161,-56 48-1,108-81-316,-1 1 0,1 1 0,-1-1 0,1 0 0,0 0 0,0 1 0,0-1 0,0 1 0,-2 5 0,3-7-21,1-1-1,0 1 0,0-1 1,0 0-1,0 1 0,0-1 1,0 1-1,0-1 0,0 0 0,1 1 1,-1-1-1,0 1 0,0-1 1,0 0-1,0 1 0,0-1 1,1 0-1,-1 1 0,0-1 1,0 0-1,1 1 0,-1-1 0,0 0 1,0 1-1,1-1 0,-1 0 1,0 0-1,1 0 0,-1 1 1,0-1-1,1 0 0,-1 0 1,1 0-1,-1 0 0,0 1 1,1-1-1,-1 0 0,1 0 0,-1 0 1,0 0-1,1 0 0,8 0-77,0 0 0,-1-1-1,1 0 1,-1 0 0,17-5-1,340-99-864,139-34 477,-277 94-1419,-3 15-5331,-104 20 4899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6.9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21477,'3'55'408,"7"-5"-520,8-2-873,8-18 257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7.1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0 156 25397,'33'-7'393,"9"-6"-193,20-22-1185,2-8-631,14-14 680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7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43 24349,'36'-8'80,"14"3"-392,23-6-1216,3-3-5338,2 9 3258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7.7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0 118 21389,'45'-8'712,"9"-11"896,26-19-6865,3-14 1360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7.9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 13643,'-5'31'2801,"-2"5"2040,5 13-4289,-1 8-80,6 3-120,2 6-80,1 7-240,-1-6-128,-5-1-240,7-16-144,-7-22-681,8-6-6896,6-38 6424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8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216 39 12475,'4'32'65,"-1"-17"-1225,-2 1 1,0 26-1,-1-35 837,-1-1 0,0 0 0,0 0 0,-1 0 0,1 0 0,-1-1 0,-1 1 0,1 0 0,-1-1 0,-5 9 0,-18 21 1469,13-19 1848,-24 23-1,32-33-2397,0-1 0,-1 0 0,0-1 0,0 1 1,0-1-1,-1-1 0,1 1 0,-1-1 0,0 0 0,0 0 0,0-1 0,0 0 0,-12 1 0,18-2-586,1-1 0,-1 0 0,0 0 0,0 0 0,0 0 0,1 0 0,-1 0 0,0 0 0,0 0 0,0 0 0,1 0 0,-1-1 0,0 1 0,0 0 0,0 0 0,1-1 0,-1 1 0,0-1 0,1 1 0,-1-1 0,0 1 0,1-1 0,-1 1 0,0-1 0,1 1 0,-1-1 0,1 0 1,-1 1-1,1-1 0,0 0 0,-1 1 0,1-1 0,0 0 0,-1 0 0,1 0 0,0 1 0,0-1 0,0 0 0,0 0 0,-1 0 0,1 1 0,0-1 0,0 0 0,1 0 0,-1 0 0,0 1 0,0-1 0,0 0 0,0 0 0,1 0 0,-1 1 0,0-1 0,1-1 0,1-4-11,1 1 0,0-1-1,0 0 1,0 1 0,5-7-1,25-31 57,2 2 1,71-65-1,-97 98-38,0 1 0,0 0 0,1 1 0,0 0 0,0 0 0,0 1 0,1 0 0,17-5 1,-24 9-6,0 1 1,-1-1-1,1 0 1,0 1-1,-1 0 1,1 0-1,0 0 1,0 0-1,-1 1 1,1-1 0,0 1-1,-1 0 1,1 0-1,-1 0 1,1 1-1,-1-1 1,0 1-1,1 0 1,-1 0-1,0 0 1,0 0 0,0 1-1,0-1 1,-1 1-1,1-1 1,-1 1-1,0 0 1,1 0-1,-1 0 1,1 4-1,11 20 32,-2 1-1,-2 0 1,0 0-1,-2 1 1,-1 1-1,-1-1 1,-2 1-1,-1 0 1,-1 34-1,-2-61-29,2-8-9,0 0 0,-1 0 1,0 0-1,0-1 1,0 1-1,-1 0 1,0-7-1,1-9 9,2-6-3,1 0 1,2 0 0,0 1-1,18-46 1,-19 60-9,0 0 1,1 1-1,1 0 1,0 0 0,0 1-1,1 0 1,0 0-1,1 0 1,0 1-1,0 1 1,1 0-1,17-12 1,-22 17-3,0 1 0,0-1 1,0 1-1,0 0 0,1 0 0,-1 0 1,1 1-1,-1 0 0,1 0 0,0 0 1,-1 1-1,1 0 0,0 0 0,0 0 1,-1 1-1,1 0 0,0 0 0,-1 0 1,1 1-1,5 2 0,-3 0 1,0 0 1,-1 0-1,0 1 0,1 0 0,-2 0 0,1 1 0,-1 0 1,1 0-1,-2 1 0,1 0 0,-1 0 0,8 13 1,28 66-29,-32-62-8,2 0 0,1-1 1,19 29-1,-26-46-32,-1 0 0,1 0 0,0-1-1,1 0 1,-1 0 0,1 0 0,0 0 0,0-1 0,1 0 0,-1-1 0,1 1 0,0-1 0,0 0 0,0-1-1,0 0 1,8 2 0,-6-3-525,0 0-1,0-1 1,0 0 0,1 0-1,-1-1 1,0 0-1,0-1 1,-1 0 0,1 0-1,13-6 1,36-20-2300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30.7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407 12 14123,'-38'-12'1984,"-5"12"1169,-2 7-2513,-5 30-304,-2 14 40,4 32 225,3 21-137,12 38 16,5 17-48,12 21-192,8 0-96,11-13-128,11-13-32,14-31-200,6-17-152,13-41-448,7-16-1449,17-49 1049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31.3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142 0 20108,'-5'1'27,"0"-1"0,0 1-1,1 0 1,-1 0 0,0 0-1,0 1 1,1-1 0,-1 1 0,1 0-1,0 1 1,-1-1 0,-4 5-1,5-3-113,1-1 0,0 1 0,-1 0 0,2 1 0,-1-1 0,0 1-1,1-1 1,0 1 0,0 0 0,0 0 0,1 0 0,-2 6 0,-5 25 179,2-1 0,2 1 0,1 0 1,2 0-1,1 0 0,8 57 0,-7-87 26,0-1 0,0 1 0,1-1 0,-1 1-1,1-1 1,6 10 0,-8-13-94,2-1-1,-1 1 1,0-1-1,0 1 1,0-1-1,1 1 1,-1-1 0,1 0-1,-1 0 1,1 0-1,0 0 1,-1 0-1,1 0 1,0 0-1,0 0 1,-1-1-1,1 1 1,0-1 0,0 1-1,0-1 1,0 0-1,0 0 1,0 0-1,2 0 1,4-1 1,-1-1 1,1 0 0,-1 0-1,1 0 1,-1-1-1,0 0 1,0-1-1,0 0 1,0 0-1,11-9 1,9-9-38,26-27 0,-42 38 2,22-25-58,-1-2 0,-2-1 0,48-85 0,-69 108 74,-6 12 7,0-1 0,0 0 1,1 1-1,-1 0 0,1 0 0,0 0 0,4-4 0,-6 7-6,-1 0-1,0 1 1,0-1-1,0 1 1,0-1-1,0 1 1,1-1 0,-1 1-1,0-1 1,0 1-1,1 0 1,-1 0-1,0 0 1,0 0 0,1 0-1,-1 0 1,0 0-1,1 0 1,-1 0-1,0 1 1,0-1 0,1 1-1,-1-1 1,0 1-1,0-1 1,0 1-1,0-1 1,0 1 0,1 0-1,-1 0 1,-1 0-1,1-1 1,0 1 0,0 0-1,1 2 1,6 8 12,0 0 0,-1 1 0,-1 0 0,0 0 0,-1 1 0,0-1 1,6 26-1,-6-21-30,19 74-307,21 183-1,-35-197 194,-5-40-56,-1 0 0,-2 0 0,-4 56 0,1-79 146,-1-1-1,0 0 0,-2 0 0,1 0 0,-1 0 1,-1 0-1,0-1 0,-1 0 0,-1 0 0,1-1 1,-2 1-1,0-1 0,-10 11 0,8-11 153,0-1 0,-1-1-1,0 0 1,-1 0 0,0-1 0,0 0-1,-1-1 1,0-1 0,0 0 0,0 0-1,-1-2 1,0 0 0,0 0 0,0-1-1,0-1 1,0 0 0,-1-1 0,1-1-1,-1 0 1,1-1 0,-1 0 0,1-1-1,0-1 1,0 0 0,0-1-1,0-1 1,-14-6 0,12 3-84,1 0 0,0-1 0,0 0 0,1-1 0,0-1 0,1 0 0,1-1 0,-1 0 0,-15-22 0,21 24-90,0-1 1,1 1-1,0-2 1,0 1-1,1 0 1,1-1-1,0 0 1,1 0-1,0-1 1,1 1-1,0 0 1,1-1-1,1-24 1,1 20-241,2-1 1,0 1-1,0 0 1,2 0 0,6-19-1,-4 20-632,1 0-1,0 0 0,1 1 1,0 0-1,13-16 0,-2 10-584,27-25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31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1 23749,'-14'14'552,"3"-1"-440,-1 5-768,7 3-1336,0-2-7442,1 1 7465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31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25918,'26'26'432,"12"-4"-272,17-15-1865,8-15 913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32.0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0 125 23405,'11'-5'968,"22"-4"232,12 1-679,32-3-890,13 3-319,4 3-448,-3 1-16,-16 1 304,-10-3 304,-14 1 360,0-5-97,-19-13-1039,11-4 888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32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175 0 25285,'-4'5'46,"0"0"-1,1 0 1,0 1-1,0-1 1,0 1-1,1 0 0,-1 0 1,1 0-1,1 0 1,-1 0-1,1 0 1,0 0-1,0 10 0,1 5-723,2-1-1,6 37 1,-4-30 197,-1-8 441,0-1-1,1 1 1,1-1 0,1 0 0,0 0-1,13 23 1,-16-35 119,1 0-1,0-1 1,0 1-1,0-1 0,1 0 1,-1 0-1,1-1 1,0 1-1,1-1 1,-1 0-1,1-1 1,0 1-1,0-1 1,0 0-1,0 0 1,0-1-1,1 0 0,-1 0 1,1-1-1,-1 1 1,10 0-1,-2-2-129,0-1 0,0 0 0,1 0 0,-1-1 0,-1-1 0,1-1 0,0 0 0,-1 0-1,0-1 1,0-1 0,0 0 0,23-16 0,-16 8 9,0-1-1,-1-1 1,-1-1-1,0 0 1,-1-1-1,22-31 1,-33 40 150,0-1 0,0 0 0,0 0 0,-1-1 0,-1 1 0,0-1 0,0 0 0,3-18 0,-7 25 61,0 6-61,2 51-115,16 105 0,27 49-402,-11-57-332,-26-110 498,4 13-474,8 96-1,-19-133 642,-1 0-1,0 1 1,-2-1 0,0 0-1,0 0 1,-2 0 0,0 0-1,0-1 1,-2 1 0,-10 20-1,7-20 204,-1-1 0,-1-1 0,0 1-1,-1-2 1,-1 0 0,0 0 0,-1-1-1,0-1 1,0 0 0,-1-1 0,-1-1 0,0 0-1,0-1 1,0-1 0,-1-1 0,-26 7 0,20-7 10,-1 0 0,0-2 1,0-1-1,-1-1 1,1-1-1,0-1 1,-1-2-1,1 0 1,0-1-1,0-2 1,-40-12-1,51 13-149,1-2 0,-1 0 0,1 0 0,1-1 1,-1 0-1,1-1 0,0 0 0,1-1 0,0 0 0,-12-16 0,11 12-79,1-2 1,0 0-1,1 0 0,1 0 0,0-1 1,2 0-1,-8-23 0,7 7-356,0 0 0,2 0-1,2 0 1,1-1 0,1 1-1,1-1 1,3 1 0,7-44 0,-3 38-1478,19-57 1,29-33-722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33.0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23645,'0'0'1872,"0"2"-2496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33.3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87 26430,'40'-7'208,"1"-7"-504,16-16-2313,-3-6 1409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33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0 370 23261,'101'-48'2306,"38"-37"-4219,-101 57 1138,-1-1-1,47-48 1,-25 21 977,-2 11 614,-55 43-657,0 3-150,-1-1 1,1 1 0,-1 0-1,0-1 1,1 1-1,-1 0 1,0 0 0,0 0-1,1 0 1,-1 0-1,0 0 1,0 0 0,0 1-1,0-1 1,0 0 0,0 3-1,0-4-3,1 4 7,0 1-1,-1-1 1,1 0-1,-1 1 1,0-1-1,0 1 1,-1-1-1,1 1 0,-1 0 1,0 6-1,0 4 31,1-2-8,9 108 268,-8-102-272,2 0 1,0 0-1,1-1 1,10 23-1,-14-38-38,-1-1 0,2 1 0,-1-1 0,0 1 0,1-1 0,-1 0-1,1 0 1,-1 1 0,1-1 0,0 0 0,0 0 0,0-1 0,0 1 0,0 0 0,1-1 0,-1 1 0,0-1 0,1 0 0,-1 1-1,1-1 1,0-1 0,-1 1 0,1 0 0,0-1 0,-1 1 0,1-1 0,3 1 0,4-3-236,0 1 0,0-1 0,-1 0-1,1-1 1,-1 0 0,12-6 0,4-1-1194,15-2-4584,0 1 3184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34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 23717,'8'-3'91,"1"0"-1,-1 1 0,1 0 1,-1 0-1,1 1 1,0 0-1,0 0 1,0 1-1,0 0 1,15 3-1,-5 0-122,-1 1-1,0 1 1,-1 1 0,20 8 0,-13-2 29,0 1 1,0 1 0,-2 2 0,0 0 0,0 1 0,-2 1 0,0 0-1,-1 2 1,31 43 0,-21-22 41,-3 2 0,-1 0 0,-2 2 0,26 70 0,-23-34 7,-3 1 0,-3 0 0,-4 2 0,9 156 0,-22-122-217,-5-1 1,-34 229 0,20-257-441,-49 152 0,52-202 329,-2-2-1,-1 1 1,-2-2-1,-2-1 0,-1 0 1,-33 40-1,44-63-108,-1 0-1,-17 14 0,-16 4-384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35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18356,'3'1'805,"7"2"-660,0-1 0,0-1-1,0 0 1,0 0-1,-1-1 1,1 0 0,0 0-1,14-4 1,29 1 617,-2 1-25,-28 1-431,1 0 0,37 5 0,-59-4-306,0 1 1,0-1 0,0 1-1,0-1 1,0 1 0,0 0-1,0-1 1,0 1 0,-1 0-1,1 0 1,0 1 0,-1-1-1,1 0 1,-1 0 0,1 1-1,-1-1 1,1 1 0,-1-1-1,0 1 1,2 3 0,-2-2-1,0 0 0,0 1 0,0-1 0,0 1 1,-1-1-1,1 0 0,-1 1 0,0-1 0,0 1 1,0-1-1,-1 5 0,-2 7 4,-1 0 1,0 0-1,-1 0 1,-8 16-1,-2-1 56,-28 42-1,28-51 74,2 1-1,1 0 0,-17 42 0,28-61-109,0 0-1,0-1 0,0 1 0,1 0 0,-1 0 0,1-1 0,0 1 0,0 0 1,0 0-1,0-1 0,0 1 0,1 0 0,-1 0 0,1-1 0,0 1 0,1 4 1,0-5-12,-1 0 1,1 0 0,-1-1-1,1 1 1,0 0 0,0 0-1,0-1 1,0 1 0,0-1-1,0 0 1,0 1 0,0-1-1,1 0 1,-1 0 0,1-1-1,-1 1 1,0 0 0,1-1-1,-1 0 1,3 1 0,12 0-108,0 0 0,0-1 0,0-1 0,0-1 0,0 0-1,-1-1 1,32-10 0,-3-3-1124,70-34-1,-24 1-225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47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0 188 8506,'459'13'8230,"-338"-4"-7498,651 33 545,408-75-706,-433 2-558,629-19-63,476-41-632,-625 53-6563,-970 29 6455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48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0 145 10146,'1417'-17'4445,"84"-36"-3578,-90 1 787,-261 49-2042,-925-6-2685,-136-2 1897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49.6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10 512 11835,'-1'0'-68,"1"0"0,-1 0 0,1 0 0,0 0 1,-1 0-1,1 0 0,-1 0 0,1-1 1,0 1-1,-1 0 0,1 0 0,0 0 1,-1-1-1,1 1 0,0 0 0,-1 0 1,1-1-1,0 1 0,0 0 0,-1-1 1,1 1-1,0 0 0,0-1 0,0 1 1,-1 0-1,1-1 0,0 1 0,0 0 0,0-1 1,0 1-1,0-1 0,0 1 0,0-1 1,10-9-1119,-3 7 945,-1 0-1,0 1 1,1 0-1,8-2 1,451-61 8457,72 32-6144,-156 10-1918,2339-125 1551,-1612 93-1446,92-20-359,-215 12-2538,-672 46 1747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24.0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467 5002 8610,'-11'16'-20,"0"0"0,-1-1 0,-1-1 0,-1 0 0,0 0 0,0-1 0,-2-1 0,1-1 0,-28 15 0,23-14-616,-111 64 584,97-55 3713,-52 46-1,56-45 228,27-20-3075,9-7-281,275-306 972,-271 299-1463,541-667 1310,12-13-627,578-636 279,-368 376-938,-306 342-64,-67 79-774,-377 494-528,-2-1 1,24-61-1,-28 62-662,-7 16 896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05.7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665 1313 11618,'-60'2'756,"1"-3"0,-94-12-1,117 6-1108,0 0-1,1-3 1,0-1 0,1-1 0,-47-24-1,21 12 1127,45 19 418,1 0 0,-22-12 0,34 16-718,1 1 124,-7-1 1197,9 1-1768,-1 0 0,0 0-1,0 0 1,0 0-1,0 0 1,0 0 0,0 0-1,0 0 1,1 0 0,-1 0-1,0 0 1,0 0 0,0 0-1,0 0 1,0 0 0,0 0-1,0 0 1,0 0-1,1-1 1,-1 1 0,0 0-1,0 0 1,0 0 0,0 0-1,0 0 1,0 0 0,0 0-1,0 0 1,0 0-1,0 0 1,1 0 0,-1-1-1,0 1 1,0 0 0,0 0-1,0 0 1,0 0 0,0 0-1,0 0 1,0 0 0,0-1-1,0 1 1,0 0-1,0 0 1,0 0 0,0 0-1,0 0 1,0 0 0,0 0-1,0-1 1,0 1 0,0 0-1,0 0 1,0 0-1,0 0 1,-1 0 0,1 0-1,0 0 1,0 0 0,0 0-1,0-1 1,0 1 0,0 0-1,0 0 1,0 0 0,0 0-1,0 0 1,-1 0-1,16-6-11,0 1-1,0 1 0,0 0 0,1 1 1,18-1-1,6-3-10,85-18 249,0-5-1,127-50 1,378-134 387,18 51-617,-151 74-65,2 0 29,-5-28-337,-159 10-1368,-9-20-5662,-139 41 4920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12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337 13 21453,'3'7'1170,"3"10"-1116,-1 0-1,-1 1 0,0-1 0,-1 1 0,-1 0 0,-1 0 0,0 0 0,-2 0 1,0 0-1,-3 18 0,-6 21-85,-32 102 1,-24 29 209,-103 204 0,158-368-138,7-14-23,0-1 0,0 1 0,-1-1 1,-1 0-1,1 0 0,-2-1 0,-11 14 0,16-20-83,0-15 11,0 1 0,0 0 0,2-1 1,-1 1-1,2-1 0,1-16 0,18-75-419,-10 63 408,43-291 475,-48 273-273,-3-1 0,-2 1 0,-13-95 0,13 150 140,1 29-103,1 0 1,2-1-1,6 26 0,5 26-136,-8-16-35,-1 1 0,-4 0 0,-2 0 0,-12 91 0,11-147 25,1-27-26,6-2-30,1 0 0,11-25-1,-4 13-11,57-146-191,-27 74-298,48-181 0,-87 272 471,-4 12 43,1-1 1,-1 0-1,0 0 1,0 0-1,0 0 1,-1 0-1,0 0 1,-1-8-1,1 14 19,0-1 0,0 1 0,0-1 0,0 1 1,0-1-1,0 1 0,0-1 0,0 1 0,-1-1 0,1 1 0,0-1 1,0 1-1,-1 0 0,1-1 0,0 1 0,-1-1 0,1 1 0,0 0 1,-1-1-1,1 1 0,0 0 0,-1 0 0,1-1 0,-1 1 0,1 0 1,-1 0-1,1-1 0,0 1 0,-1 0 0,1 0 0,-1 0 0,1 0 1,-1 0-1,1 0 0,-1 0 0,1 0 0,-1 0 0,1 0 0,-1 0 1,1 0-1,-1 0 0,1 0 0,-1 0 0,1 1 0,-1-1 0,1 0 1,-1 0-1,1 0 0,0 1 0,-1-1 0,1 0 0,-1 1 0,1-1 1,-1 1-1,-26 25 224,13-8-153,0 2-1,2 0 1,0 0-1,1 1 1,-11 31 0,2 2-10,-13 64 1,-37 344 21,65-414-74,31-113-100,22-93-147,-19 56-13,5 1 1,56-117-1,-84 205 198,2 0 1,15-23 0,-23 36 46,0 0 1,0 0-1,0 0 1,0 0 0,0 0-1,0 0 1,0 0-1,0 0 1,0 0-1,0 0 1,0 0 0,0 0-1,0 0 1,0 0-1,0 0 1,0 0 0,-1 0-1,1 0 1,0 0-1,0 0 1,0 0 0,0 0-1,0 0 1,0 0-1,0 0 1,0 0-1,0 0 1,0 0 0,0 0-1,0 0 1,0 0-1,0 0 1,0 0 0,0 0-1,0 0 1,0 0-1,0-1 1,0 1-1,0 0 1,0 0 0,0 0-1,0 0 1,0 0-1,0 0 1,0 0 0,0 0-1,0 0 1,0 0-1,0 0 1,-7 4-13,-5 7 39,1 0 0,0 1 0,1 1 0,0 0 0,1 0 0,-8 18 0,-40 91 337,-84 295 190,140-445-711,28-166-382,-5 48 306,11-119 120,-32 263 175,-4 6 73,-14 32-16,2 0 1,2 2 0,1-1-1,-9 48 1,7-26-75,0-9-15,2-8 17,2 0-1,-9 75 1,21-92-40,-2-24-6,0-1-1,0 1 1,0-1 0,0 0-1,1 1 1,-1-1 0,0 1-1,0-1 1,0 0 0,1 1 0,-1-1-1,0 0 1,0 1 0,1-1-1,-1 0 1,0 1 0,1-1-1,-1 0 1,0 0 0,1 1-1,-1-1 1,0 0 0,1 0-1,-1 0 1,0 1 0,1-1-1,0 0 1,1-1-8,0 0 0,0 0 0,0 0 0,-1 0 0,1 0 0,0 0 0,0-1 0,-1 1 0,1-1 0,-1 1 0,1-1 1,-1 0-1,0 1 0,0-1 0,1 0 0,-1 0 0,1-2 0,47-84-303,53-132 1,-72 152 215,-23 52 74,13-30-65,20-65 1,-39 109 84,-1 1 1,1 0-1,-1-1 1,1 1-1,-1-1 1,0 1-1,0-1 1,1 1-1,-1-1 1,0 1-1,-1-1 1,1 1-1,0-1 1,0 1-1,-1-2 0,1 2 3,-1 1-1,1 0 0,-1 0 0,1 0 1,0 0-1,-1 0 0,1-1 0,-1 1 0,1 0 1,-1 0-1,1 0 0,0 0 0,-1 0 0,1 0 1,-1 0-1,1 1 0,-1-1 0,1 0 1,0 0-1,-1 0 0,1 0 0,-1 0 0,1 1 1,0-1-1,-1 0 0,1 0 0,0 1 0,-1-1 1,1 0-1,0 1 0,-1 0 0,-4 3 0,-1 1-1,2 0 1,-1 1-1,0-1 0,-6 12 1,-5 15-24,0 2-1,3 0 1,-19 67 0,-13 114-765,25-97 425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16.9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431 350 16804,'3'-21'306,"0"-1"0,-1 1 0,-2 0 0,0-1 0,-1 1 1,-4-25-1,3 39-310,1 0-1,-1 0 1,0 0 0,0 1 0,-1-1 0,1 1 0,-1-1-1,-1 1 1,0 0 0,0 0 0,0 1 0,0-1 0,-1 1-1,0 0 1,0 0 0,0 0 0,-1 1 0,1 0-1,-1 0 1,0 0 0,0 1 0,-10-4 0,10 5 54,-1 0 1,1 0 0,-1 1-1,0 0 1,0 0 0,1 1-1,-1 0 1,0 0 0,0 1-1,0-1 1,1 1 0,-1 1-1,0-1 1,1 1 0,-1 1-1,1-1 1,0 1 0,0 0-1,0 0 1,-9 7 0,5-3 40,1 1 1,1 0-1,-1 0 1,1 1-1,1 0 1,-1 0-1,1 0 1,1 1-1,0 0 1,1 1-1,-5 11 0,-4 18-16,3 0-1,-9 59 0,16-79-62,4-19-9,0 0-1,-1 0 0,1 0 1,0 1-1,0-1 0,0 0 1,0 0-1,0 0 1,0 1-1,0-1 0,0 0 1,1 0-1,-1 1 0,0-1 1,1 0-1,-1 0 1,1 0-1,0 0 0,-1 0 1,1 0-1,0 0 0,-1 0 1,1 0-1,1 1 0,0-1 10,-1 0-1,1 0 1,0 0-1,-1-1 1,1 1-1,0 0 1,0-1-1,0 0 1,0 1-1,-1-1 0,1 0 1,0 0-1,0 0 1,2 0-1,2-1 35,0 0 0,0 0 0,0 0 0,0-1 0,0 0-1,-1 0 1,1 0 0,-1-1 0,7-3 0,-3-2 6,0 0 0,-1 0 0,0-1 0,-1 0 0,0 0 1,0-1-1,7-13 0,-3 3-9,-1-1-1,13-39 1,-22 57-40,0 0-1,0-1 1,0 1-1,-1 0 0,1 0 1,-1 0-1,0-1 1,0 1-1,0 0 1,0-1-1,-1 1 1,1 0-1,-1 0 1,0 0-1,0 0 1,0-1-1,-3-4 1,3 6-10,-1 1 1,1-1-1,-1 1 1,1-1-1,-1 1 1,0 0-1,0 0 1,1 0-1,-1 0 1,0 0-1,0 0 1,0 0-1,0 0 1,0 1-1,0-1 1,-1 1-1,1 0 1,0 0-1,0 0 1,0 0-1,0 0 1,0 0-1,0 0 1,-1 0-1,1 1 1,0-1-1,0 1 1,-3 1-1,-5 2-13,-1 0 0,1 1 0,0 0 0,0 0 0,0 1 0,1 1-1,-14 11 1,9-6-5,1 2 0,0-1 0,-21 31 0,30-39 25,1 1 0,0-1 0,0 1 0,0 0 0,1 0 0,0 1 0,0-1 0,1 0 0,-1 1 0,1-1 0,1 1 0,-1-1 0,1 1 0,0-1 0,1 1 0,0-1 0,0 0 0,0 1 0,0-1 0,1 0 0,0 1 0,1-1 0,-1 0 0,1-1 0,1 1 0,-1 0 0,1-1 0,-1 0 0,2 0 0,-1 0 0,0 0 0,1-1 0,9 8 0,-10-10-1,0 0 1,-1-1 0,1 1-1,0-1 1,0 0 0,0 0-1,0 0 1,0 0 0,0-1-1,0 1 1,0-1 0,0 0-1,0-1 1,0 1 0,0-1-1,0 0 1,0 0 0,0 0-1,0 0 1,0 0 0,0-1-1,-1 0 1,5-2 0,2-2-1,1-1-1,-1 0 1,-1 0 0,1-1 0,-1 0 0,10-13 0,-6 6 6,-1-1 1,-1 0-1,18-36 1,-23 41-2,-2-1 0,1 0 0,-1 1 1,-1-1-1,0-1 0,-1 1 0,2-18 1,-4 25-5,-1-1-1,1 0 1,-1 1 0,0-1 0,-1 1 0,1 0 0,-1-1 0,0 1-1,0 0 1,-1 0 0,0 0 0,0 0 0,0 1 0,0-1-1,-1 1 1,1 0 0,-1 0 0,0 0 0,-1 0 0,1 1 0,0 0-1,-1 0 1,0 0 0,0 0 0,0 1 0,0-1 0,0 1-1,-1 1 1,1-1 0,0 1 0,-1 0 0,1 0 0,-1 0 0,-5 1-1,6 0-2,1 1 1,0-1-1,-1 1 0,1 0 0,0 1 0,0-1 0,0 1 0,0-1 0,0 1 0,0 0 1,1 1-1,-1-1 0,0 1 0,1-1 0,0 1 0,0 0 0,0 0 0,0 0 0,0 1 1,1-1-1,-1 1 0,-1 4 0,0-1 3,0 0 0,1 1 0,0-1 0,0 1 0,0 0 0,1-1 0,1 1 0,-1 0 0,1 0 0,0 16 0,2-19 0,-1 1 1,1-1 0,0 1-1,1 0 1,-1-1-1,1 0 1,0 1 0,0-1-1,1 0 1,-1 0 0,1 0-1,0-1 1,1 1 0,-1 0-1,1-1 1,0 0-1,7 6 1,-7-7 0,-1-1 1,1 1-1,0-1 0,0 0 1,0-1-1,0 1 0,0-1 0,0 1 1,0-1-1,0 0 0,1-1 1,-1 1-1,0-1 0,1 0 1,-1 0-1,0 0 0,1 0 1,-1-1-1,0 0 0,0 0 0,1 0 1,-1 0-1,6-4 0,-2 1 5,0 0-1,-1-1 0,1 0 0,-1 0 0,0-1 0,0 0 0,-1 0 1,0-1-1,0 0 0,0 0 0,-1 0 0,0-1 0,-1 0 0,1 1 1,-2-2-1,1 1 0,3-11 0,-3 3 4,0 0 0,-1 0 0,-1 0 0,0-1 0,-1 1 0,-1 0 0,0-1 0,-5-27 0,5 41-11,-1 0 1,1 1-1,-1-1 1,0 0-1,0 0 0,0 0 1,-1 1-1,-2-6 1,3 8 0,1-1 0,-1 0 0,0 0 1,1 1-1,-1-1 0,0 1 0,1-1 1,-1 1-1,0-1 0,0 1 0,0-1 1,0 1-1,0 0 0,1-1 0,-1 1 1,0 0-1,0 0 0,0 0 0,0-1 0,0 1 1,0 0-1,0 0 0,0 1 0,0-1 1,0 0-1,0 0 0,0 0 0,1 1 1,-1-1-1,0 0 0,0 1 0,0-1 0,-1 1 1,-3 2-6,1 0 0,-1 1 0,0-1 0,1 1 0,0 0 0,0 0 0,0 0 0,-6 10 0,-23 42-15,31-52 22,-63 132-8,56-115 11,2 1 0,0 0 0,2 1 0,-5 32-1,10-47 2,-1 1 0,2-1 0,-1 1-1,1-1 1,3 12 0,-4-17-4,1 0 1,0 0-1,0 0 0,0 0 0,0 0 1,0 0-1,1 0 0,0 0 1,-1-1-1,1 1 0,0-1 1,0 1-1,0-1 0,1 0 0,-1 0 1,4 3-1,-5-4 0,0-1-1,0 0 1,0 1 0,0-1-1,0 0 1,0 1-1,0-1 1,0 0 0,0 0-1,0 0 1,0 0-1,0 0 1,0 0 0,0 0-1,0 0 1,0-1-1,-1 1 1,1 0 0,0 0-1,0-1 1,0 1-1,0-1 1,0 1 0,0-1-1,0 1 1,-1-1-1,1 0 1,0 1 0,0-1-1,-1 0 1,1 1-1,0-1 1,-1 0 0,1 0-1,-1 0 1,1 0-1,0-1 1,2-5 9,0 0-1,0 0 1,4-14-1,-7 20-7,10-33 42,19-75 40,-27 99-82,-1-1 0,0 1 0,0-1 0,-1 0 0,0 1-1,-1-1 1,0 1 0,-3-13 0,3 21-4,1-1 1,-1 1-1,0-1 1,0 1-1,0 0 0,0-1 1,0 1-1,0 0 0,-1 0 1,1 0-1,-1 0 0,0 0 1,1 0-1,-1 0 1,0 0-1,0 1 0,0-1 1,0 1-1,-1-1 0,1 1 1,0 0-1,-1 0 0,1 0 1,0 0-1,-1 0 1,1 1-1,-1-1 0,1 1 1,-1 0-1,0-1 0,1 1 1,-5 1-1,2-1-1,0 1 1,1 0-1,-1 1 1,0-1-1,1 1 0,-1 0 1,1 0-1,-1 0 0,1 1 1,0 0-1,0-1 1,0 2-1,0-1 0,1 0 1,0 1-1,-4 3 0,-1 5 5,1 0-1,0 0 0,0 0 0,2 1 0,-1 0 1,2 0-1,-5 18 0,7-21 0,0 0 0,0 0 1,1 0-1,0 1 0,1-1 0,0 0 0,1 1 1,0-1-1,1 0 0,4 16 0,-6-24 0,1 1 0,0-1 0,0 1 0,0-1 0,0 1 0,1-1 0,-1 0 0,0 0 0,1 0 0,0 1 0,0-2 0,-1 1 0,1 0 0,0 0 0,1 0 0,-1-1 0,0 1 0,0-1 0,1 0 0,-1 0 0,0 0 0,1 0 0,0 0 0,-1 0 0,1-1 0,-1 1 0,1-1 0,0 0 0,-1 0 0,1 0 0,0 0 0,-1 0 0,1 0 0,-1-1 0,1 1 0,4-2 0,2-1 3,-1-1 0,0 1 0,0-1 0,0 0 0,-1-1-1,1 0 1,-1 0 0,0-1 0,11-11 0,-6 3-1,-1-1 0,0 1 0,-1-2-1,-1 0 1,-1 0 0,0 0 0,-1-1 0,5-18-1,-11 33 1,-1 0-1,1 0 0,-1 0 1,1 0-1,-1 0 0,0 0 1,0-1-1,0 1 0,0 0 0,-1-3 1,1 5-2,0-1 1,0 1-1,-1-1 1,1 1 0,-1-1-1,1 1 1,0-1-1,-1 1 1,1-1-1,-1 1 1,1-1-1,-1 1 1,1 0-1,-1-1 1,1 1 0,-1 0-1,0-1 1,1 1-1,-1 0 1,1 0-1,-1 0 1,0-1-1,1 1 1,-1 0 0,1 0-1,-1 0 1,0 0-1,1 0 1,-1 0-1,0 0 1,1 1-1,-1-1 1,0 0-1,1 0 1,-1 0 0,0 1-1,-8 2 6,1 0 0,1 0 0,-1 1 0,0 0 0,1 0 0,0 1 0,-12 9 0,-44 45-1,58-54-5,-8 7-1,-41 45-3,48-49 9,0-1-1,1 1 1,0 0-1,0 0 1,-7 17 0,11-23-4,0 0 0,0 1 1,0-1-1,0 0 1,1 0-1,-1 0 1,1 1-1,0-1 1,-1 0-1,1 0 1,0 1-1,0-1 1,1 0-1,-1 1 1,0-1-1,1 0 1,-1 0-1,1 0 1,0 1-1,0-1 1,0 0-1,0 0 1,0 0-1,0 0 1,1 0-1,-1-1 1,0 1-1,1 0 1,0-1-1,-1 1 1,1-1-1,0 1 1,0-1-1,0 0 1,3 2-1,-1-2 2,0 1 0,0-1 0,1 0 0,-1 0 0,0-1 0,1 1 0,-1-1 0,0 0 0,1 0 0,-1-1 0,0 1 0,1-1 0,-1 0 0,0 0 0,0 0 0,0-1 0,8-3 0,-3 0-2,-1-1 0,0 0 0,0 0 0,-1 0 0,1-1 0,-1-1 0,-1 1 0,1-1-1,-1 0 1,-1 0 0,0-1 0,0 0 0,0 0 0,5-15 0,-8 16 1,1 0 0,-1 1 0,0-1-1,-1 0 1,0 0 0,0 0 0,0 0 0,-1 0-1,-1 0 1,1 0 0,-1 0 0,-1 0 0,1 0 0,-1 1-1,-1-1 1,1 0 0,-1 1 0,-7-13 0,8 17 5,1 1 1,-1-1 0,0 1 0,0 0 0,0-1 0,0 1-1,0 0 1,0 0 0,-1 1 0,1-1 0,-1 0 0,1 1-1,-1-1 1,1 1 0,-5-1 0,4 1-3,1 1 1,0 0-1,-1-1 0,1 1 1,0 0-1,-1 1 0,1-1 1,0 0-1,-1 1 0,1-1 1,0 1-1,0 0 1,-1 0-1,1-1 0,-4 4 1,1-1-6,0 1 1,0 0-1,0 1 1,1-1 0,-1 1-1,1 0 1,0 0-1,1 0 1,-1 0 0,1 1-1,0 0 1,0-1-1,-2 9 1,0 2-9,1 1-1,0-1 1,1 1 0,1 0-1,1 0 1,1 25 0,0-32 6,1 0 0,0 1 1,1-1-1,0 0 0,0 0 1,1 0-1,1 0 0,-1-1 1,2 1-1,-1-1 0,1 0 1,7 8-1,-10-14 1,1 0 0,-1 0 0,1-1 0,0 1 0,0-1 0,0 0 0,0 0 0,0 0 0,1 0 1,-1 0-1,5 1 0,-6-3-1,0 1 0,0 0 1,0-1-1,0 0 1,0 0-1,0 1 1,0-1-1,1-1 0,-1 1 1,0 0-1,0 0 1,0-1-1,0 1 1,0-1-1,0 0 0,0 1 1,0-1-1,0 0 1,0 0-1,0-1 0,2-1 1,4-4-9,-1-1 0,0 0 1,0 0-1,-1-1 0,0 0 0,0 0 1,-1 0-1,0-1 0,6-19 0,0-4-14,11-58 1,-21 90 21,16-105-31,-16 93 9,0 1 1,-1-1 0,0 0-1,-1 1 1,-1-1 0,-3-17-1,4 29 13,1-1 0,0 1 0,-1-1 0,1 0 0,-1 1 1,0-1-1,0 1 0,1-1 0,-1 1 0,0 0 0,0-1 0,0 1 0,0 0 0,-1 0 0,1-1 0,0 1 0,0 0 0,-1 0 0,1 0 0,-1 1 0,1-1 0,-1 0 0,1 0 1,-1 1-1,1-1 0,-1 1 0,1-1 0,-1 1 0,0 0 0,1 0 0,-1 0 0,-2 0 0,0 0-5,0 1-1,0 0 1,1 0-1,-1 1 1,0-1-1,1 1 1,-1-1-1,1 1 1,-1 0-1,1 0 1,0 1-1,-6 4 1,-3 7 29,-1-1 1,2 2 0,0 0-1,1 0 1,0 1-1,1 0 1,-11 29 0,11-23 21,2 0 0,0 1 1,2 0-1,1 0 0,-3 38 0,5-42-23,2-1 0,1 0 0,0 0 0,1 0 0,1 0 0,0 0 0,1 0 0,10 25 0,-13-41-7,0 0 1,0 0-1,0 0 1,0 0-1,1 0 1,-1-1-1,0 1 1,1 0-1,-1-1 1,1 1-1,0-1 1,0 1-1,-1-1 1,4 2-1,-4-3 5,1 1-1,0-1 1,-1 0-1,1 0 1,-1 0-1,1 1 1,0-2-1,-1 1 1,1 0-1,-1 0 1,1 0-1,0-1 0,-1 1 1,1-1-1,-1 1 1,1-1-1,-1 0 1,1 1-1,-1-1 1,0 0-1,1 0 1,1-2-1,8-7 62,0 0 1,-1-1-1,0 0 0,-1 0 0,0-1 1,14-26-1,36-83 136,-11-2-188,-43 107-54,0 0 0,-2 0-1,0 0 1,0-1 0,-1-29-1,-2 43 17,0 0 0,0 0 0,-1 0 0,1 0 0,-1 0 0,1 0 0,-1 0 0,0 1 0,0-1 1,0 0-1,-1 0 0,1 1 0,-1-1 0,1 1 0,-1 0 0,0-1 0,0 1 0,-3-3 0,3 4 7,-1 0 0,1-1 0,0 1 0,0 1 0,-1-1 0,1 0 0,-1 0 0,1 1 0,-1 0 0,1-1 0,-1 1 0,1 0 0,-1 0 0,1 0 0,-1 1 1,1-1-1,-1 1 0,1-1 0,-1 1 0,1 0 0,0 0 0,-3 1 0,-7 4 12,1 0-1,0 1 1,0 0-1,1 1 1,0 0 0,0 0-1,0 1 1,2 1 0,-16 18-1,7-3 57,0 0 0,2 1 1,-15 34-1,22-41-24,0 2 0,1-1 0,1 1 0,-3 21 0,8-35-31,0 0-1,0 0 1,0 0 0,1 0-1,0 0 1,0 1 0,1-1-1,0 0 1,0 0 0,1-1-1,0 1 1,0 0 0,1 0-1,-1-1 1,8 13 0,-9-18-4,1 1 1,-1-1 0,0 1 0,0-1 0,1 1-1,-1-1 1,1 0 0,-1 0 0,1 0 0,0 0-1,-1 0 1,1 0 0,0 0 0,0-1 0,-1 1-1,1 0 1,0-1 0,0 0 0,0 1 0,0-1-1,0 0 1,0 0 0,0 0 0,-1 0 0,1 0-1,0-1 1,0 1 0,0-1 0,0 1 0,0-1-1,-1 1 1,1-1 0,2-1 0,3-2-6,-1 0-1,0-1 1,0 1 0,0-1 0,0-1-1,-1 1 1,7-10 0,8-12-5,-1-1 0,-2 0 0,25-56 0,-22 36-229,23-89 1,-40 126 179,12-58-422,-14 63 413,0 0-1,-1 0 1,0 0-1,0 0 1,0 0-1,-1 0 1,0 0-1,-3-10 1,4 15 64,-1 0 0,1 0 0,-1 0 0,1 0 0,-1 0 1,0 1-1,1-1 0,-1 0 0,0 0 0,1 1 0,-1-1 0,0 1 0,0-1 0,0 0 0,0 1 0,1 0 1,-1-1-1,0 1 0,0 0 0,0-1 0,0 1 0,0 0 0,0 0 0,0 0 0,0 0 0,0 0 0,0 0 1,0 0-1,0 0 0,0 0 0,0 0 0,0 0 0,0 1 0,0-1 0,0 0 0,0 1 0,0-1 1,0 1-1,0-1 0,1 1 0,-3 1 0,-5 4 22,1 0 0,0 1 0,0 1 0,0-1 0,1 1 0,0 0 0,0 0 0,-7 16 0,1 0 77,1 0-1,-8 29 0,14-38-96,1-1 0,0 1 0,1 0 0,-1 15 0,4-29-23,0 0 0,0 0 0,0 0 0,0-1-1,0 1 1,0 0 0,0 0 0,0-1 0,1 1-1,-1 0 1,0 0 0,1-1 0,-1 1 0,0 0 0,1 0-1,-1-1 1,0 1 0,1 0 0,-1-1 0,1 1-1,0-1 1,-1 1 0,1-1 0,-1 1 0,2 0-1,21 2-460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01.0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156 539 760,'0'0'19,"-3"1"388,-48 30 1180,20-12 5341,11-6-5868,2-2-1108,5-4 173,11-6-108,0 0-1,0 0 0,1 0 0,-1 0 0,0 0 1,1 0-1,-1 0 0,1 1 0,-1-1 1,-1 2-1,5 5 27,12 2-29,27 12-16,-41-22 1,0 1 1,1-1 0,-1 0-1,1 1 1,-1-1 0,0 0-1,1 1 1,-1-1 0,1 0-1,-1 0 1,1 1 0,-1-1-1,1 0 1,-1 0 0,1 0 0,-1 0-1,1 0 1,-1 0 0,1 0-1,-1 0 1,1 0 0,-1 0-1,1 0 1,0 0 0,-1 0-1,1 0 1,-1 0 0,1-1-1,-1 1 1,0 0 0,1 0-1,0-1 1,18-12 7,-1-2 0,21-20 0,-23 19 3,0 1 0,2 1 0,35-23 0,-12 17 5,85-28-1,-85 34-11,1-4-18,-1-2-1,-1-1 0,68-49 1,3-2-16,208-92-359,-263 138 189,65-32-27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16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1029 643 11122,'-43'-12'-329,"0"-2"0,1-3 0,-42-21 0,49 19-262,-1 1-1,-49-16 1,64 27 671,-1 2 0,1 0 0,-1 1-1,0 2 1,-41-1 0,16 6 1026,0 1 1,0 3-1,1 2 0,0 1 0,0 3 1,1 2-1,-55 25 0,68-21 110,26-10-588,6-9-608,1 1 1,-1-1-1,0 0 1,1 1-1,-1-1 0,1 0 1,-1 1-1,1-1 1,-1 0-1,1 0 1,-1 0-1,1 1 0,-1-1 1,1 0-1,-1 0 1,1 0-1,-1 0 0,1 0 1,-1 0-1,1 0 1,-1 0-1,1 0 0,0 0 1,21-1 40,0 0 0,-1-1 0,27-7 0,9-1-45,315-42 602,512-84 512,871-185-900,-1333 255-206,-581 75-324,-1174 138-743,8 48 1012,1226-179 40,-544 71-422,584-83 310,57-4 101,0 0-1,0 0 0,0-1 1,0 1-1,0 0 0,0-1 1,0 0-1,0 1 0,-2-2 1,3 2 2,1 0 0,0 0 0,0 0 0,0 0 0,0-1 0,0 1 0,0 0 0,-1 0 0,1 0 0,0 0 0,0 0 0,0 0 0,0 0 1,0-1-1,0 1 0,0 0 0,0 0 0,0 0 0,0 0 0,0 0 0,0-1 0,-1 1 0,1 0 0,0 0 0,0 0 0,0 0 0,0-1 0,0 1 0,1 0 0,-1 0 0,0 0 0,0 0 0,0 0 1,0-1-1,0 1 0,0 0 0,0 0 0,0 0 0,0 0 0,12-8 11,26-3 13,76-14 0,462-49 161,11 36 99,-253 18-77,53-3 214,142-10 514,-318 8-553,-210 25-379,-1 0-1,1 0 1,-1 0 0,1 0 0,-1 0 0,0 0-1,1 0 1,-1 0 0,1 0 0,-1 0-1,1 0 1,-1-1 0,0 1 0,1 0 0,-1 0-1,0-1 1,1 1 0,-1 0 0,1 0 0,-1-1-1,0 1 1,0 0 0,1-1 0,-1 1 0,0 0-1,0-1 1,1 1 0,-1-1 0,0 1-1,-2-5 44,-28 2 50,-465 31-254,398-19 56,-1345 163-741,1263-147 518,139-21 100,40-4 219,0-1 1,0 1-1,0 0 1,0 0-1,0 0 1,0 0-1,1 0 1,-1 0-1,0 0 1,0-1-1,0 1 1,0 0-1,0 0 1,0 0-1,0 0 1,0 0 0,0-1-1,0 1 1,0 0-1,0 0 1,0 0-1,0 0 1,0 0-1,0-1 1,0 1-1,0 0 1,0 0-1,0 0 1,0 0-1,0 0 1,0 0-1,0-1 1,0 1 0,0 0-1,0 0 1,-1 0-1,1 0 1,0 0-1,0 0 1,0-1-1,0 1 1,0 0-1,0 0 1,0 0-1,-1 0 1,1 0-1,0 0 1,0 0-1,10-5-49,0 0 0,1 0 0,0 2-1,0-1 1,11-1 0,15-5-4,503-123-133,9 28 192,77 8 234,-421 77-18,219 5-1,-373 16-174,0 2-1,56 10 0,-98-11-24,1 0 0,-1 1 0,13 4-1,-22-7-13,1 0 0,-1 0 0,1 0 0,-1 1 0,0-1 0,1 0 0,-1 0 0,1 0-1,-1 1 1,0-1 0,1 0 0,-1 0 0,1 1 0,-1-1 0,0 0 0,0 1 0,1-1 0,-1 0 0,0 1-1,0-1 1,1 1 0,-1-1 0,0 0 0,0 1 0,0-1 0,1 1 0,-1-1 0,0 1 0,0-1 0,0 1 0,0-1-1,0 0 1,0 1 0,0-1 0,0 1 0,0-1 0,0 1 0,-1-1 0,1 1 0,0-1 0,0 0 0,0 1 0,0-1-1,-1 1 1,1-1 0,0 0 0,0 1 0,-1-1 0,1 1 0,-1-1 0,-1 2 7,0 0 0,-1 0 1,1 0-1,-1-1 0,1 1 1,-1-1-1,-4 2 0,-39 11 35,-2-2 0,1-2 0,-75 6 0,78-10-37,-674 68-496,115-13 28,552-55 424,-460 59-168,13 34 198,448-85 4,-59 23 1,96-29-49,13-7 50,0-1-1,-1 0 1,1 0 0,0 0 0,0 0 0,0 0-1,0 0 1,0 0 0,0 1 0,0-1-1,0 0 1,0 0 0,0 0 0,0 0-1,0 0 1,0 1 0,0-1 0,0 0 0,0 0-1,0 0 1,0 0 0,0 0 0,0 0-1,0 1 1,0-1 0,0 0 0,0 0-1,0 0 1,0 0 0,0 0 0,0 0-1,0 1 1,1-1 0,-1 0 0,0 0 0,0 0-1,0 0 1,0 0 0,0 0 0,0 0-1,0 0 1,1 0 0,-1 1 0,0-1-1,25 4-111,153-18-157,-164 12 258,725-102-597,-250 16-5373,-180 26 4031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7:04.3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77 13595,'-21'-26'1368,"11"1"497,8 8-601,2 9 656,-7 30-1304,7 19-63,-1 15-249,1 23-136,3 8-72,1 15-160,6 5-72,9 0-705,7 0-7440,17-22 6912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7.8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0 19180,'-5'16'160,"2"1"-1,0 0 1,1-1 0,1 1-1,0 0 1,1 0 0,1 0-1,3 17 1,6 15-203,22 67 0,-20-77 126,19 76-57,24 181 0,-20 124 8,-14 235-6,38 605 106,-58-1244-127,75 1065 575,-79-1 100,-36-486 1,38-567-648,1-14-46,0-1 0,-1 0 0,-1 1 0,0-1 0,0 0 0,-8 20 0,9-30-34,1 0 1,-1 0-1,0 0 0,0 0 0,0 0 0,0 0 1,-1-1-1,1 1 0,0 0 0,-3 1 0,4-3 6,-1 1-1,0-1 1,1 0-1,-1 0 1,0 0-1,1 0 1,-1 0-1,0 0 1,1 0-1,-1 0 1,0 0-1,1 0 1,-1 0 0,0 0-1,1-1 1,-1 1-1,0 0 1,1 0-1,-1-1 1,1 1-1,-1 0 1,0-1-1,1 1 1,-1-1-1,1 1 1,-1 0-1,1-1 1,-1 0-1,1 1 1,0-1-1,-1 1 1,1-1-1,0 1 1,-1-2-1,-18-29-1087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8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1 668 20044,'44'11'313,"0"-2"-1,0-2 1,1-3 0,54 0-1,181-19-179,-272 15-124,854-95 479,-289 28 331,794-48 920,4 36-1308,-120 7-409,-355 4-181,-8-35-1476,-624 61 524,-43-4 373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9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540 0 16131,'-14'11'2033,"0"8"-57,0 5-911,-10 7-777,-4 4-96,-6 8-192,-8 5-64,-6 9-88,-6 0 0,-3-7 32,2-5-33,10-19-183,7-10-280,9-28-1624,3-16-3713,8-29 4808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10.2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19220,'38'61'1608,"-2"3"105,9 5-1105,-4 2-256,9-6-240,4-2-64,-2-18-176,-5-13-128,-4-14-328,-7-11-152,-5-18-841,2-9-5400,-7-25 5208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11.1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73 19540,'0'0'624,"1"6"-357,7 21-364,1 0-1,19 38 1,0 0 157,-21-45-28,-2-6 47,0 0 1,1 0-1,0-1 0,1 1 1,15 20-1,-20-32-67,0 1 0,0-1 0,0 0 0,0 0 0,0 0 0,1 0 0,-1-1 0,1 1 0,0-1 0,-1 1 0,1-1 0,0 0 0,0 0-1,0 0 1,-1 0 0,1-1 0,0 1 0,0-1 0,0 1 0,0-1 0,1 0 0,-1-1 0,0 1 0,0 0 0,0-1 0,-1 0 0,1 1 0,0-1 0,0 0 0,0-1 0,0 1 0,-1 0 0,1-1 0,4-3 0,5-3-2,1-2 0,-1 0 0,-1 0 0,0-1 0,0 0 0,14-21 0,51-85 37,-65 99-45,7-16-3,27-69 1,-33 72 7,-11 29 104,1 7-20,32 143 122,-20-79-174,-5-31-26,6 29-9,-2 1 1,6 105-1,-19-160 8,0 1-1,-1-1 1,0 1 0,-1-1-1,-1 1 1,0-1-1,-1 0 1,-1 0-1,1-1 1,-2 1-1,0-1 1,-1 0 0,0-1-1,0 1 1,-1-1-1,-1-1 1,0 0-1,0 0 1,-1-1-1,0 0 1,-1 0 0,0-1-1,-18 10 1,14-11 2,1-1 1,-1 0-1,0-2 0,0 0 1,-1 0-1,1-1 1,-1-1-1,0-1 0,1 0 1,-1-1-1,0-1 1,-23-3-1,19 0-410,0 0 1,1-1-1,-1-1 1,1-1 0,1-1-1,-1 0 1,1-2-1,1 0 1,-23-17-1,31 21-415,1-1 0,0 0 0,0-1 0,0 0 0,1 0 0,-6-10 0,8 9 389,1 0 1,0 0-1,0-1 0,1 1 1,-3-17-1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12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112 171 18668,'-17'-12'374,"11"9"-286,0-1-1,1 0 0,0-1 1,0 1-1,0-1 0,0 0 1,1 0-1,-5-6 0,9 11-87,0-1 0,0 1 0,0 0-1,0 0 1,0 0 0,0 0 0,-1 0-1,1 0 1,0 0 0,0 0 0,0 0-1,0-1 1,0 1 0,0 0 0,0 0 0,0 0-1,0 0 1,-1 0 0,1 0 0,0 0-1,0 0 1,0 0 0,0 0 0,0 0 0,0 0-1,0 0 1,-1 0 0,1 0 0,0 0-1,0 0 1,0 0 0,0 0 0,0 0-1,0 0 1,0 0 0,-1 0 0,1 0 0,0 0-1,0 0 1,0 0 0,0 0 0,0 0-1,0 0 1,0 0 0,0 1 0,-1-1-1,1 0 1,0 0 0,0 0 0,0 0 0,0 0-1,0 0 1,0 0 0,0 0 0,0 0-1,0 1 1,0-1 0,0 0 0,0 0 0,0 0-1,0 0 1,0 0 0,0 1 0,-4 4-2,0 1 0,1-1 0,0 1 0,0 0 0,0 0 0,1 1 0,0-1 0,0 0 1,0 1-1,0 7 0,-7 73 129,8-61-12,4 51-1,-2-68-87,0-1 0,0 1 0,1-1-1,1 0 1,-1 1 0,1-1 0,1 0 0,-1-1 0,9 15 0,-11-21-22,0 0 1,1 1-1,-1-1 1,0 0-1,0 0 1,1 0-1,-1 0 1,1 0-1,-1 0 1,1 0-1,-1 0 1,1 0-1,-1-1 1,1 1 0,0-1-1,0 1 1,-1-1-1,4 1 1,-2-1 0,1 0 1,-1-1-1,0 1 1,0-1-1,0 0 1,0 0-1,0 0 1,0 0-1,5-3 1,4-3 13,-1 0 0,0-1 0,19-18 0,-9 7 2,-1-2-1,-1 0 1,-1-1-1,-1-1 1,14-26-1,-24 38-18,-1-1 0,0 0 0,0 0 0,-2-1-1,1 0 1,-2 0 0,1 0 0,-2 0 0,0 0-1,-1 0 1,0-1 0,-2-25 0,1 35 8,-1 0 0,-1-1 0,1 1-1,0 0 1,-1 0 0,0 0 0,0 0 0,0 1 0,0-1 0,-1 0 0,0 1 0,1 0 0,-1-1 0,0 1-1,-1 0 1,1 1 0,0-1 0,-1 1 0,0-1 0,1 1 0,-1 0 0,0 0 0,0 1 0,0-1 0,0 1-1,0 0 1,-1 0 0,-7-1 0,2 1-6,0 0 0,1 0 0,-1 1 0,0 1 0,1 0-1,-1 0 1,0 1 0,1 0 0,-1 0 0,1 1 0,-15 7 0,13-1-482,14-8 173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13.7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5571 19636,'618'-613'1609,"-312"301"-1587,1651-1561 4203,-1310 1243-3977,-55-53-190,-458 501-66,122-219 0,254-387-2080,-458 705-413,-50 77-611,-5 7 562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15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3806 12363,'6'1'434,"0"0"1,0 0 0,0-1 0,0 0-1,0 0 1,0 0 0,0-1 0,0 0-1,0 0 1,0-1 0,9-3-1,7-4-128,33-18-1,-39 18-247,318-185 49,-130 72 235,545-286 2371,13 22-1303,-223 114-898,514-296-23,-681 363-278,73-27 289,253-146 160,-421 201-1385,363-302 0,-624 466 616,309-255-2781,-292 241 580,-6 2 489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16.8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4587 9994,'16'33'6726,"12"-21"-6486,10-4-160,-37-8-76,0 1 1,-1-1 0,1 0 0,0 0 0,-1 0-1,1 1 1,0-1 0,-1 0 0,1 0 0,0 0-1,-1 0 1,1 0 0,0 0 0,-1-1 0,1 1-1,0 0 1,-1 0 0,1 0 0,0-1 0,100-53 1098,100-69 0,-123 72-741,602-438 2160,-634 453-2481,508-401 168,-166 129 24,35-28 439,529-399 567,-560 457-1160,559-414-75,-682 486 3,266-211-262,-242 159-1179,-100 86-1145,-146 128-3557,-45 41 3913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17.8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2188 11835,'-12'-4'5964,"11"3"-5958,1 0 0,-1 0 0,0 0 0,0 0 0,1 0 0,-1 0 0,1 0 0,-1 0 0,1 0 0,-1 0 1,1 0-1,0-1 0,-1 1 0,1 0 0,0 0 0,0 0 0,0-3 0,0 3 0,1 0 1,-1 0 0,1 0-1,0 0 1,0 0 0,-1 0 0,1 0-1,0 0 1,0 0 0,0 0-1,0 0 1,0 0 0,0 1-1,0-1 1,2 0 0,24-13 74,-18 10-45,95-41 670,172-49 1,-147 54-281,231-78 232,403-128-431,-331 112-183,572-171 179,13 36 260,-25 53 340,-370 84-231,318-124-368,-749 182-360,-159 60 48,-1-2-1,-1-2 1,46-34 0,-67 45-108,0 0 1,0-1-1,-1 0 1,-1 0-1,1-1 1,7-12-1,-1-10-371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18.8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1209 9002,'-6'13'1798,"4"-10"-980,0 0 0,1 0 0,-1 0 1,1 0-1,0 0 0,0 0 0,0 0 1,-1 5-1,11 1-506,-1-2-257,1-1 0,1 0 0,-1 0 0,1-1 0,0-1-1,0 0 1,0 0 0,1-1 0,-1 0 0,22 3 0,17-1 185,1-3 0,0-1 0,0-3 0,77-11 0,199-56-73,-220 44-120,779-143 1039,-502 102-475,684-140 322,214-38-860,-1205 231-71,995-184 13,-590 93-245,93-20-1116,-192 50-3472,-265 54 2913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37.0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 72,'5'-10'0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37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3168 1320,'59'-80'570,"80"-149"0,-86 136-399,-5 17 534,2 2 1,4 3-1,100-103 0,-64 79-713,135-187 1,24-68 3901,144-159-3650,-212 274-232,94-106-2760,-255 319 2189,56-58-510,97-134 0,-69 57 1164,-48 71-99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38.5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3023 8954,'339'-419'2590,"-155"202"-2584,158-223-156,-38 46 228,230-199 825,-96 117-1249,-173 154-2392,-136 161 1651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49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43 13595,'0'-40'2310,"0"37"-1137,0 5-606,5 15-192,0 0-1,-2 0 0,3 26 1,-1-8-74,36 443 1522,-31 9-1573,-8-265-170,95 1764 118,-86-1870-152,138 1667 251,-129-1379-463,-32-5-874,-16-218-4821,14-127 3265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49.9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1401 11634,'255'-30'3488,"33"-7"-1125,411-91-264,-184 31-1784,1229-136 534,547 55 298,198-15-1044,-1968 141-139,1048-109 128,-3-28-1222,-1132 121-2974,-276 34 2199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52.0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592 345 8538,'0'0'1179,"-14"-3"4386,2 8-4343,8-3-1093,-1 0-23,1 0 1,0 0-1,0 0 1,0 1 0,0 0-1,0 0 1,1 0 0,-1 0-1,1 0 1,0 1-1,0-1 1,0 1 0,0 0-1,0 0 1,1 0 0,-2 6-1,-5 12 43,1 2 0,1-1 0,1 1 0,1 0 0,1 1 0,2-1 0,-1 32-1,4-38-46,0 0-1,1 1 1,1-1-1,1 0 1,1 0-1,0 0 1,1-1-1,1 0 1,0 0-1,15 23 0,-11-23-49,1 0-1,0-1 1,2 0-1,0-1 1,0 0-1,1-1 0,1-1 1,1-1-1,0 0 1,34 18-1,-36-23 11,0-1 0,0-1 0,0 0 0,0-1 0,1-1 0,-1 0 0,1-1 0,0-1 0,0 0 0,0-1 0,0-1 0,-1 0 0,1-1-1,27-8 1,-22 3 32,-1 0 0,0-2 0,0 0 0,-1-1 0,0-1 0,-1-1 0,0-1 0,-1 0 0,-1-1 0,0-1 0,-1 0 0,0-1-1,16-24 1,-26 32-55,1 0-1,-1-1 1,-1 0-1,0-1 1,0 1-1,0 0 1,-1-1-1,-1 0 1,0 0 0,0 0-1,-1 0 1,0 0-1,-1 0 1,0 0-1,0 0 1,-1 0-1,-1 0 1,0 0-1,0 0 1,-1 0-1,0 0 1,0 1-1,-1-1 1,-7-10-1,-4-7 64,-1 1-1,-1 0 0,-1 2 1,-2 0-1,-25-25 0,-121-96 159,100 96-241,-133-77-1,164 107-71,-1 2-1,-1 1 0,-1 2 0,0 2 1,-73-14-1,91 23 42,0 1 0,1 1-1,-1 1 1,0 1 0,0 1 0,1 1-1,-1 0 1,1 1 0,0 1 0,-27 11 0,37-12 6,-1 1 1,1 0-1,0 0 0,0 0 1,1 1-1,0 1 1,0-1-1,0 1 1,1 1-1,0-1 1,0 1-1,1 0 1,0 1-1,1 0 1,0 0-1,0 0 1,0 0-1,1 1 1,1-1-1,0 1 1,-3 14-1,4-10-5,1 0 0,0 0 0,0 0 0,1-1 0,1 1-1,1 0 1,0 0 0,0 0 0,2-1 0,8 24 0,-6-21 12,2-1 0,0 0 0,1 0 0,0-1 0,1 0-1,1-1 1,0 0 0,15 13 0,-7-10 11,0-1-1,0-1 0,2-1 1,-1 0-1,2-2 1,0 0-1,0-1 1,1-2-1,0 0 0,0-1 1,1-2-1,38 5 1,-30-8-26,0-2 0,0-2 1,0 0-1,-1-2 1,1-2-1,-1-1 1,0-1-1,48-20 0,-28 7-247,-2-3 0,-1-2 0,0-2 0,49-40-1,-44 25-1081,79-81-1,-123 115 478,-1 0 0,2 0 0,-1 1 0,17-11 0,-11 15-780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52.4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166 0 17356,'-15'2'1576,"1"-2"673,7 12-2225,3 0-80,1 23-105,-2 11 1,-7 39 16,-4 14-48,-10 23-160,0 5-136,2-11-1288,10-4 944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54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211 107 11122,'0'0'583,"-12"3"1492,8-1-1993,1-2 34,0 2 0,0-1 0,-1 0 0,1 1 0,0-1 0,0 1 0,0 0-1,0 0 1,1 0 0,-1 0 0,0 1 0,1-1 0,0 1 0,-1 0 0,-2 4 0,-13 28 1099,1 0 0,-19 58 0,-12 78-1149,39-136-2,-8 73 0,16-93 21,0 0 0,1-1 0,1 1 0,1 0-1,0-1 1,1 1 0,8 25 0,-10-35-54,1-1 1,0 1-1,0-1 0,1 0 1,-1 0-1,1 0 0,0 0 0,0 0 1,1 0-1,-1-1 0,1 1 1,-1-1-1,1 0 0,0 0 1,0 0-1,9 3 0,-8-4-15,0 0 0,1-1-1,-1 1 1,1-1 0,0-1 0,-1 1-1,1-1 1,0 0 0,-1 0 0,1 0-1,0-1 1,-1 0 0,1 0-1,9-4 1,4-2 8,0-1 0,-1-1 0,0 0-1,0-2 1,-1 0 0,31-26 0,-19 10-32,0-1 0,40-53 0,-54 61 3,0-1 0,-2-1 0,0 0 0,-1-1 0,-1 0 0,-2-1 0,12-40 1,-18 53 31,-1-1 0,0 0 0,0 0 0,-2-1 0,1 1 0,-1 0 0,-1 0 1,0 0-1,-1 0 0,0 0 0,-1 0 0,0 0 0,-1 1 0,0 0 0,-1-1 1,0 1-1,-1 1 0,-7-11 0,1 6 34,1 2 0,-2-1 0,0 2 0,0 0 0,-1 0 0,-1 1 0,-30-17 0,34 22-73,0 0 1,0 1-1,0 1 1,-1 0-1,1 0 0,-1 1 1,0 1-1,0 0 1,0 0-1,0 2 1,-1-1-1,-19 3 0,23 0-78,0 0 1,0 1-1,0 1 0,0 0 0,0 0 0,1 0 0,0 1 0,0 0 0,-8 7 0,-26 24-342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22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14027,'2'26'1552,"8"7"505,2 10-921,6 17-760,3 9-96,-4 13-320,-2 2-216,-3 1-1000,1-2-1849,-1-3 1761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23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 11274,'-3'5'227,"2"-4"-174,1 1-1,-1-1 0,1 1 1,-1-1-1,1 1 0,-1 0 1,1-1-1,0 1 0,0 0 0,-1-1 1,1 1-1,1 3 0,-1-5 262,10 0-542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23.7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1 14027,'0'1'1272,"0"1"545,0 0-1601,-12 57-120,19-28-48,0 10-8,3 23-40,3 14 24,6 15-24,5-3-48,2-8-1721,3-13-3328,-12-19 3953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05.1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11618,'0'0'4033,"2"0"-3457,-1 0 25,18 19-49,-12 17-104,4 21-112,4 7-96,9 5-144,8 0-120,7-6-816,3-5-2601,-4-9 2129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05.6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1 116 15395,'3'-6'130,"0"0"-1,0 1 0,1 0 0,0-1 0,0 1 1,0 1-1,1-1 0,-1 1 0,1-1 1,0 1-1,1 1 0,-1-1 0,7-3 1,3-1-103,1 0 1,0 1 0,27-8 0,-36 13 43,0 0 1,0 1 0,0 0 0,-1 0 0,14 0-1,-19 1-58,0 0 0,1 0 0,-1 0 0,1 0 0,-1 1 0,0-1 0,1 1 0,-1-1 0,0 1 0,1-1 0,-1 1 0,0 0 1,0-1-1,0 1 0,0 0 0,0 0 0,0 0 0,0 0 0,0 0 0,0 0 0,0 0 0,0 1 0,0-1 0,-1 0 0,1 0 0,-1 1 0,1-1 0,-1 0 0,1 1 0,-1-1 0,0 0 0,1 1 0,-1-1 0,0 0 0,0 1 0,0 1 0,0 4 3,-1 0 0,0 1 0,0-1 0,0 0 0,-1 0 0,0-1 0,-5 12 0,-26 49 43,11-27-10,-23 64 305,40-88-177,0 0 0,1 0 0,0 1 0,-1 29 0,5-42-125,0 1 0,0 0 1,0 0-1,1 0 0,0 0 0,0 0 1,0 0-1,2 4 0,-2-7-40,0 0 1,0 0-1,0 0 1,0 0-1,1 0 1,-1 0-1,1 0 1,-1-1-1,1 1 1,-1-1-1,1 1 1,0-1-1,0 1 1,0-1-1,0 0 1,0 0-1,0 0 1,0 0-1,0 0 1,3 0-1,2 0-35,1 0 0,0-1 0,-1 1 0,1-2-1,0 1 1,0-1 0,-1 0 0,1-1 0,0 0 0,-1 0 0,0 0 0,1-1 0,-1 0-1,0-1 1,7-4 0,5-3-1004,-1-2 1,0 0-1,-1-1 0,20-20 0,29-44-1621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09.6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124 224 8138,'1'9'378,"1"-1"1,0 0 0,1 0-1,0 0 1,0 0-1,0-1 1,6 9 0,-8-14-300,1 0 1,-1 0 0,0-1-1,1 1 1,-1 0-1,1 0 1,0-1 0,0 0-1,0 1 1,-1-1 0,1 0-1,0 0 1,4 2-1,-5-3-52,0 0 0,1 1 0,-1-1-1,1 0 1,-1 0 0,1 0 0,-1 0-1,1-1 1,-1 1 0,1 0-1,-1-1 1,0 1 0,1-1 0,-1 1-1,1-1 1,-1 0 0,0 1-1,0-1 1,1 0 0,-1 0 0,0 0-1,0 0 1,1-1 0,4-5 38,0 0 1,-1 0 0,0 0-1,0-1 1,-1 0 0,0 0-1,0 0 1,2-8 0,-1 0-76,0-1 1,-1 0 0,3-20-1,-7 32-40,1 0-1,-1 0 1,0 0-1,0 0 1,-1 0 0,1 0-1,-1 0 1,0 0-1,-1 0 1,1 0-1,-1 0 1,0 1 0,0-1-1,-1 0 1,1 1-1,-1 0 1,0 0-1,0-1 1,-5-3-1,3 3 40,0 1 0,-1-1-1,0 1 1,0 1 0,0-1-1,0 1 1,-1 0-1,1 0 1,-1 1 0,0 0-1,0 0 1,1 1-1,-10-1 1,10 1 90,1 0 0,-1 1 0,1 0-1,-1 0 1,1 0 0,-1 1 0,1 0 0,-1 0 0,1 0 0,0 1-1,-1 0 1,1 0 0,0 0 0,0 0 0,0 1 0,1 0 0,-1 0-1,-4 4 1,5-3 44,0 1 0,0-1-1,1 1 1,-1 0 0,1 0-1,0 1 1,0-1 0,1 1-1,-1-1 1,1 1-1,1 0 1,-1 0 0,1 0-1,0 0 1,0 0 0,1 6-1,-1 6-8,1 1 0,3 20-1,-2-34-110,-1 0 0,1 0-1,0 0 1,0 0 0,1-1 0,0 1-1,0 0 1,0-1 0,0 1-1,0-1 1,1 0 0,5 7-1,-7-10 11,1 0-1,-1 0 0,1-1 0,-1 1 1,1 0-1,-1 0 0,1-1 0,0 1 0,-1-1 1,1 0-1,0 0 0,-1 1 0,1-1 1,0 0-1,-1 0 0,1 0 0,0-1 0,-1 1 1,1 0-1,0-1 0,-1 1 0,1-1 0,0 1 1,-1-1-1,1 0 0,2-1 0,5-3 84,-1-1 0,1 0 0,8-7 0,-14 10-69,13-9 5,-1-1 1,0-1-1,-1-1 1,-1 0 0,0-1-1,20-32 1,-32 47-35,0-1 0,0 1 1,0-1-1,0 1 0,-1-1 1,1 0-1,-1 1 0,1-1 1,-1 0-1,0 1 0,1-1 1,-1 0-1,0 0 0,0 1 1,0-1-1,0 0 0,-1 0 1,1 1-1,0-1 0,-1 0 1,1 0-1,-1 1 0,0-1 1,1 1-1,-1-1 0,0 0 0,-1-1 1,-1 1 16,1 1 1,0-1-1,0 1 1,0 0-1,-1 0 1,1 0-1,-1 0 0,1 0 1,-1 0-1,1 1 1,-1-1-1,1 1 1,-1-1-1,1 1 1,-1 0-1,0 0 0,1 0 1,-4 1-1,5-1 8,-1 1 0,0-1-1,0 0 1,0 1-1,1-1 1,-1 1-1,0-1 1,1 1-1,-1 0 1,0 0 0,-2 2-1,4-3-13,-1 1 0,1-1 0,-1 1 0,1-1 0,0 1 0,0-1 0,-1 1-1,1 0 1,0-1 0,0 1 0,-1 0 0,1-1 0,0 1 0,0-1 0,0 1 0,0 0 0,0-1 0,0 1 0,0 0-1,0-1 1,0 1 0,1 0 0,-1-1 0,0 1 0,0 0 0,0-1 0,1 1 0,-1-1 0,0 1 0,1 0-1,-1-1 1,1 1 0,-1-1 0,0 1 0,1-1 0,-1 1 0,2 0 0,7 8 22,0-1 0,0 1 0,1-2-1,0 1 1,0-1 0,22 10 0,-25-13-28,0-1-1,1 0 0,0 0 0,-1-1 1,1 0-1,0 0 0,0-1 1,0 0-1,0 0 0,0-1 1,14-1-1,-20 1 1,0 0 0,0-1-1,-1 1 1,1-1 0,-1 1 0,1-1 0,0 0-1,-1 0 1,1 1 0,-1-1 0,0 0 0,1 0 0,-1-1-1,0 1 1,0 0 0,1 0 0,-1-1 0,0 1-1,0-1 1,0 1 0,-1 0 0,1-1 0,0 0-1,0 1 1,-1-1 0,1 1 0,-1-1 0,0 0 0,1 0-1,-1 1 1,0-1 0,0 0 0,0 1 0,0-1-1,0 0 1,-1-2 0,0-2 12,0 1 0,0-1 0,-1 0 0,0 1 0,0-1 0,0 1 0,-1-1 1,0 1-1,-5-8 0,4 9 12,0-1 0,0 1 0,-1 0 0,0 0 0,1 0 0,-1 0 0,-1 1 0,1 0 1,0 0-1,-1 1 0,0-1 0,0 1 0,1 0 0,-1 1 0,0-1 0,0 1 0,-1 1 0,-7-1 0,10 1-14,1 0-1,0 0 0,0 0 0,-1 1 0,1 0 0,0-1 1,0 1-1,0 0 0,-1 1 0,1-1 0,0 1 0,1-1 0,-1 1 1,0 0-1,0 0 0,1 0 0,-1 0 0,1 0 0,0 1 0,0-1 1,-1 1-1,2 0 0,-1-1 0,0 1 0,0 0 0,1 0 0,0 0 1,0 0-1,0 0 0,0 1 0,0-1 0,0 0 0,1 0 1,-1 1-1,1 3 0,0-1-4,0-1 0,1 1 1,0 0-1,-1 0 0,2-1 1,-1 1-1,1-1 0,0 1 1,0-1-1,0 0 0,1 0 0,0 0 1,0 0-1,6 7 0,-7-9-82,0 0 0,0 0 0,1-1 0,0 1 0,-1-1 0,1 0 0,0 0 0,0 0 0,0 0 0,0 0 0,1-1 0,-1 1 0,0-1 0,1 0 0,-1 0 0,1 0 0,-1 0 0,1-1 0,-1 1 0,1-1 0,-1 0 0,1 0 0,0-1 0,-1 1-1,5-1 1,-6 0-158,1 0-1,-1-1 0,1 1 1,-1 0-1,0-1 0,0 0 1,0 1-1,1-1 0,-1 0 1,-1 0-1,1 0 0,0 0 1,-1 0-1,1-1 0,-1 1 1,1 0-1,-1-1 0,2-3 0,-3 4 93,0 1-1,1 0 1,-1 0-1,0 0 1,1-1-1,-1 1 1,0 0-1,0 0 1,0 0-1,0-1 1,0 1-1,0 0 1,0 0-1,-1-1 1,1 1-1,0 0 1,-1 0-1,1 0 1,-1 0-1,1 0 1,-1-1-1,0 1 1,1 0-1,-1 0 1,0 0-1,0 1 1,0-1-1,1 0 1,-1 0-1,0 0 1,0 1-1,0-1 1,0 0-1,-1 1 0,1-1 1,0 1-1,0-1 1,0 1-1,0 0 1,-1-1-1,1 1 1,0 0-1,-2 0 1,-1-1 311,0 1 0,0 0 1,0 0-1,0 0 0,0 1 1,1-1-1,-1 1 0,0 0 0,0 0 1,1 0-1,-1 1 0,0-1 0,-5 4 1,7-4-66,1 0 0,-1 0 1,1 0-1,-1 1 0,1-1 0,-1 0 1,1 0-1,0 1 0,0-1 0,-1 1 1,1-1-1,0 1 0,1-1 0,-1 1 1,0 0-1,0-1 0,1 1 0,-1 0 1,1 0-1,-1-1 0,1 1 0,0 0 1,0 0-1,0 0 0,0 0 0,0 0 1,0-1-1,0 1 0,0 0 0,2 3 1,-2-4-131,50-10-468,-21-7 356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11.1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1 11602,'-17'2'145,"3"-2"-490,2 1-231,-2 27 504,14-2 640,7 17-159,4 7-145,2 13-176,3 4-40,0 4-280,1 0-513,2-4 417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11.9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26 135 16492,'-2'-1'178,"0"0"0,0-1 0,0 0 1,0 1-1,0-1 0,1 0 1,-1 0-1,1 0 0,-1 0 1,1 0-1,0 0 0,-1 0 0,1-1 1,0 1-1,0-4 0,1 4-142,0 0 0,0 0 0,0 1 0,0-1 0,0 0 0,1 0 0,-1 0 0,1 0 0,-1 0 0,1 1 0,0-1 0,0 0-1,0 1 1,0-1 0,0 0 0,0 1 0,0-1 0,1 1 0,-1 0 0,3-3 0,4-3 31,0 1 1,0 0 0,1 1-1,-1 0 1,1 0-1,0 1 1,1 0-1,-1 1 1,1 0-1,19-4 1,-5 4-50,0 0 0,0 2 1,35 1-1,-53 0-34,1 1 0,-1-1 0,0 1-1,0 1 1,-1-1 0,1 1 0,0 0 0,7 3 0,-11-4 10,-1 0 1,1 1-1,0-1 1,0 0-1,-1 1 1,1-1-1,-1 1 1,1 0-1,-1-1 1,0 1-1,0 0 1,1 0-1,-1 0 1,-1 0 0,1 0-1,0 0 1,0 0-1,-1 0 1,1 0-1,-1 0 1,1 0-1,-1 0 1,0 0-1,0 1 1,0-1-1,0 0 1,-1 3-1,-1 5 1,0-1 0,-1 1-1,0 0 1,-5 10 0,-9 30-5,17-49 10,0 0-1,0 0 1,0 0-1,0 0 1,0 0-1,1 1 1,-1-1-1,0 0 1,0 0-1,1 0 1,-1 0-1,1 0 1,-1 0-1,1 0 1,-1-1-1,1 1 1,-1 0-1,1 0 1,0 0-1,-1 0 1,1-1-1,0 1 1,0 0-1,0-1 1,0 1-1,0-1 0,-1 1 1,1-1-1,0 1 1,0-1-1,0 1 1,2-1-1,39 9-19,-34-8 20,-4-1 1,-1 1 0,1 0-1,-1 0 1,1 0 0,-1 0 0,0 0 0,0 0-1,0 1 1,1 0 0,-1 0 0,-1 0 0,1 0-1,5 4 1,-7-4-2,1 0 1,-1 0-1,0 0 0,0 0 0,0 1 0,0-1 0,0 0 0,0 0 0,-1 1 0,1-1 0,-1 1 1,0-1-1,1 0 0,-1 1 0,0-1 0,0 0 0,-1 1 0,1-1 0,0 1 0,-1-1 1,0 0-1,0 3 0,-3 4 2,0-1 0,0 0 0,-1 0 1,0 0-1,0 0 0,-1-1 0,0 0 1,0 0-1,-1 0 0,-8 5 0,-8 8 92,-47 28-1,70-47-90,-18 10 176,-39 18 0,52-27-151,0 0 0,0 0 0,0 0 0,-1-1 0,1 0 0,0 0 0,-1-1 0,1 1 0,-1-1 0,1 0 0,-1-1 0,-10-1 0,14 1-60,-1 0 1,0 0 0,0-1 0,1 1-1,-1-1 1,1 1 0,0-1 0,-1 0-1,1 0 1,0 0 0,0 0 0,0 0-1,0-1 1,0 1 0,1 0 0,-1-1-1,1 1 1,0-1 0,-1 0 0,1 0-1,0 1 1,1-1 0,-2-4 0,0-5-726,0 0 0,1 1 1,0-1-1,2-20 0,8-46-1781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12.8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15 3729,'-4'-14'272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13.6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0 217 8610,'0'0'8098,"1"17"-6850,-1-12-1200,1-1 1,-1 0-1,1 1 1,0-1-1,0 1 1,0-1-1,1 0 1,-1 0-1,1 0 1,0 0-1,0 0 1,1 0-1,-1 0 1,1-1-1,0 1 1,0-1-1,0 0 1,0 0-1,0 0 1,1 0-1,6 4 1,-5-5-30,-1 0 0,0 0 0,1 0 0,-1 0 0,1-1 0,-1 0 1,1 0-1,0 0 0,0-1 0,-1 1 0,1-1 0,0 0 0,0 0 0,-1-1 1,1 1-1,0-1 0,7-3 0,-5 2-6,-1-1 0,1-1 0,-1 1 0,0-1 0,0 0 0,-1 0-1,1-1 1,-1 0 0,0 0 0,0 0 0,4-6 0,-2 0-6,1 0 0,-1 0 0,-1 0 0,0-1 0,-1 0 0,0 0 0,-1 0 0,0-1-1,-1 0 1,0 1 0,-1-1 0,1-22 0,-3 32 0,0 0 0,-1 1 1,1-1-1,0 0 0,-1 0 0,0 0 0,1 1 0,-1-1 0,0 0 0,0 1 1,-1-1-1,1 1 0,0-1 0,-1 1 0,0 0 0,1-1 0,-1 1 0,0 0 1,0 0-1,0 0 0,-3-2 0,2 3 8,0 0 0,0 0 0,1 0 0,-1 0 0,0 0 0,0 1 1,0-1-1,0 1 0,0 0 0,0 0 0,0 0 0,0 0 0,0 0 0,0 1 0,0-1 0,0 1 0,0 0 0,1 0 0,-1 0 1,-3 2-1,-7 4 15,0 0 0,1 1 0,-1 1 0,2 0 0,-1 1 0,1 0 0,1 0 1,0 1-1,0 1 0,1 0 0,-10 16 0,16-22-3,0 1 0,0-1 1,1 0-1,-3 11 0,4-17-19,1 1 0,0 0 0,0 0 0,-1 0 0,1-1 0,0 1 0,0 0 0,0 0 0,0 0 0,0 0 0,0 0 0,0 0 0,0-1 0,0 1 1,0 0-1,0 0 0,1 0 0,-1 0 0,0-1 0,1 1 0,-1 0 0,1 0 0,-1-1 0,0 1 0,1 0 0,0-1 0,-1 1 0,1 0 0,-1-1 0,1 1 0,0-1 0,-1 1 0,1-1 0,0 1 0,0-1 0,-1 1 0,1-1 0,0 0 0,0 1 0,0-1 0,-1 0 0,1 0 0,0 0 0,0 0 0,0 0 0,0 0 0,0 0 0,1 0 0,5-1 16,-1-1-1,0 1 0,0-1 0,0-1 0,0 1 0,0-1 1,0 0-1,-1 0 0,1-1 0,-1 0 0,0 0 0,0 0 0,0 0 1,7-10-1,4-4-7,-2 0 1,23-37 0,-34 49-12,-1 1 0,1 0 0,-1 0 0,0-1 1,0 1-1,-1-1 0,0 1 0,0-1 0,0 0 0,0-7 0,-1 11-1,0 1-1,0 0 0,-1-1 1,1 1-1,0-1 0,-1 1 1,1 0-1,0-1 0,-1 1 1,0 0-1,1 0 0,-1-1 1,0 1-1,0 0 1,1 0-1,-1 0 0,0 0 1,-3-2-1,3 2 2,-1 0 0,0 0 0,0 1 0,0-1 0,0 1 0,0-1 0,0 1 0,-1-1 0,1 1 0,0 0 0,0 0 0,0 0 0,0 0 0,0 1 0,0-1 0,-4 2 0,0 0 1,-1 0 1,1 0-1,0 1 0,0 0 0,0 0 1,0 1-1,1 0 0,-1 0 0,1 0 0,0 0 1,0 1-1,0 0 0,1 0 0,0 0 0,0 1 1,0-1-1,-5 12 0,3-6 0,1 0 1,1 0-1,0 1 1,0 0-1,1 0 0,1 0 1,0 0-1,-1 24 1,3-34-7,0 0 1,0 0 0,0 0 0,0 0-1,1 1 1,-1-1 0,1 0 0,-1 0 0,1 0-1,0 0 1,-1 0 0,1 0 0,0 0-1,1 0 1,-1 0 0,0 0 0,0-1-1,1 1 1,-1 0 0,1-1 0,1 2-1,-1-2 2,0 0 0,0-1 0,0 1 0,0 0-1,0-1 1,0 0 0,0 1 0,0-1-1,0 0 1,0 0 0,0 0 0,0 0-1,0 0 1,0-1 0,0 1 0,0-1-1,0 1 1,0-1 0,0 0 0,-1 1-1,1-1 1,3-2 0,1-1 5,-1 1 0,1-1 0,-1 0 0,0-1 0,0 1 0,0-1 0,-1 0 0,0 0 0,6-10-1,-7 11-3,-1 0 0,0 0-1,0 0 1,0 0 0,-1 0-1,1-1 1,-1 1 0,0-1-1,0 1 1,-1-1 0,1 1-1,-1-1 1,0 0 0,0 1-1,-1-6 1,1 9-2,-1 0 1,1-1-1,-1 1 0,1-1 0,-1 1 1,1 0-1,-1-1 0,0 1 1,0 0-1,1-1 0,-1 1 0,0 0 1,0 0-1,0 0 0,0 0 1,-1 0-1,1 0 0,0 0 0,0 1 1,-1-1-1,1 0 0,0 0 1,-1 1-1,1-1 0,-1 1 1,1 0-1,0-1 0,-1 1 0,1 0 1,-1 0-1,1 0 0,-1 0 1,1 0-1,-1 0 0,1 0 0,-3 1 1,-1 0 0,0 0 1,1 0-1,-1 1 1,0-1 0,0 1-1,1 0 1,-1 0-1,1 1 1,-7 5-1,7-4 2,0 0 0,0 0 0,0 1 0,1-1 0,0 1 0,0 0 0,0 0 0,1 0 0,-1 0 0,1 1-1,0-1 1,1 1 0,-2 6 0,2-7-11,0 0-1,1-1 1,-1 1-1,1 0 1,0-1-1,0 1 0,1 0 1,-1-1-1,1 1 1,0-1-1,0 1 1,1-1-1,-1 1 1,1-1-1,0 0 1,4 7-1,-5-10-43,1 1 0,-1 0-1,1-1 1,0 1 0,-1-1 0,1 1-1,0-1 1,0 0 0,0 0 0,0 0 0,0 0-1,0 0 1,0 0 0,0-1 0,1 1-1,-1-1 1,3 1 0,0-1-555,0 0-1,0 0 1,0 0-1,0-1 1,0 0 0,-1 0-1,9-3 1,29-15-2368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15.7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15531,'-5'23'1513,"5"10"383,10 7-1384,11 17-512,2 5-48,4 12-40,-4 2 32,-2 4 48,-1-1-8,-2-4-216,-3-6-944,1-12 584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18.3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1 15059,'0'0'1353,"1"11"824,0 1-2187,-1 0 0,0-1-1,-1 1 1,0 0 0,-1-1 0,-6 21-1,-56 146 1210,63-177-1165,1 0 0,-1 1 0,1-1 0,-1 0 0,1 1 0,0-1 0,-1 1 0,1-1 0,0 1 0,0-1 0,0 1 0,0-1 0,0 0 0,1 1 0,-1-1 0,0 1 0,1-1 0,-1 0 0,2 3 0,-1-3-23,0 0 0,0-1 0,0 1 0,0-1-1,0 1 1,1-1 0,-1 1 0,0-1 0,0 0 0,1 0 0,-1 1-1,0-1 1,0 0 0,1 0 0,-1 0 0,0 0 0,1-1 0,-1 1-1,0 0 1,0-1 0,1 1 0,1-1 0,21-8-179,-1-1 1,0-1-1,0 0 1,-1-2-1,-1-1 1,36-30-1,-26 17-80,-2-2-1,26-33 0,-52 59 260,-1 0 1,1-1 0,-1 1-1,0 0 1,-1-1 0,1 1-1,2-7 1,-4 9 0,0 0 0,1 0 0,-1-1 0,0 1 0,0 0 0,1-1 0,-1 1 1,0 0-1,-1-1 0,1 1 0,0 0 0,0 0 0,0-1 0,-1 1 0,1 0 0,-1 0 0,1-1 0,-1 1 0,1 0 0,-1 0 0,0 0 0,1 0 0,-1 0 0,0 0 0,0 0 0,-1-1 0,-1-1 7,0 1-1,0 0 1,0 0-1,-1 0 0,1 0 1,-1 0-1,1 1 0,-1 0 1,0-1-1,1 1 0,-1 1 1,0-1-1,0 0 1,0 1-1,0 0 0,1 0 1,-8 1-1,8-1-2,0 1-1,0 0 1,0 0 0,0 0 0,0 1-1,1-1 1,-1 1 0,0-1-1,1 1 1,-1 0 0,1 0 0,-1 0-1,1 0 1,0 1 0,0-1 0,0 1-1,0-1 1,1 1 0,-1 0-1,1-1 1,-1 1 0,-1 5 0,1 1 47,-1 0 0,1 1 1,1-1-1,0 1 0,0 0 1,1-1-1,0 1 1,0 0-1,4 13 0,2 10 23,13 39-1,-14-56-544,0 1 1,1-1-1,1-1 1,1 1-1,16 23 0,-22-36-192,-1-1 0,1 0-1,0 1 1,1-1-1,-1 0 1,0 0-1,5 3 1,16 1-1634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20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 31 7042,'-4'-4'1047,"4"3"-678,-1 1-1,1-1 1,-1 0 0,0 0 0,0 1 0,1-1 0,-1 1 0,0-1 0,0 1 0,0-1 0,1 1-1,-1-1 1,0 1 0,0 0 0,-2-1 0,2 1-371,0 0 1,1 0-1,-1 0 1,0 1-1,0-1 0,1 0 1,-1 0-1,0 1 1,1-1-1,-1 1 0,0-1 1,1 1-1,-1-1 1,0 1-1,1-1 0,-1 1 1,1-1-1,-1 1 1,0 0-1,-3 4 12,2-2-1,0-1 1,0 0 0,0 1 0,0-1 0,0 1 0,0 0-1,1 0 1,0-1 0,-1 1 0,1 0 0,0 0 0,0 0-1,1 0 1,-1 1 0,1-1 0,-1 0 0,1 0 0,0 0-1,0 0 1,1 6 0,2 3 196,0 0-1,1 1 1,0-2 0,1 1-1,12 21 1,-16-31-145,0 0 0,0 0 0,0-1 0,0 1 0,1 0 0,-1-1 0,1 1 0,-1-1 0,1 0 0,-1 1 0,1-1 0,0 0 0,0 0 0,0 0 0,-1 0 0,1 0-1,0 0 1,0-1 0,0 1 0,0-1 0,1 1 0,-1-1 0,0 0 0,0 0 0,0 0 0,0 0 0,0 0 0,0 0 0,0 0 0,0-1 0,0 1 0,1-1 0,-1 0 0,-1 0 0,1 1 0,0-1 0,0 0 0,0-1 0,0 1 0,-1 0 0,1 0 0,0-1 0,1-1 0,1 0-28,-1-1-1,0 0 1,1 1-1,-1-1 1,0 0 0,-1-1-1,1 1 1,-1 0 0,0-1-1,0 1 1,0-1 0,0 0-1,-1 0 1,0 0 0,0 0-1,0 1 1,-1-1 0,0 0-1,0 0 1,0 0 0,0 0-1,-2-9 1,1 10-9,0-1 0,-1 0 0,1 1 0,-1 0 1,0-1-1,0 1 0,0 0 0,0 0 0,-1 0 0,1 0 0,-1 0 0,0 0 0,-1 1 0,1 0 1,-1 0-1,1-1 0,-1 2 0,0-1 0,0 0 0,0 1 0,0 0 0,-1 0 0,-8-3 0,9 5 2,0-1-1,0 0 0,0 1 0,0 0 0,0 0 0,0 0 0,0 1 0,0 0 0,1-1 0,-1 1 0,0 0 0,0 1 0,-5 2 0,2-1-13,1 0 1,0 1-1,0 0 0,0 0 0,0 1 0,1 0 0,-8 8 1,9-8-15,0 0 1,0 1 0,0-1 0,0 1 0,1 0 0,0 0 0,0 1 0,-1 5 0,3-8 2,0 0 1,0-1 0,0 1 0,1-1 0,0 1 0,-1 0 0,2-1 0,-1 1 0,0-1 0,1 1 0,-1 0 0,1-1-1,0 1 1,3 5 0,-3-6-1,1-1-1,-1 1 1,1-1 0,0 0-1,0 0 1,0 0-1,0 0 1,0 0-1,1 0 1,-1-1 0,0 1-1,1-1 1,-1 1-1,1-1 1,0 0-1,-1 0 1,1 0 0,0 0-1,0-1 1,-1 1-1,1-1 1,0 0-1,6 0 1,0 0 5,0-1-1,1 0 1,-1 0 0,0-1-1,1 0 1,8-4 0,-5 1 5,0 0 0,0-1 0,-1-1 1,1 0-1,20-17 0,-25 17 14,-1 1 0,0-1 0,0 0 0,-1-1-1,0 1 1,0-1 0,-1-1 0,0 1 0,6-14 0,-10 21-12,-1 0 1,1 0 0,-1 0 0,1 1 0,-1-1 0,0 0-1,1 0 1,-1 0 0,0 0 0,0 0 0,0 0-1,0 0 1,0 0 0,0 0 0,0 1 0,0-1-1,0 0 1,0 0 0,-1 0 0,1 0 0,0 0 0,0 0-1,-1 0 1,1 1 0,-1-1 0,1 0 0,-1 0-1,1 0 1,-1 1 0,1-1 0,-1 0 0,0 1-1,1-1 1,-1 0 0,0 1 0,0-1 0,0 1 0,1-1-1,-1 1 1,0 0 0,0-1 0,0 1 0,0 0-1,0 0 1,1-1 0,-1 1 0,0 0 0,0 0-1,0 0 1,0 0 0,0 0 0,-2 1 0,-6-1 59,0 0 0,1 1 1,-1 1-1,-12 3 1,-1 1-20,1 1 1,-1 1-1,1 1 1,1 1 0,-31 21-1,38-23-22,0 2-1,0 0 1,1 1-1,0 0 1,1 0-1,1 1 0,0 1 1,-16 25-1,24-34-19,0 1 0,0-1-1,0 0 1,1 1-1,0-1 1,-1 1-1,2-1 1,-1 1 0,1 0-1,-1 8 1,2-12-11,-1 1 0,0-1 0,0 1 0,1-1 0,-1 0 0,1 1 0,-1-1 0,1 1 0,-1-1 0,1 0 0,0 0 0,0 1 0,-1-1 0,1 0 0,0 0 0,0 0 0,0 0 0,1 0 0,-1 0 0,0 0 0,0 0 0,0-1 0,1 1 0,-1 0 0,0-1 0,1 1 0,-1-1 0,0 1 0,1-1 0,-1 0 0,1 0 0,-1 1 0,1-1 0,-1 0 0,1 0 0,-1 0 0,0-1 0,3 1 0,3-1 4,0-1 0,1 1 0,-1-2 1,0 1-1,0-1 0,0 1 0,-1-2 0,1 1 0,-1-1 0,1 0 0,-1-1 1,0 1-1,7-9 0,-4 4 2,0 0 1,0-2 0,-1 1-1,-1-1 1,1 0 0,9-22-1,-15 29-4,0-1 0,-1 0 0,1 0 0,-1 1 0,-1-1 0,1 0 0,0 0 0,-1 0 0,0 0 0,-1-9 0,1 12-2,-1 0 0,1 1 1,0-1-1,-1 0 0,0 1 0,1-1 0,-1 1 0,0-1 1,1 0-1,-1 1 0,0 0 0,0-1 0,0 1 0,-1-1 0,1 1 1,0 0-1,0 0 0,-1 0 0,1 0 0,0 0 0,-1 0 1,1 0-1,-1 0 0,0 1 0,1-1 0,-1 0 0,0 1 1,1-1-1,-1 1 0,0 0 0,1 0 0,-1-1 0,-2 2 0,0-1 1,1 1-1,0 0 0,-1-1 0,1 2 0,-1-1 1,1 0-1,0 1 0,0-1 0,0 1 0,0 0 1,0 0-1,0 1 0,1-1 0,-1 0 0,1 1 1,-1-1-1,1 1 0,0 0 0,0 0 1,0 0-1,0 0 0,-2 6 0,-1 3 3,0 0 1,0 0-1,1 0 0,-5 26 1,8-33-6,1 1 0,-1 0 0,1-1 1,0 1-1,1 0 0,-1-1 0,1 1 0,0 0 1,4 8-1,-5-12 1,1-1-1,-1 1 1,1-1 0,0 0 0,-1 1 0,1-1-1,0 0 1,0 0 0,0 0 0,0 0 0,0 0-1,0 0 1,0 0 0,0 0 0,1 0 0,-1 0-1,0 0 1,1-1 0,-1 1 0,0-1 0,1 1-1,-1-1 1,1 1 0,-1-1 0,0 0 0,1 1 0,-1-1-1,1 0 1,-1 0 0,1 0 0,-1-1 0,1 1-1,-1 0 1,1 0 0,-1-1 0,1 1 0,-1-1-1,0 1 1,1-1 0,1-1 0,4-2 1,0 0 0,0 0 1,-1-1-1,1 0 0,-1 0 0,0 0 1,-1-1-1,1 0 0,6-9 0,-3 2-2,-1 0 1,0 0-1,-1 0 0,6-17 0,-11 24-1,1-1 0,-2 0 1,1 0-1,-1-1 0,0 1 1,0 0-1,-1 0 0,0 0 1,0-1-1,-3-11 0,3 17 2,0 0 0,-1 0 0,1 0 0,-1 0 0,0 0 0,0 0 0,0 0 0,0 0 0,0 0 0,0 0 0,0 1 1,0-1-1,-1 0 0,1 1 0,-1-1 0,1 1 0,-1 0 0,0-1 0,0 1 0,1 0 0,-1 0 0,0 0 0,0 0 0,0 0 0,0 1 0,0-1 0,0 0 0,0 1 0,-1 0 0,1-1 0,0 1 0,0 0 0,0 0 0,0 0 0,0 1 0,-1-1 0,1 0 0,-3 2 0,0-1 0,0 1 0,1 0-1,-1 0 1,1 1 0,-1-1-1,1 1 1,0 0 0,-1 0-1,2 0 1,-1 1 0,0 0-1,1-1 1,-1 1-1,1 0 1,0 1 0,1-1-1,-1 0 1,1 1 0,-1 0-1,-1 6 1,1-3 0,0 0 1,1 0-1,0 0 0,0 1 0,0-1 1,1 1-1,1-1 0,-1 1 1,2-1-1,-1 1 0,3 12 0,-3-18 1,1-1 0,-1 1 0,1 0 0,0-1 0,0 1 0,0-1 0,0 1 0,1-1-1,-1 0 1,1 1 0,-1-1 0,1 0 0,0 0 0,-1 0 0,1 0 0,0 0 0,1-1-1,-1 1 1,0-1 0,0 1 0,1-1 0,-1 0 0,1 0 0,-1 0 0,1 0 0,-1 0-1,1 0 1,0-1 0,-1 1 0,1-1 0,0 0 0,-1 0 0,1 0 0,0 0 0,-1 0-1,1-1 1,0 1 0,-1-1 0,1 0 0,0 1 0,-1-1 0,1-1 0,-1 1 0,4-2-1,3-3 5,1 1-1,-2-2 0,1 1 1,-1-1-1,0 0 0,0-1 0,8-10 1,-11 12-1,0-1 0,0 1 0,-1-1 0,0 0 0,0 0 0,-1 0 0,0-1 0,0 1 0,-1-1 0,3-11 0,-5 18-3,0-1-1,1 1 0,-1-1 1,0 1-1,0-1 1,0 0-1,0 1 1,0-1-1,0 1 0,0-1 1,-1 1-1,1-1 1,-1 1-1,1-1 1,-1 1-1,1-1 0,-1 1 1,0 0-1,0-1 1,1 1-1,-1 0 1,0 0-1,0-1 0,-1 1 1,1 0-1,0 0 1,0 0-1,0 0 1,-1 0-1,1 1 0,0-1 1,-1 0-1,1 1 1,-1-1-1,1 1 1,-1-1-1,1 1 0,-1-1 1,-2 1-1,-1 0 1,0 0 0,0 0-1,0 1 1,0-1 0,0 1-1,0 0 1,1 1 0,-1-1-1,0 1 1,0 0 0,-4 3-1,2-1 8,0 1 0,0 0 0,1 0 0,-1 0 0,1 1-1,1 0 1,-1 0 0,1 0 0,0 1 0,-6 10-1,9-13-43,0 0-1,0 0 0,0 1 0,1-1 0,-1 1 0,1-1 0,0 1 0,0-1 1,1 1-1,-1 0 0,1-1 0,0 1 0,0 0 0,1-1 0,-1 1 1,1-1-1,0 1 0,0-1 0,1 1 0,1 4 0,9 5-932,5-8 143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21.6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11 14171,'-11'-11'3089,"11"41"-3017,11 10 0,15 18 0,-7 10 40,-4 10-64,-1 1-24,-7 4 0,5 2 24,-9-11-48,10-8-72,-13-19-3009,0-9 2265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25.1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 1 10082,'-12'11'493,"1"1"-1,1 1 0,0 0 1,0 0-1,2 1 0,-1 0 1,2 1-1,0-1 1,-9 28-1,16-40-380,-1 0 1,1 0 0,-1-1-1,1 1 1,0 0 0,0 0-1,0 0 1,0-1-1,0 1 1,0 0 0,0 0-1,1 0 1,-1-1-1,1 1 1,-1 0 0,1 0-1,0-1 1,0 1 0,-1-1-1,1 1 1,3 2-1,-3-2-9,1-1 0,1 1 0,-1-1 0,0 0 1,0 0-1,0 0 0,1 0 0,-1 0 0,0 0 0,1-1 0,-1 1 0,1-1 0,-1 1 0,3-1 0,9 0 104,-1-1 1,1 0-1,-1-1 0,22-5 1,22-10-47,-39 11-149,0 0-1,1 1 0,-1 1 0,1 1 0,0 1 1,26-1-1,-44 3-12,0 0 1,0 0-1,0 1 1,0-1-1,0 0 0,0 0 1,0 0-1,0 1 1,-1-1-1,1 1 1,0-1-1,0 1 1,0-1-1,0 1 1,0-1-1,-1 1 1,1-1-1,0 1 1,0 0-1,-1 0 0,1-1 1,-1 1-1,1 0 1,0 2-1,0-2 2,-1 1-1,1 0 1,-1 0-1,0 0 0,0 0 1,0 0-1,0 0 1,0-1-1,0 1 1,0 0-1,-1 0 1,0 3-1,-2 2 3,1 0 1,-1 0-1,-1-1 1,1 1-1,-1-1 0,-5 7 1,-2-1-16,0 0 0,-1 0 0,-1-1 0,0-1-1,0 0 1,-1-1 0,-19 9 0,5-4-164,0-2-1,0-1 0,-34 8 1,-1-6-782,4-11 129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25.3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0 263 21637,'35'9'464,"18"-7"-152,-1-9-376,11-16-384,-5-8-152,-11-10-849,-2-2-359,-7-1-465,-2 1-303,-4 2 1696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27.2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1 12099,'0'0'4945,"-14"28"-4897,12-1-24,0 11 120,-5 2 160,6 7 344,-5 3-32,6 4-40,2 1-120,5-3-248,5-7-144,2-11-544,2-3-1392,-6-5 848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27.8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 0 11963,'0'0'-202,"-9"9"-706,3-3 1649,1 1-1,0-1 1,1 2-1,0-1 1,0 0-1,0 1 1,1-1-1,0 1 1,-3 14 0,3-8-351,2 0 0,0 0 1,0 0-1,2 17 1,-1-27-377,1 0 0,-1 0 0,1 0 0,0 0 1,0 0-1,0 0 0,0-1 0,0 1 0,1 0 0,0-1 0,0 1 1,0-1-1,0 0 0,1 0 0,-1 1 0,1-1 0,-1-1 0,1 1 1,6 4-1,-7-6-11,0 0 0,-1 0 1,1 0-1,0-1 0,0 1 1,0-1-1,0 1 0,-1-1 1,1 0-1,0 0 0,0 0 1,0 0-1,0 0 0,0 0 1,0 0-1,0 0 0,0-1 1,2 0-1,0-1 4,-1 1 1,0-1-1,0 0 1,0 0-1,0 0 0,0-1 1,0 1-1,-1 0 1,4-5-1,0-1 12,0 0 1,0-1-1,0 0 0,-1-1 1,6-17-1,-6 15 5,-1-1 0,3-20 0,-6 29-4,-1 1 0,1-1 1,-1 0-1,0 1 0,0-1 0,0 0 0,-1 1 0,1-1 0,-1 0 0,0 1 0,0-1 0,0 1 0,-3-7 0,3 9-10,1 0 0,-1 1 0,1-1 0,-1 0-1,1 1 1,-1-1 0,0 0 0,1 1 0,-1-1-1,0 0 1,0 1 0,1-1 0,-1 1 0,0 0-1,0-1 1,0 1 0,0 0 0,0-1-1,0 1 1,1 0 0,-1 0 0,0 0 0,-2 0-1,1 0 4,0 0 0,0 1-1,0 0 1,0-1 0,0 1-1,0 0 1,1 0-1,-1 0 1,0 0 0,-2 2-1,-3 2 16,1 1-1,1 0 0,-1 0 1,-8 12-1,-2 9-21,2 1-1,0 0 1,2 1 0,-9 34-1,-6 14-6774,26-84 3910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28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28 235 17140,'-4'8'250,"-1"3"-41,0 0-1,-5 18 0,9-27-252,0 0 0,1 0 0,-1 1-1,1-1 1,0 0 0,-1 0 0,1 1 0,0-1 0,0 0-1,1 0 1,-1 1 0,0-1 0,1 0 0,-1 0 0,1 1-1,0-1 1,0 0 0,0 0 0,0 0 0,2 2 0,-3-3 41,1 0 1,0-1 0,-1 1 0,1-1 0,0 1-1,-1-1 1,1 1 0,0-1 0,-1 1 0,1-1-1,0 0 1,0 1 0,0-1 0,0 0-1,-1 0 1,1 0 0,0 0 0,0 0 0,0 0-1,0 0 1,-1 0 0,1 0 0,0 0 0,0 0-1,0 0 1,0-1 0,-1 1 0,1 0-1,0 0 1,0-1 0,0 1 0,-1-1 0,1 1-1,0-1 1,-1 1 0,1-1 0,0 1-1,-1-1 1,1 0 0,0 0 0,3-4 156,0 1 1,-1-1-1,1 0 1,3-7-1,9-17 221,6-10-165,18-44-1,-35 70-198,0 1-1,-1-2 0,-1 1 0,0 0 0,-1-1 0,0 1 0,-1-26 0,-1 38 4,0-1-1,0 1 1,0-1-1,0 1 1,-1-1 0,1 1-1,0-1 1,-1 1 0,1 0-1,-1-1 1,0 1-1,1 0 1,-3-3 0,3 4-1,0-1 0,-1 1-1,1 0 1,-1-1 0,1 1 0,-1 0 0,0-1 0,1 1 0,-1 0 0,1 0 0,-1-1 0,0 1 0,1 0 0,-1 0 0,1 0 0,-1 0 0,0 0 0,1 0 0,-1 0 0,0 0 0,1 0 0,-2 0 0,0 1 13,-1 0 0,0 0 0,1 1 0,0-1 0,-1 0 1,1 1-1,0 0 0,0 0 0,0-1 0,0 1 0,0 0 1,0 0-1,-2 4 0,-7 10 30,1 0 0,0 1 1,-8 20-1,14-26-31,0-1 0,1 1 0,0 0 0,0 0 0,1 0 0,-1 21 0,3-30-20,0 0 0,0 0 0,0 1 1,0-1-1,0 0 0,0 0 0,1 0 0,-1 0 1,1-1-1,0 1 0,0 0 0,-1 0 0,1 0 0,0 0 1,1-1-1,-1 1 0,0 0 0,0-1 0,3 3 1,-2-3 6,-1-1 0,0 1 0,1-1 1,-1 1-1,0-1 0,1 0 1,-1 0-1,1 0 0,-1 0 0,0 0 1,1 0-1,-1 0 0,1 0 1,-1-1-1,0 1 0,1-1 0,-1 1 1,0-1-1,1 1 0,-1-1 0,0 0 1,0 1-1,1-1 0,-1 0 1,0 0-1,0 0 0,0 0 0,0 0 1,1-2-1,12-11 160,0-1 0,17-24 0,-25 31-152,-1 0-1,0-1 1,-1 0-1,1 1 1,-2-1-1,1-1 1,2-11-1,-6 18-16,1 0 1,-1-1-1,0 1 0,0-1 0,0 1 0,0 0 1,-1-1-1,1 1 0,-1 0 0,0-1 0,0 1 1,0 0-1,0 0 0,-1 0 0,1 0 0,-1 0 1,0 0-1,0 0 0,0 0 0,0 1 0,0-1 1,-1 1-1,-4-4 0,5 4-1,0 1 0,0 0 0,-1-1 0,1 1 0,0 0 0,-1 0 0,0 0 0,1 1-1,-1-1 1,1 1 0,-1-1 0,0 1 0,1 0 0,-1 0 0,1 0 0,-1 0 0,0 0 0,1 1 0,-1-1 0,0 1 0,1 0 0,-1 0 0,1 0 0,0 0 0,-1 0 0,1 0 0,0 1 0,-1-1 0,1 1 0,-3 3 0,1-2-23,1 1 0,0-1 1,0 1-1,0 0 1,0 0-1,1 0 1,-1 0-1,1 0 0,0 0 1,0 1-1,-1 5 1,1 18-126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29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2513,'14'102'16,"5"-3"-40,1-4-112,1-7 63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30.9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1 394 13763,'27'13'657,"0"2"0,-1 0 0,40 32 1,-64-42 1197,0-2-382,7-9-962,-6 5-506,0-2 1,-1 1-1,1 0 0,-1 0 0,1-1 1,-1 1-1,0-1 0,0 0 0,0 0 1,0 0-1,-1 0 0,1 0 1,-1 0-1,0 0 0,0 0 0,0-1 1,0 1-1,-1 0 0,1-1 1,-1 1-1,0-1 0,0-4 0,-1-1 19,0 1-1,0 0 0,-1 0 0,0 0 1,0 0-1,-1 0 0,0 0 1,-5-8-1,-6-8 161,-18-24 1,16 23-59,14 23-118,1 0 0,0 0 0,-1 0 1,0 0-1,1 1 0,-1-1 0,0 0 1,0 1-1,0-1 0,0 1 0,0 0 1,0-1-1,0 1 0,0 0 1,-5-1-1,6 2-7,-1 0 1,1 0 0,-1 0 0,0 0-1,1 0 1,-1 0 0,1 1-1,-1-1 1,1 1 0,-1-1-1,1 1 1,-1 0 0,1-1-1,0 1 1,-1 0 0,1 0-1,0 0 1,0 0 0,-1 0-1,1 0 1,0 0 0,0 0 0,0 1-1,0-1 1,-1 3 0,-2 3 3,0 0 0,0 0 1,1 1-1,0-1 0,0 1 1,-3 16-1,6-24-4,0 0-1,0 0 1,0 0 0,0 0 0,0 0 0,0 0 0,0 0-1,0 0 1,0 0 0,0 1 0,0-1 0,0 0-1,0 0 1,0 0 0,0 0 0,0 0 0,0 0-1,0 0 1,0 0 0,0 0 0,0 1 0,0-1-1,0 0 1,0 0 0,0 0 0,0 0 0,0 0-1,1 0 1,-1 0 0,0 0 0,0 0 0,0 0-1,0 0 1,0 0 0,0 0 0,0 1 0,0-1-1,0 0 1,0 0 0,0 0 0,1 0 0,-1 0-1,0 0 1,0 0 0,0 0 0,0 0 0,0 0-1,0 0 1,0 0 0,0 0 0,0 0 0,1 0-1,-1 0 1,0 0 0,0 0 0,0 0 0,4 0 10,-1 1-4,-1-1 0,1 1 0,0-1 0,0 0 0,-1 0 0,1 0 0,0 0 0,0 0 0,-1-1 0,1 1 1,0-1-1,-1 0 0,1 0 0,0 0 0,-1 0 0,1 0 0,-1 0 0,0-1 0,1 1 0,-1-1 0,0 0 0,0 0 0,0 1 0,0-1 0,3-4 0,5-7 8,-1 0-1,-1-1 1,0 1 0,-1-1-1,0-1 1,-1 0 0,0 1-1,-2-2 1,0 1 0,0 0-1,2-27 1,-7 36-10,1 1 0,-1 0-1,0 0 1,0 0 0,0 0 0,0 0 0,-1 0 0,0 0 0,0 0-1,-4-6 1,5 10-4,0 0 0,1 0 0,-1-1-1,0 1 1,0 0 0,0 0 0,0 0 0,0 1-1,0-1 1,0 0 0,0 0 0,0 0-1,0 1 1,-1-1 0,1 1 0,0-1 0,0 1-1,-1-1 1,1 1 0,0 0 0,-1-1 0,1 1-1,0 0 1,-1 0 0,1 0 0,0 0 0,-1 0-1,1 1 1,0-1 0,-1 0 0,1 1-1,0-1 1,-1 0 0,1 1 0,0 0 0,0-1-1,0 1 1,0 0 0,-1-1 0,1 1 0,0 0-1,0 0 1,-1 2 0,-3 1-1,1 1 1,0 1 0,0-1-1,0 0 1,0 1-1,1 0 1,0 0-1,0 0 1,1 0-1,-1 1 1,1-1-1,1 1 1,-2 7-1,0 9 0,0 0 1,1 32-1,2-48 1,1 0 0,-1 0 0,1 0 0,3 12 0,-4-16 0,1-1 1,0 0-1,0 0 0,0 1 0,0-1 1,1 0-1,-1 0 0,0 0 0,1 0 1,0 0-1,-1-1 0,1 1 1,0 0-1,0-1 0,0 1 0,2 1 1,-2-3 3,-1 1 1,1-1 0,0 0-1,-1 1 1,1-1 0,0 0-1,0 0 1,-1 0 0,1 0-1,0 0 1,-1 0 0,1-1-1,0 1 1,-1 0 0,1-1-1,0 0 1,-1 1 0,1-1-1,-1 0 1,1 0 0,-1 0-1,1 0 1,-1 0 0,2-2-1,6-4 35,0-1 0,11-13 0,-11 11-15,-1 2-17,-1 0 0,0 0 0,0-1 0,-1 1 0,0-2-1,-1 1 1,0-1 0,0 1 0,-1-1 0,0-1 0,-1 1-1,0 0 1,0-1 0,-1 0 0,1-18 0,-3 28-7,0-1-1,0 0 1,0 1 0,0-1 0,0 1 0,-1-1 0,1 1-1,0-1 1,-1 1 0,1-1 0,-1 1 0,1-1-1,-1 1 1,0 0 0,0-1 0,0 1 0,-1-1 0,2 1-1,-1 1 0,0-1 0,1 1 0,-1-1 0,0 1 0,0 0 0,0-1 0,1 1 0,-1 0 1,0 0-1,0 0 0,0 0 0,0 0 0,0 0 0,1 0 0,-1 0 0,0 0 0,0 0 0,0 0 1,0 0-1,-1 1 0,-2 1-1,1-1 0,-1 1 1,0 0-1,1 1 0,0-1 1,-1 0-1,1 1 0,0 0 0,0 0 1,-3 5-1,-3 5 1,1 0 0,0 1-1,1 0 1,1 1 0,-7 19-1,-14 76 2,26-108 0,1 0 1,-1 0-1,1 0 0,0 0 1,-1 0-1,1 0 0,0 0 1,1 0-1,-1 0 1,0 0-1,1 3 0,-1-5 1,1 1-1,-1-1 0,0 0 0,0 0 0,1 1 0,-1-1 0,0 0 0,0 0 0,1 1 0,-1-1 0,0 0 0,0 0 0,1 0 0,-1 1 1,0-1-1,1 0 0,-1 0 0,0 0 0,1 0 0,-1 0 0,0 0 0,1 0 0,-1 0 0,1 0 0,-1 0 0,0 0 0,1 0 1,-1 0-1,0 0 0,1 0 0,-1 0 0,0 0 0,1 0 0,-1-1 0,1 1 0,3-2 7,-1-1 1,1 1-1,-1-1 1,1 0-1,-1 0 0,0 0 1,0 0-1,3-5 0,1-2-2,-1 0 0,1-1 0,-2 0-1,0 0 1,0 0 0,-1-1-1,5-21 1,-5 10-5,0 0 0,-2 0 0,0-26 0,-2 49-2,0 0 0,0 0 0,0-1 0,0 1 0,-1 0 0,1 0-1,0 0 1,0 0 0,0-1 0,0 1 0,0 0 0,-1 0 0,1 0 0,0 0 0,0-1 0,0 1 0,-1 0 0,1 0 0,0 0 0,0 0 0,-1 0 0,1 0 0,0 0 0,0 0 0,-1 0 0,1 0-1,0 0 1,0 0 0,-1 0 0,1 0 0,0 0 0,0 0 0,0 0 0,-1 0 0,1 0 0,0 0 0,0 0 0,-1 0 0,1 1 0,0-1 0,-10 3-22,3 3-6,1 1 0,0-1 0,0 1 0,0 0 0,0 1 0,1-1-1,-7 16 1,-2 0-79,-9 17-957,4 2-4323,9-16 2122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38.9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0 2224,'-3'1'1090,"-11"3"-2166,11 2 4575,7 4 7244,4 3-10673,6 9 304,-1 0-1,-1 1 1,15 38 0,37 170 817,-50-168-1168,11 111 1,-23-150 59,1 1 0,11 41-1,-11-54-22,1 0 0,1 0 0,0-1 0,1 1 0,0-1 0,1 0 0,8 10 0,1-1-12,-1 1 1,17 32-1,-26-42-16,-1 1-1,0 0 1,0 1-1,-2-1 0,0 1 1,3 19-1,-3-4 54,-2-14-37,0 0 1,5 16 0,-5-25-41,1 0 1,-1 0 0,1 0-1,0-1 1,1 1 0,-1-1 0,1 0-1,0 0 1,7 8 0,6 3 11,2 0 0,31 19 0,-27-19-10,36 31 0,-53-41-10,1 1 1,-1-1 0,0 1-1,0 0 1,-1 1-1,0-1 1,0 1 0,-1 0-1,1 0 1,2 10-1,0 5 2,1-1 0,0 0 0,2-1 0,0 1 0,19 29 0,34 31 13,11 18 10,-71-96-13,1 1-1,-1-1 0,1 0 0,0 0 0,0 0 0,0 0 0,1 0 0,-1-1 1,1 1-1,-1-1 0,7 3 0,2 0 37,0-1 0,20 4 0,-22-6-29,0 1 1,0 0-1,-1 0 1,1 1 0,14 7-1,-19-6-13,1 0 0,-1 0 0,0 0 0,0 1 0,-1-1-1,1 1 1,-1 0 0,0 1 0,3 7 0,16 24 18,-12-23-12,-7-9-5,-1-1-1,1 1 1,1-1-1,-1 0 1,1 0-1,0-1 0,10 8 1,13 6-1,-2 1 1,0 1-1,-2 2 1,40 43-1,44 43 285,-70-73-152,46 56 0,-73-77-109,0 0 0,0-1 0,2 0 0,-1-1 0,2 0 0,0-1 0,0 0 0,1-2 0,30 17 0,-18-13-24,-1 1-1,0 2 0,24 19 1,7 5 4,50 38-12,19 13 14,-87-65-14,48 43 0,-35-26-20,-43-37 19,-1 0 0,0-1 0,1-1 0,0 1 0,0-1 0,1-1 0,-1 1 0,1-2 0,-1 1 0,16 0 0,7 0-333,60-3 0,-37-1-872,-28-1-3128,3-5 1417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41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4105 7882,'0'2'3695,"4"5"-3267,44 50-422,-39-47 78,-1-1 1,2-1 0,-1 0-1,1 0 1,0-1 0,1 0 0,0-1-1,0 0 1,0-1 0,16 6 0,5-2 323,0-1 0,45 5 0,-50-9-336,76 11 29,-40-8 145,0 4 0,90 26 0,208 114 1409,-65-24-3129,-270-118 1510,24 11 351,1-2-1,0-2 0,90 14 0,96-18 525,-107-9 917,-74-4-1714,0-3-1,105-19 1,-29 2-90,-57 13 35,-24 4-13,73-18-1,136-58 0,-131 36-37,86-36 15,-136 47 20,2 4 0,97-22 0,-160 47 8,5 1 3,1-2 0,-1-1-1,0-1 1,0-1 0,0-1 0,26-15 0,-39 18-49,183-117 31,-7 2-8,20-13-4,33-21-49,-40 28 4,11-2 34,-195 117-13,0 0 1,0 0-1,-1-2 0,0 1 0,-2-2 1,13-17-1,-3 1 0,-2-2 0,18-38-1,-14 17 25,30-114-1,-31 88-10,-2 4-25,-11 37 18,26-64 0,103-190 28,-99 214 63,-27 54-26,1 1-1,2 0 1,31-37 0,65-56 51,-66 71-94,50-64-1,-77 82 100,-1 0-1,16-38 1,2-1 376,-18 32-386,-1-1 1,22-66-1,10-80 241,-43 160-210,3-17 102,-6 22-134,1 1-1,0 0 0,1 0 1,0 1-1,2 0 0,0 0 1,14-24-1,14-5 35,59-56 0,7-9-70,-78 80 0,-1 0 0,18-34 0,-31 47-61,-1-1 0,0 0 1,-1 0-1,-2 0 0,1-1 1,2-19-1,-4 19-11,1 0-1,14-34 1,-13 37-4,0 0 0,-1-1 0,-1 0 0,4-20 0,-3 3-25,1 2-1,2-1 1,1 1 0,1 0 0,2 1 0,26-50 0,-36 76 3,0 0 0,-1 0 0,0 0 1,0 0-1,0 0 0,0 0 0,0 0 1,-1-1-1,0 1 0,0-6 0,-9-44-135,2 17-112,6 33 69,0-1 0,-1 1 0,1-1 1,-1 1-1,0-1 0,0 1 0,-5-7 0,-6-14-1818,11 14 1194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15.0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946 604 19332,'4'-9'113,"13"-28"176,-2-1 0,19-75 0,-32 101-294,0 0 1,-1 0 0,0 0 0,-1 0 0,0 0-1,-1-1 1,0 1 0,-1 0 0,0 0-1,-1 1 1,0-1 0,-1 0 0,-1 1 0,-6-13-1,3 9 85,-1 1 1,-1 0-1,0 1 0,-1 0 0,0 1 0,-1 0 0,-1 1 0,0 0 0,0 1 0,-1 0 1,-15-8-1,9 8-2,0 1 0,0 0 0,-1 2 0,-1 0 1,1 2-1,-1 0 0,-43-4 0,40 8-37,0 1-1,0 1 1,0 1-1,1 1 0,-1 1 1,-46 14-1,52-11-47,0 0 0,1 1-1,0 1 1,1 0 0,0 2 0,0 0-1,1 1 1,-27 25 0,25-16 2,0 0 1,2 2 0,1-1-1,0 2 1,2 0 0,1 0 0,1 2-1,-10 31 1,2 5-4,4 1-1,-11 87 1,12-47 0,6 1 0,8 196 0,2-270 7,2-1 1,1 1-1,2-1 1,0 1 0,13 29-1,-15-48 10,0-1-1,0 1 1,1-1-1,0 0 1,1 0-1,0-1 1,0 0-1,1 0 1,0-1-1,1 0 1,0 0-1,0-1 1,1 0-1,0-1 1,17 9-1,-12-9 9,0-1 1,0-1-1,1 0 0,0-1 1,0 0-1,0-2 0,0 0 1,0 0-1,0-2 0,0 0 0,0-1 1,0 0-1,-1-1 0,1-1 1,29-12-1,-26 9-14,-1-2 1,0 0-1,0-1 1,0-1-1,-2 0 0,1-2 1,-1 0-1,-1 0 1,-1-2-1,0 0 1,0 0-1,12-21 0,-13 16-27,-2 0 0,0 0 0,-1-1 0,-1-1 0,-1 0 0,-1 0-1,-1-1 1,5-42 0,-10 55 2,0-1-1,-1 0 0,0 0 1,0 1-1,-2-1 1,1 0-1,-1 1 1,-1-1-1,0 1 1,0 0-1,-1 0 0,0 0 1,-1 0-1,0 1 1,-1 0-1,0 0 1,0 0-1,-1 1 1,0 0-1,0 0 1,-11-9-1,8 10-14,-1 1 1,1 0-1,-1 0 0,0 1 1,0 0-1,-1 1 1,0 0-1,0 1 0,0 0 1,0 1-1,0 0 0,0 1 1,-22 1-1,6 1 23,0 2 0,0 1-1,1 0 1,0 3 0,-27 9-1,48-15 25,1 1-1,0 1 0,-1-1 1,1 1-1,-8 5 1,12-8-7,1 1-1,-1-1 1,1 1 0,-1-1 0,1 1 0,0-1 0,-1 0 0,1 1 0,0 0 0,-1-1 0,1 1 0,0-1 0,-1 1 0,1-1 0,0 1 0,0 0 0,0-1 0,-1 1 0,1-1 0,0 1 0,0 0-1,0 0 1,1 0 2,-1 0-1,1 0 1,-1 0-1,1 0 1,0 0-1,-1 0 1,1 0-1,0-1 1,0 1-1,0 0 1,-1-1-1,1 1 1,0 0-1,0-1 1,0 1-1,0-1 1,0 0-1,1 1 1,7 2 18,-1 0 0,1-1 0,0 0 0,-1 0 0,1-1 0,0 0 0,0-1 0,0 0 0,0 0 0,13-3 0,11-3 88,46-14 0,-64 16-80,74-27 162,-63 21-131,1 0 1,0 2-1,0 1 0,45-5 0,-69 11-59,1 1-1,-1 0 0,1 0 0,0 0 0,-1 0 0,1 0 0,-1 1 0,1 0 0,-1 0 0,1 0 0,-1 0 0,0 0 0,0 1 0,1-1 0,-1 1 0,0 0 1,0 0-1,-1 0 0,1 1 0,0-1 0,-1 0 0,1 1 0,-1 0 0,0 0 0,0 0 0,0 0 0,0 0 0,0 0 0,-1 0 0,3 6 0,6 25 22,-1 1-1,-2 0 0,6 64 0,-7-52 7,10 86-505,54 212-1,-68-340-360,-2-8-59,-4-22-325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15.3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71 260 22781,'3'66'155,"2"0"-1,3-1 1,18 67 0,-16-99-466,-7-27 220,0 1 0,-1-1-1,0 1 1,-1 0-1,1-1 1,-1 1-1,0 0 1,-1 0-1,0 0 1,0 7-1,0-14 97,0 1-1,0-1 1,0 1-1,-1-1 0,1 0 1,0 1-1,0-1 0,0 1 1,0-1-1,0 0 1,0 1-1,-1-1 0,1 0 1,0 1-1,0-1 1,-1 0-1,1 1 0,0-1 1,0 0-1,-1 1 1,1-1-1,0 0 0,-1 0 1,1 0-1,0 1 0,-1-1 1,1 0-1,-1 0 1,1 0-1,0 0 0,-1 0 1,1 1-1,0-1 1,-1 0-1,1 0 0,-1 0 1,1 0-1,-1 0 1,1 0-1,0 0 0,-1-1 1,1 1-1,0 0 0,-1 0 1,1 0-1,-1 0 1,1 0-1,0-1 0,-1 1 1,0 0-1,-18-18 654,6-2-563,0 0 0,1-1 1,1 0-1,1-1 0,1 0 0,1-1 0,1 1 1,1-2-1,-4-33 0,8 37-226,1 1 0,1-1 0,0 0 1,2 1-1,0-1 0,2 1 0,0 0 0,8-25 0,-2 18-560,0 0-1,2 1 1,1 1-1,1-1 1,22-28 0,16-8-1408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15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49 187 16059,'-15'-43'1009,"6"-4"983,-2-1-8873,-2-1 5688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16.0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170 1 11090,'-19'20'1288,"1"0"0,1 2 0,1 0-1,1 1 1,0 0 0,-18 44 0,26-47-1149,0 1 1,1-1-1,0 1 0,2 1 1,1-1-1,1 0 0,0 1 1,3 41-1,0-53-136,0-1-1,1 0 0,-1 0 1,2 0-1,-1-1 1,1 1-1,1 0 1,-1-1-1,1 0 0,1 0 1,10 14-1,-12-18 0,0-1 0,1 0 0,-1 0 0,1 0 0,0 0 0,0 0 0,0-1 0,0 0 0,0 0 0,0 0 0,1 0 0,-1 0 0,1-1 0,-1 0 0,1 0 0,0-1 0,-1 1 0,1-1 0,0 0 0,0 0 0,-1 0 0,1-1 0,0 1 0,8-4 0,-1 0 5,0 0-1,0-1 1,-1-1-1,1 0 1,-2-1 0,1 0-1,-1 0 1,1-1-1,-2 0 1,0-1 0,0 0-1,0-1 1,-1 0-1,12-18 1,1-6 30,-2-1 1,-1-1-1,19-54 0,-19 34 30,-12 34 10,12-27 0,-17 47-66,-1 1-1,1-1 0,0 1 1,0-1-1,0 1 0,0-1 1,0 1-1,0 0 0,0 0 1,0-1-1,2 0 1,-2 1-3,-1 1 0,1 0 0,-1 0 1,1-1-1,-1 1 0,1 0 1,-1 0-1,1 0 0,0 0 1,-1 0-1,1 0 0,-1 0 1,1 0-1,-1 0 0,1 0 1,-1 0-1,1 0 0,0 0 1,-1 0-1,1 1 0,-1-1 1,1 0-1,0 1 0,1 1 18,0 0 0,0 0 0,0 0 1,0 0-1,0 1 0,0-1 0,-1 0 0,1 1 0,-1 0 0,0-1 0,0 1 0,2 4 0,29 99 319,-21-66-307,1 1 0,32 67 0,-40-101-56,0 1-1,1-1 1,0 0 0,0 0 0,11 10 0,-14-14-1,0-1 0,1 0 0,-1 0-1,1-1 1,0 1 0,-1 0 0,1-1 0,0 0 0,0 1 0,0-1 0,0 0 0,0-1 0,0 1 0,0-1 0,1 1 0,-1-1 0,0 0 0,6 0 0,-3-1-36,-1-1-1,1 0 1,-1 1-1,1-2 1,-1 1-1,0-1 1,0 1-1,0-1 1,0-1-1,0 1 1,-1-1-1,8-8 1,1-1-340,-1-1 0,18-29 0,-18 24-559,17-36-1,2-35-552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16.6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325 1 21837,'-2'29'568,"1"1"0,2-1 1,6 53-1,26 87-301,-26-138-252,32 168-61,17 260 0,-14 34-41,-42-489-58,-1-5 60,0 0 1,-1 1 0,1-1-1,0 0 1,0 0-1,0 0 1,0 0 0,0 0-1,0 0 1,0 0-1,1 0 1,-2-2 0,0-1-117,-30-38-1379,-71-90-3098,100 129 4515,-28-33-93,-56-47 0,78 75 572,-1 0 1,-1 1 0,1 0-1,-1 1 1,0 0 0,-1 0-1,1 1 1,-1 1 0,0 0-1,-24-5 1,33 9-275,0-1 1,0 1-1,0 0 0,0 0 0,0 0 0,0 0 0,0 0 1,0 1-1,0-1 0,0 1 0,1 0 0,-1-1 1,0 2-1,0-1 0,0 0 0,1 0 0,-1 1 1,1 0-1,-1-1 0,1 1 0,0 0 0,-1 0 1,1 0-1,0 0 0,0 1 0,1-1 0,-1 1 1,0-1-1,1 1 0,0-1 0,-1 1 0,1 0 1,-1 5-1,-1 3 5,1 0 1,1 0-1,0 0 1,1 0 0,0 0-1,0 0 1,4 21-1,1-8-13,0-1-1,1 0 1,2 0-1,0-1 1,16 31-1,-17-40-11,0-1-1,1 0 1,0 0-1,1-1 0,0-1 1,0 1-1,2-1 0,-1-1 1,1 0-1,18 12 0,-22-17-6,-1-1 1,1 0-1,0 0 0,0 0 0,0-1 0,0 0 0,0 0 1,1-1-1,-1 0 0,1-1 0,-1 1 0,15-2 0,-12-1-1,0 0 0,0 0-1,0-1 1,-1 0 0,1-1 0,-1 0-1,0-1 1,13-8 0,2-4-2,-1-2 0,-1-1 1,0-1-1,-1-1 1,23-32-1,-16 18-8,-7 8-6,1 1-1,37-35 0,-58 60 0,1 1 0,0-1 0,0 1 0,-1 0 0,1 0 0,0 0 0,0-1 0,0 2 0,0-1 0,4-1 0,-5 2 1,0 0 0,-1 0 0,1 0 0,0 0 0,0 0 0,0 1 0,0-1 0,0 0 0,0 1 0,-1-1 0,1 0 0,0 1 0,0-1 0,0 1 0,-1-1 0,1 1 0,0-1 0,-1 1 0,1 0 0,0-1 0,-1 1 0,1 0 0,-1 0 0,1-1 0,-1 1 0,1 0 0,-1 0 0,0 0 0,1-1 0,-1 2 0,5 12-4,-1 0 0,-1 0 0,0 1 0,-1-1 0,0 1 0,-1-1 0,-1 1-1,0-1 1,-1 1 0,-1 0 0,0-1 0,-1 0 0,0 1 0,-1-1 0,-1 0-1,-10 20 1,14-32 5,0 0-1,0 0 0,0 0 0,0-1 0,0 1 0,0 0 1,0-1-1,-1 1 0,1-1 0,-1 1 0,1-1 1,-1 0-1,1 0 0,-1 0 0,0 0 0,-2 1 0,3-1 2,0-1-1,0 0 0,0 0 1,-1 0-1,1 0 0,0 0 0,0 0 1,0-1-1,0 1 0,0 0 1,0 0-1,0-1 0,0 1 0,0-1 1,0 1-1,0-1 0,0 1 1,0-1-1,0 0 0,0 1 0,-1-2 1,-2-3-9,0-1 0,0 1 0,0 0 0,1-1 0,0 0 1,0 0-1,-5-12 0,0-10-112,1-1 0,2 1 0,0-1-1,2 0 1,1 0 0,1-1 0,2 1 0,5-37 0,8-30-276,31-103 0,-37 164 420,-4 15 62,1 1-1,0 0 0,2 0 0,0 0 1,1 0-1,12-20 0,-19 37-49,0 0 1,1 0-1,-1 0 0,0 1 0,1-1 1,0 0-1,-1 0 0,1 1 0,0-1 0,0 1 1,0-1-1,0 1 0,0 0 0,0 0 1,0 0-1,0 0 0,0 0 0,0 1 1,1-1-1,-1 1 0,5-1 0,-5 1-8,1 0 0,0 1 0,-1 0-1,1 0 1,-1 0 0,1 0-1,-1 0 1,1 0 0,-1 0 0,0 1-1,0-1 1,1 1 0,-1 0-1,0 0 1,0 0 0,-1 0 0,1 0-1,2 3 1,18 26 15,-18-23-242,1-1-1,0 0 1,1 0 0,-1 0-1,2 0 1,-1-1 0,0 0-1,1-1 1,0 1 0,10 4-1,19 6-3801,4-5 1199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17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181 648 13243,'-1'11'2045,"1"26"4436,0-36-6399,0 0 1,0 0 0,0 0-1,0 0 1,1 0-1,-1 0 1,0 0 0,0 0-1,1 0 1,-1 0-1,0 0 1,1 0-1,-1 0 1,1 0 0,-1-1-1,1 1 1,0 0-1,-1 0 1,1-1-1,0 1 1,-1 0 0,1-1-1,0 1 1,0 0-1,0-1 1,0 1 0,0-1-1,1 0-77,-1 0 0,0 0-1,0 0 1,0 0 0,0-1-1,1 1 1,-1 0 0,0-1 0,0 1-1,0-1 1,0 1 0,0-1 0,0 0-1,0 1 1,0-1 0,0 0-1,-1 0 1,1 1 0,0-1 0,0 0-1,-1 0 1,1 0 0,0-1 0,16-29 41,-15 27-36,26-57 49,-3-2 1,24-90-1,-38 111-150,-3 0-1,-1-1 1,-2 0-1,-2-83 1,-3 119 26,0 0 1,-1 0-1,-1 0 0,1 0 1,-1 1-1,0-1 0,0 0 1,-5-7-1,6 12 48,0 0-1,0 0 1,0 0 0,0 1-1,-1-1 1,1 0 0,-1 1-1,0-1 1,1 1-1,-1 0 1,0-1 0,0 1-1,0 0 1,1 0 0,-1 0-1,0 0 1,-1 1-1,1-1 1,0 0 0,0 1-1,0 0 1,0-1 0,0 1-1,-1 0 1,1 0-1,0 0 1,0 0 0,0 1-1,-5 0 1,0 1 13,1 0 0,-1 1 0,0 0 0,1 0 0,-1 1 0,1-1 1,0 1-1,0 1 0,1-1 0,-7 7 0,-3 4 26,2 0 0,-19 26 0,12-11 17,2 1 1,1 1-1,2 1 1,0 0-1,-13 50 1,15-32-7,1 0 0,3 1 0,-3 61 0,10-92-29,2 1-1,0-1 1,1 1 0,2-1-1,6 31 1,-7-46-3,0 0 1,0-1-1,0 1 0,0-1 1,1 1-1,0-1 0,0 0 0,1 0 1,0-1-1,7 9 0,-8-11 0,1 1 0,-1-1 0,1 1-1,0-1 1,0 0 0,0-1 0,0 1-1,0-1 1,0 0 0,0 0 0,0 0 0,0 0-1,1-1 1,-1 1 0,0-1 0,9-1-1,0-1-30,1-1 0,0 0-1,-1-1 1,0 0 0,0-1-1,0 0 1,-1-1 0,1-1-1,-1 0 1,17-14 0,11-11-264,54-56 0,-48 41-12,73-98 1,-95 110 270,-1-1 0,-2-2 1,31-75-1,-47 98 62,2 0 0,8-15-1,-15 30-22,0 0-1,0 0 1,0-1-1,0 1 0,0 0 1,0 0-1,0-1 1,0 1-1,0 0 0,0 0 1,1 0-1,-1-1 1,0 1-1,0 0 0,0 0 1,0 0-1,0 0 1,0 0-1,1-1 0,-1 1 1,0 0-1,0 0 1,0 0-1,1 0 1,-1 0-1,0 0 0,0 0 1,0-1-1,1 1 1,-1 0-1,0 0 0,0 0 1,0 0-1,1 0 1,-1 0-1,0 0 0,0 0 1,1 0-1,-1 0 1,0 0-1,1 1 0,2 10 158,1 12 29,-1 1 0,-1 31-1,-1-6-3,3 21 51,9 115 309,-13-180-530,1 1 19,0 1 0,0 0 0,0 0 0,4 11-1,-4-17-27,-1 0 0,0 0-1,1 0 1,-1 0-1,1 0 1,-1 0-1,1-1 1,0 1-1,-1 0 1,1 0-1,0 0 1,-1-1-1,1 1 1,0 0 0,0-1-1,0 1 1,0-1-1,0 1 1,0-1-1,-1 1 1,1-1-1,0 0 1,0 1-1,0-1 1,0 0-1,1 0 1,-1 0 0,0 0-1,0 0 1,0 0-1,0 0 1,0 0-1,0 0 1,0 0-1,0-1 1,0 1-1,0 0 1,1-1-1,3-2 14,1 0 1,-1 0-1,0-1 0,0 1 0,0-1 0,-1 0 0,1-1 0,-1 1 0,0-1 0,0 0 0,3-6 0,8-11 18,12-28 0,-26 49-37,29-64 12,-22 44-32,1 1 0,2 0-1,0 0 1,1 1 0,14-19-1,-25 37 18,0 0-1,0 0 1,-1 0-1,1 0 1,0 0-1,0 0 1,0 1-1,0-1 1,1 0-1,-1 1 1,0-1-1,0 0 1,0 1-1,0-1 0,1 1 1,-1 0-1,0-1 1,1 1-1,-1 0 1,0 0-1,0 0 1,1 0-1,-1 0 1,0 0-1,1 0 1,-1 0-1,0 0 1,1 1-1,-1-1 1,0 1-1,0-1 1,1 1-1,-1-1 1,0 1-1,0 0 1,0-1-1,0 1 1,0 0-1,0 0 1,0 0-1,2 2 1,3 5-5,0 0 1,0 0 0,0 1-1,6 15 1,2 0 0,-11-19-17,1 1 0,1-1 0,-1 0 0,1 0-1,0 0 1,10 8 0,-12-12-19,-1 0 0,0 1 0,0-1 1,1 0-1,-1 0 0,1-1 0,-1 1 0,1 0 0,-1-1 0,1 0 0,-1 1 1,1-1-1,0 0 0,-1-1 0,1 1 0,-1 0 0,1-1 0,-1 1 0,1-1 1,-1 0-1,1 1 0,2-3 0,3-1-207,1-1 0,-2-1 0,1 1 0,0-1 0,-1-1 0,0 1 0,-1-1 0,0 0 0,0-1 0,0 1 0,5-11 0,8-15-2783,21-53 1,-27 57 861,25-53 8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17.7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 18860,'3'-7'1432,"2"7"193,-1 31-873,1 23-128,2 43-248,-2 17-104,0 21-152,0-2-40,4-10-24,3-12-24,2-25-32,1-6-64,-8-22-248,-3-13-208,-13-19-480,-6-10-793,-15-15 713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18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1514 20324,'0'0'1897,"27"-17"-1385,22 1-352,8-3-120,22-5-64,13-4-56,6-1-104,13-1-64,7-3-192,-11-5-128,4 0-3825,-4-1 2288</inkml:trace>
  <inkml:trace contextRef="#ctx0" brushRef="#br0" timeOffset="1">2575 1 24293,'-16'100'333,"-4"105"0,11 100-491,5-137 8,-2 5-34,-3 156-44,11-231 203,20 132 0,-28-260-129,-1 0 1,-1 1-1,-1 0 0,-2 0 0,-1 1 0,-1 0 0,-1 1 1,-2 1-1,-1 1 0,0 0 0,-2 1 0,-1 1 1,-1 0-1,-36-29 0,48 44 203,-1 1-1,-1 0 1,1 0 0,-1 1-1,0 1 1,-1 0 0,1 0-1,-1 1 1,-21-4 0,28 7-11,0 0 1,-1 1 0,1-1-1,-1 1 1,1 1 0,0-1-1,-1 1 1,1 0 0,0 0-1,0 0 1,-1 1 0,1 0 0,0 0-1,1 0 1,-1 1 0,0-1-1,1 1 1,-1 0 0,1 1-1,0-1 1,0 1 0,0-1-1,0 1 1,-5 8 0,3-1-1,0-1 1,0 1-1,1 0 1,1 1-1,0-1 1,1 1-1,0 0 1,0 0-1,1 0 1,0 16-1,1-3-24,1 1-1,1-1 1,8 49-1,-5-58-5,-1 0-1,2-1 1,0 1 0,1-1-1,0-1 1,2 1 0,-1-1-1,2 0 1,0-1 0,0 0-1,15 16 1,-16-21 10,0-1 0,1 0 0,0 0 0,0-1 0,1 0 0,-1 0-1,1-1 1,0-1 0,1 0 0,-1 0 0,1-1 0,0 0 0,0 0 0,0-2 0,0 1 0,0-1 0,14-1 0,-5-2 7,-1 0 1,1-1 0,-1-2-1,0 0 1,0 0-1,-1-2 1,1 0 0,20-13-1,16-11 19,62-47 1,54-54-28,-159 125-24,-11 7 7,-1 0 0,0 0 0,0 0 0,0 0 0,0 0 0,0 0 1,0 0-1,1 0 0,-1 0 0,0 0 0,0 0 0,0 0 0,0 0 1,0 0-1,0 1 0,0-1 0,1 0 0,-1 0 0,0 0 1,0 0-1,0 0 0,0 0 0,0 0 0,0 0 0,0 0 0,0 1 1,0-1-1,0 0 0,0 0 0,0 0 0,1 0 0,-1 0 1,0 0-1,0 1 0,0-1 0,0 0 0,0 0 0,0 0 0,0 0 1,0 0-1,0 0 0,0 1 0,0-1 0,-1 0 0,1 0 1,-9 26 42,0-2 13,9-23-55,0 0 0,-1 1 0,1-1 0,0 0 0,0 0 0,0 0 1,0 0-1,0 0 0,0 0 0,1 1 0,-1-1 0,0 0 0,1 0 1,-1 0-1,0 0 0,1 0 0,-1 0 0,1 0 0,0 0 0,-1 0 1,1 0-1,0 0 0,-1-1 0,1 1 0,0 0 0,0 0 0,1 0 1,0 0 0,0-1 0,0 1 0,0-1 0,0 1 0,0-1 0,0 0 1,0 1-1,0-1 0,1-1 0,-1 1 0,0 0 0,0 0 0,3-2 0,4 0 7,-1 0-1,0-2 1,0 1-1,0-1 1,0 0-1,9-6 1,-6 1-10,-1-1-1,0 0 1,0-1 0,-1 0 0,0 0-1,-1-1 1,-1 0 0,0-1-1,0 0 1,-1 0 0,-1 0 0,0-1-1,-1 1 1,0-1 0,2-19 0,-4 22-14,0 0 0,-1-1 0,-1 1 0,0-1 0,0 1 0,-1-1 0,-1 1 0,0-1 0,0 1 0,-1 0 0,0 0 1,-1 0-1,-1 1 0,1-1 0,-2 1 0,1 0 0,-2 0 0,1 1 0,-11-13 0,14 19 6,-1 0-1,1 0 1,-1 0 0,1 0-1,-1 1 1,0-1-1,0 1 1,0 0 0,0 0-1,0 0 1,0 1-1,0 0 1,-1-1 0,1 1-1,-1 1 1,1-1-1,-1 1 1,1 0 0,-1 0-1,1 0 1,-1 0-1,1 1 1,-1 0 0,1 0-1,0 0 1,-1 0-1,1 1 1,0 0 0,0 0-1,0 0 1,-6 4-1,-1 2 21,-1 1 0,2 0 0,-1 0-1,1 1 1,1 1 0,0 0 0,0 0-1,-13 23 1,13-17-20,0 0 0,1 1 0,-8 28 0,13-35-99,0 0-1,1 0 0,0 0 0,1 1 0,0-1 0,1 1 0,1 11 0,-1-20-40,1-1 0,-1 1 1,0 0-1,1-1 0,0 1 0,-1-1 0,1 0 0,0 1 0,0-1 0,1 0 0,-1 1 0,0-1 0,1 0 0,0 0 1,-1 0-1,1 0 0,2 2 0,-3-4 81,0 0 0,-1 0 1,1 0-1,0 0 0,-1 0 1,1 0-1,0 0 0,0 0 1,-1 0-1,1 0 0,0 0 1,-1 0-1,1-1 0,0 1 1,-1 0-1,1 0 0,0-1 1,0 0-1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20.4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235 514 18932,'4'-12'132,"-1"0"0,0 0 0,-1-1 0,0 1 0,-1 0 0,-1 0 1,0-1-1,-1 1 0,0-1 0,-4-18 0,3 24-78,0 0 1,0 0-1,0 0 0,-1 0 1,0 0-1,-1 1 0,0-1 1,0 1-1,0 0 1,-1 0-1,1 1 0,-1-1 1,-1 1-1,1 0 0,-1 0 1,0 1-1,0 0 1,-11-6-1,14 8-45,0 1 0,0-1 0,0 1 0,0 0 0,0 0 0,-1 0 1,1 0-1,0 1 0,0-1 0,-1 1 0,1 0 0,-1 0 0,1 0 0,0 0 0,-1 0 0,1 1 0,0 0 1,-1 0-1,1 0 0,0 0 0,0 0 0,0 1 0,0-1 0,0 1 0,0 0 0,0 0 0,1 0 0,-1 0 1,1 0-1,-1 0 0,1 1 0,0-1 0,0 1 0,-3 4 0,-1 3-15,0 1-1,1 0 1,1 0 0,-1 0 0,2 0-1,-1 1 1,2-1 0,-3 19-1,1 21 5,2 1 0,3 0 1,1 0-1,3-1 0,3 0 0,15 58 0,-19-88 0,2 0 0,0-1 0,2 0 0,0 0 0,1 0 0,21 32 0,-26-46 3,1 0 0,-1 0 0,1-1 0,1 0 0,-1 1 0,1-2 0,-1 1 0,1-1 0,1 0-1,-1 0 1,0-1 0,1 1 0,0-2 0,0 1 0,0-1 0,0 0 0,0 0 0,0-1-1,1 0 1,-1 0 0,0-1 0,1 0 0,11-1 0,-6-1-28,0 0 1,-1-1-1,1-1 0,-1 0 1,0-1-1,0 0 0,-1 0 0,13-9 1,-5 1-395,0-1 0,-1 0 1,29-30-1,26-36-502</inkml:trace>
  <inkml:trace contextRef="#ctx0" brushRef="#br0" timeOffset="1">1321 60 20348,'1'-4'10,"-1"0"0,0 0 0,-1 0 0,1-1 0,-1 1 0,0 0 0,-2-7-1,2 9-44,0 1-1,0 0 1,0-1-1,0 1 1,0 0-1,0 0 1,0 0-1,-1 0 1,1 0-1,0 0 1,-1 0-1,1 0 1,0 0-1,-1 1 1,1-1-1,-1 1 1,1-1-1,-1 1 0,0-1 1,1 1-1,-1 0 1,1 0-1,-3 0 1,-5 0 31,1 1 0,0-1 0,-1 2 0,1-1 0,0 1 0,0 1 0,0-1 0,0 1 0,0 1 1,1-1-1,-8 6 0,-16 10 597,-32 26 1,60-42-541,-157 126 1805,126-98-1565,1 2 1,-39 49-1,67-75-284,0 0 0,0 0 0,1 0-1,0 0 1,0 0 0,1 1 0,-4 12 0,6-18-16,1 1 0,0-1 0,-1 0 0,1 0 0,0 0 1,0 0-1,1 1 0,-1-1 0,0 0 0,1 0 1,-1 0-1,1 0 0,0 0 0,0 0 0,-1 0 0,1 0 1,1 0-1,-1 0 0,0-1 0,0 1 0,1 0 1,-1-1-1,1 1 0,-1-1 0,1 1 0,0-1 0,-1 0 1,1 0-1,0 1 0,0-1 0,4 1 0,3 2-73,0-1-1,0 0 0,0 0 0,0-1 1,1 0-1,11 0 0,62 0-520,-43-3 347,-14 2 102,-9-2 31,0 1 1,0 1-1,0 0 0,0 2 0,0 0 0,31 10 0,-45-13 89,-1 1 0,0 0 0,1 0 0,-1 0-1,0 1 1,0-1 0,1 0 0,-1 1-1,0 0 1,0-1 0,-1 1 0,1 0-1,0 0 1,-1 0 0,1 0 0,-1 0 0,1 0-1,-1 1 1,0-1 0,0 0 0,0 1-1,0-1 1,0 1 0,-1-1 0,1 1 0,-1-1-1,0 1 1,0-1 0,0 1 0,0-1-1,0 1 1,0-1 0,-1 1 0,1 0-1,-1-1 1,1 0 0,-1 1 0,0-1 0,0 1-1,0-1 1,-3 4 0,-3 5-92,0 0 1,-1 0 0,0-1-1,0 0 1,-16 13 0,-55 41-168,68-55 213,-1 0-1,0-1 1,0-1-1,-1 0 1,0 0-1,0-2 1,0 1-1,-1-2 1,0 0-1,0 0 1,0-2 0,-1 1-1,1-2 1,0 0-1,-1-1 1,-28-3-1,-31-12-627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22.4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417 4 10050,'-22'-2'677,"0"1"1,0 1-1,0 1 0,-30 4 0,39-2-126,-1 0-1,1 1 1,0 1-1,0 0 1,1 1-1,0 0 1,0 0-1,-13 11 1,13-8-312,0 0 1,1 2-1,0-1 0,1 1 1,0 1-1,1 0 1,0 0-1,1 1 1,1 0-1,-12 27 1,12-22-159,2-1 0,-1 1-1,2 1 1,0-1 0,2 1 0,0-1 0,1 1 0,2 29 0,0-33-92,1 0 1,0 0 0,2 0 0,-1 0 0,2-1 0,0 1 0,1-1-1,0 0 1,1-1 0,14 21 0,-14-24 18,1-1-1,0 0 1,1 0 0,0-1 0,0 0-1,1-1 1,-1 0 0,2 0-1,-1-1 1,1-1 0,0 1 0,0-2-1,0 1 1,17 2 0,-15-4-9,0 0-1,0-2 1,0 0 0,0 0 0,0-1 0,1-1 0,-1 0 0,0-1 0,21-5 0,-15 1-21,0-1 1,-1 0 0,0-1 0,0-1-1,30-22 1,-19 10-59,-2-2-1,0-1 1,-2-1-1,-1-1 1,-1-1 0,35-54-1,-54 76 68,0-1 1,0-1 0,0 1 0,-1-1 0,0 0 0,3-7 0,-6 13 12,0 0 1,0 0 0,1 0 0,-1 0-1,0 0 1,0 0 0,0 0 0,0 0-1,0 0 1,-1 1 0,1-1 0,0 0 0,0 0-1,0 0 1,-1 0 0,1 0 0,-1 0-1,0-1 1,0 1 3,0 0 1,0 1-1,0-1 0,0 0 0,0 0 0,0 1 0,0-1 1,0 1-1,-1-1 0,1 1 0,0-1 0,0 1 0,-1 0 1,1 0-1,0 0 0,-1-1 0,-1 1 0,2 0 1,0 0 0,1 0 0,-1 0 0,0 0-1,0 0 1,0 0 0,0 0 0,0 0 0,0 0-1,0 0 1,0 1 0,0-1 0,0 0 0,0 0 0,0 1-1,1-1 1,-1 1 0,0-1 0,0 1 0,0-1 0,1 1-1,-1 0 1,0-1 0,1 1 0,-1 0 0,0-1 0,1 1-1,-1 0 1,1 0 0,-1 0 0,1-1 0,0 1 0,-1 0-1,1 0 1,0 0 0,0 0 0,-1 0 0,1 0 0,0 0-1,0 0 1,0 0 0,0 0 0,0 0 0,0-1 0,0 1-1,1 0 1,-1 0 0,0 0 0,0 0 0,1 0 0,-1 0-1,1 1 1,1 3 19,0 0 0,0 1-1,1-1 1,0 0 0,0 0-1,0-1 1,0 1 0,5 5 0,-4-7 14,0 0 1,0-1-1,0 1 1,1-1 0,-1 1-1,0-1 1,1-1 0,-1 1-1,1-1 1,0 1-1,-1-1 1,1-1 0,0 1-1,0-1 1,0 0 0,0 0-1,0 0 1,-1 0-1,1-1 1,0 0 0,0 0-1,5-2 1,9-3 27,-1-1 1,0 0-1,-1-1 0,22-13 1,-14 6-56,0-1 0,-1 0 1,-1-2-1,0-1 0,-2-1 0,20-23 1,-36 38-17,-1-1 1,-1 0 0,1 0-1,-1 0 1,0-1 0,0 1-1,3-12 1,-5 15-2,-1 0 1,1-1-1,-1 1 1,1 0-1,-1 0 0,0 0 1,0 0-1,-1 0 1,1 0-1,-1 0 0,1 0 1,-1 0-1,0 0 1,0 0-1,0 0 0,-1 0 1,1 0-1,-1 1 0,-2-5 1,-2 1 1,1 1 0,-1 0 0,0 1 0,0-1 0,-1 1 0,1 0 0,-1 1 1,0 0-1,0 0 0,0 0 0,0 1 0,-1 0 0,1 0 0,-1 1 0,-9-1 0,-5 0 7,0 1 1,-1 1-1,-43 6 1,47-3-2,1 1 1,-1 0-1,1 1 1,1 2 0,-1-1-1,1 2 1,0 0 0,1 1-1,0 1 1,-23 18 0,27-17 5,0 0 0,1 0 0,0 1 0,1 1 0,0 0 0,1 0 0,0 1 1,1 0-1,1 0 0,1 1 0,0 0 0,-7 25 0,9-24 6,1 0-1,1 0 0,1 0 1,0 1-1,1-1 0,0 0 1,2 0-1,0 0 0,0 0 1,2 0-1,7 23 0,-8-30-8,1-1-1,0 1 1,0 0 0,0-1-1,1 0 1,1 0-1,0-1 1,0 1-1,0-1 1,1 0 0,-1-1-1,2 0 1,-1 0-1,1 0 1,0-1-1,0 0 1,0-1 0,1 1-1,0-2 1,16 6-1,-9-6-2,0-1 0,0-1-1,0 0 1,0-1 0,-1 0 0,1-1-1,0-1 1,0-1 0,0 0 0,-1-1-1,23-10 1,-1 0-152,-1-3 0,-1-1 0,48-32 0,-60 33-293,-1 0-1,-1-1 0,0-1 0,26-32 0,-2-9-568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23.4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1 562 13571,'3'80'1293,"15"87"1,-17-165-1265,3 24 621,-1-1 0,-2 1 0,0 0 0,-1 0 0,-2-1 0,-7 43-1,8-65-271,2-8-170,15-51-254,2 1 0,3 1 0,2 0 0,33-53 1,-51 98 51,1 0 0,0 0 0,0 1 1,1 0-1,0 0 0,0 0 0,1 1 1,0 0-1,13-8 0,-18 13-3,0 0 1,0 0-1,1 1 0,-1-1 0,0 1 0,1 0 1,-1 0-1,1 0 0,-1 1 0,1-1 0,-1 1 1,1-1-1,-1 1 0,1 1 0,0-1 1,-1 0-1,1 1 0,-1 0 0,1-1 0,-1 2 1,0-1-1,1 0 0,-1 1 0,0-1 0,0 1 1,0 0-1,0 0 0,0 0 0,0 0 0,0 1 1,4 4-1,0 3 29,0 0 0,-1 0 0,0 1 0,-1-1 0,0 1-1,-1 1 1,0-1 0,3 15 0,8 21 50,-11-39-72,-1 1-1,1-1 1,0-1-1,1 1 1,0-1 0,0 1-1,1-1 1,0-1-1,0 1 1,1-1-1,12 10 1,-14-14-40,-1 1 0,1 0 0,0-1 0,-1 0 0,1 0-1,0 0 1,1-1 0,-1 1 0,0-1 0,0-1 0,1 1 0,-1-1 0,0 0 0,0 0 0,1 0 0,-1-1 0,0 0 0,1 0 0,-1 0 0,0 0 0,7-4 0,0-1-1192,-1 0 0,1 0 1,-1-1-1,-1-1 1,20-17-1,11-23-1175</inkml:trace>
  <inkml:trace contextRef="#ctx0" brushRef="#br0" timeOffset="1">1165 0 21821,'0'0'688,"0"26"336,6 14-1120,12 17-104,1 31-112,5 11 40,-10 10 136,-4 0 48,-8-2 88,-4 0 0,-3 2 16,-7-9-16,5-15-40,7-12-136,-4-30-552,4-10-1801,-8-24 961</inkml:trace>
  <inkml:trace contextRef="#ctx0" brushRef="#br0" timeOffset="2">549 773 19956,'9'23'1393,"10"-1"-17,45-8-904,29-9-216,61-25-400,15-20-104,22-22-48,-1-13-16,16-3 40,3-3-64,2 0-192,-9 3-641,-15-2 649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57.7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37 145 17588,'-4'1'225,"1"1"0,0-1 0,-1 1 0,1 0 0,0 0 0,0 0 0,0 1 0,-4 4 0,7-7-219,-1 1 0,1 0 0,-1 0 0,1 0 0,-1 0 0,1 0 0,0 0 0,0 0 0,-1 0 0,1 0 0,0 0 0,0 0 0,0-1 0,0 1 0,0 0 0,0 0 0,1 0 0,-1 0 0,0 0 0,0 0 0,1 0 0,-1 0 0,0 0 0,1 0 0,-1 0 0,1 0 0,-1-1 0,1 1 0,0 0 0,-1 0 0,1-1 0,0 1 0,0 0 1,-1-1-1,3 2 0,2 2 20,2 1 0,-1-1 0,0 0 0,1-1 0,0 1 0,0-1 0,0-1 1,0 1-1,0-1 0,1 0 0,-1-1 0,1 0 0,13 0 0,8 0 212,0-2 1,37-5-1,58-14 268,121-35 0,120-52-387,-267 77-109,-98 30-10,17-6-13,0 2-1,23-4 0,-39 8 13,-1-1 1,1 1-1,-1 0 0,1 0 1,-1 0-1,1 0 0,-1 0 1,1 0-1,0 0 0,-1 0 1,1 0-1,-1 0 0,1 0 1,-1 0-1,1 0 0,-1 0 1,1 0-1,0 0 0,-1 1 1,1-1-1,-1 0 0,1 0 1,-1 1-1,0-1 0,1 0 1,-1 1-1,1-1 0,-1 0 1,0 1-1,1-1 0,-1 1 1,0-1-1,1 1 0,-1-1 1,0 1-1,1-1 0,-1 1 1,0-1-1,0 1 0,0-1 1,0 1-1,0-1 0,1 1 1,-1-1-1,0 1 0,0 0 1,0-1-1,0 1 0,-1-1 1,1 1-1,0-1 1,0 1-1,0-1 0,0 1 1,-1 0-1,-1 6-7,-1 0 1,0 0-1,-7 10 1,5-8 5,-36 65-19,-36 90 1,65-131 10,1 0 0,1 0 0,2 1 0,2 1 1,-5 57-1,12-44-27,2 0 1,3 0 0,20 87 0,7 63-6,-32-181 63,0-1 0,-1 1 0,-1 0 0,-1 0 0,0-1 0,-2 1 0,1-1 0,-2 0 0,0 0 0,-1 0 0,-1-1 0,0 1 0,-1-2 0,-1 1-1,0-1 1,-1-1 0,-15 18 0,0-6 233,-1 0-1,-1-2 0,-1-1 0,-2-1 1,1-1-1,-2-2 0,-1-1 1,0-2-1,-1 0 0,0-3 0,-43 11 1,59-19-174,1-1-1,-1 0 1,0-2 0,1 0 0,-1 0 0,-30-5 0,39 3-111,-1-1 0,1 0 1,-1 0-1,1-1 0,0 0 1,0-1-1,0 0 0,1 0 1,-1 0-1,1-1 0,0 0 0,0-1 1,1 0-1,-10-10 0,7 5-133,1 0 0,1-1 0,-1 0-1,2 0 1,0 0 0,0-1-1,1 0 1,1 0 0,-5-24-1,4 5-321,1 0-1,1 0 0,3-38 0,9-62-536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58.5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378 0 20948,'-12'6'16,"1"0"0,0 0 0,0 1 0,0 0 0,1 1 0,0 0 0,1 1 0,0 0 0,0 0 0,1 1 0,0 0 0,1 0 0,0 1 0,-7 15 1,-8 19-447,1 2 0,-17 63 0,23-65 469,-19 66 135,5 2 0,5 1 1,5 1-1,-7 176 1,24-246-110,1 0 0,10 70 0,-7-102-67,1 0 1,0 0 0,1 0 0,0 0 0,1-1 0,0 1 0,1-1 0,0 0-1,1-1 1,1 0 0,0 0 0,16 17 0,-14-19-123,1 0 0,0 0 0,0-1 0,1-1 0,0 0 0,1-1 0,-1 0 0,27 8 0,-18-9-119,30 4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0.3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590 666 12347,'-6'-25'827,"4"11"-596,-2 1-1,1-1 1,-2 1-1,-8-19 1,11 29-188,0 0 1,1 0 0,-2 0 0,1 0 0,0 1 0,0-1 0,-1 0 0,1 1 0,-1 0 0,0 0 0,0 0 0,0 0 0,0 0 0,0 0 0,0 1 0,-1-1 0,1 1 0,0 0 0,-1 0 0,1 0 0,-1 1 0,-5-1 0,3 1 76,0 0 1,0 1-1,0 0 1,0 0-1,0 0 1,0 1-1,0 0 0,0 0 1,0 0-1,1 1 1,-1 0-1,1 0 1,0 0-1,0 1 0,0 0 1,0-1-1,1 2 1,-6 6-1,-2 2 17,1 1 0,1 0-1,1 1 1,0 0 0,-8 20 0,7-14-102,2 1 1,0 1 0,1 0 0,2 0 0,0 0 0,2 0 0,0 1 0,2 0-1,1 30 1,1-41-28,1-1 1,0 1-1,1 0 0,0-1 0,1 0 0,1 0 1,-1 0-1,9 14 0,-8-18-2,0 0 0,1 0 0,0-1 1,0 0-1,1 0 0,0 0 0,0-1 0,1 0 0,-1-1 0,1 1 0,1-1 1,9 4-1,-11-6 4,1 0 0,-1 0 0,1-1 0,0 0 0,0-1 0,1 1 0,-1-1 0,0-1 0,16 0 0,-11-2 17,0 0 1,0-1 0,-1 0-1,1-1 1,18-8 0,4-5 68,-2-2 0,0-1 0,34-29 1,-14 9 64,-3-3 0,72-77 0,-94 89-71,-2-2 1,-1-1 0,-2 0-1,-1-2 1,20-46-1,-34 65-36,-2 0 0,0 0-1,-1 0 1,-1 0 0,-1-1 0,0 1-1,-1-1 1,-1 0 0,-1 0-1,0 0 1,-2 0 0,-3-20-1,1 22-31,0 1-1,-1 0 1,0 1-1,-1-1 0,-1 1 1,-1 0-1,0 1 0,0 0 1,-1 0-1,-1 1 1,0 0-1,-1 0 0,0 2 1,-13-11-1,5 7 0,-1 1 1,0 0-1,-1 2 0,0 1 0,-1 0 0,0 2 1,-1 0-1,1 1 0,-44-6 0,27 8-10,0 2 0,-1 1-1,0 2 1,1 2 0,-41 7-1,48-4-7,0 2 0,1 1-1,0 2 1,0 1-1,1 1 1,0 2-1,1 0 1,-29 22 0,41-25-4,0 1 0,1 1 1,0 1-1,2 0 1,-1 1-1,2 1 1,0 0-1,1 1 1,0 0-1,2 1 1,0 0-1,1 1 1,-12 33-1,18-42-7,0 1 0,1 0 0,0 1 1,1-1-1,0 0 0,0 0 0,2 1 0,-1-1 0,4 19 0,-2-24 0,0 1 0,0-1 0,0 1 0,1-1 0,0 0 0,0 0 0,0 0 0,1-1 0,0 1 0,0-1 0,1 0 0,-1 0 0,1 0 0,0-1 0,0 0 1,1 0-1,7 5 0,0-3-3,-1 0 1,1-1 0,1-1-1,-1 0 1,1 0 0,-1-2 0,1 0-1,0 0 1,0-1 0,0-1 0,0 0-1,24-4 1,16-5-109,100-30-1,-107 25-14,172-54-3398,-120 36 1665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0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0 12083,'-9'42'1944,"6"11"3097,3 18-5137,3 17-376,2 11-392,-5 8 80,-2-3 15,-4-7-1023,-3-11-1473,5-22 2497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1.7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 1 17756,'-6'64'-1563,"4"69"0,-1-4 2023,1-85-26,-3 183 2649,5-220-3024,1-1 1,0 1 0,0-1 0,1 0-1,-1 1 1,1-1 0,1 0-1,-1 0 1,1 0 0,0 0 0,0 0-1,6 6 1,-7-9-39,1-1 0,-1 1 0,1-1 1,0 0-1,0 0 0,0 0 0,0 0 0,0-1 1,0 1-1,0-1 0,0 0 0,1 0 0,-1 0 0,0 0 1,1 0-1,-1-1 0,1 1 0,-1-1 0,1 0 1,-1 0-1,1-1 0,-1 1 0,1-1 0,-1 1 0,4-3 1,6-1 5,-1 0 0,0-1 1,0-1-1,-1 0 1,0 0-1,0-2 0,0 1 1,-1-1-1,0 0 1,15-18-1,-10 10 3,-1-2-1,-1 1 1,-1-2-1,0 1 1,14-32-1,-21 37 63,1 0 0,-2 0 0,0-1 0,-1 1 0,0-1-1,-1 0 1,1-23 0,-3 26-14,-1 0 1,0 0-1,-1 1 0,0-1 1,-1 0-1,0 1 0,-1-1 1,0 1-1,0 0 0,-8-11 1,0 1 11,-1 1 0,0 0 0,-2 2-1,-29-29 1,35 37-81,-1 1 0,0 0 0,0 1 0,0 0 0,-1 1-1,0 0 1,0 0 0,0 1 0,-1 1 0,-16-5-1,23 8-12,1 1 0,-1-1-1,0 1 1,1 0 0,-1 0-1,1 0 1,-1 1-1,1 0 1,-1 0 0,1 0-1,0 0 1,-1 1 0,1-1-1,0 1 1,0 0-1,0 0 1,0 1 0,0-1-1,1 1 1,-1 0-1,1 0 1,-1 0 0,1 0-1,0 1 1,0-1 0,1 1-1,-1 0 1,1 0-1,-4 8 1,2-3-70,1 0 0,-1 0 0,2 0 1,-1 1-1,1-1 0,1 0 0,0 1 0,0 0 0,1-1 0,0 1 0,1 0 1,0-1-1,2 12 0,0-10-55,1-1 1,9 17-1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2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100 0 22405,'-31'92'192,"4"3"-208,11 2-920,0-5-1001,6-16 977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2.6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405 398 22685,'-9'6'-48,"0"-1"0,1 1 0,0 1 0,1-1 0,-1 1 0,1 1 0,1-1 0,-1 1 0,1 0 0,0 1 0,1 0 0,0-1 0,1 2 0,0-1 0,-3 10 0,-5 16-217,2 0 0,-9 65 0,11-45 350,-1 60 0,9-89-30,1 0 1,0 0 0,2 0-1,10 40 1,-11-59-17,1 1-1,-1-1 1,1 0-1,0 1 1,1-2 0,0 1-1,0 0 1,5 6-1,-5-10-4,-1 1 0,0-1 0,1 0 1,-1 0-1,1 0 0,0-1 0,0 0 0,0 1 0,0-1 0,0 0 0,1-1 0,-1 1 0,0-1 0,1 0 0,6 1 0,1-1 16,0-1 0,0-1-1,0 1 1,0-2 0,0 0 0,0 0-1,-1-1 1,1-1 0,-1 0 0,0 0-1,16-9 1,2-3-14,-1-1 0,-1-1 1,28-25-1,-30 22-23,-1-2 1,-1 0 0,-2-1 0,0-1-1,-1-1 1,-2-1 0,0-1 0,-2 0 0,16-40-1,-24 48 28,-1-1-1,-1 0 1,0 0 0,-2 0-1,-1-1 1,0 1-1,-2-1 1,0 0-1,-2 0 1,0 1 0,-1-1-1,-1 1 1,-2-1-1,0 1 1,-8-22-1,4 20-23,-2-1-1,0 1 0,-1 1 0,-2 0 0,0 1 0,-1 1 0,-1 0 0,-1 1 0,-32-28 0,32 32-17,0 2 1,-1 1-1,-1 0 0,0 1 0,-1 1 1,0 1-1,0 1 0,-1 0 1,0 2-1,0 0 0,-32-4 0,36 9 7,0 0-1,0 1 0,-1 1 0,1 1 0,1 0 1,-1 1-1,0 1 0,1 1 0,-1 0 0,1 1 0,1 1 1,-1 0-1,1 1 0,0 1 0,1 0 0,-15 13 1,14-10-11,1 0 1,1 1 0,0 1-1,1 0 1,0 1 0,1 0 0,1 1-1,0 0 1,2 0 0,-1 1 0,2 0-1,0 1 1,1 0 0,-5 27-1,10-35 0,-1 0 0,2 1-1,-1 0 1,1-1 0,1 1-1,0-1 1,3 14 0,-2-18 4,0 0-1,0 0 1,0 0 0,0 0 0,1-1 0,0 1 0,0-1 0,1 1-1,-1-1 1,1 0 0,0-1 0,1 1 0,7 6 0,-4-6-2,0 0 1,0 0-1,0-1 1,1 0 0,0-1-1,0 0 1,0 0-1,0-1 1,0 0-1,0-1 1,12 1-1,6-1-16,0-1 0,46-6 0,-9-4-27,0-3 1,70-24-1,120-55-822,-122 42-519,-64 28-176,-12 14 509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2.9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13835,'1'47'1744,"-1"12"1249,0 10-2577,0 12-392,-1 4 8,1-7-16,0-6-8,5-20-48,2-14-128,-2-19-3137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3.3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19532,'0'0'1115,"5"-1"-156,7 1-743,1 0 0,0 0 1,0 1-1,17 4 0,58 16 32,-58-14-170,-3 0-80,0 0 0,-1 2 0,0 1 0,-1 1 0,0 1 0,-1 1 0,-1 2 1,0 0-1,0 1 0,-2 1 0,0 1 0,-1 1 0,-1 1 0,-1 1 0,0 0 0,-2 2 0,27 46 0,-24-28-90,-2 0 0,-2 1 0,-1 1-1,-2 0 1,9 75 0,-13-47-87,-3 1 0,-8 129-1,-3-132-45,-4 1 1,-2-2-1,-4 1 0,-2-2 0,-4-1 0,-2 0 0,-3-2 1,-3-1-1,-43 69 0,16-47-442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4.0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45 21461,'34'16'472,"20"-4"-248,15 0-296,33-8-144,5-3 16,11-8 144,0-1 0,-20-1 8,-13-3 16,-23 0 16,-20-2 16,-16-2-224,-9 4-625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4.2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1 272 21109,'40'19'704,"10"-3"392,40-16-992,17-4-120,24-17-24,9-4-56,-12-10-280,-10-1-128,-23-2-88,-10-2-265,-19 2-743,-8-2-5049,-23 11 5584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57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96 411 16347,'4'3'174,"0"0"-1,1 0 0,0 0 0,0-1 0,-1 1 0,1-1 0,1 0 0,-1-1 0,0 0 0,0 1 0,0-2 0,1 1 0,-1 0 0,1-1 0,-1 0 0,0-1 0,1 1 0,7-2 0,5-2-165,-1 0 1,1-2-1,-1 0 0,19-9 0,-16 5 121,-1-1-1,-1 0 1,0-2 0,-1 0-1,0 0 1,19-23-1,-4 1 405,49-69-1,-68 86-427,14-28 0,-24 41-99,-1 0 0,0 0 0,0 0 0,0 0 0,-1-1 0,0 1 0,0 0 0,0-1 0,0 1 0,-1 0 0,0-7 0,0 11-6,0 0-1,0 0 1,0 0-1,-1 0 1,1 0-1,0 1 1,0-1-1,-1 0 1,1 0-1,-1 0 1,1 1-1,-1-1 1,1 0-1,-1 0 1,1 1-1,-1-1 1,1 0-1,-1 1 1,0-1 0,0 1-1,1-1 1,-1 1-1,0-1 1,0 1-1,1 0 1,-1-1-1,0 1 1,0 0-1,0-1 1,0 1-1,0 0 1,1 0-1,-1 0 1,0 0-1,0 0 1,0 0-1,0 0 1,0 0-1,0 0 1,1 1-1,-1-1 1,0 0-1,0 0 1,-1 1-1,-2 1-2,-1 0 1,1 0-1,-1 0 0,1 0 1,0 1-1,0-1 0,-4 5 0,0 1 2,1 0-1,0 0 0,0 1 0,1 0 0,0 1 1,0-1-1,1 1 0,1 0 0,-1 0 1,2 1-1,-1-1 0,-2 17 0,2 0-1,0 0 0,2 1 0,1 51-1,4-40 0,2-1-1,2-1 1,11 39-1,41 108-33,-13-49 8,-40-116 30,-1 1 0,0-1 1,-2 1-1,0 0 0,-2 0 0,0 0 1,-1 0-1,-5 34 0,3-40 20,-1-1 1,-1 1-1,0-1 0,-1 0 0,-1 0 0,0 0 0,0-1 0,-2 0 0,1 0 0,-1-1 0,-1 0 1,0 0-1,-14 12 0,10-12 82,0 0 1,0 0 0,-1-2-1,-1 0 1,0 0-1,0-2 1,0 0 0,-1 0-1,0-1 1,0-1-1,-29 5 1,32-9-138,1 0 0,-1 0-1,0-1 1,1 0 0,-1-1 0,1-1-1,-1 0 1,1-1 0,0 0 0,0-1-1,0 0 1,0-1 0,1 0 0,0-1-1,0 0 1,-15-11 0,18 11-589,0 0 1,1-1-1,0 1 1,0-2-1,0 1 1,1-1-1,0 0 1,0 0-1,1-1 1,-7-15-1,-6-37-2947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57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0 19500,'-21'9'450,"0"2"1,-22 14-1,36-20-410,0 0 1,0 0-1,1 1 0,0 0 0,0 0 1,1 1-1,-1-1 0,1 1 1,-5 10-1,3-1-166,0 1 1,0 0 0,2 0-1,0 1 1,1 0-1,1-1 1,-1 22 0,2 133-392,3-141 497,37 539 1253,-33-532-1060,2 0 0,1-1 0,16 46 0,-19-70-143,1-1 1,0 1 0,0-1 0,1 0-1,1 0 1,0-1 0,0 0-1,1-1 1,1 0 0,0 0 0,0-1-1,14 10 1,-5-8 15,0 0 0,0-1 0,0-1-1,1-1 1,1-1 0,-1-1 0,1 0 0,0-2-1,1 0 1,24 0 0,-24-3-387,0-1 1,0-1-1,0-1 0,22-6 0,-26 4-926,-1 0-1,1-2 1,-1 0-1,0-1 1,18-11-1,20-15-1107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58.5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207 128 17356,'-6'8'96,"0"-1"0,1 1 1,0 0-1,0 0 1,1 1-1,0-1 0,1 1 1,-1 0-1,2 0 1,-1 1-1,1-1 0,1 0 1,0 1-1,0-1 1,1 1-1,0-1 0,2 17 1,8 63-44,4-2 0,4 0 1,29 88-1,-46-172-41,3 8 39,0 1-1,1-1 1,11 20 0,-15-29-41,0-1-1,0 1 1,0 0-1,0-1 1,0 1 0,1-1-1,-1 1 1,0-1 0,1 0-1,-1 1 1,1-1 0,0 0-1,-1 0 1,1 0-1,0 0 1,0 0 0,0-1-1,-1 1 1,1 0 0,0-1-1,0 1 1,0-1 0,0 0-1,0 0 1,0 0-1,0 0 1,0 0 0,0 0-1,0 0 1,3-2 0,1 0 12,-1-1 0,1 1 1,-1-2-1,0 1 0,0 0 1,-1-1-1,1 0 1,7-8-1,31-42 77,-32 39-82,6-8-4,-1 0 1,-1-1-1,-2-1 0,0-1 0,-1 0 1,-2 0-1,14-55 0,-21 65 3,0 1-1,-1-1 1,-1 0-1,0 0 1,-1 0-1,-1 1 0,0-1 1,-1 0-1,-1 0 1,-1 1-1,0 0 1,-1 0-1,0 0 0,-1 0 1,-15-24-1,9 20 13,0 1-1,-1 1 0,-2 0 1,1 1-1,-2 0 0,0 1 1,-1 1-1,-29-19 0,38 28-20,0 0 0,0 1-1,0 0 1,0 1-1,0 0 1,-1 0 0,0 1-1,1 0 1,-1 0 0,0 1-1,0 0 1,0 1 0,0 0-1,0 0 1,0 1 0,1 0-1,-1 1 1,0 0 0,0 0-1,1 1 1,-1 0 0,1 0-1,-13 8 1,11-4-1,1-1-1,0 1 1,1 1 0,0 0-1,0 0 1,0 0 0,1 1 0,0 0-1,1 0 1,0 1 0,1 0 0,-5 12-1,3-6-2,1 1-1,1-1 0,0 1 0,2 0 0,-1 0 0,2 1 1,0 17-1,2-28-6,0 0-1,1 0 1,-1-1 0,1 1 0,1 0 0,-1-1 0,1 1 0,0-1-1,1 0 1,0 1 0,0-1 0,7 10 0,-7-12-3,0 0 0,0 0 1,1-1-1,0 1 0,0-1 1,0 0-1,0 0 0,0-1 0,1 1 1,-1-1-1,1 0 0,-1 0 1,1 0-1,0-1 0,0 1 1,0-1-1,9 1 0,3-2-22,0 0-1,1 0 1,-1-2-1,0 0 1,1-1-1,-1-1 1,30-10-1,115-59-351,-87 37 70,-23 13 36,118-58-5118,-114 51 3373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59.2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27 12035,'-5'10'197,"-1"1"0,1-1 1,1 1-1,0 0 1,0 1-1,1-1 1,1 0-1,-2 13 0,1 8 507,3 54-1,0-77-361,1 0 1,0 1-1,1-1 1,0 0-1,0 0 1,1 0-1,7 17 1,-9-24-290,0 0-1,0-1 1,0 1 0,0 0 0,0-1-1,1 1 1,-1 0 0,1-1 0,-1 1-1,1-1 1,-1 0 0,1 0 0,0 0-1,0 1 1,0-1 0,-1-1 0,1 1-1,0 0 1,0 0 0,0-1-1,0 1 1,0-1 0,1 0 0,-1 0-1,0 1 1,0-1 0,0-1 0,0 1-1,0 0 1,0 0 0,0-1 0,0 1-1,0-1 1,0 0 0,0 1 0,0-1-1,0 0 1,0 0 0,-1 0 0,4-3-1,3-2-10,0 0-1,0 0 0,-1-1 1,0 1-1,-1-2 1,0 1-1,0-1 0,0 0 1,-1 0-1,0 0 1,6-16-1,0-2-14,-1-1 1,11-52-1,-20 70-8,1 1 0,-1-1 0,-1 0-1,0 0 1,0 0 0,0 0 0,-1 0 0,-3-14 0,3 21-6,0 0-1,1 0 1,-1 0 0,0 0 0,0 0 0,0 1 0,0-1 0,0 0-1,-1 0 1,1 1 0,0-1 0,-1 0 0,0 1 0,1 0 0,-1-1-1,0 1 1,-1-1 0,0 1-3,1 0 0,0 1-1,-1-1 1,1 1 0,0 0-1,-1 0 1,1 0 0,-1 0-1,1 0 1,-1 0 0,1 0 0,0 1-1,-1 0 1,1-1 0,0 1-1,-1 0 1,1 0 0,-4 2 0,-1 2-41,0-1 0,0 1 0,1 1 0,0-1 0,0 1 0,0 0 0,0 1 0,1-1 0,0 1 0,0 0 0,1 0 0,-5 12 0,6-13-864,1-1 0,0 0 0,1 1 0,-1-1 1,1 1-1,-1 9 0,3 7-1728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59.7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19004,'0'9'848,"7"8"88,1 7-551,8 25-385,-1 18 0,1 32-40,-6 15-49,2 10 33,-1-4-32,-1-10-200,2-6-600,-3-14 480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00.4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237 156 20420,'-6'14'95,"0"0"1,2 0-1,0 0 0,0 1 0,1-1 0,1 1 0,0 0 0,2 28 0,2 8-431,13 61 0,-10-77 190,0 5-41,18 88-394,-20-116 572,0 0 1,1 0-1,1 0 0,0-1 0,0 0 1,1 0-1,15 20 0,-18-28 48,-1 0 0,1 0 0,-1 0 0,1 0-1,0 0 1,1-1 0,-1 0 0,0 1 0,1-1 0,-1-1-1,1 1 1,-1 0 0,1-1 0,0 0 0,0 1 0,0-2-1,-1 1 1,1 0 0,0-1 0,0 0 0,0 0 0,0 0-1,0 0 1,0 0 0,0-1 0,0 0 0,0 0 0,0 0-1,0 0 1,-1-1 0,1 1 0,-1-1 0,7-4 0,4-4 14,0 0 1,0-1-1,-1 0 1,-1-1-1,0-1 1,15-19-1,-6 6-45,0-2 0,-2 0 0,26-54 0,-39 70-10,-1 0 1,-1-1-1,0 1 0,-1-1 1,0 0-1,-1 0 1,0 0-1,-1 0 0,0-1 1,-2 1-1,1 0 0,-6-26 1,1 20 2,-1 1 0,0 0 0,-2 0 1,0 1-1,-1 0 0,-1 0 0,0 1 0,-1 1 1,-1-1-1,-14-13 0,8 11 22,0 1 1,-1 0 0,-1 2-1,0 0 1,-2 1-1,1 1 1,-27-11-1,39 19-9,-1 1-1,1 1 0,-1 0 0,0 0 1,0 1-1,0 0 0,0 1 1,0 0-1,-1 0 0,1 1 0,0 1 1,0 0-1,0 0 0,0 1 1,0 0-1,0 1 0,0 0 1,0 0-1,1 1 0,0 1 0,-1-1 1,2 1-1,-1 1 0,1 0 1,-1 0-1,2 1 0,-1 0 0,1 0 1,0 0-1,-7 10 0,4 0-2,-1 0-1,2 0 0,0 1 0,2 1 1,-1-1-1,2 1 0,1 0 0,0 1 1,2-1-1,0 1 0,1 0 0,1 37 1,1-50 2,1 0 0,0 0 0,0 0 0,0 0 0,1 0 0,0 0 0,0-1 0,1 1 0,0-1 0,4 8 0,-4-11-1,-1 0 0,0 0-1,1 0 1,0-1 0,-1 1 0,1-1-1,0 0 1,0 0 0,0 0-1,1 0 1,-1 0 0,0-1-1,1 1 1,-1-1 0,1 0 0,-1 0-1,1-1 1,0 1 0,-1-1-1,8 1 1,-1-2 15,0 0 0,0 0 0,1-1 0,-1-1 0,-1 1 0,1-2 0,0 1 0,-1-1 0,0-1 0,0 0 0,12-8 0,10-9 55,49-45 0,18-33-65,-32 30-391,-61 65-16,1 0 0,0 1 1,1-1-1,12-6 0,-9 5-2103,-6 5 209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00.9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18788,'0'0'640,"18"17"-168,1 6-360,-4 22-192,-1 6-72,-11 12-48,-3 2 48,-1-6 56,1-5 72,3-16 32,1-11-8,6-28-4761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01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 24309,'180'-15'-366,"-34"0"-507,-100 13 760,1 2 0,-1 1 0,1 3 0,69 15 0,-96-14 125,-1 1 1,1 1-1,-1 1 0,0 0 0,23 16 0,-29-16 0,-2 0 0,1 1 0,-1 1 0,0 0 0,-1 1 0,0-1 0,-1 2 0,12 18 0,-11-11-13,0 1-1,-1 0 0,-1 1 1,0 0-1,-2 0 1,-1 0-1,0 1 0,-2 0 1,0 0-1,-1 32 0,-4 0-114,-2-1-1,-2 1 1,-15 58-1,-51 136-1722,12-91-3241,13-58 2096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28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1223 13595,'32'-8'776,"-1"-1"-1,0-1 1,32-17 0,86-52-49,-107 55-611,381-219 253,-56 31 53,-91 52 67,-11-22 185,-55 32-196,-161 120-448,1 2-1,76-30 1,-126 58-37,0-1 1,0 1-1,0 0 1,1 0 0,-1 0-1,0 0 1,0 0-1,0-1 1,0 1-1,0 0 1,1 0 0,-1 0-1,0 0 1,0 0-1,0 0 1,1 0 0,-1 0-1,0 0 1,0 0-1,0 0 1,1 0-1,-1 0 1,0 0 0,0 0-1,0 0 1,0 0-1,1 0 1,-1 0 0,0 0-1,0 0 1,0 0-1,1 0 1,-1 0-1,0 0 1,0 0 0,0 0-1,0 1 1,1-1-1,-1 0 1,0 0 0,0 0-1,0 0 1,0 0-1,0 1 1,0-1-1,1 0 1,-1 0 0,0 0-1,0 0 1,0 1-1,0-1 1,0 0 0,0 0-1,0 1 1,-4 6-184,-9 2-349,0-1 0,-21 10 0,5-4-1100,-35 18-3092,-7-2 2617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31.6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98 5857,'-4'6'562,"0"1"0,1-1 0,0 1-1,0 0 1,0 0 0,1 0 0,-2 9-1,4-12-498,-1-1-1,1 1 0,0 0 1,1-1-1,-1 1 0,1 0 1,0-1-1,0 1 0,0-1 1,0 1-1,0-1 0,1 0 1,-1 1-1,1-1 0,0 0 0,0 0 1,3 3-1,-4-5 0,-1 0-1,1 0 1,0 1-1,0-1 1,0 0-1,0 0 1,0 0-1,0 0 1,0 0-1,0-1 1,0 1-1,1 0 1,-1 0-1,0-1 1,0 1-1,1-1 1,-1 1-1,0-1 1,1 1-1,-1-1 1,0 0-1,1 0 1,-1 0-1,1 0 1,-1 0-1,1 0 1,-1 0-1,0 0 1,1 0-1,-1-1 1,0 1-1,1-1 1,-1 1-1,0-1 1,1 1-1,-1-1 1,0 0-1,0 1 1,0-1-1,1 0 1,-1 0-1,0 0 1,0 0-1,0 0 1,-1 0-1,2-2 1,5-5 68,-2 0 1,1 0-1,-1-1 1,0 0 0,4-10-1,-7 13-114,6-12-2,12-39-1,-19 53-11,0 0-1,0 0 0,0 0 0,-1 1 0,1-1 0,-1 0 1,0 0-1,0 0 0,0 0 0,-1 0 0,0 0 0,1 0 0,-1 0 1,0 0-1,-1 1 0,1-1 0,-3-4 0,3 7 9,1 0 0,-1 1 0,1-1 0,-1 0 1,0 0-1,0 1 0,1-1 0,-1 0 0,0 1 0,0-1 0,0 0 0,0 1 0,0 0 0,1-1 0,-1 1 0,0-1 0,0 1 0,0 0 0,0 0 0,-1-1 0,1 1 0,0 0 0,0 0 0,0 0 1,0 0-1,0 0 0,0 1 0,0-1 0,0 0 0,0 0 0,0 1 0,0-1 0,0 0 0,0 1 0,0-1 0,1 1 0,-1-1 0,0 1 0,0 0 0,0-1 0,0 1 0,1 0 0,-1 0 1,0 0-1,1-1 0,-2 3 0,-2 2 26,0 0 0,0 0 0,1 1 0,0-1-1,0 1 1,-3 8 0,2-1-31,0 1 0,1 0 0,0 0 0,0 17-1,2-26 27,1 1 0,0-1 0,0 0 0,0 1 0,1-1 0,0 0 0,0 0 0,0 1 0,0-1 0,1 0 0,0 0 0,0-1 0,0 1 0,5 6 0,-6-10 4,0 0 0,-1 0 0,1-1 0,0 1 0,0 0 0,0-1 0,-1 1 0,1-1 0,0 1 0,0-1 0,0 1 0,0-1 0,0 0 0,0 0 0,0 1 0,0-1 0,0 0 0,0 0 0,0 0 0,0 0 0,0 0 0,0 0 0,0 0 0,0 0 0,0-1 0,0 1 0,0 0 0,0-1 0,0 1 0,0-1 0,0 1 0,0-1 0,0 1 0,0-1 0,0 1 0,-1-1 0,1 0 0,0 0 0,0 1 0,-1-1 0,1 0 0,0-1 0,4-3 64,-1-1 0,0 0 0,0 0 0,0 0 0,2-7 0,-2 5-73,-1-1 0,0 0 0,-1 0 1,1 0-1,0-15 0,-2 20-10,-1-1 1,0 1-1,0 0 0,0-1 0,-1 1 1,1-1-1,-1 1 0,0 0 1,0-1-1,-1 1 0,1 0 0,-1 0 1,-4-7-1,5 9 2,-1 0 0,1 1-1,-1 0 1,0-1 0,0 1 0,1 0-1,-1 0 1,0 0 0,0 0 0,0 0-1,0 0 1,0 0 0,0 1 0,-1-1-1,1 1 1,0-1 0,0 1 0,0 0-1,0 0 1,-1 0 0,1 0 0,0 0-1,0 1 1,0-1 0,0 1 0,-1-1-1,1 1 1,-3 2 0,-1-1-3,1 0-1,0 1 1,0-1 0,0 1 0,0 1 0,1-1-1,-1 1 1,1-1 0,-8 9 0,11-10-8,-1 1 0,0-1 0,1 0 0,-1 1 0,1 0 0,0-1 0,0 1 0,0-1 1,0 1-1,0 0 0,1 0 0,-1 0 0,1-1 0,0 1 0,0 0 0,0 0 0,0 0 0,0 0 0,1 0 0,-1-1 1,1 1-1,-1 0 0,1 0 0,0-1 0,0 1 0,1-1 0,-1 1 0,3 3 0,-2-3-2,1 0-1,-1 0 1,1 0 0,0 0-1,0-1 1,0 1-1,1-1 1,-1 0 0,1 0-1,-1 0 1,1 0-1,0-1 1,-1 1 0,1-1-1,0 0 1,0 0-1,0 0 1,0-1 0,7 1-1,-8-2 0,-1 1 0,1-1 0,-1 1 0,1-1 0,-1 0 0,0 0 0,1 0 0,-1 0 0,0-1 0,0 1 0,1-1 0,-1 1-1,0-1 1,-1 0 0,1 1 0,0-1 0,0 0 0,-1 0 0,1 0 0,-1-1 0,0 1 0,0 0 0,0 0 0,0-1 0,1-3 0,3-5 6,-2-1 1,0 1-1,4-25 0,-7 33-9,1-1 0,-1 0 1,0 1-1,0-1 0,0 1 0,-1-1 0,1 0 0,-1 1 0,0-1 0,0 1 0,0-1 1,-3-5-1,3 8-2,0 0 1,0 0-1,0-1 1,0 1-1,0 0 1,0 0-1,0 1 0,0-1 1,-1 0-1,1 0 1,0 0-1,0 1 1,-1-1-1,1 1 1,-1-1-1,1 1 1,-1 0-1,1-1 1,-1 1-1,1 0 1,0 0-1,-1 0 1,1 0-1,-1 0 1,1 0-1,-1 1 0,1-1 1,-1 0-1,1 1 1,-1-1-1,1 1 1,0-1-1,-1 1 1,-1 1-1,-4 2 4,1 0 0,-1 0-1,1 1 1,0 0 0,0 0-1,0 1 1,1 0-1,0-1 1,0 2 0,0-1-1,1 1 1,0-1 0,0 1-1,-4 11 1,3-7 16,1 1 0,0 0 0,0-1-1,2 1 1,-1 0 0,1 1 0,1-1 0,1 21 0,0-30 3,0 0 0,1 0 1,0 0-1,-1 0 0,1 0 1,0 0-1,1 0 0,-1-1 1,0 1-1,4 4 0,-4-6-11,-1-1-1,1 1 0,-1 0 0,1-1 0,0 1 0,-1-1 0,1 1 0,0-1 0,-1 1 1,1-1-1,0 0 0,0 1 0,-1-1 0,1 0 0,0 0 0,0 1 0,0-1 0,0 0 0,-1 0 1,1 0-1,0 0 0,0 0 0,0 0 0,0 0 0,-1 0 0,1-1 0,0 1 0,0 0 1,0 0-1,-1-1 0,1 1 0,0 0 0,0-1 0,-1 1 0,1-1 0,0 1 0,-1-1 1,1 1-1,0-1 0,-1 0 0,1 1 0,-1-1 0,1 0 0,-1 1 0,1-2 0,3-4 16,1 0-1,-1 0 1,0 0-1,-1-1 1,0 1-1,0-1 1,0 0-1,-1 0 1,0 0-1,1-8 1,-1 10-22,-2-1-1,1 1 1,-1-1 0,0 0 0,0 1 0,0-1-1,-1 0 1,0 1 0,0-1 0,0 1 0,-1-1-1,1 1 1,-5-9 0,5 13-3,1 0-1,0 1 1,0-1 0,-1 0 0,1 1 0,0-1 0,-1 0-1,1 1 1,-1-1 0,1 1 0,-1-1 0,1 1-1,-1-1 1,1 1 0,-1-1 0,1 1 0,-1-1-1,0 1 1,1-1 0,-1 1 0,0 0 0,1 0 0,-1-1-1,0 1 1,0 0 0,1 0 0,-1 0 0,0 0-1,0 0 1,1 0 0,-1 0 0,0 0 0,0 0-1,1 0 1,-1 0 0,0 0 0,1 0 0,-1 1-1,0-1 1,0 0 0,0 1 0,-1 0 0,1 1 0,0-1 1,-1 0-1,1 1 0,0-1 0,0 1 0,0 0 1,0-1-1,0 1 0,0 0 0,1-1 0,-1 1 1,1 0-1,-1 0 0,0 2 0,1 1-1,-1 1 0,1 0 0,0 0 0,0-1 0,1 1 0,-1 0-1,4 10 1,-4-15 1,0 0 1,0 0-1,1 0 0,-1 0 0,1 0 0,-1 1 0,1-1 1,-1 0-1,1 0 0,0 0 0,-1 0 0,1-1 0,0 1 0,0 0 1,0 0-1,-1 0 0,1-1 0,0 1 0,0 0 0,0-1 0,0 1 1,1-1-1,-1 1 0,0-1 0,0 1 0,0-1 0,0 0 1,0 0-1,0 1 0,1-1 0,-1 0 0,0 0 0,0 0 0,0 0 1,1-1-1,-1 1 0,0 0 0,0 0 0,0-1 0,0 1 0,0 0 1,0-1-1,1 0 0,-1 1 0,1-2 0,1 0 5,1 0 1,-1-1-1,1 0 0,-1 0 0,0 0 0,0 0 1,0 0-1,-1-1 0,1 0 0,-1 1 0,0-1 1,1 0-1,1-8 0,1-1 17,0 0 1,4-28 0,-9 39-24,1 0 0,-1 1 0,1 0 0,-1-1 0,0 1 0,0-1 0,0 1 0,1 0 0,-1-1 0,-1 1 0,1-1 0,0 1 0,0 0 0,0-1 0,-1 1 0,1-1 0,-1 1 0,1 0 0,-1 0 0,1-1 0,-1 1 0,0 0 0,0 0 0,0 0 0,0-1 0,1 1 0,-1 0 0,-1 0 0,1 1 0,0-1 0,0 0 0,-2-1 0,2 2 0,-4 2 0,2 2 0,-1 2 0,0 0 0,0 1 0,1-1 0,0 1 0,0-1 0,1 1 0,-1 0 0,1 0 0,1 0 0,0 1 0,0-1 0,0 0 0,1 11 0,0-12 1,1 1 0,0-1 1,0 0-1,0-1 1,1 1-1,2 8 1,-3-14-2,-1 1 0,0 0 1,1 0-1,-1 0 1,1 0-1,-1 0 0,1-1 1,0 1-1,-1 0 1,1 0-1,0-1 0,-1 1 1,1 0-1,0-1 1,0 1-1,0-1 0,-1 1 1,1-1-1,1 1 1,-1-1-1,0 0 0,1 0 0,-1-1 1,0 1-1,0 0 0,0-1 0,0 1 1,0 0-1,-1-1 0,1 1 0,0-1 1,0 1-1,0-1 0,0 0 1,0 1-1,-1-1 0,1 0 0,0 0 1,-1 0-1,1 1 0,0-1 0,0-2 1,5-6 3,0 0 1,0-1 0,6-17-1,-10 23-7,-1 0 0,1 0 0,-1 0-1,0 0 1,0 0 0,-1-1 0,1 1 0,-1 0 0,0 0-1,0 0 1,0-1 0,-2-6 0,2 10 1,0 0 0,-1 0 0,1 0 0,0 1 0,-1-1 0,1 0 0,0 1 0,-1-1 0,1 0 0,-1 1 0,1-1 0,-1 0 0,1 1 0,-1-1 0,0 1 0,1-1 0,-1 1 0,0-1 0,1 1 0,-1 0 1,0-1-1,0 1 0,1 0 0,-1-1 0,0 1 0,0 0 0,0 0 0,1 0 0,-1 0 0,0 0 0,0 0 0,0 0 0,0 0 0,1 0 0,-1 0 0,0 0 0,0 1 0,1-1 0,-1 0 0,0 0 0,0 1 0,-1 0-1,0 0 0,0 0-1,1 0 1,-1 0 0,1 0 0,-1 0 0,1 1-1,-1-1 1,1 0 0,0 1 0,-1-1 0,1 1-1,0 0 1,0-1 0,0 1 0,-1 3 0,0 4-2,0-1 0,0 1 0,1-1 0,0 1 0,1 0 0,-1 0 0,2-1 0,-1 1 0,4 17 0,2-19-1,2-13-1,-3-1 6,27-30 1,-30 36-1,-1-1 1,0 0 0,0 0-1,0 1 1,0-1 0,0 0 0,0 0-1,0 0 1,-1 0 0,1 0 0,-1 0-1,1 0 1,-1 0 0,0 0-1,0 0 1,0 0 0,0 0 0,0-1-1,0 1 1,-1 0 0,1 0-1,-1 0 1,1 0 0,-1 0 0,0 0-1,0 0 1,0 1 0,-1-3 0,1 2-1,-1 1 1,1-1 0,0 1-1,-1 0 1,0-1 0,1 1-1,-1 0 1,0 0 0,1 0-1,-1 0 1,0 1 0,0-1 0,0 0-1,1 1 1,-1-1 0,0 1-1,0 0 1,0 0 0,0 0-1,0 0 1,0 0 0,0 0-1,0 0 1,0 1 0,-4 0 0,1 1 0,0 1 0,1-1 0,-1 1 0,0 0 0,1 1 0,0-1 0,-1 1 0,1-1 0,1 1 0,-1 1 0,1-1 0,-1 0 0,-2 6 0,-3 5 0,1 0 0,-12 29 0,19-41-1,0 0 1,0 0-1,0 0 1,1 0-1,-1 0 1,1 0-1,0 0 1,0 0-1,0 4 1,0-7 0,0 1 1,0 0 0,0 0-1,1-1 1,-1 1-1,0-1 1,1 1 0,-1 0-1,0-1 1,1 1 0,-1-1-1,0 1 1,1-1 0,-1 1-1,1-1 1,-1 1-1,1-1 1,-1 1 0,1-1-1,0 1 1,-1-1 0,1 0-1,-1 0 1,1 1-1,0-1 1,-1 0 0,1 0-1,0 0 1,-1 1 0,1-1-1,0 0 1,-1 0-1,1 0 1,0 0 0,0 0-1,-1 0 1,1-1 0,0 1-1,-1 0 1,1 0 0,0 0-1,-1-1 1,1 1-1,-1 0 1,1-1 0,0 1-1,0-1 1,5-2 3,0-1 0,0 1 0,0-1 0,0-1 0,0 1 0,-1-1 0,0 0 0,0 0 0,6-9 0,-4 4 2,0 0 0,0 0 0,-1 0 1,8-21-1,-13 28-3,0-1 1,0 1-1,0-1 1,0 0-1,-1 1 1,0-1-1,0 0 1,0 0-1,0 1 1,0-1-1,-1-3 1,0 5-3,1 1 0,0 0 1,-1 0-1,1 0 0,-1 0 0,1 0 1,-1 1-1,1-1 0,-1 0 0,1 0 1,-1 0-1,0 0 0,0 0 0,0 1 1,1-1-1,-1 0 0,0 1 0,0-1 1,0 1-1,0-1 0,0 1 0,0-1 1,0 1-1,0 0 0,0-1 0,0 1 1,0 0-1,0 0 0,0 0 0,0 0 1,-1 0-1,1 0 0,0 0 0,0 0 1,0 0-1,0 0 0,0 1 0,0-1 1,0 0-1,0 1 0,-1 0 0,-3 1 2,1 0 0,0 0 0,0 1 0,1 0 0,-1-1 0,0 1 0,1 1 0,0-1 0,0 0 0,0 1 0,0-1 0,0 1 0,-3 7 0,-1 1-3,2 0 0,-1 0 0,-5 20 0,9-23 2,-1 0 0,2 0 1,-2 15-1,3-21-2,0 0 1,0 0-1,0 0 1,0 0-1,1 0 0,-1 0 1,1 0-1,0 0 0,0 0 1,0 0-1,0 0 0,1 0 1,-1 0-1,3 2 0,-4-4-1,1-1 0,-1 1-1,1 0 1,-1-1 0,1 1 0,0 0-1,-1-1 1,1 1 0,0-1 0,-1 1-1,1-1 1,0 0 0,0 1-1,-1-1 1,1 0 0,0 1 0,0-1-1,0 0 1,0 0 0,-1 0-1,1 0 1,0 0 0,0 0 0,0 0-1,0 0 1,1 0 0,0-1-3,-1 0 0,1 1 0,0-1 0,0 0 0,0 0 0,-1-1 0,1 1 0,-1 0-1,1 0 1,2-4 0,3-3-25,-1 0-1,0-1 1,5-12-1,-10 20 25,6-12-44,23-46-279,-27 53 217,-1 0 0,0 0-1,0 0 1,-1-1 0,1 1-1,-2-1 1,2-11 0,-6 1-336,-9 4 212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32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38 5473,'-12'-21'-317,"12"20"255,0 1-1,-1-1 1,1 1 0,0 0 0,0-1 0,0 1-1,0-1 1,-1 1 0,1-1 0,0 1-1,0-1 1,0 1 0,0 0 0,0-1-1,0 1 1,0-1 0,0 1 0,1-1-1,-1 1 1,0-1 0,0 1 0,0 0-1,0-1 1,1 1 0,-1-1 0,0 1 0,0 0-1,1-1 1,-1 1 0,0-1 0,0 1-1,1 0 1,-1 0 0,1-1 0,-1 1-1,0 0 1,1-1 0,-1 1 0,0 0-1,1 0 1,-1 0 0,1 0 0,-1-1-1,1 1 1,-1 0 0,1 0 0,-1 0-1,1 0 1,-1 0 0,1 0 0,0 0 221,3 2 2293,0 15-628,14 71-1195,-14-77-750,0 0 0,0-1 0,1 1 0,1-1 1,-1 0-1,2-1 0,-1 0 0,14 14 0,-6-5-604,17 18 93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33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213 466 2953,'-36'-117'805,"25"76"-719,-22-55 1,28 84 204,0 1-1,-1 0 1,0 0-1,-1 0 1,0 1-1,-1 0 1,0 1-1,-1-1 1,-11-8-1,16 15-333,0-1 0,-1 1-1,1-1 1,1 0 0,-1 0 0,1-1 0,-1 1-1,1-1 1,0 1 0,1-1 0,-1 0-1,-1-7 1,-1-24 6346,15 38-5801,-4 1-492,1 1 0,0-1-1,-1 1 1,0 0 0,0 1 0,0-1 0,10 11 0,-4-2 34,-2 0 1,19 29-1,-7-4 62,30 76 0,44 183-976,-69-193 520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48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2221 11851,'-13'1'982,"10"-1"509,6-1-521,57-27 159,75-50-1,46-45 59,-79 52-742,672-429 935,-523 342-1232,937-583 463,-457 339-487,-560 313-900,-109 58 398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51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1154 0 17948,'-41'7'720,"-15"4"-736,-8 1-232,-27 3-280,-10 6 56,-8 3 232,-1 7 96,13 16 144,-3 7 0,-18 27-384,-10 12-1457,-10 18 1169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52.3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 2760 12347,'-50'94'2310,"-69"190"0,105-242-2011,2 1 0,2 1 0,2 0 0,2 0 1,2 0-1,2 1 0,4 57 0,2-67-227,1 0-1,2-1 1,2 1-1,1-2 1,1 1-1,2-1 1,1-1-1,2 0 1,1-2 0,1 1-1,2-2 1,1-1-1,1 0 1,1-2-1,2 0 1,31 25-1,-12-17 3,0-1-1,2-2 0,53 25 1,-19-16 19,96 32 1,-92-43-78,1-5 0,1-3 1,0-4-1,2-3 1,0-5-1,0-3 1,0-4-1,1-4 1,-1-4-1,151-30 1,-146 15-6,-1-5 1,-1-4 0,-2-4-1,-1-3 1,-2-4 0,88-58-1,168-151 76,-24-31 48,-169 138-70,-6-6 0,-7-7 1,196-293-1,-114 83-39,-158 249-22,56-151-1,-70 135-18,-6-1-1,-5-2 1,-6-1 0,-7-1-1,-5-1 1,-3-143-1,-15 208-34,-3-1-1,-18-96 1,14 130 26,-2 1 1,-1 0 0,-3 1 0,-1 0 0,-32-60 0,37 81 12,-1 1 0,-1 0 0,0 1 1,-1 0-1,-1 1 0,0 0 0,-1 1 1,-1 1-1,0 0 0,-1 1 0,0 1 1,-1 1-1,0 0 0,0 1 0,-1 1 1,-1 1-1,-32-8 0,9 7-2,1 2-1,-1 2 1,0 1-1,0 3 1,0 1-1,-57 9 1,13 5-6,0 4 0,-88 31 1,38-1 20,-204 102 1,-109 104 10,-329 288 17,287-85-30,331-289-2,-272 374 1,336-399-36,7 4 0,7 4 0,-84 211 0,101-171-555,56-153 141,1 1 0,-6 62 0,14-80 219,2-1 0,0 1-1,7 38 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56.8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1 452 9834,'130'-6'2053,"148"-26"-1,-192 20-825,33-5 422,-1-4 0,188-61 1,-28-26-1102,178-54-423,-446 159-122,-1 0-1,1 1 0,0 1 1,0-1-1,14 1 1,-24 1-6,1 0-1,-1 0 1,1 0 0,-1 0 0,1 0 0,-1 1 0,1-1-1,-1 0 1,0 0 0,1 0 0,-1 0 0,1 0 0,-1 1-1,1-1 1,-1 0 0,1 0 0,-1 1 0,0-1 0,1 0-1,-1 1 1,0-1 0,1 0 0,-1 1 0,0-1-1,1 1 1,-1-1 0,0 1 0,0-1 0,0 0 0,1 1-1,-1-1 1,0 1 0,0-1 0,0 1 0,0-1 0,0 1-1,0-1 1,0 1 0,0-1 0,0 1 0,0-1 0,0 1-1,0-1 1,0 1 0,0-1 0,0 1 0,-1-1 0,1 0-1,0 1 1,0-1 0,-1 1 0,1-1 0,-1 1-1,-16 22-408,14-21 157,1 0 0,-1 0 0,0 0 0,0-1 0,1 1 0,-1-1 0,0 0 0,0 0 0,0 0 0,-7 1 0,-17-3-1123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58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17332,'0'21'952,"0"8"-496,3 14-376,6 21-72,-4 10-8,0 15 24,0 4-16,-3 0-16,0-4-224,1-17 160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00.5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206 222 17188,'2'-4'123,"0"1"0,0-1 0,1 0 0,-1 1 0,1 0 0,0-1 0,0 1 0,0 0 1,4-3-1,36-23-268,-25 17 175,41-32-120,-35 25 233,0 1 0,1 1-1,43-21 1,-65 37-103,0 0-1,0-1 0,0 2 0,0-1 0,0 0 0,0 1 1,0-1-1,0 1 0,1 0 0,-1 0 0,0 0 0,4 1 1,-6-1-30,0 1 0,0-1 1,0 1-1,0-1 1,1 1-1,-1-1 0,0 1 1,0 0-1,0 0 1,0 0-1,-1-1 0,1 1 1,0 0-1,0 0 1,0 0-1,-1 0 0,1 0 1,0 1-1,-1-1 1,1 0-1,-1 0 0,0 0 1,1 0-1,-1 1 1,0-1-1,0 0 0,1 0 1,-1 1-1,0-1 1,0 0-1,0 0 0,-1 1 1,1 0-1,-1 9 12,-1-1-1,-1 0 1,1 0-1,-1 0 1,-1 0-1,0-1 0,-9 17 1,-45 64 40,48-75-48,-27 37 177,-2-3 1,-2-1-1,-2-2 0,-3-2 0,-62 48 0,57-55 55,-37 30 439,87-67-672,1 1 0,-1-1 0,1 0 0,-1 1 0,1-1 0,-1 1 0,1-1 0,0 1 0,-1-1 0,1 1 0,0-1 0,-1 1 0,1-1 0,0 1 0,-1-1 0,1 1 0,0 0 0,0-1 0,0 1 0,0-1 0,0 1 0,0 0 0,0 0-5,0-1 0,0 1 0,1-1 0,-1 0 1,0 1-1,1-1 0,-1 0 0,0 1 0,1-1 1,-1 0-1,1 0 0,-1 1 0,1-1 0,-1 0 0,0 0 1,1 0-1,-1 0 0,1 0 0,-1 1 0,1-1 1,0 0-1,30 0 127,-29 0-130,35-6 24,0 0 1,0-3-1,-1-1 1,0-1-1,-1-3 1,0 0-1,-1-2 1,32-22-1,-26 10-136,-1-1-1,-2-2 1,52-56-1,-72 71-58,-17 15 164,67-71-2614,-41 37 1256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01.7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27 411 9786,'0'1'301,"1"0"-1,-1 0 0,0 0 1,0 0-1,1 1 1,-1-1-1,1 0 0,-1 0 1,1 0-1,-1 0 1,1 0-1,0 0 0,0 0 1,-1-1-1,1 1 1,0 0-1,0 0 0,0-1 1,0 1-1,0 0 1,1 0-1,1 0-97,-1 0-1,1 0 1,0 0-1,-1-1 1,1 1-1,0-1 1,0 0-1,-1 0 1,4 0-1,8-1-286,-1-1 0,1-1 0,13-4 0,-18 5 556,113-32 5,-3-5-1,209-99 1,-293 121-308,0-2-1,-2-1 1,-1-1 0,0-2 0,43-41 0,-71 60-159,-2 2-6,0 0 1,0 0-1,1 0 1,-1 0-1,-1-1 1,1 1-1,0-1 1,-1 0-1,1 1 1,-1-1-1,0 0 1,1-4-1,-1 7-4,-1-1 0,0 1 0,0 0 0,0 0 0,0-1 0,0 1 0,0 0 0,-1 0 0,1-1 0,0 1 0,0 0 1,0 0-1,0-1 0,0 1 0,0 0 0,0 0 0,0 0 0,-1-1 0,1 1 0,0 0 0,0 0 0,0 0 0,0-1 0,-1 1 0,1 0 0,0 0 0,0 0 0,-1 0 0,1 0 0,0-1 0,0 1 0,0 0 0,-1 0 0,1 0 0,0 0 0,0 0 0,-1 0 0,1 0 0,0 0 0,-1 0 0,-16 2-4,-16 9-15,-89 52-31,20-8 30,-216 74-43,-33 17-74,323-130 134,19-8 6,12-7-1,11-5 5,133-73 65,-103 51-58,51-25 24,122-76 199,-215 125-217,-3 3-18,-1-1 1,0 0 0,0 1-1,0-1 1,0 1 0,0 0 0,1 0-1,-1 0 1,0-1 0,1 2 0,-3 0-1,-4 3 6,-103 61 37,-62 34-154,147-87-1923,-42 14 1,35-18-84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03.4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97 15395,'220'-54'966,"-114"26"-799,-91 23 73,0 2 1,0 0 0,1 1 0,-1 1 0,31 1 0,-45 0-217,0 0 0,0 0 0,0 0 1,1 0-1,-1 1 0,0-1 0,0 0 0,0 1 0,0-1 0,0 1 0,0-1 0,0 1 0,0-1 1,0 1-1,0 0 0,0-1 0,0 1 0,0 0 0,0 0 0,-1 0 0,2 1 0,-2-1-14,0 0 0,1 0 0,-1 0 0,0 0 0,0 0 0,0 0 0,0 0 0,0 0 0,0 0 0,0 0 0,-1 0-1,1 0 1,0 0 0,0 0 0,-1 0 0,1 0 0,-1 0 0,0 2 0,-4 4-8,0 0 0,0-1 0,0 1-1,-12 9 1,-133 113-51,21-19 389,118-100-292,-29 26 295,-41 48 1,80-83-337,-1 1-1,1-1 1,0 0-1,0 1 1,0 0 0,0-1-1,0 1 1,0-1 0,0 1-1,1 0 1,-1 0 0,0 0-1,1-1 1,-1 5 0,1-6-6,0 1 1,1-1 0,-1 1 0,0-1 0,0 1-1,1-1 1,-1 1 0,0-1 0,1 0 0,-1 1 0,1-1-1,-1 0 1,1 1 0,-1-1 0,0 0 0,1 1-1,-1-1 1,1 0 0,-1 0 0,1 1 0,-1-1-1,1 0 1,0 0 0,-1 0 0,1 0 0,-1 0-1,1 0 1,-1 0 0,1 0 0,0 0 0,7-1 8,0 0-1,0 0 1,0 0 0,0-1 0,11-5 0,122-50 96,75-26-26,-212 82-78,101-27 22,-103 28-21,-1-1 1,0 1 0,1-1-1,-1 1 1,0 0-1,1 0 1,-1 0 0,1 0-1,-1 0 1,0 0 0,1 0-1,-1 0 1,0 0 0,1 1-1,-1-1 1,0 1 0,1-1-1,-1 1 1,0-1-1,2 2 1,-3-2 0,0 1 0,0-1 0,1 1 0,-1-1 0,0 1-1,0-1 1,0 1 0,0-1 0,0 1 0,0-1 0,0 1 0,0-1 0,0 1-1,0-1 1,0 1 0,0-1 0,0 1 0,-1-1 0,1 1 0,0 0 0,-13 19 72,-11 7-9,-1 0 1,-2-2-1,-53 41 0,-102 55-17,149-100-348,-1-2 1,0-1-1,-67 23 0,64-33-206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25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 15035,'12'-14'312,"4"-1"-3040,3 1 7,-3 7 1497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26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183 324 14483,'0'1'196,"-1"0"-1,1 1 1,0-1-1,1 0 1,-1 1-1,0-1 1,0 0-1,0 0 1,1 1-1,-1-1 1,1 0-1,-1 0 1,1 0-1,-1 1 1,1-1-1,0 0 1,1 1-1,-2-1-136,1-1 1,0 0-1,-1 1 0,1-1 0,0 0 1,-1 1-1,1-1 0,0 0 0,0 0 0,-1 0 1,1 0-1,0 0 0,0 0 0,-1 0 1,1 0-1,0 0 0,0 0 0,-1 0 1,1 0-1,0 0 0,1-1 0,1 0-44,1-1-1,-1 0 1,0 0-1,1 0 1,-1 0 0,0-1-1,0 1 1,-1-1-1,1 1 1,2-5-1,3-3-37,-1-1-1,0 0 1,-1-1-1,-1 1 0,1-1 1,-2 0-1,0 0 0,0-1 1,-1 1-1,-1-1 1,0 0-1,-1 0 0,0-17 1,-1 28 24,0 1-1,0-1 1,0 1 0,0-1 0,-1 1 0,1-1-1,0 1 1,-1-1 0,1 1 0,-1-1 0,0 1-1,1 0 1,-1-1 0,0 1 0,0 0 0,0 0-1,0-1 1,0 1 0,0 0 0,-2-1 0,2 1 1,0 1 0,-1-1 0,1 1 0,0 0 0,-1-1 1,1 1-1,0 0 0,-1 0 0,1 0 0,-1 0 0,1 0 0,0 0 1,-1 0-1,1 0 0,-1 1 0,1-1 0,-3 1 0,-1 2 7,-1 0-1,1 0 0,-1 0 0,1 0 0,0 1 1,0 0-1,0 0 0,-6 7 0,-2 5 26,0 0-1,1 0 1,1 1-1,1 1 1,0 0 0,1 0-1,1 1 1,1 0-1,1 0 1,-5 26 0,10-41-23,1 0 1,0-1 0,0 1 0,0 0 0,0 0 0,0 0 0,2 5 0,-2-8-6,1-1 0,-1 1 0,0-1-1,0 1 1,1 0 0,-1-1 0,0 1 0,1-1 0,-1 1 0,0-1 0,1 1 0,-1-1 0,1 1 0,-1-1 0,1 0 0,-1 1 0,1-1 0,-1 0 0,1 1 0,0-1 0,-1 0 0,1 0 0,-1 1 0,1-1 0,0 0 0,-1 0 0,1 0 0,0 0 0,-1 0 0,1 0 0,-1 0 0,1 0 0,0 0-1,-1 0 1,1 0 0,0 0 0,-1-1 0,1 1 0,-1 0 0,1 0 0,0-1 0,-1 1 0,1 0 0,-1-1 0,1 1 0,-1-1 0,1 1 0,-1 0 0,1-2 0,22-15 176,-1-2 0,0-1 1,-2-1-1,0 0 0,22-33 1,-38 48-177,38-55 4,-39 56-14,0-1 1,0 1-1,-1-1 0,0 1 1,0-1-1,0 0 0,-1 0 1,0 0-1,1-10 1,-2 15 2,0 0 1,0-1 0,0 1-1,0 0 1,-1-1 0,1 1-1,0 0 1,-1-1 0,1 1 0,-1 0-1,1-1 1,-1 1 0,0 0-1,1 0 1,-1 0 0,0 0 0,0 0-1,0 0 1,0 0 0,0 0-1,-1-2 1,0 2 0,-1 0 1,1 0-1,0 0 0,0 1 1,0-1-1,-1 0 0,1 1 1,0 0-1,-1-1 1,1 1-1,-4 0 0,-2 1 4,1 0-1,0 0 1,0 0 0,0 1-1,0 0 1,0 0 0,-7 4-1,-16 11 3,1 2 0,1 1 0,1 1-1,1 1 1,-36 39 0,56-54 0,0 0 1,0 0-1,-6 11 0,12-18-5,0 0-1,0 0 0,-1 1 0,1-1 1,0 0-1,0 0 0,0 0 1,0 0-1,0 0 0,0 0 1,0 0-1,0 1 0,-1-1 1,1 0-1,0 0 0,0 0 1,0 0-1,0 0 0,0 0 1,0 1-1,0-1 0,0 0 1,0 0-1,0 0 0,0 0 1,0 0-1,0 1 0,0-1 1,0 0-1,0 0 0,0 0 1,0 0-1,0 0 0,0 1 0,0-1 1,0 0-1,1 0 0,-1 0 1,0 0-1,0 0 0,0 0 1,0 1-1,0-1 0,0 0 1,0 0-1,0 0 0,1 0 1,-1 0-1,0 0 0,0 0 1,0 0-1,0 0 0,0 0 1,0 0-1,1 0 0,7-3 9,8-10-6,-1 0 0,-1-1 0,0-1 0,0-1 0,13-21 0,-3 1 7,28-58-1,-38 56-8,-12 19 0,-2 19-1,0-1 0,-1 1 0,1 0 1,0-1-1,0 1 0,0 0 0,0-1 0,0 1 0,0 0 0,-1 0 1,1-1-1,0 1 0,0 0 0,0 0 0,-1 0 0,1-1 0,0 1 1,0 0-1,0 0 0,-1 0 0,1 0 0,0-1 0,-1 1 0,1 0 1,0 0-1,0 0 0,-1 0 0,1 0 0,0 0 0,-1 0 0,1 0 1,0 0-1,-1 0 0,1 0 0,0 0 0,0 0 0,-1 0 0,1 0 1,0 0-1,-1 0 0,1 0 0,-1 1 0,-1 0 1,-1 0-1,1 1 1,0-1-1,-1 1 1,1 0-1,0 0 1,0 0 0,0 0-1,0 0 1,0 0-1,0 1 1,1-1-1,-1 0 1,1 1-1,0 0 1,0-1-1,-2 4 1,0 4-5,-1 1 1,1-1 0,-2 15-1,4-18-191,0 1 0,0 0 0,1 0 0,0 0 0,0 0 0,1 0 0,2 11 0,11 13-488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29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11522,'0'19'241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19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9 249 19364,'1'67'365,"1"-29"-391,-2-1-1,-2 1 0,-6 39 1,7-55 457,1-21-419,0-1 0,0 0 0,0 0 0,0 0-1,0 1 1,0-1 0,0 0 0,0 0 0,0 0 0,1 1 0,-1-1-1,0 0 1,0 0 0,0 0 0,0 0 0,0 0 0,1 1-1,-1-1 1,0 0 0,0 0 0,0 0 0,0 0 0,1 0 0,-1 0-1,0 0 1,0 0 0,0 1 0,1-1 0,-1 0 0,0 0-1,0 0 1,0 0 0,1 0 0,-1 0 0,0 0 0,0 0 0,0 0-1,1 0 1,-1-1 0,0 1 0,0 0 0,0 0 0,1 0-1,-1 0 1,2-2 14,0 0-1,0 1 0,0-1 0,0 0 0,0 0 1,-1-1-1,1 1 0,-1 0 0,1 0 0,-1-1 1,0 1-1,1-4 0,25-68 28,-17 43-7,1 0-1,2 1 0,1 1 0,29-47 0,-31 61-30,0 0 1,1 0-1,0 1 1,2 1-1,-1 0 1,22-13-1,-28 20-10,1 1 0,-1 0 0,1 0-1,1 1 1,-1 0 0,0 1 0,1 0 0,0 1 0,0 0 0,-1 0-1,1 1 1,0 0 0,19 1 0,-25 1-4,-1-1 0,1 1 0,-1 0 1,1 0-1,-1 0 0,0 0 0,1 0 0,-1 1 0,0 0 1,0-1-1,0 1 0,0 1 0,0-1 0,-1 0 0,5 4 1,-4-1 0,0-1 1,0 0-1,-1 1 1,1 0 0,-1-1-1,0 1 1,0 0-1,0 0 1,1 8 0,0 7 17,-1 1 0,-1 0 1,-1-1-1,-3 27 0,2-32 3,-2 20 15,1-22-16,1 1 0,1-1 0,0 0 0,0 1 0,5 23 0,-5-36-20,0 0 1,1 1 0,-1-1 0,1 1 0,-1-1 0,1 0 0,0 1-1,-1-1 1,1 0 0,0 0 0,0 1 0,0-1 0,0 0 0,0 0-1,2 1 1,-2-1-1,-1-1-1,1 1 1,0-1-1,0 0 1,0 1-1,0-1 1,0 0-1,0 0 1,0 0 0,0 0-1,0 0 1,-1 0-1,1 0 1,0 0-1,0 0 1,0 0-1,0-1 1,2 0-1,0 0 0,1-1 0,-1 0 0,1 0 1,-1-1-1,0 1 0,0-1 0,0 0 0,0 0 0,0 0 0,2-3 0,160-218-42,-118 158 14,-29 40-37,1 1-1,2 0 0,25-24 1,-45 47 48,1 1 0,-1-1 1,1 1-1,-1 0 1,1-1-1,0 1 0,0 0 1,0 0-1,0 0 1,0 0-1,0 0 0,0 1 1,0-1-1,0 1 1,0-1-1,0 1 1,0 0-1,0 0 0,0 0 1,1 0-1,-1 0 1,0 0-1,3 1 0,-3 0-2,0 0-1,-1 1 0,1-1 0,-1 0 0,1 1 1,-1-1-1,1 1 0,-1 0 0,0-1 0,0 1 1,0 0-1,0 0 0,0 0 0,0 0 0,0 0 1,-1 0-1,1 0 0,-1 0 0,1 0 0,-1 0 1,0 0-1,0 0 0,0 0 0,0 2 0,-1 23-29,-1 0-1,-1-1 0,-2 1 0,-13 43 0,11-44 18,0 1 0,2-1 0,1 1 1,-1 39-1,9-47-132,-4-19 152,0 0 0,0 1-1,0-1 1,1 0-1,-1 1 1,0-1 0,0 0-1,0 0 1,1 1 0,-1-1-1,0 0 1,1 0 0,-1 0-1,0 0 1,1 1 0,-1-1-1,0 0 1,0 0 0,1 0-1,-1 0 1,1 0 0,-1 0-1,0 0 1,1 0 0,-1 0-1,0 0 1,1 0-1,1 0-106,-1-1-1,0 0 0,1 0 0,-1 0 0,1 0 0,-1 0 0,0 0 0,0 0 0,0 0 0,0 0 0,0 0 0,0-1 0,0 1 1,0 0-1,0-1 0,0-1 0,19-35-3823,5-11 1979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19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236 101 19428,'-35'31'256,"0"-8"-1776,-1-6-3073,10-15 920,-1-8 456,6-13 921,7-5 1424,-2-10 1160,6-6-32,-6-10-256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20.1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1 133 8266,'3'-6'854,"0"1"0,1-1 1,0 1-1,0 0 0,0 0 0,1 0 1,0 1-1,0 0 0,0 0 0,0 0 1,7-3-1,-2 2-415,1 0 1,0 1-1,12-4 1,35-8 161,91-13 1,-130 26-588,1 1-1,0 1 1,0 1 0,-1 1 0,1 1 0,0 0-1,-1 2 1,33 9 0,-46-11-20,0 1 0,0-1 0,0 2 1,0-1-1,0 1 0,-1-1 0,1 1 0,-1 1 0,0-1 0,0 1 1,-1 0-1,1 0 0,-1 1 0,0-1 0,0 1 0,-1 0 0,0 0 1,0 0-1,0 0 0,-1 0 0,0 1 0,2 11 0,0 4-50,-2-1 0,0 1 0,-2 0 0,-3 39 0,-20 87-109,-3-46 247,22-89-52,-1 0 0,0-1 0,-1 1-1,0-1 1,-11 15 0,7-18 17,4-12-2,2-18 13,3 20-57,-1-33 39,2 1-1,1-1 1,1 0 0,2 0 0,1 1-1,11-35 1,-9 42-13,2 1 0,0 0 0,2 0 0,0 1 0,2 0-1,1 1 1,0 1 0,20-23 0,-30 40-24,0 1 1,1-1-1,-1 1 0,1 0 0,0 0 1,0 0-1,0 1 0,9-5 0,-12 7-2,-1 1 0,1-1-1,-1 1 1,1 0-1,-1-1 1,1 1-1,-1 0 1,1 0-1,-1 0 1,1 0 0,-1 0-1,1 1 1,-1-1-1,1 0 1,-1 1-1,2 0 1,-1 0-1,0 0 1,0 1-1,0-1 0,0 1 0,0-1 1,0 1-1,-1 0 0,1-1 0,-1 1 1,1 0-1,-1 0 0,0 0 0,2 4 1,3 8-4,0 1 0,0 0 0,-1 0 0,4 28 0,4 68-33,-11-85 26,0 0-1,1 0 1,2 0-1,1-1 1,0 0-1,12 26 1,-16-47-8,0 0 0,0 0 0,0 0 1,0-1-1,1 1 0,-1 0 0,1-1 0,0 0 1,0 0-1,1 0 0,-1 0 0,1 0 1,-1-1-1,1 1 0,5 2 0,-7-5-141,1 1-1,-1-1 1,1 0-1,-1 1 0,1-1 1,-1 0-1,1 0 1,0-1-1,-1 1 1,1 0-1,-1-1 1,0 1-1,1-1 1,-1 0-1,1 0 1,-1 0-1,0 0 0,0-1 1,0 1-1,0 0 1,0-1-1,0 0 1,0 1-1,0-1 1,0 0-1,-1 0 1,3-3-1,28-39-2238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20.3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1 19148,'-9'5'712,"8"5"-208,6 4-592,0 5-80,7 5-8,-7 6 16,-5 1 56,-3 2 48,-11-6 24,-3-4 24,-8-16-56,-2-7-224,-1-21-3777,4-10-744,10-18 3249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21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81 20180,'8'3'157,"-1"0"0,1 0 0,-1-1-1,1 0 1,0 0 0,0-1 0,0 0-1,0-1 1,0 1 0,12-2 0,6 1-61,-15 0-83,27 2 24,53 9-1,-81-9-36,-1 0 0,1 0-1,-1 1 1,1 0 0,-1 1-1,0 0 1,-1 1 0,1-1-1,-1 2 1,15 11-1,-19-13-1,-1 0 0,0 0-1,0 0 1,0 1 0,-1-1-1,1 1 1,-1-1 0,0 1-1,-1 0 1,1 0-1,-1 0 1,0 0 0,0 0-1,-1 0 1,1 0 0,-1 1-1,0 6 1,-2 9-1,-1 1-1,-10 37 1,9-40 10,-18 106 30,22-125-37,0 1 1,0-1-1,0 1 0,0-1 0,0 1 0,0-1 0,0 1 0,0-1 0,0 1 0,-1-1 0,1 0 1,0 1-1,0-1 0,0 1 0,-1-1 0,1 0 0,0 1 0,-1-1 0,1 1 0,0-1 0,-1 0 0,1 0 1,0 1-1,-1-1 0,1 0 0,-1 0 0,1 1 0,0-1 0,-1 0 0,0 0 0,-10-8 34,-6-23 105,12 18-81,2-1-1,0 1 0,1-1 1,0 0-1,1 1 0,0-1 0,1 0 1,1 0-1,0 1 0,1-1 0,0 0 1,1 1-1,6-17 0,-5 18-48,0 0-1,1 1 1,1-1 0,0 1-1,0 0 1,1 1-1,1 0 1,-1 0 0,2 0-1,-1 1 1,1 0-1,1 1 1,0 0 0,18-12-1,-22 17-18,0 0 0,0 0 0,0 1 0,0 0 0,1 0 0,-1 0 0,1 1 0,-1 0 0,1 0 0,-1 0 0,1 1 0,0 0 0,-1 1 0,1-1 0,-1 1 0,1 0 0,-1 1 0,1 0 0,-1 0 0,0 0 0,0 1 0,0-1 0,0 2 0,0-1 0,-1 1 0,0-1 0,1 1 0,-1 1 0,0-1 0,-1 1 0,1 0 0,-1 0 0,0 0 0,-1 1 0,1-1 0,-1 1 0,0 0 0,0 0 0,-1 0 0,1 0 0,0 8 0,1 3 12,-1 0-1,0 1 0,-2-1 1,0 1-1,-1-1 1,0 1-1,-2-1 1,0 1-1,-1-1 0,-1 0 1,0 0-1,-1 0 1,-11 22-1,16-39 1,0 1 0,0-1 0,0 0-1,0 1 1,0-1 0,0 1 0,0-1 0,0 0-1,0 1 1,-1-1 0,1 0 0,0 1 0,0-1-1,0 0 1,-1 0 0,1 1 0,0-1 0,0 0-1,-1 0 1,1 1 0,0-1 0,0 0 0,-1 0-1,1 0 1,0 1 0,-1-1 0,1 0 0,0 0-1,-1 0 1,1 0 0,0 0 0,-1 0-1,1 0 1,-1 0 0,1 0 0,-1 0 0,-4-13 22,4-28-12,3 24-10,1-1 0,0 0 0,1 0 0,1 1 0,13-31 0,-13 39-1,-1 0-1,1 1 1,0-1 0,1 1 0,0 0 0,1 0 0,-1 1 0,1 0 0,1 0 0,-1 1 0,1 0 0,10-6 0,-16 11-1,-1 0-1,1-1 1,0 2 0,0-1 0,0 0-1,0 0 1,0 1 0,0-1-1,0 1 1,0-1 0,0 1 0,0 0-1,0 0 1,4 0 0,-6 0-1,1 0 1,0 1-1,0-1 0,0 1 1,0-1-1,-1 0 0,1 1 1,0 0-1,0-1 1,-1 1-1,1-1 0,-1 1 1,1 0-1,0-1 0,-1 1 1,1 0-1,-1 0 1,1-1-1,-1 1 0,0 0 1,1 0-1,-1 0 0,0 1 1,1 4-1,0 1 0,0 0-1,-1 0 1,0 0 0,-1 0 0,1-1 0,-3 9 0,-8 41 47,-7 53 178,18-100-186,-1 1 0,1-1-1,0 1 1,1-1 0,0 0 0,1 0 0,0 1-1,0-1 1,4 9 0,-6-16-32,1 0 0,0-1-1,0 1 1,0 0 0,0 0 0,0 0-1,0 0 1,1-1 0,-1 1 0,0-1-1,1 1 1,-1-1 0,1 1 0,0-1-1,-1 0 1,1 0 0,0 0 0,0 0-1,0 0 1,0 0 0,0 0 0,0-1 0,0 1-1,0-1 1,0 0 0,0 1 0,0-1-1,0 0 1,0 0 0,0 0 0,0 0-1,0-1 1,0 1 0,0 0 0,0-1-1,0 0 1,0 1 0,0-1 0,0 0-1,0 0 1,0 0 0,0 0 0,-1 0 0,1-1-1,0 1 1,-1 0 0,1-1 0,-1 1-1,2-3 1,8-8-11,-1-1-1,-1-1 1,0 0 0,0 0-1,-2 0 1,9-22 0,27-97-153,-29 84 125,-13 44 33,0 1 1,1-1-1,0 1 0,0-1 1,0 1-1,1 0 0,-1 0 1,1 0-1,0 0 0,0 1 1,5-5-1,-6 6 0,-1 1 1,1 0-1,0 0 1,0 0-1,0 0 1,0 0-1,-1 0 0,1 1 1,0-1-1,0 1 1,0-1-1,0 1 0,1 0 1,-1 0-1,0 0 1,0 0-1,0 0 0,0 0 1,0 0-1,0 1 1,0-1-1,0 1 1,0-1-1,0 1 0,0 0 1,-1 0-1,1 0 1,2 1-1,-1 1 0,0-1 0,-1 0 0,1 1 0,-1-1 0,1 1 0,-1 0 0,0 0 0,0 0 0,0 0 0,-1 0 0,1 0 0,-1 1 0,1-1 0,-1 0 0,0 1 0,1 6 0,0 6 0,0-1 1,-1 22-1,0-32 0,-2 32 11,2 26 92,-1-62-99,0-1 0,0 1 0,0-1 0,0 1 0,0 0 1,0-1-1,0 1 0,1-1 0,-1 1 0,0 0 0,0-1 0,0 1 0,1-1 1,-1 1-1,0-1 0,1 1 0,-1-1 0,0 1 0,1-1 0,-1 0 0,1 1 1,-1-1-1,1 1 0,-1-1 0,1 0 0,0 1 0,-1-1 1,1 0-1,0 0 1,0 0-1,-1-1 0,1 1 1,0 0-1,-1 0 1,1-1-1,0 1 1,-1 0-1,1-1 0,-1 1 1,1 0-1,0-1 1,-1 1-1,1-1 1,0 0-1,23-31 54,43-99-287,-48 90 118,1 1 1,40-58 0,-59 97 109,3-5 5,0 0-1,1 1 0,0-1 0,10-7 0,-15 12 0,1 1-1,0-1 0,-1 1 1,1-1-1,0 1 0,0-1 1,0 1-1,-1-1 1,1 1-1,0 0 0,0 0 1,0-1-1,0 1 0,0 0 1,0 0-1,0 0 1,0 0-1,-1 0 0,1 0 1,0 0-1,0 0 1,0 0-1,0 0 0,0 1 1,0-1-1,0 0 0,0 1 1,-1-1-1,1 0 1,0 1-1,0-1 0,0 1 1,-1 0-1,1-1 0,0 1 1,-1-1-1,1 1 1,-1 0-1,1 0 0,0-1 1,-1 1-1,1 0 0,-1 0 1,0 0-1,1 0 1,-1-1-1,1 3 0,17 51 130,-12-34-73,0 0 0,11 21 0,-15-37-48,0 0 0,1 0 0,-1 0 0,1 0 1,0 0-1,0 0 0,0 0 0,1-1 0,-1 0 1,1 0-1,0 0 0,0 0 0,0 0 0,6 2 0,-8-4-4,0-1-1,0 1 1,1-1-1,-1 1 0,1-1 1,-1 0-1,0 0 0,1 0 1,-1 0-1,0-1 0,1 1 1,-1-1-1,0 1 1,1-1-1,-1 0 0,0 0 1,0 0-1,0 0 0,1 0 1,-1 0-1,0-1 0,2-2 1,6-4 6,-1 0 0,0-1 0,8-11-1,-8 10-5,8-11-8,19-31 1,-23 32-2,1 0 1,18-19-1,-32 38 1,1 0 0,0 0 0,0 0 0,0 0 0,0 0 0,0 1 1,0-1-1,0 0 0,0 0 0,0 1 0,1-1 0,-1 1 0,0-1 0,0 1 0,1-1 0,-1 1 0,0 0 0,2 0 0,-2 0-1,0 0-1,0 0 1,0 1 0,0-1-1,0 0 1,0 1-1,0-1 1,-1 1 0,1-1-1,0 1 1,0 0 0,-1-1-1,1 1 1,0 0-1,-1-1 1,1 1 0,-1 0-1,1 0 1,0 1-1,2 6-26,1 0-1,-2 0 1,1 0-1,2 14 1,-2-7-23,0-2-46,0 0-40,0 0 0,1 0 0,6 14 0,-9-25 43,0 1-1,0-1 1,1 0-1,-1 0 1,0 1-1,1-1 1,-1 0-1,1 0 0,0 0 1,-1-1-1,1 1 1,0 0-1,0-1 1,1 1-1,-1-1 1,0 0-1,0 0 1,0 1-1,1-2 1,-1 1-1,1 0 1,-1 0-1,4 0 1,0-2-136,0 1 0,1-1 1,-1 0-1,8-3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22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1 563 20636,'121'-4'553,"26"-11"-409,29-6-120,35-15-40,9-8 0,20-4-8,-1 0 16,1-3 40,0 5 8,-11 2 8,-13 1-8,-22 7-24,-11 5-16,-26 5-24,-17 3-64,-31 8-641,-22 1-1927,-35-3 1055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27.6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1036 590 21901,'-134'-3'698,"-54"1"-565,146 4-169,1 1 0,-63 14 1,83-11 34,-1 1 0,1 1-1,0 1 1,1 0 0,0 2 0,0 0 0,1 1 0,1 1 0,0 1-1,1 0 1,0 1 0,1 1 0,1 1 0,1 0 0,0 1 0,-17 29-1,23-32 10,0 0-1,1 0 1,0 1-1,2 0 0,-1 0 1,2 0-1,0 1 1,1-1-1,1 1 0,1 0 1,0 0-1,1 0 1,0-1-1,2 1 0,0 0 1,1 0-1,1-1 1,0 1-1,1-1 0,1 0 1,0-1-1,13 23 1,-8-20 9,1 1 0,1-2 0,1 0 0,0-1 0,1 0 0,1-1 0,1 0 0,0-2 0,0 0 0,1-1 0,1-1 0,26 12 0,-22-13 30,1-1 0,-1-2 1,1 0-1,1-1 0,-1-2 1,1-1-1,0 0 0,0-2 0,0-1 1,40-5-1,-30-1 76,0-1 0,0-3-1,-1 0 1,0-2 0,-1-2 0,0-1 0,-1-1-1,-1-2 1,-1-1 0,-1-2 0,0 0-1,-2-2 1,30-32 0,94-116 133,-106 117-205,88-112 61,-104 126-85,-2-2-1,27-57 1,-46 83-16,-1-1 1,-1-1-1,0 1 0,-2-1 1,0 0-1,2-23 1,-5 28 2,0 0 1,-2-1 0,1 1-1,-2 0 1,0 0 0,0 0-1,-1 0 1,-1 0 0,-7-16 0,1 10 13,0 0 0,-1 1 0,-1 0 1,-1 1-1,0 1 0,-1 0 0,-1 1 1,-1 0-1,0 1 0,-25-17 0,3 6-1,0 2 0,-2 2 0,-80-31 0,73 37-77,-1 1 0,-1 2 0,0 3 0,0 2 0,0 2 0,-1 2 0,-51 3 0,44 4-6,0 2 0,1 3 0,0 2 0,0 2 0,-97 38 0,117-36 71,1 1-1,0 2 0,2 2 1,0 0-1,1 3 1,-32 28-1,52-39 8,0 0 0,1 0 0,1 1 1,0 1-1,0-1 0,2 2 0,-9 17 0,12-21-8,1 0 0,1 0 0,0 0 0,0 0-1,1 0 1,1 0 0,0 1 0,0-1 0,1 0 0,1 1-1,2 17 1,0-17-9,0 1-1,0-1 1,1 0 0,1 0-1,0 0 1,0 0-1,1-1 1,1 0-1,0 0 1,0-1-1,11 12 1,-5-9 7,0-1 0,1 0 0,0-1 0,1-1 0,0 0 0,0-1 0,22 9 0,-2-4 19,0-2-1,1-1 1,0-2-1,0-1 1,1-3-1,0 0 1,45-1-1,-12-6-148,0-3-1,-1-3 1,0-4 0,0-2 0,-1-3-1,-1-3 1,-1-3 0,-1-2-1,62-36 1,-110 53-38,188-102-2585,-116 52 1703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28.0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 19044,'0'41'848,"-4"15"88,4 9-479,-1 22-265,-5 6-48,6 11-88,-1 0-32,1-14-96,-2-11-72,0-23-601,1-17-4648,1-27 3001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29.4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42 17164,'24'12'1344,"2"-3"-184,9-7-1088,3-2-88,2-4-8,-4-1 48,6 0 320,-6-2 160,2-2 137,-2 2-249,4 0-192,10 4-136,2 1-288,3-1-96,-1 1-1017,-6 0-4144,-4-6 3257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29.7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85 19548,'7'7'832,"3"0"-7,16-9-857,19-5-137,17-7-87,12 0 16,9-1 112,-3 3 72,-6 0-16,-4 3-136,-13 2-488,-4 2-1112,-11 3 760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30.7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461 1 13811,'0'0'5624,"4"4"-4388,0 3-1191,0 0 0,0 0-1,0 1 1,-1-1 0,0 1 0,0 0-1,-1 0 1,0 0 0,-1 0 0,1 0-1,-2 1 1,1 14 0,-2 7 0,-1 1 0,-8 35 1,-1-10 62,-2-1-1,-2 0 1,-33 77 0,31-95-27,-1-1 0,-1-1 0,-2-1-1,-2-1 1,-46 53 0,57-73-43,0-1 0,-2 0 0,-22 15 0,30-23-66,-1 0-1,0 0 0,-1 0 1,1-1-1,-1 0 1,0 0-1,1-1 1,-1 0-1,-13 1 0,18-3-5,0 0-1,0-1 0,0 1 1,0-1-1,0 1 0,0-1 0,0 0 1,0 0-1,1 0 0,-1-1 1,0 1-1,1-1 0,-1 1 0,1-1 1,-1 0-1,1 0 0,0 0 1,0 0-1,0-1 0,0 1 0,0-1 1,0 1-1,1-1 0,-1 1 1,1-1-1,0 0 0,0 0 0,0 1 1,0-1-1,0 0 0,0 0 1,1 0-1,-1-6 0,2 8 53,-1-1-1,0 0 1,1 0-1,0 1 1,-1-1-1,1 1 1,0-1-1,0 0 1,0 1-1,0-1 1,0 1-1,0 0 1,0-1-1,1 1 1,-1 0-1,0 0 1,1 0-1,-1 0 1,1 0-1,-1 0 1,1 0-1,-1 0 1,1 1-1,0-1 1,3 0-1,7-3 122,0 0 0,19-2 0,-23 5-91,85-11 217,131 0-1,-144 11-623,-1-3 1,130-25 0,-190 25 253,0-1 1,0-1 0,-1-1 0,26-13 0,-37 16-237,0 0 0,0-1 0,0 0 0,0 0 0,-1-1 0,0 0 0,0 0 0,-1 0-1,0-1 1,0 0 0,0 0 0,6-13 0,6-24-1538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30.9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130 1 20580,'-38'27'961,"7"13"79,5 12-248,12 24-272,4 16-112,6 22-240,3 10-56,-3 13-88,2 3-32,2 0-224,0-7-176,2-13-488,8-17-600,9-16 615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31.7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3 235 21157,'-2'9'464,"19"-7"-168,18-7-392,32-13-288,21-1-25,28-2 17,7 1 160,19 2 320,0 3 72,-1 1 120,0 2-47,-1-4-145,-2-1-64,-1 0-136,8 1-201,-12 1-767,-7 1-1984,-19 5 1487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32.0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0 111 23453,'125'6'696,"10"-6"120,12-6-712,19-13-872,5-3-288,3-9-1825,-2-7 873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59.1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10754,'0'0'1649,"2"12"-192,29 70 2065,2 4-1364,5 52-1623,22 154-1,-8-31-503,-27-163-8,4-1 0,4-1 0,51 99 0,-74-174-202,12 25-234,-13-15-3596,-8-28 1857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59.9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0 243 16251,'14'28'322,"1"-1"-1,1 0 1,2-1-1,0-1 1,1 0-1,2-2 1,1 0-1,41 33 0,-12-17-329,3-2 0,0-2-1,68 30 1,-119-64 451,-1-12 469,8-16-633,1 0 0,1 0 1,23-36-1,-15 27-484,-1-1 0,-1 0-1,-2-2 1,-2 0-1,-2 0 1,-2-1 0,-1-1-1,5-56 1,-10 36-4412,-11 3 1662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7:07.5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4729,'2'49'-2841,"-2"-48"2072,0 10 7337,8-4-4966,-1 7-1324,-1 0-1,0 0 1,0 0 0,-2 1 0,1 0 0,-2 0 0,2 19 0,9 67-2367,-7-43 1124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7:08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1 15483,'3'11'759,"-1"1"0,10 21 1,-9-24-781,1 0 1,-2 1 0,1-1 0,-1 0 0,1 17 0,-3-8 37,0 0-1,-2 0 1,0-1 0,-1 1 0,-11 32 0,11-39-6,-1-1-1,-1 0 1,0 0 0,0 0 0,-1 0 0,0-1 0,-1 0-1,0 0 1,0 0 0,-11 9 0,16-16-63,7-5-255,30-12 316,0 2 0,41-10 0,-34 11 167,59-25 0,-88 30-474,0 0-1,0-1 1,-1 0 0,0-1 0,-1 0 0,1-1-1,-2 0 1,1-1 0,12-18 0,-22 28 204,0-1 0,0 1 1,0-1-1,0 0 0,0 1 0,0-1 1,0 0-1,-1 1 0,1-1 1,-1 0-1,0 0 0,1 0 0,-1 0 1,0 1-1,0-1 0,0 0 0,0 0 1,0 0-1,-1 0 0,1 0 0,-1 1 1,1-1-1,-2-2 0,1 1 82,-1 0-1,0 1 0,0-1 0,-1 1 1,1-1-1,0 1 0,-1 0 1,1 0-1,-1 0 0,0 0 1,1 1-1,-6-3 0,-2 0 346,0 0-1,0 0 0,-1 1 1,1 1-1,-1 0 0,0 0 1,-13 0-1,22 2-233,-1 0 1,0 0 0,0 0-1,0 0 1,1 1-1,-1-1 1,0 1-1,1 0 1,-1 0-1,0 0 1,1 0-1,-1 0 1,1 0 0,-1 1-1,1-1 1,0 1-1,-1 0 1,1 0-1,0 0 1,0 0-1,0 0 1,1 0-1,-1 0 1,-2 4 0,1 1 14,1-1 0,0 0 0,0 1 0,1-1 0,0 1 0,0 0 1,0-1-1,1 1 0,0 9 0,5 50 151,3 0 0,22 86 0,-19-99-254,24 87-898,-7-48-4244,-5-23 3221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7:10.7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50 285 12283,'-20'-20'4895,"-2"6"-3308,21 14-1445,-6 0 513,7 0-653,0 0 0,1 0-1,-1 0 1,0 0-1,0 0 1,0 0 0,0 0-1,0 0 1,0 0-1,1 0 1,-1 0 0,0 0-1,0 0 1,0 0-1,0 0 1,0 0 0,0 0-1,1 0 1,-1 0-1,0 1 1,0-1 0,0 0-1,0 0 1,0 0-1,0 0 1,0 0 0,0 0-1,0 0 1,1 0-1,-1 0 1,0 1 0,0-1-1,0 0 1,0 0-1,0 0 1,0 0 0,0 0-1,0 0 1,0 1 0,0-1-1,0 0 1,0 0-1,0 0 1,0 0 0,0 0-1,0 1 1,0-1-1,0 0 1,0 0 0,0 0-1,0 0 1,0 0-1,0 0 1,0 0 0,-1 1-1,1-1 1,0 0-1,0 0 1,0 0 0,0 0-1,0 0 1,0 0-1,0 0 1,0 0 0,-1 1-1,5-1 1,-1 1 0,1-1 0,-1 1 1,1-1-1,-1 0 0,1 0 0,0-1 0,-1 1 0,1-1 0,-1 1 0,1-1 0,-1 0 0,4-2 0,50-24 1,-39 18-5,55-31-55,109-78 0,-174 113 54,-4 2 4,0 1 0,0-1 0,0 0 0,-1 0-1,1 0 1,-1-1 0,1 1 0,-1-1 0,0 0-1,-1 0 1,5-8 0,-7 12 0,0 0 1,1 0-1,-1 0 1,0 0-1,0 0 1,0-1-1,0 1 0,0 0 1,0 0-1,0 0 1,0 0-1,0 0 1,0-1-1,0 1 1,0 0-1,0 0 1,0 0-1,0 0 1,0 0-1,0 0 0,0-1 1,0 1-1,-1 0 1,1 0-1,0 0 1,0 0-1,0 0 1,0 0-1,0 0 1,0-1-1,0 1 0,0 0 1,0 0-1,0 0 1,-1 0-1,1 0 1,0 0-1,0 0 1,0 0-1,0 0 1,0 0-1,0 0 0,-1 0 1,1 0-1,0 0 1,0 0-1,0 0 1,0 0-1,0 0 1,-1 0-1,-10 2 37,-14 9 5,-20 15-33,2 3 0,1 1 1,-55 53-1,81-70-6,1 2-1,0 0 1,1 1-1,1 0 1,1 1 0,-15 26-1,22-27 4,5-16-7,0 0 0,0 0 1,0 0-1,0 1 0,0-1 1,0 0-1,0 0 1,0 0-1,0 0 0,0 0 1,0 0-1,0 1 0,0-1 1,0 0-1,1 0 0,-1 0 1,0 0-1,0 0 0,0 0 1,0 0-1,0 0 0,0 0 1,0 1-1,1-1 0,-1 0 1,0 0-1,0 0 0,0 0 1,0 0-1,0 0 0,0 0 1,1 0-1,-1 0 0,0 0 1,0 0-1,0 0 0,0 0 1,0 0-1,1 0 0,-1 0 1,0 0-1,0 0 0,0 0 1,0 0-1,0 0 0,1-1 1,-1 1-1,24-16 39,20-27 173,-2-1 0,-2-2 0,44-65 0,-84 111-202,0 0-1,0 0 1,0 0 0,0-1 0,0 1 0,0 0 0,0 0-1,1 0 1,-1-1 0,0 1 0,0 0 0,0 0 0,0 0-1,0-1 1,0 1 0,0 0 0,0 0 0,0 0 0,0-1 0,0 1-1,0 0 1,-1 0 0,1 0 0,0-1 0,0 1 0,0 0-1,0 0 1,0 0 0,0 0 0,0-1 0,0 1 0,-1 0-1,1 0 1,0 0 0,0 0 0,0 0 0,0-1 0,-1 1-1,1 0 1,0 0 0,0 0 0,0 0 0,0 0 0,-1 0-1,1 0 1,0 0 0,-8-2 75,4 3-63,0 1 1,0 0 0,0 0 0,0 0 0,0 0 0,0 1 0,0-1 0,1 1 0,0 0-1,-1 0 1,-2 4 0,-1-1-1,-10 11-9,0 1 0,1 0 0,1 2 0,1-1 0,1 2 0,0-1 0,2 2 0,0 0 0,1 0 1,-10 36-1,18-32-132,7-18-150,-4-8 240,0 0 0,0 1 0,-1-1 0,1 0 0,0 0 0,-1 0 0,1-1 0,0 1 0,0 0 0,-1 0 0,1 0 0,0 0 0,-1-1 0,1 1 0,0 0 0,-1-1 0,1 1 0,0-1 0,11-8-695,-1 0 0,0-1 0,10-12 0,-18 18 567,34-37-1237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7:22.4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5545,'0'0'6322,"5"2"-5858,34 24 656,-30-19-951,-1 0 0,2-1 1,-1-1-1,1 1 1,19 7-1,-5-8-215,1-1 0,-1-1-1,1-1 1,0-1 0,0-1 0,0-2-1,0 0 1,28-7 0,-1-3-290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0:02.4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1 568 7866,'0'0'585,"-1"1"698,10 8-744,-8-9-514,2 3 72,-1-1 1,1 0-1,0 0 0,0 0 1,0 0-1,0-1 0,1 1 0,-1-1 1,0 0-1,1 0 0,-1 0 1,1 0-1,-1-1 0,1 1 0,-1-1 1,1 0-1,-1 0 0,5-1 1,140-25 4630,73-30-2608,-157 38-1992,205-55 178,589-139 527,-429 139-205,-423 72-626,-1 0 0,0 0 1,0 0-1,1 0 1,-1 0-1,0-1 1,0 0-1,-1 0 1,1-1-1,0 1 1,4-4-1,-8 5-1,-1 1 0,1-1 0,0 0 0,-1 1 0,1-1 0,-1 0 0,1 0 0,-1 1 0,1-1 0,-1 0 0,1 0 0,-1 0 0,0 1 0,0-1 0,1 0 0,-1 0 0,0 0 0,0 0 0,0 0 0,0 0 0,0 0 0,0 0 0,0 1 0,0-1 0,-1 0 0,1 0 0,0 0 0,0 0 0,-1 0 0,1 1 0,0-1 0,-1 0 0,1 0 0,-1 0 0,1 1 0,-1-1 0,0 0 0,1 1 0,-2-2 0,-2-2 3,-1-1 0,0 1 0,0 0 0,0 1 0,-6-4 0,-7-2-25,0 0 0,-1 1 0,0 1 0,0 1 0,-1 1 0,1 0 0,-1 2 0,0 0 0,-1 2 0,1 0 1,-32 2-1,-8 5-138,1 2 1,-97 28-1,-188 77-118,6 27 106,-26 10-1057,237-108 340,180-49 912,774-147 572,-583 114-482,247-73 0,-479 109-113,-4 3 2,0-1-1,0-1 1,0 1 0,-1-1 0,1-1-1,-1 1 1,0-1 0,0-1-1,9-6 1,-15 10-15,-1 1 0,1-1 1,0 0-1,-1 1 0,1-1 0,-1 0 1,1 1-1,-1-1 0,1 0 0,-1 0 1,0 0-1,1 1 0,-1-1 0,0 0 1,0 0-1,1 0 0,-1 0 0,0 1 0,0-1 1,0 0-1,0 0 0,0 0 0,0 0 1,0 0-1,0 0 0,-1 1 0,1-1 1,0 0-1,0 0 0,-1 0 0,0-1 1,-1 0-184,0-1 0,0 1 1,0 0-1,0 0 0,-1 0 1,1 0-1,-1 0 0,-2-1 1,-2-1-474,0 1 1,0 0-1,0 0 1,0 0-1,-11-2 1,-68-9-1046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39.1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 24197,'-4'141'103,"-10"1575"21,32-864-71,0 39 101,24 648-301,-28-1135-2415,-13-395 1989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40.5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0 520 18828,'487'-92'1510,"-201"34"-1456,880-141 532,9 60-149,552 108-305,1 147 48,-1029-50-228,159 12-2447,-518-54-2846,-18-14 2884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44.6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1 7426,'-4'-1'7149,"-9"9"-5705,9-5-1392,3-2-29,-1 0 0,0 0 0,1 1-1,0-1 1,-1 1 0,1-1 0,0 1 0,-1-1 0,1 1-1,0 0 1,0-1 0,0 1 0,1 0 0,-1 0 0,0 0-1,1-1 1,-1 1 0,1 0 0,-1 0 0,1 0 0,0 0-1,0 0 1,0 0 0,0 0 0,0 0 0,1 3 0,16 45 553,7 27-28,-6-3-339,116 429 30,16 2-168,-79-251-70,-19-65-3,87 261 177,-106-365 104,4-2-1,3-2 1,4-2-1,98 133 1,-43-82-65,86 109 288,-135-181-170,110 98 0,-94-99-292,237 186 527,-255-210-445,2-1 1,1-3-1,1-1 0,85 30 1,-130-56-117,60 21 45,113 55 1,-146-61-34,1-2 0,66 21 1,77 7-14,-25-6 17,-118-27-12,1-2 0,0-1 0,67 3 0,-15-8 23,210-4 30,-255-1-56,0-2 0,-1-3 0,0 0 0,78-29 1,-105 31-77,0 1 1,0 0-1,0 1 1,1 0 0,-1 1-1,27-1 1,-40 4 91,-2 0-97,1 1 1,-1-1-1,1 0 0,-1 0 1,1 0-1,-1 0 1,1 0-1,-1 0 1,1 0-1,-1 0 1,1 0-1,-1 0 1,0-1-1,1 1 0,-1 0 1,1 0-1,-1 0 1,1 0-1,-1-1 1,0 1-1,1 0 1,-1 0-1,1-1 1,-1 1-1,0 0 0,1-1 1,-1 1-1,0-1 1,0 1-1,1 0 1,-1-1-1,0 1 1,0-1-1,1 1 0,-1 0 1,0-1-1,0 1 1,0-1-1,0 1 1,0-1-1,0 1 1,0-1-1,0 1 1,0-1-1,0 1 0,0-1 1,0 0-1,0-20-1803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46.1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1 815 8474,'0'0'611,"1"0"-1505,15 5 9327,-15-4-8333,13 7 888,-5-5-672,29 10 84,-28-10-25,-6-2 5,9-3-231,40-1 15,-42 0-148,5-3 13,-1 0-1,0-1 1,-1 0-1,24-17 1,61-63 207,-11 10-116,-4 0 442,-24 21-420,-11 9-67,8-7-5,-41 40-55,21-25 0,6-6 30,41-39 238,19-16-80,-67 73-159,-35 26-18,0-1-13,1 1-1,-1-1 1,0 0 0,1 0-1,0 0 1,-1 1-1,1-1 1,0 1 0,0 0-1,2-2 1,0 0-144,-5-11-2024,-3-33 1143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47.9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21 2721,'-4'0'632,"0"-1"0,0 1 0,1 0 0,-1 0 1,0 0-1,0 0 0,0 1 0,0 0 0,0 0 0,1 0 1,-1 0-1,0 0 0,1 1 0,-7 3 0,7-3-426,0 0-1,1 1 0,-1-1 0,0 1 1,1 0-1,0-1 0,0 1 0,0 0 1,0 0-1,0 1 0,1-1 0,-1 0 1,1 1-1,0-1 0,0 0 0,-1 5 1,0 9-54,0 0 0,1 30 1,1-43-100,7-6 676,-1 0-721,0 0 1,0-1 0,0 0-1,0 0 1,0-1 0,-1 0-1,1 0 1,-1 0 0,0 0-1,0-1 1,-1 0 0,8-10-1,6-10-5196,22-42 0,-39 65 4867,10-10-1677,-5 7 1394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49.0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1738 1 10658,'-73'65'1595,"-109"74"-1,-91 39 840,-44 32 434,1 43-1388,16 19-757,67-61-672,192-177-44,38-32 25,3-2-8,0 1-17,18-2-11,20-7 13,-19 6 67,-13 5-56,3 1-1112,-5-6-1486,-2 0 1334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49.5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513 1 18068,'-7'3'520,"-1"2"-505,0 1 0,0 1-1,0-1 1,1 1 0,0 0 0,1 1 0,-1 0 0,2 0-1,-11 17 1,-41 93 266,44-88-83,9-20-122,-149 328 1925,-28-11-990,166-304-943,15-23-67,0 0-1,0 0 1,-1 0-1,1 0 1,0 0-1,0 0 1,0 0-1,0 1 0,-1-1 1,1 0-1,0 0 1,0 0-1,0 0 1,0 0-1,0 1 0,0-1 1,0 0-1,0 0 1,-1 0-1,1 0 1,0 1-1,0-1 1,0 0-1,0 0 0,0 0 1,0 0-1,0 1 1,0-1-1,0 0 1,0 0-1,0 0 0,0 1 1,0-1-1,0 0 1,0 0-1,0 0 1,0 0-1,1 1 1,-1-1-1,0 0 0,0 0 1,0 0-1,0 0 1,0 1-1,0-1 1,0 0-1,1 0 0,-1 0 1,0 0-1,0 0 1,0 0-1,0 0 1,0 1-1,1-1 1,-1 0-1,0 0 0,0 0 1,0 0-1,0 0 1,1 0-1,-1 0 1,10-4 3,48-43-3,-32 24-4,2 2 1,49-31 0,-66 47 2,-1-1 0,1 2 0,0 0 0,0 0 0,1 1 0,-1 0 0,1 1 0,-1 0 0,1 1 0,0 0 0,-1 1 0,14 1 0,-2 4 10,0 0-1,0 1 1,-1 1 0,35 16 0,33 11-60,-77-30-49,-1-1 0,1 0 0,0-1-1,-1-1 1,20 0 0,-28-1-143,-1 0 1,1 0 0,0-1 0,-1 0 0,1 0-1,-1 0 1,6-2 0,12-11-5595,-6-1 3499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50.8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1 16275,'-2'2'-62,"1"1"-1,-1 0 0,0-1 0,1 1 0,0 0 0,-1 0 0,1 0 1,0 0-1,1 0 0,-1 0 0,1 0 0,-1 1 0,1-1 0,0 0 0,0 0 1,0 0-1,0 0 0,1 1 0,-1-1 0,1 0 0,0 0 0,0 0 0,0 0 1,0 0-1,1 0 0,-1 0 0,5 6 1486,-6-9-1384,0 0 8,0 0 1,0 0-1,0 0 1,0 0-1,0 1 1,0-1-1,0 0 0,0 0 1,0 0-1,0 0 1,0 0-1,0 1 1,0-1-1,1 0 1,-1 0-1,0 0 1,0 0-1,0 0 1,0 1-1,0-1 1,0 0-1,0 0 1,0 0-1,0 0 1,1 0-1,-1 0 1,0 0-1,0 0 1,0 0-1,0 1 1,0-1-1,0 0 1,1 0-1,-1 0 1,0 0-1,0 0 1,0 0-1,0 0 1,0 0-1,1 0 0,-1 0 1,0 0-1,0 0 1,0 0-1,0 0 1,1 0-1,-1 0 1,0 0-1,0 0 1,0 0-1,0-1 1,1 1-1,10 1 165,8 1-48,37 0 0,-8-10-32,-40 6-120,1 0 1,-1 1-1,1 0 1,0 0-1,-1 1 1,1 0-1,0 0 1,-1 1-1,1 0 1,16 5-1,-15-3 83,0-1 0,0 0 0,0 0-1,1-1 1,18 0 0,-28-1 383,-1-2 232,-14-9-539,-23-12-109,29 18-19,2 3 30,-5 3-46,-44-2 73,42 4-77,-28 9-1,20-2 190,21-10-210,0 0 0,0 0 1,0 0-1,0 0 0,0 0 1,0 1-1,0-1 0,0 0 1,-1 0-1,1 0 0,0 0 1,0 0-1,0 1 0,0-1 0,0 0 1,0 0-1,0 0 0,0 0 1,0 0-1,0 1 0,0-1 1,0 0-1,0 0 0,0 0 1,0 0-1,0 0 0,0 1 1,1-1-1,-1 0 0,0 0 1,0 0-1,0 0 0,0 0 1,0 1-1,0-1 0,0 0 1,0 0-1,0 0 0,1 0 0,-1 0 1,0 0-1,0 0 0,0 0 1,0 0-1,0 0 0,0 1 1,1-1-1,-1 0 0,0 0 1,0 0-1,0 0 0,24 4 50,40-1 29,-1 4-1,67 14 1,284 67-20,458 79-281,-1-59 139,4-35 43,481-5 4,-1322-67 32,209 3-135,-234-4 124,0-1 1,1 0-1,-1 0 1,0 0-1,11-5 0,-17 5-132,-1 0 0,0 0 0,1 0 0,-1 0 0,0-1 0,0 1 0,0-1 0,0 1 0,4-5 0,-5 5-266,0-1 0,0 0-1,1 0 1,-1 0 0,0 0 0,0 0-1,-1-1 1,1 1 0,0 0 0,-1 0-1,0 0 1,1-5 0,0-23-2324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51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20580,'2'3'569,"-1"-1"-543,0 1 0,0-1 1,1 0-1,-1 0 0,1 0 1,0 0-1,-1 0 1,1 0-1,0 0 0,0 0 1,0-1-1,1 1 0,-1-1 1,3 2-1,40 16-29,-30-13 17,436 164 46,-57-34 351,-38-14-215,-274-89-228,-1 3 0,92 57 0,-148-77 11,0 0 0,-1 2 0,-1 1 0,23 24 0,-38-35 18,-1 0 1,-1 0 0,1 0-1,-1 1 1,-1 0 0,1 1 0,-2-1-1,1 1 1,-1 0 0,-1 0-1,0 0 1,0 0 0,-1 1-1,1 20 1,-2-27 7,-1 0 0,0 0-1,-1 0 1,1-1 0,-1 1-1,0 0 1,0 0 0,0-1 0,0 1-1,0-1 1,-1 1 0,0-1 0,0 1-1,0-1 1,0 0 0,0 0 0,-1 0-1,1 0 1,-1 0 0,0-1-1,0 1 1,0-1 0,0 0 0,0 1-1,0-2 1,-1 1 0,1 0 0,-5 1-1,-7 2 14,0-1-1,-1-1 0,1 0 1,-1-1-1,-22 0 0,-50 3 19,0 4-1,-160 37 0,120-8-13,-145 63 0,112-26-6313,137-61 3136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52.7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3761 12243,'11'0'498,"0"-1"0,0-1 0,-1 0 0,1 0 1,-1-1-1,1 0 0,-1-1 0,0 0 0,-1-1 1,1 0-1,-1 0 0,0-1 0,9-7 0,12-12-347,-2-1 0,34-40-1,-28 29 441,234-228 667,-9 10-865,-33 5-359,-11-9 0,216-339 0,-165 163-35,-210 330 4,-5-2-1,47-143 0,-37 58-48,59-330 0,-119 514 41,15-120-134,-15 113 89,-1 1 0,-1 0 0,1-1 0,-2 1 1,0 0-1,-7-23 0,8 34 16,1 1 1,-1-1-1,0 0 0,-1 0 1,1 0-1,0 1 1,-1-1-1,1 0 0,-1 1 1,0 0-1,0-1 1,0 1-1,0 0 0,-1 0 1,1 0-1,0 0 1,-1 0-1,1 1 0,-1-1 1,0 1-1,0 0 1,1-1-1,-1 1 0,0 1 1,0-1-1,0 0 0,0 1 1,0-1-1,-5 1 1,1 1-168,-1 0 1,1 0-1,0 1 1,-1 0 0,1 1-1,0-1 1,0 1-1,0 1 1,1-1 0,-10 7-1,-35 25-2495,-12 13 910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54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4825 0 7842,'0'0'2882,"2"4"-134,-2-3-2644,0-1 0,0 1 0,0-1 0,-1 1 0,1-1 0,0 1 0,0-1 0,-1 1 0,1-1 0,0 1 1,-1-1-1,1 1 0,-1-1 0,1 0 0,0 1 0,-1-1 0,1 1 0,-1-1 0,1 0 0,-1 0 0,1 1 0,-1-1 0,0 0 0,-217 95 1830,96-47-1829,-536 245-129,139-59-371,390-177 280,-590 261-96,8 20 804,156-50 397,-206 100-157,750-382-837,-72 35-138,-147 50 0,179-78-783,48-13 678,0 1 0,0-1 1,0 1-1,0-1 0,-1 0 0,1 0 1,0 0-1,0-1 0,0 1 0,0-1 0,-4-1 1,6 2 162,1-1 1,-1 1-1,0-1 1,1 1-1,-1-1 0,0 0 1,1 1-1,-1-1 1,1 0-1,-1 0 1,1 1-1,0-1 1,-1 0-1,1 0 1,0 1-1,-1-1 1,1 0-1,0 0 1,0 0-1,0 0 0,-1-1 1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54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687 1 12859,'1'-1'5719,"-11"8"-4515,-43 38-838,1 2-1,-88 105 1,-76 131-289,142-182 37,63-85-109,-115 170 197,125-186-200,0 1 0,1 0 1,-1 0-1,1 0 0,0 0 0,-1 0 1,1 0-1,-1 0 0,1 0 1,0 0-1,0 0 0,0 0 1,0 0-1,0 0 0,0 1 1,0 1-1,0-3-2,0 0 1,1 1-1,-1-1 1,0 1-1,1-1 1,-1 0-1,0 1 0,1-1 1,-1 0-1,1 0 1,-1 1-1,0-1 1,1 0-1,-1 0 0,1 0 1,-1 0-1,1 1 1,-1-1-1,0 0 1,1 0-1,-1 0 1,1 0-1,-1 0 0,1 0 1,0 0-1,5-1-1,0 0 0,0 0 0,0-1 0,8-3 0,169-69 63,-20 7 139,-138 58-170,35-14 31,1 3 1,101-20-1,-149 39-32,0 0-1,22 1 0,-6 1-4558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56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3011 10794,'0'0'8025,"10"-11"-7925,12-22-94,3-5 120,1 1 0,2 1-1,53-53 1,278-195 841,-312 249-914,327-204 139,21 30 13,-262 140-44,-110 57-133,1201-648 773,-309 129-705,-250 114 18,-599 375-113,8-6-12,111-95 1,-166 124-25,-19 19 34,1 0-1,-1 0 1,0 0 0,0 0-1,0 0 1,0 0 0,1 0 0,-1 0-1,0-1 1,0 1 0,0 0-1,0 0 1,0 0 0,0 0-1,1 0 1,-1 0 0,0 0-1,0 0 1,0 0 0,0-1 0,0 1-1,0 0 1,0 0 0,0 0-1,0 0 1,0 0 0,1-1-1,-1 1 1,0 0 0,0 0-1,0 0 1,0 0 0,0 0-1,0-1 1,0 1 0,0 0 0,0 0-1,0 0 1,0 0 0,0 0-1,0-1 1,0 1 0,-1 0-1,1 0 1,0 0 0,0 0-1,0 0 1,0-1 0,0 1 0,0 0-1,0 0 1,0 0 0,0 0-1,0 0 1,-1 0 0,1-1-1,-2 0-15,-1-1 7,0 0-1,0 0 1,0 0-1,-1 0 1,1 1-1,-1 0 1,1-1 0,-1 1-1,1 1 1,-1-1-1,0 0 1,1 1-1,-1 0 1,0 0 0,1 0-1,-1 0 1,0 1-1,-3 0 1,-5 1-21,0 1 1,0 0-1,0 0 1,-16 8-1,25-10-9,5-1-54,0 0-1,-1 1 0,1-1 1,0 0-1,-1 0 0,1 0 0,0 0 1,-1-1-1,1 1 0,-1 0 1,1-1-1,0 1 0,-1-1 1,1 1-1,-1-1 0,1 0 1,-1 0-1,3-1 0,-8-4-186,3 4 259,0 0 0,0 1 0,0 0 1,0-1-1,-1 1 0,1 0 0,-1-1 1,1 1-1,-1 0 0,1 0 0,-1 0 0,0 0 1,1 1-1,-1-1 0,0 0 0,0 1 0,-3-1 1,-1 0-20,1 1 0,-1 1 1,1-1-1,-1 1 1,0 0-1,-6 2 1,-333 109-65,178-52 182,145-53-63,-140 51 155,126-43-15,1 2-1,-47 29 1,80-45-135,0 0 1,0 0-1,1 0 1,-1 0-1,0 1 1,1-1-1,-1 1 0,1-1 1,-1 1-1,1-1 1,0 1-1,-1 0 1,1-1-1,-2 5 1,4-5-10,-1-1 1,0 1 0,0-1 0,0 1-1,0-1 1,1 1 0,-1-1 0,0 1 0,1 0-1,-1-1 1,0 0 0,1 1 0,-1-1-1,0 1 1,1-1 0,-1 1 0,1-1-1,-1 0 1,1 1 0,-1-1 0,1 0 0,-1 0-1,1 1 1,-1-1 0,1 0 0,0 0-1,-1 0 1,1 0 0,-1 0 0,1 1 0,0-1-1,9 1 61,0 0 0,0-1-1,-1 0 1,17-2-1,28-7 5,0-2 0,95-33 1,99-57 51,-65 25 99,-69 32 59,214-53 0,-323 96-225,-6 5 8,0 0-56,0 0 1,0 0 0,0 0-1,-1-1 1,1 1 0,-1 0-1,0 0 1,0-1 0,0 0-1,-1 1 1,1-1 0,-1 0-1,-4 4 1,-49 40 30,41-35-33,2-2-11,-231 195 12,203-166-52,1 1 0,3 3 1,-52 73-1,84-109 4,1 1-1,0 0 1,0 0-1,-5 15 1,8-22-99,1 1 0,0-1 1,-1 1-1,1 0 0,0-1 0,0 1 1,0-1-1,0 1 0,0 0 0,0-1 1,1 1-1,-1-1 0,1 3 1,0-3-141,-1 0 0,1 0 0,0 0 0,0 0 0,-1 0 0,1 0 0,0-1 1,0 1-1,0 0 0,0-1 0,0 1 0,-1-1 0,1 1 0,0-1 1,1 1-1,-1-1 0,0 0 0,0 1 0,0-1 0,0 0 0,2 0 1,36 0-2237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00.0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17516,'7'38'1064,"8"13"-472,20 25-432,10 14-112,12 18-24,-2 8-8,1 17-8,-11 9 16,-2 12-24,-10-5-48,-6-18-256,-2-17-392,-15-39-2361,-1-15-439,-15-34 1127,-7-14 929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00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3 419 16347,'-2'3'4820,"2"-3"-4785,0 0 1,0 1 0,0-1-1,0 0 1,1 0-1,-1 1 1,0-1-1,0 0 1,0 0-1,1 1 1,-1-1-1,0 0 1,0 0 0,1 0-1,-1 1 1,0-1-1,1 0 1,-1 0-1,0 0 1,0 0-1,1 0 1,-1 0-1,0 0 1,1 1 0,-1-1-1,0 0 1,1 0-1,-1 0 1,0 0-1,1-1 1,15 2 139,-1-1 1,1 0-1,0-1 1,28-6-1,21-5-300,-1-3-1,-1-3 1,0-2-1,-1-3 1,-2-3-1,0-3 1,-2-2-1,-1-2 1,69-54-1,-113 76 51,14-11-133,53-32 1,-69 48 26,-1 1 0,1 0 0,0 1 0,1 0 0,-1 0 1,1 1-1,0 1 0,-1 0 0,15 0 0,-11 2-768,1 1-1,0 0 1,-1 1-1,1 1 1,23 7-1,15 13-926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01.1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221 941 12099,'0'0'4819,"0"-4"-4704,0 0 0,1 0-1,-1 0 1,1 1 0,0-1-1,1 0 1,1-3 0,-2 2-152,1 0-1,-1 1 1,1-1 0,-1 0 0,0-6 0,0 7 23,-1 1 0,0-1-1,0 1 1,-1-1 0,1 1-1,-1 0 1,1-1 0,-1 1 0,0 0-1,0-1 1,-1 1 0,1 0 0,-1 0-1,1 0 1,-1 0 0,0 0 0,0 0-1,0 1 1,-1-1 0,1 0-1,-4-1 1,2 1 39,0 0-1,0 1 1,0 0-1,0 0 1,-1 0-1,1 1 1,-1-1-1,0 1 1,1 0 0,-1 0-1,0 1 1,1-1-1,-1 1 1,0 0-1,-6 1 1,3 0 49,1 0-1,0 0 1,0 1 0,-1 0 0,1 0 0,1 0 0,-1 1 0,0 0-1,-7 6 1,10-7-47,0 1-1,0 0 0,1 0 1,0 1-1,-1-1 0,1 1 1,1 0-1,-1 0 0,0 0 1,1 0-1,0 0 1,0 0-1,0 1 0,0-1 1,-1 10-1,1-3 20,0 2 0,1-1-1,1 0 1,0 0 0,0 0 0,1 0-1,1 0 1,0 0 0,1 0 0,0 0-1,6 15 1,-5-19-14,-1 0-1,1 0 0,0 0 1,1 0-1,0-1 1,0 0-1,0 0 0,1 0 1,0 0-1,1-1 1,-1 0-1,1-1 0,0 1 1,1-1-1,-1 0 1,11 4-1,-15-8-25,1 0 0,0 0 0,-1 0-1,1-1 1,0 1 0,0-1 0,0 0 0,0 0 0,-1 0 0,1-1 0,0 1-1,0-1 1,0 0 0,-1 0 0,1 0 0,0-1 0,-1 1 0,1-1 0,-1 0 0,0 0-1,0 0 1,1 0 0,-1 0 0,5-6 0,4-4 24,-1-1 1,1 0-1,-2 0 0,11-18 1,-10 14-3,-1-1 0,0 0 0,-1-1 0,-1 1 0,0-2 0,-2 1 1,0-1-1,-2 0 0,0 0 0,2-31 0,-6 49 151,0 5 2,-2 17-142,1-1 0,1 1 0,1-1-1,1 1 1,0-1 0,2 0 0,0 0 0,11 30 0,-15-48-40,0 0 1,1 0-1,-1 0 1,1 0-1,-1 0 1,1 0-1,-1 0 1,1 0 0,0 0-1,-1 0 1,1-1-1,0 1 1,0 0-1,0-1 1,-1 1 0,1 0-1,0-1 1,0 1-1,0-1 1,0 1-1,0-1 1,0 0-1,0 1 1,2-1 0,-2 0-2,1 0 0,-1 0 1,1-1-1,-1 1 0,1 0 1,-1-1-1,1 0 0,-1 1 1,0-1-1,1 0 0,-1 1 1,0-1-1,0 0 0,3-2 1,3-4-10,0-1 0,-1 0 0,11-16 0,13-29-11,-21 36 0,0 0 1,2 1-1,15-21 1,-25 36 19,0 0 1,0 0-1,0 0 1,0 0-1,0 0 1,0 0-1,0 0 1,0 0-1,0 1 1,0-1-1,0 0 1,1 0-1,-1 1 1,0-1-1,0 1 1,1 0-1,-1-1 1,1 1-1,-1 0 1,3-1-1,-3 2 2,0-1 0,0 1-1,0-1 1,0 1 0,0-1-1,0 1 1,0-1-1,0 1 1,-1 0 0,1 0-1,0 0 1,0-1 0,-1 1-1,1 0 1,0 0 0,-1 0-1,1 0 1,-1 0 0,1 2-1,2 6 5,0-1 0,-1 1-1,0-1 1,0 18-1,-1-11 3,0 0-1,-3 21 0,2-32 1,-1-1 0,1 1 0,-1 0 0,0-1 0,0 1 0,0 0 0,0-1 0,-1 1 0,0-1 0,1 0 0,-1 1 0,0-1 0,-1 0 0,1 0 0,-4 3 1,6-5-4,-1-1 1,1 1 0,-1-1 0,0 0 0,1 1 0,-1-1 0,0 1 0,0-1 0,1 0 0,-1 0 0,0 0 0,0 1 0,1-1-1,-1 0 1,0 0 0,0 0 0,0 0 0,1 0 0,-1 0 0,0 0 0,0 0 0,0-1 0,1 1 0,-1 0 0,0 0 0,0-1-1,1 1 1,-1 0 0,0-1 0,1 1 0,-1-1 0,0 1 0,1-1 0,-1 1 0,1-1 0,-1 1 0,1-1 0,-1 0 0,1 1-1,-1-2 1,-3-4 5,1 1 0,0-1 0,0 0 0,-2-8 0,3 7-4,-70-216-133,28 77 48,22 79 66,-37-128 10,55 176 2,1 0 1,0-1-1,2 0 1,0 1-1,1-1 1,1 0-1,1 1 1,4-21-1,-5 33 0,1 0 1,0 0-1,1-1 0,-1 1 1,1 1-1,1-1 0,-1 0 1,1 1-1,0 0 0,1 0 0,0 0 1,-1 0-1,2 1 0,-1-1 1,1 1-1,0 1 0,0-1 1,0 1-1,0 0 0,1 1 0,0-1 1,-1 1-1,1 0 0,1 1 1,-1 0-1,0 0 0,0 1 1,1-1-1,-1 2 0,1-1 0,-1 1 1,1 0-1,-1 1 0,1-1 1,-1 2-1,1-1 0,-1 1 1,0 0-1,8 3 0,11 6 7,-1 1 0,-1 1 0,0 1-1,-1 1 1,0 1 0,-1 1 0,19 19-1,-6-2-21,-1 2 0,-3 1 0,33 47-1,-38-43-145,-2 2-1,34 81 1,19 93-1359,-74-208 1422,2 9-568,2 0 0,0 0 0,15 28-1,-21-46 620,-1 1-1,1 0 0,-1 0 0,1-1 0,-1 1 0,1 0 0,0-1 0,-1 1 0,1-1 1,0 1-1,0-1 0,-1 1 0,1-1 0,0 0 0,0 1 0,1-1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01.9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11 252 19900,'-4'22'273,"1"0"0,1 1-1,0 0 1,4 40 0,-1-54-374,0 0-1,1 0 1,0-1 0,0 1 0,1 0 0,0-1-1,0 0 1,1 0 0,0 0 0,1 0-1,-1-1 1,2 1 0,-1-1 0,1 0-1,7 6 1,-12-11 69,0-1 0,1 0 0,-1 0 0,1 0 0,-1 0 0,0 0 0,1 0 0,0-1 0,-1 1 0,1 0 0,-1-1 0,1 1 0,0-1 0,0 0 0,-1 1 0,1-1 0,0 0 0,-1 0 0,1 0 0,0 0 0,1-1 0,0 0 50,-1 1 0,0-2 0,0 1 1,0 0-1,0 0 0,0 0 0,0-1 0,0 0 0,0 1 1,0-1-1,-1 0 0,1 1 0,1-4 0,4-6 181,-1 0 0,0 0 0,-1-1 0,6-17-1,34-122-214,-30 92-579,37-90-1,-51 146 675,4 8 178,10 18-69,-1 0-1,-1 1 0,16 40 0,-10-22-87,13 36 53,8 15 27,-39-90-144,-1-3 11,6-6 3,-1-2-50,1-1-1,-1 1 1,-1-1-1,0 0 1,0 0-1,3-12 1,16-69-275,-13 45 64,-2 3 28,-6 28 141,1 0 1,0 1-1,1-1 1,9-21-1,-12 34 44,-1 0-1,0 1 1,0-1-1,0 0 0,1 1 1,-1-1-1,0 0 1,1 1-1,-1-1 1,0 1-1,1-1 1,-1 1-1,1-1 0,-1 1 1,1-1-1,-1 1 1,1-1-1,0 1 1,-1-1-1,1 1 1,-1 0-1,1 0 0,0-1 1,-1 1-1,1 0 1,0 0-1,-1 0 1,1-1-1,0 1 1,-1 0-1,1 0 0,0 0 1,-1 0-1,1 0 1,0 1-1,0-1 1,-1 0-1,1 0 1,0 0-1,-1 0 0,1 1 1,-1-1-1,1 0 1,0 1-1,-1-1 1,1 1-1,-1-1 1,1 0-1,-1 1 0,1-1 1,-1 1-1,1-1 1,-1 1-1,1 0 1,-1-1-1,0 1 1,1 0-1,4 6 38,-1 0 0,0 1 1,5 13-1,-6-16-20,2 7 29,1 0-1,0-1 0,1 0 1,0 0-1,1 0 0,14 15 1,-19-24-23,-1 0 1,0 1 0,0-1-1,1 0 1,0 0 0,-1-1-1,1 1 1,0 0 0,0-1-1,0 0 1,0 1 0,0-1 0,0 0-1,0-1 1,0 1 0,0-1-1,0 1 1,1-1 0,-1 0-1,0 0 1,0 0 0,0 0-1,1-1 1,-1 0 0,0 1-1,0-1 1,0 0 0,0 0-1,0-1 1,0 1 0,0-1 0,4-2-1,3-4 14,-1 0 0,0-1-1,0 0 1,0-1 0,-1 1-1,6-12 1,4-7-1,14-31 0,-30 57-39,-1-1-1,0 1 1,0-1 0,0 1-1,0-1 1,0 1 0,0-1-1,-1 1 1,1-1 0,-1 0 0,0 1-1,0-1 1,0 0 0,0 0-1,-1-2 1,0 3-1,0 0 1,0 0-1,0 1 1,0-1-1,0 0 1,0 1-1,-1-1 1,1 1-1,-1-1 0,1 1 1,-1 0-1,0 0 1,1-1-1,-1 1 1,0 0-1,0 1 1,0-1-1,1 0 0,-4 0 1,-9-4 0,0 0 1,-24-4-1,32 9 1,1-1 0,0 0 0,0 1 0,-1 0 0,1 0 0,0 1 0,0 0 1,0-1-1,0 2 0,-10 2 0,13-2 0,-1-1 0,1 1 0,-1 0 0,1 0 0,0 0-1,0 0 1,0 0 0,0 0 0,0 0 0,0 1 0,1-1 0,-1 1 0,1 0 0,0-1 0,0 1 0,0 0 0,0 0 0,0 0 0,0 3 0,-2 8 1,1 0-1,0 24 1,2-33-1,-1 23 16,2 1 0,0-1 0,2 1 0,1-1 0,2 0 0,0-1 0,2 1 0,14 32 0,-18-51-7,1 0 0,-1-1 0,1 0 1,1 0-1,0 0 0,8 9 0,-11-14-9,0 0 1,0-1-1,0 1 1,0-1-1,0 0 1,1 0-1,-1 0 1,1 0-1,-1 0 1,1-1-1,0 0 1,0 0-1,-1 0 1,1 0-1,0 0 1,0-1-1,0 0 1,5 0-1,-3 0-27,-1-2-1,1 1 0,-1 0 0,1-1 0,-1 0 1,0-1-1,0 1 0,0-1 0,0 0 1,0 0-1,-1 0 0,1-1 0,-1 1 0,7-9 1,2-3-731,-1 0 0,-1-1 0,10-17 0,20-43-4746,-11-6 3067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02.3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0 21357,'-7'21'352,"9"8"-256,15 34-224,4 13-8,3 22 40,2 11 24,-12-5 56,-4-9 0,-1-15 8,-9-16 8,0-20 0,0-7-32,-12-18-321,-2-11-527,-5-16-7337,-4-8 6896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03.0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0 238 19916,'17'3'162,"-1"-1"0,1-1 1,-1 0-1,1-2 0,-1 0 0,1 0 0,-1-2 0,0 0 0,0 0 0,21-9 0,18-9-258,82-44 0,-71 32 214,-53 27-122,1-1-13,-1 0 0,22-5 0,-33 11 7,1 0-1,-1 0 1,1 0 0,-1 1-1,1 0 1,-1-1 0,1 1-1,0 0 1,-1 0-1,1 0 1,0 1 0,-1-1-1,1 1 1,-1-1 0,1 1-1,-1 0 1,1 0 0,-1 0-1,0 0 1,5 3 0,-4 0-5,0 0 1,1 0 0,-2 0 0,1 1 0,0-1 0,-1 1-1,0 0 1,0 0 0,0 0 0,0 0 0,-1 0 0,1 9-1,2 12-12,-1 33 0,-2-41 19,-5 105 18,1-62 33,2-59-37,1 0-1,0-1 1,0 1 0,0 0-1,0-1 1,0 1 0,1-1-1,-1 1 1,0 0 0,1-1-1,0 3 1,0-3-2,-1-1 1,0 0-1,0 0 0,1 0 1,-1 0-1,0 0 0,0 0 0,1 0 1,-1 0-1,0 0 0,1 0 1,-1 0-1,0 0 0,0 0 1,1 0-1,-1 0 0,0 0 1,0 0-1,1 0 0,-1 0 0,0 0 1,0-1-1,1 1 0,-1 0 1,0 0-1,0 0 0,0 0 1,1-1-1,-1 1 0,0 0 1,0 0-1,0 0 0,0-1 0,1 1 1,-1 0-1,0 0 0,0 0 1,0-1-1,19-33 258,-12 15-232,-1 1 1,-1-1 0,0 0 0,-2-1 0,0 1-1,-1-1 1,-1-33 0,-2 38-56,0 1 1,-1-1-1,-1 0 1,0 1-1,-1-1 1,0 1-1,-1 0 0,-1 0 1,0 1-1,-15-23 1,18 31 10,0 0 1,-1 1 0,0 0-1,0 0 1,0 0 0,-1 0-1,1 1 1,-1-1 0,-8-3-1,11 6 13,0 0 0,0 0-1,0 0 1,-1 1 0,1-1-1,0 1 1,0-1 0,-1 1-1,1 0 1,0 0 0,-1 0-1,1 0 1,0 0 0,-1 0-1,1 1 1,0-1 0,-1 1-1,1-1 1,0 1 0,0 0-1,0 0 1,0 0 0,0 0-1,0 1 1,-4 2 0,5-4 3,1 1 0,-1-1 0,0 1 0,0 0 1,1-1-1,-1 1 0,0 0 0,1 0 1,-1-1-1,1 1 0,-1 0 0,1 0 0,-1 0 1,1-1-1,0 1 0,-1 0 0,1 0 1,0 0-1,0 0 0,0 0 0,0 0 0,0 1 1,0-1-1,0-1 1,1 1-1,-1 0 1,0 0-1,1 0 0,-1-1 1,1 1-1,-1 0 1,1-1-1,0 1 1,-1-1-1,1 1 1,0 0-1,-1-1 1,1 1-1,0-1 1,0 0-1,1 1 1,2 1 3,1 0 0,0-1 0,0 0 0,-1 0 0,1 0 0,9 0 0,46-3 21,-43 0-20,0 1-1,0 1 0,0 0 0,0 1 0,0 1 0,24 6 0,-26-3 2,0 1 0,0 1 1,0 1-1,-1 0 0,0 0 0,0 2 0,-1-1 0,0 2 0,-1 0 0,0 0 0,-1 1 0,0 1 0,-1-1 1,14 24-1,-21-32 5,0 1-1,0-1 1,1 0 0,-1 0 0,6 4 0,-9-7-11,1-1 0,-1 0-1,0 1 1,1-1 0,-1 0 0,0 0 0,1 0-1,-1 1 1,1-1 0,-1 0 0,1 0 0,-1 0-1,0 0 1,1 0 0,-1 1 0,1-1 0,-1 0-1,1 0 1,-1 0 0,1 0 0,-1-1 0,1 1-1,-1 0 1,0 0 0,1 0 0,-1 0 0,1-1-1,0 1 2,0-1-1,-1 0 1,1 0-1,0 0 0,-1-1 1,1 1-1,-1 0 0,1 0 1,-1 0-1,0 0 1,1 0-1,-1-1 0,0 1 1,0 0-1,0 0 0,0-2 1,1-19 68,-5-43 0,2 51-57,0 1 0,2 0 1,-1-1-1,2 1 0,-1-1 0,2 1 1,0 0-1,6-20 0,-8 33-14,-1-1-1,1 1 0,0 0 0,0-1 0,0 1 1,1 0-1,-1-1 0,0 1 0,0 0 0,0-1 1,0 1-1,0 0 0,0 0 0,0-1 0,0 1 0,1 0 1,-1-1-1,0 1 0,0 0 0,0 0 0,1-1 1,-1 1-1,0 0 0,0 0 0,1 0 0,-1-1 1,0 1-1,0 0 0,1 0 0,-1 0 0,0 0 0,1 0 1,-1-1-1,0 1 0,1 0 0,-1 0 0,0 0 1,1 0-1,-1 0 0,0 0 0,1 0 0,-1 0 1,0 0-1,0 0 0,1 0 0,-1 1 0,0-1 1,1 0-1,-1 0 0,0 0 0,1 0 0,-1 0 0,0 1 1,0-1-1,1 0 0,-1 0 0,0 0 0,1 1 1,8 16-55,10 34-31,13 32-22,-28-76 66,-1 0 0,1 0 0,0-1 0,1 1 0,0-1 0,0 0 0,0-1 0,11 10 0,-13-13-84,0 0 1,0-1 0,0 1 0,-1-1 0,1 1-1,1-1 1,-1 0 0,0 0 0,0-1-1,0 1 1,0-1 0,1 0 0,-1 1 0,0-1-1,0-1 1,1 1 0,-1 0 0,6-2-1,-5 0-67,0 0-1,0-1 1,0 1-1,0-1 0,6-5 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05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215 319 19860,'0'0'82,"-8"-7"-4295,2 5 4489,0 0 0,0 1 0,0-1 0,0 1 0,0 1 0,0 0 0,0-1 0,-1 2 0,1-1 0,0 1 0,0 0 0,0 0 0,0 1 0,0-1 0,0 1 0,1 1 0,-1-1 0,-6 5 0,6-4-254,0 1 1,0 0-1,1 0 1,-1 1-1,1 0 0,0 0 1,0 0-1,0 1 1,1-1-1,0 1 0,0 0 1,1 0-1,-1 1 1,1-1-1,1 1 0,-4 9 1,4-5-10,0-1 1,0 0 0,1 0-1,0 1 1,1-1-1,0 1 1,1-1-1,0 0 1,1 1 0,0-1-1,0 0 1,1 0-1,1 0 1,-1 0-1,2-1 1,7 14 0,-11-21-12,1 1 0,-1-1 0,1 1 0,0-1 0,0 0 0,0 1 0,0-1 0,0 0 0,0 0 0,1-1 1,-1 1-1,1 0 0,-1-1 0,1 1 0,0-1 0,0 0 0,-1 0 0,1 0 0,0 0 0,0-1 0,0 1 0,0-1 1,0 0-1,0 0 0,0 0 0,5 0 0,-1-2 0,-1 0 1,0 0-1,1 0 1,-1-1-1,0 1 0,-1-1 1,1-1-1,0 1 1,-1-1-1,0 0 1,6-6-1,153-167 46,-143 152-41,-19 23 135,1 7-84,7 15 1,14 42 1,-15-36-44,21 41 0,-26-60-12,0-1-1,0 0 1,0 0-1,1 0 1,0 0 0,0 0-1,0-1 1,1 0-1,0 0 1,11 7-1,-15-11-1,1 0 0,-1 0-1,1 0 1,-1 0 0,1 0 0,-1 0-1,1-1 1,-1 1 0,1-1-1,0 0 1,-1 0 0,1 0-1,-1 0 1,1 0 0,0 0-1,-1-1 1,4 0 0,-2-1-1,0 1 0,0-1-1,0 0 1,0-1 0,0 1 0,-1-1 0,1 1 0,-1-1 0,5-5 0,1-3-13,0 0 0,-1-1 0,0 1 0,-1-2 0,7-15 0,-9 18-17,0 0 0,-1-1 0,-1 0-1,1 0 1,-2 0 0,0 0-1,0 0 1,-1-1 0,0-22 0,-2 29 20,0-1 1,0 0 0,0 1 0,-1 0 0,1-1 0,-1 1 0,-1 0 0,1 0 0,-1 0 0,0 0 0,0 0 0,0 1-1,0-1 1,-1 1 0,0 0 0,0 0 0,0 0 0,0 1 0,-1-1 0,0 1 0,-9-5 0,6 4 10,1 1 0,-1 0 0,0 0 0,0 0 0,0 1 0,0 0 0,-1 1 0,1 0 0,-1 0 0,1 1 0,0 0 0,-1 0 0,1 1 0,-1 0 0,1 1 0,0 0 0,0 0 0,-12 5 0,19-6 2,0-1-1,-1 1 0,1 0 0,0 0 1,-1 0-1,1 0 0,0 0 0,0 0 1,0 0-1,0 1 0,-1 1 1,1-3-3,1 1 0,0-1 1,0 1-1,0-1 0,0 1 1,-1-1-1,1 1 0,0-1 1,0 1-1,0-1 0,0 1 1,0-1-1,0 1 0,0-1 1,0 1-1,1-1 0,-1 1 1,0-1-1,0 1 0,0-1 1,0 1-1,1-1 0,-1 1 1,1 0 0,1 1 1,-1-1 0,1 0-1,-1 0 1,1 1 0,-1-1 0,1 0-1,0-1 1,0 1 0,-1 0-1,1 0 1,0-1 0,0 1 0,0-1-1,3 1 1,21 2 50,0-2 0,31-1 1,-28-1-38,1 2 0,46 6 0,-74-7-9,-2 2 13,0-2-19,0 0 0,0 1 0,0-1 1,0 0-1,0 0 0,0 0 0,0 1 1,0-1-1,0 0 0,0 0 0,0 1 1,0-1-1,0 0 0,0 0 0,0 0 1,0 1-1,0-1 0,0 0 0,0 0 0,0 0 1,0 1-1,0-1 0,0 0 0,-1 0 1,1 0-1,0 1 0,0-1 0,0 0 1,0 0-1,0 0 0,-1 0 0,1 1 1,0-1-1,0 0 0,0 0 0,0 0 0,-1 0 1,1 0-1,0 0 0,0 0 0,-1 0 1,1 0-1,0 0 0,0 0 0,0 0 1,-1 0-1,1 0 0,0 0 0,0 0 1,0 0-1,-1 0 0,1 0 0,0 0 1,-1 0-1,0 0-2,0 0 1,0-1 0,0 1 0,0 0 0,0-1-1,1 1 1,-1-1 0,0 1 0,0-1 0,0 1-1,0-1 1,1 0 0,-1 1 0,0-1-1,0 0 1,1 0 0,-1 1 0,1-1 0,-1 0-1,1 0 1,-1 0 0,1 0 0,-1 0-1,1-1 1,-1-2-1,0 0-1,0 0 1,1 1-1,0-1 0,0 0 1,0 0-1,0-4 1,2-1-2,-1 1-1,1-1 1,0 1 0,1 0 0,0 0 0,6-12 0,-8 18 2,0 0 1,0 0 0,0 0 0,0 0-1,1 1 1,-1-1 0,1 1 0,-1-1-1,1 1 1,-1 0 0,1-1 0,0 1-1,0 0 1,0 0 0,0 0-1,0 0 1,0 0 0,0 1 0,4-2-1,-3 2 3,0 0 0,0 1-1,0-1 1,0 0-1,0 1 1,0 0-1,0-1 1,0 1 0,0 0-1,0 1 1,-1-1-1,5 3 1,5 4 6,-1 0 0,0 1 0,-1 1 1,17 19-1,7 11 10,31 33-4,-56-64-13,1 0 0,0-1 1,0 0-1,1 0 0,14 7 1,-24-15-3,0 1 0,0-1 0,0 1 1,0-1-1,1 1 0,-1-1 0,0 0 1,0 0-1,0 1 0,0-1 0,0 0 0,0 0 1,0 0-1,0 0 0,1 0 0,-1-1 1,0 1-1,0 0 0,0 0 0,0-1 0,0 1 1,0 0-1,0-1 0,0 0 0,0 1 1,0-1-1,0 1 0,0-1 0,-1 0 0,1 0 1,0 1-1,0-1 0,1-2 0,1-2-17,0-1 1,0 1-1,0-1 0,-1 0 0,2-7 1,0 1-28,4-10-32,9-24-230,28-54 1,-44 99 303,-1 0 0,1 0 0,-1 0 0,1 0 0,0 0 0,-1 0 0,1 0 0,0 0 1,0 0-1,-1 0 0,1 0 0,0 0 0,0 0 0,0 0 0,0 1 0,0-1 0,1 1 1,-1-1-1,0 0 0,0 1 0,2-1 0,-2 2 4,0-1 0,1 0-1,-1 1 1,1 0 0,-1-1 0,0 1 0,0 0-1,1 0 1,-1 0 0,0-1 0,0 1-1,0 0 1,0 1 0,0-1 0,0 0 0,0 0-1,1 3 1,5 5 12,0 0-1,1 0 1,0-1-1,11 10 1,-14-15 4,-1 0 0,1 0-1,0 0 1,0-1 0,0 0 0,0 1 0,1-2 0,-1 1 0,0-1 0,1 0 0,6 1 0,-6-2 12,0 0 0,-1 0 0,1 0 0,-1-1 0,1 0 0,0 0 0,-1 0 0,0-1 1,1 0-1,-1 0 0,0 0 0,0-1 0,0 0 0,0 0 0,-1 0 0,1 0 0,-1-1 1,0 1-1,7-9 0,-6 7-21,-1-1 0,0 1 1,0-1-1,-1 0 0,1-1 1,-1 1-1,-1-1 0,1 1 0,-1-1 1,0 0-1,0 0 0,-1 0 1,0 0-1,-1 0 0,1-10 0,-1 15-11,0 0 0,-1-1-1,1 1 1,0 0 0,-1 0-1,1 0 1,-1 0 0,0 0-1,0 0 1,0 0 0,0 0-1,0 0 1,0 0 0,0 1-1,-1-1 1,1 0 0,-1 1-1,1-1 1,-1 1 0,1-1-1,-1 1 1,0 0 0,0 0-1,0 0 1,0 0-1,0 0 1,0 0 0,0 0-1,0 1 1,0-1 0,0 1-1,0-1 1,0 1 0,0 0-1,-1 0 1,1 0 0,0 0-1,-3 1 1,-4-1-10,1 1 0,0 1 0,0 0 0,0 0 0,0 0 0,0 1 1,0 0-1,-12 7 0,17-8 13,-1 1 1,1-1 0,-1 1-1,1 0 1,0 0 0,0 0 0,0 0-1,1 0 1,-1 1 0,1-1-1,0 1 1,0-1 0,0 1-1,0 0 1,0 0 0,1 0-1,-2 6 1,3-3 2,-1-1-1,0 1 1,1-1-1,0 1 1,1-1-1,0 0 1,0 1-1,0-1 1,0 0 0,6 12-1,-4-10 2,1 0-1,0 0 1,0 0 0,1-1-1,0 1 1,0-1 0,13 12-1,-14-15-1,0 0-1,1-1 0,0 1 1,-1-1-1,1 0 0,0 0 1,0-1-1,1 1 0,-1-1 0,1 0 1,-1-1-1,6 2 0,-5-3 1,-1 0-1,1 0 1,-1 0-1,0 0 0,1-1 1,-1 0-1,0 0 1,1-1-1,-1 0 0,0 1 1,0-2-1,0 1 1,-1 0-1,1-1 0,0 0 1,-1 0-1,0-1 1,0 1-1,0-1 0,0 0 1,0 0-1,-1 0 0,3-5 1,9-12 1,-1-1 1,-2 0 0,16-37-1,-17 35-3,-7 15-4,-2 5 4,-1 0 1,1 1 0,0-1-1,0 0 1,0 1 0,1 0-1,2-4 1,-5 7-1,1-1 1,-1 1-1,1 0 0,-1-1 1,0 1-1,1 0 0,-1 0 1,1-1-1,-1 1 0,1 0 1,-1 0-1,1 0 0,-1 0 1,1 0-1,-1 0 0,1 0 1,-1 0-1,1 0 0,-1 0 1,1 0-1,-1 0 1,1 0-1,-1 0 0,2 1 1,-1-1-1,0 1 1,1 0-1,-1 0 1,0 0-1,0 1 1,0-1 0,1 0-1,-1 0 1,0 1-1,-1-1 1,3 3-1,5 13 8,0 1 0,12 36 0,-13-32-3,14 29 0,-8-34 20,-12-16 8,-1-2-26,0 0-1,0-1 0,1 1 1,-1-1-1,1 1 0,-1 0 1,1-1-1,0 1 0,-1 0 1,1 0-1,1-2 0,3-6 9,18-62 22,-17 46-125,13-27 0,-16 43 44,1 1-1,1 0 1,0 0-1,0 0 1,0 1-1,13-14 0,-17 20 38,0 0 0,1-1 1,-1 1-1,0 0 0,1 0 0,-1 0 0,1 0 0,0 0 0,-1 0 0,1 0 0,0 0 0,-1 1 0,1-1 0,0 1 0,0-1 0,0 1 0,-1 0 1,1 0-1,3-1 0,-2 2-1,1 0 0,0 0 1,-1 1-1,1-1 0,-1 1 0,0-1 1,5 4-1,6 3-4,-10-6 1,-1-1 0,1 1 0,0-1 0,0 0 0,-1 0 0,1 0 0,0-1 0,0 1 0,0-1 0,0 0 0,7-1 0,43-11-282,-42 8 242,0 1 0,18-2-1,-27 4-32,-1 0-1,0 0 1,0 0-1,0 0 1,1-1-1,-1 1 1,0 0-1,0-1 0,-1 0 1,1 1-1,0-1 1,0 0-1,-1 0 1,1 0-1,-1 0 1,0 0-1,0 0 0,1-2 1,1 0 64,-1 0 1,1 0-1,-1 1 1,1-1-1,0 1 1,7-5-1,4-5 432,-16 15-370,0 1 0,0 0 0,0-1 0,0 1 0,0 0 0,1 0 0,0 0 0,-2 3 0,-3 12 85,0 1 0,1-1 0,1 1 0,1 0 0,0 0 0,2 1 0,1 29 0,0-47-123,0 1 1,0 0-1,1-1 0,-1 1 1,1-1-1,0 1 0,-1-1 1,1 1-1,0-1 0,1 1 1,-1-1-1,0 0 0,1 0 1,-1 0-1,1 0 0,0 0 1,3 4-1,-3-5 5,-1-1 0,1 1 0,-1 0 0,1-1 1,0 1-1,-1-1 0,1 1 0,0-1 0,-1 0 0,1 0 0,0 0 1,-1 0-1,1 0 0,0 0 0,-1 0 0,1 0 0,0-1 0,-1 1 1,1-1-1,0 1 0,-1-1 0,1 0 0,-1 0 0,1 1 1,-1-1-1,0 0 0,1 0 0,-1 0 0,2-2 0,42-40 82,-34 30-72,1 1 1,17-13 0,-27 24-19,-1 0 1,1-1-1,-1 1 1,1 0-1,0 1 1,-1-1-1,1 0 1,0 0-1,-1 1 1,1-1-1,0 1 1,0-1-1,0 1 1,0 0-1,-1 0 1,1 0-1,0 0 1,3 0-1,-4 1 1,1 0 0,-1-1 0,1 1 0,-1 0 0,0 0 0,1 0 0,-1 1 0,0-1 0,0 0 0,1 0 0,-1 1 0,0-1-1,0 0 1,-1 1 0,1-1 0,0 1 0,0 0 0,-1-1 0,1 1 0,0 3 0,3 9 5,-1 0 0,-1 0-1,0 1 1,0 20 0,-6 63 2,2-58-7,0 19 8,-13 155 26,11-185-33,-1 0 0,-1 0 0,-2-1-1,-1 0 1,-16 34 0,18-50 0,0 0 0,-1 0 0,0-1 0,0 0 0,-1 0 0,-1-1 0,0 0 0,0-1 0,-1 0 0,0 0 0,-1-2 0,0 1 0,0-1-1,0-1 1,-1 0 0,-15 4 0,12-5-9,-1 0-1,1-1 1,-1-1 0,0-1-1,-1 0 1,1-2-1,0 1 1,0-2-1,0-1 1,0 0 0,0-1-1,-29-8 1,38 8-49,0 0-1,0 0 1,0-1 0,0 0 0,0 0 0,1-1 0,-1 0 0,1 0 0,1-1 0,-1 0-1,1 0 1,0 0 0,0-1 0,1 0 0,0 0 0,0-1 0,0 1 0,1-1 0,0 0 0,1 0-1,0 0 1,0-1 0,1 1 0,-2-14 0,2 1-512,1 0-1,1 0 1,1 0-1,0 0 1,2 0-1,1 0 1,10-33-1,26-59-1356,-40 112 1908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05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1 107 13715,'18'32'3392,"29"65"0,-16-8-2161,-26-72-1080,-2-3-34,2 0-1,6 14 0,-10-25-87,0-1-1,0 0 0,0 0 0,0 1 0,1-1 0,-1 0 0,1 0 0,-1 0 1,1-1-1,0 1 0,0 0 0,-1-1 0,1 1 0,1-1 0,-1 1 0,0-1 1,0 0-1,5 2 0,-6-3 6,1 0-1,0 0 1,0-1 0,0 1 0,0 0-1,-1-1 1,1 1 0,0-1 0,0 1-1,-1-1 1,1 0 0,0 0 0,-1 1-1,1-1 1,-1-1 0,1 1 0,-1 0-1,0 0 1,3-3 0,22-28 307,-24 30-318,11-19 63,0-1 0,-2 0 0,0-1 0,10-35 1,-17 46-148,-1 1 0,-1-1 1,1 0-1,-2 0 1,0 0-1,-1 0 0,0 0 1,0 0-1,-4-20 1,3 27 32,0 0 0,-1 0 1,1 1-1,-1-1 0,0 0 1,0 0-1,-1 1 0,1-1 1,-1 1-1,0 0 0,0 0 1,0 0-1,-1 0 0,0 1 1,1-1-1,-1 1 0,0 0 1,-1 0-1,1 0 0,0 0 1,-1 1-1,0 0 0,1 0 1,-8-2-1,8 3 17,-1 0 0,1 0 1,0 1-1,0-1 0,-1 1 0,1 0 1,0 0-1,-1 1 0,1-1 0,0 1 0,0 0 1,0 0-1,-1 0 0,1 1 0,-4 1 1,3 0 20,0 1 1,0-1-1,0 1 0,0 0 1,1 0-1,-1 0 1,1 0-1,0 1 1,-5 8-1,0 2 49,0 1 0,2 1-1,-1 0 1,2 0-1,0 0 1,-3 21 0,2-7 7,2 0 0,1 0-1,0 34 1,4-49-56,1 0-1,0-1 0,1 1 0,1-1 1,1 1-1,0-1 0,0 0 0,9 16 0,-10-25-15,0 1 0,0-2 0,1 1 0,0 0 0,0-1 0,1 0-1,-1 0 1,1 0 0,0 0 0,0-1 0,1 0 0,0 0 0,-1 0-1,1-1 1,0 1 0,1-2 0,-1 1 0,0-1 0,1 0 0,0 0 0,-1 0-1,1-1 1,0 0 0,10-1 0,-1 0-80,0-2 1,0 0-1,0 0 1,0-2-1,0 0 1,-1-1-1,1 0 1,-1-1-1,0-1 1,15-9-1,21-16-2398,65-51 0,-101 71 1401,51-35-1683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05.9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1 223 21501,'247'-50'80,"-2"-5"-673,18-2-991,-36-4 960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12.2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57 20060,'4'-6'71,"0"2"-1,1-1 0,0 0 1,0 1-1,0 0 1,0 0-1,1 1 0,-1-1 1,1 1-1,0 0 0,0 1 1,0-1-1,8-1 1,-9 3-57,0 0-1,0 1 1,0 0 0,-1 0 0,1 0 0,0 0 0,0 1 0,0-1 0,0 1 0,-1 0 0,1 1 0,0-1 0,-1 1 0,0 0 0,1 0 0,-1 1 0,0-1 0,8 7 0,-3-1 11,-1 0-1,0 0 1,0 1-1,-1 1 1,0-1-1,-1 1 1,0 0-1,0 0 1,4 13-1,4 14 74,14 53-1,2 37 202,17 162 0,-7 138 83,-37-391-365,36 501 125,19 244-128,28-3-17,114 349-11,-151-882 3,61 432-31,-58-2-4,-62-356-396,-1-235-335,9-74 434,0-1 0,0 0 0,-1 0 0,0 0 0,-7 12 0,8-18 200,0-1-1,0 1 1,1-1 0,-1 0 0,0 0 0,-1 0-1,1 0 1,0 0 0,-5 3 0,7-5 132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12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1396 17492,'217'-7'2127,"381"-61"1,205-95-1558,-576 113-292,791-166 8,0 26-115,450-30-18,379-65-824,-1220 157-2976,-348 59 1372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13.6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2 574 18284,'0'0'20,"0"0"-1,-1 1 1,1-1 0,0 0 0,0 0 0,0 0-1,0 0 1,0 0 0,0 0 0,0 1-1,0-1 1,-1 0 0,1 0 0,0 0 0,0 0-1,0 1 1,0-1 0,0 0 0,0 0-1,0 0 1,0 0 0,0 1 0,0-1 0,0 0-1,0 0 1,0 0 0,0 0 0,0 0-1,0 1 1,1-1 0,-1 0 0,0 0-1,0 0 1,0 0 0,0 1 0,0-1 0,0 0-1,0 0 1,0 0 0,0 0 0,1 0-1,-1 0 1,0 0 0,0 1 0,0-1 0,0 0-1,0 0 1,1 0 0,-1 0 0,0 0-1,15 4 190,22-1-130,255-14 1733,-104 1-1070,-122 8-595,964-40 1770,-1-40-494,319-118-985,-1193 170-481,414-95-1398,-527 113 90,77-33 1,-70 16 328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21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2385,'2'3'155,"-1"-2"-46,0 0 0,-1 0 0,1-1 0,-1 1 0,1 0 0,-1 0 0,1 0 0,-1 0 0,0 0 0,1 0 0,-1 0 0,0 0 0,0 0 0,0-1 0,0 1 0,1 0 0,-1 0 0,-1 0 0,1 0 0,0 0 0,0 0 0,0 0 0,0 0 0,-1 0 0,1 0 0,-1 1 0,0 1 476,1-1 0,0 1 1,-1-1-1,1 1 0,0-1 1,0 1-1,0-1 0,1 1 1,0 2-1,-1 2-943,1 0-3362,-1-6 2007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22.6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579 1 13451,'-38'54'4895,"-12"32"-3278,-9 13-1300,58-97-309,-103 146 584,81-118-493,-1-2 0,-50 46 0,66-67-135,0 0 0,-1 0 0,1-1 0,-1 0 1,-1-1-1,1 0 0,-1-1 0,1 0 0,-1 0 1,-1-1-1,-14 3 0,22-6-146,0 0 0,0 0 1,0 0-1,1 0 0,-1 0 0,0-1 0,0 0 0,0 1 0,0-1 0,1 0 1,-1 0-1,1-1 0,-1 1 0,0 0 0,1-1 0,0 0 0,-1 1 1,1-1-1,0 0 0,0 0 0,0 0 0,0-1 0,1 1 0,-1 0 1,0-1-1,1 1 0,0-1 0,-1 1 0,0-5 0,-7-31-2058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22.8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17756,'17'0'1144,"0"1"-144,4 8-432,5 1-288,5 8-56,16 9-95,3 4-41,-3 4-48,-2-4-24,-9-5-32,-5-3-40,4-6-289,-4-3-335,-9-6-5081,-1-1 3705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23.6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556 1 15963,'-22'1'508,"1"2"0,-1 0 0,-22 7 0,32-6-748,1 0 1,0 0-1,0 2 1,0-1 0,1 1-1,-1 1 1,-10 8-1,-4 6 399,0 1-1,2 1 1,0 1-1,2 1 1,-27 40-1,40-52 7,0 0 0,1 1 0,0 0 0,1 0 0,1 0 0,0 1-1,1-1 1,1 1 0,0 0 0,1 1 0,0-1 0,2 0 0,1 29 0,2-26-125,1 0 0,0 0 0,2-1 0,0 1 1,1-1-1,0 0 0,2-1 0,0 0 0,19 26 0,-19-29 14,2-1-1,-1 0 1,1-1-1,1 0 1,0-1-1,1 0 0,0-1 1,0 0-1,1-1 1,0-1-1,23 9 1,-29-13 0,0-1 0,0 0 0,1 0 0,-1-1 0,0 0 0,1 0 1,-1-1-1,1 0 0,-1-1 0,0 0 0,1 0 0,-1-1 0,0 0 0,0 0 1,0-1-1,0 0 0,0 0 0,-1-1 0,1 0 0,-1 0 0,0-1 0,0 0 1,-1 0-1,1-1 0,-1 1 0,-1-1 0,7-8 0,0-1 18,-1-2-1,0 1 1,-1-2-1,-1 1 1,-1-1-1,0 0 1,-1-1-1,-1 0 1,-1 0-1,4-30 1,-6 31-6,-1 0 1,-1 0 0,-1 0 0,-1-1 0,0 1 0,-1 0 0,-1 0 0,-10-32 0,9 38-14,-1 0 0,-1 0 0,0 0 0,-1 0 0,0 1 0,-1 0 0,0 1 0,-1 0 0,0 0 0,0 0 0,-1 1-1,-21-14 1,18 14-42,-2 1 0,1 0 0,-1 1 0,0 1 0,0 0-1,-1 1 1,1 1 0,-1 1 0,0 0 0,-1 0 0,1 2-1,0 0 1,-1 1 0,1 1 0,0 0 0,0 1-1,0 1 1,0 1 0,0 0 0,0 1 0,1 0 0,0 1-1,0 1 1,1 1 0,-1 0 0,2 0 0,-1 2-1,1 0 1,1 0 0,0 1 0,0 1 0,1 0 0,0 0-1,-11 18 1,17-21-10,0 1-1,0-1 0,1 1 1,0 0-1,1 0 0,0 0 1,1 0-1,0 1 0,-2 17 1,4-21-3,0-1 0,0 0 0,0 1 0,1-1 0,0 0-1,1 0 1,-1 0 0,1 0 0,0 0 0,0 0 0,1 0 0,0 0 0,0-1 0,0 0 0,1 1 0,-1-1 0,8 7 0,-3-5-11,1-1 1,-1 0-1,1 0 0,0-1 1,1 0-1,-1-1 0,1 0 1,0-1-1,0 0 0,0 0 1,0-1-1,0 0 0,19 0 1,-4-1-80,0-1 1,0-1-1,0-2 1,40-8-1,-27 1-199,-1-2 0,0-1 0,54-27 0,-28 6-653,60-44 1,-101 63-1487,1 1 1,45-21 0,-11 14 357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23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0 19940,'-16'21'1201,"8"-2"-241,1 2-504,14 3-456,-4 6-72,11 9-72,0 12 0,3 11 40,7 0 56,-17 7 48,-2-3-48,-6-12-224,-8-8-240,2-18-7362,7-9 6057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24.6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 3129,'10'-12'104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24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54 7538,'-2'-14'360,"-2"0"-392,3 0-881,1 2 345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27.0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9514,'32'61'2029,"-21"-44"-1333,-2 1 0,10 23 0,70 289 3748,-78-279-4307,71 411 123,-77-431-228,16 76 296,4-2-1,78 200 1,-78-237-212,35 83 385,-26-78-299,56 109-98,-54-110-13,-28-52 7,2-1 0,0 0 0,0-1 0,2 0 1,21 25-1,-9-19 29,-1 2 0,-2 0 0,0 1 0,28 53 0,-41-68-74,0-1 1,0 0 0,1 0 0,0 0 0,1-1 0,10 9-1,-5-6-42,-2 1-1,15 17 1,12 18 17,-26-33-17,-1 0 0,19 30 0,-28-40-1,0 0-1,0-1 1,0 0-1,1 0 1,0 0-1,0-1 1,0 0-1,1 0 1,10 6-1,-7-4 31,-1-1-1,0 1 0,8 7 0,-15-11-29,0 0 0,1 0-1,0-1 1,-1 1 0,1-1-1,0 1 1,0-1 0,0 0-1,0 0 1,0 0 0,0 0-1,0 0 1,0 0 0,1-1-1,-1 1 1,0-1 0,0 1-1,1-1 1,-1 0 0,0 0-1,1 0 1,2 0 0,9 3-3,28 10-5,-4 0 5,-34-11-6,1-1 0,-1 1 0,1-1 0,-1 0 1,1 0-1,7 0 0,13 2 1,-15-3 1,-1 0 1,1 1-1,-1 1 0,0-1 0,0 2 0,0-1 0,0 1 0,0 1 0,0-1 1,-1 1-1,15 10 0,4 6 1,1-1 0,1-1 0,42 18 0,-52-27 0,-7-4 9,-1 1 0,1-2-1,0 1 1,0-2-1,24 5 1,-21-7-3,0 2 0,-1 0 1,1 0-1,-1 2 0,0-1 1,15 9-1,-27-12-8,1 0 1,-1 0-1,0 0 1,1-1-1,-1 1 1,0-1-1,1 1 0,-1-1 1,1 0-1,2 0 1,5 1 3,3 1 10,-1-1 0,1 0 0,-1-1 0,25-3-1,8 1 9,-28 8-8,25 9-8,-40-15-7,11 4 14,-2-3-8,92 7 43,-60-7 15,-17 0-27,0-1 0,0-1 0,0-2 0,0 0 0,36-10 1,-39 7-14,-1 1-1,26-3 1,-44 8-19,1 0 1,-1 1-1,1-1 0,-1 1 0,0 0 0,6 2 0,20 2 30,-7-6-20,30-5 0,-34 3-16,0 1 0,27 0 0,-28 2 2,0-1-1,-1-1 1,1-1-1,0-1 1,25-8-1,-23 6 1,1 0 0,1 2-1,26-3 1,-22 6 2,0-2 0,0-1 0,41-11 0,-49 9-2,-10 3 0,-1 0 0,1 1-1,-1 0 1,1 1 0,0 0 0,0 0-1,8 0 1,-4-1-2,29-10-1,-29 9 0,-10 2 2,12-6 0,29-11-1,-35 14 1,-1 1 1,1 0-1,0 0 0,9-1 0,-4 1 0,-1 0-14,-14 5 10,3-2 4,48-21 0,-10 4 3,-3 2-1,6 2-11,70-33 0,-91 36 8,-8 3-3,2 0 1,16-5-1,8-5-51,-32 12-3310,0-1-3493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28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0 348 9602,'4'-5'2040,"7"-6"-1986,-11 11-54,7-7 32,0 1 1,0 0-1,1 0 1,0 1-1,0 0 1,1 0-1,-1 1 1,1 0-1,0 0 1,13-2-1,162-22 2582,-49 10-1668,3-7-637,-30 4-170,205-14-1,-312 35-138,12 0-4,0-1 0,1 2 0,-1 0 0,1 1 0,22 5 0,-35-7 3,-1 0-1,1 0 0,-1 0 0,1 0 0,-1 0 0,1 0 0,0 1 0,-1-1 0,1 0 0,-1 0 1,1 0-1,-1 1 0,1-1 0,-1 0 0,0 1 0,1-1 0,-1 0 0,1 1 0,-1-1 1,0 0-1,1 1 0,-1-1 0,0 1 0,1-1 0,-1 1 0,0-1 0,1 1 0,-1-1 0,0 1 1,0-1-1,0 1 0,0 0 0,0 0-3,-1 0 0,0 0 1,0 0-1,1 0 0,-1-1 0,0 1 1,0 0-1,0-1 0,0 1 0,0 0 1,0-1-1,0 0 0,0 1 0,-2 0 1,-44 11-183,-271 8-551,92-10 684,208-9 113,-200 11 1247,276-2-710,186-19 83,-165 3-614,610-92 518,-566 75-286,-101 20-253,49-12 65,-64 13-100,0 0-1,0 0 1,1-1 0,-2-1 0,1 1-1,0-1 1,6-5 0,-12 9-9,-1-1 0,1 1-1,0 0 1,-1-1 0,1 1 0,-1-1 0,1 1 0,-1-1 0,1 1 0,-1-1 0,1 1 0,-1-1-1,1 0 1,-1 1 0,0-1 0,1 0 0,-1 1 0,0-1 0,0 0 0,1 0 0,-1 1 0,0-1-1,0 0 1,0 1 0,0-1 0,0 0 0,0 0 0,0 1 0,0-1 0,0 0 0,-1 0 0,1 1-1,0-1 1,0 0 0,-1 1 0,1-1 0,0 0 0,-1 1 0,1-1 0,0 0 0,-1 1 0,1-1-1,-1 1 1,1-1 0,-1 1 0,0-1 0,1 1 0,-1-1 0,1 1 0,-1 0 0,-1-1 0,-3-2-24,1 0 0,-1 1 1,-1 0-1,1 0 0,0 0 1,-9-1-1,-23-2-105,-1 1 0,0 1-1,0 3 1,-41 4 0,-154 31 443,62 5 84,-61 11 498,177-45-144,52-6-93,21-6-377,8 4-265,-1 1-1,1 1 0,-1 1 1,40 7-1,-4-1-8,182 4 0,-205-12-7,0-1 0,0-3 1,0-1-1,49-14 0,-84 19-1,39-15-4,-40 16 4,0-1 0,-1 0-1,1 0 1,-1 0 0,1 0 0,0 0 0,-1 0 0,0 0 0,1-1 0,-1 1 0,0-1-1,0 1 1,1-1 0,-1 1 0,0-1 0,-1 1 0,1-1 0,0 0 0,1-3 0,-2 4 0,0 0 0,0 0 0,-1 0 0,1 0 0,0 0 0,0 0 0,-1 0 1,1 0-1,-1 0 0,1 0 0,-1 0 0,1 0 0,-1 0 0,0 1 0,1-1 0,-1 0 1,0 0-1,1 1 0,-1-1 0,0 0 0,0 1 0,0-1 0,0 0 0,0 1 1,0 0-1,0-1 0,0 1 0,0-1 0,0 1 0,-2 0 0,-34-7 5,35 7-5,-28-2-3,1 2 1,-1 1 0,-54 8 0,-84 27-11,-407 126 176,544-149-164,31-13 1,0 0 0,0 0 0,0 0 0,0 0 0,-1 0 0,1 0 0,0 0 0,0 0 0,0 0 0,0 0 0,0 0 0,0 0 0,0 0-1,-1 0 1,1 0 0,0 0 0,0 0 0,0 0 0,0 1 0,0-1 0,0 0 0,0 0 0,0 0 0,0 0 0,0 0 0,0 0 0,-1 0 0,1 1 0,0-1 0,0 0-1,0 0 1,0 0 0,0 0 0,0 0 0,0 0 0,0 1 0,0-1 0,0 0 0,0 0 0,0 0 0,0 0 0,0 0 0,0 0 0,0 1 0,1-1 0,-1 0 0,0 0-1,0 0 1,0 0 0,0 0 0,0 0 0,0 1 0,17 0-1,132-18 7,-66 4-7,265-44-561,-121-1-3872,-127 25 2479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29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2442 18404,'0'0'19,"0"0"-1,0 0 1,0 0-1,0 0 1,0 0 0,0 0-1,0 0 1,-1 0-1,1 0 1,0 0 0,0 0-1,0 0 1,0 0-1,0 0 1,0 0 0,0 0-1,-1 0 1,1 0 0,0 0-1,0 0 1,0 0-1,0 0 1,0 0 0,0 0-1,0 0 1,-1 0-1,1 0 1,0 0 0,0 0-1,0 0 1,0 0-1,0-1 1,0 1 0,0 0-1,0 0 1,0 0 0,0 0-1,0 0 1,-1 0-1,1 0 1,0-1 0,0 1-1,0 0 1,0 0-1,0 0 1,0 0 0,0 0-1,0 0 1,0-1-1,0 1 1,0 0 0,0 0-1,0 0 1,0 0 0,0 0-1,1 0 1,-1 0-1,0-1 1,0 1 0,0 0-1,0 0 1,0 0-1,0 0 1,10-10 280,21-12-300,-30 21 34,100-68 29,157-96 448,-216 139-441,-1-2 0,-2-2 0,0-1 0,-3-2 0,41-47 0,-7 4 220,63-90-1,-93 111-140,2 2 1,2 2 0,69-60-1,-99 98-58,-1-2 0,0 0-1,0 0 1,-2-1 0,0-1-1,-1 0 1,12-26-1,-7 6 263,-1-1-1,15-64 0,-19 58-66,-5 18-219,0 1 0,2 0 0,1 0 0,2 0 0,12-24 0,-6 15-10,-1-2 0,-2 1 1,16-70-1,-15 54-8,20-55 0,-14 54-29,-3 0 0,-2-2 0,8-55 0,-17 81-5,3 0 0,0 1 0,25-50 0,-26 58-13,-5 12-10,1 0 0,-1 0 0,1 0 0,0 1 0,1-1 0,0 1 0,5-6 0,-8 11 6,-1 0 1,1-1-1,0 1 1,-1 0-1,1 0 0,0 0 1,0 1-1,0-1 0,-1 0 1,1 1-1,0-1 1,0 1-1,0 0 0,0-1 1,0 1-1,0 0 0,0 0 1,0 0-1,0 1 1,0-1-1,0 0 0,0 1 1,0-1-1,0 1 1,0 0-1,-1-1 0,1 1 1,0 0-1,0 0 0,-1 0 1,1 1-1,2 1 1,-2-1 142,2 3-924,-16 11-4067,-29 25 3511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32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843 147 10706,'247'-24'2973,"-228"22"-3173,-4-1 188,-13 3 176,-18-14 364,0 7-471,0 2 0,-1 0 0,0 0 0,0 2 0,0 0 0,-20 0 0,29 2-36,-44-3 223,1 2-1,-1 3 1,-69 9-1,-151 38 2188,54-7-1068,68-20-1345,150-22-19,0 1 1,0 0-1,0-1 0,0 1 0,0 0 0,0-1 0,0 1 0,0 0 0,1 0 0,-1-1 0,0 1 0,0 0 0,0-1 0,0 1 0,1 0 0,-1 0 0,0-1 0,0 1 0,1 0 0,-1 0 0,0 0 0,0-1 0,1 1 0,-1 0 0,0 0 0,1 0 0,-1 0 0,0 0 0,1 0 0,-1 0 0,0-1 0,0 1 0,1 0 0,20-6-6,1 0 1,0 1-1,-1 1 0,1 1 0,37-1 1,-29 2 3,229-10-217,86-8-230,-330 19 440,105-15-5,-107 14 23,0-1 0,-1-1 0,1 0-1,-1-1 1,0 0 0,22-13 0,-33 18-6,0-1 0,0 1 0,-1-1-1,1 0 1,0 1 0,0-1 0,0 0 0,-1 1-1,1-1 1,0 0 0,-1 0 0,1 0 0,-1 0-1,1 0 1,-1 0 0,1 1 0,0-3-1,-1 2 2,0 1-1,0-1 0,-1 1 0,1-1 0,0 1 0,0-1 1,0 1-1,-1-1 0,1 1 0,0-1 0,0 1 1,-1-1-1,1 1 0,0 0 0,-1-1 0,1 1 0,-1-1 1,1 1-1,0 0 0,-1 0 0,1-1 0,-1 1 0,1 0 1,-2-1-1,-2 0 8,-1-1 0,1 1 1,-1-1-1,0 2 0,1-1 1,-8 0-1,-27 1-18,0 1 0,-52 9 0,-78 22-123,135-25 117,-608 148 190,628-151-168,10-4-4,1 1 1,0 0 0,-1 0-1,1 0 1,0 0 0,-1 1-1,1-1 1,0 1 0,-4 3-1,7-5-2,0 0-1,0 0 0,0 1 1,0-1-1,0 0 1,0 0-1,0 0 0,0 0 1,0 1-1,0-1 0,0 0 1,0 0-1,0 0 1,0 1-1,0-1 0,0 0 1,0 0-1,0 0 0,0 0 1,0 1-1,0-1 0,0 0 1,0 0-1,0 0 1,1 0-1,-1 0 0,0 1 1,0-1-1,0 0 0,0 0 1,0 0-1,0 0 0,1 0 1,-1 0-1,0 0 1,0 0-1,0 1 0,0-1 1,1 0-1,-1 0 0,0 0 1,0 0-1,0 0 1,0 0-1,1 0 0,-1 0 1,0 0-1,0 0 0,0 0 1,1 0-1,-1 0 0,0 0 1,0 0-1,0-1 1,0 1-1,1 0 0,13 2 40,317-11 490,-181 2-472,-90 5-55,1-3 1,0-2 0,93-24-1,-140 26-5,-1 0-1,1 0 1,13-9-1,-25 13 0,1 0 0,0-1-1,-1 1 1,1-1 0,-1 0-1,1 0 1,-1 0 0,0 0 0,0 0-1,0 0 1,0-1 0,0 1-1,0-1 1,-1 1 0,1-1-1,-1 0 1,1 1 0,-1-1-1,1-4 1,-3 7 1,1-1 0,0 0 0,0 0 0,-1 1 0,1-1 0,0 0 0,-1 1 0,1-1 0,-1 0 0,1 1 0,-1-1 0,1 0 0,-1 1 0,1-1 0,-1 1 0,0-1 0,1 1 0,-1-1 0,0 1 0,1 0 0,-1-1 0,0 1 0,1 0 0,-1-1 0,0 1 0,0 0 0,0 0 0,1 0 0,-1 0 0,0 0 0,0 0 0,-1 0 0,-32 0-1,29 0 1,-57 4-35,-113 24 0,49-6-72,-213 11-132,255-26 263,65-6 11,19-1-32,0 0 1,0 0-1,0 0 1,0 0-1,0 0 0,0 0 1,0-1-1,0 1 0,0 0 1,0 0-1,0 0 0,0 0 1,0 0-1,0 0 1,0 0-1,0 0 0,0 0 1,0 0-1,0 0 0,0 0 1,0 0-1,0 0 0,0 0 1,0 0-1,31-6 67,-30 5-70,276-26 49,-97 13-20,-51-5 4,-110 15-24,0-1 0,0-1-1,0-1 1,27-13 0,-42 18-5,0-1 0,0 1 0,0-1-1,-1 0 1,8-6 0,-11 8-1,1 1-1,-1-1 0,1 0 1,0 0-1,-1 1 1,1-1-1,-1 0 0,1 0 1,-1 0-1,0 0 0,1 1 1,-1-1-1,0 0 0,0 0 1,1 0-1,-1 0 1,0 0-1,0 0 0,0 0 1,0 0-1,0 0 0,0 0 1,-1 0-1,1 1 0,0-1 1,0 0-1,-1 0 1,1 0-1,0 0 0,-1 0 1,1 0-1,-1 1 0,1-1 1,-1 0-1,0 0 0,1 1 1,-2-2-1,-1-1 1,-1 0-1,0 1 1,0-1 0,0 1-1,0 0 1,0 0-1,0 0 1,-1 0 0,1 1-1,-9-2 1,-50-4-1,55 6-1,-34 0-17,-1 1-1,1 3 1,-1 1 0,1 2 0,-57 15 0,24 2 8,1 2 0,-70 35 0,133-55-9,1 0-1,0 0 0,-14 11 1,24-16 16,-1 0 0,1 0 1,0 0-1,0 0 0,0 0 1,0 0-1,-1 0 0,1 0 1,0 0-1,0 0 0,0 1 1,0-1-1,-1 0 0,1 0 1,0 0-1,0 0 0,0 0 1,0 1-1,0-1 0,0 0 1,0 0-1,-1 0 0,1 0 1,0 1-1,0-1 0,0 0 1,0 0-1,0 0 0,0 1 1,0-1-1,0 0 0,0 0 1,0 0-1,0 1 0,0-1 1,0 0-1,0 0 0,0 0 1,0 0-1,0 1 0,0-1 0,1 0 1,-1 0-1,0 0 0,0 1 1,0-1-1,0 0 0,0 0 1,0 0-1,0 0 0,1 0 1,-1 1-1,0-1 0,0 0 1,0 0-1,0 0 0,1 0 1,-1 0-1,0 0 0,0 0 1,15 3-50,-15-3 50,47 0-96,76-8-1,-64 3 24,11 0-49,101-10-768,-139 10 716,1-1-1,-2-1 0,36-13 1,-61 17 141,1 1 1,-1-1 0,0 0-1,0-1 1,11-7 0,-16 10-5,0 0 1,0 1-1,0-1 1,0 0-1,0 0 1,-1 0-1,1 0 1,0 0 0,-1 0-1,1 0 1,-1 0-1,1 0 1,-1 0-1,1 0 1,-1 0 0,0 0-1,1-1 1,-1 1-1,0 0 1,0 0-1,0 0 1,0 0-1,0-1 1,0 1 0,0 0-1,0 0 1,-1 0-1,1 0 1,0-1-1,-1 1 1,1 0-1,-1 0 1,1 0 0,-1 0-1,1 0 1,-1 0-1,0 0 1,0 0-1,-1-1 1,-17-15-538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32.6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14795,'1'19'736,"3"7"-448,1 3-192,0 18-72,2 10 144,2 30 169,1 13 215,7 21 400,-1 10-88,3 15-288,0 1-144,-5 5-320,0 0-176,-2 0-440,-4 0-480,3-5-3753,-1-8 432,-1-20 2521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34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390 0 18692,'-2'4'156,"0"0"0,0-1 0,0 1 0,1 0 0,0 0 0,-1 0-1,1 0 1,1 0 0,-1 1 0,1-1 0,-1 8 0,-1 16-84,-8 7 47,-1 1 0,-2-2 0,-26 52 0,26-58 3,-2 5 98,-2 0 0,-32 45 1,42-68-181,-1 0 1,0 0 0,-1-1 0,0 0-1,-1 0 1,1-1 0,-2-1 0,1 1 0,-1-2-1,-22 11 1,30-15-57,-1-1 0,1 0-1,0 0 1,-1 0 0,1-1 0,-1 1-1,1-1 1,-1 0 0,1 0 0,-1 0-1,1-1 1,-1 1 0,1-1 0,0 0-1,-1 1 1,-4-3 0,7 2 4,0 0 0,0 1 1,0-1-1,-1 0 0,1 0 0,0 0 1,0 0-1,0 0 0,1 0 0,-1 0 1,0 0-1,0 0 0,1 0 0,-1 0 1,0 0-1,1-1 0,-1-1 0,0 1 8,1 0-1,0-1 0,0 1 0,0 0 1,0 0-1,0 0 0,1-1 0,-1 1 1,0 0-1,1 0 0,0 0 1,0 0-1,-1 0 0,2-2 0,0 0 5,0 1 0,1 0 0,-1 0 0,0 0-1,1 0 1,0 1 0,0-1 0,0 0 0,0 1 0,0 0-1,0 0 1,0 0 0,1 0 0,-1 1 0,1-1 0,7-1-1,3-1 16,0 1 0,0 1 0,17-2-1,17 3 54,0 2-1,53 7 1,-7-1-13,-88-6-58,1-1 0,0-1 0,0 1 1,-1-1-1,1 0 0,-1-1 0,1 1 1,-1-2-1,1 1 0,-1 0 0,0-1 0,0 0 1,0-1-1,0 1 0,-1-1 0,0 0 1,1-1-1,-1 1 0,-1-1 0,1 0 0,-1 0 1,0-1-1,0 1 0,4-8 0,-2 1-37,0 0 0,-1-1-1,0 1 1,-1-1 0,0 0-1,-1-1 1,-1 1 0,0 0-1,0-1 1,-2 0 0,0-13-1,-1 17 4,0 0 0,0 1-1,-1-1 1,-3-9 0,4 16 20,0-1 1,-1 1-1,1-1 1,-1 1-1,1 0 1,-1 0 0,0 0-1,-1 0 1,1 0-1,0 0 1,-1 1-1,0-1 1,1 1-1,-4-2 1,5 3 11,0 0 0,0 1 0,0-1 0,0 1 0,-1-1 0,1 1 0,0 0 0,0-1 0,0 1 0,0 0 0,0 0 0,-1 0 0,1 0 0,0 0 0,0 0 0,0 0 0,-1 0 0,1 1 0,0-1 0,0 0 0,0 1 0,0-1 0,0 1 0,0-1 0,0 1 0,0 0 0,0-1 0,0 1 0,0 0 0,0-1 0,0 1 0,0 1 0,-3 3 2,0-1 0,1 1 0,0 0 0,0 0-1,1 0 1,-4 7 0,-4 17 67,1 1-1,1 0 1,-5 34 0,-6 99 180,13-83-488,3 0 0,14 154 0,2-170-995,6-15 496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42.9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1 566 5297,'0'0'5961,"-1"-1"-5708,1-1 0,0 0 0,0 0 0,0 0-1,0 0 1,1 0 0,-1 0 0,0 1 0,1-1 0,0 0-1,-1 0 1,1 1 0,1-3 0,13-32 778,-11 27-400,6 5 1,-3 1-622,0-1 0,-1 0 0,12-9 1,-8 5 0,-3 3 97,0 0 0,1 1 0,-1-1 0,17-5 1,-10 4-46,3-3 95,33-11 1,-8 4-80,-25 11 262,1 1 1,-1 1 0,1 0-1,-1 1 1,1 1-1,22 2 1,-37-1-405,17-13 167,17-10-70,-23 16 26,0 6-30,-1-1-30,26-8 0,-32 8 1,-1-1 0,1 0 0,-1 0-1,11-6 1,-5 1 5,53-25 135,-56 29-136,-1 0-1,1 1 1,14-5-1,7-1-5,28-16-3,-31 12 12,0 2 0,32-8 0,-50 16-10,0 0 0,0 0 0,0-1-1,-1 0 1,1-1 0,7-5-1,2 5-7,19-6 10,34-11 32,1 3-27,-39 11-4,34-6-2,-39 9-2,45-14 1,-65 16 1,-4 2 2,0-1-1,0 1 1,-1-1-1,1 1 1,0 0-1,0 0 0,0 1 1,0-1-1,0 1 1,0 0-1,0 0 1,0 1-1,0-1 1,0 1-1,7 1 0,-5 1-1,-5-3 0,1 1 0,-1 0-1,1-1 1,-1 1 0,0-1 0,1 1 0,-1-1 0,1 0-1,-1 0 1,1 0 0,-1 0 0,1 0 0,-1 0 0,1 0 0,-1 0-1,1 0 1,-1-1 0,1 1 0,-1 0 0,0-1 0,1 0 0,1 0-1,-3 1 2,1-1 0,-1 1 0,0 0 0,1 0 0,-1 0-1,0-1 1,1 1 0,-1 0 0,0 0 0,1 0-1,-1 0 1,1 0 0,-1 0 0,0 0 0,1 0-1,-1 0 1,1 0 0,-1 0 0,0 0 0,1 0 0,-1 0-1,0 1 1,1-1 0,-1 0 0,1 0 0,-1 0-1,1 1 1,13 5 7,25 6 14,-30-8-17,-4-4-6,5-1-1,81-7-29,-79 11 30,25 7 1,-31-8-3,-1-1 0,0 1 0,0 0 0,0 1 0,9 5 0,12 4-9,-12-8 14,0-1 0,0-1 1,0 0-1,17 0 0,-13-1-14,31 5 0,-43-5 0,0 1 0,0 0 0,0 0 0,-1 0 0,1 1 0,-1-1 0,1 1 0,-1 1 0,5 4 0,-2-2 10,0 0-1,1 0 1,-1-1-1,1 0 1,0 0-1,0-1 1,1 0-1,-1-1 0,1 0 1,0-1-1,12 2 1,-1 0-42,-1 0 1,30 10-1,-42-11 30,0 1 1,0-1-1,0 1 1,-1 1-1,1 0 0,-1 0 1,0 0-1,11 12 0,-14-13 15,1 0 0,-1 0 0,1-1 0,0 0 0,0 0 0,0 0 0,1-1 0,-1 0 0,1 1 0,-1-2 0,1 1 0,0-1 0,-1 0 0,1 0 0,8 0 0,13 3 0,-22-3 0,0 0 1,0 1-1,0-1 0,0 1 0,-1 0 0,1 0 0,-1 1 0,1 0 1,-1-1-1,0 1 0,7 7 0,-2-1 1,0 2 0,-1-1 0,7 12 0,-9-13 0,0 0 0,0-1 1,0 1-1,1-2 0,1 1 0,-1-1 0,10 7 0,15 3 50,-27-15-47,0 0-1,0 1 1,0 0 0,0 0 0,0 0 0,0 0 0,6 7-1,82 88 91,-88-93-94,-1 1-1,1 0 1,-1 0 0,0 0 0,-1 1-1,0-1 1,0 1 0,3 11 0,-2-9 4,-1 0 0,1 0 0,0-1 0,6 11 0,-7-17-3,0 1-1,-1 0 0,1-1 1,0 1-1,0-1 0,0 0 1,0 0-1,1 0 0,-1-1 1,1 1-1,4 1 0,-4-2 0,-1 0 1,1 1-1,-1-1 0,0 1 1,1 0-1,-1 0 0,0 0 1,0 0-1,0 1 0,0-1 0,-1 1 1,1 0-1,2 3 0,11 21 7,-11-17-1,0-1 0,1 1 0,1-1 0,-1 0 0,2-1 0,14 15-1,-14-16-4,0 1-1,-1 0 0,0 0 0,0 1 1,-1-1-1,7 14 0,26 61 4,-5-10 1,33 60 8,-64-126-13,-1-1 0,1 1 0,-2 0 0,3 13 0,-3-13 1,0 1-1,1-1 1,0 0 0,3 7-1,9 16 12,-8-20-6,0 1-1,-1 1 1,0-1 0,-1 1-1,-1-1 1,0 1 0,3 20-1,-4-11 23,1 1 0,2-1-1,8 29 1,8 33 37,-18-67-31,1 1 0,11 26 0,-8-27 17,-1 1 0,4 24 0,-5-22-38,0-1-1,1 0 1,13 28-1,-9-23 14,9 30 0,-16-42-23,1 0 1,1 0-1,0 0 1,0-1-1,1 0 1,11 15-1,3 0 4,24 23-1,-23-27 41,33 45-1,-46-54-30,-1 1 0,-1 1 0,0-1 0,4 16-1,-4-12 6,1 0-1,8 16 0,134 218 366,-139-236-386,0-1 1,1 0-1,19 19 1,-17-19 1,0 0 0,19 29 0,-22-28-1,1-1 1,0-1 0,0 0-1,2-1 1,-1 0 0,22 15-1,94 56 11,-89-59-11,-16-11-1,2-1 0,-1 0 0,30 8 0,-46-17 4,-1 1 0,-1 0 0,1 0 0,0 0 0,-1 1 0,0 0 0,0 1 0,10 11 0,13 12 8,-20-21-6,-1 1 1,0 0-1,0 0 0,8 15 1,-13-18 111,2-2-69,8 5-42,72 43 1,-65-40-7,-8-5-1,0 1 1,1-2-1,0 0 0,0 0 0,23 6 0,55 9 0,1-4 1,104 5-1,-182-21 4,70 0-16,-26 0 14,-44 0 1,1 0-1,-1-1 1,1-1-1,15-3 1,-12 0-3,10-1-35,-1-1 1,0-1-1,38-16 0,-29 9-19,1 2-1,0 1 1,50-8-1,49-13-1,-118 26 4,0 0 0,-1-2 0,0 0 0,0 0 0,21-16 1,2-7-11,-24 26 54,21-8 2,-28 10-2,-5-8 56,22-40-36,-21 40-69,-3 8-6,8-8 12,-1 0 37,22-26-43,49-40 55,40-52-192,-106 111 192,0 0-1,-2-1 1,0 0-1,-2-1 1,11-26-1,-15 33 5,-1 1-1,0-1 0,-1 0 1,0-1-1,-1 1 0,-1 0 1,0-1-1,-1 0 0,0 1 1,-1-1-1,0 0 0,-4-16 1,-2-26 47,2-2 1,7-104-1,1 33-13,-6 85 244,-14-76 0,8 74-206,-2-64 0,9 39-67,-10-179 5,1 128 52,-7-46 9,10 124-624,-1-68-1,8 110-1391,-5 12-4902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43.8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9 444 11979,'-4'2'408,"4"-2"-242,0 0 1,0 0 0,-1 1 0,1-1 0,0 0 0,-1 0 0,1 0 0,0 0 0,0 1 0,-1-1 0,1 0 0,0 0 0,0 1 0,0-1 0,-1 0 0,1 0 0,0 1 0,0-1 0,0 0 0,0 0-1,0 1 1,0-1 0,-1 0 0,1 1 0,0-1 0,0 1 0,14 16 1782,23 14-1436,-34-29-453,0 0-1,0 0 0,1-1 1,-1 1-1,0-1 0,1 1 1,-1-1-1,1 0 1,-1-1-1,1 1 0,0-1 1,6 1-1,1-1 56,117 5 358,245-22 1,304-80-343,-359 44 162,191-17 524,38-5-548,-292 28-262,24-3-46,-212 41-31,263-51-1469,-317 57-434,1 0-1,-1-2 1,21-9-1,-7-4-301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45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6 16852,'-4'-5'1264,"23"30"-1120,-3 10 104,1 27 96,7 9 24,6 21 48,3 6-48,1 10-184,-1 1-80,-3-7-184,4-9-104,-13-24-160,1-15-80,-11-27-432,-8-13-1921,9-17 1729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46.1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34 1360,'-6'-17'-144,"-2"1"496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46.4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0 7210,'-6'3'574,"0"0"0,1 0 0,0 0 0,0 1 0,0 0 0,0 0 0,0 0 0,1 0 0,0 1 0,-7 9 0,6-6-182,0 0 0,0 1-1,1 0 1,0 0-1,1 0 1,-4 13 0,3-3-155,1-1 1,1 1 0,1 0-1,0 0 1,2 0 0,3 30-1,-2-39-125,0 0 0,0 0 0,1 0 0,0-1 0,1 1 0,0-1-1,0 0 1,1 0 0,10 14 0,-13-20-84,1 0 0,-1 0 0,1 0 0,-1-1 0,1 0 0,0 1 0,0-1 0,0 0 0,1 0 0,-1 0 0,0-1 0,1 1 0,-1-1 0,1 0 0,0 0 0,-1 0 0,1 0 0,0-1 0,-1 0 0,1 1 0,0-1 0,0 0 0,-1-1 0,1 1 0,0-1 0,-1 0 0,1 0 0,0 0 0,3-2 0,2-1-1,0-1-1,0 0 1,0 0-1,-1-1 1,0 0-1,0-1 0,0 0 1,-1 0-1,0-1 1,-1 0-1,1 0 1,-2 0-1,1-1 1,8-17-1,-7 11-19,-1-1-1,0 1 0,0-2 1,-2 1-1,0 0 1,-1-1-1,-1 0 1,1-21-1,-3 31 12,0 0 1,-1 0-1,0 1 1,0-1-1,0 0 0,-1 1 1,0-1-1,0 1 1,-1-1-1,0 1 0,0 0 1,0 0-1,-5-6 1,6 10-6,-1-1 1,1 1-1,0 0 1,-1 0-1,1 0 0,-1 0 1,0 0-1,0 1 1,0-1-1,0 1 1,0-1-1,0 1 1,0 0-1,0 1 1,0-1-1,0 0 1,-1 1-1,1 0 0,0-1 1,0 1-1,-1 1 1,1-1-1,0 0 1,0 1-1,0 0 1,-1-1-1,1 1 1,0 1-1,-5 1 0,-1 2-15,0 0-1,0 0 0,1 1 0,0 0 0,0 0 0,0 1 1,0 0-1,-9 12 0,7-7-496,1 0 0,1 0 1,0 1-1,0 0 0,-6 18 1,6-5-3983,9-11 2497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47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222 576 14483,'-8'1'437,"0"1"1,0 1-1,0-1 0,1 1 0,-1 0 1,1 1-1,0 0 0,0 0 0,0 1 1,1-1-1,-7 7 0,3-2-324,1 1-1,1 0 1,-1 0-1,2 0 1,-1 1 0,-7 16-1,4-3-161,1 0 1,1 1-1,1 0 1,2 0-1,0 1 0,-3 34 1,8-44 72,0-1 0,1 1 0,1 0 1,0-1-1,6 28 0,-6-40-20,0 1-1,0-1 1,0 1-1,1-1 0,0 1 1,-1-1-1,1 0 1,0 0-1,1 0 1,-1 0-1,0 0 1,6 5-1,-6-7-2,1 1-1,-1-1 1,0 0-1,1 0 1,-1-1 0,0 1-1,1 0 1,-1-1 0,1 1-1,-1-1 1,1 0-1,-1 0 1,1 0 0,-1 0-1,1 0 1,-1 0 0,1-1-1,-1 1 1,1-1-1,-1 0 1,4-2 0,2 0 1,0-1 0,0 0 0,-1-1 1,0 0-1,0 0 0,0 0 0,0-1 0,9-11 1,45-61-49,-46 56 4,184-272-1272,-191 281 1290,-5 9 33,0 0 0,0-1 0,-1 1 1,0-1-1,1 0 0,-1 0 0,-1 0 1,1 0-1,-1 0 0,1-8 0,-2 13 2,0-1-1,0 1 1,0-1-1,0 1 0,0 0 1,-1-1-1,1 1 1,0-1-1,0 1 1,0 0-1,-1-1 0,1 1 1,0 0-1,-1-1 1,1 1-1,0 0 0,-1-1 1,1 1-1,0 0 1,-1 0-1,1-1 0,0 1 1,-1 0-1,1 0 1,-1 0-1,1 0 1,-1 0-1,1-1 0,0 1 1,-1 0-1,1 0 1,-1 0-1,1 0 0,-1 0 1,1 0-1,0 0 1,-1 1-1,1-1 0,-1 0 1,1 0-1,-1 0 1,1 0-1,0 0 1,-1 1-1,-23 9 338,13-3-266,1 1 1,-1 1-1,1 0 1,1 0-1,-1 1 1,2 0-1,-11 15 1,7-7-15,0 1 0,2 0 1,-15 36-1,23-49-30,0-1-1,0 1 1,1 0-1,0 0 1,0 0-1,1 0 0,-1-1 1,1 1-1,1 0 1,0 9-1,0-14-25,-1 1 0,0 0-1,1-1 1,0 1 0,-1-1-1,1 1 1,0-1 0,0 1-1,0-1 1,0 1 0,0-1-1,0 0 1,0 0 0,0 1-1,1-1 1,1 1 0,-1-1-7,0 0 1,0 0 0,0-1 0,0 1 0,0-1 0,0 1-1,0-1 1,0 0 0,1 0 0,-1 0 0,0 0 0,0 0-1,0 0 1,0-1 0,0 1 0,3-2 0,4-1 1,0 0 0,-1-1 0,0 0 0,0-1-1,0 0 1,0 0 0,-1-1 0,12-10 0,49-57 5,-63 68-10,18-23 6,0-1 0,-2-2 1,21-38-1,-63 206 379,21-134-384,0 0 1,0 0 0,0-1 0,0 1-1,0 0 1,1 0 0,0 0 0,-1-1-1,2 4 1,-2-6-3,1 1-1,-1 0 1,0-1 0,1 1 0,-1-1-1,0 1 1,1 0 0,-1-1-1,1 1 1,-1-1 0,1 1-1,-1-1 1,1 0 0,-1 1 0,1-1-1,-1 1 1,1-1 0,-1 0-1,1 0 1,0 1 0,-1-1-1,1 0 1,0 0 0,-1 0 0,1 0-1,0 0 1,-1 1 0,1-1-1,0 0 1,-1-1 0,1 1-1,0 0 1,-1 0 0,1 0 0,0 0-1,-1 0 1,1-1 0,0 1-1,-1 0 1,1-1 0,0 0-1,2-1-2,0 0 0,0 0 0,0-1 0,0 1 0,-1-1 1,0 0-1,1 0 0,-1 0 0,0 0 0,0 0 0,3-7 0,16-46-140,-13 33 38,15-39-615,-3-2 0,-3-1 1,17-123-1,-33 177 762,-1 0 1,0 1-1,-1-1 1,0 0 0,-1 1-1,0-1 1,0 1-1,-1-1 1,-1 1 0,1 0-1,-2 0 1,1 1-1,-2-1 1,1 1 0,-1 0-1,0 0 1,-1 1-1,-13-13 1,19 20-19,-5-6 205,-1 1-1,1-1 1,1 0 0,-1 0-1,-6-13 1,12 20-215,0 0 1,0 0 0,1 0-1,-1 0 1,0 0-1,0 0 1,0 0-1,0 0 1,0 0-1,1 0 1,-1 0-1,0 0 1,0 0 0,0 0-1,0 0 1,1 0-1,-1 0 1,0-1-1,0 1 1,0 0-1,0 0 1,0 0 0,1 0-1,-1 0 1,0 0-1,0 0 1,0 0-1,0-1 1,0 1-1,0 0 1,0 0-1,0 0 1,1 0 0,-1 0-1,0-1 1,0 1-1,0 0 1,0 0-1,0 0 1,0 0-1,0-1 1,0 1 0,0 0-1,0 0 1,0 0-1,0-1 1,16 18 286,-1 8-229,0 0 0,-2 1-1,13 33 1,25 91-77,-19-50-42,75 214-1208,-75-238 716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48.3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8 236 16492,'0'40'810,"2"0"1,7 45-1,-7-74-863,0 0-1,1 0 1,0 0-1,1 0 1,0-1-1,0 0 1,2 0-1,-1 0 1,1 0-1,0-1 1,1 0-1,11 11 1,-16-17 66,0-1 0,0 0-1,0-1 1,0 1 0,0 0 0,1-1 0,-1 1 0,1-1-1,-1 0 1,1 0 0,0 0 0,-1 0 0,1 0 0,0 0-1,0-1 1,-1 0 0,1 1 0,0-1 0,5-1 0,-5 1 32,0-1 0,-1 0 1,1 0-1,-1 0 0,1-1 0,-1 1 1,0 0-1,0-1 0,1 0 1,-1 0-1,0 1 0,0-1 1,-1 0-1,1-1 0,0 1 1,-1 0-1,1 0 0,-1-1 1,0 1-1,2-4 0,2-6 17,-1 0 0,-1-1 0,0 1 0,-1 0 0,2-25 0,-3 4-51,-3-36 1,2 62-8,-1 0 0,0 0 1,-1 1-1,0-1 0,0 0 0,0 1 0,-1-1 1,0 1-1,-6-11 0,8 15-9,-1 0 1,1 0-1,0 0 0,-1 1 1,0-1-1,1 0 0,-1 1 1,0-1-1,0 1 0,0 0 1,0 0-1,0-1 1,0 1-1,0 1 0,0-1 1,0 0-1,-1 0 0,1 1 1,0-1-1,0 1 0,-1 0 1,1 0-1,0 0 0,-1 0 1,1 0-1,0 0 0,-1 0 1,1 1-1,0-1 0,0 1 1,-5 2-1,1 0-21,-1 1-1,1 0 0,0 0 1,0 1-1,0-1 0,0 1 1,1 1-1,-9 11 0,4-5 4,1 1-1,0 1 0,-7 15 0,9-12 11,7-16 12,0-1 0,0 0 0,0 0 0,0 0 0,0 0 0,0 1 0,0-1 1,0 0-1,0 0 0,0 0 0,0 0 0,1 1 0,-1-1 0,0 0 0,0 0 0,0 0 0,0 0 0,0 0 0,0 1 0,1-1 0,-1 0 0,0 0 0,0 0 0,0 0 0,0 0 0,0 0 0,1 0 1,-1 0-1,0 0 0,0 0 0,0 0 0,0 0 0,1 0 0,-1 0 0,0 0 0,0 0 0,0 0 0,1 0 0,-1 0 0,0 0 0,0 0 0,0 0 0,0 0 0,1 0 0,-1 0 0,0 0 0,0 0 0,0 0 1,10-2-15,3-5-4,0-1 1,-1 0 0,0-1 0,22-20-1,4-4 9,-30 26 18,1 1 0,-1 0 0,1 1-1,0 0 1,1 0 0,11-4-1,-17 8 4,-1 0 0,1 1-1,-1-1 1,1 1 0,0 0 0,-1-1-1,1 2 1,0-1 0,-1 0-1,1 1 1,0-1 0,-1 1-1,1 0 1,-1 1 0,1-1 0,-1 0-1,0 1 1,1 0 0,-1 0-1,5 4 1,3 3 32,0 1 0,-1 0-1,-1 0 1,15 22 0,29 54 86,-32-51-102,2 3 9,10 14-10,48 109 1,-74-145-43,-1 0 0,-1 0 0,-1 0 0,0 1 0,-1-1 0,-1 1 0,0 0 0,-1 0 0,-1 0 0,-1 0 0,-5 33 0,4-44 25,0-1 0,0 1 1,0 0-1,-1-1 0,1 0 0,-1 1 1,-1-1-1,1-1 0,-1 1 0,0 0 1,-7 6-1,10-10-1,0 0 0,0 0 1,-1 0-1,1 0 0,-1 0 0,1 0 0,-1 0 1,1-1-1,-1 1 0,0 0 0,1-1 1,-1 1-1,0-1 0,1 0 0,-1 1 1,0-1-1,0 0 0,1 0 0,-1 0 1,0 0-1,0-1 0,1 1 0,-1 0 1,0-1-1,1 1 0,-1-1 0,0 0 1,1 1-1,-1-1 0,1 0 0,-1 0 1,1 0-1,-1 0 0,1 0 0,0 0 1,-1-1-1,1 1 0,0 0 0,0-1 1,0 1-1,0-1 0,-1-2 0,-5-8-6,0 0-1,0-1 1,2 0-1,-1-1 1,-4-19-1,-13-73-43,22 97 42,-28-174-24,25 138 123,1 1 1,4-52-1,1 72-31,1 0 0,1 0-1,1 1 1,1 0 0,13-34 0,-11 40-35,0 1 1,1-1-1,1 2 0,0-1 1,1 1-1,1 1 1,0 0-1,15-13 1,-20 20-40,0 0 1,1 0-1,0 1 1,0 0-1,1 1 1,-1 0 0,1 0-1,0 0 1,1 1-1,-1 1 1,1 0-1,-1 0 1,1 1 0,15-2-1,-22 4-6,-1 0-1,0 0 1,0 0-1,1 0 1,-1 1 0,0-1-1,0 1 1,1 0-1,-1-1 1,0 1-1,0 0 1,0 0-1,0 0 1,0 1 0,0-1-1,-1 0 1,1 1-1,3 3 1,-3-2-12,1 0 0,-1 1 1,0-1-1,0 1 1,0 0-1,-1 0 0,1-1 1,-1 1-1,1 8 1,0 1-28,-1 0 0,0 1 0,-1-1 0,0 0 0,-4 21 1,2-22 47,-1-1 0,0 0 0,-1 0 0,0 0 1,-1-1-1,-10 18 0,13-24-133,0 0-1,-1 0 1,0 0 0,0-1 0,0 1-1,0-1 1,0 0 0,0 0 0,-1 0-1,0 0 1,0 0 0,1-1 0,-1 0 0,-1 0-1,1 0 1,0 0 0,0-1 0,-1 1-1,-6 0 1,-14-3-1086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48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14699,'10'29'2177,"1"11"903,6 5-2208,2 9-607,-7 3-169,5-2-136,-1-1-153,-2-6-95,3-3-48,-8-12 32,-4-7-16,-5-12-288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49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0 766 18852,'42'-36'403,"2"1"0,78-48 1,-115 78-449,0 1 1,1 1-1,-1-1 1,1 1 0,-1 0-1,1 1 1,0 0-1,0 0 1,0 1-1,15-1 1,-19 2 10,0 0 1,-1 1-1,1-1 1,0 1-1,0 0 1,0 0-1,-1 1 1,1-1-1,-1 1 1,1-1-1,-1 1 0,1 0 1,-1 1-1,0-1 1,0 0-1,0 1 1,0 0-1,-1 0 1,1 0-1,-1 0 1,1 0-1,-1 0 1,3 7-1,6 22-2037,-10-15 122,-1-16 1887,0-1 0,0 0 1,0 0-1,0 1 0,0-1 0,0 0 1,-1 0-1,1 1 0,0-1 1,0 0-1,0 0 0,0 1 0,0-1 1,-1 0-1,1 0 0,0 0 0,0 1 1,0-1-1,-1 0 0,1 0 0,0 0 1,0 0-1,-1 1 0,1-1 1,0 0-1,-1 0 0,1 0 0,0 0 1,0 0-1,-1 0 0,1 0 0,0 0 1,-1 0-1,1 0 0,0 0 1,0 0-1,-1 0 0,1 0 0,-1 0 1,0-1 34,-1 0 0,0 0 1,0 0-1,1 0 1,-1 0-1,0 0 0,1 0 1,0-1-1,-1 1 1,1-1-1,0 1 0,-1-1 1,1 1-1,0-1 1,-1-2-1,-16-33 510,14 28-295,-2-6 260,0-1 1,0 0-1,2 0 1,0 0-1,1-1 1,1 1-1,-1-18 1,3 27-391,0 0 0,1 0 1,0 0-1,0 0 0,0 1 0,1-1 0,0 0 1,5-10-1,-5 13-28,0 1-1,0-1 1,0 1 0,1 0 0,-1 0-1,1 0 1,0 0 0,0 0 0,0 0-1,0 1 1,1 0 0,-1-1-1,0 1 1,1 1 0,6-4 0,-6 4 21,0 0 0,-1 0 0,1 0 0,0 0 0,0 1 0,0-1 0,-1 1 1,1 0-1,0 1 0,0-1 0,0 0 0,-1 1 0,1 0 0,0 0 0,5 2 0,-4 0-15,1 0 0,-1 0 0,1 0-1,-1 1 1,0 0 0,0 0-1,-1 0 1,9 9 0,-7-4-15,1-1 0,-1 1 1,-1 0-1,0 1 0,0-1 1,-1 1-1,0 0 0,0 0 1,-1 0-1,-1 1 0,2 10 1,-1 16 300,-3-36-52,-1-4-134,-2-7-96,0 0 0,1 0-1,0-1 1,0 1 0,1-1 0,1 1 0,0-1 0,0 1 0,1-1-1,1 1 1,0-1 0,0 1 0,0 0 0,2 0 0,-1 0 0,1 0-1,1 1 1,0-1 0,0 1 0,0 0 0,1 1 0,1-1 0,0 1 0,0 0-1,0 1 1,1 0 0,10-8 0,-16 14-30,-1 0-1,1 0 1,-1 0 0,1 0-1,-1 1 1,1-1 0,-1 0-1,1 1 1,0-1-1,-1 1 1,1 0 0,0-1-1,0 1 1,-1 0 0,1 0-1,0 0 1,-1 0 0,1 0-1,0 1 1,0-1 0,-1 0-1,3 2 1,-1-1 7,-1 1 0,0 0 0,0 0 1,0-1-1,0 1 0,0 0 0,-1 1 1,1-1-1,0 0 0,-1 0 0,0 1 0,0-1 1,1 1-1,-1 2 0,13 29 123,19 42 4,-29-67-146,1-1 1,1 0-1,-1 0 1,1 0-1,1-1 1,10 11 0,-17-17-1,1-1 1,-1 1 0,1-1 0,-1 1 0,1-1-1,-1 1 1,1-1 0,0 1 0,-1-1 0,1 0-1,-1 1 1,1-1 0,0 0 0,-1 1 0,1-1 0,0 0-1,0 0 1,-1 0 0,1 0 0,0 0 0,-1 1-1,1-1 1,0 0 0,0-1 0,-1 1 0,1 0 0,0 0-1,-1 0 1,1 0 0,0-1 0,0 1 0,-1 0-1,1 0 1,-1-1 0,1 1 0,0-1 0,-1 1-1,1 0 1,-1-1 0,1 1 0,-1-1 0,1 0 0,-1 1-1,1-1 1,-1 1 0,0-1 0,1 0 0,-1 1-1,1-2 1,1-4-13,0 0 0,0 0-1,0 0 1,1-10 0,-2 9-8,28-122-334,-24 112 322,0 0 0,2 1-1,0-1 1,0 1 0,15-21 0,-22 37 38,0 0-1,0 0 1,0 1 0,0-1-1,1 0 1,-1 0 0,0 0-1,0 1 1,0-1-1,0 0 1,0 0 0,0 0-1,0 0 1,1 1 0,-1-1-1,0 0 1,0 0 0,0 0-1,0 0 1,1 0 0,-1 1-1,0-1 1,0 0 0,0 0-1,1 0 1,-1 0-1,0 0 1,0 0 0,0 0-1,1 0 1,-1 0 0,0 0-1,0 0 1,1 0 0,-1 0-1,0 0 1,0 0 0,0 0-1,1 0 1,-1 0 0,0 0-1,0 0 1,0 0-1,1 0 1,-1 0 0,0-1-1,0 1 1,0 0 0,1 0-1,-1 0 1,0 0 0,0 0-1,0-1 1,0 1 0,0 0-1,1 0 1,-1-1 0,0 2 5,0-1 1,0 1 0,0-1 0,0 0 0,0 1 0,0-1-1,0 1 1,0-1 0,0 0 0,1 1 0,-1-1 0,0 0-1,0 1 1,0-1 0,1 0 0,-1 1 0,0-1 0,0 0-1,1 1 1,-1-1 0,0 0 0,1 0 0,-1 1 0,1-1-1,10-3 13,26-11 0,-31 11-12,-2 0 20,-3-7-2,7-26 28,-7 31-24,-1 4-30,0 1 0,1 0 0,-1 0 1,0-1-1,0 1 0,0 0 0,0-1 1,0 1-1,0 0 0,0-1 0,0 1 1,0 0-1,0-1 0,0 1 0,0 0 0,0 0 1,0-1-1,0 1 0,0 0 0,0-1 1,0 1-1,0 0 0,0-1 0,0 1 1,0 0-1,-1 0 0,1-1 0,0 1 1,0 0-1,0 0 0,-1-1 0,1 1 1,0 0-1,0 0 0,-1-1 0,1 1 0,0 0 1,0 0-1,-1 0 0,-10-9 19,-32-28 12,42 36-29,-1 0 0,1 0 0,-1 0 1,1 1-1,-1-1 0,0 0 0,0 1 0,1-1 0,-1 1 0,0 0 0,0-1 0,0 1 0,1 0 0,-1 0 1,0 0-1,0 0 0,0 1 0,1-1 0,-1 0 0,0 1 0,0-1 0,1 1 0,-1 0 0,0-1 0,1 1 0,-1 0 1,0 0-1,1 0 0,-3 2 0,1 0 7,-1 1 1,1-1 0,0 1-1,0-1 1,0 1-1,0 0 1,1 0-1,-4 6 1,3 1 4,-1-1 0,2 1 0,-1 0 0,1-1 0,1 1 0,-1 19 0,3-7 5,0 1 0,5 23 1,-6-44-10,1 1 0,-1-1 0,1 0 0,0 0 0,0 0 1,0 0-1,1 0 0,-1 0 0,1-1 0,-1 1 0,1 0 0,0-1 0,0 1 0,0-1 0,0 1 1,1-1-1,-1 0 0,0 0 0,5 2 0,-5-3 2,0 0 1,1 0-1,-1-1 0,0 1 0,0-1 1,1 0-1,-1 0 0,0 0 1,1 0-1,-1 0 0,0 0 1,0-1-1,1 1 0,-1-1 1,0 1-1,0-1 0,0 0 1,1 0-1,-1 0 0,0 0 1,0 0-1,-1-1 0,1 1 0,0-1 1,0 1-1,-1-1 0,4-3 1,5-6 0,0-1 0,-1 0 0,-1-1 0,1 0 0,-2 0 0,0-1 0,-1 0 0,6-19 0,-5 13-5,-2-1 0,0-1 0,-1 1 0,-1 0-1,0-29 1,-6 8 145,2 39 119,0 6-137,-1 8-111,1-1 0,0 1 0,1-1 1,0 1-1,0 0 0,1-1 0,0 1 0,4 14 0,2 2-19,1 0-1,12 28 1,-17-49-9,0 0 1,0 0-1,0 0 1,1 0 0,0-1-1,0 0 1,6 7 0,-8-10-26,0-1 0,0 1 1,-1-1-1,1 1 1,0-1-1,0 0 0,1 0 1,-1 0-1,0 0 1,0 0-1,0 0 0,1-1 1,-1 1-1,0-1 1,1 0-1,-1 1 0,0-1 1,1 0-1,-1 0 1,1-1-1,-1 1 0,0 0 1,1-1-1,2-1 0,2-1-583,0 0-1,-1-1 1,0 0-1,0-1 1,0 1-1,0-1 1,-1 0-1,1 0 1,5-9-1,28-36-2808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51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18900,'-2'34'552,"6"13"-472,11 15-40,20 30-40,-2 15 0,8 26 0,-4 14 0,-6 21 0,-2 14 0,-10 23 8,2 12-8,-9 9 16,2-3-16,8-26-16,-1-17-56,7-45-184,-2-21-416,-4-31 304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52.6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19428,'5'18'183,"1"0"0,1-1 0,0 1 0,2-1 0,0-1 0,13 19 0,73 83-220,-58-75 108,266 278 607,-139-153 155,-119-117-711,-3 1 0,-2 2 0,35 65 0,-61-97-107,-12-18-4,-1-5-13,0 1 1,0-1 0,-1 0 0,1 0-1,0 0 1,0 0 0,-1 0 0,1 0-1,-1 0 1,1 0 0,-1 0 0,1 0-1,-1-2 1,2-14 5,-2 1 0,0-1 0,-2 1 0,-3-25 0,-2-14 30,-2-484-747,11 502-72,0 0 0,16-72 0,5 22-331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53.8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493 507 6025,'13'-17'251,"66"-91"2460,-72 97-2380,-1 0-1,-1 0 1,0-1-1,0 1 1,-1-1 0,0 0-1,-1 0 1,2-19 0,-4 28-207,-1 0 1,0 0 0,0-1-1,-1 1 1,1 0 0,0 0-1,-1 0 1,0-1 0,0 1-1,0 0 1,0 0 0,0 0-1,-1 0 1,1 1 0,-1-1-1,0 0 1,0 1 0,0-1-1,0 1 1,0-1 0,-1 1-1,1 0 1,-1 0 0,1 0-1,-1 0 1,0 1 0,0-1-1,0 1 1,0 0 0,0-1-1,0 1 1,-4 0 0,-2-2 56,-1 2 1,0-1 0,1 1-1,-1 1 1,0-1 0,0 2-1,1-1 1,-1 1-1,-16 5 1,12-2-82,1 0 1,-1 1-1,1 1 0,1 0 1,-1 1-1,1 0 0,-18 15 1,13-7-11,1 0 0,1 0 1,0 2-1,-17 23 1,6 1 76,1 1-1,2 1 1,-29 79 0,26-48-69,3 2 0,4 0 0,3 0 0,3 2 0,4 0 0,3 0 0,4 1-1,10 111 1,-7-176-93,0 0 1,2 0-1,-1 0 0,2-1 0,0 1 0,0-1 0,1 1 0,1-1 0,8 13 0,-12-23 0,0-1 0,0 1 0,0-1-1,1 1 1,-1-1 0,1 0 0,-1 0 0,1-1-1,0 1 1,0 0 0,0-1 0,0 1 0,0-1-1,0 0 1,0 0 0,1-1 0,-1 1 0,0 0 0,0-1-1,1 0 1,-1 0 0,0 0 0,1 0 0,-1-1-1,0 1 1,0-1 0,1 0 0,-1 0 0,5-2-1,3-1 13,1-1 0,0-1 0,-1 0 0,0-1 0,-1 0 0,14-12 0,-1-1-92,-1-2 0,0 0 0,-2-2 0,0 0 1,27-46-1,-37 54 35,-2 0 1,0-1-1,0 0 0,-2 0 1,0 0-1,-1-1 1,-1 0-1,0 0 0,-2-1 1,0 1-1,-1-19 1,-1 31 39,0 0 1,-1 1-1,0-1 1,0 0 0,0 0-1,-1 0 1,0 1-1,0-1 1,0 1 0,-1-1-1,0 1 1,0 0 0,0 0-1,-1 0 1,1 1-1,-1-1 1,0 1 0,-1 0-1,1 0 1,-1 0-1,-4-3 1,2 4 6,1 0 1,-1 0-1,0 0 1,0 1-1,0 0 1,0 0-1,0 1 1,-1 0-1,1 0 0,0 0 1,-1 1-1,1 0 1,0 1-1,0 0 1,-1 0-1,-10 3 1,7 0 27,-1-1 0,1 2 0,0 0 1,0 0-1,1 1 0,-1 0 1,1 0-1,0 2 0,1-1 0,-10 11 1,16-15 84,6-7-28,23-28-40,2 1 0,2 1 1,61-49-1,-78 70-32,1 0-1,0 2 1,0-1 0,0 2-1,28-10 1,-32 14-15,0 0 0,0 0 0,1 1 1,-1 0-1,0 0 0,1 1 0,-1 1 0,0 0 0,20 4 1,-24-3-5,-1 0 0,0 0 0,0 0 0,0 1 0,0 0 0,-1 0 1,1 0-1,-1 1 0,1-1 0,-1 1 0,-1 0 0,1 0 1,0 0-1,-1 1 0,0-1 0,0 1 0,0 0 0,-1 0 0,1 0 1,-1 0-1,2 9 0,3 11 10,-1-1 0,-2 1 0,3 36 0,-6-48-7,5 152 64,1 9-3,-7-169-60,1 1 0,0-1 0,0 0 0,0 0 0,1 0 0,-1 0 0,1-1-1,3 6 1,-5-9-9,1-1-1,-1 1 1,0-1-1,0 0 1,1 1-1,-1-1 0,0 0 1,1 1-1,-1-1 1,0 0-1,1 0 1,-1 1-1,0-1 1,1 0-1,-1 0 1,0 0-1,1 0 0,-1 1 1,1-1-1,-1 0 1,1 0-1,-1 0 1,0 0-1,1 0 1,-1 0-1,1 0 1,-1 0-1,1 0 0,-1 0 1,0 0-1,1 0 1,0-1-1,0 0-45,1 0-1,-1 0 1,1-1-1,-1 1 1,0 0-1,0-1 1,0 1-1,0-1 1,0 0-1,0 1 0,0-1 1,1-2-1,13-36-2373,-2-16 692</inkml:trace>
  <inkml:trace contextRef="#ctx0" brushRef="#br0" timeOffset="1">857 40 20956,'9'54'409,"10"22"-417,11 22-48,6 30-88,-2 2-97,-8 0-23,-7-6 64,-12-12 80,-7-1 64,0-19 56,-3-18 0,3-29 0,3-19-16,6-26-424,0-14-2000,3-27 1287</inkml:trace>
  <inkml:trace contextRef="#ctx0" brushRef="#br0" timeOffset="2">1119 764 9866,'-2'1'421,"1"0"0,0 0 0,0-1 0,0 1 0,0 0 0,0 0 0,1 0 1,-1 0-1,0 0 0,0 0 0,1 0 0,-1 0 0,0 0 0,1 0 0,-1 1 0,1-1 0,-1 2 0,-1 27 1418,3-16-2038,2 1 0,4 16-1,-6-28 523,3 14-267,0 1-11,1 1 1,0-1 0,2 0-1,0-1 1,0 1 0,18 25-1,-24-40-20,0-1 0,1 0 0,-1 0-1,1-1 1,0 1 0,0 0 0,-1 0 0,1-1-1,0 1 1,0-1 0,1 0 0,-1 0 0,0 1-1,0-1 1,0-1 0,1 1 0,-1 0 0,1 0 0,-1-1-1,1 0 1,-1 1 0,0-1 0,1 0 0,-1 0-1,1 0 1,-1-1 0,1 1 0,-1 0 0,1-1-1,-1 0 1,0 0 0,1 1 0,-1-1 0,0-1-1,0 1 1,1 0 0,-1 0 0,0-1 0,-1 1 0,1-1-1,0 0 1,0 0 0,-1 1 0,1-1 0,0 0-1,-1 0 1,0-1 0,0 1 0,0 0 0,0 0-1,0-1 1,1-2 0,1-4 0,0-1-1,0 1 1,-1-1-1,-1 1 1,1-1-1,-2 0 1,1 0 0,-1 1-1,-1-1 1,0 0-1,0 0 1,-5-15-1,5 19-24,-1 1 0,0 0 0,0 0 0,-1 0 0,0 0 0,0 0 0,0 1 0,0-1 0,0 1 0,-1 0 0,0 0 0,0 0 0,0 1 0,-1-1 0,1 1 0,-1 0 0,1 0 0,-1 1 0,0-1 0,0 1 0,-1 0 0,1 0 0,-9-1 0,5 1-3,0 1 1,0-1-1,0 2 1,0 0-1,-15 1 1,-64 18 29,87-19-28,1 0 1,0 0-1,-1 0 1,1-1-1,0 1 1,0 0-1,-1 0 1,1 0-1,0 0 1,0 0-1,-1 0 1,1-1-1,0 1 1,0 0-1,0 0 1,-1 0-1,1-1 1,0 1-1,0 0 1,0 0-1,-1-1 1,1 1-1,0 0 1,0 0-1,0-1 1,0 1-1,0 0 1,0 0-1,0-1 1,0 1-1,0 0 1,0-1-1,0 1 1,0 0-1,0 0 1,0-1-1,0 1 1,0 0-1,0-1 1,0 1-1,0-1 1,2-11-23,0 6 5,1 0-1,0 1 1,1-1 0,-1 0-1,1 1 1,0 0 0,1 0 0,-1 0-1,1 1 1,0 0 0,8-7-1,3-2-36,214-209-2035,-224 216 2077,-1-1-1,0 1 1,-1-1 0,1-1-1,-1 1 1,-1 0-1,1-1 1,-2 0 0,1 0-1,-1 0 1,0 0-1,0 0 1,-1 0 0,0-1-1,-1 1 1,1 0-1,-2-1 1,-1-13-1,-4-6 151,-1 1-1,-1-1 0,-1 1 0,-14-27 0,4 7-322,9 20 409,-2 0 0,-20-34 0,30 58 62,-1 6-70,2 0-204,-1 0 1,0-1-1,1 1 1,0 0-1,0 0 0,-1 0 1,2 0-1,-1 0 1,0 0-1,1 0 1,-1 1-1,1-1 1,0 0-1,0 0 1,1 5-1,9 60 10,-6-48-7,82 403-2,-75-360-12,25 161-5,-35-167 33,-2-28 4,1-26 29,6-7 51,4-7-103,-1 0 0,1-1-1,-2 0 1,0 0 0,10-19-1,15-24-18,-18 35-4,28-31 1,-36 44 12,1 0 1,-1 1 0,1 0 0,0 0-1,1 0 1,-1 1 0,11-4-1,-18 9 1,-1-1 0,1 1 0,-1 0 0,1-1 0,0 1 0,-1 0 0,1 0 0,-1 0 0,1 0 0,0-1 0,-1 1 0,1 0 0,0 0 0,-1 0 0,1 0 0,0 1 0,-1-1 0,1 0 0,-1 0 0,1 0 0,0 0 0,-1 1 0,1-1 0,-1 0 0,1 1 0,0-1 0,-1 0 0,1 1 0,-1-1 1,1 1-1,0 1-1,0-1 1,0 1 0,-1-1 0,1 1 0,-1-1 0,0 1 0,1-1 0,-1 1 0,0-1 0,0 1 0,0 0 0,0 1 0,-1 5-1,0-1 0,0 0 0,0 0 0,-1 0 0,-3 8 0,-4 3 1,-1 0 0,-1 0 0,0-1 0,-1 0 0,-1-1 0,-26 25 0,19-22-5,0-2-1,-2 0 0,0-1 0,-38 20 1,53-33-7,1 1 1,-1-1 0,0 0-1,0-1 1,0 0 0,0 0-1,-1 0 1,1-1 0,-11 1-1,18-2 0,-1 0-1,0 0 0,0-1 1,1 1-1,-1 0 0,0 0 1,0 0-1,1-1 0,-1 1 0,0 0 1,1-1-1,-1 1 0,1 0 1,-1-1-1,0 1 0,1-1 1,-1 1-1,1-1 0,-1 1 1,1-1-1,-1 1 0,1-1 1,0 0-1,-1 1 0,1-1 1,0 0-1,-1 1 0,1-2 1,0 0-30,-1 1 0,1-1 1,0 1-1,0-1 0,0 0 1,1 1-1,-1-1 0,0 0 1,1 1-1,-1-1 0,1 1 1,1-4-1,24-35-333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54.2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297 87 20636,'-200'105'370,"192"-101"-374,1 2-1,-1-1 1,1 1 0,0 0 0,0 1 0,1-1-1,0 1 1,0 1 0,-5 8 0,7-11 27,1 0 1,0 0-1,1 1 1,-1 0-1,1-1 1,1 1-1,-1 0 1,1 0-1,0 0 1,0 0 0,0 0-1,1 0 1,0 0-1,1 11 1,0-15-25,-1 0 1,0 0-1,1 0 1,-1 0-1,1-1 1,0 1-1,0 0 1,0 0-1,0 0 1,0-1 0,0 1-1,0 0 1,0-1-1,1 1 1,-1-1-1,0 1 1,1-1-1,0 0 1,-1 0 0,1 0-1,0 0 1,-1 0-1,1 0 1,0 0-1,0 0 1,0-1-1,0 1 1,0-1-1,0 1 1,0-1 0,0 0-1,0 0 1,0 0-1,3 0 1,1 0-11,1-1 0,-1 0 0,0-1 0,1 1 0,-1-1 0,0-1 0,0 1 0,0-1 0,8-5 0,3-3-3,0-2-1,0 0 0,-2-1 1,0-1-1,0 0 1,-1-1-1,16-26 0,5-13 23,28-61 0,-60 109-10,0 1 0,0 0-1,0 1 0,1-1 0,0 1 0,0-1 0,8-7 1,-12 13 2,0-1 0,1 1 0,-1 0 0,1-1 0,-1 1 0,0 0 0,1 0 0,-1-1 0,1 1 0,-1 0 0,1 0 0,-1 0 0,1 0 0,-1-1 0,0 1 0,1 0 0,-1 0 0,1 0 0,-1 0 0,1 0 0,-1 0 0,1 0 0,-1 0 0,1 1 0,-1-1 0,1 0 0,-1 0 0,1 0 0,-1 0 0,1 1 0,-1-1 0,0 0 0,1 0 0,-1 1 0,1-1 0,-1 0 0,0 1 0,1-1 0,-1 0 0,0 1 0,1-1 0,-1 1 0,0-1 0,0 0 0,0 1 0,1-1 0,-1 1 0,0-1 0,0 1 0,0 0 0,6 24 0,-4 10-1,3-1 1,16 65-1,-21-99-1,0 0 1,0 1-1,0-1 0,1 0 0,-1 0 1,0 1-1,0-1 0,0 0 0,0 1 0,0-1 1,0 0-1,0 0 0,0 1 0,1-1 1,-1 0-1,0 0 0,0 1 0,0-1 0,1 0 1,-1 0-1,0 0 0,0 1 0,1-1 1,-1 0-1,0 0 0,0 0 0,1 0 1,-1 0-1,0 1 0,1-1 0,-1 0 0,1 0 1,5-9-75,5-24-270,-9 24 142,33-95-5693,-15 40 3494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54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98 9266,'-7'-38'1096,"-2"1"1401,9 20-321,2 12-503,9 27-529,1 20-312,10 36-432,6 24-96,-6 26-184,6 5-48,-9-11-72,0-14-72,3-34-296,-1-17-368,-4-29-3545,-1-14-64,-6-18 2849</inkml:trace>
  <inkml:trace contextRef="#ctx0" brushRef="#br0" timeOffset="1">453 564 11787,'0'13'4248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56.0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182 255 19140,'-14'18'261,"1"0"0,1 2-1,-13 25 1,19-31-232,1-1-1,1 1 1,0-1-1,1 1 1,0 0-1,-1 21 1,3-10 23,1-1 0,5 40 0,-4-52-1,1-2 0,0 1 0,1 0-1,1 0 1,-1-1 0,2 1 0,-1-1 0,7 10-1,-9-18-26,-1 1 0,1-1 0,0 0 0,0 0-1,0 0 1,0-1 0,0 1 0,0 0-1,0-1 1,1 1 0,-1-1 0,1 0 0,-1 0-1,1 0 1,-1 0 0,1 0 0,-1 0-1,1-1 1,0 1 0,-1-1 0,1 0 0,0 0-1,0 0 1,-1 0 0,1 0 0,0-1-1,-1 1 1,1-1 0,0 0 0,-1 1 0,1-1-1,-1-1 1,5-1 0,4-3 44,0-1 0,0 0 0,-1 0 0,0-1 0,16-16 0,-6 3-53,-1-1 0,-1-1 0,-1 0 0,-1-1 0,-1-1 0,-1 0 1,-2-1-1,13-37 0,-19 47-11,-1-1 0,0 0 1,-2 0-1,0-1 0,-1 1 0,-1-1 1,0 1-1,-1-1 0,-1 0 0,-1 1 1,0-1-1,-2 1 0,0 0 1,-11-31-1,12 41-3,0 0 0,-1 0 0,0 1 0,0-1 0,-1 1 0,0 0 0,0 0 0,0 0 0,0 1 0,-1 0 0,0 0 0,0 0 0,-1 1 0,1 0 0,-1 0 0,0 1 0,0-1 0,0 2 0,-1-1 0,1 1 0,-1 0 0,1 0 0,-16 0 0,10 1 1,0 1-1,0 1 1,0 0 0,0 1-1,0 1 1,0 0 0,0 0 0,1 1-1,0 1 1,0 0 0,0 1-1,0 0 1,-14 10 0,17-9-7,0 0 1,0 1-1,1 0 0,-1 0 1,2 1-1,-1 0 0,2 0 1,-1 1-1,1-1 0,-8 19 1,12-24-37,0 1 1,1-1 0,0 0 0,0 0-1,0 1 1,0-1 0,0 0-1,1 1 1,0-1 0,0 1-1,0-1 1,1 0 0,-1 1 0,1-1-1,0 0 1,1 1 0,-1-1-1,0 0 1,1 0 0,0 0 0,0 0-1,1 0 1,-1-1 0,1 1-1,-1-1 1,1 1 0,0-1-1,0 0 1,1 0 0,6 5 0,-2-3-635,0-1 0,0 1 0,0-1 0,13 3 0,47 15-1932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56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180 129 20276,'12'69'805,"21"146"-236,-27-159-595,-4 105 0,-5-109 28,-2-1 1,-2 0-1,-3 0 1,-1-1-1,-19 50 1,14-71 3,16-29-6,0 1 0,-1 0 1,1-1-1,-1 1 0,1-1 0,0 1 0,-1-1 0,1 1 1,-1-1-1,0 1 0,1-1 0,-1 1 0,1-1 1,-1 1-1,0-1 0,1 0 0,-1 0 0,0 1 1,1-1-1,-1 0 0,0 0 0,0 0 0,1 0 1,-1 1-1,0-1 0,1 0 0,-1 0 0,0-1 0,0 1 1,1 0-1,-1 0 0,0 0 0,1 0 0,-1-1 1,0 1-1,1 0 0,-1 0 0,0-1 0,1 1 1,-1-1-1,0 1 0,1-1 0,-1 0 0,-2-2 0,0-1 0,0 0-1,1 0 1,-1 0-1,1-1 1,0 1 0,0-1-1,1 1 1,-2-6-1,-9-46-7,10 40 7,-21-103-11,-1 1 867,-14-204 0,38 304-770,0 0 1,1 0 0,2 0 0,-1 1-1,2-1 1,0 0 0,2 1 0,0 0-1,15-32 1,-16 40-90,1 0 1,0 0-1,0 0 0,1 0 1,0 1-1,0 0 0,1 1 1,0 0-1,0 0 0,1 0 0,0 1 1,0 1-1,1-1 0,-1 2 1,1-1-1,0 1 0,19-5 0,-25 8-17,1 0 0,-1 0 0,1 1 0,-1-1 0,1 1-1,0 0 1,-1 0 0,1 1 0,-1-1 0,1 1 0,0 0-1,-1 0 1,0 1 0,1-1 0,-1 1 0,0 0-1,0 0 1,0 1 0,0-1 0,0 1 0,5 4 0,-5-2-16,1 0 1,-1 1 0,0 0 0,0 0 0,0 0 0,-1 0-1,0 0 1,0 1 0,-1-1 0,0 1 0,0 0 0,0 0-1,0 10 1,1 8-122,0 35-1,-3-50 35,0 1-1,-1-1 0,0 0 1,-1 0-1,0-1 0,-6 16 1,0-12-1002,7-12 990,1-1 0,-1 0 0,1 0 0,-1 1 0,1-1 0,0 0-1,-1 0 1,1 0 0,-1 0 0,1 0 0,-1 0 0,1 1 0,-1-1 0,1 0 0,-1 0 0,1-1 0,-1 1 0,1 0 0,-1 0 0,1 0-1,-1 0 1,1 0 0,-1 0 0,1-1 0,-1 1 0,1 0 0,-1-1 0,-13-11-2530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56.6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 12643,'24'-12'2176,"2"9"1217,-5 6-1753,0 22-856,-1 9-231,3 22-313,6 7-32,9 14-56,-3 0-32,8-1-56,-5-8-24,-3-13-72,-4-13-24,-7-23-80,-7-9-40,-6-22-240,-3-5-681,-9-18 609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58.1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8 911 18852,'-1'0'64,"1"0"0,-1 1 0,1-1 0,-1 1 0,1-1 0,-1 1 0,1-1 0,0 1 0,-1-1 0,1 1 0,-1-1 0,1 1 0,0-1 0,0 1 0,-1-1 0,1 1 0,0 0 0,0-1 0,0 1 0,0 0 0,-1-1 0,1 1 0,0-1 0,1 2 0,-1-1-37,0-1 0,1 0 1,0 1-1,-1-1 1,1 0-1,-1 1 1,1-1-1,-1 0 0,1 1 1,0-1-1,-1 0 1,1 0-1,-1 0 1,1 0-1,0 0 1,-1 0-1,1 0 0,0 0 1,0 0-1,40-6 111,-29 2-133,1-1 1,-1 1 0,0-2-1,0 0 1,-1 0-1,12-9 1,62-53 20,-56 43 77,35-23 0,-56 43-98,0 1 0,0 0 0,0 1 0,1-1 0,-1 2 0,1-1 0,0 1 0,-1 1 0,1-1 0,0 2 0,9-1 0,-71 11-11,47-10 27,-1 0 0,1 1 0,0-1 0,-1 1 0,1 0-1,0 1 1,0-1 0,-11 6 0,15-6-15,0 0 1,-1 1-1,1-1 1,0 1-1,0 0 0,0 0 1,1 0-1,-1 0 1,0 0-1,1 0 0,-1 0 1,1 0-1,0 1 1,0-1-1,0 0 0,0 1 1,0-1-1,0 1 1,1-1-1,-1 1 0,1 0 1,0-1-1,0 5 1,-1-1 3,2 0 0,-1 0 1,1 0-1,-1 0 0,2 0 1,-1 0-1,1 0 0,0-1 0,0 1 1,0-1-1,4 7 0,-5-10 8,0-1 0,1 1 0,-1-1-1,0 1 1,0-1 0,1 0-1,-1 1 1,1-1 0,-1 0 0,1 0-1,0 0 1,-1 0 0,1 0-1,0 0 1,0-1 0,0 1 0,-1-1-1,1 1 1,0-1 0,0 0-1,0 1 1,0-1 0,0 0-1,0 0 1,0 0 0,0-1 0,0 1-1,-1 0 1,1-1 0,0 1-1,0-1 1,0 0 0,0 0 0,-1 1-1,1-1 1,0 0 0,-1 0-1,1-1 1,1 0 0,13-11 61,0 0-1,-1-1 1,0-1 0,-1 0 0,-1-1 0,-1-1 0,0 0-1,-1 0 1,13-28 0,-23 42-2,-1 9-51,-2 47-10,-1-24-6,4 41 0,-1-62-12,1 0 1,0-1 0,0 1-1,1-1 1,0 0 0,1 1-1,-1-1 1,1 0 0,1 0-1,5 9 1,-9-15 1,1-1-1,-1 1 1,1 0-1,-1-1 1,1 1-1,-1-1 1,1 1 0,-1-1-1,1 1 1,-1-1-1,1 1 1,0-1-1,-1 1 1,1-1 0,0 0-1,-1 0 1,1 1-1,0-1 1,0 0-1,-1 0 1,1 0-1,0 0 1,0 1 0,-1-1-1,1 0 1,0-1-1,0 1 1,1 0-1,-1-1 0,1 0 0,0 1 0,-1-1 0,1 0 0,-1-1 0,1 1 0,-1 0-1,1 0 1,-1-1 0,0 1 0,2-3 0,3-5-5,0 0 0,-1-1 1,5-10-1,-2-2-26,8-31 0,-12 38-18,0 0 1,0 1-1,2 0 0,0 0 1,0 0-1,9-13 1,-12 24 41,0 0 0,0 0 0,0 1 0,0 0 1,0-1-1,0 1 0,1 0 0,-1 0 0,1 1 0,-1-1 0,1 1 0,0-1 1,0 1-1,-1 1 0,1-1 0,0 0 0,7 1 0,-6-1 2,0 1-1,0 0 1,0 1-1,0-1 0,1 1 1,-1 0-1,0 0 1,0 1-1,-1-1 1,1 1-1,0 0 1,0 1-1,4 2 1,-7-3 11,0 0 0,-1-1 1,1 1-1,0 1 0,-1-1 1,0 0-1,1 0 0,-1 0 1,0 1-1,0-1 0,0 1 1,0-1-1,-1 1 0,2 4 1,-2-6 291,8-12-237,-4 3-58,1 0-1,0-1 0,-1 0 1,0 0-1,4-13 0,-5 12-1,1 1 0,0-1 0,1 1 0,0 0 0,0 0 0,1 0 1,7-7-1,-10 12-1,-1 1 1,1 0-1,0 0 1,0 0 0,0 0-1,0 1 1,1-1-1,-1 1 1,1 0 0,0 0-1,-1 0 1,1 0-1,0 1 1,0-1-1,0 1 1,0 0 0,0 1-1,0-1 1,0 0-1,5 1 1,-7 1 0,-1-1 0,0 1 1,1-1-1,-1 1 0,0 0 0,1-1 0,-1 1 0,0 0 1,0 0-1,1 0 0,-1 0 0,0 0 0,0 0 0,0 0 1,0 1-1,-1-1 0,1 0 0,0 1 0,0-1 1,-1 0-1,1 1 0,0 2 0,10 40 5,-7-27-6,-2-9-1,-1-1 5,1-1 1,0 1-1,0-1 0,0 0 0,4 7 0,-6-13-2,1 1 1,-1 0-1,1 0 1,-1-1-1,1 1 1,0 0-1,-1-1 1,1 1-1,-1-1 0,1 1 1,0-1-1,0 1 1,-1-1-1,1 1 1,0-1-1,0 1 1,-1-1-1,1 0 1,0 0-1,0 1 0,0-1 1,0 0-1,0 0 1,-1 0-1,1 0 1,0 0-1,0 0 1,0 0-1,0 0 1,0-1-1,0 1 0,-1 0 1,1 0-1,0-1 1,0 1-1,0 0 1,-1-1-1,1 1 1,0-1-1,0 1 1,-1-1-1,1 1 0,-1-1 1,1 0-1,0 1 1,-1-1-1,1-1 1,6-7 5,0 0 0,0-1 1,-1 0-1,-1 0 0,0-1 0,0 0 1,-1 0-1,3-14 0,8-16-7,-13 37 1,7-21-6,2 1 0,0 0 1,2 1-1,21-31 0,-14 35-12,-19 18 2,-4 6 6,-9 3 9,-26 20 1,29-21 1,-1 0-1,1 1 1,-12 13-1,11-11 0,5-4-1,0 0 1,1 0-1,0 1 0,0 0 1,0-1-1,1 1 1,0 0-1,0 1 0,0-1 1,1 0-1,1 1 0,-1 0 1,1-1-1,0 1 1,1 0-1,0-1 0,1 10 1,-1-16-1,0 0 0,0 0-1,0 0 1,0 0 0,0 0 0,0 0 0,1 0 0,-1 0 0,0-1 0,1 1 0,-1 0 0,1 0 0,-1 0 0,1 0 0,-1 0-1,1 0 1,-1-1 0,1 1 0,0 0 0,0-1 0,-1 1 0,1 0 0,0-1 0,0 1 0,0-1 0,0 1 0,0-1 0,0 1-1,-1-1 1,1 0 0,0 1 0,0-1 0,0 0 0,0 0 0,0 0 0,0 0 0,0 0 0,0 0 0,0 0 0,0 0 0,0 0-1,0 0 1,2-1 0,1 0 2,0 0-1,0-1 1,0 1-1,0-1 0,-1 0 1,1 0-1,0 0 1,-1-1-1,5-4 0,0 0-1,0-1 0,-1 0 1,0 0-1,-1-1 0,0 0 0,0 0 0,-1 0 0,0-1 0,0 0 0,-1 0 0,-1 0 0,0 0 0,0-1 0,-1 1 0,0-1 0,-1 0 0,0 0 0,0 1 1,-2-1-1,-1-14 0,2 25 0,0 0 0,0 0 0,0 0 0,1 0 0,-1 0 0,0 0 0,0 0 0,0 0 0,0-1 1,0 1-1,0 0 0,0 0 0,0 0 0,0 0 0,0 0 0,0 0 0,1 0 0,-1 0 0,0 0 1,0 0-1,0 0 0,0 0 0,0 0 0,0 0 0,0 0 0,1 0 0,-1 0 0,0 0 0,0 0 0,0 0 1,0 0-1,0 0 0,0 0 0,0 0 0,1 0 0,-1 0 0,0 0 0,0 0 0,0 0 0,0 0 0,0 0 1,0 0-1,0 0 0,0 0 0,0 0 0,1 0 0,-1 0 0,0 1 0,0-1 0,0 0 0,0 0 0,0 0 1,0 0-1,0 0 0,0 0 0,0 0 0,18 6-16,22-4 8,-39-3 8,1 0-1,-1 1 1,1-1 0,-1 0-1,1 0 1,-1 0 0,0 0-1,1 0 1,-1-1 0,0 1-1,0 0 1,0 0 0,0-1-1,0 1 1,0-1 0,0 1-1,-1-1 1,1 1 0,0-1-1,-1 1 1,1-1-1,-1 0 1,0 1 0,1-4-1,1-2 1,8-25-33,-1 0-1,7-59 1,-14 70 11,0 1 1,-2-1-1,-1 1 0,0-1 0,-8-34 0,8 51 16,1 12 6,6 23 7,16 47-20,0 11-186,5-2-1,43 96 0,-36-121-517,-2-21 229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58.3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12083,'8'42'2736,"6"4"4162,22 29-6938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0:06.7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 6681,'65'-17'-56,"-4"-6"128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0:06.9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0 4561,'-19'11'168,"-4"1"-640,-4-2-672,-8 4 736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0:07.4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0 241 5785,'0'0'65,"0"1"1,0-1-1,0 1 0,0-1 0,0 1 0,1-1 0,-1 1 0,0-1 1,0 1-1,0-1 0,1 1 0,-1-1 0,0 1 0,0-1 0,1 1 0,-1-1 1,0 0-1,1 1 0,-1-1 0,1 0 0,-1 1 0,0-1 0,1 0 1,-1 1-1,1-1 0,-1 0 0,2 1 0,18 1 443,25-10-433,-43 7 11,57-17 538,0-3 0,81-41 0,41-16 1405,-149 66-1074,1 1 1,0 2-1,0 1 1,1 2-1,45-3 1,-75 9-896,-20 12-16,7-8-26,0-2-1,0 1 1,0-1 0,0-1-1,-15 1 1,-10 3 16,-186 42 6,188-37-33,0 1 0,1 1 1,0 2-1,-46 29 0,74-42-6,1 1 0,0 0 0,-1-1-1,1 1 1,0 0 0,1 0 0,-1 0 0,0 1 0,0-1 0,1 0 0,-1 1-1,1-1 1,-2 5 0,3-7 1,0 1-1,0 0 0,0 0 1,0-1-1,0 1 1,0 0-1,0-1 1,0 1-1,0 0 0,0 0 1,0-1-1,0 1 1,0 0-1,1-1 1,-1 1-1,0 0 1,0-1-1,1 1 0,-1 0 1,1-1-1,0 2 1,0-1 2,0 0 0,1 0 0,-1 0 0,1 0 0,-1-1 0,1 1 0,-1 0 0,1-1 0,-1 1 0,1-1 0,0 1 0,-1-1 0,3 0 0,8 1 10,-1 0 0,0-2-1,0 1 1,1-1 0,-1-1 0,0 0 0,0-1 0,16-6 0,90-41 55,-85 35-51,56-26 99,174-73 670,-258 112-875,-5 2 65,-1 0-1,0 1 1,0-1-1,0 1 1,0-1-1,1 1 1,-1-1-1,0 1 1,-2 1 0,-7 3-35,-115 32-482,-154 26-1,223-52-249,45-10-3526,14-8 2621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6:40:54.61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2087 364 1225 0,'5'-16'-34'0,"0"-2"74"0,0 4 7 16,2 8-12-16,0 2-8 16,-1 16-16-16,-2 4-1 15,-2 17-6-15,1 8 0 16,-1 11 2-16,1 10-4 15,-2 8 1-15,-3 6-1 16,0 4 0-16,0 0 0 16,0-2 0-16,3 0 0 0,-2-5-2 15,1-3 4-15,2-12-2 16,-2-6 0-16,1-11-4 16,0-7-4-16,-3-15-48 15,1-6-90-15,-1-15 88 16</inkml:trace>
  <inkml:trace contextRef="#ctx0" brushRef="#br0" timeOffset="383.83">2620 361 707 0,'20'3'7'15,"-6"4"198"-15,1 3-11 0,-3 7-76 16,-2 2-23-16,3 16-44 15,-1 11-11-15,0 22-9 16,-2 12-4-16,-7 10-7 16,-2 1-7-16,-6-2-5 15,4-4-4-15,-4-12-2 16,-3-7 0-16,0-16 0 16,-3-12-2-16,1-17-25 15,2-7-53-15,-4-14 53 16</inkml:trace>
  <inkml:trace contextRef="#ctx0" brushRef="#br0" timeOffset="687.75">2167 936 1305 0,'76'-5'-2'15,"-3"-3"15"-15,3-1 7 0,-1 0-1 16,0-1-3-16,-1 0-7 15,-4 0-3-15,-8-2-12 16,-9-1-9-16,-10-1-37 16,-11 1-204-16,-7 5 150 15</inkml:trace>
  <inkml:trace contextRef="#ctx0" brushRef="#br0" timeOffset="1269.35">2944 1128 880 0,'-1'33'-136'15,"0"1"117"-15,-4-1 240 16,0 1-9-16,1 1-88 16,1-1-29-16,7-3-33 15,7-3-16-15,11-6-23 16,9-4-5-16,8-10-12 16,6-7-1-16,3-12-1 15,-3-8 0-15,-2-10 1 16,-2-4-2-16,-8-8-3 15,-4-1-8-15,-15-4-2 16,-10 0 3-16,-13 0-11 0,-9 3 9 16,-14 9-5-16,-8 4 2 15,-10 17 10-15,-4 8 0 16,-6 10 4-16,3 6 2 16,5 6-2-16,7 0-2 15,16-1-8-15,6-1-11 16,17-4-107-16,6 2-85 0,9-1 104 15</inkml:trace>
  <inkml:trace contextRef="#ctx0" brushRef="#br0" timeOffset="1884.04">3363 1140 821 0,'7'12'-196'15,"0"-1"119"-15,0 3 302 0,-2 2 23 16,-2 5-88-16,-1 1-32 15,-7 4-47-15,1 1-15 16,0-2-33-16,0-1-10 16,6-6-11-16,3-4-4 15,11-5-7-15,2-2 3 16,4-10-2-16,1-5 0 0,3-9 0 16,1-5 0-1,-1-3 0-15,0-2-2 0,-7-2 6 16,-2 0-6-16,-7 1 0 15,-2 2 0-15,-3 7 0 16,-2 6-3-16,0 6-2 16,-3 7 3-16,0 0-4 15,8 14 4-15,-4 8 0 16,0 3 4-16,-1 5 0 16,2 1 0-16,1-3 2 15,1-1-4-15,5-6 2 16,0-3 3-16,4-8 4 15,3-2 0-15,5-7 0 16,0-4-3-16,2-11 0 16,1-4 0-16,0-9 0 0,2-3-3 15,-5-3 0 1,-6-4 0-16,-8-2-3 16,-6 0-12-16,-6 1-49 0,-2 3 5 15,-2 6-186-15,0 4 153 16</inkml:trace>
  <inkml:trace contextRef="#ctx0" brushRef="#br0" timeOffset="2851.81">5273 317 939 0,'1'25'-45'16,"-9"19"163"-16,-2 11 10 0,-4 23-15 15,-3 11-28-15,-3 8-50 16,1-1-10-16,2-13-17 16,5-10-5-16,7-19 1 15,2-9-2-15,4-18 4 16,3-8-2-16,2-13 4 16,0-7 1-16,1-18-11 15,-2-8-7-15,-3-14-22 16,-2-5-2-16,-5-4 13 15,-5 4 11-15,-3 5 22 16,-6 3 3-16,-1 14-3 16,-3 6 1-16,-3 18-2 15,0 11-3-15,0 16-1 16,0 12 0-16,5 14-4 16,4 9 0-16,7 3-3 15,7-2 1-15,12-10 2 0,8-10-4 16,7-15-2-16,3-8 6 15,6-12 2-15,2-7 6 16,12-7-1-16,4-6-3 16,7-9-4-16,0-1-4 15,-2-8 0-15,-4-3-2 16,-8 3 0-16,-6-2 4 16,-11 8-2-16,-6 5 4 0,-10 7-2 15,-11 12-2-15,0 0 4 16,-1 2 0-16,-9 17-1 15,-3 6 3-15,-2 9-4 16,0 3 4-16,5-3 0 16,3 1-2-16,8-9-2 15,6-4-2-15,9-9 0 16,4-5-2-16,12-8 4 16,5-7 1-16,7-11-3 15,2-5 2-15,-4-9-4 16,-2-5 1-16,-12-7-1 15,-6 0 0-15,-15 0 2 16,-10 2-8-16,-17 9-4 16,-8 5 1-16,-19 15 1 15,-8 8 8-15,-12 14 2 0,2 6 0 16,11 9-12-16,9-2-38 16,24 2 35-16</inkml:trace>
  <inkml:trace contextRef="#ctx0" brushRef="#br0" timeOffset="3782.8">7177 883 1520 0,'-4'59'0'0,"2"1"2"16,2-1 0-16,6-10-2 16,5-6 0-16,5-17 0 0,0-7-2 15,3-12 4-15,2-8 2 16,4-12 1-16,2-10 3 15,5-15-8-15,3-5-8 16,-5-8-5-16,-3-1-5 16,-6 4 5-16,-5 0 3 15,-5 10 2-15,0 8 3 16,-10 14-5-16,-4 9 8 16,-3 18 2-16,-3 11 0 15,-1 20 8-15,0 7-6 0,1 11 0 16,0 1 0-16,8-11-2 15,0-5 0-15,9-17-6 16,4-8 4-16,8-15 6 16,5-7 3-16,9-14 7 15,2-6-4-15,3-12-3 16,-1-5-3-16,-3-6-4 16,-4-3-2-16,-8-4-5 15,-2 2-1-15,-9 4-8 16,-3 4-11-16,-5 11-44 15,-5 6-57-15,-2 14 73 16</inkml:trace>
  <inkml:trace contextRef="#ctx0" brushRef="#br0" timeOffset="4182.91">8162 1148 1655 0,'44'-7'-118'0,"-8"-11"107"16,-4-4 7-16,-12-7 4 16,-7-3 6-16,-10-4-8 15,-5-4-10-15,-10-6-50 16,-5 0-13-16,-10 0-22 15,-4 5 8-15,-10 13 52 16,-4 8 12-16,-11 20 32 16,-1 7 15-16,1 19 20 15,2 12 7-15,13 18 7 16,4 8-2-16,13 9-7 16,7 2-5-16,15-4-9 15,7-5-12-15,14-16-13 16,7-7 0-16,14-21-10 15,8-10-4-15,18-20 0 16,12-10-3-16,11-15-22 0,6-4-31 16,7-3 37-16</inkml:trace>
  <inkml:trace contextRef="#ctx0" brushRef="#br0" timeOffset="5420.35">9755 502 1501 0,'9'95'-14'0,"-9"-1"12"0,-4 0 2 16,-7-9 0-16,0-6 4 16,0-13 2-16,1-10 1 15,6-17 1-15,-2-9 2 16,4-17 0-16,2-13-3 16,0 0 1-16,-5-2-14 0,3-17-25 15,2-7-19-15,-4-12-12 16,-2-5 10-16,-3-1 26 15,-2 2 19-15,-2 7 12 16,1 3 3-16,-5 12-4 16,0 5 0-16,-5 11-4 15,-5 9 2-15,-6 13 2 16,-4 8 5-16,-3 12 1 16,0 4-2-16,5 4 4 15,8-2 3-15,11-7 2 16,9-6 5-16,15-11-5 15,6-3 1-15,14-6-5 16,6-4 1-16,11-5-8 16,7-2-1-16,9-6-1 15,5-2-2-15,4-2 0 16,1 0-2-16,-4 1 2 0,-3 2-2 16,-12-1 0-16,-7 2 0 15,-14-3-2-15,-6 2 0 16,-13-1 0-16,-4-3 2 15,-3 4 0-15,-2 0 0 16,1 2 0-16,-1 2-4 16,1-2 2-16,-4 5-1 15,0 0-1-15,0 0 2 16,1 0 2-16,0 0 0 0,1 0 0 16,0 0 0-16,32-7 2 15,-22 1-2-15,2-7 0 16,1-4 0-16,-5-4 2 15,-2-3-2-15,-9-2-2 16,-5 0 4-16,-10 3-2 16,-6 1 2-16,-7 9 1 15,-5 2-3-15,-3 13 0 16,1 7 4-16,2 14 2 16,5 7-2-16,7 10 0 15,3 5-4-15,15 3 4 16,8 2 5-16,15-5 1 15,9-4 6-15,13-9 5 16,4-6-12-16,12-14-9 16,5-7 0-16,7-15-18 0,0-7-8 15,-5-14 14-15,-3-6-5 16,-10-13-26-16,-3-5-7 16,-9-11-29-16,-3-1-28 15,-7-4-109-15,-1-4-139 16,-7-3 137-16,-6 3 99 15,-4 10 115-15,-5 10 89 16,-4 22 46-16,0 11 56 0,-6 17 24 16,-2 9-31-16,-4 24-81 15,0 10-16-15,-3 34-4 16,-5 12-5-16,-3 15-41 16,-2 4-12-16,3-11-17 15,5-7-4-15,6-20 0 16,3-13-4-16,3-23-9 15,-1-12-14-15,-2-17-30 16,-2-11-45-16,-3-13 61 16</inkml:trace>
  <inkml:trace contextRef="#ctx0" brushRef="#br0" timeOffset="5633.7">10464 834 1427 0,'54'-2'2'0,"2"-1"2"16,1 3-4-16,-4 0-2 16,-10-1-16-16,-7 0-48 15,-15 0-244-15,-7-1 169 0</inkml:trace>
  <inkml:trace contextRef="#ctx0" brushRef="#br0" timeOffset="6235.53">10771 937 600 0,'2'24'251'0,"5"1"-49"16,5-4-82-16,7-1-46 16,5-3-12-16,9-6-12 15,5-7-3-15,4-10-11 16,5-4-3-16,-5-9-4 15,0-2-1-15,-8-4-10 16,-6-4 9-16,-8 0-21 16,-7-2-12-16,-10 0-18 15,-5 0 8-15,-9 3 5 16,-3 2-1-16,-6 6 6 0,-1 6 2 16,-6 10 4-16,-1 6 4 15,-9 12-2-15,-2 7 4 16,-1 15 2-16,-3 4 3 15,9 10 13-15,4 3 18 16,12-1 0-16,8-4-1 16,13-8 1-16,9-7 0 15,10-12-9-15,8-7 0 16,9-11-6-16,6-6-9 0,7-14-3 16,1-5-9-16,1-11-12 15,-5-6-12-15,-6-3-6 16,-4-3 0-16,-9 5-3 15,-3 4 3-15,-8 13 6 16,-3 6 0-16,-3 17 3 16,0 6-3-16,-6 15-3 15,-2 7 7-15,-5 13 8 16,-6 7 6-16,-7 7 0 16,-1-3 3-16,-4-8 2 15,1-7-5-15,5-16 15 16,3-5 0-16,4-11 18 15,4-5 6-15,5-13-18 16,6-7-9-16,11-17-57 0,6-10-18 16,6-10-17-16,2-4-1 15,1-2 27-15,-7 2-25 16,0 12-65-16,-4 8-11 16,-5 15-156-16,-2 8 154 15</inkml:trace>
  <inkml:trace contextRef="#ctx0" brushRef="#br0" timeOffset="6834.49">11513 1155 1448 0,'-2'10'-8'15,"2"-3"20"-15,0-7 19 16,0 0 6-16,0 0 11 16,-7-19 27-16,9-5-51 15,3-6-24-15,5-10-24 16,3-1-9-16,5-3-6 16,3 1 5-16,5 7 17 15,5 4-1-15,0 12 5 16,-1 5-1-16,-3 14 7 0,-6 3-3 15,-2 12-4-15,-5 7 3 16,-4 9 3-16,-2 8 6 16,-10 7 12-16,-1 1-3 15,-2-2-3-15,-2-6 2 16,2-11-2-16,-3-8-2 16,3-11 6-16,5-8 7 15,0 0 1-15,-2-16-5 16,5-11-3-16,4-6-10 0,5-12 0 15,5-2 2-15,10-2 2 16,3 3 4-16,9 5-4 16,3 7 0-16,1 12 2 15,-1 8-4-15,-5 17 2 16,-4 9 0-16,-11 19 1 16,-6 9 5-16,-11 14-4 15,-6 5 13-15,-4-4-5 16,-2-5-21-16,3-14-15 15,2-12 3-15,2-16-22 16,2-8-11-16,11-14-68 16,3-7-47-16,9-10-101 15,5-3-12-15,6-5 48 16,3-1 138-16</inkml:trace>
  <inkml:trace contextRef="#ctx0" brushRef="#br0" timeOffset="7400.63">12575 1204 1297 0,'-8'50'8'16,"0"-18"-4"-16,2-10 0 15,-1-17 21-15,2-5 4 16,1-18 2-16,1-4-14 0,-1-12-26 16,-1-6-15-16,-1-6-34 15,-1-6-27-15,-4-5-70 16,1-1-37-16,3 2 48 15,3 4 69-15,14 12 123 16,4 4 25-16,13 10 54 16,3 7-6-16,4 10-31 15,2 5 0-15,0 10-40 16,2 3-7-16,-1 8 3 16,0 2 1-16,-6 7-9 15,-5 4 1-15,-7 4-14 16,-5 2-2-16,-10-2-13 15,-1-1-3-15,-9-6-1 16,2-6-3-16,-4-9 0 16,1-4 9-16,4-8 0 15,-4-5 3-15,9-11-15 0,-1-6 0 16,5-10 0-16,6-5-15 16,3-6 15-16,7 0-6 15,12 1-6-15,5 0 3 16,12 6 0-16,2 9 4 15,-4 16 5-15,-7 9 8 16,-12 23-8-16,-5 10 0 0,-18 17 0 16,-2 9-3-16,-9 5 9 15,-4 1-12-15,6-11-36 16,2-9-24-16,8-18-21 16,4-12 6-16,8-19 34 15,2-9 20-15,4-12-105 16,1-3-217-16,-2-3 196 15</inkml:trace>
  <inkml:trace contextRef="#ctx0" brushRef="#br0" timeOffset="7766.42">13546 915 1421 0,'13'10'39'0,"4"0"-8"0,5-3-14 15,3-7-7-15,-1-3-6 16,5-7 4-16,-1-2 3 16,1-5 7-16,0 1 12 15,-8-3-12-15,-4-3-18 16,-9 0-36-16,-3 0 0 16,-11-2 5-16,-7 1 0 0,-11 4 10 15,-5-1 8-15,-9 13 11 16,-4 4 4-16,-5 16 15 15,-1 13 14-15,3 17 14 16,5 7 45-16,13 9-1 16,12-1-26-16,26-6-39 15,15-5-6-15,27-15-6 16,12-9 0-16,22-18-6 16,8-7-18-16,13-12-54 15,3-6-47-15,9-4-94 16,-5-1-178-16,-9 1 200 15</inkml:trace>
  <inkml:trace contextRef="#ctx0" brushRef="#br0" timeOffset="8117.49">15425 903 1798 0,'-7'98'-9'16,"3"-5"-6"-16,2-21-9 15,2-14-15-15,0-21-20 16,2-10-34-16,2-17 2 16,-4-9-64-16,0-18 91 15</inkml:trace>
  <inkml:trace contextRef="#ctx0" brushRef="#br0" timeOffset="8366.74">15259 846 1547 0,'45'5'12'15,"-5"-2"0"-15,-1 1-6 16,4-9-3-16,1-3-3 0,0-6-12 16,-2-2-9-16,-12-1 7 15,-2 0-1-15,-7 2-14 16,-1 2-29-16,-6 4-297 16,-5 3 207-16</inkml:trace>
  <inkml:trace contextRef="#ctx0" brushRef="#br0" timeOffset="9167.28">15527 789 113 0,'-2'-6'22'0,"-2"-1"92"16,3 2 17-16,-2 0 0 16,3 5-1-16,0 0-71 15,0 0-29-15,0 0-41 16,3 6-21-16,4 4-64 15,-1-1-43-15,-1 0 91 16</inkml:trace>
  <inkml:trace contextRef="#ctx0" brushRef="#br0" timeOffset="9651.04">15634 787 1012 0,'-24'-11'43'16,"-4"9"19"-16,-2 5 13 0,-2 13-1 16,1 7-2-16,2 13-28 15,2 8-11-15,0 12-11 16,6 3-3-16,2 1-4 15,1-5 1-15,14-12-8 16,2-8-4-16,10-16-2 16,5-6-2-16,14-18 1 15,8-8-1-15,20-14 0 16,6-5-1-16,7-13-1 16,-3-4 2-16,-10-7 0 15,-6-1-4-15,-13 2 2 16,-4 3-2-16,-18 12 0 0,-3 9 2 15,-13 18 6-15,-6 13 8 16,-6 25 7-16,-2 14 2 16,-3 24 5-16,3 10-5 15,5 4-15-15,4-1-6 16,9-18-15-16,3-8-3 16,8-22 4-16,3-8 6 15,11-16 1-15,5-5-9 16,9-14-90-16,4-7-241 0,4-4 184 15</inkml:trace>
  <inkml:trace contextRef="#ctx0" brushRef="#br0" timeOffset="10301.53">17479 674 1810 0,'15'77'-9'15,"-14"-3"-3"-15,-8-2 6 16,-10-9-3-16,-5-6 9 16,-3-11 12-16,0-7 9 0,2-13 21 15,1-7 9-15,6-13-10 16,2-4-14-16,2-10-12 15,3-9-9-15,5-10-27 16,1-6-6-16,13-5-8 16,6-3-1-16,14-1 6 15,10 3 12-15,8 5 0 16,6 4 9-16,3 12 9 16,-2 5 0-16,-3 13 3 15,-4 7-3-15,-10 11-9 16,-4 6-3-16,-15 2-27 15,-9 3-21-15,-16-3-11 16,-12-2 7-16,-15 0 51 16,-8-5 13-16,-13-5 9 15,-6-1 8-15,-5-7-8 0,2-2 3 16,8-7-18-16,8-6-20 16,12-8-17-16,7-4-15 15,10-8-35-15,8 1-9 16,8 1 14-16,7 4 17 15,8 9 42-15,6 3 10 16,13 7-24-16,6 1-183 16,14 4 151-16</inkml:trace>
  <inkml:trace contextRef="#ctx0" brushRef="#br0" timeOffset="10683.79">17884 1008 1394 0,'16'10'21'15,"-2"-4"3"-15,5-8-5 16,2-4 2-16,0-4-5 16,2-5-1-16,-3-4 3 15,0-3-3-15,-5-1 1 16,-2 0 2-16,-4-1-12 16,-2 1-9-16,-5 1-34 15,-2 1 20-15,-5 3-1 16,-5 3 1-16,-8 6 13 15,-3 4 4-15,-5 11 0 0,-2 9 8 16,1 15 5-16,2 11 5 16,1 15-1-16,2 4 23 15,6 1-16-15,6-7-3 16,13-13-12-16,9-6 6 16,14-16-6-16,8-8 8 15,15-15-22-15,7-9-16 0,13-15-30 16,1-8-15-16,0-13 2 15,-5-4-7-15,-8-10-13 16,-6-2-14-16,-12-4-144 16,-3-3 137-16</inkml:trace>
  <inkml:trace contextRef="#ctx0" brushRef="#br0" timeOffset="10884.16">18617 414 1285 0,'-15'89'61'0,"-17"30"-15"16,-8 10-13-16,-10-2-14 16,0-10 1-16,13-22 13 15,6-13 3-15,15-25 32 16,8-8-5-16,8-14-52 16,3-10-19-16,10-14-25 15,4-11-36-15,8-23-40 16,4-9-62-16,-1-19 94 0</inkml:trace>
  <inkml:trace contextRef="#ctx0" brushRef="#br0" timeOffset="11116.98">18932 686 1396 0,'-1'73'43'0,"-5"5"-7"16,-2-3-9-16,-2-8-11 16,2-8-8-16,-2-17-12 15,1-9 2-15,-2-19-25 16,-1-9-20-16,-3-15-46 16,-3-7-42-16,-4-7 75 15</inkml:trace>
  <inkml:trace contextRef="#ctx0" brushRef="#br0" timeOffset="11883.92">18399 931 1825 0,'54'-8'24'0,"6"-1"21"16,2-1 5-16,4 0 1 15,6 2-33-15,0 0-6 16,4 2-12-16,1-1-3 16,-10-2-15-16,-6 1-18 0,-17-1-20 15,-12-1-16-15,-15 6 12 16,-7 0 0-16,-10 4-2 16,0 0 14-16,-10 13 12 15,0 1 21-15,2 4 18 16,-2 1 0-16,2-3 3 15,2 0 3-15,1-3 0 16,4-1 9-16,3-4 9 16,2-2 14-16,8-4 10 15,3-2 15-15,5-5-6 16,3-4-3-16,3-6-19 16,-1-5-8-16,-5-5-9 15,-1-2 0-15,-8 2-12 16,-7 2 0-16,-8 6-6 15,-8 5-3-15,-11 7 12 16,-3 3-3-16,-4 15-9 0,0 9 0 16,-1 20 0-16,2 8 0 15,5 10 0-15,3-3 12 16,12-8-12-16,7-7 0 16,9-15 12-16,6-7 6 15,6-12 18-15,2-6 6 16,10-9-7-16,3-8 1 0,7-12-18 15,0-5-3-15,6-11-9 16,-3-3 0-16,-1 3-3 16,-2 2 0-16,-7 15-3 15,-2 8 0-15,-10 14-12 16,-2 6-6-16,-10 13-9 16,-4 7 0-16,-8 15 18 15,-4 9 12-15,-7 7 15 16,-1 0 3-16,-2-5-3 15,1-8-9-15,4-14 0 16,1-7 0-16,8-12 12 16,1-3 7-16,7-10 6 15,4-6 4-15,7-13-24 16,4-9-26-16,6-17-55 16,5-5-61-16,5-9-90 15,5-2-21-15,5 1-11 0,5 2 89 16,7 9 97-16</inkml:trace>
  <inkml:trace contextRef="#ctx0" brushRef="#br0" timeOffset="12199.55">20699 472 1458 0,'11'36'-33'0,"-13"20"56"16,-9 10 10-16,-17 19 4 15,-8 5 16-15,-6 3 10 16,1-4-16-16,10-12-26 15,6-10-9-15,9-18-6 16,3-9-3-16,-3-16-15 16,2-7-68-16,-4-18-80 15,1-10-49-15,-5-13 112 0</inkml:trace>
  <inkml:trace contextRef="#ctx0" brushRef="#br0" timeOffset="12840.34">20319 997 1357 0,'44'-10'35'0,"8"-2"-10"15,13-3-9-15,3 0 9 0,3 3 19 16,1 1 16-16,-6 5 65 16,-7 1-23-1,-14 4-63-15,-9 2-21 0,-15 5-24 16,-5 2-12-16,-8 8-6 15,-4 4 3-15,-4 11 18 16,0 4 3-16,-5 4 6 16,-2-2-6-16,-2-10-9 15,-4-5 0-15,1-12-3 16,-1-6 12-16,3-9 15 16,0-5-6-16,4-13 6 15,4-5-9-15,5-15-15 16,8-4-3-16,8-14-9 15,8-5 0-15,9-9 21 16,8-5 0-16,13 3-6 0,2 1-6 16,3 17-18-16,-6 13 7 15,-11 24 17-15,-4 14 6 16,-13 26 23-16,-1 14 7 16,-12 27 9-16,-6 12-9 15,-11 11-9-15,-7 4-9 16,-6-5-6-16,-3-7-15 15,-1-13-24-15,1-11-12 16,2-21-6-16,-1-10 7 0,1-18 2 16,-2-5 12-16,0-11 11 15,-3-5 8-15,1-4-5 16,0-2-3-16,1-2-5 16,4 1 7-16,7-2 9 15,8 2 14-15,17 2 11 16,11 0 1-16,11 6 1 15,6 1-5-15,8 9-8 16,2 3 3-16,10 3-3 16,-3 3-4-16,-4 0-4 15,-3-2-15-15,-9 2-206 16,0 0 153-16</inkml:trace>
  <inkml:trace contextRef="#ctx0" brushRef="#br0" timeOffset="15000.33">2284 2054 1212 0,'1'27'29'0,"1"17"19"15,-1 9 9-15,0 21-7 16,-3 10-9-16,-4 17-20 15,-4 4-8-15,-7-2-7 16,-3-5-2-16,-2-17-2 16,-2-12 0-16,6-22 2 15,2-14-2-15,5-20 6 0,11-12 1 16,-8-3 3-16,7-15-2 16,1-19-5-16,1-11-3 15,2-18-2-15,2-8 4 16,2-11-2-16,1-8 0 15,5-10 0-15,2 0 1 0,8 0-3 16,6 6 0-16,8 19 0 16,6 9 0-16,5 23 3 15,0 13 9-15,1 23 6 16,-4 10 0-16,-4 23-9 16,-6 11-6-16,-11 18-3 15,-9 7 0-15,-16 8-6 16,-13 3 6-16,-23 8 3 15,-14 5-3-15,-16 1 9 16,-6-3-6-16,-1-15 6 16,5-12 3-16,14-20 0 15,11-12-9-15,18-21-3 16,10-11-3-16,16-20-18 16,8-10-6-16,15-14-33 15,7-4 37-15,8-5 5 0,4 1 5 16,1 11 13-1,-1 9 0-15,0 25 4 0,-3 14 1 16,-6 26 5-16,-3 13 4 16,-10 19-7-16,-5 6-3 15,-5 2-2-15,-2-4-2 16,1-14-13-16,2-9-18 16,5-23-62-16,3-12-82 15,4-18 100-15</inkml:trace>
  <inkml:trace contextRef="#ctx0" brushRef="#br0" timeOffset="15800.75">2819 2647 2007 0,'12'2'102'0,"7"4"-102"15,3 1-6-15,9-2-12 16,6-1-3-16,1-8 9 16,2-5 3-16,-1-7-3 15,-2-3-6-15,-7-7-12 16,-8-1-12-16,-9-6-26 16,-9-1-1-16,-10 1 12 0,-5 2 12 15,-9 10 27-15,-4 7 12 16,-12 15 1-16,-2 11-1 15,-4 15 6-15,1 7 3 16,3 12 0-16,3 5 5 16,2 10 7-16,2 4-6 15,10 0 9-15,5-4-9 0,15-14 0 16,7-9-6-16,16-18-3 16,8-9-3-16,16-17-63 15,8-11-62-15,15-15 27 16,5-7-11-16,8-3 11 15,0-1 18-15,-4 6 19 16,-2 4-32-16,-12 6-39 16,-7 2 10-16,-19 3 43 15,-10 0 39-15,-12 2 134 16,-6 0 57-16,-6 1 73 16,-4 0-28-16,-3 5-38 15,-3 3-33-15,-8 6 21 16,-3 6-23-16,-10 9-72 15,-2 8-12-15,-8 9-21 16,-1 2 6-16,1 6-12 16,2 1-1-16,10-2-2 15,6-2-3-15,12-9 0 0,7-5-3 16,8-9-3-16,8-8-6 16,9-11-8-16,8-7-10 15,7-9-42-15,2-3-3 16,0 1 3-16,-3 1 13 15,-4 8 35-15,-5 6 12 16,-7 13 9-16,-4 5 0 16,-7 18 6-16,-3 10-3 0,-7 23 6 15,-4 13 6-15,-9 23 0 16,-6 10 6-16,-9 17-7 16,-6 4 1-16,-12 3-9 15,-3-5-3-15,-9-23 3 16,-1-12 18-16,3-34 15 15,2-14 0-15,11-30-66 16,6-17-107-16,16-38 77 16</inkml:trace>
  <inkml:trace contextRef="#ctx0" brushRef="#br0" timeOffset="16098.97">3894 2667 1667 0,'5'21'188'16,"-4"10"146"-16,0 4-378 16,-4 2-31-16,-1-3 6 0,0-13 9 15,-1-7 46 1,5-14 14-16,0 0 5 0,-3-7-2 15,6-13-3-15,6-18-41 16,3-5-34-16,9-6-18 16,3 0-14-16,2 3 16 15,1 3 29-15,0 8-58 16,1 6-99-16,0 7 123 16</inkml:trace>
  <inkml:trace contextRef="#ctx0" brushRef="#br0" timeOffset="16499.3">4138 2781 1687 0,'12'11'99'15,"6"-2"-87"-15,6-2-36 16,8-4-6-16,2-5 3 15,3-6 15-15,-2-6 12 16,-2-10 0-16,1-3 0 16,0-9 3-16,4-2-6 15,-3-2 0-15,-5 0-9 0,-3 4-8 16,-6 4-1-16,-8 10-27 16,-3 6-12-16,-15 11 14 15,-5 4-5-15,-12 10 11 16,-5 5 11-16,-2 7 27 15,-2 3 9-15,2 5 26 16,2 3 2-16,5 6 6 16,2 1-8-16,9-1-20 15,2-2-5-15,9-10-6 16,3-7-2-16,10-14-8 16,5-10-19-16,12-21-323 15,9-12 245-15</inkml:trace>
  <inkml:trace contextRef="#ctx0" brushRef="#br0" timeOffset="16856.09">4978 2384 1699 0,'-18'36'99'0,"-3"1"24"15,4 1 2-15,0 0-20 16,8-7-61-16,8-4-26 0,6-9-30 16,11-6-53-16,15-11-55 15,4-4-26-15,15-6-4 16,1-1 49-16,-2 6 44 16,-6 4 40-16,-17 10 17 15,-12 6-4-15,-24 14 0 16,-12 4 0-16,-22 11-1 15,-9 1 3-15,-7 0 4 16,-3-5 2-16,3-14-1 16,5-7 3-16,11-16-10 15,9-8-13-15,16-15-59 16,7-7-59-16,20-11-30 16,12-3-40-16,28-7 96 15</inkml:trace>
  <inkml:trace contextRef="#ctx0" brushRef="#br0" timeOffset="17900.54">5577 2535 2693 0,'-30'41'-12'0,"6"-8"9"15,5-4 3-15,14-9-12 16,6-4-6-16,15-7-33 16,10-5-8-16,12-2 12 15,7 1 12-15,4 3 20 16,-3 5 5-16,-9 11 1 16,-8 4-11-16,-15 11-11 15,-8 2-11-15,-17 3-20 16,-12-2-1-16,-11-2 34 15,-3-5 14-15,0-11 3 16,6-6-30-16,10-16-114 16,3-10-83-16,15-14-53 15,5-9 34-15,14-13-103 16,6-6 18-16,10-5 213 16,7 3 81-16,4 8 91 0,6 9 5 15,1 17-4-15,2 9 8 16,-4 17 131-16,-3 8 30 15,-10 17 15-15,-5 7-58 16,-10 8-96-16,-3-1-20 16,-5-4-34-16,-5-7-7 15,-4-13 20-15,-3-6 21 0,-7-12 43 16,-4-4 92-16,-7-10-65 16,0-5-40-16,-2-9-74 15,2-5-42-15,4-11-59 16,2-4-25-16,7-3-2 15,4-1 33-15,12 8 65 16,4 2 1-16,11 7 1 16,5 2-10-16,7 6-4 15,2 3 6-15,8 6 15 16,0 8 20-16,0 10 25 16,-6 10 6-16,-12 12 1 15,-9 4-7-15,-10 9 1 16,-2 3 8-16,-5 0-18 15,0 2-6-15,-1-6 2 16,0-5-5-16,1-11 3 16,2-5-3-16,2-13 0 0,-1-5-3 15,1-10-3-15,0-6 3 16,-3-7-9-16,-2-1 3 16,-6-4-3-16,-4 1-3 15,-5-1-3-15,0 3 6 16,1 3-3-16,5 0 3 15,9 2-3-15,6-3-12 16,12-2-12-16,6-1 0 0,13 2 6 16,4 2 9-16,6 8 9 15,-1 6 0-15,-6 14-3 16,-1 9 3-16,-8 15 3 16,-2 6 3-16,-6 5 6 15,-7 0-9-15,-6-3 6 16,-2-4 3-16,-7-10 18 15,0-5 3-15,-1-10 18 16,0-5 6-16,8-8 29 16,4-6 4-16,9-11 14 15,6-6-14-15,11-5-50 16,4-1-20-16,13 6-20 16,-2 10-7-16,-8 14-11 15,-6 9-23-15,-22 16-69 16,-7 6-55-16,-14 6-390 15,-5 2 451-15</inkml:trace>
  <inkml:trace contextRef="#ctx0" brushRef="#br0" timeOffset="18350.9">3166 3199 1377 0,'62'-12'60'15,"14"2"83"-15,35-2-182 16,13 2 20-16,26 0 1 16,4-2 5-16,12 4 15 15,7 1 4-15,14 2 13 0,8 2 4 16,14 3 37-16,10-1 6 15,7-1-34-15,6-2-11 16,-2-2-15-16,-9-1-3 16,-12-1-3-16,-17 2 3 15,-18-2-30-15,-9 0-71 16,-37 0-249-16,-12 0 247 16</inkml:trace>
  <inkml:trace contextRef="#ctx0" brushRef="#br0" timeOffset="19216.23">8271 2480 1256 0,'62'2'68'0,"7"-2"-2"15,3 0-17-15,-1-3-32 16,-1-2-9-16,-13-6-20 16,-4-3-17-16,-14-5-198 15,-3-4 156-15</inkml:trace>
  <inkml:trace contextRef="#ctx0" brushRef="#br0" timeOffset="19899.52">9461 2498 2383 0,'-1'51'-10'0,"7"-15"10"16,5-5 0-16,9-12-2 16,3-9 2-16,9-13 4 15,2-9-1-15,13-15 4 0,4-9-1 16,1-11-9-16,-1-7-3 16,-12-7-10-16,-10 0-8 15,-16 2-63-15,-13 6-29 16,-15 9 2-16,-10 7 21 15,-19 17 82-15,-5 8 20 16,-11 16 11-16,-3 10 10 16,1 17 3-16,2 7 0 0,11 8-9 15,6 1-9-15,19-8-75 16,9-9-74-16,17-18-141 16,10-12 53-16,15-19-76 15,6-8-41-15,8-14 70 16,1-2 137-16,5-3 127 15</inkml:trace>
  <inkml:trace contextRef="#ctx0" brushRef="#br0" timeOffset="20333.9">10156 1912 2267 0,'-2'92'0'0,"-4"2"0"16,-7 0 0-16,-3-5 3 16,-3-10 0-16,-1-9 0 15,0-21-3-15,1-10 0 16,7-21 3-16,3-6 0 16,9-12-3-16,0 0-15 15,13-12-54-15,3-9-14 0,11-11 11 16,7-4 6-1,10-4 51-15,6 0 6 0,8 1-3 16,3 2 3-16,2 11 1 16,-3 6-7-16,-8 19-3 15,-6 6-3-15,-18 16-6 16,-8 6 6-16,-19 11 21 16,-10 5 0-16,-16 3 0 15,-9 0 3-15,-11-4 12 16,-4-4-3-16,-11-9 12 15,-3-4 0-15,-1-11-12 16,-3-9-12-16,7-12-78 16,7-8-42-16,11-13-93 15,8-5-20-15,27-12 138 16</inkml:trace>
  <inkml:trace contextRef="#ctx0" brushRef="#br0" timeOffset="20749.56">10940 2366 2001 0,'53'-16'-60'0,"-2"-12"60"15,-1-4 0-15,-4-7 6 16,-3-5 9-16,-5-6 3 16,-2-4 0-16,-5-4-9 15,-3 2-3-15,-12 9 9 16,-4 9-3-16,-12 16-12 16,-4 9-3-16,-13 13-6 15,-6 10-3-15,-11 21 21 16,-7 13 3-16,-4 24 0 15,-2 8 0-15,4 7 0 16,5-2-3-16,9-11-6 16,7-7 0-16,7-18-3 15,4-8 3-15,4-18-3 0,2-5-39 16,6-10-104-16,3-3-58 16,8-5-41-16,3-3 61 15,9-4-224-15,8 0 212 16</inkml:trace>
  <inkml:trace contextRef="#ctx0" brushRef="#br0" timeOffset="21732.7">11510 2268 2529 0,'-9'15'-46'0,"-6"5"44"16,0 3 2-16,-6 4 0 16,-4 0 1-16,-4 1-1 15,1 1 0-15,4-6 0 16,5-1 4-16,14-6 2 16,6-2-4-16,16-6-7 15,5-4-6-15,13-8-36 16,4-3-32-16,5-10-84 15,4-3-25-15,-7-4 57 16,0-2 44-16,-11 0 81 0,-5 1 3 16,-12 1 3-16,-3-1-3 15,-9 2-9-15,-4 2 3 16,-2 6 15-16,-1 5 21 16,-1 9 3-16,0 3 0 15,-1 14-12-15,-3 7-9 16,-1 18 3-16,-2 7 6 0,1 6 3 15,3-3-4-15,7-9-5 16,4-10-9-16,8-16-15 16,6-7-14-16,5-14-88 15,6-8-38-15,5-13-14 16,2-6 54-16,7-7 30 16,-2-2 22-16,-2 0 43 15,1 2 17-15,-6 6 2 16,1 7 6-16,-3 11 7 15,-2 8 2-15,-7 12 20 16,-3 8 0-16,-8 18 8 16,-7 5 7-16,-6 11-6 15,-4 0 3-15,-5-4-10 16,0-7 18-16,0-14-36 16,0-6-15-16,2-16-6 0,-2-7-3 15,1-16-96-15,1-8 16 16,1-9-31-16,2-6 5 15,7-3 35-15,2 2 32 16,11 1-14-16,4 4-38 16,10 5 5-16,3 4 21 15,7 8 72-15,2 6 31 16,-2 9 49-16,2 6 25 16,0 6 10-16,-2 8 9 0,-6 10-31 15,-7 4-21-15,-13 11-38 16,-6 4-12-16,-11 5 2 15,-3-2 17-15,-6-4-18 16,1-6-9-16,0-10 6 16,2-8-1-16,5-9-2 15,3-5-3-15,5-12-24 16,4-6-24-16,2-13-5 16,7-6-1-16,7-7 9 15,7 1 12-15,9 2 15 16,2 5-6-16,5 10 9 15,2 5 0-15,-5 19 3 16,-7 11 9-16,-9 21 3 16,-7 11 0-16,-8 13 0 15,-3 4-6-15,0 0-27 0,-2-4-60 16,9-15-117-16,6-9 134 16</inkml:trace>
  <inkml:trace contextRef="#ctx0" brushRef="#br0" timeOffset="22248.78">13561 2201 1096 0,'-21'1'21'0,"-4"0"87"16,-3 2 5-16,-1 0-9 16,-1 3-11-16,4 3 50 15,0 3-20-15,5 6-57 16,5 4-24-16,6 2-33 15,4 1-9-15,10-4 9 16,5-3-1-16,10-7-8 0,5-4-8 16,7-9-22-16,4-8-15 15,6-9-9-15,0-3 0 16,-2-6 21-16,-4-1 21 16,-6 2 12-16,-4 0 9 15,-9 5-3-15,-4 5 3 16,-8 9-3-16,-4 6 3 15,0 12 6-15,-3 5 6 16,0 17 3-16,1 7 0 0,4 5-12 16,4 0-3-16,7-9-18 15,2-6-12-15,4-15-45 16,2-11-59-16,4-16-107 16,3-9 164-16</inkml:trace>
  <inkml:trace contextRef="#ctx0" brushRef="#br0" timeOffset="24731.93">14721 2009 1247 0,'-31'-6'13'0,"-7"6"11"15,-1 5 3-15,6 8 11 16,5 5 7-16,12 9 3 16,2 3-5-16,8 5-20 15,3 1-5-15,7-5-9 16,7-1-3-16,8-8-2 16,3-3-2-16,9-10 7 15,1-3-3-15,6-11 12 0,-3-5-9 16,0-9 9-16,-1-5 3 15,1-6-9-15,-1-1 3 16,-8 1-6-16,-3 3-3 16,-14 9 23-16,-3 5 19 15,-8 12 39-15,-4 8 6 16,0 20-16-16,-1 12-11 16,0 27-33-16,-2 14-6 15,-3 21-12-15,-3 6-12 0,1 6-6 16,-3-2-9-16,2-13-3 15,-2-8 6-15,-5-20-3 16,-5-9 3-16,-14-15 9 16,-8-10 0-16,-6-13 18 15,-1-13-3-15,3-17 0 16,3-11-15-16,0-24-150 16,1-12-65-16,8-34 99 15</inkml:trace>
  <inkml:trace contextRef="#ctx0" brushRef="#br0" timeOffset="25433.62">15102 2277 1532 0,'-16'20'21'15,"6"0"18"-15,5-2-21 16,3-2-3-16,16-6-9 16,4-3-6-16,7-8 0 15,3-4-3-15,-3-9-9 16,-2-4 0-16,-11-3-3 15,-3-4 9-15,-10 0 3 16,-7 0 3-16,-5-1 0 16,-7 0-3-16,-5 3 6 15,0 1-3-15,1 7 9 16,5 3 6-16,6 6-9 16,5 1 6-16,8 5-9 15,0 0-3-15,10 1-3 16,10 4 3-16,12 0-3 15,2 0 3-15,8-1 3 16,0 1-3-16,-5 0 9 0,0 1 3 16,-12 2 18-16,-3 2 2 15,-5 6 7-15,-8 0-3 16,-4 5-3-16,-8 2-6 16,-7 5-3-16,-2 0-3 15,1 3 0-15,4 1-6 16,6-6-1-16,4-3 7 0,7-8 3 15,7-5 9-15,9-10 15 16,4-7 0-16,11-11-6 16,4-5-4-16,0-7-17 15,-1-1-3-15,-12-1-12 16,-7 1 0-16,-14 2 6 16,-6 2 3-16,-14 6 39 15,-7 2-13-15,-13 9-5 16,-7 7-3-16,-13 10-32 15,-5 6-1-15,8 7-7 16,7 0-7-16,16-3-103 16,12-2-152-16,17-7 138 15</inkml:trace>
  <inkml:trace contextRef="#ctx0" brushRef="#br0" timeOffset="25850.08">16203 1977 2329 0,'10'78'38'15,"-2"3"-1"1,-5-2-14-16,-3-4-17 0,-4-13-6 15,-3-9-2-15,-2-21-38 16,-1-7-33-16,-2-20-94 16,0-9-19-16,-4-15 28 15,-2-8 53-15,-1-7 93 16,-5-2 45-16,-4 3 78 16,1 3 20-16,-9 7 13 15,-1 7-7-15,-6 14-57 16,-3 7-33-16,2 16-23 15,6 7-7-15,7 14-4 16,9 4-3-16,18 0-5 16,8-3-1-16,36-15-28 15,13-9-52-15,30-19-233 16,19-9-439-16,13-23 576 0</inkml:trace>
  <inkml:trace contextRef="#ctx0" brushRef="#br0" timeOffset="26100.6">17103 1986 2632 0,'-4'94'11'15,"-2"2"-5"-15,-1-3-54 16,-1-7-117-16,2-14-815 16,1-12 802-16</inkml:trace>
  <inkml:trace contextRef="#ctx0" brushRef="#br0" timeOffset="26566.49">16945 2275 2683 0,'42'-10'-32'0,"12"1"-41"15,16-6-67-15,8 0-22 16,8 1-74-16,-1 2 27 15,-9 6 56-15,-4 4 25 16,-25 11 98-16,-13 4 12 0,-20 10 26 16,-14 5 8-16,-2 6 23 15,-1 4 54-15,2 1 2 16,4-1-8-16,1-10-42 16,0-5-18-16,-3-12-27 15,-1-11-3-15,-13-4-90 16,-2-12-45-16,-7-15-3 15,-2-6 81-15,3-12 47 16,7-4 24-16,8-9 18 16,5-3-3-16,18-6-6 15,8 1 4-15,14 7-9 16,5 5 3-16,3 20 9 16,-4 12 17-16,-2 23 16 15,-3 12 0-15,-11 26-3 0,-2 11-3 16,-10 19-1-16,-3 8-2 15,-7 6-15-15,-1-1-24 16,-4-12-179-16,-4-8-129 16,-2-28 206-16</inkml:trace>
  <inkml:trace contextRef="#ctx0" brushRef="#br0" timeOffset="26719.27">17699 2207 2654 0,'31'-5'29'0,"21"0"-31"16,11-2-29-16,16-2-143 15,4-1-113-15,-4 1 93 16</inkml:trace>
  <inkml:trace contextRef="#ctx0" brushRef="#br0" timeOffset="27516.47">18916 1807 2300 0,'13'24'29'15,"3"22"-10"1,0 13-1-16,-6 12-2 0,-1 3-6 16,-5-7-17-16,0-8-11 15,-4-15-23-15,0-10-27 16,-4-13 8-16,1-6 7 15,-2-12 56-15,0-4 18 0,2-8 71 16,2-4 5-16,4-6 16 16,4-3-3-16,10 1-38 15,3 1-36-15,7 1-24 16,4 1-5-16,4 5-7 16,1 4-4-16,-1 9-1 15,-4 2-6-15,-8 8 1 16,-7 1 0-16,-11 2 3 15,-6 1 5-15,-10 1 4 16,-6 0 4-16,-7 1 0 16,-5-1 0-16,-6-2-3 15,1-4-3-15,-2-3-1 16,-2-3-7-16,0-5-58 16,0-3-64-16,5-6-71 15,10-2-134-15,15-4-109 0,13 0 358 16</inkml:trace>
  <inkml:trace contextRef="#ctx0" brushRef="#br0" timeOffset="28050.56">19483 2214 1858 0,'20'3'179'0,"9"-5"-80"15,7-2-28-15,3-6-44 16,3-3-9-16,1-6-15 16,-3-1 0-16,-6-6-21 15,-7-1-15-15,-10 0-2 16,-7 1-7-16,-10 7 21 16,-6 3 18-16,-16 6 6 15,-7 7 15-15,-16 7 0 16,-5 9 12-16,-3 14 47 15,0 4 4-15,9 10-3 16,6 2-8-16,16-3-28 16,11 0-9-16,16-8-22 15,9-3 1-15,14-10-12 0,6-7-16 16,13-12-49-16,6-9-15 16,8-10-5-16,3-4-23 15,0-7 69-15,-2-2 16 16,-12-11 23-16,-6-3 0 15,-15-13 0-15,-9-5 6 16,-8-2-6-16,-3 1 9 16,-8 14 32-16,2 7 28 15,-3 21 14-15,0 8-8 0,2 18-25 16,-1 13-20-16,4 21-25 16,-2 17-2-16,-3 19 1 15,-2 7 5-15,-4 0-8 16,-1-4-1-16,2-15-45 15,4-7-51-15,1-19-172 16,0-11-288-16,-11-22 429 16</inkml:trace>
  <inkml:trace contextRef="#ctx0" brushRef="#br0" timeOffset="29449.53">19788 2138 2313 0,'25'-14'40'0,"25"-2"-29"0,9-1-8 16,10 1-3-16,0 3 0 15,-7 5 0-15,-5 3 0 16,-13 10-3-16,-9 3 1 16,-14 10 1-16,-7 5-2 15,-12 2 7-15,-2 1-2 16,-1 0-2-16,1-1 5 15,3-3-3-15,2 0-2 0,1-4 4 16,2-1-1-16,0-4 1 16,3-3 1-16,0-6 1 15,3-4 7-15,3-8-1 16,6-7 1-16,4-12-7 16,-1-5-5-16,4-8 2 15,-8-1-1-15,-3-2 1 16,-3 2-2-16,-8 13 3 15,-2 8 3-15,-6 20 16 16,0 0-3-16,-12 5-4 16,1 15-6-16,2 11-11 15,0 3 1-15,8 4 1 16,1-2 1-16,13-4 1 16,5-5 3-16,8-8-1 15,6-4 4-15,5-11 2 16,2-5 4-16,2-10 10 0,0-3 8 15,-8-7-13-15,-2-2-1 16,-13-7-13-16,-7-1-3 16,-7-1-16-16,-5-2-12 15,-5 7-34-15,1 5-6 16,2 7-8-16,-2 6-14 16,1 5-56-16,-5 4-45 15,2 1 18-15,6 4 47 16,2 4 66-16,5 1 31 0,5 2 26 15,0 1 9-15,8 1 53 16,5 0 37-16,1-2 74 16,5 0 21-16,4-5-34 15,2-1-61-15,5-5-49 16,3-2-20-16,0-7-21 16,-4-3-11-16,-8-5-10 15,-6-3-3-15,-9-3-14 16,-4-2 3-16,-8 1 8 15,-5 1 2-15,-9 4 31 16,-2 2 4-16,-8 8 12 16,-3 4 8-16,-10 9-17 15,-7 5-1-15,-2 11-9 16,1 5-1-16,10 8-5 16,5 3-2-16,11 1 5 0,6-3-4 15,11-4 4-15,5-4-1 16,8-10-4-16,7-4 2 15,9-10-2-15,8-5 3 16,8-8-3-16,2-4 1 16,-3-5-2-16,-5-3-2 15,-8 0 3-15,-6-2 0 16,-8 2 2-16,-3 0 1 0,-7 3 4 16,-3 6 0-16,-5 6 1 15,-2 7 1-15,0 0-9 16,10 7 0-16,-1 6-5 15,3 3-1-15,11-1 2 16,3-4 0-16,6-4 0 16,-4-4 0-16,0-5 0 15,-2-4 0-15,3-4 1 16,4-3 0-16,2-4-1 16,-1-1 0-16,-10-3 2 15,-6-1-2-15,-12 2 2 16,-6-2-1-16,-14 5-3 15,-6 3-1-15,-15 8-2 16,-5 6 2-16,-1 9 1 16,3 7 2-16,5 6 1 0,2 2 1 15,9-2 1-15,3-1 1 16,17-4-1-16,6-3 3 16,14-1 0-16,3-3-2 15,4-6 3-15,1-2 0 16,8-7-3-16,2-3 0 15,8-4-2-15,2-3-2 16,-9-3 0-16,-2-3 1 0,-11-1-1 16,-6 1 0-16,-9 2 0 15,-2 5 2-15,-7 6-2 16,-3 4 0-16,0 9-1 16,-2 5-3-16,1 13 4 15,2 3 0-15,2 2 4 16,2 2 2-16,5-7-4 15,5-2-1-15,8-8-6 16,2-5-11-16,11-7-24 16,3-4-26-16,5-7-117 15,3-4-96-15,-4-1 97 16</inkml:trace>
  <inkml:trace contextRef="#ctx0" brushRef="#br0" timeOffset="29765.47">23022 1880 2487 0,'-28'40'0'0,"-17"14"-1"16,-11 6-2-16,-6 3-3 15,-4-5-49-15,3-14-270 16,6-10 193-16</inkml:trace>
  <inkml:trace contextRef="#ctx0" brushRef="#br0" timeOffset="29951.99">22593 2003 2371 0,'37'18'96'15,"3"3"-7"-15,9 10-27 0,3 1-27 16,0 1-44-16,2-3-94 16,-6-9-207-16,0-3 131 15</inkml:trace>
  <inkml:trace contextRef="#ctx0" brushRef="#br0" timeOffset="30572.26">23593 1883 1631 0,'-19'13'65'15,"5"5"19"-15,5 3 3 16,9 5-24-16,6 3-16 15,13 5-17-15,10-1-9 16,13-5-12-16,6-3 0 0,4-7 3 16,-6-3-6-16,-14 0 3 15,-11-2-6-15,-24 2-6 16,-11 1 6-16,-22 2 3 16,-8 1-3-16,-5 0 12 15,-2-5-6-15,5-5-3 16,1-6 0-16,8-10-21 15,2-6-30-15,7-11-48 16,7-1 1-16,6-5 17 16,3-2 27-16,16-3 51 15,4-2 18-15,18-1 6 16,11-1 6-16,8 1 0 16,6 1 18-16,1 8 23 15,-4 4 28-15,-6 10 29 16,-11 5-26-16,-13 6-47 0,-4 2-26 15,-14 2-24-15,-6 0-3 16,-2 1-16-16,-2 0-34 16,10-1-175-16,0 0-121 15,2 0 153-15</inkml:trace>
  <inkml:trace contextRef="#ctx0" brushRef="#br0" timeOffset="31015.79">23798 1966 1253 0,'-74'63'27'0,"-2"2"-22"16,2-2-3-16,6 0-15 15,6-6-14-15,9-4-196 16,6-4 132-16</inkml:trace>
  <inkml:trace contextRef="#ctx0" brushRef="#br0" timeOffset="31682.57">24166 1924 1861 0,'-15'32'57'16,"1"3"-10"-16,12-1-20 15,4-3-6-15,17-7-18 16,9-5 6-16,5-7-3 15,4-6-9-15,4-10-18 16,1-4-6-16,0-11 0 16,-5-5 1-16,-8-6 26 15,-4-2 17-15,-12-3 52 16,-7 2 30-16,-3 7 38 16,-4 3-24-16,-2 10-37 15,3 7-20-15,-6 14-32 0,-2 11-16 16,-6 22-17-1,-6 11 0-15,-7 21 4 0,-1 7-4 16,-1 15-8-16,-1 6-2 16,4 3-7-16,2 4 10 15,1-3 6-15,3-4 5 16,-2-12 6-16,2-13 13 16,-5-23 46-16,0-10 30 15,-1-18 26-15,-7-10-24 0,1-15-14 16,-3-8-21-1,-10-17-35-15,1-10-27 0,-7-22-137 16,2-13-111-16,10-12 69 16</inkml:trace>
  <inkml:trace contextRef="#ctx0" brushRef="#br0" timeOffset="32783.21">13527 3150 1415 0,'168'-4'51'0,"9"-2"20"0,29-5-4 16,18-2 16-16,17-5-5 15,21 1-15-15,12 0-48 16,-1 2-15-16,17 2-24 16,-10 1-30-16,-10 0-74 15,-3 1 11-15,-24 2 53 16,-13-3 10-16,-23 3 32 16,-11 0 15-16,-26 2 9 15,-15 0 0-15,-27 2-2 16,-13 1-31-16,-24 1 21 15</inkml:trace>
  <inkml:trace contextRef="#ctx0" brushRef="#br1" timeOffset="45048.77">2482 4067 1912 0,'0'0'3'0,"12"8"0"0,-8 6-3 15,4 14-6-15,0 11 6 16,-2 18 0-16,1 7 0 16,-1 18-3-16,-2 8 3 15,-2 15 0-15,-1 7-3 16,-2 12 6-16,-2 3-3 15,0 14 0-15,0 11 6 16,0 12-3-16,-1 8 6 16,-1 5 5-16,1 0 4 0,0 2 12 15,0 3 0-15,3 4 12 16,2 0 9-16,2 2 38 16,3 0 19-16,0 0-20 15,0-1-3-15,0 1-20 16,0-3-11-16,-1 3-22 15,0 0-11-15,1-7-5 16,2-2 1-16,0-13-3 16,2-4 1-16,3-10-10 15,2-2 0-15,2-7-3 16,-1-5-1-16,-3-7 2 16,-2-4-2-16,-5-12-1 15,-4-5-3-15,-4-14-1 16,-3-6-4-16,-3-14-23 15,-2-6-20-15,0-12-113 0,-1-8-65 16,-2-18-225-16,1-10 224 16</inkml:trace>
  <inkml:trace contextRef="#ctx0" brushRef="#br1" timeOffset="45782.32">1255 9495 1462 0,'128'9'6'0,"21"-4"-1"16,9-1 7-16,27-2-8 16,7 1 0-16,21-1 0 15,13 0 1-15,16 0 15 16,8 1 26-16,21-2 103 16,9 2 31-16,15 1 41 15,10-1-6-15,15 2-80 16,4 1-7-16,10 3-54 15,0 0-30-15,7 1-22 16,-7 2-11-16,-3-3-9 0,3-2 0 16,-14-1-2-16,5-5 0 15,-14-2 0-15,-9-1 0 16,-13-2-4-16,-10 1-5 16,-30 2-13-16,-11-1-10 15,-41 4-46-15,-16 1-70 16,-32 0-124-16,-21 1-209 15,-24-7 304-15</inkml:trace>
  <inkml:trace contextRef="#ctx0" brushRef="#br1" timeOffset="48665.78">9628 9874 518 0,'-8'-4'100'16,"4"0"183"-16,-2-1-254 15,6 1 5-15,-3 0 21 16,-1-1-4-16,4 0 0 16,-2 1-5-16,2 4 5 15,0 0 1-15,0 0 0 16,-1 0-9-16,-13-1-18 0,4 10-7 16,0 9-1-16,-2 4 2 15,-5 12 1-15,-3 4-1 16,-7 9-13-16,-4 0 0 15,-2 0-37-15,-3-2-45 16,-2-10 45-16</inkml:trace>
  <inkml:trace contextRef="#ctx0" brushRef="#br1" timeOffset="48982.28">9326 9891 1693 0,'0'0'117'0,"0"0"-33"16,0 0-60-16,2 10-24 15,4 4-9-15,3 8 9 16,4 4-3-16,4 5 3 15,-1 2-3-15,4 4 3 16,3 0 6-16,0 2-6 0,1 1 6 16,-1-1-6-16,-2-1-3 15,-3-5-6-15,-3-7-30 16,-4-9-188-16,-5-10 155 16</inkml:trace>
  <inkml:trace contextRef="#ctx0" brushRef="#br1" timeOffset="49265.27">9639 10218 1359 0,'0'0'58'15,"0"0"47"-15,0 0-94 16,-3 7-3-16,1 15 31 16,3 9 12-16,-2 16 5 15,-1 6-8-15,2 6-39 16,-1 3-86-16,4-12 47 0</inkml:trace>
  <inkml:trace contextRef="#ctx0" brushRef="#br1" timeOffset="50998.7">1793 4231 1396 0,'-3'17'8'16,"2"10"-3"-16,0 3-1 0,1 2-2 15,2 2 0-15,1-4 0 16,1-1-2-16,2-5 0 15,1-5 0-15,0-7-2 16,2-5 2-16,2-5 0 16,1-4 2-16,1-9 2 15,0-5 2-15,0-8-4 16,-2-6 2-16,-3-4 15 16,-2-2 6-16,-2 0 16 15,-1 1 46-15,-3 4 53 16,-2 4 1-16,0 3-1 15,-1 4-23-15,1 8-46 16,-2 2-17-16,4 10-48 16,0 0-6-16,-5 19-15 15,6 4 3-15,1 22 0 16,-1 10 3-16,-1 16 0 0,-2 12-3 16,0 13 9-16,-1 2 3 15,-2-2 0-15,-2-5 0 16,-4-18 3-16,1-11-3 15,-3-18 6-15,-1-9 21 16,-3-12 50-16,-4-4-12 16,-9-6 13-16,-4-3-11 0,-13-5-37 15,-9-5-11-15,-10-3-17 16,-3-4-14-16,4-8-113 16,8-4-106-16,16-16 73 15</inkml:trace>
  <inkml:trace contextRef="#ctx0" brushRef="#br1" timeOffset="54448.97">3344 8389 1003 0,'-7'-4'58'0,"0"1"8"16,0 1-28-16,1 1-11 0,1 1-1 15,-1 0-7-15,0 2-3 16,1 2-7-16,0 2 1 16,1 3 7-16,1 2 7 15,2 3 7-15,1 0 2 16,2-3-6-16,3-1-6 15,2-5-7-15,2-2-7 16,2-7-1-16,2-5-2 0,3-8 2 16,2-4 2-1,2-8-1-15,2 0 7 0,-4-3 7 16,0 2 8-16,-6 3 61 16,-7 1 5-16,-2 9-11 15,-3 3-18-15,-10 8-30 16,-2 5-18-16,-13 8-10 15,-2 5-8-15,-1 9 0 16,2 2-3-16,8-2-17 16,4 0-22-16,13-9-129 15,7-6-38-15,8-9 149 16</inkml:trace>
  <inkml:trace contextRef="#ctx0" brushRef="#br1" timeOffset="55316.5">4256 7513 1245 0,'-17'7'27'0,"-2"2"-19"16,1 3-3-16,2 4 3 16,0 0-2-16,4 0 0 15,4 0 2-15,2 2 1 16,5-3 1-16,3-3 4 15,3-1-3-15,5-7-7 16,1-2 2-16,4-8 0 0,-1-5-4 16,5-8 3-16,2-5-1 15,1-3 6 1,-2-1 9-16,-3 4 8 0,-6 1 6 16,-6 8 4-16,-4 3-4 15,-8 6 10-15,-5 3 2 16,-4 5-21-16,-4 5-15 15,0 5 0-15,4 4-12 16,4 1-51-16,9-1-46 16,14-8 73-16</inkml:trace>
  <inkml:trace contextRef="#ctx0" brushRef="#br1" timeOffset="56198.16">5432 6647 1035 0,'-20'4'68'0,"1"4"51"16,2 3-71-1,1 4-13-15,2 5-10 0,3 1-6 16,1 2-5-16,6-2-10 15,1-2-2-15,9-5 2 16,1-5-2-16,8-8 0 16,5-2 1-16,4-11 3 15,2-6-4-15,1-4 0 16,-1-5 2-16,-3-1 4 16,-2 2 7-16,-7 4 16 15,-3 4 6-15,-8 6 2 16,-3 2 14-16,-6 4 4 15,-4 2-13-15,-2 6-20 16,-2 3-15-16,-1 7-30 16,-1 3-56-16,7 1-233 0,2-4 227 15</inkml:trace>
  <inkml:trace contextRef="#ctx0" brushRef="#br1" timeOffset="57064.73">6994 5673 1165 0,'-13'0'27'0,"4"1"-13"16,-1 1 2-16,4 2-1 16,1 2-1-16,1 3-5 0,-2 3-7 15,2 3 0-15,1 2 0 16,2-1 2-16,2-1-2 15,6-5 6-15,5-3 1 16,3-8 9-16,3-4 1 16,2-10 6-16,2-4 1 15,2-6-1-15,2-1 2 16,-1-1-4-16,-2 1-4 0,-9 2-9 16,-4 4 6-16,-11 5 1 15,-11 2 2-15,-5 3 7 16,0 4 7-16,-4 5-15 15,8 2-6-15,-2 6-12 16,3 4-15-16,-1 0-103 16,5-2 95-16</inkml:trace>
  <inkml:trace contextRef="#ctx0" brushRef="#br1" timeOffset="57766.14">8521 4871 466 0,'10'-13'54'16,"1"-1"40"-16,-5 1-62 16,-3 1-7-16,-1 0-9 15,-3 3 29-15,-2 2 55 16,0 3 14-16,-5 3 5 15,1 3-40-15,-7 5-32 0,0 3-1 16,-2 5-5-16,-4 0-4 16,3 3-12-16,2 1-6 15,5-2-11-15,5-3 0 16,5-5-3-16,7-4-1 16,7-6-2-16,3-7 0 15,10-8-2-15,0-3 0 16,5-4 2-16,0-1-2 0,-4-2 8 15,-2 1 2-15,-6 0 9 16,-4 2 6-16,-7 4 6 16,-4 1 4-16,-7 7-6 15,-7-1 31-15,-8 7-18 16,-7 6-13-16,-7 9-11 16,2 6-9-16,0 9-3 15,6 3-6-15,17-1-128 16,11-2-210-16,30-13 227 15</inkml:trace>
  <inkml:trace contextRef="#ctx0" brushRef="#br1" timeOffset="71264.37">853 10543 773 0,'-2'1'16'16,"2"-1"-5"-16,0 0-11 15,0 0-2-15,0 0 0 16,0 0 0-16,0 0 2 16,0 1 0-16,0 0 0 15,0 0 4-15,-1 0 21 16,0 0 16-16,0 0 23 15,0-1 13-15,0 1-4 16,-1 0-13-16,-26 15-15 16,28-16-8-16,-1 1-16 15,1-1-6-15,-1 1-1 0,-1 0-2 16,0 0-3-16,0 0 1 16,2 0-6-16,-1 0 4 15,0 0-1-15,3-3 3 16,17-14 17-16,4-4 8 15,12-11 10-15,5-5 3 16,16-15-13-16,7-7-5 16,20-16 9-16,8-8-9 15,17-14-9-15,13-10 0 0,12-18-4 16,10-12 7 0,25-16 57-16,5-6 27 0,18-11 38 15,10-2 15-15,7-7-38 16,8-3-56-16,12-5-32 15,3-4-16-15,16-8-14 16,6-3-5-16,6-3 2 16,6 0 0-16,2-3 0 15,1 2-1-15,5 5 1 16,0 4-2-16,-3 10-2 16,2 5 1-16,-10 7 1 15,2 6-6-15,-14 9-13 16,-8 4-11-16,-9 7-33 0,-9 2-44 15,-13 10-51 1,-8 7 0-16,-19 7 17 0,-10 8 25 16,-12 3 59-16,-8 3 18 15,-9 8 39-15,-7 2-3 16,-19 10 6-16,-3 3-3 16,-13 13 0-16,-7 4 3 15,-13 13-37-15,-8 7-61 0,-22 14 62 16</inkml:trace>
  <inkml:trace contextRef="#ctx0" brushRef="#br1" timeOffset="73797.67">9794 3953 693 0,'0'0'112'16,"0"0"208"-16,0 0-316 16,1 0-1-16,0 0-3 15,0 0 0-15,11 14 2 16,-10 2-2-16,-2 8 0 15,-1 0 0-15,0 6 0 16,1 2 0-16,3 1 2 16,3-1-2-16,6-5 0 15,5-5 2-15,3-7-2 16,2-5 0-16,3-10 2 16,-2-2 0-16,3-10-2 0,-6-3 2 15,3-6 12-15,-3 1 11 16,-5-6 25-16,1 2 12 15,-8-1 8-15,-2 2-6 16,-3 2-10-16,-3 2-9 16,-1 2 4-16,0 2 11 31,1 6-24-31,0 9-10 0,0-1-14 0,0 1-6 16,11 2-6-16,-4 15 0 0,2 16-6 15,0 12 3-15,-1 21 3 16,0 13-3-16,-2 19 3 15,0 3 0-15,-2 1-3 16,-2-5 3-16,-3-20-6 16,-6-13 0-16,-5-26 0 15,-7-12 12-15,-9-14 30 16,-4-8 18-16,-14-13 39 16,-4-8-1-16,-10-13-14 15,-5-5-12-15,-6-9-42 16,2-3 0-16,5-1-24 15,7-3-12-15,17 2-99 16,11 1-86-16,27 1 110 16</inkml:trace>
  <inkml:trace contextRef="#ctx0" brushRef="#br1" timeOffset="74715.07">10419 4086 550 0,'-4'-1'52'0,"4"1"55"15,0 0-91-15,0 0-7 0,0-1 3 16,0 0-1-16,0 0 3 16,0 0 22-16,0 0 17 15,1 0 31-15,-1 1 12 16,31-19-15-16,-16 16-8 16,8-1-18-16,4-1-13 0,3 1-22 15,1-1-11-15,0 1-5 16,0 2-2-16,-7-1-4 15,0 1-9-15,-10 1-65 16,-5-1-104-16,-9 2 90 16</inkml:trace>
  <inkml:trace contextRef="#ctx0" brushRef="#br1" timeOffset="74900.25">10388 4133 773 0,'-9'6'87'16,"1"0"121"-16,8-1-157 15,3 1 7-15,8-4 4 16,6 1-4-16,7-3-13 0,6 0-10 16,5-4-12-16,5-1-8 15,1-1-15-15,0-2-17 16,-1 2-59-16,-6 0-57 15,-5 1 71-15</inkml:trace>
  <inkml:trace contextRef="#ctx0" brushRef="#br1" timeOffset="76014.05">11135 3933 461 0,'-1'-13'98'0,"0"-1"171"15,0-1-160-15,-1 5-9 0,0-1-18 16,-2 4-36-16,-1 4-7 16,-2 2-16-16,-1 3-5 15,-3 10-10-15,3 2-5 16,-2 12 1-16,3 5 6 16,-1 4 2-16,0 6 1 0,3 1 1 15,-3 0-3-15,9-4-7 16,2-4-2-16,9-8 0 15,4-4 0-15,4-8 2 16,4-4-2-16,3-10 4 16,0-6 5-16,0-10 9 15,1-4-1-15,-2-6 12 16,0-2 0-16,-4-4 2 16,-1-2 2-16,-6 0-14 15,-1-4 19-15,-10-4-31 16,-4-1 0-16,-7-5-9 15,-8 3 3-15,-7 7-3 16,-7 4-6-16,-10 11 3 16,-4 7-6-16,-6 8 6 15,-2 4 0-15,1 7 3 16,5 5 0-16,9 5 0 0,8 3 12 16,12 8 15-16,7 3 9 15,7 8 14-15,5 2 4 16,9 2-18-16,6-4-9 15,15-8-9-15,7-4-12 16,12-12 3-16,4-5 0 16,8-10-9-16,4-7 6 15,5-7-6-15,0-2-6 0,-7-2 6 16,-8 3-9-16,-15-3-9 16,-7 6-27-16,-15 2-146 15,-7 5-51-15,-15 2 161 16</inkml:trace>
  <inkml:trace contextRef="#ctx0" brushRef="#br1" timeOffset="76583.03">11404 4192 1272 0,'-8'12'37'0,"1"2"-14"15,3 4 0-15,5 1 0 16,2 3-3-16,6-3-12 15,5-3-5-15,-2-5 1 16,3-2-6-16,3-8 2 16,-3-1 0-16,4-8-2 15,-3-5 2-15,-3-3-1 16,-3-3 6-16,-6-1 22 16,-1-1 16-16,-6 0 30 15,-3 4 94-15,-2 0-26 0,-2 4-25 16,0 3-65-1,1 3-21-15,-2 6-66 0,-4 5-42 16,-3 9-89-16,1 7-78 16,-2 5 199-16</inkml:trace>
  <inkml:trace contextRef="#ctx0" brushRef="#br1" timeOffset="77015.33">11879 4041 1338 0,'15'-3'39'0,"2"-1"3"15,4-1-40-15,5 2 2 16,6-1-2-16,3 2 0 16,2 1 0-16,-3 1-2 15,-2 2 0-15,-5-1-4 0,-4-1-68 16,-3 0-205-16,-2-2 157 16</inkml:trace>
  <inkml:trace contextRef="#ctx0" brushRef="#br1" timeOffset="77199.53">11979 3829 1136 0,'0'0'39'15,"0"0"17"-15,0 14-2 16,5 3 5-16,2 15 6 15,-2 10-8-15,-1 7-28 16,-2 6-8-16,1 6-9 0,0 1-7 16,2 1-55-1,0-4-182-15,-1-12 150 16</inkml:trace>
  <inkml:trace contextRef="#ctx0" brushRef="#br1" timeOffset="77868.38">12512 3939 1192 0,'-12'4'39'0,"4"3"-8"0,1 1-4 16,5 7 4-1,2 6-2-15,1 6-9 0,2 7 1 16,4 3-7 0,-1 0-3-16,8-4-5 0,3-4-4 15,4-8-2-15,7-7 0 16,1-10 0-16,1-6 2 16,3-10-2-16,3-5 4 15,0-8 0-15,1-4 9 0,-3-5 5 16,-4-2 3-16,-9-4 0 15,-8-3-5-15,-13-4-8 16,-3-4-5-16,-15-2-3 16,-5 1-5-16,-13 9-5 15,-12 6-4-15,-6 16 5 16,-2 7 3-16,2 13 10 16,3 5 4-16,10 12 9 15,6 6 0-15,10 7 1 16,8 5 9-16,9 5-21 15,7 3 3-15,12 1-3 16,8-2-3-16,12-8-3 16,4-6 3-16,14-12-3 15,4-3 0-15,16-12 3 16,10-1-6-16,4-10-27 0,-1-2-10 16,-10-3-12-16,-9-2-25 15,-20 6 46-15</inkml:trace>
  <inkml:trace contextRef="#ctx0" brushRef="#br1" timeOffset="78316.92">12925 4210 1440 0,'-2'9'35'15,"0"8"-25"-15,0 7-2 16,-1 12-4-16,2 5 3 15,-4 4-7-15,-2 1-21 0,2-6 15 16</inkml:trace>
  <inkml:trace contextRef="#ctx0" brushRef="#br1" timeOffset="79832.27">13642 3824 507 0,'13'-23'86'0,"-2"1"58"16,-3 5-19-16,-4 2 14 16,-2 4-29-16,-1 3-30 15,-4 2-32-15,-2 5-11 16,-10 8-14-16,-3 7 8 0,-11 17 12 15,-4 13-3-15,-8 14-7 16,-3 1-9-16,1 1-17 16,-2-9-5-16,6-10-11 15,1-4-28-15,6-16 19 16</inkml:trace>
  <inkml:trace contextRef="#ctx0" brushRef="#br1" timeOffset="80064.3">13257 3789 1559 0,'8'-12'114'0,"4"5"-37"0,4 4-5 16,8 11-33-16,1 10-18 15,5 19-21-15,0 10-3 16,2 10 3-16,4-1 3 15,-2-1-18-15,1-4-60 16,-1-6-167-16,-3-6 67 16,-5-13 89-16</inkml:trace>
  <inkml:trace contextRef="#ctx0" brushRef="#br1" timeOffset="80247.72">13689 4112 1409 0,'0'0'55'15,"5"9"9"-15,4 10 12 16,1 10 13-16,1 20-8 16,-2 8-18-16,-5 11-153 15,-3 1-228-15,-1-13 242 16</inkml:trace>
  <inkml:trace contextRef="#ctx0" brushRef="#br2" timeOffset="100319.04">8602 5424 448 0,'0'0'16'0,"0"0"2"16,-1 1-7-16,0 0-2 15,0 0 3-15,0-1 10 16,0 2 8-16,-18 28 15 16,15-21 10-16,3 1 2 15,3 0-5-15,1-1-13 16,5 1-7-16,-2-2-9 16,-1-1-5-16,3-2 3 15,0-2-1-15,2-3 1 0,1-1-1 16,0-3 1-16,-1-2-3 15,0-2 5-15,-3 0-5 16,1-3 1-16,-2 2 1 16,-1-2 3-16,1-1 4 15,-2 0 2-15,-1 1 0 16,0 0-2-16,0-1 1 16,-2 3-7-16,1-1 0 0,-2 4-5 15,-1-1-5-15,1 7 3 16,0 0-2-16,-1 0-5 15,0 0 1-15,1 0-2 16,-1 0-4-16,-1 0-2 16,-28 5 0-16,30-5 4 15,-1 1 0-15,0 0-1 16,0 0-1-16,-7 29 4 16,9-21-4-16,-1 1 2 15,1-3 0-15,0 1-4 16,-1-2 2-16,3-1-2 15,-1-1 0-15,2-1 2 16,1-1 2-16,-1-1-2 16,0 0 3-16,1-1-3 15,1-2 0-15,-2-1 2 16,1-1 0-16,-1 0-2 0,-2-1 2 16,-1-1 0-16,0-1 0 15,-1 0-3-15,0 0 3 16,-2 0-2-16,1-1 0 15,-2 0 2-15,0 2 0 16,-2-1 2-16,1 1-2 16,-1 3 0-16,-1-1-1 0,-2 2 1 15,0-1 0-15,0 2-2 16,-1 1 0-16,0 4 0 16,0-1-2-16,0 4 2 15,0 0 2-15,2 2-4 16,-2-1 2-16,1 1-2 15,1-1 0-15,0 1 0 16,2-2 0-16,3 2 0 16,2-1 0-16,4 0 0 15,3 1 2-15,-2-2 2 16,-1 0-4-16,2-3 1 16,-4 0 1-16,4-3 0 15,-1-1 2-15,2-3-2 16,2-1 2-16,0-3 0 15,-1 0-2-15,0-1 2 0,-2 0 0 16,-2 1 1-16,0-1 1 16,-4 2 3-16,0 0 3 15,-4-1 0-15,0 1 0 16,-2-1-3-16,-1 1-3 16,-1 0 0-16,0 0-6 15,0 2 6-15,-1 1 0 16,2 3-6-16,0 0 0 0,0 4 3 15,-3 3-3-15,1 1 6 16,1 1-6-16,1 2 0 16,1 0 0-16,2-1-6 15,0 1 3-15,4-1-3 16,4-1 0-16,1-2 3 16,0-1 0-16,4 0 0 15,-2-2 3-15,3-1 9 16,1-1-6-16,-1-2 6 15,-1 0-3-15,0-3 0 16,-1 0 3-16,-2-2-3 16,-1-1 3-16,-3-1-9 15,-2-2 0-15,0-1 9 16,0-1-6-16,-4 0 0 16,0 0 2-16,-4 2-2 15,0 2 6-15,-1 1 0 0,-3 2-3 16,-1 4 0-16,0 0 3 15,1 4-9-15,1 2 3 16,2 0 0-16,3 3-6 16,1 1 3-16,5 2 0 15,0-1-6-15,-1 1 0 16,3 0 6-16,-1-1-3 0,5 1 6 16,1-3 3-16,1-2-6 15,1-2 0-15,2-4 0 16,1-1 3-16,2-5 6 15,0-2-6-15,-1-3 6 16,0-2 0-16,-4 0-3 16,-4-1 0-16,-3 0-3 15,-2 1-3-15,-6 2 0 16,-1 0-3-16,-4 3 3 16,0 1 0-16,-2 4 6 15,-1 1-3-15,1 2 0 16,-1 1 0-16,2 4-3 15,3 0 9-15,4 2-3 16,-1 2 0-16,6 2 3 16,1 0 0-16,1 2 0 0,4-1-9 15,1-1 0-15,1-1 0 16,4-2 0-16,0-3 3 16,3-4 3-16,-2-2 0 15,1-3 3-15,-1-4-6 16,-2-2 6-16,-1-4 3 15,-4 0-3-15,-1 0 9 16,-5 0 3-16,0 1 2 16,-6 0 4-16,-1 3 6 0,-5 1-15 15,0 2 3-15,-2 3-9 16,-2 3-9-16,1 0 3 16,3 4-6-16,0 2 3 15,4 3-3-15,5 2-3 16,1 3-6-16,5 0 0 15,0 3 9-15,6-2 0 16,-1 1-3-16,5-4 3 16,3-1-3-16,0-6-6 15,1-3 9-15,-1-4 3 16,-1-4 0-16,-4-3 3 16,0-2 3-16,-6-2 6 15,-3 0 3-15,-3-1-3 16,-3 1-3-16,-4-1 0 15,-2 2-3-15,-2 2 0 0,-1 2 9 16,0 3-12-16,-1 3 6 16,3 2-6-16,-1 3-6 15,1 4 3-15,2 3-3 16,0 3-3-16,3 0 0 16,3 0-6-16,3 1 0 15,4-2 6-15,5-1 3 16,1-3 0-16,0-1 3 15,3-4 0-15,-2-2 3 16,1-4 6-16,0-1-4 0,-2-2 4 16,-2-2 0-16,-2-1-6 15,-1 1 6-15,-3-1 3 16,-2 0-3-16,-3 1 0 16,-2 1-6-16,-2 1 3 15,1 1-6-15,-3 2 3 16,-1 1 0-16,0 4-6 15,1 2 3-15,1 3 0 16,3 3-3-16,0 2 3 16,1 2-3-16,3 0 3 15,1 0-3-15,1-2 0 16,5-3 1-16,1-5-1 16,0-3 4-16,3-3 5 15,-1-5-6-15,1-4 8 0,0-1-5 16,-3-2 1-16,-3 1 1 15,-3-1 0-15,-1 1 3 16,-5 2-6-16,-1 1 1 16,-3 3-5-16,-1 3 4 15,-2 3-4-15,0 1 3 16,1 4 0-16,-3 3-4 16,5 3-2-16,2 0-1 0,2 2-1 15,5-1 0-15,0 0 3 16,4-2 1-16,0-1-4 15,2 0 4-15,3-5 0 16,-1-2 0-16,4-3 4 16,2-4-4-16,0-2 1 15,0-3-1-15,-3 1 8 16,-4 0-3-16,-3-1 2 16,-4 3-2-16,-5-1 0 15,-1 2-3-15,-5 0 0 16,-3 2-1-16,-3 2 2 15,0 1-3-15,-1 3 1 16,1 2-1-16,2 4 1 16,3 1-1-16,4 4-1 15,1 2 0-15,2 1-3 16,0 1 4-16,5-1 0 0,2-3-4 16,6-4 4-16,1-2-1 15,3-6 1-15,3-1 0 16,1-8 1-16,2-2 1 15,-2-5 1-15,-3 1 2 16,-3 1 0-16,-3-1-2 16,-7 2 5-16,0 1 3 15,-7 3-6-15,-1 1 2 16,-4 3-2-16,-3 0-4 0,-1 3 4 16,0 4-2-16,-1 3-6 15,4 2 6-15,-2 4-3 16,2 0 0-16,4 4 0 15,-2-2-3-15,10 2 3 16,1-1-2-16,6-3 2 16,3-1-4-16,5-5 4 15,1-3 1-15,-1-5 3 16,5-3 0-16,-3-4-3 16,-1-2 4-16,-4-1 1 15,-2 1 3-15,-5-1 0 16,-2 3-8-16,-2-1 5 15,0 2 0-15,-2 0-1 16,-2 2 1-16,-5 1-5 0,-2 2 3 16,-1 4-4-16,0 2 0 15,-1 5 2-15,2 2-2 16,0 3 0-16,3 0-2 16,2 0 2-16,1-2-5 15,5 0-1-15,2-2 6 16,5-2-2-16,2-1 4 0,2-4-2 15,0-1 0-15,3-6 4 16,1 0-1-16,-4-3 4 16,-2-2-3-16,-1-1 1 15,-5 0 0-15,-2 1-4 16,-3 1 5-16,-5 0-4 16,-4 2 1-16,-4 3-1 15,2 2 0-15,-6 3 1 16,5 4 1-16,-3 3 3 15,-1 3-3-15,6 4-4 16,0 1 0-16,5 2-4 16,4-1-3-16,3 1 3 15,6-1 2-15,1-3 1 16,7-2 1-16,1-5-6 16,0-3 6-16,1-5 0 15,-3-3 2-15,3-6 5 16,-4-2-1-16,-1-1-1 0,-2-1 1 15,-5 0-1-15,-2-1 0 16,-2 3 1-16,-2 2-4 16,-3 3-2-16,0 0 2 15,-5 4-6-15,-1 2 4 16,0 5 0-16,1 3-3 16,1 5 3-16,2 2 1 15,1 3-2-15,0 0-2 0,5 1 1 16,4-2-6-16,2-2 6 15,3-2-1-15,4-4-3 16,1-4-3-16,7-5-3 16,1-3-7-16,1-3 1 15,-2-1 2-15,-5-1 1 16,-3 4 4-16,-7-1-8 16,-4 3-13-16,-5 2-31 15,-4-2-4-15,-4 3-32 16,-2-1 22-16,-2 2 38 15,1 0 12-15,3 0 15 16,1 0 3-16,4 0 9 16,0 0 0-16,1 0 6 15,0 0 9-15,6 0 0 0,0 0-3 16,0 1 6-16,-1 0-6 16,0 0 0-16,0 0-3 15,1 1-3-15,0-1 3 16,0 1-3-16,13 19 3 15,-1-23 0-15,0-3 2 16,-1-2 1-16,-1-1 3 16,-2 0 0-16,-2-1 0 0,-5-1 0 15,-1 0-9-15,-3 0 0 16,-2 0-3-16,-3 2-3 16,-4 1 3-16,-1 1 6 15,0 5-3-15,-3 1 0 16,2 4 0-16,-3 4-3 15,1 2 1-15,4 4-4 16,0 1 1-16,9 2 0 16,6-1 5-16,4 0-1 15,5-1-3-15,2-6 3 16,-1-2-3-16,8-7 0 16,-1-3 1-16,4-6 1 15,-1-3 2-15,-2-2-2 16,-2-1 1-16,-8 2 0 15,-3 0 1-15,-7 1 1 16,-2 2 1-16,-6 0 0 0,-3 3-2 16,-4 0 1-16,-1 2-5 15,-2 5 0-15,-1 0-1 16,-1 7-1-16,-1 2 0 16,5 5 0-16,4 1-5 15,6 4-2-15,4 1 2 16,4 1 1-16,2-1-4 0,9-4-20 15,1-5-23 1,4-7-122-16,3-4-42 0,-1-9-123 16,-1-3 249-16</inkml:trace>
  <inkml:trace contextRef="#ctx0" brushRef="#br2" timeOffset="103580.1">9289 5413 388 0,'0'0'38'16,"0"0"59"-16,0 0-70 16,0 0-4-16,0 0-7 15,0 0-3-15,1 0 8 16,0 1 4-16,0-1 14 15,-1 0 13-15,1 0 14 16,0 0 5-16,0 0 2 16,0 0-3-16,-1 0-11 0,0 0-5 15,0 0-9-15,0 1-4 16,1 0-12-16,-1 0-4 16,0 0-2-16,0 0-2 15,0 0-3-15,1 0-3 16,-1-1-5-16,1 2-2 15,10 25-2-15,-11-27-2 16,0 1 1-16,1 0-1 0,-1 0 0 16,13 29 0-16,-11-22 2 15,1 3 0-15,0 0 1 16,3 1-3-16,-1-2 0 16,1-1-2-16,2-3 0 15,-3-1 0-15,4-5 0 16,-4-2 0-16,1-5 0 15,0-1 2-15,-1-2-1 16,0-2 1-16,-3 1-2 16,0 1 0-16,-1-1-2 15,-1 1 6-15,0 1-4 16,-1 1 2-16,0 1 2 16,0 2-1-16,1 5 1 15,0 0-2-15,0 0-2 16,0 0 2-16,10 13-2 15,-2 4 4-15,-3 12 3 0,1 6 3 16,-1 12 0-16,-2 4-3 16,1 5-3-16,0 1-6 15,-2-7 0-15,0-5 0 16,-6-12-2-16,-1-7 2 16,-4-11 9-16,-5-4 33 15,-3-8 53-15,-5-3 22 16,-8-11 14-16,-2-5-20 15,-7-9-24-15,-1-3-16 0,1-6-11 16,1-2-11-16,10-1-41 16,9-2-47-16,13-2-182 15,12 0 15-15,13 1 68 16</inkml:trace>
  <inkml:trace contextRef="#ctx0" brushRef="#br2" timeOffset="104649.72">9529 5576 1154 0,'0'0'46'0,"0"0"7"15,0 0-17 1,1 0-12-16,16-2-9 0,-5 2-5 16,2 0-1-16,5-3 1 15,0 0 0-15,6 0-4 16,-1-1-2-16,1 2-4 16,1-1 0-16,-4 2-10 15,0-1-15-15,-7 0-231 16,-1 0 169-16</inkml:trace>
  <inkml:trace contextRef="#ctx0" brushRef="#br2" timeOffset="105631.06">9902 5483 1063 0,'-6'-5'83'15,"-1"1"117"-15,0 2-173 16,0 2-23-16,-1-1-1 16,0 1-3-16,0-1-3 0,-1 1 1 15,2 0 2-15,0 2 0 16,1 1 2-16,0 2-2 15,1 2 3-15,2 3 5 16,2-1 0-16,1 1 5 16,2-1-1-16,2-1 0 15,1-3-3-15,3-1-1 16,1-4-2-16,5-2-4 16,2-3 0-16,2-4 0 15,-1-1 0-15,-2 0 0 16,-3-1 2-16,-5 0-3 15,-1 2 5-15,-5 0-4 16,-1 2 0-16,0 2 6 16,0 5 0-16,0 0 5 15,0 0-1-15,0 0-1 16,0 0-5-16,-4 11-4 0,6-1 2 16,1 1 1-16,-1 2 4 15,4-1-6-15,1 0 0 16,2-4-3-16,1-1-3 15,0-4-12-15,2-2 5 16,2-5-23-16,2-3-34 16,6-1-141-16,-1-2-75 15,0 1-45-15,-3 1 92 0,-5 0 183 16,-2 2 59-16,-6 0 50 16,-1 0 19-16,-4 1 77 15,0 0 8-15,-2-1-10 16,0 0-19-16,-1 1-58 15,0 1-13-15,-2-1-11 16,-1 4-6-16,-1 1-9 16,-3 2-6-16,0 7-15 15,-1 0 1-15,1 5-1 16,0 1-1-16,5 0 5 16,3 0-5-16,6-2-4 15,5-1-1-15,3-5-1 16,4-2 0-16,2-6-2 15,5-2 2-15,0-7-6 0,3-1 2 16,0-4 2-16,-1-3-3 16,-1-1 1-16,-4 1 2 15,-7-2-2-15,-2 2 0 16,-7-2 4-16,-5 0-2 16,0 1 0-16,0-1-2 15,-2 5 3-15,3 3 3 16,-1 8 8-16,1 4 5 15,0 0 24-15,-4 10-6 0,4 9-18 16,0 6-6-16,0 6-4 16,-1 4 4-16,3-1-9 15,-1-1-6-15,5-4-6 16,0-6-9-16,1-7-56 16,-2-7-20-16,0-9-176 15,-4-4 176-15</inkml:trace>
  <inkml:trace contextRef="#ctx0" brushRef="#br2" timeOffset="105780.25">10249 5478 1198 0,'-13'-5'66'0,"3"0"39"15,10 5-26-15,0 0-30 16,0 0-13-16,12-7-16 16,10 5-2-16,13 2-9 15,6 0-15-15,5-2-38 0,1-1-20 16,-3 1-283-16,-4 0 218 15</inkml:trace>
  <inkml:trace contextRef="#ctx0" brushRef="#br2" timeOffset="106380.68">9539 5676 1311 0,'0'0'40'0,"5"-5"3"16,11 3-39-16,3-1-2 0,15-2 4 16,6 0-4-16,13-1-2 15,7 0 0-15,5 0-2 16,2 2 2-16,1 0 2 15,-1-1-2-15,-5 1 1 16,-3 0 3-16,-8 0-2 16,-5 2 0-16,-8 0-2 15,-3-1 0-15,-13 1-9 16,-2 0-28-16,-8-1 21 16</inkml:trace>
  <inkml:trace contextRef="#ctx0" brushRef="#br2" timeOffset="106913.88">10872 5480 1280 0,'0'0'48'0,"1"0"28"16,16-1-74-16,-4 1 0 16,5 0-2-16,1 0 0 0,6-2 0 15,-2-2 0-15,1 1-6 16,-3-2-8-16,-7 3-28 15,-1 0-61-15,-13 2 60 16</inkml:trace>
  <inkml:trace contextRef="#ctx0" brushRef="#br2" timeOffset="107114.83">10813 5521 625 0,'0'0'125'15,"0"0"105"-15,0 1-128 16,0 0-36-16,18 9-31 16,-4-10-10-16,6-2-11 15,4-2-7-15,4-1-7 0,2-1-15 16,3 0-203-16,-1-1 141 16</inkml:trace>
  <inkml:trace contextRef="#ctx0" brushRef="#br2" timeOffset="108730.77">11325 5375 278 0,'4'1'18'0,"1"-1"13"15,0 3-14-15,0 0-10 16,0-2 0-16,-3 4 4 16,-1-1 4-16,-1 3 25 15,0 1 20-15,-3 2 54 16,-1 1 9-16,-4 1-23 15,1 0-20-15,-4 1-35 16,2-3-17-16,0-2-19 0,-1-2 2 16,3-3 10-1,-1 0 4-15,1-1 13 0,0-2 3 16,2 0 7-16,5 0 8 16,0 0 1-16,0 0-7 15,0 0-13-15,0 0-8 16,0 0-14-16,10-1-5 15,5 1 0-15,4 0-4 0,7-2-4 16,3-1 1-16,2-4-3 16,-4 1 2-16,-2 0 0 15,-7-2-2-15,-5 0 0 16,-3 0-2-16,-7 0 0 16,-3-1-1-16,-5-2-3 15,0 0 2-15,-5 0 0 16,0 0 8-16,0 4 9 15,-1 1 3-15,4 6 5 16,1 2-3-16,0 10-5 16,-3 6-3-16,2 8-2 15,-1 5-4-15,2 7-4 16,4 3-6-16,-2 5-21 16,2 2-39-16,1-1 35 15</inkml:trace>
  <inkml:trace contextRef="#ctx0" brushRef="#br2" timeOffset="112665.72">4620 6285 437 0,'-17'2'81'0,"1"2"167"15,0 4-198-15,3 1 12 16,0 3 2-16,1 1-1 16,5 2-17-16,1 1-21 15,4-1-7-15,5-2-5 0,1-5-3 16,0-1 3-16,3-4-1 16,-1-3 4-16,4-5 1 15,0-2 0-15,0-5 1 16,1 0-3-16,-1-1 1 15,0-1-4-15,-4 1-3 16,-1 1 1-16,-3 1-2 16,-2 2 3-16,-5 2 14 15,1 1 8-15,-7 5 8 16,-1 0 0-16,-1 3-8 16,-4 1-8-16,2 4-12 15,2 1-1-15,0 3-4 16,1 0-2-16,4 3-4 15,1 2 3-15,5-3-5 16,2 2 2-16,5-4-2 16,7-2-2-16,0-5 0 0,3-2 2 15,2-5 0-15,-1-5 0 16,0-4 2-16,-2-2 0 16,-3 1 2-16,-4 2 0 15,-4 1 4-15,-2 2 1 16,-4 1 3-16,0 0-3 15,-5 2-6-15,-1-1 0 16,-3 5-3-16,0 1 3 0,-3 5 3 16,3 3 0-16,-6 3-3 15,2 2 0-15,1 2-3 16,0-1 6-16,6 1 3 16,4-2 0-16,5-3 0 15,4 0 3-15,5-2 0 16,2-2-1-16,5-6 1 15,-1 0-3-15,2-9 3 16,-1-2-6-16,-5-6 3 16,0-1-3-16,-7 0 9 15,-5 0 3-15,-4 1 15 16,-6 3 15-16,-4 2 36 16,1 3 14-16,-8 4-5 15,0 1-19-15,0 5-32 16,-3 2-21-16,8 5-9 15,1 2-6-15,6 3-9 0,2 2 0 16,4 3-6-16,1-1-6 16,5-1 0-16,2-1 6 15,7-4 0-15,3-4 9 16,5-4 6-16,4-3 0 16,5-4 0-16,2-4-3 15,-1-4 6-15,-3 0-6 16,-2-2 3-16,-4 1 0 0,-5 2-6 15,-3 1 6-15,-7 2-3 16,-3 2 0-16,-6 0 0 16,-3 1-6-16,-5 1-3 15,-3 2 0-15,-5 2 6 16,0 3 0-16,-5 4 6 16,1 2 3-16,1 4-6 15,1 2 3-15,5 4 9 16,2-1-6-16,7 0-9 15,5 1 0-15,4-2-6 16,6-2-3-16,3-4 9 16,3-3 0-16,4-7 9 15,2-2-6-15,3-9 6 16,-4-3-3-16,1-6 0 16,-2-1-1-16,-5 1 1 0,-2-1 2 15,-6 4 1-15,-5 3 3 16,-4 5 0-16,2 2-1 15,-5 2 0-15,0 1-2 16,-2 3-3-16,-1 2-3 16,-2 5-1-16,-1 4 0 15,2 2 5-15,0 0-2 16,5 3 0-16,4-1-1 0,3-2-7 16,2-2-2-16,5-4 5 15,1-3-2-15,4-4 2 16,0-2 1-16,5-5-1 15,-2-3 4-15,-2-1-3 16,1 0 5-16,-10-2 5 16,-2 2-2-16,-4 0 1 15,-3 0 0-15,-2-1-1 16,-3 1 2-16,-2 3-1 16,-4 2 3-16,1 4-5 15,-1 1 1-15,3 4-4 16,0 2-1-16,2 3 0 15,0 2-7-15,4 3-2 16,3 1-2-16,4 0 0 16,4 0-1-16,4-3-1 15,1-2 0-15,3-5 8 0,0-4 1 16,1-1 4-16,-1-4 2 16,-3-2-5-16,2-1-1 15,-4-2 4-15,-1-1 1 16,-2 1-1-16,-3-2 3 15,-3 0-2-15,-1 2 0 16,-4 2-5-16,-2 2 0 16,-5 4 0-16,0 2-1 0,-3 4-1 15,-1 3 0-15,2 4 2 16,1 2 2-16,5 3-4 16,4 1-3-16,8 0-2 15,4 0-2-15,8-4 3 16,2 0-2-16,7-6-23 15,-1-5-55-15,5-11-220 16,5-9 162-16</inkml:trace>
  <inkml:trace contextRef="#ctx0" brushRef="#br2" timeOffset="113631.29">4745 5809 837 0,'1'17'39'0,"3"0"8"15,3 1-28-15,5-1-12 16,0-4-3-16,4-4-4 16,1-1 2-16,2-6 1 15,0-2-3-15,2-5 2 16,1-4 2-16,-2-5 1 16,-3-1-3-16,-2-3 3 15,-2 0 2-15,-5 2 9 16,0 0 16-16,-6 2 29 15,-2 3 8-15,-1 2 13 16,-3 3-10-16,0 4-30 16,0 1-13-16,-1 3-19 15,2 4-4-15,-2 7-4 16,-3 3 0-16,5 10-2 0,-2 3 0 16,5 8 0-16,4 4 0 15,-1 5 2-15,2 0-2 16,-5-5 1-16,0-4 1 15,-5-10-4-15,-4-4 2 16,-7-7 12-16,-4-4 11 16,-6-8 20-16,-5-3 7 0,-4-7 71 15,1-5 4-15,0-7-35 16,6-3-19-16,5-6-53 16,5-3-33-16,9-2-98 15,4 0-102-15,16 1 131 16</inkml:trace>
  <inkml:trace contextRef="#ctx0" brushRef="#br2" timeOffset="115597.92">5125 5939 289 0,'0'0'38'0,"0"0"63"15,0-1-25-15,0 1 22 16,0-1 0-16,0 0-23 16,-1 0-11-16,0 0-11 15,-26-17-3-15,18 21-5 16,-2 0-1-16,2 3-7 16,0 0-7-16,2 3 4 15,1 0-5-15,4 2-3 16,-1-1-5-16,4-1-11 15,2-2-3-15,4-3 1 0,3-2 0 16,1-3 0-16,1-2 3 16,2-3-3-16,-1-2-4 15,-1-2 2-15,0 0-2 16,-2-2 1-16,-3 2-1 16,-1 1 0-16,-3 2 2 15,-3 7-2-15,0 0 4 16,0 0 5-16,0 0-1 15,0 0-1-15,-8 11 1 0,6-1-4 16,0 1 0-16,1 1-3 16,1-1 1-16,3-1-6 15,1-1 0-15,3-3 0 16,2-2 0-16,3-2 0 16,2-2 0-16,3-5-2 15,0-1 0-15,3-5 0 16,-2-1-3-16,-2-1-1 15,-2 0-2-15,-5 2 2 16,-2 1 4-16,-3 0 2 16,-4 2 4-16,0 0 2 15,-3 0-2-15,-2 2-2 16,-1 1 0-16,-4 2 0 16,1 2 1-16,-3 3 7 15,2 2 0-15,-2 3 3 0,2 3-1 16,1 3 0-16,4 0-3 15,3 1 3-15,3 0 2 16,5-1-1-16,4-2 1 16,4-4-7-16,1-4 3 15,6-5-4-15,-1-4-4 16,9-8 2-16,1-5-2 16,-1-2 0-16,1-2 1 15,-8 2-3-15,-3 0 2 0,-7 2 0 16,-5 1 0-16,-5 0 0 15,-2-1 0-15,-4 0 0 16,-1 1 3-16,-2 3 4 16,-1 3 3-16,1 5 24 15,-1 5 6-15,0 7-4 16,2 5 1-16,-1 10-21 16,0 5-12-16,1 7 3 15,0 3-6-15,2 1 0 16,2 0-3-16,2-9-3 15,3-3 0-15,0-11-9 16,-1-5-9-16,-2-8-9 16,0 0 1-16,0-1 5 15,-5-19 12-15,1 9 12 16,-2 0 9-16,3 2 12 0,-1 1 2 16,-1 0 10-16,1 2 0 15,2 0-9-15,2 1 0 16,4-1 0-16,4-1-3 15,8-2-6-15,5 0-3 16,10 0 0-16,6 1-6 16,5 2-3-16,3 1-3 15,-2 2-45-15,-5-1-66 0,-6 2-408 16,-3 2 393-16</inkml:trace>
  <inkml:trace contextRef="#ctx0" brushRef="#br2" timeOffset="116394.16">5808 5815 1136 0,'0'0'31'0,"1"0"-6"15,13 0-13-15,-1 0-8 16,3 0 0-16,7-3-2 16,3 1 2-16,2-3 1 15,1 1 1-15,-4 0-2 16,-3 1 4-16,-6 1-8 16,-2 0 0-16,-2 0-8 15,-5-1-11-15,-1 2-262 16,-6 1 185-16</inkml:trace>
  <inkml:trace contextRef="#ctx0" brushRef="#br2" timeOffset="116612.72">5807 5906 1264 0,'1'0'41'15,"20"3"-2"-15,-2-2-16 16,8-2-10-16,7-1-3 16,2-3-6-16,0 0 0 15,-1-2-6-15,-5-1-6 0,-4 0-71 16,0 2-259-16,-9 1 186 16</inkml:trace>
  <inkml:trace contextRef="#ctx0" brushRef="#br2" timeOffset="120196.9">6360 5578 564 0,'0'0'57'15,"0"0"27"-15,0 0-34 16,0 0-45-16,0 0-3 0,0 1 5 16,-8 23 15-16,3-7 31 15,0 5 15-15,-4 6 25 16,-1 2-16-16,-2 1-27 15,0-2-15-15,0-4-15 16,0-6-9-16,1-6-3 16,4-6 2-16,0-4 11 15,2-1 8-15,0-2 10 16,1-2 2-16,1-2-7 16,3 4-3-16,0 0-3 15,0 0-3-15,0-1-4 16,0 0-7-16,14-13-9 15,0 11-1-15,6-1-4 0,3 0 0 16,2-1 2-16,-5 0-2 16,1-1 0-16,-6 1 2 15,-2-2-4-15,0-1-4 16,-1 0-1-16,-5-2-3 16,-3 1 8-16,-1-2 2 15,-4 1 0-15,1 0 0 16,-5-1 0-16,2 2 2 15,-5-3 0-15,-1 3 4 16,0 0 1-16,-5 2 3 0,6 3 4 16,3 1 3-16,5 3 20 15,0 0 2-15,-9 16-15 16,6 2-3-16,0 12-4 16,2 6 4-16,1 6-3 15,0 1 0-15,4-1-12 16,2-4-3-16,1-5-3 15,0-5-12-15,-1-9-42 16,-1-4-23-16,-1-8-30 16,-4-7-8-16,0 0 67 15</inkml:trace>
  <inkml:trace contextRef="#ctx0" brushRef="#br2" timeOffset="129234.83">11096 5254 1127 0,'6'-6'110'0,"1"0"209"15,-2 5-301-15,0 2-6 16,0 7 0-16,-4 5-3 16,4 13 0-16,0 10-9 0,4 19 9 15,1 10 0-15,3 12 0 16,0 3-12-16,1 0-148 16,1-6 124-16</inkml:trace>
  <inkml:trace contextRef="#ctx0" brushRef="#br2" timeOffset="135845.19">11075 6131 1247 0,'-1'-3'35'0,"1"3"-14"16,0 0-8-16,-3 7-5 15,6 7 0-15,4 18 2 16,-4 8 1-16,2 23 9 0,1 10-3 16,-2 14-5-16,-3 4-5 15,-4-4-8-15,-6-5-19 16,-2-19 14-16</inkml:trace>
  <inkml:trace contextRef="#ctx0" brushRef="#br2" timeOffset="136211.78">10749 6448 1409 0,'8'-12'47'16,"-2"3"27"-16,1 10-76 15,0 6 0-15,8 9 2 16,4 8 4-16,6 11 3 16,4 4-1-16,6 4 1 15,4 2 2-15,3 0-6 16,0-3 0-16,-1-5-3 16,-5-8 3-16,-6-12 0 0,-4-4 6 15,-7-12-3-15,-2-2 15 16,-5-7 65-16,-1-5 28 15,0-5 32-15,1-3-11 16,2-10-60-16,3-3-34 16,9-7-64-16,4-1-73 15,11 0-137-15,1 3-89 16,0 8 250-16</inkml:trace>
  <inkml:trace contextRef="#ctx0" brushRef="#br2" timeOffset="137361.63">11489 6718 1057 0,'0'-5'77'15,"0"5"45"-15,0 0-38 16,1 6-28-16,3 11-21 16,2 16-27-16,2 9 3 15,-2 9 1-15,0 3-3 16,-1 1-3-16,0-4-4 0,3-10-2 16,1-6-8-16,0-19-11 15,0-9-6-15,2-17 2 16,1-11 7-16,2-13 16 15,1-4 12-15,2-7 23 16,-1 0 5-16,-1-1 5 16,-2 0 9-16,-2 2-3 15,-1 2-24-15,-3 11-30 16,-2 6-15-16,-1 14-87 16,0 4-72-16,-3 7 113 15</inkml:trace>
  <inkml:trace contextRef="#ctx0" brushRef="#br2" timeOffset="137795.07">11810 6841 1324 0,'-12'-15'68'0,"2"3"87"16,-3 6-125-16,0 4-6 16,6 6 3-16,-2 5-15 0,4 11-12 15,0 5 3-15,1 7-3 16,4 2-3-16,4-3-6 16,5-3-12-16,7-10-30 15,-2-6 18-15,9-11 2 16,1-4 2-16,1-11 17 15,2-3 10-15,-5-7 20 16,-4 0 5-16,-5 0 12 16,-3 2 29-16,-6 3 58 15,-1 3 19-15,-2 7 8 16,-1 1-20-16,0 8-58 16,0 0-38-16,8 8-45 15,-1 4-18-15,4 8 10 16,2 3-10-16,3 2-69 15,0-2-38-15,-1-6-138 0,1-4 41 16,1-14 160-16</inkml:trace>
  <inkml:trace contextRef="#ctx0" brushRef="#br2" timeOffset="137995.6">12155 6733 1274 0,'-11'-32'75'0,"2"1"106"16,1 2-125-16,8 3 22 0,-1 7 14 15,0 3-8-15,1 16-54 16,4 2-9-16,2 19-24 16,2 10-12-16,0 20 12 15,-2 4 6-15,3 3-30 16,0-3-51-16,5-11-166 16,2-6-86-16,6-19 201 15</inkml:trace>
  <inkml:trace contextRef="#ctx0" brushRef="#br2" timeOffset="138180.26">12485 6813 1894 0,'0'0'119'15,"0"0"10"-15,6 19-129 0,-5 0 9 16,4 7-21-16,0 3-24 15,-1 0-75-15,1-1-29 16,-4-8-114-16,-1-6 69 16,-4-10 127-16</inkml:trace>
  <inkml:trace contextRef="#ctx0" brushRef="#br2" timeOffset="139113.54">12428 6775 1470 0,'1'-54'65'0,"4"3"120"16,3 0-86-16,10 5-42 15,0 3-15-15,12 6-25 16,4 5-5-16,5 11-18 16,2 11 0-16,1 20-5 15,0 12-7-15,-6 23-9 16,-1 8 0-16,-10 13 12 16,-2 3 0-16,-11-2 3 15,-6-5-6-15,-1-15-39 16,-6-7-3-16,4-16-26 15,2-8 29-15,-5-16 29 16,0 0 7-16,-4-5 11 16,-5-8 10-16,-1-9 22 15,-3-2 5-15,-2-3 34 16,-2 1 40-16,-1 3-11 0,0 2-9 16,2 10-30-16,0 3-16 15,3 10-14-15,-1 8-18 16,2 12-3-16,2 5 0 15,3 9 0-15,2 1-6 16,11-3-21-16,3-4-35 16,9-10-64-16,7-6-32 15,7-12 49-15,4-5 9 0,8-13-102 16,3-5-84-16,0-7 22 16,-3 0 103-16,-8 2 304 15,-8 2 130-15,-14 4 12 16,-6 3-73-16,-9 4-90 15,-4 0 16-15,-5 4-25 16,2 1-35-16,-3 3-45 16,3 3-9-16,-1 3-18 15,0 3-3-15,2 8-3 16,1 3 0-16,0 7 0 16,2 1 0-16,2 0 0 15,2-1 0-15,3-6-9 16,2-4-12-16,1-6-9 15,1-4-6-15,3-6 12 16,2-5 9-16,1-5 33 0,0-1 27 16,-1-2 42-16,-2 2 23 15,-2 3 43-15,-2 3 1 16,-6 9-66-16,0 0-11 16,1 0-47-16,0 0-20 15,13 13-18-15,-6 4-2 16,3 7 5-16,2-1-21 15,2-4-80-15,-1-3-78 0,1-9-108 16,-2-7 2-16,-2-11 153 16,-2-5 52-16,-4-11 29 15,-2-2 19-15,-3-5 68 16,-3-3 27-16,-3-6 22 16,0-2-1-16,3-2 30 15,5-1-26-15,1 7-5 16,3 4 0-16,3 14-10 15,-2 6-5-15,0 14-51 16,2 6-15-16,0 17-6 16,2 6 0-16,6 16 9 15,-1 5 9-15,5 3-6 16,-5-2-27-16,-2-5-86 16,-3-5-58-16,-8-11-93 15,-5-5 187-15</inkml:trace>
  <inkml:trace contextRef="#ctx0" brushRef="#br2" timeOffset="139263.5">13194 6785 1714 0,'-4'-6'141'15,"-1"-1"14"-15,3 2-44 16,5 0-46-16,3 0-32 16,11 0-155-16,8-1-69 0,16-3-317 15,8 0 388-15</inkml:trace>
  <inkml:trace contextRef="#ctx0" brushRef="#br2" timeOffset="139662.2">13656 6782 1386 0,'-20'-4'111'0,"3"-1"357"15,7 2-357-15,1 3-105 16,4 0 0-16,-1 3-6 15,-4 1 0-15,-1 4 0 16,-4 1-6-16,0 4-9 16,-1 1-3-16,4 0-42 15,2-3-11-15,6-5-25 16,5-2-3-16,6-7 31 16,6-3 23-16,5-5 63 0,2-2 32 15,3-1 46-15,-4 1 9 16,-1 5-10-16,-4 2-14 15,-6 5-42-15,2 1-6 16,-6 4-27-16,2 2 0 16,0 4-6-16,1 2 0 0,2 1-3 15,3 0-18-15,3-1-51 16,0-1-36-16,3-6-41 16,1-3-3-16,1-5 59 15,0-4 62-15,-3-3 8 16,-1-2-12-16,-7-3-130 15,0 0 107-15</inkml:trace>
  <inkml:trace contextRef="#ctx0" brushRef="#br2" timeOffset="139896.07">13943 6516 1375 0,'-1'3'73'0,"2"4"187"16,3 15-173-16,1 9 3 16,2 15-4-16,1 8-5 15,-1 7-54-15,1-1-30 16,-3-4-149-16,-1-8-141 15,-8-14 190-15</inkml:trace>
  <inkml:trace contextRef="#ctx0" brushRef="#br2" timeOffset="140647.04">13789 6807 2347 0,'0'-13'90'0,"3"1"-14"16,4 5-51-16,10 1-18 15,8 4-14-15,14 1-69 16,8-1-24-16,7 0-93 16,2 1-41-16,-4 1 49 15,-4 2 36-15,-11 6 85 16,-7 2 49-16,-15 3 9 16,-8 0 0-16,-9-1 8 15,-5-2 2-15,-4-2 6 16,0-1-1-16,1-5-1 15,-1 0-1-15,3-5-1 0,2-2-3 16,2-6-3-16,1-3 0 16,-1-7 0-16,2-2-3 15,2-5-6-15,1-2 7 16,7 0 2-16,3 1 2 16,7 8 22-16,5 3 6 15,3 14 3-15,-1 6 8 0,0 15-5 16,-2 9 3-16,-5 12-15 15,-4 4 0-15,-4 2-6 16,-3-2-12-16,1-7 0 16,-2-5-6-16,1-10-6 15,-1-5-12-15,-2-11-12 16,1-4 0-16,1-12 6 16,1-5 6-16,-4-9 51 15,0-2 30-15,-5-1 77 16,-3 1 40-16,1 6 28 15,0 1-69-15,2 6-42 16,2 4-29-16,1 4-54 16,-1 7-15-16,1 0-14 15,16 10 1-15,-2 8 6 16,4 4-2-16,0 1-41 16,5 0-34-16,-7-8-51 0,-1-2-79 15,-6-8 59-15,-3-4 55 16,-2-6 95-16,-1-4 33 15,0-9 65-15,-1-3 31 16,3-4 41-16,1 0-31 16,2 4-32-16,3 3-11 15,0 5-29-15,1 7-32 16,3 7-19-16,0 5-9 16,7 13-10-16,-3 2-3 0,3 4-103 15,-1 0-79-15,-3-4-744 16,4-5 749-16</inkml:trace>
  <inkml:trace contextRef="#ctx0" brushRef="#br2" timeOffset="141012.63">12619 7252 769 0,'-49'3'132'0,"8"-1"84"0,11 1-57 15,18-1-51-15,11 1-24 16,20 2-24-16,8-1 43 15,22 2 7-15,10-3-8 16,33-3-51-16,14-1-15 0,23-6 20 16,10-1 16-1,7-5 18-15,4 1-4 0,-6 0-29 16,-4 4-24-16,-21 2-24 16,-16 6-9-16,-25 1-117 15,-18 3-134-15,-25 3 141 16</inkml:trace>
  <inkml:trace contextRef="#ctx0" brushRef="#br3" timeOffset="155745.14">11820 7295 855 0,'-1'-4'121'0,"2"-1"115"16,-1 5-194-16,0 0-36 15,1 0 0-15,17-6 0 16,-9 6 0-16,9 0-4 16,0 0-2-16,6 0 0 15,6-1-2-15,8 0 2 16,9-2 0-16,14 1 0 0,8-1 2 15,15-1 3 1,8-2-1-16,11-2 4 0,0 0 6 16,6 0 9-16,0 0 4 15,-4 2 0-15,0 0-7 16,-14 1-7-16,-11 3-7 16,-13-1-16-16,-10 1-25 15,-13 1 20-15</inkml:trace>
  <inkml:trace contextRef="#ctx0" brushRef="#br3" timeOffset="156516.34">12200 7320 974 0,'33'-5'45'0,"3"-1"12"16,9 0-53-16,9 0 4 0,12 1 0 15,4-1 7-15,8 0 3 16,5 1 3-16,6 1 6 16,1 0-4-16,-1 3-5 15,-3-1-7-15,-14 2-15 16,-8 0-11-16,-17 1 9 15</inkml:trace>
  <inkml:trace contextRef="#ctx0" brushRef="#br3" timeOffset="162244.73">8743 9365 1117 0,'-7'-6'37'0,"1"0"0"16,0 1-14-16,6 5 6 15,0 0-2-15,0 0-4 16,1 0-11-16,17 14-1 16,-6 6 5-16,3 17 11 15,2 8 4-15,3 17-6 16,1 5-5-16,-1 4-15 16,-1-1-8-16,-5-10-61 15,-2-6-169-15,-8-16 148 0</inkml:trace>
  <inkml:trace contextRef="#ctx0" brushRef="#br3" timeOffset="163327.43">8868 10064 1012 0,'-15'5'111'0,"0"4"166"16,-5 9-260-16,-2 2-11 15,0 7-8-15,0 3-11 16,-1 2-49-16,-1-1-39 16,2-4-232-16,-2-4 171 15</inkml:trace>
  <inkml:trace contextRef="#ctx0" brushRef="#br3" timeOffset="163531.26">8616 10081 1185 0,'7'7'64'0,"4"6"33"16,2 5-47-16,10 10-21 15,2 4-6-15,5 5-11 16,4 1-14-16,-4-1-50 15,1-2-92-15,-3-10 88 16</inkml:trace>
  <inkml:trace contextRef="#ctx0" brushRef="#br3" timeOffset="165411.84">8915 10339 1222 0,'0'-3'52'16,"0"3"51"-16,0-1-96 15,0 0-7-15,0 0-2 16,19-20-5-16,-5 17 5 16,4 1-4-16,-1 6 6 15,-1 7 0-15,-3 7 0 16,-2 6-8-16,-6 3-5 15,-3 0-5-15,-6-1-7 16,-3-1 4-16,-6-5-7 0,-1-3 13 16,-4-4 30-16,-1-4 11 15,2-4 28-15,0-4 6 16,2-1-8-16,5-4 4 16,3 1-13-16,7 4 43 15,0-1-44-15,0 0-25 16,10-11-23-16,2 10-5 15,5-3-19-15,2 0-18 16,3-4-25-16,1-3 13 0,2 0-27 16,0 0-1-16,-4 3 30 15,-3 1 14-15,-7 4 40 16,-10 4 8-16,-1 0 23 16,0 0 12-16,0 0 19 15,0 0 0-15,0-1-2 16,-1 0-4-16,0 0-13 15,0 0-6-15,-1 0 6 16,1 1-12-16,-1 0-21 16,-27 11-3-16,27 2 3 15,0 4-3-15,1 0 0 16,2 1 6-16,2-3-6 16,1-2 0-16,2-4 3 15,1-3-6-15,0-5 6 0,1-3-6 16,3-7 0-1,0-4 3-15,2-6 3 0,0-1 2 16,-3 0 1-16,-4 0 6 16,-4 3 9-16,-4 3 12 15,-6 1 6-15,-2 4 3 16,-3 3 0-16,1 2-12 16,-1 4-10-16,1 3-11 0,4 4-47 15,1 2-43-15,8 2-158 16,5 2-192-16,3-12 292 15</inkml:trace>
  <inkml:trace contextRef="#ctx0" brushRef="#br3" timeOffset="166427.97">3949 9295 1107 0,'-5'-16'80'0,"-1"1"119"16,2 8-189-16,4 7-6 16,0 0-4-16,-2 7 0 0,8 14-6 15,2 7 4 1,2 16 0-16,-2 6 2 0,1 11 0 15,-1 3-10-15,-3 0-75 16,-1-3-216-16,-3-8 162 16</inkml:trace>
  <inkml:trace contextRef="#ctx0" brushRef="#br3" timeOffset="166811.41">4077 9903 1320 0,'-19'7'57'0,"-3"7"22"16,-2 7-65-16,-5 15-11 15,-5 7-3-15,-8 11-25 16,-3 4-52-16,-5-6 48 16</inkml:trace>
  <inkml:trace contextRef="#ctx0" brushRef="#br3" timeOffset="167028.94">3717 9987 1693 0,'3'7'96'16,"7"4"-63"-16,8 4-33 16,9 6-6-16,3 3-3 15,7 1-48-15,-4 0-47 16,5-6-103-16,-1-4 143 15</inkml:trace>
  <inkml:trace contextRef="#ctx0" brushRef="#br3" timeOffset="168360.81">4085 10127 408 0,'0'0'121'0,"0"0"189"15,0 0-155-15,0 0-107 16,0 0-23-16,0 0-22 16,1 0-1-16,0 0-2 15,0 0 0-15,0 0 0 0,0 0 4 16,0 0 0-16,0 0 10 16,-1 1 9-16,1 0 4 15,-1-1 10-15,1 26 0 16,-5-15-2-16,0 0-3 15,1 1-1-15,-1 0-5 16,2-1-3-16,0-3-8 0,0 0-3 16,1-2-6-16,-2-1 2 15,0-1-5-15,3-4 1 16,0 0 0-16,0 0 0 16,-1 0 0-16,0 0 2 15,1 0 3-15,0 0 3 16,0 0-2-16,17-9-6 15,-1 7-2-15,5 0-2 16,3-1-2-16,-1 0-2 16,-4-2-8-16,-2 0-32 15,-4-1-28-15,-4-1-87 16,-3-1-81-16,-9 1-77 16,-5-2 83-16,-6 0 188 15,-2 2 97-15,-4-2 169 16,1 1 72-16,-1 2-55 15,2 1-66-15,4 3-53 0,2 2-25 16,6 5-12-16,1 7-4 16,6 13-56-16,3 6-12 15,7 11-27-15,0 3-26 16,5 0-101-16,0-3-202 16,-2-5 219-16</inkml:trace>
  <inkml:trace contextRef="#ctx0" brushRef="#br3" timeOffset="171844.01">4480 6564 250 0,'1'12'46'16,"-1"2"29"-16,-1 5-13 15,-1 4 0-15,0 5-18 16,1 3-13-16,-1 4-15 16,-2 1-4-16,-1-3-5 15,0-1-5-15,4-5 0 16,0-3 0-16,3-4-2 16,1-3 3-16,1 0-3 0,-1-2 0 15,-2-1 0-15,1-1 0 16,-3 0 0-1,1 0 0-15,-2 3 0 0,1 0 2 16,-3 4 0-16,0 3 3 16,2-1-3-16,-2 0-2 15,5-3 0-15,1-1 0 16,2-5 0-16,1 1-4 16,-2-3 1-16,1-1 3 0,-1 2 0 15,0-3 0-15,-1 1 0 16,-2 2 0-16,0-1 0 15,-1 0-9-15,-2 2-34 16,2 1-16-16,-1 1-11 16,0 2 11-16,2 1 16 15,-2-1 4-15,2 2-10 16,1-2-17-16,-1 1 37 16</inkml:trace>
  <inkml:trace contextRef="#ctx0" brushRef="#br3" timeOffset="172544.37">4469 8008 196 0,'6'26'22'16,"0"2"1"-16,-1 1-3 16,-2 3-9-16,1 4-7 0,-3-1-2 15,-1 2 2-15,1-5 16 16,-2-4 7-16,1 0 10 16,1-3-1-16,-1 1-12 15,1-1-8-15,-1 0-10 16,-1 2-2-16,0 2-1 15,-1 1 3-15,-1 2 17 16,-1 0 18-16,1-1 23 16,0-4 4-16,1-1-11 15,3 0-9-15,-2-2-23 16,1 2-9-16,-1-1-7 16,0 2 5-16,1 2 1 15,-1-1 15-15,1 3 11 16,-1 0 5-16,1 1 1 15,1 0-3-15,-1-2-23 16,0-1-5-16,1-5-6 0,-1-2-7 16,3 1-1-16,0-1 0 15,1 1 2-15,1-1 2 16,-1 1 6-16,1 2-1 16,-3 0 3-16,-1 1-3 15,0-2 1-15,-2 0-4 16,0-2-2-16,-1-1-2 15,1 2-3-15,0-2 1 0,-1 3 0 16,1 0 2-16,1 2 8 16,-3 2 1-16,2 0 3 15,0 1-6-15,0-3-7 16,1 1-1-16,0-4-2 16,-3-2 0-16,1-2-2 15,0 0 1-15,-1-1 1 16,0-2 0-16,-1-3-8 15,0-2-29-15,4-11-257 16,0 0 185-16</inkml:trace>
  <inkml:trace contextRef="#ctx0" brushRef="#br3" timeOffset="173178">4367 7471 196 0,'0'0'34'16,"0"-1"21"-16,0 0-15 15,0 0-21-15,1 0-14 16,0 0-1-16,1 0-2 16,0 1-2-16,24-13 0 0,-26 13-2 15,0 0 2-15,5 21 29 16,-4-4 24-16,1 9 85 16,2 6 42-16,3 6-12 15,0 5-30-15,2 3-88 16,-1 3-19-16,-1 1-25 15,-3-2-6-15,-1-7-33 16,-2-4-95-16,-3-10 73 16</inkml:trace>
  <inkml:trace contextRef="#ctx0" brushRef="#br3" timeOffset="173429.66">4466 8263 393 0,'-4'26'49'15,"0"2"41"-15,-3-1-13 0,1-1-63 16,2-2-103-16,-1-3 59 16</inkml:trace>
  <inkml:trace contextRef="#ctx0" brushRef="#br3" timeOffset="174511.15">4436 6632 243 0,'-3'0'40'16,"3"0"46"-16,0 0-38 15,0 0-4-15,0 1 43 16,-4 14 27-16,2 4 36 15,-1 5 9-15,-6 9-50 16,-2 1-45-16,-4 3-41 16,-2-1-9-16,2-7-12 15,1-4-2-15,5-11 2 16,3-5-2-16,3-9 2 16,0-6-2-16,3-7 0 15,0-3 2-15,0-5 0 16,3 0-1-16,-1-3 5 15,0-2 2-15,4 1 9 16,2-3-1-16,5-1-2 0,3 1-9 16,4-1-7-16,-1 0 2 15,3 1 0-15,-1 3 4 16,-3 7-2-16,-2 5 4 16,-6 9-2-16,-2 2-2 15,-4 4 0-15,-3 2 2 16,4 4 3-16,-1 2 9 15,2 5 1-15,3 2 1 16,-1 2-7-16,2 0-3 0,3-3-4 16,3-2-2-16,1-5-2 15,0-2-2-15,-1-2-6 16,-5-1-13-16,-2 1-8 16,-3 0-4-16,-4 5 0 15,2 3-8-15,-2 6-163 16,-1 1 124-16</inkml:trace>
  <inkml:trace contextRef="#ctx0" brushRef="#br3" timeOffset="175113.8">4277 7232 1330 0,'4'-4'48'0,"3"3"-11"16,2 3-12-16,7 11-19 16,1 6-4-16,3 14 2 15,0 5-4-15,-3 10 0 16,-1 2 2-16,-4 0-2 16,-1-3 2-16,-1-13-8 15,-3-6 0-15,-1-14-3 0,-1-6 1 16,-5-8 8-16,0 0 6 15,2-18 15-15,-4 4 6 16,1-7 12-16,1-2 6 16,2-6 12-16,3-3-24 15,6-3-33-15,4-1-3 0,6-2-15 16,5 1-27-16,3 2-59 16,0 3-59-16,2 12 94 15</inkml:trace>
  <inkml:trace contextRef="#ctx0" brushRef="#br3" timeOffset="178227.09">4488 7580 261 0,'-1'-2'39'15,"-1"-3"60"-15,0 2-41 16,0 0 21-16,2 3-4 16,-1 0-31-16,0 0-19 15,0 0-9-15,-1 0 0 16,-31-6 11-16,22 7 3 15,-2 0 11-15,-1 2 4 0,0-1 3 16,-4 1-2-16,-1 0-5 16,-1 0-3-16,-3-1-1 15,-1 0-4-15,-5 0 3 16,1 1 3-16,-4-1-4 16,-1 1-2-16,-4 0-12 15,-4 2-5-15,-1 1-10 16,-3 0-3-16,1 1-3 15,-3-2 2-15,-1 0 0 16,-3-1-2-16,-1-1 0 16,2-1 2-16,3-2 0 15,2 1 6-15,3-1 5 16,2 0-1-16,-3 0 7 0,1 0-1 16,-1 2-8-1,0-1-1-15,1 2-5 0,1 0-4 16,1 0 0-16,-2 2 2 15,-3 2-2-15,-1 0 0 16,-7 0 0-16,2 1 0 16,1 0 0-16,1 0 2 15,5-2 0-15,1 0-2 0,3-2 0 16,2 0 6-16,4-4-4 16,3 1 4-16,2 0-1 15,4-1-3-15,5 1 0 16,0 0 2-16,5 1-2 15,2 0-4-15,0 1 2 16,1 0-4-16,2 1 0 16,0-1-1-16,2 0-15 15,0-1-22-15,2-2-61 16,1 1-62-16,5-1 77 16</inkml:trace>
  <inkml:trace contextRef="#ctx0" brushRef="#br3" timeOffset="179262.07">1872 7618 468 0,'-1'1'9'15,"0"0"2"-15,-8 28 12 16,10-16 11-16,2 3 3 16,-1 3 2-16,1 3-14 15,1-1-12-15,-1 0-6 16,1-2-5-16,0-3-2 15,1-3 0-15,0-5-4 16,2-2-3-16,1-5 16 16,1-2 9-16,3-5 17 15,-1-3 3-15,1-3-6 16,4-4-9-16,-4 0-3 16,1-2-4-16,0 0-7 0,-4 0 3 15,-2 2 6-15,-2 0 14 16,0 4 32-16,-6 2 10 15,1 5-12-15,0 5-8 16,0 0-19-16,0 0-12 16,0 0-13-16,4 9-4 15,-1 10-4-15,3 8 3 16,7 16 1-16,0 10 0 0,4 13 0 16,0 9 0-16,0 4-2 15,-1 3-1-15,1-9-1 16,-1-8 0-16,-5-20-2 15,-1-11 2-15,-12-15-2 16,-5-6 6-16,-13-6 33 16,-6-4 11-16,-8-7 24 15,-7-4 1-15,-5-11 45 16,1-5-4-16,-1-10-41 16,2-5-24-16,7-11-66 15,3-4-66-15,11-2-155 16,7-1 32-16,14 2 123 15</inkml:trace>
  <inkml:trace contextRef="#ctx0" brushRef="#br3" timeOffset="179742.93">1779 7532 1330 0,'0'-1'19'15,"0"0"-7"-15,21-13-4 16,-6 7-2-16,6-2-3 16,5-3-1-16,5-6 0 15,6-3-2-15,2-5 0 16,-2 1 0-16,-4 0 0 16,-12 1 0-16,-8 5 0 15,-4 1 2-15,-11 7 0 16,2 3 2-16,-10 3 0 15,0 3 0-15,1 2 6 16,-1 1-3-16,3 9 7 0,-2 5-3 16,2 13 1-16,0 6-2 15,5 9-4-15,1 1-1 16,3-4-5-16,7-4-11 16,4-12-206-16,9-5 153 15</inkml:trace>
  <inkml:trace contextRef="#ctx0" brushRef="#br3" timeOffset="180427.26">2230 7843 1313 0,'0'-1'31'0,"0"1"-18"0,1-1-7 16,17-6-4-16,-5 6 0 15,2-1-2-15,-1-1-2 16,4-1-4-16,1 1-4 15,-2-2-21-15,0 0-21 16,-6 2-62-16,-1 1-78 0,-10 2 94 16</inkml:trace>
  <inkml:trace contextRef="#ctx0" brushRef="#br3" timeOffset="180627.16">2253 7910 1477 0,'11'2'10'0,"10"-2"-6"16,5-2-4-16,7-4-29 16,2-1-29-16,-1 0-204 15,-3 3 162-15</inkml:trace>
  <inkml:trace contextRef="#ctx0" brushRef="#br3" timeOffset="182412.58">4305 10124 221 0,'3'0'11'0,"-1"-1"13"16,-2 1-28-16</inkml:trace>
  <inkml:trace contextRef="#ctx0" brushRef="#br3" timeOffset="182860.06">4177 10127 846 0,'0'0'98'0,"0"0"69"16,0-1-120-16,1 0-13 16,15-8-16-16,-7 7-6 15,3 2-1-15,0 0 3 16,5-1 17-16,1 0 7 15,3 0 15-15,2 0 3 16,4-1-13-16,0-1-12 0,4 0-16 16,-1-1-7-16,-1 3-6 15,-1-1-2-15,-6 1-14 16,-3 0-15-16,-9 1-242 16,-10 0 184-16</inkml:trace>
  <inkml:trace contextRef="#ctx0" brushRef="#br3" timeOffset="183112.43">4211 10266 1501 0,'0'0'195'15,"0"0"260"-15,5 3-351 16,15-2-149-16,7-1-23 16,8-6-49-16,7-2-35 15,-2-4-43-15,3-1 29 16,-8 0-16-16,-2 1 110 16</inkml:trace>
  <inkml:trace contextRef="#ctx0" brushRef="#br3" timeOffset="183593.46">4615 10020 1417 0,'-8'4'101'0,"-4"5"272"16,0 5-251-16,1 8-110 15,3 2-9-15,2 4 0 16,2 0-15-16,-4-2-12 16,-3-1 3-16,0-6-6 15,-1-3 12-15,0-6 13 16,0-3 4-16,3-3 22 0,-1-3 3 16,10-1 33-16,0 0 6 15,0 0-6-15,3 1-13 16,13-3-32-16,6 0-12 15,11-4-6-15,4-4-3 16,9-4-27-16,2-4-5 16,0-2-40-16,-1 1-9 0,-7 0 1 15,-6 2 5-15,-13 5 33 16,-7 2 18-16,-14 1 33 16,-4 1 24-16,-10 2 39 15,-3 1 15-15,-4 3 14 16,-1 2-2-16,2 7-18 15,-1 3-10-15,7 10-26 16,4 8-14-16,6 21-16 16,4 9-5-16,2 19-4 15,4 5-13-15,1 0-194 16,2-8-107-16,-2-21 156 16</inkml:trace>
  <inkml:trace contextRef="#ctx0" brushRef="#br3" timeOffset="185960.62">2654 7874 243 0,'0'-4'51'0,"0"-1"61"16,0-1-43-16,0 0-3 15,0-3 0-15,0 0 9 16,2-3 18-16,0 1 37 16,0 1 14-16,1 0-28 15,1 2-11-15,0 2-35 16,1 0-18-16,4 2-29 15,-2 1-7-15,3 3-8 16,0 3-3-16,-3 8-1 0,2 5 4 16,-6 10-2-16,-2 3 2 15,-4 4-1-15,-8 1-1 16,-1-3 4-16,-3-1-1 16,-1-6 1-16,4-3 2 15,1-7-4-15,1-5-3 16,1-4 11-16,1-3 14 15,2-3 0-15,-1-1 3 16,0-5-15-16,2-2-4 0,4-4-14 16,1-3 3-16,7-1-3 15,3-1 3-15,3 4 0 16,2 0 3-16,4 6 3 16,1 3 9-16,2 7-3 15,0 5 0-15,-2 5 3 16,-2 3-12-16,-1 2-3 15,-4-2 0-15,3-1-6 16,-2-3-9-16,-2-3-51 16,0-3-44-16,-5-4-28 15,-1-1-47-15,-5-5 104 16</inkml:trace>
  <inkml:trace contextRef="#ctx0" brushRef="#br3" timeOffset="186960.84">1706 8167 812 0,'39'-6'84'15,"7"1"-2"-15,14 0-5 16,9 2-19-16,10 3-10 16,1 4-5-16,-1 5-18 15,-3 3-5-15,-5-2-13 16,-3-1-3-16,-4-9-4 15,-1-4-7-15,-9-7-5 16,-4-2-6-16,-5-3-14 16,-4 1-21-16,-10 2-59 15,-6 1-104-15,-12 4 122 16</inkml:trace>
  <inkml:trace contextRef="#ctx0" brushRef="#br3" timeOffset="190494.65">4184 10744 1589 0,'-26'3'104'0,"4"-1"-23"16,3 4-60-16,9-1-27 16,5-1-18-16,13 0-21 15,6 0-2-15,8-2 8 16,9 1 24-16,5-1 21 16,4-2 15-16,9-2 17 15,1-1 10-15,9-3 15 0,2-1 12 16,4 1 47-1,0-1 40-15,-5 3 20 0,0 1-56 16,-5 1-31-16,-1 1-31 16,-7 2-41-16,-4 1-13 15,-8-1-9-15,-4 0 0 16,-6-1 1-16,-3 0-2 16,-7-1 0-16,-4 0 1 15,-5 0-1-15,-6 1 1 16,0 0 1-16,0 0 0 0,0 0-1 15,0 0-2-15,0 0-5 16,0 0-2-16,0 0 1 16,0 0-4-16,0 0-13 15,0 0-3-15,0 0-31 16,0 0-28-16,0 0-63 16,0 0-102-16,0 0-161 15,0-1 288-15</inkml:trace>
  <inkml:trace contextRef="#ctx0" brushRef="#br3" timeOffset="192446.09">4191 6366 340 0,'0'-3'53'0,"0"3"54"15,0 0-11-15,0 0-40 16,0 0-21-16,0 0-24 15,0 0 0-15,-1 0-11 16,-21 3 0-16,9 1 5 16,-4 1-5-16,-4-1 7 15,-2 0 0-15,-2-3 11 0,1 0 9 16,0-1 21-16,-1 0 18 16,0-1 32-16,-1 0-1 15,0 1-10-15,0 2-9 16,-4 0-24-16,0 2-13 15,-3-1-16-15,-2 0-8 16,1-1-5-16,0 0-4 16,4-2-3-16,1-2 3 0,3-2 4 15,-1-1-2-15,4 0 5 16,3-1-3-16,1 0-3 16,0 1-1-16,0 2-2 15,-1-2-2-15,0 2-2 16,-4 0 2-16,1 1-2 15,1 1-1-15,-3-1 1 16,3 2-2-16,-2-1 0 16,-1 0 0-16,0 1 0 15,0-1-2-15,3 0 2 16,0 0 0-16,0 0 0 16,-2-1 0-16,1 1 10 15,-3 2 2-15,0 1 1 16,0 2 9-16,-1 2-4 15,2 1-9-15,-1-1-3 16,2 0-3-16,2-3-3 0,-1 0 0 16,3-2 3-16,-1-1 0 15,-1 1 3-15,1-1-6 16,-2 0 0-16,2 1 0 16,-1-1 0-16,-2 1-3 15,4 1 6-15,0-1-3 0,1 1 3 16,1 1-3-1,-1-1 0-15,1 0 0 0,1 0 0 16,0-1 3-16,0-1-3 16,2 1 3-16,2-1-3 15,1 0 0-15,1 0 0 16,1 1 0-16,1 0 0 16,1 0 0-16,0 1 3 15,-1-1 0-15,0 1-3 16,-1 0-3-16,2-1 0 15,1 1 3-15,0 0 0 16,1-1 0-16,-1 1-15 16,-1-2-41-16,0-2-167 15,-4-3 155-15</inkml:trace>
  <inkml:trace contextRef="#ctx0" brushRef="#br3" timeOffset="193393.22">1639 6226 1218 0,'12'24'7'0,"5"4"-1"15,-2 2-4-15,2 0-2 16,-1-1 0-16,1-4 0 15,-1-3 0-15,0-9 2 16,0-3-2-16,-3-10-2 16,1-2 0-16,-3-10 2 15,2-3 0-15,1-7 14 16,0-2 11-16,0-3 18 16,1 2 11-16,-3 3-4 15,-4 2-9-15,-3 4-20 16,-4 4-7-16,-1 4-10 15,-3 1-2-15,-2 3 1 0,0 3-1 16,0 1-2-16,0 4 4 16,2 4-4-16,3 5 2 15,5 12 0-15,5 5 2 16,2 13 6-16,1 6 1 16,6 8 8-16,-4-1 8 15,0-2-15-15,0-3 0 16,-10-7-9-16,0-4 3 15,-12-8 9-15,-6-4 27 0,-11-11 35 16,-5-3 31-16,-7-11 38 16,0-3 1-16,-2-13-16 15,-3-6-47-15,5-9-44 16,1-2-13-16,5-2-19 16,4 0-7-16,10 3-65 15,8 2-89-15,13 1-301 16,15 3 236-16</inkml:trace>
  <inkml:trace contextRef="#ctx0" brushRef="#br3" timeOffset="193943.44">2152 6255 1429 0,'12'-3'8'0,"9"-1"1"0,3-1 1 16,6 0 2-16,0-1-3 15,2 0-9-15,-3 1-27 16,-1 2-97-16,-3-1-83 15,-8 3 93-15</inkml:trace>
  <inkml:trace contextRef="#ctx0" brushRef="#br3" timeOffset="194092.58">2173 6383 1328 0,'9'3'72'16,"6"2"-14"-16,8-4-23 16,3 1-14-16,8-4-15 15,2-5-6-15,4-5-80 16,-2-3-78-16,1-4 84 16</inkml:trace>
  <inkml:trace contextRef="#ctx0" brushRef="#br3" timeOffset="194593.84">2704 6001 1218 0,'-3'-4'66'15,"3"4"9"-15,0 0-19 16,-11 8-38-16,7 7-12 15,-3 9-5-15,-3 4 1 16,-2 7 0-16,-1-1 2 0,1-1-4 16,2-4 4-16,1-5-2 15,2-2 0-15,1-8 0 16,1-3-2-16,2-6 4 16,3-5 0-16,0 0 17 15,0 0 10-15,0 0 55 16,12-7 48-16,5-1-26 15,5-1-27-15,13-1-52 16,-1 0-14-16,6 0-3 16,-2-1-6-16,-4 0-6 15,0-1-18-15,-9-1-56 16,-5-2-19-16,-7-1 0 16,-4-1 19-16,-8 1 47 15,-3 0 24-15,-5 4 48 0,0 2 23 16,-1 6 55-16,1 3 2 15,1 9-20-15,0 10-24 16,1 15-34-16,3 13-14 16,1 20-15-16,1 11 0 15,-1 10-200-15,1 1-382 16,-2-21 469-16</inkml:trace>
  <inkml:trace contextRef="#ctx0" brushRef="#br3" timeOffset="198609.81">4728 7062 424 0,'-6'0'24'0,"2"1"19"16,4-1-14-16,0 0-8 15,0 0-14-15,0 1-7 16,0 0 0-16,0-1 0 15,0 0 2-15,1 0 28 16,0 0 20-16,0-1 43 16,0 0 19-16,1 0 22 0,31-14-9 15,-13 14-23-15,8 1-5 16,13-1-25-16,10 0-20 16,11-3-25-16,4 0-13 15,12-4-8-15,5 0-4 16,5-2-2-16,0-2 0 15,-2-1 0-15,-4-2 0 16,-6 2 2-16,-5 1 0 0,-16 4-2 16,-9 2 1-16,-14 3-1 15,-6 2 0-15,-6 0 2 16,-1 1 0 0,-3 1 0-16,-1 0 2 0,1-1 0 15,-3-2-2-15,2-1 0 16,-1 1 0-16,-7 0 0 15,-6 2-2-15,0 0 4 16,-1 0 3-16,0 0 9 16,0 0-3-16,0 0 4 15,0 0 16-15,-1 0-15 16,0 0 0-16,0 0-6 16,-11 7-3-16,11 8 9 15,1 6 2-15,4 17 19 16,-4 12 9-16,4 23 15 15,1 12 6-15,0 20-10 0,4 6-11 16,1 6-27-16,-1-2-12 16,10-12-15-16,-1-9-6 15,3-21-33-15,0-10-26 16,-6-16-115-16,-2-6-35 16,-7-14 163-16</inkml:trace>
  <inkml:trace contextRef="#ctx0" brushRef="#br3" timeOffset="200460.49">6383 8090 960 0,'2'-2'143'0,"0"0"185"16,5 1-288-16,-1 2-32 15,1 1 0-15,6-1-4 16,0 1-2-16,6-5 0 16,4-1 0-16,3-6 2 0,5-2-3 15,1-5 1-15,-2-1 0 16,-6-2-2-16,-3 0 2 16,-13 2-2-16,-1 2 2 15,-12 4-4-15,-5 1 4 16,-8 4-2-16,-7 2 4 15,-4 7 8-15,-1 3-5 0,0 8 7 16,4 3 28 0,7 6 33-16,3 3 8 0,6 5 10 15,3 3-9-15,6 3-37 16,4 0-11-16,6-5-27 16,3-1-6-16,8-8-6 15,3-7-6-15,8-11-30 16,4-5-11-16,7-14-7 15,2-5 0-15,0-8 27 16,-3 0 12-16,-11 0 21 16,-6 3 0-16,-14 6 9 15,-4 2 6-15,-3 4 3 16,-4 2 12-16,1 5 0 16,-3 1 3-16,3 5-16 15,4 4-8-15,1 6-6 16,3 4 0-16,-3 8 0 0,2 1-3 15,-5 1 6 1,0-1-3-16,-4-5-6 0,-1-4 0 16,0-6-3-16,-3-4 3 15,3-6 9-15,-1-4-6 16,2-9 3-16,4-4 0 16,5-7-6-16,2-1 3 15,7 1 3-15,3 1-6 0,0 5 0 16,1 4 6-16,-2 9 3 15,-1 5 0-15,-1 8-9 16,-2 4 0-16,-1 7 0 16,-2 3-12-16,-5 4 12 15,0 0-3-15,-6-2 3 16,1-1 0-16,-1-7 0 16,0-3 6-16,0-11-3 15,0 0 3-15,0 0 3 16,0 0 6-16,3-10 3 15,2-4-6-15,1-4-6 16,-1-1-3-16,1 0-6 16,1 0 3-16,-1 0-9 15,3 0-3-15,2 1-3 16,0 2-3-16,4 3 6 16,3 2 3-16,0 6 9 0,0 4 0 15,-3 5 6-15,-5 6 0 16,-2 10-3-16,-7 4-3 15,-1 4 12-15,-1 2-3 16,2-1-6-16,4-2 6 16,4-7-9-16,3-2 3 15,3-11-3-15,2-4-6 0,0-7 3 16,4-6 3-16,-2-5 3 16,0-4 0-16,-6-3 3 15,-5 0-3-15,-5 3-6 16,-4 0-3-16,-9 5-15 15,-2 0 0-15,-4 3 9 16,-3 1 6-16,3 3 9 16,3 2 9-16,3 2 0 15,3 1 0-15,7 2-12 16,0 0 0-16,0 0 0 16,13-2-9-16,6 4 12 15,4 2-3-15,4 3 0 16,1 1 0-16,0 4 0 15,1 0 0-15,-6 3-3 16,-2 0 0-16,-6 1-6 16,-6 0 3-16,-2 0 6 0,0-3 3 15,-3-3 0-15,-2-3 0 16,-2-7 0-16,0 0 0 16,0 0 18-16,0 0-6 15,10-12 6-15,-6-3-6 16,4-5-12-16,0 0 6 15,5-3-12-15,5 1 3 16,4 0-6-16,3 3 0 0,3 7 0 16,-1 3-3-16,-3 9 9 15,-2 5-3-15,-7 9-3 16,-2 5 0-16,-3 7 6 16,-3 2-6-16,-1 0 6 15,-1-3 3-15,-2-7 0 16,0-4 6-16,-1-8-6 15,-2-6 3-15,0 0 0 16,9-17 3-16,-2-5-9 16,2-5-9-16,4-8-108 15,5-2-83-15,1 4 98 16</inkml:trace>
  <inkml:trace contextRef="#ctx0" brushRef="#br3" timeOffset="200878.55">6532 8461 1900 0,'14'-3'98'16,"11"0"-8"-16,26-1-123 15,12 2 9-15,20-4 24 16,6-1 0-16,12-2 0 16,9-3 6-16,10-4-6 15,1 2 0-15,-2 0 0 16,-7 2 0-16,-17 4 0 16,-11 3 0-16,-24 2-72 0,-12 1-65 15,-26 2-299-15,-8 3 337 16</inkml:trace>
  <inkml:trace contextRef="#ctx0" brushRef="#br3" timeOffset="201460.59">8124 7944 1415 0,'0'-3'37'16,"4"-2"-18"-16,5 1-5 15,5 1 0-15,3 1-9 16,8 0-1-16,1-1 0 0,6 0 0 16,4 0 4-16,1 0 0 15,1 2-3-15,2-3 1 16,-1 1-6-16,0-2-6 15,-1 2-5-15,-14 3-30 16,-4 2-23-16,-15 5-244 16,-7 5 189-16</inkml:trace>
  <inkml:trace contextRef="#ctx0" brushRef="#br3" timeOffset="201643.37">8248 8085 1365 0,'0'0'83'0,"0"0"174"0,8-10-164 15,9 7-84-15,8-2 6 16,9 1-15-16,5-1-6 16,5-1-24-16,5 1-33 15,-5 2-134-15,-5 0-76 16,-4 2 164-16</inkml:trace>
  <inkml:trace contextRef="#ctx0" brushRef="#br3" timeOffset="202826.77">9309 7838 1398 0,'-7'4'50'16,"3"2"16"-16,7 11-64 16,1 3 0-16,5 10-2 15,1 4 2-15,7 1-2 16,4 1 0-16,2-5-4 16,2-4-2-16,-2-9 0 15,2-4-1-15,-5-11 3 16,0-4-2-16,-3-8 6 15,-3-4 2-15,-2-6 11 16,-1-2 5-16,-3-2 21 16,-3-2 51-16,-3 0 11 0,0 1-2 15,-1 2-16-15,1 2-5 16,-2 6-15-16,0 2-3 16,0 7-12-16,0 5-7 15,0 0-26-15,0 12-9 16,2 11-9-16,3 9-3 15,3 16 6-15,-2 12 0 0,5 15 0 16,0 7 0-16,4 6 0 16,5 0-3-16,-2-7 0 15,-4-6 0-15,-13-15-9 16,-6-9 6-16,-15-15 63 16,-5-3 37-16,-15-11 77 15,-6-5-4-15,-11-12-45 16,-8-8-22-16,-3-13-53 15,-1-7-19-15,-4-13-26 16,5-7-18-16,12-21-69 16,8-8-54-16,28-15-149 15,14-2-255-15,28 4 265 16</inkml:trace>
  <inkml:trace contextRef="#ctx0" brushRef="#br3" timeOffset="203760.2">9333 7612 1161 0,'2'-3'95'15,"-2"3"76"-15,0 0-109 16,0 0-16-16,0 0-4 15,1 0-9-15,0 0-12 16,-1-1-3-16,25-14 0 0,-12 7-1 16,1-5 1-16,3-5-3 15,-3-6-6-15,0-3-6 16,-3-5 9-16,0 0-6 16,-6 0 12-16,-2 3 21 15,-3 4 63-15,0 3 29 16,-2 5 36-16,0 4-28 0,1 6-64 15,1 7-20-15,0-1-32 16,0 1-16-16,6 0-10 16,1 14-8-16,4 16 5 15,2 9 4-15,1 13 2 16,3 4 1-16,2 0-12 16,1-4-44-16,2-14-180 15,3-7-546-15,3-21 620 16</inkml:trace>
  <inkml:trace contextRef="#ctx0" brushRef="#br3" timeOffset="205650.43">9949 7983 415 0,'-4'-2'55'0,"4"2"148"15,0 0-171-15,0-1-23 16,1 0 5-16,0 0 2 16,0 0-3-16,24-15 5 15,-15 13 3-15,-4 2 15 16,0 1 12-16,-1 0 21 15,-2 0 10-15,3 0 0 16,1 0-3-16,3 0 3 0,1 1-5 16,5 0-6-16,2 0-8 15,5 2-20-15,3-1-7 16,4 1-8-16,5-1 2 16,4-2-21-1,4 0-3-15,-3-1-9 0,-5-2-15 16,-12 2-26-16,-6 0-58 15,-17 1 63-15</inkml:trace>
  <inkml:trace contextRef="#ctx0" brushRef="#br3" timeOffset="206993.21">10767 7704 1458 0,'-1'0'35'0,"0"0"-18"16,0 0-13-16,-14 6-2 0,16 6-2 15,1 11 2-15,1 4-2 16,1 10 2-16,2 1-2 16,0 1-2-16,0-1 2 15,4-4 0-15,1-3 0 16,4-5-2-16,2-5 0 15,2-8 0-15,-1-5 0 16,0-8 0-16,-1-3 2 16,-2-8-2-16,-1-3 2 0,-2-5 2 15,-1-2 2-15,-1-4 0 16,-2-1 0-16,-3 0 2 16,-1 2 1-16,-3 3 5 15,1 1 29-15,-2 4 13 16,-2 5-1-16,2 4-8 15,0 7-9-15,0 0-18 16,3 10-12-16,3 13-6 16,3 7 0-16,6 16 0 15,1 7 0-15,3 16 0 16,-1 8 0-16,3 6 0 16,-3-1-6-16,0-5-18 15,-5-4-3-15,-9-10 0 16,-4-9 3-16,-13-15 9 0,-8-10 13 15,-11-15 64-15,-3-5 58 16,-13-12 92-16,-3-6 21 16,-7-14-100-16,-1-5-26 15,3-12-35-15,3-4-25 16,9-6-28-16,5-1-28 16,17-3-117-16,12 0-82 15,25-5 42-15</inkml:trace>
  <inkml:trace contextRef="#ctx0" brushRef="#br3" timeOffset="-203034.73">8564 9598 969 0,'-2'-2'109'0,"2"2"66"16,0 0-81-16,0-1-57 16,0 0-8-16,0 0-19 15,1-28-8-15,3 12-10 16,5-1-1-16,-4-2-3 15,-2 1 4-15,2-4 2 16,-3 0 6-16,2-3 0 16,-1-2 0-16,-2-1 4 15,0-1 2-15,-1 0 10 16,-4-1 5-16,2-5-2 0,-3-2-1 16,-1-5-11-16,4-2-1 15,-3-7-4-15,3-5-2 16,2-9 0-16,-1-3-4 15,3 0-7-15,1 4 1 16,-3 3 0-16,0 2 3 16,0 5 7-16,-2 2-2 0,2 5 2 15,2 4 0 1,-1 2 0-16,0 0 0 0,1-1 0 16,0-4 2-16,1-5-2 15,-1 0 0-15,4 0-6 16,1 1 0-16,2 2 0 15,1 2 4-15,-1 3 2 16,-2 2 2-16,-2 5 0 16,-2 1 0-16,-3 3-2 15,0-1 0-15,-2-3-16 16,-1 0-9-16,3-6-19 16,0 0-12-16,0-3 17 15,2-2 8-15,1-1 21 16,0-1 10-16,1 4 0 15,-1 2-2-15,0 4 4 16,-2 2 0-16,-1 0-2 16,0 2 2-16,-1 0-14 0,0-1-9 15,2 0-33-15,1-3-150 16,5-5 122-16</inkml:trace>
  <inkml:trace contextRef="#ctx0" brushRef="#br3" timeOffset="-202922.06">8737 6483 210 0,'-4'-26'-11'0,"0"-2"-23"0,2-8 12 15</inkml:trace>
  <inkml:trace contextRef="#ctx0" brushRef="#br3" timeOffset="-202604.83">8751 6152 609 0,'-4'-17'21'0,"-1"-3"-14"15,-1-2-71-15,1-5-65 16,2-2 10-16,1-5-1 16,2-2 25-16,4 1 49 15,1-1 64-15,-1 6 110 16,-1 2 42-16,-3 6 116 16,-4 2 12-16,-3 1-137 15,-1 1-51-15,-1-1-61 16,-1-1-30-16,3-3-31 15,0-1-23-15,5-5-34 0,2 0 9 16,3 1 7-16,4 2 14 16,-2 7 67-16,1 1 5 15,-5 6 7-15,0 1-1 16,-2 3-23-16,-3 1-5 16,-3 2-9-16,0 1-4 15,0 0-6-15,1 2-11 16,6 2-97-16,0 0 74 0</inkml:trace>
  <inkml:trace contextRef="#ctx0" brushRef="#br3" timeOffset="-199532.7">8597 5500 1044 0,'-3'0'83'0,"3"0"95"15,0 0-147-15,0 0-29 16,-1 0-8-16,0 0-46 15,0 0-39-15,0-1-111 16,-23-8-98-16,9 7 156 16</inkml:trace>
  <inkml:trace contextRef="#ctx0" brushRef="#br3" timeOffset="-199437.98">8423 5483 250 0,'-26'-3'55'0,"0"1"60"0,-3 0 26 15,1 0 21-15,-3 1-14 16,2 1-41-16,-3 2-30 15,3 1-62-15,1 1-15 16,-3 1-46-16,0 1-66 16,-4 0 64-16</inkml:trace>
  <inkml:trace contextRef="#ctx0" brushRef="#br3" timeOffset="-199255.61">7682 5508 276 0,'-42'-2'18'0,"-3"0"26"15,1 1-38-15,0-2-6 16,-1 0 0-16,4-2-2 16,2 0 2-16,-6 1 7 15,1-1 6-15,-8 1-2 16,-7 1 2-16,0-1-22 16,0 2-41-16,0-2 30 15</inkml:trace>
  <inkml:trace contextRef="#ctx0" brushRef="#br3" timeOffset="-199137.38">6408 5452 559 0,'-71'0'62'15,"-2"2"67"-15,-4 0-122 0,0 1-14 16,1-2-81-16,2 1-92 16,-2-1 122-16</inkml:trace>
  <inkml:trace contextRef="#ctx0" brushRef="#br3" timeOffset="-198922.31">4368 5538 930 0,'-84'4'19'0,"-5"-3"-76"16,1 1-37-16,1 0-47 15,-2-1-2-15,1-1 68 16,1 0 44-16,1-1 33 16,0-2 8-16,9-4-59 15,1-1 38-15</inkml:trace>
  <inkml:trace contextRef="#ctx0" brushRef="#br3" timeOffset="-198754.3">2840 5447 630 0,'-66'-4'84'0,"-3"0"59"0,4 0-31 16,2 2-37-16,0-1-33 16,9 0-23-16,2 2-7 15,4 0-8-15,4 0-6 16,3 1-8-16,3 1-9 16,5 1-88-16,3 0 68 15</inkml:trace>
  <inkml:trace contextRef="#ctx0" brushRef="#br3" timeOffset="-197554.67">1177 5182 1241 0,'0'0'21'0,"-1"0"-13"15,0 0 0-15,-8 15-6 16,9 4 0-16,0 11 1 16,3 5-1-16,1 6-2 15,2 0 2-15,4-3-2 16,0-6 0-16,1-7 4 15,-1-6-4-15,0-8 0 16,-1-4 2-16,0-5-2 0,-1-3 6 16,2-6 2-16,-1-4-4 15,1-4 1-15,-1-4-1 16,-1-2 2-16,0-2 15 16,-1 1 10-16,-3 1 6 15,-2 4 6-15,-2 2-8 16,-1 4-8-16,-2 5-4 0,3 6 6 15,0 0-2-15,0 8-27 16,3 5-3-16,4 13-3 16,2 6 0-16,-1 8 3 15,0 3 3-15,-4 4 0 16,-1 1-6-16,-6-5 3 16,-8-5 3-16,-7-9 33 15,-4-6 27-15,-7-7 38 16,-2-3 19-16,-9-9-10 15,-2-1-26-15,-2-9-36 16,-4-2-21-16,7-8-123 16,2-5-80-16,10-10 92 15</inkml:trace>
  <inkml:trace contextRef="#ctx0" brushRef="#br3" timeOffset="-196088.16">1587 5373 1274 0,'0'0'-16'0,"0"0"-46"0,-1 0-31 15,0 1-91-15,0 0-51 16,0 0-8-16,0-1 76 15,0 1 96-15</inkml:trace>
  <inkml:trace contextRef="#ctx0" brushRef="#br3" timeOffset="-195871.8">1440 5446 1223 0,'25'-5'10'0,"0"0"-10"16,2-1-2-16,-1 1-13 16,-3 0-10-16,-3 0-61 15,-4 2-146-15,-5 0 132 16</inkml:trace>
  <inkml:trace contextRef="#ctx0" brushRef="#br3" timeOffset="-195586.95">1530 5534 1466 0,'13'3'-2'0,"0"0"-39"15,-1-1-66-15,-4 0 61 16</inkml:trace>
  <inkml:trace contextRef="#ctx0" brushRef="#br3" timeOffset="-195404.87">1451 5658 1466 0,'22'0'5'0,"4"-1"-1"15,6-3-15-15,3-1-44 16,-1-5 34-16</inkml:trace>
  <inkml:trace contextRef="#ctx0" brushRef="#br3" timeOffset="-188605.51">1756 5309 757 0,'2'7'0'0,"1"2"9"16,2 2 5-16,-2 3 6 16,1 3 3-16,-2 3 0 15,0 2-5-15,-3 3-11 16,-2 0-2-16,-3 1-3 16,2 0 0-16,-1 0-2 15,1-2 0-15,4-2-4 16,0-2-31-16,5-10 26 15</inkml:trace>
  <inkml:trace contextRef="#ctx0" brushRef="#br3" timeOffset="-188221.79">1818 5394 1619 0,'0'1'12'0,"4"15"-12"16,6-3 3-16,3 2-6 15,1-2-15-15,2 0-36 16,-3-2 11-16,2-3-36 15,0-3-22-15,-3-6-27 16,3-3 8-16,0-7 31 16,-4-2 32-16,3-2 105 15,-4-2 42-15,-10 0 28 16,-1 0 6-16,-11 0-23 16,-5 2-22-16,-4 3-40 15,-4 3 21-15,-5 9-30 16,-1 5-18-16,2 14-42 15,0 5-67-15,15 6 78 0</inkml:trace>
  <inkml:trace contextRef="#ctx0" brushRef="#br3" timeOffset="-186304.53">8599 5439 1491 0,'5'-10'35'0,"3"0"-28"15,2 1-3-15,-1 0 4 16,-1 3 6-16,-4-1 4 15,-3 0-9-15,-1-4-6 16,-3 1-9-16,2-3-36 16,0-2 5-16,2-4-46 15,4-3-37-15,3-3-52 16,1-1-6-16,1 0 59 0,-3 0 81 16,-7 1 138-16,-4 2 27 15,-16 3-19-15,-8 1-17 16,-10 5-31-16,-3-2-12 15,-1 4-9-15,4-1-6 16,9 0-14-16,7-1-5 16,15-2-10-16,8-1-8 0,14-8-6 15,5-1-2-15,7 0 7 16,1 0 1-16,-6 6 4 16,-7 1 2-16,-12 4-4 15,-6 2-2-15,-9 0-8 16,3 0-3-16,-3 0-12 15,1-1-10-15,10-2-17 16,2-1-3-16,8-2 13 16,1 1 17-16,-4 1 44 15,-1 2 28-15,-5 4 24 16,-6 2 5-16,-3 3-14 16,0-1-17-16,-1 1-28 15,4 2-9-15,3-3-20 16,4 0-5-16,7-1-22 15,0-3-9-15,5 2-29 16,-4 0-67-16,1-3 87 16</inkml:trace>
  <inkml:trace contextRef="#ctx0" brushRef="#br3" timeOffset="-185104.54">8571 4730 484 0,'-6'0'30'0,"-2"0"6"0,-5 1-27 16,0 2-18-16,-9 0-9 15,-2 1 0-15,-3-1 4 16,-4 2 14-16,1-2 20 15,-4 1 42-15,-2 1 20 16,-6 1 16-16,-3-1-7 16,-6 2-36-16,-2 0-21 15,-6-1-23-15,-2 1 0 0,-7-2 30 16,0 1 9-16,-4-1 0 16,-2 0-5-16,-1 1-22 15,-6-1-11-15,2-1-12 16,0 0 0-16,-5 1 0 15,-1-2-2-15,-4 0 0 16,2-2 2-16,1 0-2 16,3-1 2-16,-10 1 2 15,-7 1-2-15,-3-1 0 16,3 0 2-16,0 0-2 16,-2-1 0-16,-3 0 0 15,-2 0 0-15,-3 0 0 16,-1-1 2-16,0 1 4 15,-5 0-5-15,2 1 5 16,1-1 0-16,-2 4 0 16,1-1 2-16,4 1-3 0,-3 0-3 15,3 0-2-15,1 1 0 16,-3 0-7-16,0 0-7 16,-3 0-23-16,4 1-9 15,-1-3-1-15,5-1 1 16,8-2 26-16,-3-2 17 15,8 0 10-15,3 1 2 16,2-2-2-16,4 2-2 16,-1-1-5-16,4 2-2 0,1-2-24 15,2-2-19-15,3 2-35 16,2-3-9-16,4 1 21 16,0-1 23-16,5-1 45 15,0 0 9-15,2 0-5 16,2-2-52-16,5-1 30 15</inkml:trace>
  <inkml:trace contextRef="#ctx0" brushRef="#br3" timeOffset="-185004.85">2143 4762 923 0,'-27'-1'-45'0</inkml:trace>
  <inkml:trace contextRef="#ctx0" brushRef="#br3" timeOffset="-181655.96">2228 4636 1433 0,'-4'0'25'0,"1"5"-13"15,2 7-7-15,-1 10-3 16,-1 7 2-16,0 12-2 15,-3 2 0-15,-1 2-6 16,-1-1-2-16,2-7-38 16,1-6-57-16,2-14 58 15</inkml:trace>
  <inkml:trace contextRef="#ctx0" brushRef="#br3" timeOffset="-181222.66">2288 4796 1493 0,'-4'24'9'0,"-3"2"-3"16,-4-1-2-16,-2-3-2 15,2-2 0-15,2-5 0 16,1-6 2-16,8-9-6 16,0 0-4-16,0 0-4 15,8 4 5-15,7-10 3 16,3 0 2-16,1-5 4 16,3 1-3-16,-3-3-1 15,-3 1 2-15,-2 0 0 16,0 2 0-16,-5 0 0 15,-3 0 0-15,-3 0-2 16,-2 0 0-16,-1 0-2 16,3 0 0-16,-7 3-4 15,-1 1 3-15,0 3 3 0,-3 3 5 16,7 9 11-16,1 10 7 16,4 19 47-16,-1 10 1 15,-1 17-14-15,-2 6-21 16,-2 7-108-16,-9-3 51 15</inkml:trace>
  <inkml:trace contextRef="#ctx0" brushRef="#br3" timeOffset="-177322.32">961 5264 903 0,'24'3'50'16,"0"-2"-7"-16,0 0-20 16,0-1-11-16,-8 1-10 15,-2 2-4-15,-8 1-8 16,-3-1 1-16,-3 2 9 0,0-5 5 15,0 0 24-15,0 0 3 16,0 0 20-16,0 0 9 16,0 0 1-16,0 0-4 15,0 0-16-15,1 0-5 16,0 0-12-16,0-1-1 16,16-20-3-16,-12 10 0 0,2-5 2 15,0 0 1-15,5-4 4 16,1-2 20-16,6-4-3 15,3-2-7-15,5-4-20 16,1-3 3-16,3-4-21 16,1-1 3-16,-3-2 0 15,-3 3-3-15,-7 10 0 16,-7 5 0-16,-9 12 15 16,-4 5 0-16,-6 6 6 15,-2 2 3-15,1 7-12 16,4 6-9-16,5 15 0 15,5 10-9-15,9 15-39 16,2 9-104-16,1 6 86 16</inkml:trace>
  <inkml:trace contextRef="#ctx0" brushRef="#br3" timeOffset="-169256.29">16792 4248 1229 0,'0'30'49'0,"-1"11"15"16,-1 10-60-16,-2 7-1 15,1 2-1-15,3-4 0 16,1-3 2-16,6-5-4 16,1-6 2-16,5-8-8 15,-4-6-21-15,2-13-213 16,6-5 153-16</inkml:trace>
  <inkml:trace contextRef="#ctx0" brushRef="#br3" timeOffset="-168873.27">17019 4603 1241 0,'0'29'-64'16,"3"-1"-73"-16,1-3-32 16,3-7 112-16,1-3 66 15,1-9 60-15,2-3 19 16,4-7 8-16,1-8-24 16,6-7-26-16,0-5-18 15,3-4-21-15,0 2-1 0,-4 2-4 16,-3 4 0-16,-5 2-2 15,-4 1-2-15,-8 4-2 16,-3 2 0-16,-11 5-2 16,-4 3 3-16,-7 7 1 15,-2 3 0-15,-3 6 2 16,-1 0 2-16,5 2 0 16,2 0-2-16,8-3-24 15,4-2-51-15,12-5 46 16</inkml:trace>
  <inkml:trace contextRef="#ctx0" brushRef="#br3" timeOffset="-168456.38">17698 4449 1260 0,'-33'-3'95'0,"-3"7"181"16,-3 8-366-16,3 6 42 15,2-3 11-15,6 3 23 16,4-1 11-16,4-2 3 16,2 0 0-16,6-4 3 15,4-2 1-15,7-1-2 16,5-1 0-16,6 0 0 15,4-2 0-15,5 1 0 16,4 2 0-16,3-1-2 16,1 2 0-16,-3 1-2 15,-3-3 0-15,-11-1-6 16,-7 2 2-16,-13-3 3 16,-7 3-1-16,-14 3 4 15,-5-3 4-15,-4 3-2 16,-4-1-1-16,8-1-1 15,1-4-5-15,13-5-98 0,6-6-212 16,19-12 160-16</inkml:trace>
  <inkml:trace contextRef="#ctx0" brushRef="#br3" timeOffset="-168056.63">17938 4446 1499 0,'-28'1'42'15,"2"1"90"-15,0 10-147 16,0 0 0-16,0 1-3 16,-1 2-9-16,-2-1 3 15,-3 0 6-15,4-1 15 16,0-1 0-16,13-3 3 15,4-2 3-15,13 0-3 16,6-1 3-16,11 0-3 16,8-2 0-16,10-1-6 15,7-1 6-15,4-1 3 16,3 3 3-16,-10 1-6 16,-8 1 3-16,-20 4-3 15,-10 0 0-15,-20 4-3 0,-10 0 3 16,-13 2 0-16,-8-2-3 15,1-2 3-15,1-2-9 16,6-6-49-16,4-3-101 16,13-6 93-16</inkml:trace>
  <inkml:trace contextRef="#ctx0" brushRef="#br3" timeOffset="-167605.79">18585 4245 1601 0,'-7'64'86'0,"0"0"-86"15,1 2-6-15,1-6-14 16,0-6-16-16,2-13-27 16,0-8 29-16,3-13 10 15,-1-9-22-15,3-15 34 16</inkml:trace>
  <inkml:trace contextRef="#ctx0" brushRef="#br3" timeOffset="-166888.72">18350 4511 2409 0,'-1'-5'33'15,"2"0"-7"-15,19 3-137 16,9-3-30-16,15-4 40 0,9-2 23 16,7-5 6-16,0 1-2 15,-7 3 23-15,-7 4 24 16,-16 8-3-16,-7 3-9 16,-11 11-30-16,-6 2-11 15,-2 3 24-15,-3 3 35 16,1 1 13-16,1 0 2 15,2 1 8-15,1-1 0 0,-1-1-2 16,1-4 0-16,-3-5 2 16,0-3 0-16,-1-4 4 15,-2-6 4-15,1 0 3 16,11-10 5-16,-1-8 3 16,4-3-12-16,4-2-6 15,2 0 3-15,-5 2-6 16,-3 1 3-16,-8 4-3 15,-3 3 0-15,-5 4 0 16,-1 2 0-16,0 3 0 16,4 4 0-16,0 0 0 15,0 0-6-15,0 0 6 16,0 1 0-16,1 18 0 16,6-6 12-16,1 2-12 15,0 2 3-15,1-1-3 16,-4 0 0-16,0-3 0 0,-1-2 0 15,-2-4 3-15,-2-7-3 16,0 0 3-16,1 0 0 16,0 0 0-16,22-12-3 15,-7-1 0-15,4-2 0 16,4-3 0-16,0 0 3 16,2-1-3-16,-1 2 0 0,-3 5 0 15,-2 3-6-15,-9 4 0 16,-3 5 6-16,-8 5-3 15,-1 7 3-15,-5 8 0 16,-3 3 0-16,0 5 3 16,2-3-3-16,7-3-15 15,2-5-24-15,9-8-14 16,5-6-14-16,5-8-127 16,0-3-169-16,4-6 186 15</inkml:trace>
  <inkml:trace contextRef="#ctx0" brushRef="#br3" timeOffset="-165688.81">19466 4495 967 0,'-9'-8'105'16,"-6"1"21"-16,-2 3-23 15,-7 5-49-15,-4 4-19 16,3 7-21-16,1 1-3 15,8 5-3-15,4-1-6 16,7-1 2-16,5-2-2 16,11-4-4-16,2-2 2 15,11-6 0-15,2-2 2 16,5-4 0-16,4-3 4 0,2-4-6 16,2-3 0-16,-1-3 0 15,3-2-2-15,-3-4 2 16,-2-3 0-16,-7-4 0 15,-4 0 0-15,-11-5 0 16,-3 2 0-16,-8 1-2 16,-5-2 2-16,-1 8-2 15,-2 3 2-15,1 13 9 16,0 7 3-16,-1 13 0 16,-1 10-1-16,-3 15-3 15,-3 10 2-15,1 11-1 16,3 1 3-16,1-3-10 15,4-7 0-15,3-14 0 16,1-5-2-16,2-13-4 16,1-7-17-16,-2-9-20 0,0-6-17 15,-2-5-10-15,-2-1 14 16,-4 1 21-16,-2 1 15 16,-4 2 15-16,1 3-3 15,0 1 0-15,1 2 2 16,2-2 6-16,1 1 10 15,3 0 15-15,4-2 0 16,3 0 2-16,4-2-4 0,5-2 4 16,1 2 8-16,4 1 6 15,1 2-3-15,3 5-20 16,-1 0-5-16,2 4-11 16,-2 0-4-16,-3 4 0 15,-1 1 0-15,-4 0-2 16,-3-1 4-16,-5-1 0 15,-1-2-2-15,-3-5 0 16,0 0 0-16,-1 0 2 16,0 0 0-16,0 0-2 15,-25-12 0-15,26 11 0 16,-12-16 0-16,11 6 0 16,1 0 2-16,4 0 0 15,4-3-2-15,6 1-2 0,1 2 0 16,7 3 0-16,-1 5 2 15,1 4-2-15,-4 3 2 16,-5 11 0-16,-2 2-2 16,-8 7 0-16,0 2 0 15,-3-2 2-15,0 0 0 16,2-6 0-16,2-1 0 0,3-8 0 16,3-2 0-1,1-7 0-15,0-6 4 0,3-3-2 16,-1-6-2-1,1-1 2-15,-1-3 0 0,-5-1-2 16,-3 1 2-16,-5 2-2 16,-3 2 2-16,-2 3-2 15,1 5 2-15,4 7 0 16,0 0-2-16,0 0 0 16,10 10 0-16,1-2-2 15,3 1 2-15,4-2 0 16,2-2 0-16,-2-3 0 15,-3 0 0-15,-1-3 0 16,-4 0 2-16,-4-2 1 16,-6 3-1-16,0 0 0 15,0-1 2-15,0 0 0 16,0 1 1-16,0 0 1 0,14-2-6 16,-3 7 0-16,2 1 0 15,4 0-3-15,1 0 3 16,5-3 0-16,-1-2 0 15,-1-2-10-15,0-2-1 16,-4-2-59-16,-3-1-265 16,-8-2 211-16</inkml:trace>
  <inkml:trace contextRef="#ctx0" brushRef="#br3" timeOffset="-165247.79">17748 4848 1909 0,'27'10'-99'16,"17"-1"-185"-16,17 1 167 15,28-3 86-15,12-3 26 16,20-4 9-16,6 0 9 15,14-3 20-15,7-1 2 16,16-1 8-16,3-2-5 16,11-3 15-16,-2 1 10 0,-2-1-19 15,-2 2-8-15,-19-1-21 16,-4 1-15-16,-30 0-39 16,-15-1-62-16,-33-1-216 15,-20 2 222-15</inkml:trace>
  <inkml:trace contextRef="#ctx0" brushRef="#br3" timeOffset="-159354.12">17531 5018 1233 0,'-5'-4'27'16,"5"4"-21"-16,0 0-4 15,0 18 0-15,2 5 2 16,3 15 9-16,1 6 7 16,3 10-3-16,1 2-3 0,2-2-6 15,-2-1-5 1,-3-12-3-16,1-7 2 0,-7-11-4 16,-3-7-1-16,-4-8-9 15,-2-5-25-15,-4-4-145 16,-3-5-133-16,-3-4 142 15</inkml:trace>
  <inkml:trace contextRef="#ctx0" brushRef="#br3" timeOffset="-159121.33">17335 5326 723 0,'-32'5'150'0,"3"8"146"16,5 5-205-16,6 12-56 15,5 3-15-15,6 0-17 16,3-2-3-16,9-7 0 15,2-2-2-15,10-6-1 16,3-3 3-16,9-4 3 16,7-5-3-16,3-7 0 0,5-4-3 15,1-5-1-15,0-1-2 16,-1-3 2-16,-1 0-4 16,-9 1-36-16,-8-1-63 15,-14 1 63-15</inkml:trace>
  <inkml:trace contextRef="#ctx0" brushRef="#br3" timeOffset="-157771.46">17544 5314 1057 0,'-5'-2'39'16,"-1"-1"38"-16,-6 2-87 15,2-1 1-15,-2-2 9 16,-2-3 0-16,-1 0 6 15,-1 2 3-15,-6 1 7 16,-3 3 1-16,-6 5-1 0,-4 5-7 16,-3 6-7-1,2 1-2-15,4 2-23 0,6 0-70 16,12 0 60-16</inkml:trace>
  <inkml:trace contextRef="#ctx0" brushRef="#br3" timeOffset="-157201.12">17819 5393 455 0,'0'0'11'0,"1"0"-4"16,-1 0-7-16,1 0 4 16,0 0 10-16,0 0 68 15,1 1 45-15,17 14 60 16,-19-3-7-16,-1 4-86 16,-1 1-33-16,0 3-48 15,1-2-5-15,0-2-6 16,0-4 0-16,-1-6-16 15,2-6-11-15,-1 0-111 0,-13-5-192 16,3-6 180-16</inkml:trace>
  <inkml:trace contextRef="#ctx0" brushRef="#br3" timeOffset="-156723.68">17718 5292 750 0,'11'-28'76'0,"0"1"60"15,5 6-67-15,1 1-12 0,2 4-13 16,2 2-7-16,4 3-21 16,0 3-7-16,2 7-5 15,-2 2-2-15,-5 10 4 16,-3 3-2-16,-2 12 4 16,-2 8-1-16,0 8 1 15,0 4-2-15,-3 3-4 16,0-5 0-16,1-7 0 15,0-4-2-15,-2-10-4 16,-5-4 2-16,-4-7 2 16,-3-3-2-16,-8-6-2 15,1-1 2-15,-8-5-40 16,-2-1-51-16,1-4-102 16,-3-1-8-16,4-3 66 15,0 0 96-15,6-1 146 16,3 1 30-16,4 2 8 0,1 1-18 15,5 0-46-15,3 2-25 16,9-1-13-16,3-1-8 16,11-3-23-16,2-1-6 15,4-2-2-15,0-2-2 16,-5 0-4-16,-4 1-2 16,-8 1-17-16,-3 1-24 0,-5 2-54 15,1 1-82-15,-2 1-152 16,2-1 203-16</inkml:trace>
  <inkml:trace contextRef="#ctx0" brushRef="#br3" timeOffset="-156556.41">18215 5146 762 0,'-5'-7'173'16,"5"7"152"-16,0 0-251 16,-7 2-28-16,7 16-38 15,1 7-4-15,4 13 2 16,-1 5-2-16,0 7 2 15,2-1-3-15,-5-5-8 16,-1-7-21-16,0-13-98 16,-2-7-179-16,-5-10 146 15</inkml:trace>
  <inkml:trace contextRef="#ctx0" brushRef="#br3" timeOffset="-154438.95">18123 5442 1256 0,'0'0'82'16,"1"0"96"-16,15-9-166 16,2 4-10-16,7 0 0 15,8-2-1-15,5-1 1 0,-1 1-2 16,-2 3 2-16,-4 2-2 16,-7 1-2-16,-3 1-7 15,-5 1-9-15,-5 4-17 16,-1 1 2-16,-6 2 6 15,-1 1 8-15,-2 2 17 16,0 0 2-16,0-2-17 16,-1 0-24-16,0-9-44 15,0 0-20-15,-15-4 20 16,2-6 13-16,-2-4 95 16,-2-1 30-16,4-4 1 15,2 0-6-15,9 2-28 16,4-1-16-16,9 2-41 15,2 0-29-15,3 0-92 16,2 3-8-16,-2 4 52 16,-1 3 55-16,-4 5 116 0,-3 2 16 15,-4 6 4-15,-2 1-9 16,-2 5 14-16,-1 0-4 16,-1-1-12-16,-1-1-6 15,3-2-27-15,2 1-2 16,3-3-6-16,2 0-2 15,4-3-3-15,2 0-3 16,3-4-5-16,1-1-3 0,3-3-3 16,-2-1-4-16,2-3 0 15,-6-2-2-15,-2-2 0 16,-4 0 2-16,-6 0 0 16,-2-1-2-16,-9 4 2 15,-3 1 0-15,-9 6 0 16,-1 2 2-16,-5 8 13 15,2 5 6-15,6 10 6 16,3 2-3-16,8 4-11 16,5 1-7-16,5-4-6 15,5-2 0-15,7-9-2 16,3-4-2-16,5-11-2 16,4-2-4-16,5-8-4 15,4-3-5-15,-1-2 3 16,0-2 5-16,-2 0 3 0,-3 1 4 15,0 1 0-15,-4 5 2 16,-4 4 0-16,-3 6 0 16,-7 4 2-16,-2 4 0 15,-7 5 13-15,-2 0 9 16,-3 0 5-16,0 1 0 16,-2-2-10-16,2-3-7 15,0-3-4-15,3-6-5 0,0 0-1 16,-1 0 4-16,0 0-4 15,-12-16 0-15,13 4 0 16,0-3 1-16,3-3 3 16,3-1-3-16,6-3 3 15,3 1-6-15,5 2 0 16,1 3-3-16,1 5 0 16,-3 3 3-16,-5 8 0 15,-4 1 3-15,-5 6-3 16,1 3 0-16,-3 4 0 15,1 0 0-15,0 0-3 16,1 0 3-16,3-2 0 16,2-3 0-16,4-2 0 15,1-3 0-15,3-4 3 16,2-2-3-16,0-6 3 0,-2-1-3 16,-1-2 0-16,-2-1 0 15,-2-2 0-15,-2-1 3 16,-3-1 0-16,-2-1-3 15,-3-2 0-15,-3 2 0 16,-4 2 9-16,-2 2 3 16,-6 7 3-16,0 4 3 15,-6 10-3-15,-2 5 0 16,0 10-3-16,-1 5-4 0,6 2-5 16,0 0-3-16,7-5 3 15,3-2-3-15,7-7 0 16,4-4 12-1,3-5-6-15,6-3 0 0,4-5 9 16,4-3-9-16,4-4 3 16,2-1-6-16,1-3-3 15,-3-1 3-15,-3 0-3 16,-3 2 0-16,-8 3-3 16,-3 3 3-16,-4 3 0 15,-6 2 0-15,0 0 3 16,0 0 3-16,0 1 0 15,-3 20 6-15,3-10-3 16,0-1-3-16,6 1-3 16,4-2-3-16,6-3 0 0,1-2 3 15,4-4 0-15,0-3-3 16,3-2 3-16,0-2 0 16,-1 0 0-16,0 1-3 15,-5-1 3-15,-2 1-3 16,-2 0 0-16,-2-1 0 15,-2-1 0-15,0 1 0 16,-1 0-3-16,-2 0 3 0,0 1 3 16,-2 2-3-16,-5 4 6 15,0 0 0-15,1 0 0 16,-1 0 0-16,1 0-6 16,0 0 3-16,0-1-3 15,0 0 3-15,0 0 3 16,0 0-3-16,12-29 0 15,-17 19-3-15,-3-1 0 16,-2-1-9-16,-5 1 9 16,-3 2 0-16,-2 3 3 15,-1 3 6-15,-3 5-6 16,1 5 3-16,3 8 0 16,2 5 0-16,7 5-3 15,2 2-3-15,6 2 0 16,1-3 0-16,8-5 0 0,4-2 3 15,6-6 0-15,5-3 0 16,4-5 0-16,3-1 3 16,1-5-6-16,1-2 3 15,-1-3-6-15,-1-2 0 16,-4-1 0-16,0-1-3 16,-6 1 6-16,-4-1 0 15,-3-2 0-15,-6 1 6 16,-1 3-6-16,-3 0 9 15,0 5-6-15,-2 4 3 0,0 0 0 16,0 0-6-16,0 12 0 16,-1-1 0-16,1 0 0 15,2 1 0-15,1-3 0 16,-2-2 3-16,-1-7 0 16,0 0-6-16,0 0 3 15,0 0 3-15,10-11 3 16,-6-1-3-16,4 0-3 15,-1 0 0-15,2-2 3 16,1 2-3-16,2 2 6 16,2 2-6-16,5 7 0 15,1 3 0-15,-1 9 2 16,-1 1-2-16,-5 2 0 16,-2 3-5-16,-3-3-4 0,-1-2-15 15,0-4-21-15,0-2-12 16,4-6-54-16,3-3-14 15,6-5 23-15,4 0-26 16,2-4-58-16,0 1-87 16,-1-3 138-16</inkml:trace>
  <inkml:trace contextRef="#ctx0" brushRef="#br3" timeOffset="-153926.03">20237 5236 404 0,'5'-14'110'0,"-1"-2"167"15,-3 2-37-15,-3 3-88 16,-3 2-22-16,-5 7-41 15,-2 2-21-15,-3 8-43 16,-3 6-12-16,0 7-5 16,0 1-2-16,4 3-2 15,5-2 0-15,5-4-2 16,4-2-1-16,3-5 1 16,3-4 2-16,4-4 0 15,2-2 9-15,6-3-1 16,2-5-6-16,3 1-3 15,-2-3 3-15,-3 1-6 16,-5 1 3-16,-6 1 3 16,-7 5-6-16,0 0 9 15,1 0-6-15,0 0 6 0,0 0 0 16,0 0-6-16,0 0 0 16,0 0-3-16,0-1 0 15,27-8 3-15,-16 5-3 16,5 0 0-16,2-1 0 15,1-4 0-15,2 1 0 16,-2-2 0-16,-2 0-3 16,-5 0 3-16,-3 0 0 0,-10 0 0 15,-2 1 0-15,-8 1 6 16,-4 2 12-16,-7 4 5 16,-4 3 7-16,-6 9 36 15,1 3 12-15,10 9 20 16,7 3-14-16,14 4-39 15,11-1-36-15,19-4-78 16,8-5-26-16,10-9-136 16,0-5-90-16,1-7 234 15</inkml:trace>
  <inkml:trace contextRef="#ctx0" brushRef="#br3" timeOffset="-151522.28">20772 4920 1253 0,'7'43'87'16,"0"3"147"-16,1 2-225 15,1-1-9-15,3-7 0 16,-2-6 0-16,0-9 0 16,-2-5 6-16,-4-8-3 15,3-4 0-15,-5-4 0 16,-2-4-3-16,0 0-15 15,0 0-15-15,1-1 10 16,9-20 5-16,-3 7 7 16,1 1 8-16,5 0 8 15,4 2 2-15,3 2-1 16,4 0 4-16,1 5 17 16,-1 3 0-16,1 2-3 15,-2 4-3-15,-4 3-10 0,-3 3-5 16,-9 2-3-16,-5 1-3 15,-8 3 0-15,-7 3 3 16,-7 1-6-16,-3-2 6 16,-1-1-3-16,2-2-3 15,6-4 0-15,5-2-18 16,11-10-41-16,0 0-16 16,0 0 28-16,1-14 14 15,7-2 16-15,2 0 9 0,4 0 6 16,1 3 2-16,3 4 0 15,3 2 0-15,4 4 2 16,2 0 0-16,7 1-2 16,-1 0 0-16,-1 1 0 15,-4 1 0-15,-6 0 10 16,-3 1 5-16,-7-1 10 16,-1-1 4-16,-6-2 34 15,0 1 17-15,-3-3 7 16,-2-2-6-16,1 0-21 15,0-4-16-15,1 0-29 16,3-1-3-16,-1 0-6 16,0 0 0-16,-3 3-6 15,-1 2 3-15,-1 1-3 0,-1 3 0 16,-2 0 0-16,-1 1-3 16,-1 3 3-16,1 3-3 15,-3 4 0-15,0 4 3 16,1 5 0-16,-1 1 6 15,2 4 0-15,2 2 3 16,4 0 0-16,2-1 0 16,6-4 0-16,1-3-3 15,6-8 6-15,5-4-9 0,4-9 3 16,7-4-3-16,3-7-3 16,1-4 3-16,2-2-3 15,-4 0 6-15,-4-4-9 16,-6-2-9-16,-7-4-27 15,-3-3-18-15,-3-5-8 16,-3-4 17-16,0-7 24 16,0-1 21-16,-2 1 24 15,0 4 21-15,-2 19 83 16,-3 6 28-16,0 22-19 16,0 0-59-16,2 16-59 15,-2 13-16-15,-1 20-5 16,0 7 5-16,-2 5 0 15,2 0 0-15,-3-5 0 0,2-5 0 16,-2-9-5-16,2-5-9 16,-2-11-41-16,0-4-67 15,-3-12-73-15,-1-5-20 16,-2-7 18-16,-2-6 113 16,-2-4 47-16,-4-1 14 15,-1 0 23-15,2-2 9 16,2 2 19-16,6 2 4 0,4 1 19 15,4 1 77-15,3-1 4 16,4 0-13-16,7-1-38 16,6 1-30-16,7 1-33 15,1 1-12-15,2 3-3 16,-2 0 0-16,1 2-3 16,0 1 3-16,-4 4-3 15,-3 2-3-15,-7 3 0 16,-1 3-3-16,-7 3 6 15,-2 2-3-15,-2 6-3 16,0 2 6-16,2 0-3 16,1-1 0-16,4-3 3 15,-1-5 3-15,-1-6 6 16,0-5-3-16,2-7 0 16,-2-4 3-16,5-7-3 15,2-3 0-15,5-7 0 0,1-3-3 16,2-1-3-16,-1 0 0 15,-1 3 0-15,-2 5 0 16,-4 10 0-16,-1 4 3 16,-6 10-3-16,3 5-3 15,-2 11-3-15,-5 4 6 16,1 4 6-16,-3 0-3 0,3-5 3 16,2-3-3-1,1-7 3-15,3-4 0 0,0-7 0 16,3-3-3-16,3-6 3 15,1-2 0-15,0 0 0 16,-2-2-6-16,-5 2 0 16,-2 0 0-16,-6 0 0 15,0 1 3-15,-2 4 5 16,0 5 7-16,0 0 0 16,0 0-3-16,0 0-9 15,0 0 0-15,1 0-3 16,19 9 0-16,-5-6 0 15,2-1 3-15,3-2 0 16,1-1-3-16,2-3 0 16,-1 0 0-16,1-2 0 15,0 0 3-15,-1 1-3 0,-3-1 6 16,-6-1-6-16,-3-1 3 16,-10-5-6-16,-3-1 0 15,-8-4-3-15,-4-1 0 16,-5 3 6-16,2 1 0 15,0 7 0-15,1 3 6 16,2 8-3-16,0 3-3 16,-4 10 0-16,3 3 0 0,1 5 0 15,2 2 0-15,11 0 0 16,2-1 3-16,7-7 0 16,4-3 0-16,1-9 3 15,2-2 0-15,3-6 3 16,1-2-3-16,11-6-3 15,5-2 0-15,6-2-6 16,0-1 0-16,-7 0 0 16,-5 2 0-16,-13 4 3 15,-5 0-3-15,-8 4 3 16,-2 5 0-16,0 0 0 16,0 0-3-16,-1 0 3 15,0 0 0-15,-11 13 0 16,12-4 3-16,4 2-3 15,1-1 3-15,6 0-3 0,1-1 0 16,6-4 0-16,4-3 3 16,3-5 3-16,3-3-3 15,3-2-3-15,-3-2 3 16,1-3-3-16,-1 0 0 16,-7-1 0-16,-3-1 0 15,-5 1 0-15,-6 0-6 0,-7 2 3 16,-2 3 3-16,-8 2-6 15,-2 1 6-15,-4 6-6 16,-2 0 6-16,-1 6 6 16,-1 0-6-16,2 3 3 15,4 1-3-15,7-1 0 16,1 3 0-16,8-3 6 16,2 0-3-16,5-2 0 15,3-1 3-15,4 0-3 16,3-3 0-16,0-1-3 15,3 0 3-15,0-3-3 16,0-1-3-16,-3-1-18 16,-3-1-18-16,-5 0-44 15,-5-1-40-15,-4-2-137 16,-3-1-157-16,-6 2 309 16</inkml:trace>
  <inkml:trace contextRef="#ctx0" brushRef="#br3" timeOffset="-151139.25">23578 4835 2322 0,'-11'92'-13'0,"-5"-7"-86"16,-3-7-38-16,-1-17-33 16,2-9 5-16,3-16 73 15,4-8 26-15,2-16 25 0,1-7 16 16,1-11-35-16,-4-5-48 16,0-6 63-16</inkml:trace>
  <inkml:trace contextRef="#ctx0" brushRef="#br3" timeOffset="-150439.52">23367 5054 2061 0,'18'-11'99'0,"7"-1"-81"15,3-1-15-15,10-3 2 16,4-2-7-16,4-8 2 16,4-4 2-16,-2-8-7 15,-1-4-13-15,-3-5-45 16,-4-4-36-16,-3-2-17 15,-7 2 5-15,-10 7 48 16,-4 5 33-16,-10 13 48 16,-4 6 12-16,-6 13 15 15,-3 7 3-15,-8 16-12 16,-2 10 6-16,-9 15 5 16,-4 8-2-16,-2 7 0 15,1 0-18-15,7-4-12 16,9-4-6-16,4-8-3 15,4-4-3-15,6-8 0 0,1-7 0 16,7-8 3-16,0-4 0 16,7-7 0-16,2-2-6 15,4-4-15-15,2-2-6 16,-2-1 6-16,-4-2 9 16,-7 2 36-16,-4 0 15 15,-3 3 5-15,-2 4 1 16,0 0-21-16,0 0-15 15,1 0-12-15,13 2 0 0,-3 2-3 16,3-1 0-16,4 2 0 16,2 1 0-1,3 0 0-15,1 0 0 0,-1 1-3 16,0 0-9-16,-2-5-9 16,-3 0-3-16,-1-3 3 15,-4-4 3-15,-1-1 12 16,2-4 1-16,-8-3 8 15,1-3-1-15,-4-3 1 16,-1-2 3-16,-2 2-3 16,-3 4 3-16,-1 4-6 15,-2 5 3-15,-3 7-3 16,-1 7 0-16,-7 12 0 16,-4 5-3-16,1 5 3 15,1 2-3-15,7-5 0 0,6-3 0 16,12-6 0-16,7-3 3 15,15-6-26-15,6-4-43 16,16-8-122-16,6-3-99 16,1-3 192-16</inkml:trace>
  <inkml:trace contextRef="#ctx0" brushRef="#br3" timeOffset="-149540.15">17646 5975 1738 0,'2'-9'48'0,"4"5"-108"16,4 4-14-16,4 13 17 0,-1 7 27 16,-4 14 36-16,-4 7 3 15,-7 11 12-15,-4 2-3 16,-5-1-3-16,0-2-3 16,0-9-9-16,1-5 0 15,0-16-6-15,3-7-3 16,-2-16-9-16,1-10-6 0,1-13 0 15,3-7-3-15,3-12 12 16,1-5 5-16,8-7 7 16,2-4 0-16,12-1 10 15,7 2 8-15,6 7 12 16,3 5 6-16,0 14 0 16,0 7-7-16,-3 13-14 15,-5 7-6-15,-7 12-9 16,-6 8 0-16,-10 10-6 15,-4 4-15-15,-9 6-11 16,-6 1-13-16,-6 0-24 16,-2-4 34-16,-6-8-50 15,0-6-80-15,4-14 95 16</inkml:trace>
  <inkml:trace contextRef="#ctx0" brushRef="#br3" timeOffset="-149471.08">17855 5924 143 0,'35'-23'9'15</inkml:trace>
  <inkml:trace contextRef="#ctx0" brushRef="#br3" timeOffset="-148323.12">18067 5864 254 0,'13'17'97'15,"-1"4"161"-15,-3 2 9 16,-1 6-71-16,-2-2-77 16,0-3-71-16,0-2-13 0,-1-9-12 15,-1-2 0-15,-4-11-1 16,0 0 1-16,0 0 6 15,8-13 2-15,-2-6-8 16,2-4-7-16,4-5-16 16,2-1 2-16,2 3-4 15,0 3 2-15,3 7-8 16,-5 3-23-16,4 8-97 16,-4 3-37-16,-3 6-18 15,2 4 7-15,-9 3 131 16,-1 1 49-16,0 0 21 15,0-1 14-15,2-1 25 16,1-1 15-16,3-4 19 16,2 0-22-16,3-2-18 15,2-3-9-15,3 0-15 16,-1-2 5-16,0-1 4 0,-1 0-1 16,-5-2-12-16,0-1-11 15,-5-4-11-15,-2 0-4 16,-4-2-3-16,-3-2 1 15,-6-1 0-15,-3 2 0 16,-5 3 0-16,-3 3 4 16,-5 7 6-16,0 2 1 15,0 14 9-15,0 4 1 0,4 10 6 16,1 5 28-16,9 0-9 16,7 1-4-16,9-6-20 15,9-6-9-15,7-10-6 16,6-6-6-16,12-14-6 15,3-9-6-15,10-11-33 16,5-7-20-16,1-5-34 16,-3-2 42-16,-4-2-25 15,-3-1-18-15,-5-4-33 16,-1 0 4-16,-8 8 40 16,-5 2 81-16,-11 16 129 15,-4 7 6-15,-8 15 13 16,-3 13-19-16,-2 20 16 15,-2 9 60-15,-3 18-54 16,-1 2-53-16,-3 4-57 0,-2-6-18 16,3-14-9-16,1-8-3 15,0-18-6-15,0-7 6 16,2-11-3-16,-2-5 0 16,0-10-87-16,0-5-18 15,0-7-14-15,-1-1-10 16,-1-2 70-16,-1 2 20 15,-1 6 18-15,-2 4 24 0,-1 9 36 16,-2 3 5-16,-5 8 4 16,0 5-3-16,-1 7 6 15,1 2 6-15,1 3 5 16,2 0-2-16,7 0-33 16,3-2-9-16,7-4-21 15,7-1 0-15,6-7-3 16,6-2 0-16,8-6 0 15,6-5-12-15,5-5-3 16,1-2-9-16,2-2-3 16,-6 0 0-16,-3 1 15 15,-6 1 6-15,-13 1 9 16,-1 1 0-16,-9 6 15 16,-4 4 0-16,0 0 12 15,0 0 0-15,1 13-6 0,-1-4-9 16,0-2-9-16,-2-1-3 15,2-6 0-15,-1 0-3 16,0 0 3-16,-22-9-6 16,13-2 6-16,-1-2-9 15,6-5 0-15,2-2-9 16,3-3 0-16,7-1 6 16,1-1 6-16,2 0 6 0,3 4-3 15,1 3-9 1,5 5-107-16,1 2-57 0,6 2-54 15,0 4 21-15,2 5-137 16,0 1 148-16</inkml:trace>
  <inkml:trace contextRef="#ctx0" brushRef="#br3" timeOffset="-147405.89">19354 5903 1437 0,'-23'3'65'0,"1"3"82"16,-2 1-22-16,4 2-32 16,4 1-33-16,3 4-28 15,3 1-17-15,3 1-6 16,5 0-3-16,4-2-6 0,5-1 3 16,7-6-21-16,7-4-15 15,11-7-32-15,7-6-13 16,3-6 6-16,3-4-8 15,-4-4 14-15,-7-1 25 16,-2-6 28-16,-7 0 7 16,-8-3 6-16,-4-3 2 15,-6-1 15-15,-1 1 33 16,-4 9 72-16,1 5 37 0,-2 16 5 16,0 7-20-16,-2 18-67 15,-1 9-32-15,-1 21-36 16,-1 8-2-16,0 11 1 15,0 1-6-15,3-10-19 16,0-9-34-16,1-19-47 16,1-7-34-16,-1-16-38 15,-3-7-15-15,-2-10 1 16,-2-5 66-16,-2-9-16 16,-3 0 6-16,0-2 18 15,-2 1 23-15,-1 3 146 16,-1 3 46-16,2 7 48 15,2 5 6-15,6 3-62 16,6 4-20-16,0 0-5 0,0 0-22 16,14-2-29-16,3 2 0 15,14-7 0-15,4-1-9 16,7-3 3-16,3 2-15 16,-3 2 0-16,-5 4 3 15,-3 5-3-15,-6 3 0 16,-3 4-9-16,0 1-6 15,-9 1 9-15,-1 0 0 0,-7-1 6 16,-2 1 9 0,0-2 18-16,-1 1 15 15,0-2 30-15,1 2 5 0,2-1 7 16,2-2-9-16,2-2-33 16,3-3-10-16,2-4-20 15,4-4-9-15,5-7-3 16,1-1 0-16,1-5 0 15,-3-1 0-15,-9-1 0 16,-3 1-6-16,-9 2-9 16,-3-1-5-16,-9 3-16 15,-6 2 3-15,-12 7 12 16,-6 5 18-16,-8 11 48 16,-4 7 32-16,-4 12 46 15,-1 4-27-15,13 5-11 16,8 0-21-16,23-3-39 0,13-4-16 15,20-9-43-15,11-7-31 16,16-14-76-16,10-7-101 16,5-12-84-16,-1-3 34 15,-1 0-23-15,-6 0 198 16</inkml:trace>
  <inkml:trace contextRef="#ctx0" brushRef="#br3" timeOffset="-146790.12">20399 5553 1977 0,'-4'14'123'15,"-2"17"5"-15,-1 9-125 16,3 16-3-16,0 3 0 0,5-2 0 16,3-5 0-16,1-9-6 15,2-6-6-15,-3-15 0 16,-3-7 0-16,-1-15 9 15,0 0-8-15,-1 0-73 16,-12-9-21-16,2-7-29 16,-1-2 11-16,-3-3 75 15,-3 0 28-15,-2 3 55 16,-1 3 13-16,-2 9 39 16,0 6 17-16,-3 13-5 15,2 6-12-15,2 9-42 16,5 2-16-16,12 1-26 15,6-1-3-15,24-8-65 16,12-4-34-16,24-14-125 16,14-5-68-16,15-9 59 0,5-2-40 15,6-1 107-15</inkml:trace>
  <inkml:trace contextRef="#ctx0" brushRef="#br3" timeOffset="-146123.12">21340 5773 2130 0,'-33'-1'104'0,"0"4"-104"16,-2 7-116-16,2 9-1 15,-4 5 7-15,0 3 74 16,2-1 51-16,8-1 33 15,5-1 8-15,13-8 22 16,5-2-12-16,10-4-15 16,6-6-13-16,10-6-17 15,9-6-6-15,10-10-9 16,3-3-15-16,4-4-21 16,-1-4-23-16,-1 0-7 15,0-2-6-15,-10 5 24 16,-4 0 18-16,-13 8 12 0,-5 5 12 15,-14 13 15-15,3 0 12 16,-9 20 18-16,-4 7 12 16,-1 15 6-16,1 4-7 15,4-1-20-15,3-3-15 16,5-11-21-16,5-7 3 16,3-13-12-16,3-6-6 15,6-11-18-15,3-5-23 0,4-9-22 16,-3-1 6-16,-1-4 3 15,-2 0 19-15,-5 2 11 16,0-1 0-16,-2 5 15 16,0 1 6-16,-3 6 24 15,0 4 6-15,-5 4 15 16,-1 5 6-16,-4 10 59 16,-2 6 13-16,-1 8-12 15,3 2-7-15,0-1-62 16,2-3-12-16,4-8-12 15,-1-7-6-15,6-9-15 16,4-5-21-16,6-12-38 16,3-2-13-16,6-5 12 15,3 1 16-15,-2 4 44 16,-3 4 12-16,-8 9-27 16,-5 4-24-16,-9 4-110 15,-5 3 19-15,3-2 95 0</inkml:trace>
  <inkml:trace contextRef="#ctx0" brushRef="#br3" timeOffset="-145723">22325 5532 2727 0,'-13'48'47'16,"4"3"-50"-16,4 10-72 16,1-2-50-16,4-13-61 15,-1-8-27-15,1-17 108 16,4-7 66-16,-4-14 66 16,0 0 12-16,0 0 0 15,-2-10-18-15,1-6-126 16,-1 0-53-16,1-6-60 15,-2 1 61-15,-9 5 116 16,-6 3 24-16,-12 10 48 16,-7 7 17-16,-4 13 129 0,0 7 27 15,7 13-16-15,7 2-27 16,15 1-97-16,6-2-31 16,22-8-40-16,13-7-37 15,19-16-100-15,8-7-63 16,7-17-166-16,0-5 64 15,6-7 194-15</inkml:trace>
  <inkml:trace contextRef="#ctx0" brushRef="#br3" timeOffset="-145306.75">22727 5666 2428 0,'-12'2'113'0,"11"6"-27"15,7 4-286-15,21 2-70 16,12-2-65-16,13-5 159 16,3-7 122-16,0-7 60 15,-2-5 0-15,-2-12-3 16,-3-4 6-16,-3-10 6 15,-4-5 9-15,-7-5 2 0,-5-5-5 16,-11 1-27-16,-7 1-12 16,-13 9-8-16,-10 8 2 15,-13 17 24-15,-6 12 3 16,-10 24 21-16,-5 14 5 16,1 27 16-16,0 13 9 15,4 14-9-15,6 3-3 16,5-6-21-16,3-7-15 0,11-18-9 15,5-10-9-15,7-20-51 16,4-9-42-16,6-18-89 16,3-9 27-16,8-16 96 15</inkml:trace>
  <inkml:trace contextRef="#ctx0" brushRef="#br3" timeOffset="-144754.18">23233 5550 2331 0,'-5'56'4'0,"2"1"-3"16,3-6-2-16,1-15-1 16,1-6-2-16,1-13 4 0,1-4 0 15,1-7-2-15,1-4-7 16,3-4-33-16,2-5-33 15,3-5-50-15,1-3-1 16,1-2 22-16,0 2 23 16,-1 2 54-16,-1 3 15 15,-6 5 12-15,-2 3 12 16,-4 3 0-16,0 2-3 16,3 5 12-16,-3-1 3 0,6 1-6 15,3 1 0-15,2-4-9 16,4 1-6-16,7-4 0 15,1-2 6-15,7-2-6 16,1-1 0-16,-1-3 3 16,0-1 0-16,-7-4 0 15,-3 1 0-15,-10-3 0 16,-3-1 0-16,-9-1 3 16,-5-3 3-16,-8 1 14 15,-4 2 7-15,-5 2 12 16,-2 4-3-16,-3 8 6 15,-2 4 6-15,2 12-10 16,2 6-5-16,6 7-18 16,6 3-9-16,8-3-12 0,6-1-12 15,13-6-63-15,8-5-20 16,12-8-73-16,6-6-47 16,7-9-57-16,3-3-57 15,8-1 178-15</inkml:trace>
  <inkml:trace contextRef="#ctx0" brushRef="#br3" timeOffset="-143473.29">24115 5578 2022 0,'-23'27'-107'16,"-5"7"11"-16,0-2 42 15,3-4 54-15,5-4 9 16,7-10 12-16,5-5 3 16,8-9 9-16,0 0 9 0,15 0-1 15,3-8-11 1,9-3-21-16,0-4-12 0,7-4-6 15,0 2-3-15,-2-2 9 16,3 0-3-16,-11 6 9 16,-6 3-3-16,-8 6-3 15,-6 3 3-15,-3 8 0 16,-1 5 0-16,-2 6 3 16,-1 5 3-16,0 2 3 15,2-3-3-15,2-5-39 16,4-5-35-16,4-7-79 15,6-5-35-15,6-9 66 16,2-1 10-16,4-3 32 16,-2-1 22-16,1 1 46 15,0 0 6-15,-6-2-4 16,-2 0 0-16,-8-4 0 16,-9-1 4-16,1-5 35 0,-2 0 17 15,-5 1 43-15,-1 3 8 16,-6 9-10-16,-5 6 89 15,-3 9-80-15,-1 9-36 16,-5 9-45-16,3 3-4 16,7 1-14-16,7-1 0 15,10-5-3-15,8-4 0 16,8-6 6-16,5-6-6 0,13-6-3 16,0-5 3-16,13-7-6 15,-1-1 3-15,0-6-11 16,1-4 8-16,-12-6-12 15,-1-5 3-15,-13-4 3 16,-4 1 9-16,-8 4 39 16,-7 4 44-16,-3 15 28 15,-4 8 2-15,-6 16-41 16,-4 12-36-16,-11 16-33 16,0 8-3-16,2 7 0 15,3 0-6-15,8-6-27 16,3-4-35-16,2-12-49 15,-1-6-11-15,3-11 8 16,-1-6 33-16,6-5 28 16,0 0 8-16,-1-1-6 15,-13-17 21-15,10 8-3 0,-2-2 5 16,2 4 23-16,1-1 26 16,3 3 27-16,4 0 5 15,5 1-9-15,5-2 18 16,5-1-32-16,1-1-3 15,2-1 18-15,-1 0 20 0,0 0 19 16,1 3 9-16,-6 3-22 16,-2 3-23-16,-3 5-33 15,-1 3-9-15,-6 6-6 16,2 1 3-16,-6 3 3 16,-2-2 6-16,-2-2 0 15,-4-3-3-15,3-5 6 16,5-5-3-16,0 0 9 15,0 0 18-15,0 0 27 16,-2-6 6-16,14-5-7 16,3-1-8-16,8-1-42 15,5-1 0-15,-3 2-3 16,-3 3-3-16,-7 2 3 16,-8 2-12-16,-3 1-51 15,4 2-44-15,-7 0-96 16,5 0-63-16,-1 1 165 0</inkml:trace>
  <inkml:trace contextRef="#ctx0" brushRef="#br3" timeOffset="-142973.39">24849 5570 1879 0,'-11'16'-159'0,"4"-3"70"16,7-1 47-16,1-5 54 16,2-2 18-16,4-3 9 15,0-2-4-15,10-1-14 16,5-3-21-16,2-2-21 15,1-1 0-15,-2-1 4 16,-6 2 5-16,-7 2 30 16,-10 4 11-16,1 0 31 15,6 11 0-15,-5 6 0 16,-1 2-21-16,1 2-25 16,2 0-25-16,3-10-91 0,2-7-36 15,4-12-42-15,-1-7 70 16,3-8 32-16,-2-2 22 15,-2-3 43-15,-3 0 24 16,-2 1 1-16,1 1-2 16,0 4-10-16,3 3 0 15,-3 6 17-15,5 6 16 16,-5 10 43-16,-7 9 13 0,0 18 41 16,-3 8 40-16,-3 12-95 15,3 3-42-15,-11-3-78 16,-2-4-108-16,-6-10 91 15</inkml:trace>
  <inkml:trace contextRef="#ctx0" brushRef="#br3" timeOffset="-137306.55">17798 7062 278 0,'0'0'25'16,"0"0"34"-16,0 0-33 15,1 0 6-15,0 0 27 16,0 0 42-16,-1 0 28 16,14 25 26-16,-14-6 12 0,-1 7-46 15,-3 11-36-15,-1 3-35 16,3 3-32-16,0-3-7 15,6-4-9-15,2-4 0 16,5-8 0-16,2-5 2 16,5-9 2-16,0-6 2 15,6-8-2-15,-1-6-3 0,2-8-3 16,1-3 0-16,-3-4 4 16,-1-1-2-16,-6-2 2 15,-3-1 2-15,-6 1 2 16,-4-1 1-16,-2 1 7 15,-2 1 1-15,-3 0 7 16,-4 3 3-16,1 6 11 16,-2 5 3-16,1 7 36 15,3 4-21-15,-2 13-32 16,1 10-15-16,0 20-3 16,0 12-6-16,0 18 0 15,2 8 0-15,5 13-6 16,1 5-9-16,11 8-74 15,4 2 8-15,3-8 28 16,2-4 5-16,-5-21 31 0,-4-13 9 16,-15-17 21-16,-11-9 7 15,-19-18 18-15,-10-7 9 16,-14-17 27-16,-4-10 63 16,-10-12 25-16,-2-6 11 15,-4-10 21-15,1-6-67 16,11-13-87-16,9-6-63 15,26-13-133-15,17-3-101 0,25 1-48 16,16 7 92-16,17 14-75 16,5 11 181-16</inkml:trace>
  <inkml:trace contextRef="#ctx0" brushRef="#br3" timeOffset="-136689.83">17740 6824 2376 0,'5'-3'-28'0,"5"2"-202"15,5 1-30-15,8-4 122 16,4-1 67-16,2-7 68 15,4-2 3-15,-5-3 3 16,-1-3 3-16,-3-3 0 16,-3-1 6-16,-2-2-10 15,-1-1 1-15,-3 1 3 16,-4 0-6-16,-3 6 3 0,-3 5 3 16,-1 12-9-16,-2 8 0 15,-1 18 18-15,-1 11 9 16,1 18 0-16,0 6 12 15,4 3-30-15,4-1-12 16,7-12-119-16,3-7-53 16,5-19 130-16</inkml:trace>
  <inkml:trace contextRef="#ctx0" brushRef="#br3" timeOffset="-136173.47">18408 7332 1726 0,'25'-4'159'16,"7"0"119"-16,19 1-332 15,9 0-48-15,8-3-74 16,-2-1-24-16,-5-1 62 15,-6-1 53-15,-13 1-53 16,-6-2-215-16,-21 7 196 16</inkml:trace>
  <inkml:trace contextRef="#ctx0" brushRef="#br3" timeOffset="-135373.31">19149 6913 1501 0,'-3'25'32'0,"1"7"-28"15,3 5 0-15,6 7-2 16,4 0 0-16,7-3-2 0,3-2 0 16,4-12 0-16,2-5-2 15,1-10 2-15,3-6 0 16,-3-7-2-16,4-5-4 15,-7-7 1-15,-2-3 3 16,-2-6 2-16,-6-4 0 16,-1-6 2-16,-5-2 0 15,-4-3 1-15,-2 0 5 0,-4 4 44 16,-3 2 31-16,-2 7 34 16,-1 4 6-16,0 8-28 15,4 5-29-15,-1 8-39 16,2 8-18-16,-3 14-9 15,3 9-3-15,-2 18 0 16,4 8-3-16,2 13-3 16,1 6-12-16,2 6-42 15,3 5-23-15,2 1-46 16,1 0-29-16,1-6 58 16,-3-4 56-16,-6-11 24 15,-9-7 13-15,-7-14 18 16,-8-9 7-16,-7-18 26 15,1-7 24-15,-11-14 63 16,0-10-5-16,-7-15-33 16,-5-6-16-16,1-16-20 0,0-7-9 15,7-10-27-15,2-5-45 16,12 1-114-16,6 2-50 16,13 13-82-16,10 8 202 15</inkml:trace>
  <inkml:trace contextRef="#ctx0" brushRef="#br3" timeOffset="-132490.25">19590 6743 980 0,'23'11'28'16,"4"3"-3"-16,4 4 18 15,12 12 29-15,3 6 15 16,6 21-4-16,-1 10-17 16,-10 20-33-16,-8 7-17 0,-16 9-14 15,-6 3-2-15,-11-1-2 16,-3 2 0-16,-5 1 0 15,-3-4-4-15,-3-4 0 16,-3-1 4-16,-5-4-4 16,-3-4 3-16,-6-10-9 15,-2-9-2-15,-2-19-32 16,1-11-45-16,0-19 54 16</inkml:trace>
  <inkml:trace contextRef="#ctx0" brushRef="#br3" timeOffset="-131754.98">17473 6540 1026 0,'-28'24'106'16,"-1"7"183"-16,-3 22-287 15,1 10-2-15,0 18 0 16,2 10 0-16,4 24 2 16,2 10-2-16,9 19 2 15,3 3 0-15,13-4-2 16,5-2 2-16,9-16-2 15,3-8-2-15,8-11-2 16,4-8 0-16,5-10-31 16,5-4-35-16,5-11-170 15,3-5 124-15</inkml:trace>
  <inkml:trace contextRef="#ctx0" brushRef="#br3" timeOffset="-128806.91">19866 6551 705 0,'0'-6'57'0,"2"-1"68"16,3-1-127-16,0-2-1 15,3-2 3-15,1-1 0 0,2 0 14 16,3-1 2-16,4 0 9 16,3 0 2-16,1 2-8 15,3 2-3-15,-3 5-10 16,-3 3-3-16,-4 6 1 16,-9 5-1-16,-4 11 1 15,-3 4 5-15,-9 8 3 16,-1 2-3-16,-10 3-5 15,-1-1-2-15,1-3-2 16,-2-5 0-16,4-8 15 16,1-4 13-16,3-9 24 15,1-1 8-15,3-6-6 16,3-2-11-16,4-5-20 16,4-3-7-16,8-4 1 15,6-2 0-15,9 1 3 16,8 3-1-16,10 4-9 0,7 4 0 15,7 6-7-15,1 4-1 16,1 5-4-16,-5 2-31 16,-5 3 20-16</inkml:trace>
  <inkml:trace contextRef="#ctx0" brushRef="#br3" timeOffset="-127691.47">17760 8638 1136 0,'8'-1'0'0,"5"-2"-27"16,4 2-4-16,7-5 23 15,4 1 14-15,7-1 14 16,4 0 9-16,10 2 15 15,3-1 5-15,8 0-5 0,4 2-7 16,8 1-20-16,3 0-3 16,5 1-6-16,2 1 0 15,2 0-3-15,-1 1-3 16,0-1 2-16,-1 0-4 16,-6-2 2-16,-1-2-2 15,-11 3 2-15,-6-2 2 16,-11 1-4-16,-7 1 0 0,-4-1-6 15,-4 0-4-15,-8 1-38 16,-4 1-70-16,-9 1 67 16</inkml:trace>
  <inkml:trace contextRef="#ctx0" brushRef="#br3" timeOffset="-127256.72">18171 8711 1142 0,'54'-1'31'0,"5"-1"-4"15,4 2-17-15,4 0 5 16,4 0 3-16,3 1 1 16,1 0-3-16,-2-1-10 15,-4 1-1-15,-6 0-1 16,-4-1-4-16,-3 0-19 16,-2-2-22-16,-9 0 22 15</inkml:trace>
  <inkml:trace contextRef="#ctx0" brushRef="#br3" timeOffset="-118507.68">3996 10177 166 0,'6'-14'4'16,"0"1"3"-16,-2 2 17 16,-1 4 42-16,-3 7 25 15,0 0 17-15,0 0 33 16,-1 0-52-16,0 0-30 0,-1 0-9 16,-25 9 2-16,27-9-4 15,-1 1-7-15,1 0-16 16,-1 1-6-16,-21 27-8 15,18-20 0-15,-2 3 1 16,-2 2-1-16,-2 3-2 16,-1 2-4-16,-2 1-3 15,0-1 0-15,3-4-2 16,0-3 2-16,5-7 2 16,5-5-2-16,0 0 13 15,0 0-1-15,8-13 3 16,-2 2-1-16,5-1-10 15,1 0-3-15,0 0 5 16,3 3 0-16,-3 3 0 0,-1 1-1 16,-1 3-3-16,0 1 0 15,0 1 0-15,-1 0-4 16,1-1 2-16,-1 0-6 16,2-4-6-16,0-1-1 15,-1-1-11-15,1-1-5 16,-3 1-2-16,0-1-1 15,-3 4 5-15,-5 4 9 16,0 0 7-16,0 0 5 0,0 0 1 16,0 0-6-16,0 0 5 15,-1 0-1 1,0 0-9-16,0 0-4 0,1 1-43 16,0 0-85-16,0 1 84 15</inkml:trace>
  <inkml:trace contextRef="#ctx0" brushRef="#br3" timeOffset="-115341.18">15796 9171 602 0,'-5'-1'117'16,"-2"3"154"-16,2 4-208 15,-4 9-36-15,-4 5 4 16,-2 9 8-16,-4 5-4 16,-4 7-14-16,1 2-5 0,-5 0-13 15,-1-1 1-15,-1-5-4 16,0-6-2-16,-4-6-7 16,0-4-11-16,-2-9-46 15,3-6-165-15,11-10 135 16</inkml:trace>
  <inkml:trace contextRef="#ctx0" brushRef="#br3" timeOffset="-115107.3">15376 9311 1076 0,'-4'-13'74'0,"0"0"36"15,3 3-36-15,3 4-31 16,1 2-11-16,8 4-12 0,3 4-9 15,13 7-1-15,7 6-4 16,6 8 4 0,3 5 1-16,-5 7-7 0,-1 1 4 15,-4 0-6-15,1-2 0 16,-3-6 0-16,0-3-2 16,-9-11-4-16,-3-2-2 15,-3-10-9-15,-1-4-18 0,5-6-318 16,2-4 225-16</inkml:trace>
  <inkml:trace contextRef="#ctx0" brushRef="#br3" timeOffset="-114807.63">15960 9551 586 0,'-4'0'98'0,"4"0"144"16,0 0-222-16,0 0-17 15,0 0 12-15,0 0 42 16,0 0 4-16,0 0 11 16,0 0 3-16,6 13-1 0,-5 0-8 15,0 8-22-15,-1 2-11 16,1 6-19-16,1-1-4 15,3 0-9-15,1-3 1 16,3-7-5-16,-1-4-23 16,0-9 21-16</inkml:trace>
  <inkml:trace contextRef="#ctx0" brushRef="#br3" timeOffset="-114541.02">15913 9405 1723 0,'1'-4'195'0,"4"0"-4"16,4 1-287-16,5-1-224 16,4 1 73-16,-1-1-3 0,0 1 140 15</inkml:trace>
  <inkml:trace contextRef="#ctx0" brushRef="#br3" timeOffset="-107670.89">13866 9113 1214 0,'0'0'44'0,"7"22"47"0,0 4-91 16,-1 8-3-16,1 12 3 15,-1 4 0-15,-1 7 3 16,0 1-1-16,-2-1-2 16,3-1-13-16,-1-11-96 15,3-5 72-15</inkml:trace>
  <inkml:trace contextRef="#ctx0" brushRef="#br3" timeOffset="-107257.33">14146 9393 1475 0,'-9'11'43'0,"3"5"-16"0,2 3-29 15,3 5-9-15,1-1 5 16,3 0 2-16,2-3 6 16,2-5-2-16,0-3-2 0,3-7 2 15,-1-3-2-15,6-9 4 16,1-3 2-16,5-8-2 16,-1-1 3-16,-1 0-3 15,-2 1-2-15,-6 2 2 16,-4 1-2-16,-6 1 0 15,-4 2 0-15,-11 3-4 16,-1 1 4-16,-7 4 2 16,-1 0 4-16,1 4 9 15,2 3 0-15,5 2-6 16,3 1-9-16,8 1-45 16,3-3-20-16,7-2 39 15</inkml:trace>
  <inkml:trace contextRef="#ctx0" brushRef="#br3" timeOffset="-106841.11">14720 9362 1489 0,'-17'-1'52'0,"-3"3"157"16,-11 6-224-16,-5 2-12 15,1 2 15-15,1 0 12 0,8 1 3 16,5 0 0-16,6-2 3 16,3-1 3-16,8-1-12 15,3-1-9-15,8-3 3 16,4-1-6-16,6-3 10 16,4-1-1-16,2-2 6 15,5 0-3-15,-2 0 3 16,-1 1 3-16,-4 2 0 15,-8 3 5-15,-6 3-8 16,-8 3 0-16,-8 3 3 16,-3 1 9-16,-14 2 6 15,-3 1-3-15,-5 0 0 16,-3-1-6-16,4-2-6 16,4-4-3-16,10-6-6 15,3-3-9-15,13-9-74 16,6-4-34-16,9-8-257 15,8-3 232-15</inkml:trace>
  <inkml:trace contextRef="#ctx0" brushRef="#br3" timeOffset="-106491.25">14839 9383 1144 0,'-22'2'157'0,"-1"4"364"15,-2 3-360-15,6 2-161 16,-2 0-3-16,5-1 6 16,4-1-3-16,1-2-3 15,5-1-9-15,6-1-21 16,1-1-2-16,6-2 5 16,3 2 6-16,4-2 15 15,4 3 3-15,0 0 6 16,-1 2-9-16,-1 3 9 15,-2 1 0-15,-6 1 0 16,-4 0 0-16,-7 2-3 16,-6 0-3-16,-6 1 3 15,-3 0 3-15,-7-3 3 16,-1-2 0-16,-9-5-21 0,1-5-36 16,5-7-158-16,5-6-168 15,15-9 229-15</inkml:trace>
  <inkml:trace contextRef="#ctx0" brushRef="#br3" timeOffset="-106075.04">15260 8857 1078 0,'-25'1'97'0,"1"15"110"15,-3 14-170-15,-3 26-27 16,1 15 1-16,2 21 3 0,1 7-2 16,15 3-5-16,4-6-3 15,24-14-4-15,12-12-6 16,20-20 1-16,8-8-1 15,3-13-17-15,2-7-28 0,10-10 32 16</inkml:trace>
  <inkml:trace contextRef="#ctx0" brushRef="#br3" timeOffset="-105658.36">15923 8982 1986 0,'19'7'60'0,"5"3"-45"16,15 15-90-16,7 5 7 16,11 9 38-16,3 7 12 15,-2 11 18-15,-5 7-6 0,-10 10 6 16,-8 5-3-16,-15 11-12 15,-7 3-9-15,-14-6 0 16,-9-5-3-16,-12-19-6 16,-5-8 0-16,-12-11-119 15,-1-6-96-15,-10-21 163 16</inkml:trace>
  <inkml:trace contextRef="#ctx0" brushRef="#br3" timeOffset="-104907.33">17151 9382 1658 0,'-15'3'-51'0,"60"-12"51"0,-5 3 0 16,0-1 3-16,-8 4-3 16,-3-1 0-16,-9 3-75 15,-4-1-29-15,-8 5 63 16</inkml:trace>
  <inkml:trace contextRef="#ctx0" brushRef="#br3" timeOffset="-104712.16">17066 9551 1299 0,'-7'-4'149'0,"7"4"479"16,2-6-523-16,22 1-189 16,9-2-6-16,17-3 15 15,5-1-2-15,5-1-37 16,-2 1-20-16,-6 4-19 15,-5 3-128-15,-10 2 173 0</inkml:trace>
  <inkml:trace contextRef="#ctx0" brushRef="#br3" timeOffset="-102605.79">18068 9337 422 0,'0'0'94'0,"-1"1"175"15,0 0-144-15,-11 24-16 16,11-10-30-16,1 5-19 16,2 2-24-16,0 3-7 15,1 2-11-15,1 0-5 16,6-2-5-16,3-1 0 15,5-4-4-15,4-3 2 16,3-4-2-16,4-3-1 16,1-7-3-16,2-3 2 0,1-7-4 15,-1-4 0-15,-2-7-1 16,-5-4-1-16,-6-4 2 16,-5-4 2-16,-8-1 8 15,-3 0 1-15,-4 3 16 16,-2 3 10-16,-3 8 23 15,0 4 6-15,-1 6-6 16,7 7 34-16,0 0-53 16,0 0-19-16,-11 19-20 15,7 4-3-15,0 17 6 16,-2 7-3-16,2 15 0 16,2 7 0-16,3 7-14 15,4 3-16-15,0 5-71 16,0-2 39-16,2-4 0 15,-2-6 2-15,-1-16 37 16,-4-6 23-16,-4-13 17 0,-5-6 11 16,-11-11 28-16,-2-6 6 15,-13-10 35-15,-5-5 76 16,-8-12-26-16,-4-5-10 16,-1-12-41-16,0-4-34 15,7-11-160-15,7-6-99 16,14-7-447-16,11-3 485 0</inkml:trace>
  <inkml:trace contextRef="#ctx0" brushRef="#br3" timeOffset="-102102.68">18650 9995 1526 0,'-1'23'66'0,"1"5"-9"16,0 4-57-16,4 3-30 16,4-2-12-16,-2-4-17 15,1-4-3-15,-1-7-68 16,-3-6-91-16,-3-12 119 15</inkml:trace>
  <inkml:trace contextRef="#ctx0" brushRef="#br3" timeOffset="-101907.95">18536 9859 2926 0,'0'-9'-27'0,"6"0"-42"0,13 3-444 15,7 0-12-15</inkml:trace>
  <inkml:trace contextRef="#ctx0" brushRef="#br3" timeOffset="-100540.89">18064 9190 1483 0,'-3'-5'64'0,"3"5"154"16,0 0-233-16,18-9-86 15,0 2 8-15,4-6 53 16,-1-5 13-16,-1-5 9 15,-2 0 9-15,-5-5 11 16,-4 2 0-16,-3 0 2 0,-2 0-3 16,-1 6 1-16,-1 5-2 15,-1 4 0-15,-1 11 0 16,0 0-2-16,4 5-1 16,1 13 5-16,3 2-2 15,3 7 3-15,3-1 3 0,7 0-6 16,0 1 2-16,5-3-4 15,0-5-7-15,2-6-32 16,0-6-77-16,0-4 71 16</inkml:trace>
  <inkml:trace contextRef="#ctx0" brushRef="#br3" timeOffset="-100039.36">18897 9595 1518 0,'6'-2'65'0,"6"1"45"16,5 1-110-16,13 0-9 15,3 0 3-15,9 0 9 16,6-1 9-16,-1-2-3 16,4 1 0-16,-4-5-30 0,-1-3-65 15,-7-3-335-15,-5-3 303 16</inkml:trace>
  <inkml:trace contextRef="#ctx0" brushRef="#br3" timeOffset="-99291.74">19858 9355 1610 0,'-11'-15'179'0,"4"5"84"16,7 10-227-16,0 0-66 15,-7 12-12-15,9 7 0 16,2 3-8-16,2 3 17 0,1 0-3 16,1-3 15-16,1-3 15 15,4-6 0-15,1-4 6 16,2-7 0-16,1-3 0 16,3-8 0-16,1-4 0 15,1-5-9-15,-3-4-6 16,0-3 0-16,-4-1-6 0,-6-1 15 15,0 2 3-15,-9 3 9 16,-1 1 9-16,-3 5 0 16,-4 1 0-16,1 4 3 15,1 3-3-15,-2 4-6 16,1 3-3-16,-1 3 0 16,0 3-6-16,2 2 0 15,2 4-6-15,2 6 0 16,1 5 3-16,3 11 0 15,2 7-3-15,4 12 3 16,2 7 0-16,2 6-3 16,2 1 3-16,3-4-6 15,1-5 0-15,1-10 6 16,-2-4 0-16,-2-6 3 16,-5-5 3-16,-1-8 6 15,-4-4 3-15,-6-7 3 0,-7-2 3 16,-13-5 21-16,-7-3 5 15,-12-5 4-15,-5-4 3 16,-6-10-24-16,-1-5-12 16,7-14-129-16,7-5-122 15,15-6 123-15</inkml:trace>
  <inkml:trace contextRef="#ctx0" brushRef="#br3" timeOffset="-98706.14">20302 9919 1473 0,'0'1'45'16,"3"15"32"-16,5 0-71 16,4 3 0-16,4 1 0 15,2-1-6-15,-1-4-54 16,-2-4-10-16,-7-8 39 15</inkml:trace>
  <inkml:trace contextRef="#ctx0" brushRef="#br3" timeOffset="-98555.75">20183 9715 2852 0,'1'-10'54'0,"11"3"-74"16,6 1-139-16,12 5-785 16,3-3 588-16</inkml:trace>
  <inkml:trace contextRef="#ctx0" brushRef="#br3" timeOffset="-98074.91">20323 9119 2085 0,'24'-7'75'0,"12"8"-99"15,9 12-12-15,17 11 9 16,2 7 12-16,3 10 9 16,1 8 6-16,-7 16-3 15,-7 10-3-15,-17 17 3 16,-11 6-3-16,-16 2-15 16,-3 0-15-16,-5-10-26 15,-5-6 2-15,-3-7 18 16,-4-2 6-16,-10-5 36 15,-3 1-3-15,-12-2-75 16,-4-4-77-16,0-15 124 16</inkml:trace>
  <inkml:trace contextRef="#ctx0" brushRef="#br3" timeOffset="-97575.05">18389 9137 1138 0,'0'-24'18'0,"-2"-2"-20"16,-3-1-8-16,-7-2 4 15,-2-3 6-15,-7 1 2 16,-3-1-2-16,-7 6 18 15,-1 7 5-15,-3 11 4 16,-1 8 0-16,-1 16-15 0,-1 5-10 16,0 14-2-16,-2 4 0 15,2 12 4-15,-3 6 1 16,3 9 5-16,2 7 2 16,4 3 1-16,7 5 3 15,12 4 3-15,7 5-1 16,14 2-5-16,10 1-3 15,12 0-12-15,6-2-12 0,12-9-129 16,2-4 98-16</inkml:trace>
  <inkml:trace contextRef="#ctx0" brushRef="#br3" timeOffset="-96806.08">20828 8669 2258 0,'12'-2'39'16,"9"2"-185"-16,5 1-43 15,8 1 10-15,2 0 51 16,-2-2 92-16,-2 1 30 15,-14 1 6-15,-7 2-21 16,-17 2-9-16,-9 3 11 16,-12 7 11-16,-4 1 8 0,-2 7 10 15,3 3 13-15,8 0 19 16,7 0 12-16,10-5 5 16,7-2-5-16,15-5-9 15,7-4-15-15,18-9-18 16,11-4-33-16,16-14-239 15,9-4 205-15</inkml:trace>
  <inkml:trace contextRef="#ctx0" brushRef="#br3" timeOffset="-89724.39">13595 10554 1260 0,'-10'-9'53'16,"2"2"38"-16,1 7-86 15,2 0-3-15,0 3-2 16,4 4 2-16,0 7-2 16,-1 6 4-16,-1 16 12 15,0 6 5-15,2 17 6 16,1 4-2-16,4 11-9 16,2 4-8-16,8 2-10 15,-1-3-16-15,4-17-63 16,0-10-68-16,4-26 79 15</inkml:trace>
  <inkml:trace contextRef="#ctx0" brushRef="#br3" timeOffset="-89359.54">13778 10947 1171 0,'-7'-13'122'0,"0"1"299"15,0 8-361-15,1 4-60 16,3 10 0-16,1 6 0 16,0 12-3-16,2 3 6 0,1 6-3 15,3-1 0-15,1-2 0 16,3-4-6-16,3-10 0 16,2-5-3-16,3-13-3 15,2-5 3-15,0-14 3 16,-1-5 3-16,-2-7 0 15,-4-4 3-15,-5 0 0 16,-4-1 0-16,-7 3 6 16,-5 0-3-16,-5 8 12 15,-2 3 9-15,-4 7-6 16,1 4 6-16,1 8-12 16,1 3-6-16,7 6-27 15,5 1-51-15,10 2-170 16,8-5 193-16</inkml:trace>
  <inkml:trace contextRef="#ctx0" brushRef="#br3" timeOffset="-88975.32">14313 10867 1932 0,'-34'1'105'0,"4"3"-57"16,-6 5-90-16,10 3-57 16,2 1 7-16,2-1 38 15,3 1 6-15,2-1 24 16,2-2 18-16,7-1 6 16,0 0 3-16,8-1-3 15,3 2 0-15,9-1 0 16,5 3 0-16,3-1-9 15,1 1-6-15,-2 3 0 16,-2 0 6-16,-7 5 4 16,-2 3 5-16,-8 0 0 15,-3 0 0-15,-9 0 0 16,-5-4-3-16,-5-4 3 16,-5-2 6-16,0-8-4 15,2-3-4-15,6-10-126 0,7-5 37 16,11-9-252-16,4-4 185 15</inkml:trace>
  <inkml:trace contextRef="#ctx0" brushRef="#br3" timeOffset="-88575.78">14455 10908 1225 0,'-17'0'39'0,"-3"0"2"16,-3 1-30-16,-4 4 1 15,-2 2 4-15,-3 3 17 16,5 0 11-16,2 0 14 16,6-1 2-16,9 2 32 15,7-1-18-15,10 2-50 16,7 1-9-16,10-1-15 15,3-1-9-15,4-2 0 16,-6-1-6-16,-4 1 6 16,-4 2 3-16,-10 3 6 15,-5 3 0-15,-2 2 0 0,-4 0 6 16,-7 0-3-16,-4-3 3 16,-12-2 3-16,-5-2-6 15,-6-6 0-15,0-3-3 16,8-6-15-16,6-6-65 15,19-8-227-15,10-8 226 16</inkml:trace>
  <inkml:trace contextRef="#ctx0" brushRef="#br3" timeOffset="-87673.47">14929 10537 778 0,'-17'-9'104'0,"-4"6"75"15,-2 6-63-15,-3 13-23 16,-1 5-17-16,1 15-14 16,-1 9-6-16,2 14-8 15,4 10 2-15,-3 18 22 16,6 5-19-16,12 4-32 15,6-7-9-15,19-18-33 16,7-12-23-16,9-21-68 16,4-8 37-16,5-18-197 15,6-6 172-15</inkml:trace>
  <inkml:trace contextRef="#ctx0" brushRef="#br3" timeOffset="-87326.28">15318 10754 1378 0,'-20'14'51'0,"-4"11"7"16,-4 11-43-16,-6 21-13 15,-5 10-2-15,2 12 4 16,1-1-2-16,9-16-11 15,6-12-40-15,9-25-166 16,-1-12 139-16</inkml:trace>
  <inkml:trace contextRef="#ctx0" brushRef="#br3" timeOffset="-87146.25">14953 10891 1005 0,'8'-12'164'0,"3"9"208"15,2 5-190-15,11 20-128 16,2 7-12-16,11 16-18 16,1 6 0-16,-2 2-39 15,2-4-57-15,-3-9-200 16,-1-7 222-16</inkml:trace>
  <inkml:trace contextRef="#ctx0" brushRef="#br3" timeOffset="-86875.01">15434 11179 1460 0,'-10'4'44'0,"3"2"-9"0,1 1-33 15,6 5-13-15,3-1 1 16,1 2 6-16,3 0 0 16,-4 1 4-16,-1 2 0 15,-1 5 0-15,-4 3 0 16,-2 7 0-16,0 5-6 16,-1 4-199-16,2 5 149 0</inkml:trace>
  <inkml:trace contextRef="#ctx0" brushRef="#br3" timeOffset="-86339.44">15399 11030 1237 0,'-1'-3'50'0,"-1"-2"18"16,5 0-27-16,1-1-10 16,2-1-4-16,3-3-15 15,1 1-8-15,2-1-82 16,2 1-220-16,6 0 168 15</inkml:trace>
  <inkml:trace contextRef="#ctx0" brushRef="#br3" timeOffset="-85908.68">15558 11321 621 0,'0'0'134'0,"1"0"172"0,12-3-225 16,-1 1-19-16,7-2 12 15,5 0 17-15,7-1-12 16,4 0-36-16,1 2-16 16,-7 1-37-16,-5 0-54 15,-11 2 41-15</inkml:trace>
  <inkml:trace contextRef="#ctx0" brushRef="#br3" timeOffset="-85742.86">15606 11439 2534 0,'7'-3'87'0,"7"-1"-116"16,7 0-154-16,14-1-255 15,3-1-129-15,9-3 454 16</inkml:trace>
  <inkml:trace contextRef="#ctx0" brushRef="#br3" timeOffset="-83592.3">16078 11215 269 0,'2'-4'29'0,"-2"4"33"16,0 0-36-16,0 0-6 16,1 0 9-16,0 0 24 15,0 0 32-15,-1 0 4 16,1 1 4-16,5 15 5 16,-8-2-5-16,-7 7-15 0,-2 2-22 15,-2 2-33-15,-2 0-11 16,3-6-8-16,1-3 0 15,1-6-2-15,3-3 0 16,7-7 11-16,0 0 5 16,0 0 15-16,0 0 1 15,12-7-6-15,5-1-7 16,7-2-15-16,5 1-2 0,3 0-3 16,1 1 1-16,-2 5-2 15,-3 0 2-15,-2 3-4 16,-6 0-15-16,-7 0-192 15,-4 0 138-15</inkml:trace>
  <inkml:trace contextRef="#ctx0" brushRef="#br3" timeOffset="-83425.29">16159 11266 1158 0,'0'0'62'0,"-1"0"31"16,-10 10-37-16,4 12-27 15,-1 6-10-15,0 12-9 16,4 1-6-16,3 3-6 16,8-1-19-16,3-5-206 0,3-1 161 15</inkml:trace>
  <inkml:trace contextRef="#ctx0" brushRef="#br3" timeOffset="-82224.99">16627 11308 1223 0,'-5'-4'59'15,"-1"1"51"-15,0 5-112 16,0 3-6-16,0 3-1 16,0 1-3-16,1 0 8 15,-1-1 0-15,6-1 4 16,0-1 0-16,3-4 0 16,2-1 2-16,5-4 0 15,2-3-4-15,2-4 2 16,1-1 0-16,-1-2 0 15,-2 1 2-15,-5 0-2 16,-3 4 0-16,-4 1 2 16,-3 1 2-16,-5 6 4 15,-1 0 3-15,-3 6 15 0,2 1 5 16,1 0 1-16,1 1 1 16,3-3-17-16,2-1-4 15,5 0-9-15,1 0-1 16,5-2 0-16,1-1 0 15,3-1-2-15,0 0 2 16,1 0-2-16,-3 1-2 16,-3 3 2-16,-2 1-2 0,-3 5 2 15,-2 7 0-15,-3 9 4 16,-3 6 12-16,-3 13 11 16,-5 7 3-16,-9 14-6 15,-9 5-54-15,-14-1-227 16,-15-4 195-16</inkml:trace>
  <inkml:trace contextRef="#ctx0" brushRef="#br3" timeOffset="-81742.63">17201 10644 1322 0,'-20'17'80'0,"-9"13"77"16,-2 11-79-16,-10 17-78 15,-2 4-15-15,-1 2-81 16,0-3-5-16,6-19-254 16,7-10 186-16</inkml:trace>
  <inkml:trace contextRef="#ctx0" brushRef="#br3" timeOffset="-81572.93">16809 10754 1516 0,'13'9'210'0,"-1"6"343"0,9 14-505 15,0 8-44-15,10 12-6 16,7 1-18-16,1 0-153 15,5-3-69-15,-2-12-243 16,-1-4 367-16</inkml:trace>
  <inkml:trace contextRef="#ctx0" brushRef="#br3" timeOffset="-81375.66">17246 11244 1477 0,'-2'-4'58'0,"0"4"88"15,-1 3-77-15,1 12-63 16,0 4-3-16,2 8-12 0,0 0-30 16,1-3-179-16,4 1 179 15</inkml:trace>
  <inkml:trace contextRef="#ctx0" brushRef="#br3" timeOffset="-81189.83">17246 10975 2675 0,'-1'-12'-61'16,"1"1"-70"-16,11 5-30 16</inkml:trace>
  <inkml:trace contextRef="#ctx0" brushRef="#br3" timeOffset="-80891.98">17438 11270 1831 0,'-1'-4'242'0,"1"4"42"16,0 0-319-16,11-6-256 15,1 4-85-15,7-5-34 16,2-2 290-16</inkml:trace>
  <inkml:trace contextRef="#ctx0" brushRef="#br3" timeOffset="-80724.45">17392 11368 1334 0,'0'0'97'16,"0"0"171"-16,21 0-190 15,-1-2-60-15,14-5-182 16,6-3-30-16,2-3 126 0</inkml:trace>
  <inkml:trace contextRef="#ctx0" brushRef="#br3" timeOffset="-78992.36">17615 11291 1516 0,'-6'-21'106'0,"7"2"91"16,5 5-149-16,12 5-60 15,3 2-3-15,7 5 0 16,1 2-3-16,-5 8 3 16,-1 2 0-16,-6 7 9 15,-5 3 0-15,-7 3 3 16,-3 0 0-16,-5-1 0 16,-3 0 0-16,-4-2 0 15,-3-3 3-15,-4-3 0 16,-3-3 0-16,-3-1 9 15,1-3 3-15,2-4 15 16,2-1 0-16,7-3 3 0,2-1-3 16,9-1-15-16,6-2-3 15,14-2-9-15,6-3-3 16,9 3-3-16,1 0-6 16,-2 5-54-16,-1 1-63 15,-3 1-197-15,-2 0 239 16</inkml:trace>
  <inkml:trace contextRef="#ctx0" brushRef="#br3" timeOffset="-78675.66">17961 11338 1537 0,'-8'-4'180'16,"-2"0"164"-16,7 4-308 15,-3 4-33-15,6 5-6 16,2 3 0-16,-2 1-3 15,5 3-6-15,-1-2-3 16,2-2-3-16,5-6-9 16,4-3-3-16,3-8-24 15,2-4-17-15,4-5-10 16,-3-3 6-16,-5 1 31 16,-2 0 26-16,-11 0 18 15,-4 1 6-15,-9 0 12 16,-5 0 2-16,-6 3 28 0,-4 2 6 15,-1 10 9-15,5 4 0 16,0 11-34-16,4 2-11 16,8 2-161-16,9-2-206 15,17-13 271-15</inkml:trace>
  <inkml:trace contextRef="#ctx0" brushRef="#br3" timeOffset="-77957.66">18023 10609 1941 0,'2'-5'144'15,"5"4"47"-15,16 12-191 16,11 5-18-16,15 12 12 15,6 5 6-15,3 11-3 0,-1 6 3 16,-7 18-6 0,-6 12-18-16,-12 17-53 15,-8 4-28-15,-14-3-47 0,-7-5-7 16,-15-14 40-16,-11-5 47 16,-18-15 57-16,-7-2 11 15,-13-12 6-15,-1-3 0 16,6-13 0-16,7-10-8 15,21-19-91-15,11-7-159 16,21-18 148-16</inkml:trace>
  <inkml:trace contextRef="#ctx0" brushRef="#br3" timeOffset="-77470.58">18875 10975 1631 0,'0'-5'185'16,"8"3"102"-16,6 2-221 0,19 1-78 16,7-1 0-16,9-1 3 15,3-1 6-15,-3 1-63 16,-2-2-36-16,-10 1-122 16,-6 2-22-16,-13 0 184 15</inkml:trace>
  <inkml:trace contextRef="#ctx0" brushRef="#br3" timeOffset="-77342.11">18945 11196 2160 0,'0'0'209'0,"1"0"84"15,19 0-323-15,9-3-80 16,16-3-175-16,3-3-274 15,6-1 368-15</inkml:trace>
  <inkml:trace contextRef="#ctx0" brushRef="#br3" timeOffset="-71792.96">15468 11951 944 0,'-12'2'2'0,"12"-2"-6"16,-1 0-21 0,1 0-151-16,2 0 119 0</inkml:trace>
  <inkml:trace contextRef="#ctx0" brushRef="#br3" timeOffset="-71315.7">16639 11945 1512 0,'90'-3'10'0,"16"-1"-2"16,4 2-3-16,5-1-5 15,-2 0-9-15,-5-1-47 16,-2 0-47-16,-11 1-270 16,-5 1 191-16</inkml:trace>
  <inkml:trace contextRef="#ctx0" brushRef="#br3" timeOffset="-70923.39">17330 11992 1726 0,'92'2'-218'16,"4"-2"46"-16,-2 1 100 16</inkml:trace>
  <inkml:trace contextRef="#ctx0" brushRef="#br3" timeOffset="-65873.95">2669 8094 128 0,'-8'-1'24'0,"0"-1"36"15,2 1 0-15,6 1 4 16,0 0-1-16,0 0-5 15,0 0 3-15,0 0-29 16,0 0-2-16,0 0-21 16,0 0-7-16,0 0-2 15,0 0-7-15,1 0-111 16,17-1 94-16</inkml:trace>
  <inkml:trace contextRef="#ctx0" brushRef="#br3" timeOffset="-54959.51">18442 10437 826 0,'21'0'4'16,"5"0"-27"-16,7 0 1 15,13-2 22-15,4 0 13 16,15-2 28-16,3-2 18 16,6-1 35-16,7 1-6 0,0-4-28 15,0-1-19-15,2-3-30 16,0-1-3-16,3-1-6 16,-1 1 6-16,-4 2 0 15,-4 1 3-15,-8 2-3 16,-3 2-8-16,-1 0-39 15,-1 1-102-15,-7 1 76 16</inkml:trace>
  <inkml:trace contextRef="#ctx0" brushRef="#br3" timeOffset="-35410.44">21973 7246 1462 0,'2'-5'71'15,"8"1"218"-15,14 3-289 16,11 1 0-16,18 3-9 0,3 2 6 16,2 5 3-16,-5 3 0 15,-14 8 0-15,-8 2-6 16,-15 3-27-16,-7 0-18 15,-18-1-26-15,-6 2-7 16,-13 0 43-16,-3-2 18 16,-6-2 9-16,-1-2 6 0,1-3-5 15,2-2-45-15,15-3 34 16</inkml:trace>
  <inkml:trace contextRef="#ctx0" brushRef="#br3" timeOffset="-35027.92">21666 7526 1313 0,'9'-7'17'0,"6"-2"-27"15,7 0-1-15,10-3 3 16,6-1 6-16,12 0 6 16,5 0-2-16,5 4-2 15,-1 1 0-15,-4 3-2 16,-8 1-27-16,-7 1 17 16</inkml:trace>
  <inkml:trace contextRef="#ctx0" brushRef="#br3" timeOffset="-34224.78">22518 7211 1311 0,'-2'-7'44'0,"2"7"14"16,0 0-54-16,4 13-4 15,2 7 0-15,-2 15 2 16,1 4 0-16,-4 13 0 16,-1 0 0-16,0-3-2 15,-1-7 2-15,-1-14-2 16,0-8-2-16,0-13 0 0,2-7 2 16,0 0 2-16,-7-13 2 15,5-6-4-15,0-3 2 16,1-6-2-16,1-2 0 15,1-4 0-15,0-2 0 16,3-3 2-16,2 2 0 16,3 0 7-16,3 2 11 0,-1 10 7 15,1 4 0-15,-4 13-2 16,-3 8 3-16,0 13-7 16,-3 8-12-16,4 9-9 15,0 6 0-15,3-1-9 16,8-1-9-16,-4-7-11 15,4-6 14-15,-1-10 5 16,-2-6 4-16,3-8 4 16,1-5 2-16,2-9 0 15,-1-2-2-15,-1-4-13 16,-4-1-7-16,-2 0-11 16,-5 0-7-16,-6 4 7 15,-2 1 2-15,-5 3 11 16,1 1 3-16,1 4-88 15,1 2 76-15</inkml:trace>
  <inkml:trace contextRef="#ctx0" brushRef="#br3" timeOffset="-33677.46">22953 7349 1316 0,'5'-10'0'0,"6"-2"2"16,2 0 0-16,-2 0 6 16,1 0 4-16,-3 3 9 15,-9 1 2-15,5 2-3 16,-3 1-9-16,-2 1-7 0,0 0-4 15,-3 2 0 1,-6 0 0-16,1 1-2 0,1 3 2 16,-9 3 4-16,-1 3 2 15,-9 4-2-15,-4 3 2 16,0 2 1-16,3 1 3 16,6 0 9-16,7 0 3 15,12-4-5-15,11 0-1 0,14-4-11 16,8-1-3-16,10-5-4 15,0-4-15-15,5-7-45 16,1-2-48-16,-5-3-244 16,-3-2 183-16</inkml:trace>
  <inkml:trace contextRef="#ctx0" brushRef="#br3" timeOffset="-31977.73">23230 7278 1349 0,'-21'6'47'0,"2"5"-20"16,2 3-6-16,2 4-13 0,3-1-4 16,5 0-2-16,2-3 2 15,6-6-4-15,6-1 0 16,6-7 0-16,3-1 0 15,5-6 0-15,3-1 0 16,2-3 0-16,-2-2 0 16,-3 1 4-16,-3 3 1 15,-7 2 11-15,-4 2 1 0,-7 5-3 16,0 0-2-16,4 12-9 16,-4 2-3-16,0 14 2 15,0 6-2-15,-1 11 2 16,-2 5-2-16,-3 7 0 15,1 1 0-15,-1-1 0 16,-2-3-2-16,-6-10 2 16,-4-5 0-16,-7-13-2 15,-4-7 4-15,-6-13 4 16,-1-6 0-16,-2-16 15 16,3-5-6-16,7-16-36 15,6-7-15-15,12-11-24 16,6-4-8-16,12-5 8 15,6-1 21-15,14 7 29 16,6 5 10-16,11 10 0 16,3 8-7-16,9 11-69 0,4 5-48 15,2 9-112-15,-1 1-14 16,-8 5 93-16,-8 1 85 16,-14 3 93-16,-7-1 61 15,-16 1 173-15,-9 0 35 16,0 0-54-16,-14 3-54 15,0 1-87-15,-2-2 32 16,1 3-50-16,1 1-29 0,-2 2-33 16,1 1-9-16,1 1-6 15,0 2 0-15,4 3 3 16,4 0-3-16,6-1-3 16,2-2 3-16,8-4-3 15,3-2 3-15,6-4 3 16,3-2-3-16,3-2 0 15,2-3-3-15,-1-2 0 16,-2 0 3-16,-6-1 0 16,-3 3 3-16,-6 1 0 15,-2 2 6-15,-6 5 3 16,0 0 0-16,-1 4-3 16,-2 1-6-16,2-1-3 15,0-1-6-15,0-6-3 16,0 0-3-16,0 0-3 0,7-2 6 15,5-6-6-15,2-2 3 16,8-3-42-16,3-2-17 16,8-3-39-16,2-4 47 15,2-4-5-15,-5-3 10 16,-6-6 25-16,-6-2 17 16,-8-6 28-16,-4 3 17 15,-5 3 23-15,-1 6 2 0,-2 13 3 16,0 6-17-16,1 13-8 15,-1 8 1-15,-1 16-21 16,1 9 0-16,-3 17-6 16,0 6 6-16,-2 0-9 15,2-3-3-15,2-13-15 16,1-7-15-16,2-12-37 16,1-7 27-16,-3-15-20 15,0 0-22-15,-6-4-79 16,-4-6-64-16,-4-4-28 15,-3 0 51-15,-3 1 227 16,-1 2 120-16,-1 2 90 16,3 2-18-16,4 2-77 15,7 1-28-15,8-1-42 16,5-2-12-16,11-2-29 0,4 0 24 16,11 0-20-16,1 3 3 15,5 6 11-15,0 2 4 16,-4 8-12-16,-7 2-3 15,-3 4-30-15,-5-1-3 16,-5 1-3-16,-3-2-9 16,-6-4-9-16,0-2-6 15,-4-5 6-15,0-1 12 0,0-2 3 16,0 0 3-16,0-1 0 16,0 0 0-16,0 0 6 15,0 0 0-15,3-28 0 16,-3 29 3-16,1-1-9 15,0-1 0-15,17-26 0 16,-14 19 0-16,7 2 0 16,2 1 3-16,-1 4 0 15,0 1-3-15,-3 2 0 16,1 2-3-16,2 2 3 16,-1 1-3-16,1 0 3 15,0 0 0-15,1-2 0 16,2-1 0-16,-1-1 0 15,1 0 0-15,1-2 0 16,1-2 9-16,0-1-6 0,-1-2-3 16,1-2 3-16,0-2-3 15,0-2 0-15,3-1 0 16,-4 0-6-16,-2-1 3 16,-6 1 3-16,-4 1 3 15,-8 2-3-15,-3 2-6 16,-12 6 0-16,-6 2 0 15,-5 9 3-15,-4 3 3 16,5 4 0-16,1 3 9 0,6 2 18 16,7-1-3-16,10-2 21 15,10 0-9-15,18-6-7 16,9-2-5-16,19-9-15 16,11-3-18-16,9-10-101 15,4-1-76-15,-10-1-309 16,-8 2 348-16</inkml:trace>
  <inkml:trace contextRef="#ctx0" brushRef="#br3" timeOffset="-31525.3">23666 7532 1774 0,'128'6'6'0,"-7"-2"0"15,-6-2-3-15,-12-2-6 16,-6-3-9-16,-11-5-84 16,-4-1-64-16,-16-4 121 15</inkml:trace>
  <inkml:trace contextRef="#ctx0" brushRef="#br3" timeOffset="-2725.93">21807 8046 1082 0,'-13'0'48'0,"0"4"14"15,4-1-87-15,4 2-10 16,5-5 1-16,0 0 18 16,0 0 12-16,0 0 4 15,0 0 4-15,0 0 12 16,0 0-1-16,0 0 8 15,0 0 1-15,10-5-5 0,3 3-2 16,11-3 3-16,4 1 1 16,9 0 6-16,6-1 8 15,1 1-4-15,-3 1-2 16,-5-1-10-16,-5 1-7 16,-5-2-10-16,-2-1 0 15,-4-1-4-15,0-1-2 16,-6-2-27-16,-2 2-72 15,0-1 69-15</inkml:trace>
  <inkml:trace contextRef="#ctx0" brushRef="#br3" timeOffset="-2411.94">21930 7833 1477 0,'25'-2'33'0,"8"2"-35"16,2 4-4-16,10 3 1 16,0 0 3-16,-4 4 2 15,-1 0 2-15,-11 4 2 0,-4-1-4 16,-11 4 0-16,-4 0 1 15,-12 3-1-15,-10 1 0 16,-12 4 0-16,-10 2-3 16,-14 3-15-16,-2 2-17 15,-6-3-81-15,2-2-256 16,9-10 201-16</inkml:trace>
  <inkml:trace contextRef="#ctx0" brushRef="#br3" timeOffset="-1145.7">22503 7729 1152 0,'-10'10'31'0,"-3"8"-2"15,-2 19-21-15,-2 7 3 16,0 10 7-16,-1 1-3 16,2-1-3-16,1 0-4 15,5-7-7-15,2-6-1 16,5-12 0-16,0-8 0 16,2-13 2-16,1-8-2 15,0 0-2-15,-4-11-5 0,4-6-9 16,0-6 3-16,2-7 1 15,3-5 4-15,3-5 8 16,2-5 0-16,6-2 2 16,-1-3 8-16,-1 1 17 15,-1 0 8-15,-4 7 15 16,-2 4 1-16,-1 9-15 16,-2 7-5-16,0 9-15 15,0 5-10-15,0 11-4 16,0 10-2-16,-1 25-2 15,-3 14 4-15,-1 21 0 16,1 7 0-16,5 3 1 16,8-3-4-16,8-13-29 15,3-9-20-15,5-22-153 16,-1-16-71-16,-4-22 117 16</inkml:trace>
  <inkml:trace contextRef="#ctx0" brushRef="#br3" timeOffset="-928.59">22286 8065 1437 0,'5'-3'36'0,"7"-2"-28"15,2 0-8-15,21-1 0 16,7 1 0-16,13 1 0 15,9 0-2-15,3 3-40 16,-1-2-46-16,-6 0-129 16,-8-1-171-16,-19 0 199 15</inkml:trace>
  <inkml:trace contextRef="#ctx0" brushRef="#br3" timeOffset="68.8">22809 8115 860 0,'-10'31'104'16,"-1"2"-13"-16,-5-4-41 0,-1-2-11 15,2-7-16-15,1-5-5 16,8-8-9-16,-1-4-3 16,7-7-2-16,1-5-4 15,4-7-13-15,5-5-5 16,-1-6 1-16,2-2 1 15,4 0 14-15,-2 0 0 16,6 3 4-16,1 1 0 16,5 3-2-16,1 2 2 0,-2 7 8 15,-3 4 5-15,-7 9 7 16,-3 3-1-16,-6 11 2 16,-1 4-3-16,-4 7-3 15,-1 4-2-15,-2 2-7 16,-2-2-6-16,0-5-2 15,2-4 0-15,1-8-4 16,2-5 2-16,0-7 0 16,0 0 4-16,0-1-2 15,1-16 4-15,0 2-2 16,1-5 4-16,3-4 0 16,2-2 0-16,6 0 1 15,7 1 1-15,2 1 0 16,3 3-4-16,1 9 0 15,-1 5-1-15,-2 7-1 16,-4 6-2-16,-8 10 0 0,-4 3 0 16,-6 6 0-16,-1 2-2 15,-2-1-5-15,1-2-9 16,2-7-21-16,3-5-11 16,2-9-31-16,2-5-37 0,1-10-168 15,1-3-26-15,1-8 196 16,14-33-85-16,-26 60 274 15,6-18 84-15,-1 1-37 16,0 1 183-16,-3 6-104 16,-1 6-83-16,0 0-79 15,4 12-18-15,-4 14-2 16,-2 9 10-16,-4 13 8 16,-2 4 2-16,0 0-20 15,0-3-7-15,3-7-14 16,1-1-12-16,2-8-55 15,1-3-1-15,1-10 8 16,0-6 6-16,-1-2 56 16,-1 3 2-16,-3 8-2 15,-3 1 2-15,-3 3 3 16,-3-1-3-16,0-4 4 16,0-4 0-16,4-8 8 0,0-4 5 15,2-9 10 1,1-5 4-16,2-9 0 0,1-7 0 15,7-14-14-15,4-5-5 16,6-15-10-16,7-6-4 16,7-10-12-16,5-4-17 15,9-3-14-15,3 4-3 16,0 14 13-16,-1 12 14 0,-11 21 24 16,-9 8 11-16,-10 17 3 15,-8 7 3-15,-7 14 1 16,-3 7 6-16,-14 13-2 15,-5 3-2-15,-7 1-15 16,-2-1-20-16,7-9-79 16,6-9-124-16,20-20 108 15</inkml:trace>
  <inkml:trace contextRef="#ctx0" brushRef="#br3" timeOffset="272.27">23484 8148 1357 0,'-6'53'-238'16,"11"-23"124"-16</inkml:trace>
  <inkml:trace contextRef="#ctx0" brushRef="#br3" timeOffset="640.72">23564 8149 1334 0,'-6'-3'-6'0,"11"-12"-37"16,5-3-26-16,5-8-18 16,0-2 7-16,1-4 25 15,1-2 30-15,2-5-52 16,4-3-37-16,3-5-64 0,6-2 6 15,5 4 100-15,-1 4 63 16,-3 14 123-16,-8 7 105 16,-6 16 18-16,-5 6-58 15,-5 15-112-15,-1 9-22 16,-5 19-22-16,-4 5-5 16,-4 7-11-16,-4-2-5 15,-1-5-62-15,-1-5-83 0,0-12 71 16</inkml:trace>
  <inkml:trace contextRef="#ctx0" brushRef="#br3" timeOffset="1155.83">23830 7974 1349 0,'14'-11'28'0,"7"0"-13"15,4 0-7-15,4 2-6 16,-1 3-2-16,-6 5 0 16,-3 3 0-16,-8 9 0 15,-5 3 0-15,-5 9-2 16,-3 1 2-16,-3 3-4 0,2-1 2 16,1 0 0-16,2-4 0 15,4-6 2-15,3-2 2 16,6-8-2-16,4-4 2 15,2-9-2-15,0-4 0 16,1-7 0-16,0-2 4 16,0-6 0-16,2-1 2 15,0-1-1-15,-3 2-3 16,-1 5 4-16,-2 4-2 0,-5 8 2 16,-1 4-2-16,-3 7-2 15,0 5 0-15,-2 12-2 16,-1 7 0-16,-4 15 0 15,-1 9 1-15,-1 15 5 16,-1 3-2-16,1 7 0 16,1 2-2-16,1-3-2 15,-2-5 0-15,-8-11-4 16,-10-12 4-16,-19-14 0 16,-11-8 2-16,-15-11 25 15,-6-6 8-15,-10-11 29 16,-2-10 34-16,7-20-74 15,14-14-116-15,31-35 62 16</inkml:trace>
  <inkml:trace contextRef="#ctx0" brushRef="#br3" timeOffset="1823.66">24439 7951 1369 0,'30'-2'2'0,"3"-5"4"15,12-7-3-15,2-2 5 16,0-3 10-16,-1 0-1 16,-10 0 0-16,-6 0-1 15,-7 1-10-15,-4 0-2 16,-10 1-2-16,-2-1-4 0,-7 1-2 15,-7-1-4-15,1-2 2 16,2 0-2-16,-3 2 7 16,2 1 1-16,0 6-2 15,-1 3 9-15,6 8-1 16,-1 0 2-16,-18 19 4 16,3 11-9-16,-9 26 9 15,-5 11-2-15,-3 10-3 16,2 0 1-16,10-10-10 15,7-5-13-15,14-14-59 16,5-7-44-16,6-17-128 16,3-8-118-16,-1-14 189 15</inkml:trace>
  <inkml:trace contextRef="#ctx0" brushRef="#br3" timeOffset="2354.99">24740 7976 1119 0,'5'-13'91'15,"-5"13"-37"-15,0 0-11 16,0 0-8-16,1 6-2 16,-6 7-8-16,-2 0 0 15,5 2-13-15,5-2-5 0,2-3-7 16,4-1 2-16,7-5-8 16,3-3-1-16,6-1-5 15,-4-1-3-15,2-2 7 16,-4 1 2-16,0 1 4 15,4 1 4-15,-14 0-2 16,-9 0-2-16,0 0 2 16,0 0 0-16,0 0 4 15,0 0 2-15,0 0 2 16,0-1-7-16,1 0 3 16,-1 0 0-16,19-26-2 15,-10 20 0-15,1 1 0 16,-1 0 0-16,2 1-2 15,-4 1 0-15,-1 1-2 16,-1 0 2-16,-1-1-2 16,0 0 2-16,1-3 2 15,-1 0-2-15,-3-3 0 0,1 1 0 16,-3-1 0-16,0 2 0 16,-3 3 0-16,-3-1 4 15,2 4 0-15,-3 2-2 16,2 3-2-16,-2 7 4 15,-2 10 1-15,2 5 1 16,-3 8 2-16,3 3-2 16,8 0-4-16,4 0 0 0,13-7-12 15,7-3-15-15,16-10-245 16,6-8 185-16</inkml:trace>
  <inkml:trace contextRef="#ctx0" brushRef="#br3" timeOffset="3098.17">22625 8733 1262 0,'10'-3'72'0,"0"2"44"16,3 1-157-16,5 0-7 15,5 1 5-15,3 1 36 16,-2 0 12-16,1-2 1 16,-2-2-2-16,2-5-2 0,1-1-2 15,-1-5 0-15,0-1 0 16,-6-4-4-16,-4-1-13 15,-9 0-10-15,-7 0 0 16,-8 6 11-16,-7 2 14 16,-6 8 12-16,-5 3 1 15,-7 9 3-15,-4 6 5 16,-7 10 22-16,0 4 11 16,-4 15 12-16,4 4 0 15,11 6 0-15,7-2 29 0,20-7-58 16,8-7-11-16,26-13-24 15,13-6-12-15,23-18-53 16,12-9-39-16,8-15 27 16,-2-3-11-16,-5-8-28 15,-5-3-21-15,-15-6-167 16,-7-4 161-16</inkml:trace>
  <inkml:trace contextRef="#ctx0" brushRef="#br3" timeOffset="3254.61">23270 8327 1559 0,'-13'20'51'0,"-6"27"-30"15,0 12-3-15,-2 16-9 0,-2 3-6 16,6 0 6-16,2-3-18 16,8-7-102-16,3-5 23 15,4-11 49-15</inkml:trace>
  <inkml:trace contextRef="#ctx0" brushRef="#br3" timeOffset="3440.41">22944 8862 2025 0,'44'-19'-33'16,"12"-2"-41"-16,10-7-70 15,4 1-23-15,5 1 55 16,-9 0 42-16,-9 3-31 16,-9 0-104-16,-17-3 126 15</inkml:trace>
  <inkml:trace contextRef="#ctx0" brushRef="#br3" timeOffset="3591.89">23493 8496 1643 0,'-18'55'27'0,"-3"3"-16"0,-2-1 7 16,5-3-18-16,2-4-26 15,3-8-125-15,5-8-6 16,-7-20 89-16</inkml:trace>
  <inkml:trace contextRef="#ctx0" brushRef="#br3" timeOffset="3787.43">23365 8710 1935 0,'30'-6'-89'0,"17"-6"-177"16,1-1 66-16,3-2-65 15,0 3-27-15,-12 5 87 16,-4 2 89-16,-18 7 42 15,-5 3 61-15</inkml:trace>
  <inkml:trace contextRef="#ctx0" brushRef="#br3" timeOffset="4106.12">23622 8750 1501 0,'7'7'34'0,"3"-1"-4"16,3-1 6-16,7-5-21 0,1-6 0 15,13-4-33-15,0-2-36 16,4 2-8-16,-3-1-2 16,-10 0-8-16,-6 1 0 15,-12-2 3-15,-3 3-3 16,-10-1 18-16,-7 2 25 16,-8 4 69-16,-8 2 34 15,-3 8 36-15,-1 3 7 0,-2 8-26 16,6 6 13-16,3 9-27 15,4 2-29-15,10-2-36 16,5-2-12-16,17-12-18 16,10-5-24-16,19-12-83 15,13-3 34-15,15-9-136 16,3-1-146-16,-2 1 179 16</inkml:trace>
  <inkml:trace contextRef="#ctx0" brushRef="#br3" timeOffset="4487.89">24081 8666 1473 0,'-7'-11'68'0,"2"9"22"0,-1 2-19 16,-2 12-47-16,-4 3-18 15,1 15-3-15,-1 5-3 16,5 4 0-16,4-1 0 15,3-9-9-15,3-5 3 16,7-12-9-16,4-4 3 16,6-12-14-16,1-5-13 0,5-10-15 15,2-6 15 1,0-11 24-16,1-4 7 0,-9-5 6 16,-4-2 2-16,-7 0 0 15,-3 1 2-15,-1 4 4 16,0 5 6-16,-2 13 3 15,1 10 32-15,-2 14-8 16,-2 10-15-16,-1 17-12 16,-1 8-6-16,-3 6-1 15,-3 1 4-15,1-3-18 16,-1-2-38-16,3-10-103 16,3-1-71-16,-1-15 126 15</inkml:trace>
  <inkml:trace contextRef="#ctx0" brushRef="#br3" timeOffset="4639.46">24126 8698 1537 0,'0'0'64'0,"2"-2"-10"16,27-1-39-16,7-1-15 16,11-5-99-16,2 0-1 15,-3-3-235-15,-5 2 189 16</inkml:trace>
  <inkml:trace contextRef="#ctx0" brushRef="#br3" timeOffset="5304.49">24475 8729 1673 0,'-11'23'-176'0,"2"-4"127"16,5-4 26-16,3-10 31 15,1-5 17-15,0 0 25 16,0 0 25-16,-3-13 38 0,8-1-38 15,4-1-75-15,5-1-12 16,1 7-18-16,-1 1-3 16,4 4-2-16,-7 2 2 15,2 4 9-15,2 3 6 16,-3 2 15-16,2 3 3 16,-4 5 0-16,-2 3 0 15,-5 6 0-15,-1 2 0 0,-5 0 0 16,-1 1 9-16,-4-1-3 15,-3-1 0-15,-6-3-6 16,-3-2 3-16,-6-5-3 16,1-4 0-16,-8-6 3 15,3-1-3-15,4-4 3 16,-1-6 9-16,14-3 30 16,3-2 8-16,10-4 22 15,9 0-6-15,12-7-24 16,7-2-9-16,10-4-22 15,5-2-8-15,3 5 6 16,-1-2-3-16,-2 5 0 16,-6 4-6-16,-10 2-3 15,-3 5-6-15,-10-1-32 16,-1-1-13-16,-4-1-33 16,2 0-14-16,-6 0-1 15,-2-1 52-15,-1 3 25 0,-6 2 3 16,3 3 19-16,1 7-1 15,0 0 2-15,3-5-10 16,13 5 10-16</inkml:trace>
  <inkml:trace contextRef="#ctx0" brushRef="#br3" timeOffset="6071.08">22525 9226 1340 0,'3'22'44'16,"1"6"14"-16,-3 13-54 16,-1 4 0-1,0 1-2-15,-1 2 0 0,-3-6 2 16,1-5-2-16,0-11 0 16,1-6-2-16,1-11 2 0,1-9-2 15,0 0-2-15,3-11 0 16,3-6-2-16,4-1 2 15,1-2 2-15,7 2 2 16,7 1 2-16,3-1 0 16,9 5-2-16,0 3-2 15,-5 9 2-15,-6 3-4 16,-9 7 0-16,-7 3 2 0,-8 6 4 16,-4 3 1-16,-7 3 7 15,-4 1-6-15,-9-2-4 16,-4 1 0-16,-9-7-2 15,-1-2-6-15,3-10-21 16,2-7-29-16,16-12-291 16,7-7 198-16</inkml:trace>
  <inkml:trace contextRef="#ctx0" brushRef="#br3" timeOffset="6204.89">22937 9506 1309 0,'16'26'-105'0,"-3"-12"68"16</inkml:trace>
  <inkml:trace contextRef="#ctx0" brushRef="#br3" timeOffset="6388.25">22886 9329 1297 0,'7'-16'12'16,"8"2"-43"-16,6 2-31 15,4 3-43-15,-3 4-12 0,0 4 17 16,-7 1 34-16,0 7 54 16,3 2 8-16,-1 3-37 15,4 0-116-15,4 1 102 16</inkml:trace>
  <inkml:trace contextRef="#ctx0" brushRef="#br3" timeOffset="6854.34">23041 9407 2136 0,'-6'10'-63'0,"6"3"-48"16,1 1-17-16,3-1 11 0,0-1 10 16,4-3 47-16,2-2 47 15,6-6 8-15,3-2-1 16,4-7-8-16,1-4-1 16,-1-1 7-16,0-2 4 15,-6-2 4-15,-1 3 6 16,-6 0-2-16,-2 2-2 15,-5 3 0-15,-3 0 1 0,-2 5 3 16,-4 2-2 0,-2 4 4-16,-2 5 0 0,0 10-1 15,-1 8 1-15,-1 13 5 16,-1 7-1-16,4 12-3 16,1 4-3-16,4 6-6 15,3 4 0-15,1 6-44 16,2-1 21-16,-5-1 0 15,-6-6 0-15,-13-11 23 16,-8-7 3-16,-6-14 9 16,0-8 5-16,-3-20 3 15,4-11-3-15,2-25-34 16,6-16-45-16,17-28 39 16</inkml:trace>
  <inkml:trace contextRef="#ctx0" brushRef="#br3" timeOffset="7357.32">23428 9364 1475 0,'-8'8'4'0,"-5"3"-2"16,-1 3-2-16,-4 2 0 16,-4-2 2-16,2-1 0 15,1-2 0-15,5-5-2 16,2-1 0-16,6-3 2 16,6-2-2-16,0 0 0 15,0 0 0-15,5 7 0 16,8-6-2-16,8 1 2 15,4-1-2-15,5-2 2 16,-2-2 2-16,-1-1-6 16,-3 1 2-16,-8 1-2 15,-3 2 0-15,-8 2 4 16,-3 2 2-16,-2 8 4 16,-2 6 2-16,0 14 0 0,0 10-3 15,-2 8-3-15,0 4 2 16,-2 3-2-16,-2 0 0 15,-3-6-2-15,-5-2 0 16,-7-8 0-16,-7-3 0 16,-7-12 0-16,-3-7 4 15,4-13-2-15,7-6-4 0,14-20-68 16,10-13-213-16,15-23 181 16</inkml:trace>
  <inkml:trace contextRef="#ctx0" brushRef="#br3" timeOffset="7920.68">23621 9388 1497 0,'16'5'2'0,"3"-5"-2"15,3-2-2-15,0-7-25 16,-1-2-14-16,1-4-15 0,-4-2-2 16,-5 1 21-16,-6 0 12 15,-8 5 17-15,-5 0 6 16,-8 5 4-16,3 1 0 16,-9 5-2-16,0 4 2 15,-5 3 13-15,-4 5 16 16,4 6 25-16,-1 3 8 15,5 9 2-15,2 1-14 0,8 1-5 16,8-3-8-16,9-7-30 16,7-5-9-16,10-10-24 15,6-6-37-15,7-12 7 16,6-6-12-16,3-7-11 16,-1-1 16-16,-6 0 29 15,-7 2 14-15,-12 5 22 16,-4 1 6-16,-8 8 3 15,-2 2 1-15,-5 7 11 16,0 0 2-16,1 17 4 16,-3-2 2-16,-2 5-6 15,1 1 2-15,0-2-4 16,1-2-5-16,1-7-9 16,1-3-3-16,0-7-2 15,0 0 2-15,9-12-1 0,5-5-7 16,11-11-15-16,8-3-26 15,7 1-87-15,-3 2-108 16,-3 7 126-16</inkml:trace>
  <inkml:trace contextRef="#ctx0" brushRef="#br3" timeOffset="9487.42">24196 9410 1537 0,'18'-15'-19'16,"3"-2"2"-16,0-3 7 16,-1-1 4-16,-4 0 2 15,-1-1 2-15,-8 2 2 16,-3 1 2-16,-5 5 0 16,-6 4-2-16,-7 7-2 0,-4 5 2 15,-7 10 0-15,-1 4 0 16,-5 6 0-16,-4 3 0 15,5 2 0 1,2 2 6-16,7-2 8 0,7-1 1 16,6-5 4-16,3-2-4 15,9-7 0-15,5-1-9 16,8-10-6-16,4-2 0 0,15-9-12 16,4-4 0-16,7-4 4 15,1-3-1-15,-8 2 1 16,-6 1 2-16,-9 5 2 15,-2 4 0-15,-13 4 4 16,-10 5-2-16,0 0 0 16,0 5 4-16,-9 7 10 15,0 4 2-15,-4 5 10 16,3 1 24-16,2-2-21 16,1-3-6-16,3-7-15 15,2-4-6-15,2-6 6 16,0 0-9-16,13-7-18 15,-2-3-12-15,7-6-3 16,1-1 8-16,2-1 22 0,-4 1 4 16,-3 3 2-1,-6 2 2-15,-5 2 0 0,3 1-2 16,-6 5 6-16,0 4 5 16,0 0 1-16,0 0 3 15,0-1-15-15,0 1 3 16,0 0-3-16,0 0 0 15,5 15 0-15,-9-1 0 16,4 7 6-16,-4 0-3 0,3 1-3 16,-1-3 0-16,2-6-3 15,-2-4-3-15,2-9 0 16,0 0 0-16,0 0 3 16,8-9-3-16,-7-7 9 15,-2-2 3-15,4-4 3 16,0 0 9-16,8-3-9 15,3 1-6-15,8-1-6 16,2 1-3-16,3 7 0 16,-2 4-3-16,-7 11 3 15,-1 4 3-15,-13 12 0 16,-3 4 3-16,-5 6 3 16,-6 3 0-16,3 1-3 15,2-2 0-15,5-6-6 16,3-1-3-16,3-11-9 15,5-2 7-15,-2-7-6 0,2-4-8 16,-1-6-4-16,0-3 0 16,-1-2 15-16,-1-2 12 15,0 2 8-15,1-1 2 16,2 2-6-16,-1 2-1 16,1 5-2-16,-3 4-1 0,0 7 5 15,-3 7 5-15,-7 9 4 16,-1 4 1-16,-7 6-1 15,-2-1-6-15,8-3-4 16,0-5-2-16,10-7-4 16,4-3 0-16,7-10-15 15,4-5-16-15,2-5-16 16,4-3 5-16,-9-2 17 16,-2-1 19-16,-6-1 20 15,-3-2 3-15,-2 2 11 16,-3-1-1-16,-1 2 2 15,-4-1 2-15,-1 4-4 16,1 2-7-16,-3 4-2 16,2 2-5-16,4 5 5 15,-1 0-3-15,0 0-3 16,1 0 0-16,-1 0-8 16,0 0 0-16,0 0 0 0,1 0 0 15,0 0-2-15,10 9 0 16,0 2 0-16,-3 2 2 15,0 6 0-15,-1 3 2 16,1 2-2-16,-1-3 0 16,1-4 0-16,0-5 0 15,-2-7-2-15,1-3 4 16,-4-5-2-16,-2-4 0 0,3-3 4 16,-3-1-4-16,0-1 0 15,0 2 2-15,-1 0-2 16,0 2 2-16,4 0 0 15,5 0 0-15,1 0-4 16,3-1 0-16,0-1-2 16,1 1-2-16,-1-1 2 15,1 2-2-15,-1 0-7 16,1 1-12-16,3-2-37 16,2 1-47-16,8-4 65 15</inkml:trace>
  <inkml:trace contextRef="#ctx0" brushRef="#br3" timeOffset="9726.53">25185 9264 1528 0,'-29'22'127'0,"-2"0"13"15,3 0-53-15,2 1-28 16,20-2-50-16,9-2-18 15,11-3-20-15,3 0-22 16,0-2-18-16,-4 1-6 0,-13 2-8 16,-12 2-4-16,-22 0 37 15,-16 1-16-15,-16 2-80 16,-6-3-238 0,-11-5 211-16</inkml:trace>
  <inkml:trace contextRef="#ctx0" brushRef="#br3" timeOffset="10071.34">22678 9750 2288 0,'22'-7'109'16,"16"4"-17"-16,15 2-90 16,27 7-17-16,12 1-3 15,25 4 16-15,13-2 2 0,12-1 0 16,2-3 2-16,1-4-4 15,-5-3-8-15,-8-5-80 16,-7-4-80 0,-17-1-125-16,-12 0-68 0,-18 2 305 15</inkml:trace>
  <inkml:trace contextRef="#ctx0" brushRef="#br3" timeOffset="119133.08">20936 10713 329 0,'4'-3'62'0,"2"0"79"0,-1 0-2 15,1 0-55-15,1 1-23 16,-3 0-38-16,-4 2-9 16,0 0 11-16,0 0 16 15,0 0 16-15,0 0 13 16,-18 5-22-16,5 1-10 16,-8 4-3-16,-2 2-4 15,-9 1-4-15,-5 4-3 0,-7 1-9 16,-4 1-1-16,-1 1-7 15,-1 0 1-15,-1 0 4 16,0-1 7-16,-4 7 8 16,-1-1 6-16,2 1 4 15,-2 1-4-15,4-2-2 16,1 2 0-16,2-3-12 16,5 1-1-16,3-3-3 15,5-2-9-15,10-4 0 16,6-2 6-16,12-3 24 15,6-3 3-15,13-3 5 16,6-3 1-16,18-3-21 16,9-3-3-16,16-5 6 15,8-2 0-15,17-5 24 16,7 1 5-16,6-2-5 16,5 3-3-16,1 2-24 0,0 1-9 15,-9 4-9-15,-5 0-6 16,-13 3 3-16,-8 2-3 15,-12 2 0-15,-10 5 3 16,-18 2-3-16,-7 1 0 16,-12 4-3-16,-6 0-6 15,-11 4-6-15,-9 2 9 16,-12 3 0-16,-12 2 3 0,-17 2 0 16,-6 0-3-16,-14 7-3 15,-6 2 0-15,-13 1 6 16,-6-2 3-16,-7-3 0 15,1-2 6-15,5-1-3 16,4-3 3-16,10 0 0 16,6 0 0-16,10 0 6 15,6 3-3-15,7 2 3 16,7 1-3-16,15-3-9 16,8-1 3-16,19-9-3 15,9-4 0-15,21-8 12 16,13-3 0-16,22-6 12 15,16-4 2-15,18-4 16 16,8-1 6-16,17-5 2 16,2 1-15-16,5-1-14 15,3 0-11-15,-2 2-10 0,-6 2-1 16,-11 3-23-16,-8 1-37 16,-19 5-172-16,-8 2-105 15,-23 3 174-15</inkml:trace>
  <inkml:trace contextRef="#ctx0" brushRef="#br3" timeOffset="120301.93">20066 12115 1384 0,'-1'21'6'16,"2"0"-4"-16,1-2 2 15,-1 0-6-15,-1-5-8 16,-2-1-17-16,-2-8-267 15,-1-3 177-15</inkml:trace>
  <inkml:trace contextRef="#ctx0" brushRef="#br3" timeOffset="120483.82">20087 11894 2040 0,'40'-12'-478'16,"4"4"384"-16</inkml:trace>
  <inkml:trace contextRef="#ctx0" brushRef="#br3" timeOffset="120984.55">20448 12081 1980 0,'43'-6'-30'0,"1"0"-89"15,-5 1-48-15,-11 4-2 16,-7 1 62-16,-13 0-147 16,-8 2 157-16</inkml:trace>
  <inkml:trace contextRef="#ctx0" brushRef="#br3" timeOffset="121183.98">20356 12179 1260 0,'-4'4'74'16,"10"-1"-8"-16,6-2-22 15,13 0-34-15,7-2 0 16,8-1-8-16,4-1-2 15,3 0-20-15,-1 1-32 16,-2-1-293-16,-2 1 194 0</inkml:trace>
  <inkml:trace contextRef="#ctx0" brushRef="#br3" timeOffset="121640.48">21021 11952 1537 0,'-3'48'8'0,"-1"6"12"0,-2 5-8 15,-1-1-44-15,0-6-338 16,2-6 263-16</inkml:trace>
  <inkml:trace contextRef="#ctx0" brushRef="#br3" timeOffset="124438.25">20181 10660 168 0,'0'0'-3'0,"0"0"-30"0,0 0 13 16</inkml:trace>
  <inkml:trace contextRef="#ctx0" brushRef="#br3" timeOffset="125200.62">20180 10658 154 0,'0'0'36'0,"0"0"34"15,0 0-30-15,0 1-13 16,-1-1 8-16,0 1 11 0,1 0 19 15,-1 0 44-15,0 1 0 16,0-1-2-16,-10 28-7 16,11-28-8-16,-6 15-33 15,3-6-26-15,0-2-19 16,0-1-7-16,0-4-1 16,-1 0 2-16,4-3 7 15,0 0 5-15,0 0 19 16,0 0 1-16,0 0-5 15,0 0-4-15,0 0-21 16,0 0-4-16,8-18-4 16,-4 10 1-16,3-4 1 15,2-1 0-15,0-1 0 16,5-3-4-16,2 0 0 16,2 0 0-16,2 1 0 15,0 2 0-15,-1 5 2 16,-1 0 0-16,-5 5-2 15,-1 3 2-15,-3 4-2 0,-1 3 2 16,-3 5 0-16,-1 2 2 16,-4 4 1-16,0 1-1 15,-4 0 0-15,1-2-2 16,-3-4-2-16,0-2 6 16,0-3 4-16,0-4 5 15,1-1 8-15,5-2 1 0,0 0-7 16,0 0-3-16,0-1-7 15,0 0-1-15,-3-23-2 16,8 13 0-16,4-1 0 16,1 0-2-16,5 0 0 15,2 1-2-15,3 0 0 16,-1 0 0-16,2 4 0 16,-2 1 2-16,-3 4-2 15,1 2 0-15,-9 2 2 16,-2 4-2-16,-3 6-2 15,-7 1 2-15,1 1 0 16,-1 1 0-16,-1-1 2 16,5-3-1-16,-1-2 5 15,0-2 2-15,1-7 2 16,0 0 3-16,0 0 13 16,1 0 16-16,-1 0-18 0,1 0 0 15,1-1-21-15,25-15 0 16,-27 16 3-16,1-1-6 15,15-19-3-15,-8 12-6 16,3-2-15-16,1 2-24 16,6-2-25-16,-1 1-20 15,-2 3 54-15</inkml:trace>
  <inkml:trace contextRef="#ctx0" brushRef="#br3" timeOffset="127400.09">15059 11707 1285 0,'-1'0'-3'0,"0"0"-1"15,0 0 4-15,-1 0 0 16,2 0 0-16,-1 0 4 0,1 0 7 16,11-5 16-16,1 3 6 15,14 0 0-15,6-2-4 16,-3 1-9-16,6-1-3 15,4-1-3-15,-3 1-1 16,-1-1 3-16,0 0-1 16,-5 2 3-16,-4 0-1 15,-1 1 12-15,-5 1-11 0,-2 0-6 16,-4 1-9-16,-6 0 0 16,-8 0 0-16,1 0-6 15,0 0-18-15,0 0-85 16,0 0-231-16,24-6 203 15</inkml:trace>
  <inkml:trace contextRef="#ctx0" brushRef="#br3" timeOffset="131265.51">2293 11602 1586 0,'6'39'0'16,"1"17"3"-16,-2 7 3 15,3 18 0-15,-2 7-3 16,-1 13 0-16,2 7-3 16,-3 10 3-16,-4 5 0 15,3-1 0-15,1 2-3 0,-3-3 3 16,4-3 3-16,-3-2-6 15,-2-4 0-15,-2-8 3 16,-1-4 0-16,-6-9 3 16,2-5 9-16,0-13 3 15,-5-6-4-15,5-12 4 16,0-7-12-16,0-11-12 16,-2-7-26-16,0-11-118 15,2-7-38-15,-5-18 109 16</inkml:trace>
  <inkml:trace contextRef="#ctx0" brushRef="#br3" timeOffset="131950.37">1179 11822 1640 0,'51'8'-9'0,"12"1"6"16,16-1 3-16,15 1 0 15,21-2-3-15,9-3 3 16,33 0 0-16,10-1 0 0,29-1 6 15,11 2 0 1,25 1 6-16,11 0-3 0,15 0 8 16,11-1-8-16,6 0 18 15,7-2 15-15,9 1 33 16,4-1 27-16,0-1 23 16,-1 2 1-16,2 0-16 15,-5-1-50-15,-14 2-36 16,-6-1-7-16,-17 1-13 15,-16-1-3-15,-16 1-1 16,-14 0-10-16,-28-1-51 16,-6 0-105-16,-35-2-229 15,-13 0 210-15</inkml:trace>
  <inkml:trace contextRef="#ctx0" brushRef="#br3" timeOffset="133834.87">2567 11419 1413 0,'7'19'18'0,"3"9"-1"15,1 3-1-15,-1 2-12 16,-2 0-14-16,-4-4-106 16,-1-3-248-16,-6-8 184 15</inkml:trace>
  <inkml:trace contextRef="#ctx0" brushRef="#br3" timeOffset="134816.19">2961 11540 1185 0,'7'-15'104'16,"5"2"135"-16,5 1-184 15,6 2-49-15,4 3 0 16,3 1-6-16,-2 4 0 15,-4 3-3-15,-5 3 0 16,-9 5 0-16,-4 4-6 16,-15 3-6-16,-3 3 0 15,-9 2 9-15,-4-1 2 0,2-1 6 16,-1-3 2-16,8-2-2 16,3-3 12-16,9-3 10 15,5-1 0-15,12-2 3 16,6 0-3-16,12-2-9 15,3-2-7-15,5-3-11 16,-1-1-53-16,-3-1-108 16,-3-1 125-16</inkml:trace>
  <inkml:trace contextRef="#ctx0" brushRef="#br3" timeOffset="135233.54">3751 11671 1332 0,'28'-3'50'16,"3"-1"16"-16,5 2-62 16,3 1-2-16,5-2-16 15,3 0-28-15,-1-3-111 16,2 1-98-16,0 0-173 16,1 0 231-16</inkml:trace>
  <inkml:trace contextRef="#ctx0" brushRef="#br3" timeOffset="135416.76">4781 11679 1470 0,'7'0'-28'0,"10"2"30"16</inkml:trace>
  <inkml:trace contextRef="#ctx0" brushRef="#br3" timeOffset="135640.18">5606 11642 1388 0,'24'-3'66'16,"5"1"45"-16,2 2-84 15,11-1-126-15,8 0 76 16</inkml:trace>
  <inkml:trace contextRef="#ctx0" brushRef="#br3" timeOffset="135816.27">6479 11598 2558 0,'2'-6'-45'0,"7"4"-156"16,2 0-238-16,7 2-207 16,5 0 489-16</inkml:trace>
  <inkml:trace contextRef="#ctx0" brushRef="#br3" timeOffset="135966.41">6726 11595 1508 0,'12'3'51'0,"5"1"54"0,0 1-85 16,6 1-20-16,-2-1-23 15,2-2-143-15,0-2-202 16,-2-3 210-16</inkml:trace>
  <inkml:trace contextRef="#ctx0" brushRef="#br3" timeOffset="136502.73">7335 11584 1355 0,'-3'14'70'16,"1"3"76"-16,-2 4-119 15,1 1-15-15,3-3-3 16,0-2-3-16,0-6 0 0,0-5-6 15,0-6 3-15,0 0 3 16,-2-17-3-16,1 0 0 16,-1-6 3-16,-1-3-3 15,1-2 3-15,1 0-3 16,2-1 3-16,4 0 5 16,5 1 25-16,5 1 0 15,9 4 3-15,0 1-6 0,9 6-18 16,3 2-9-16,3 9-3 15,3 5 6-15,-8 11 6 16,-4 10 12-16,-11 13 14 16,-4 5 4-16,-4 10 6 15,-1 0-6-15,0-1-18 16,4-6-6-16,4-8-21 16,4-8-6-16,11-15-186 15,10-9-381-15,14-18 445 16</inkml:trace>
  <inkml:trace contextRef="#ctx0" brushRef="#br3" timeOffset="138065.75">1776 11694 1185 0</inkml:trace>
  <inkml:trace contextRef="#ctx0" brushRef="#br3" timeOffset="138850.87">1780 11554 1813 0,'0'27'9'0,"0"2"3"15,2-1-3-15,-1 0-6 16,2-5-3-16,-2-2 0 16,1-8-48-16,1-2-77 0,-2-8-319 15,4-8 322-15</inkml:trace>
  <inkml:trace contextRef="#ctx0" brushRef="#br3" timeOffset="139832.99">1716 12083 1690 0,'9'11'3'0,"-6"3"0"0,2 0 0 15,-2 5-3 1,0 0-3-16,-3 0 3 0,0 0-12 15,-1-4-26-15,-1 0-52 16,1-4-37-16,0-1-160 16,-1-3 160-16</inkml:trace>
  <inkml:trace contextRef="#ctx0" brushRef="#br3" timeOffset="140683.31">1682 12511 1464 0,'16'-8'4'15,"7"2"1"-15,-2 1-1 16,1 3-2-16,-3 2 4 16,-6 2-4-16,-4 4-2 15,-4 0 0-15,-3 0-2 16,-2 2 2-16,-2 0 0 16,-4 3 2-16,-3-1 0 15,-4 1 4-15,-1 0-2 0,-1-1 1 16,-1-1 3-16,3 1 4 15,1-1 1-15,5-2 9 16,0 0 14-16,5-2-3 16,-1 0-6-16,3-5-4 15,0 0-5-15,0 1-12 16,1 0 6-16,0-1-3 16,0 1-6-16,30 7 0 15,-18-8 0-15,3 0-9 16,1 0-18-16,0-1-62 15,-1 0-14-15,-4 1-24 16,0 0-68-16,-5 1 107 16</inkml:trace>
  <inkml:trace contextRef="#ctx0" brushRef="#br3" timeOffset="141300.41">1671 12916 1789 0,'12'-2'6'16,"5"1"-21"-16,1-2 3 15,3 1-6-15,-2 0-6 16,-3 2 9-16,-4 1 0 15,-5 3-3-15,-3 2 1 0,-4 3 11 16,-2 1 0-16,-2 2 6 16,-1 1 3-16,0 1 0 15,1 0 0-15,1-2 0 16,0-1-3-16,1-2-21 16,-1-1-21-16,1-1-28 15,-1-1 19-15,0 0-38 16,-1-2-50-16,4-4 81 15</inkml:trace>
  <inkml:trace contextRef="#ctx0" brushRef="#br3" timeOffset="141454.31">1709 13315 1906 0,'12'9'-251'0</inkml:trace>
  <inkml:trace contextRef="#ctx0" brushRef="#br3" timeOffset="144032.93">1594 13412 1462 0,'0'0'4'16,"0"0"0"-16,0 0 5 15,-1 14 5-15,2 1 1 16,1 2 5-16,0 1-7 15,-1-1-1-15,0-4-9 16,-1-3 0-16,0-5-3 16,0-5 6-16,0 0 0 15,0 0 0-15,0-1 6 16,8-15 6-16,1 1 24 0,1-1-4 16,3-5-2-16,2 1-9 15,1 1-21-15,-1 1 3 16,2 4-6-16,2 3-3 15,-2 5 0-15,-2 3 0 16,-3 3-3-16,-2 6 3 16,-3 4 0-16,0 4 9 15,-4 2 6-15,1 2-6 0,-2 1 9 16,0-2-9 0,1-2-3-16,-1-5 6 0,-1-5-6 15,-1-5 12-15,0 0-3 16,0 0 6-16,7-8 6 15,-2-3 2-15,3-4 1 16,0-2-12-16,2 1-9 16,2 1-3-16,2 4 0 15,1 1 3-15,0 3-6 16,-3 5 6-16,1 3 0 16,-2 6 9-16,-2 4 9 15,0 2 3-15,3 3-6 16,5 1-6-16,4 1-39 15,2-4-87-15,16-9 69 16</inkml:trace>
  <inkml:trace contextRef="#ctx0" brushRef="#br3" timeOffset="146400.97">2712 12427 1351 0,'2'14'14'0,"1"6"5"15,0 4-3-15,-1 2-1 16,-2 0-5-16,0-2-8 16,-3-2 2-16,1-6-4 15,-2-4 2-15,-4-7-2 16,3-2 0-16,-2-4 4 15,0-3-4-15,3-3 3 16,-1-4 9-16,3-3 9 16,2-5 7-16,5-3-7 15,4-1-4-15,7-3-11 16,4 1-4-16,5 2-2 0,2 1 0 16,6 4-2-16,-2 5 2 15,2 9-2-15,-4 5 2 16,-9 13 0-16,-3 6-2 15,-10 13 2-15,-5 6-2 16,-4 4 2-16,-3 0 0 16,-1-5 2-16,1-5 0 15,3-7-2-15,0-6 4 16,1-7 8-16,1-5 0 0,0-8 9 16,0 0 6-16,6-8 27 15,-1-5-4-15,6-12-5 16,3-3-15-16,11-6-27 15,3-1-6-15,10-3-9 16,1 0-6-16,2 6 3 16,-2 3 3-16,-8 15 3 15,-5 9 9-15,-12 15-3 16,-5 11 3-16,-9 15 9 16,-3 3 3-16,-2 6 3 15,1-1 0-15,6-5-69 16,4-6-122-16,11-16 144 15</inkml:trace>
  <inkml:trace contextRef="#ctx0" brushRef="#br3" timeOffset="147005.91">3561 12567 1231 0,'0'-1'62'0,"0"0"-35"15,0 0-9-15,0 0-3 16,0 1 7-16,0 0 1 16,-1 0 4-16,0 0 4 15,0 0-4-15,0 0-2 0,0 0-5 16,0 0-7-16,1 0 11 15,-1 0 9-15,0 0 3 16,0 1 8-16,0 1 4 16,-14 28-9-16,17-19-9 15,4 1-6-15,2 0-3 16,1 0-15-16,4-1 3 16,2-4-9-16,3-2 3 0,3-6-3 15,2-6-3 1,0-6-6-16,-1-3-6 0,-3-5 6 15,-3-1 9-15,-7-2 0 16,-6 0 6-16,-6 1-6 16,-5 1 0-16,-8 6 0 15,-1 4 6-15,-6 10 3 16,-2 6 0-16,-1 10 0 16,0 6-9-16,5 5-12 15,5 0-69-15,16-5 51 16</inkml:trace>
  <inkml:trace contextRef="#ctx0" brushRef="#br3" timeOffset="147449.07">3926 12432 1968 0,'-9'50'-6'0,"3"-8"-38"16,-1-6-31-16,3-15-12 15,2-8 9-15,2-13 52 16,-1 0 35-16,-13-8 32 15,10-4 7-15,4-7 0 16,6-1-18-16,6-1-12 16,6 2-9-16,7 5-6 15,4 4 0-15,2 7-3 16,2 4 6-16,-4 7-6 16,-1 2 0-16,-7 6-3 15,-9-1-9-15,-7 2 3 16,-8 1 0-16,-9-1 9 15,-3 1 3-15,-10-3 6 0,-1-1-3 16,-6-3 0-16,-2-2-15 16,-2-6-167-16,-2-4-113 15,6-7 204-15</inkml:trace>
  <inkml:trace contextRef="#ctx0" brushRef="#br3" timeOffset="147832.54">4444 12381 2775 0,'-20'18'-13'15,"1"0"-10"-15,4 0-37 16,2-3-27-16,8-3-37 16,5-1 18-16,8-4 44 15,7-1-22-15,11-2 1 16,3 0-1-16,2 2 12 16,-2 4 13-16,-13 3 29 15,-11 3 6-15,-17 3 3 0,-12 1 9 16,-22-1 15-16,-5 0 3 15,-13-2 15-15,2-4 3 16,12-7-18-16,13-6-51 16,24-13-260-16,19-6 261 15</inkml:trace>
  <inkml:trace contextRef="#ctx0" brushRef="#br3" timeOffset="148599.81">4617 12454 2921 0,'26'0'-107'15,"6"-1"-10"-15,11-6-64 16,9-2-22-16,3-2 20 15,-3-2 66-15,-7-2 114 16,-10 1 6-16,-12 0 6 16,-11 1-6-16,-12 1 15 15,-7 0 0-15,-13 1 3 0,-1 3 6 16,-7 1 3-16,-2 6 12 16,1 4 23-16,1 4 5 15,4 9-24-15,5 4-6 16,4 5-20-16,2 4-9 15,5 0-7-15,3-2-5 16,7-6-19-16,5-5-14 16,11-6-21-16,5-5-20 15,14-7-14-15,0-6 5 0,11-6 3 16,2-5 4-16,1-1 26 16,0-1 15-16,-12 1 33 15,-6 2 9-15,-15 3 18 16,-6 4 24-16,-10 5 56 15,-2 6 13-15,0 0-1 16,0 0-31-16,-6 11-52 16,4 5-4-16,-1 8 5 15,0 2-5-15,1 0-4 16,1-1-12-16,3-6-13 16,1-2 4-16,6-9-11 15,-1-3-1-15,5-8 2 16,0-4-3-16,2-7 4 15,4-2 5-15,1-4 0 16,-2-3-1-16,4 4 2 0,-6 0-1 16,2 7 4-16,2 5 1 15,-3 7-5-15,-1 3 0 16,-5 9-10-16,-1 4-3 16,-4 5 6-16,-2 1 6 15,0-1 1-15,-1-1 5 16,2-7-5-16,1-1-3 15,3-8 1-15,3-3-7 16,3-4-14-16,2-5-11 0,5-4-17 16,-1-2-30-16,1-6-29 15,0-2-16-15,-3-1-83 16,-1-2-63-16,9 0 216 16</inkml:trace>
  <inkml:trace contextRef="#ctx0" brushRef="#br3" timeOffset="149199.29">5745 12384 2590 0,'-12'7'-7'0,"-7"6"-5"0,0 2-3 16,0 1 0-16,0-1-3 15,6-3 8-15,5-2-2 16,4-4-2-16,5-1 4 16,4-2-4-16,0-3 5 15,7 0 2-15,1-5 2 16,8-3 1-16,4-1 4 16,3-6 4-16,2 1 1 15,-6-3 2-15,1 2-3 0,-9 1 6 16,-4 2 9-16,-5 3 28 15,-5 2 11-15,-2 7-1 16,0 0-24-16,0 0-18 16,-9 5-9-16,5 8-6 15,1 4 0-15,3 1-2 16,3 0-2-16,6-4-26 16,4-3-39-16,2-9-104 15,4-6-77-15,5-10-91 16,1-5 37-16,0-5 211 15,-4-2 21-15,1-1 43 16,-1-3 23-16,-1 0 31 16,2-1 0-16,-1 1-1 15,0 5-5-15,0 8 4 16,2 7 10-16,-5 11 18 16,-1 8 68-16,-7 14 54 15,-4 8 3-15,-7 10-20 0,-5 3-28 16,-5 6-74-16,-2-1-28 15,0-3-26-15,3-7-27 16,4-12-172-16,3-8-85 16,3-19-106-16,0 0 43 15,0-11 199-15</inkml:trace>
  <inkml:trace contextRef="#ctx0" brushRef="#br3" timeOffset="149998.69">6131 12416 1702 0,'0'0'114'0,"1"0"-15"16,19-6-13-16,0 6-32 16,6-1-21-16,10 0-21 15,4 0-9-15,1 1-3 16,-7 1 0-16,-9 4-6 16,-7 2 0-16,-8 5-6 15,-1 2-6-15,-7 1 0 16,0 2 3-16,-2-3 9 15,0 0 0-15,-1-4 6 16,-2-2-9-16,-1-5-3 0,-2-2-3 16,-1-6-3-16,0-3 6 15,-1-7 9-15,0-2 6 16,4-3 12-16,3-1-6 16,7 1 6-16,4 3-6 15,9 7 0-15,5 3-3 16,7 9-3-16,2 3-3 15,5 9 0-15,-1 6-3 0,-6 5 3 16,-2 1 3 0,-12 1 0-16,-3-2 0 0,-3-2 15 15,-4-4 6-15,3-3 12 16,0-2 0-16,0-6-9 16,1-2-4-16,2-6-11 15,-3-4-6-15,4-7-15 16,2-4-14-16,-8-4-13 15,-1-2 3-15,-5 1 6 16,-5 0 27-16,-2 3 57 16,-3 0 20-16,7 4 22 15,-1 2-32-15,6 4-23 16,5 3-6-16,-2 5-10 16,4 3-6-16,-1 5-1 15,-2 2-5-15,-2 2-5 16,-1 0-6-16,-2-2-5 15,1-2 1-15,-2-2 0 0,1-4 2 16,1-1-2-16,0-2 3 16,0-5 1-16,1-2 2 15,4-6-3-15,0-2-1 16,3-3-3-16,3 0 0 16,1-3 0-16,1-1-3 15,4 3-1-15,2 0 0 16,-1 6-3-16,2 4 7 0,0 8 4 15,-3 4 3-15,4 12 17 16,-4 6-3-16,-4 9 2 16,-2 2-9-16,-8 2-10 15,-3-4-4-15,2-7-24 16,1-4-69-16,9-13-124 16,5-6-212-16,8-16 201 15</inkml:trace>
  <inkml:trace contextRef="#ctx0" brushRef="#br3" timeOffset="150301.5">7626 12242 1649 0,'-12'4'146'0,"-6"3"-6"15,-9 2-17-15,-1 1-3 16,0 3-16-16,3 1-30 15,8-1-24-15,1-1-14 16,9-2-20-16,8 1-2 16,4 2-9-16,6 0 0 0,8 1 4 15,0 0-8-15,8 1 3 16,1-1 3-16,-7-1-3 16,-6 0-3-16,-15-2 2 15,-14 0-1-15,-27-1 8 16,-15 0 8-16,-28 2-1 15,-15 0-4-15,-5 1-81 16,2-2-118-16,26-18 73 16</inkml:trace>
  <inkml:trace contextRef="#ctx0" brushRef="#br3" timeOffset="153455.62">2742 13159 1456 0,'-3'28'2'0,"1"-5"2"16,0-3-4-16,-1-10 0 0,3-10 0 16,0 0 0-16,-1-5 0 15,4-9 2-15,-3-6 2 16,3-4 13-16,-2-2 10 15,8-1 6-15,1 0 38 16,8-1-29-16,8 2-19 16,6 1-17-16,3 3 0 15,3 5-3-15,0 5 0 0,-8 9-3 16,-2 4 3-16,-12 11-3 16,-6 4 0-16,-8 10 24 15,-5 5 9-15,-4 6 21 16,2 1 3-16,1 0-9 15,4-3-16-15,5-8-14 16,4-6-9-16,10-10-30 16,4-6-53-16,9-12-231 15,7-8 236-15</inkml:trace>
  <inkml:trace contextRef="#ctx0" brushRef="#br3" timeOffset="153832.53">3768 12808 1786 0,'7'1'51'0,"-1"7"-15"15,1 5 0-15,-1 14-4 16,-3 9 19-16,-6 14 45 15,-6 6 2-15,-3 7-14 16,0 0-32-16,2-6-56 16,1-6-68-16,3-18-146 15,0-8-126-15,0-21 193 16</inkml:trace>
  <inkml:trace contextRef="#ctx0" brushRef="#br3" timeOffset="154032.06">3505 13080 2764 0,'21'7'0'16,"18"-1"-18"-16,8-3-19 0,17-6-87 15,5-3-99-15,8-5-260 16,0 0-14-16,-7 1 379 15</inkml:trace>
  <inkml:trace contextRef="#ctx0" brushRef="#br3" timeOffset="154398.17">4002 13145 1750 0,'0'7'42'16,"1"-1"-15"-16,8-1-27 16,4-2-15-16,9-4-18 15,4-3-12-15,9-7-6 16,1-2 1-16,-2-2 23 0,-2 0 15 16,-8 1 15-16,-8 1 12 15,-7 0 3-15,-4 1 9 16,-15 3 2-16,-3 0 4 15,-9 4-12-15,-2 2-6 16,-3 5 3-16,-1 5 6 16,-6 10 33-16,1 3-3 15,2 9 11-15,2 4-11 0,7 0-24 16,5 1-9-16,10-5-30 16,7-5-15-16,16-10-72 15,10-7-59-15,22-13-229 16,14-7 291-16</inkml:trace>
  <inkml:trace contextRef="#ctx0" brushRef="#br3" timeOffset="154781.79">4528 13041 1320 0,'-28'-10'101'0,"2"5"-6"16,2 2 67-16,5 4-12 15,2 4-28-15,-1 6-59 0,1 4-15 16,0 7-18-16,2 1-12 16,6 1 0-16,5-3-12 15,10-4-6-15,8-4-15 16,10-10-12-16,6-3 3 16,6-11-3-16,3-4 15 15,-2-3 9-15,-3-3 3 16,-5-1 3-16,-7-1 3 15,-4-3-3-15,-5-1 3 16,-3 2-6-16,-3 0 6 0,-4 11 12 16,0 2 12-16,-3 12 30 15,0 0 5-15,-5 8-23 16,-2 11 7-16,-4 11-27 16,0 3-5-16,0 0-5 15,4-3-12-15,9-10-169 16,7-7-144-16,15-19 166 15</inkml:trace>
  <inkml:trace contextRef="#ctx0" brushRef="#br3" timeOffset="154982.2">4965 12791 2458 0,'-8'43'-2'0,"-1"8"2"0,-4 2 2 16,0-4-2-16,0-4-12 15,0-10-108-15,0-9-151 16,-3-13-491-16,-1-9 578 16</inkml:trace>
  <inkml:trace contextRef="#ctx0" brushRef="#br3" timeOffset="155498.31">4741 12964 2300 0,'30'-5'0'16,"6"0"0"0,9 2-9-16,4 1-6 0,0 3 9 15,-1 3-3-15,-7 7 6 16,-5 2 3-16,-11 5-6 15,-6 2 0-15,-11 2-3 16,-5 1 3-16,-7 0 6 16,-3-1 0-16,-3 0 3 15,0-2 9-15,2-3 3 16,1-1 6-16,5-8-6 0,1 0-6 16,5-5-9-16,3-4 7 15,5-4-2-15,4-7 4 16,1-6-7-16,2-1-4 15,-2-2-4-15,-1-1-9 16,-6 0 6-16,0 3 3 16,-3 1 3-16,0 4 3 15,4 4 0-15,-1 1 0 16,2 7 0-16,0 1 0 0,-2 5 0 16,2 5 6-1,-4 5-3-15,-3 3 6 0,-2 5 3 16,-6 0-3-16,3 0 0 15,-3-3-3-15,2-6-5 16,1-3 3-16,0-10-3 16,0 0 4-16,0 0-1 15,1-4 1-15,2-10-3 16,5-4-10-16,6-9-114 16,5-2-105-16,14-3 120 15</inkml:trace>
  <inkml:trace contextRef="#ctx0" brushRef="#br3" timeOffset="155848.57">5542 13049 2184 0,'0'14'32'16,"4"-3"-11"-16,4-4-18 15,7-6-18-15,2-2-21 0,8-9-41 16,0-2-7-16,5-6 0 16,0-1 16-16,0-1 44 15,-4-1 18-15,-8 4 6 16,-5-1 0-16,-12 6-6 16,-6 2-9-16,-11 4-3 15,-6 4 6-15,-6 6 27 16,-3 3 18-16,0 10 56 15,4 3 19-15,4 5 9 16,7 1-13-16,10 0-49 16,6-1-36-16,12-6-60 15,7-5-96-15,15-10-261 16,11-8 222-16</inkml:trace>
  <inkml:trace contextRef="#ctx0" brushRef="#br3" timeOffset="156148.57">6129 12834 2571 0,'-28'26'0'15,"3"4"0"-15,2 2 0 0,10-3 0 16,7-2 1-16,14-6-15 15,9-2-10-15,17-7-28 16,3-1-14-16,12-4 16 16,-1 3 11-16,-13-1 30 15,-10 2 12-15,-31 0 23 16,-19 1 5-16,-33 5 0 16,-13 2 2-16,-21 1-21 15,-3-1-12-15,9-7-163 16,10-10-587-16,40-19 632 15</inkml:trace>
  <inkml:trace contextRef="#ctx0" brushRef="#br3" timeOffset="167114.54">21782 10832 621 0,'-1'-5'132'0,"-2"-1"189"16,3 3-284-16,0-1-35 16,2 1-2-16,-2 3 0 15,0 0 4-15,0 0 4 16,0 0 7-16,0 0 18 16,0 0 4-16,0 0 4 0,0 0-3 15,-15 8 1-15,4 5 2 16,0 9 9-16,0 8 2 15,4 8-13-15,0 5-4 16,4 1 3-16,3-4-11 16,2-6-12-16,4-2-9 15,5-7 9-15,0-4 3 16,6-8-1-16,0-4-2 16,0-9 0-16,5-1-3 0,4-6 0 15,1-4 3-15,6-3-6 16,0-3 0-16,-3-3-3 15,1-4-6-15,-7-2 6 16,-4-2-6-16,-2-4 9 16,-2-4 6-16,-4 3 3 15,0 0 9-15,-7 6 6 16,-3 7-3-16,-2 5 2 16,-1 4-5-16,-3 6-12 15,-1 5-3-15,-3 10-12 16,0 8 3-16,-3 21-3 15,3 8-3-15,2 14 3 16,-1 7-3-16,5 4 6 16,-1 6-3-16,3 2-12 15,5-5-6-15,3-4 0 16,3-9 9-16,1-6 6 0,-3-5 6 16,-7-13 3-16,-6-7 6 15,-15-14 42-15,-15-7 12 16,-16-12 39-16,-8-7 14 15,-8-11-42-15,3-4-10 16,5-9-16-16,6-3-1 16,15-6-8-16,9-3-9 15,17-5-40-15,9-1-52 16,17-5-100-16,9 2-106 0,19 11-555 16,2 8 647-16</inkml:trace>
  <inkml:trace contextRef="#ctx0" brushRef="#br3" timeOffset="167665.31">22373 11470 1373 0,'-5'13'42'16,"-1"3"14"-16,2 2-54 16,2-1-2-16,2-2-2 0,0-4-1 15,0-4-17-15,0-7-26 16,0 0 30-16</inkml:trace>
  <inkml:trace contextRef="#ctx0" brushRef="#br3" timeOffset="167831.8">22318 11319 3208 0,'-1'-8'37'16,"3"-6"-128"-16,6 2-85 0,18 2-127 16,5-1-386-16,9 8 301 15</inkml:trace>
  <inkml:trace contextRef="#ctx0" brushRef="#br3" timeOffset="168784">21823 10728 1274 0,'9'-8'106'0,"2"0"151"16,5 1-299-16,5 0-54 15,1-1 32-15,6-6 23 16,-5-2 22-16,3-4 21 16,-6-4 3-16,-2-4 7 15,-3-4 9-15,-4-5-3 0,1-1-3 16,-6-1-7-16,0 0-6 15,-3 4 2-15,-1 6 0 16,-2 11 9-16,-1 9 7 16,-2 10 1-16,-3 6 2 15,2 12 14-15,-1 6 8 16,4 11 11-16,4 5 7 16,4 4-9-16,6 0-9 0,4-2-30 15,2-3-3-15,2-8-12 16,3-5-33-1,1-10-191-15,1-6 152 0</inkml:trace>
  <inkml:trace contextRef="#ctx0" brushRef="#br3" timeOffset="169248.2">22693 11012 1448 0,'1'0'53'15,"19"-4"59"-15,2 1-88 16,7 1-9-16,8-2-9 16,4 0 3-16,0 1-48 15,-2 0-48-15,-8-1-54 16,-5-1-219-16,-5-2 180 16</inkml:trace>
  <inkml:trace contextRef="#ctx0" brushRef="#br3" timeOffset="169999.14">23271 10877 1522 0,'-3'45'4'0,"2"10"-2"16,2 0-2-16,7-6-2 0,4-8-4 15,5-12 0-15,0-11-4 16,3-13 8-16,-2-7 2 16,1-13-1-16,2-4 2 15,-5-10 7-15,1-1 6 16,-6-6 18-16,0-3 40 16,-2-6 17-16,-2 0-2 15,2 3-18-15,-2 4-12 0,2 13-34 16,-1 5-11-1,-3 11 0-15,-5 9 0 0,0 0-9 16,-2 13-6-16,-5 14-3 16,-2 15-6-16,-2 19 6 15,-1 8 0-15,2 7-44 16,2-5-13-16,8-2-3 16,4-7 9-16,4-12 36 15,1-2 15-15,-2-17 12 16,-3-3 0-16,-5-8 36 15,-4-4 30-15,-6-6 71 16,0-3 49-16,-12-4-1 16,-1-4-61-16,-9-7-47 15,-3-5-33-15,0-7-31 0,0-4-13 16,9-9-64-16,5-9-77 16,14-9-205-16,9 4-454 15,13 3 614-15</inkml:trace>
  <inkml:trace contextRef="#ctx0" brushRef="#br3" timeOffset="170282.26">23694 11339 1771 0,'8'13'-113'16,"-1"1"44"-16,-1 1 42 16,-6-2 15-16,-4-1 12 15,-2-1 3-15,-1-4-3 16,2-4-12-16,0-3-325 15,-3-8 242-15</inkml:trace>
  <inkml:trace contextRef="#ctx0" brushRef="#br3" timeOffset="170432.93">23653 11064 2478 0,'29'-6'-286'0</inkml:trace>
  <inkml:trace contextRef="#ctx0" brushRef="#br3" timeOffset="170898.51">23890 10683 2447 0,'58'54'0'0,"-5"17"-46"16,-4 8-46-16,-12 18-156 15,-11 4-63-15,-18 1 19 16,-10-4 147-16,-23-15 46 16,-5-3 41-16,-24-12 116 15,-9-1 17-15,-19-4 18 16,-2-2-11-16,2-11-47 16,5-6-26-16,18-15-214 15,8-5 145-15</inkml:trace>
  <inkml:trace contextRef="#ctx0" brushRef="#br3" timeOffset="171381.58">21640 10305 1161 0,'-24'22'99'15,"-3"11"145"-15,-7 27-207 16,-4 14 44-16,-6 21-4 16,-1 10-17-16,3 26-21 15,8 8-18-15,11 6-27 0,12-5-3 16,22-27 0-16,13-13-6 16,25-19 9-16,11-5-39 15,3-8-164-15,2-6 174 16</inkml:trace>
  <inkml:trace contextRef="#ctx0" brushRef="#br3" timeOffset="172048.12">24055 10393 2343 0,'52'-4'-14'0,"12"1"-12"16,-1 2-16-16,-5 4-9 15,-15 4-2-15,-23 8 11 16,-13 4 12-16,-23 7 18 15,-8 2 0-15,-14 3 3 16,-5-1 3-16,-1-5 0 16,4-3 12-16,8-4 51 15,7 0 44-15,11-5 46 0,6 0-25 16,12-2-19-16,8-3-30 16,26-2-57-16,7-2-17 15,16-5-84-15,2-2-83 16,-9-2-230-16,-10-2 147 15</inkml:trace>
  <inkml:trace contextRef="#ctx0" brushRef="#br3" timeOffset="173847.48">19522 10688 714 0,'-4'-3'30'16,"0"1"-5"-16,4 2-25 15,0 0 2-15,0 0 0 16,0 0 37-16,-1 0 29 16,1 0 46-16,0 0 9 15,-2 14-3-15,6 2-6 0,1 13-13 16,-2 6-14-16,2 22 47 15,-1 12-30-15,-4 20-53 16,0 4-33-16,-1-5-60 16,-1-10-36-16,2-22-59 15,2-9 50-15,-1-19-2 16,-1-6-54-16,0-8 91 16</inkml:trace>
  <inkml:trace contextRef="#ctx0" brushRef="#br3" timeOffset="174531.3">19134 11617 1101 0,'11'-4'66'0,"4"1"107"16,8-1-169-16,7 1-4 16,9-2 23-16,10-1 16 0,9-1 26 15,4 1 17-15,4-1 88 16,-4 1-38-16,-6 2-69 16,-7 1-34-16,-8 2-29 15,-6 0-6-15,-8 1-50 16,-7-1-64-16,-9 1-191 15,-3-1 235-15</inkml:trace>
  <inkml:trace contextRef="#ctx0" brushRef="#br3" timeOffset="175830.92">19248 11857 1154 0,'0'0'0'0,"0"0"0"15,0 0 2-15,1 1 11 16,8 16 14-16,-10-4 16 15,-2 4 5-15,-1 2-5 16,0 2-12-16,-1 2-15 16,2-2-5-16,0-1-3 0,0-1 0 15,2-4 1-15,0-2 3 16,-1-5 3-16,1-1 7 16,1-7-1-16,0 0 4 15,0 0 2-15,-1 0 9 16,1-1 12-16,-10-18-6 15,10 4 2-15,1-1 7 16,4-5 3-16,1-2-9 16,7-1-18-16,2 0-15 0,3 1-12 15,2 2 0-15,1 4 0 16,-1 4 0-16,2 6 3 16,-5 3-3-16,-5 8 0 15,-3 3-9-15,-3 7 3 16,0 2 0-16,-2 2 0 15,0 2 6-15,-5 1-3 16,-1 0 0-16,0-1 3 16,-3-1 3-16,-1-3-3 15,-1-3 3-15,2-2 0 16,3-2 6-16,-3-4 3 16,0-1 0-16,0-2-3 15,5-2-6-15,0 0-3 16,0-1 9-16,3-18-4 15,5 2-2-15,5-4 3 16,1-3-6-16,5 1 6 0,-2 1 0 16,4 2-3-16,0 2 0 15,-2 5-3-15,2 6-3 16,-4 3 0-16,-2 4 3 16,-2 7-3-16,-4 4 3 15,-3 9 0-15,-1 5-3 0,-5 10 3 16,-1 1 6-16,-3 6-3 15,-1-1 0-15,2-6-15 16,2-5-20-16,7-11-139 16,3-6-53-16,5-13 170 15</inkml:trace>
  <inkml:trace contextRef="#ctx0" brushRef="#br3" timeOffset="177098.2">19252 11908 1346 0,'0'0'-8'0,"0"0"2"0,1 0 2 16,0 0 6-16,0 0 4 16,8 10 2-16,-10 2 7 15,-3 6 8-15,-1 3 1 16,-1 4-3-16,0 3-4 16,-1 4-5-16,0 3 0 15,0-1 3-15,-1 2 1 0,1-4-5 16,-1-3-1-1,-1-5-8-15,1-2 0 0,2-7-2 16,1-4 2-16,5-11-6 16,0 0 2-16,0 0-6 15,0 0-9-15,4-13-7 16,-1 1-1-16,0 0 4 16,-1-2 4-16,1 0 7 15,-1 1 2-15,1-2 6 16,0 2 2-16,0-2-2 15,0 0 2-15,0 0 0 16,2 0 0-16,-2 0 2 16,0 0 0-16,1 3 0 15,0-1 4-15,-1 1-2 16,1 2 2-16,-2-2 5 16,0 0-1-16,1-4 7 15,0 1-1-15,1-2 3 0,-1 2 2 16,3 4-3-16,-1 2-3 15,-1 3-3-15,0 2 9 16,-4 4-15-16,0 0-6 16,0 0-12-16,0 0-7 15,0 0-12-15,0 0-27 16,0 0 33-16</inkml:trace>
  <inkml:trace contextRef="#ctx0" brushRef="#br3" timeOffset="181431.12">18770 12521 1175 0,'0'0'-15'0,"0"0"15"15,1 0 5-15,19 5 15 16,-7-2 5-16,0-2 2 15,4-1-2-15,4 0-9 16,2-1-5-16,6-2 1 16,5 1-2-16,7-2 5 15,2 0 3-15,6 1 3 16,2 2 0-16,5 1-5 16,4 0-5-16,1 2-9 15,1 2-2-15,-2-1-2 16,-5 0-7-16,-6 2-40 15,-5-2-75-15,-10 1 70 16</inkml:trace>
  <inkml:trace contextRef="#ctx0" brushRef="#br3" timeOffset="183164.18">18888 12002 1233 0,'-1'-6'99'16,"1"1"-22"-16,3-3-26 16,5-1-14-16,7-2-24 15,4 0-5-15,6 1-6 16,4 1 0-16,-5 5 2 16,-4 3-2-16,-7 6-4 15,-6 5 2-15,-4 9 0 16,-3 6 2-16,-7 4 3 15,-5 4-1-15,-9 1 0 16,-2-2 0-16,-5-3 31 16,-2-4 28-16,3-7 68 15,-1-3 36-15,6-6 49 16,3-4-22-16,9-5-80 16,7-3-29-16,17-6-56 15,15-5-21-15,30-4-37 0,12-2-13 16,17 1-132-16,3 2-203 15,-7 0 177-15</inkml:trace>
  <inkml:trace contextRef="#ctx0" brushRef="#br3" timeOffset="188997.45">13716 12471 1249 0,'7'-11'5'0,"-3"0"13"16,-3 2 11-16,-4 1 12 15,-5 2 3-15,-7 3-5 0,-6 3-10 16,-5 6-17-16,-4 4-1 15,-3 7-1-15,2 3 4 16,-3 6 1-16,2 4 2 16,2 6 3-16,3 2 10 15,9 6 9-15,4 1-3 16,8-1 5-16,6-1 1 0,11-8-15 16,6-4-6-16,13-10-3 15,7-6-9-15,9-11-3 16,2-4 3-16,5-11-3 15,-2-3 3-15,-3-7-6 16,0-2 0-16,-9 1-6 16,-1 0 0-16,-13 2 0 15,-5 1 3-15,-10 1 3 16,-6 2-3-16,-5 1 0 16,-2 3 3-16,-4 4 9 15,0 2 9-15,0 4 18 16,-1 3 23-16,3 6 1 15,-1 6-3-15,3 9-24 16,3 5-18-16,3 5-9 16,3 2-3-16,4-4 0 0,1-2-3 15,4-10-1 1,1-4-4-16,7-11 2 0,2-6 0 16,3-10 0-16,-1-5 11 15,2-6-2-15,-1-1 6 16,-5 0 6-16,-3 1-3 15,-11 3 0-15,-5 2-12 16,-6 2-12-16,-6 3-12 0,-6 6-12 16,-4 1-3-16,-6 5-2 15,-1 4 14-15,-4 6-15 16,0 1-33-16,-1 1-80 16,1-2-87-16,12-5 128 15</inkml:trace>
  <inkml:trace contextRef="#ctx0" brushRef="#br3" timeOffset="189363.58">14397 12597 2361 0,'-30'17'-44'0,"2"0"33"0,-4 0 14 15,0-1 4-15,0-1 1 16,11-2 6-16,6-2 4 16,14-2 9-16,7 0-3 15,15-1-6-15,6 0-7 16,8-1-9-16,-3 0-2 0,-4 2 0 15,-4 0-5-15,-11 5-12 16,-5 2-6-16,-12 3-22 16,-9 2 3-16,-13 3-9 15,-9-1 15-15,-12-3 36 16,1-6-15-16,9-12-155 16,11-8-102-16,27-22 123 15</inkml:trace>
  <inkml:trace contextRef="#ctx0" brushRef="#br3" timeOffset="189563.26">14637 12635 2710 0,'-3'53'5'0,"3"1"-6"15,5-1-65-15,3-4-117 16,7-11-526-16,-11-11 440 16</inkml:trace>
  <inkml:trace contextRef="#ctx0" brushRef="#br3" timeOffset="189730.83">14559 12767 2960 0,'56'-14'-165'0,"6"-2"-123"16,-1 2-233-16,-9 5 225 16</inkml:trace>
  <inkml:trace contextRef="#ctx0" brushRef="#br3" timeOffset="190469.24">15330 12464 2526 0,'1'54'0'16,"0"4"0"-16,1 3-3 16,-2-1-34-16,0-5-103 15,0-5-127-15,-3-11-280 16,1-6 438-16</inkml:trace>
  <inkml:trace contextRef="#ctx0" brushRef="#br3" timeOffset="191114.23">15190 12684 2279 0,'34'-19'12'0,"4"-1"-3"0,4 3-9 16,1 4 0-16,-5 7-18 15,0 3-9-15,-4 6-27 16,-3 3-14-16,-11 8-4 15,-6 4 0-15,-7 9 33 16,-4 4 16-16,-4 8 23 16,-4 3 29-16,-3 0 43 15,-1-2 21-15,2-8 20 16,1-6-23-16,5-13-50 16,4-6-11-16,8-9-9 15,2-9-1-15,8-10-2 16,0-7-1-16,0-7-8 15,4-1 1-15,-6 2-4 16,-1 0 2-16,-6 5 2 16,-3 1-7-16,-3 5-2 15,-1 3 0-15,-4 6-2 16,1 4 2-16,-2 10 9 16,0 0-3-16,1 0 7 0,9 10-1 15,0 5 7-15,0 4 2 16,1 3-6-16,3 1 3 15,-3-3-16-15,-1-1-2 16,-2-6-2-16,-5-3-6 16,-3-5 2-16,0-5 1 0,0 0 5 15,0 0 9-15,1-10-4 16,-1-3 5-16,7-5-8 16,0-2 0-16,9-6 1 15,3 1-3-15,5-1-1 16,3 2 2-16,-2 6-2 15,1 3 2-15,-6 12-4 16,-2 4-4-16,-7 12 0 16,-3 8-2-16,-7 8 4 15,-2 5 0-15,-3 0-18 16,2 0-50-16,4-7-107 16,5-7-186-16,9-14 157 15</inkml:trace>
  <inkml:trace contextRef="#ctx0" brushRef="#br3" timeOffset="192396.91">16292 12565 1941 0,'-25'11'42'16,"-5"8"-15"-16,0 3-12 0,-1 3-3 15,5 1 6-15,4-2 12 16,6-3 9-16,11-5-3 16,6-4 2-16,15-7-11 15,4-4-9-15,19-12-27 16,8-5-36-16,19-10-26 16,10-2-1-1,0 1 27-15,-5 1 30 0,-19 1 18 16,-12 2 0-16,-16-1 12 15,-8-2 0-15,-10-6 9 16,-4-3 3-16,-6-5 36 16,-3-2 29-16,-3 2 41 15,-1 4-7-15,2 11 28 16,1 7-59-16,2 13-12 16,2 5-15-16,3 12-36 15,0 9-16-15,2 19-16 0,3 9-3 16,4 13 0-16,1 0-3 15,0-3-14-15,-1-5-18 16,-1-10-29-16,-1-5-14 16,0-12-33-16,0-5-46 15,-4-13-49-15,0-9-84 16,-4-7-83-16,-1-6 147 16,-4-5-21-16,-3-1-22 15,-4-2 156-15,-3-2 162 0,-2 2 179 16,1 1-9-16,-3 4-38 15,1 2-29-15,4 7 86 16,4 1 28-16,12 6-33 16,0 0-79-16,10-4-79 15,7 2-35-15,18 0-43 16,6-2-2-16,8 4-15 16,2 1-17-16,-2 3-32 15,-7 0-30-15,-8 4-17 16,-10-1 20-16,-13 3 48 15,-1 3 12-15,-10 2 33 16,0 3 24-16,-3 2 57 16,-3 0 12-16,2-1-7 15,4-1-17-15,1-5-42 16,3-3-18-16,-4-10-6 0,0 1 0 16,0-1-12-16,-9-4-9 15,3-8-18 1,-1-3-5-16,0-6-16 0,1-1 12 15,1-7 3-15,1 1 3 16,8 1 22-16,3 2 5 16,8 3 15-16,6 3 3 0,3 7 6 15,0 4 3-15,2 13-3 16,-4 6 3-16,-8 10-6 16,-3 4-6-16,-9 6 6 15,-2 1-1-15,-2 0 13 16,-2-1 3-16,4-3-3 15,2-4 0-15,4-8-3 16,3-3 6-16,2-10-6 16,3-4 3-16,1-10-3 15,0-3-3-15,-4-5 3 16,-2-2-3-16,-7 0 0 16,-3 0 3-16,-7 2-3 15,-4 2 12-15,0 2 38 16,0 4 13-16,5 4-8 15,6 1-21-15,6 1-30 16,6 2-8-16,6 0-9 16,6 2-1-16,3 5 4 15,-2 2-7-15,-5 4 1 0,-3 0 0 16,-6 1-5-16,-2-2 3 16,-3 1 3-16,0-3 0 15,-3-3 6-15,-2-4 0 16,0 0 11-16,9-3-5 15,0-7 3-15,2-1-2 0,8-6-1 16,-2-1-3-16,5 1-1 16,4 0 3-16,-2 7-3 15,2 3 4-15,0 9-7 16,0 5-3-16,-1 8-6 16,1 4-1-16,-2 2-10 15,0 1-61-15,1-4-193 16,1-2-244-16,4-4 400 15</inkml:trace>
  <inkml:trace contextRef="#ctx0" brushRef="#br3" timeOffset="192914.23">14719 13068 2103 0,'92'-5'-54'0,"19"-2"45"15,15-1 9-15,13 2-3 16,12-1 12-16,6 0 6 16,-1 1 6-16,7 2 3 15,-10 2-6-15,-8 2 3 16,-5 2 6-16,-11 3 11 16,-8 0 1-16,-13-1-12 0,-9-2-15 15,-9-2-45-15,-5-4-41 16,-16-3-163-16,-10 0-118 15,-22 1 257-15</inkml:trace>
  <inkml:trace contextRef="#ctx0" brushRef="#br3" timeOffset="206880.63">11234 12729 1661 0,'54'-5'-3'15,"11"0"3"-15,14-2 0 16,7 0 0-16,9 0 12 15,6 0-7-15,5 2 4 16,-2 1 6-16,-3-1-9 16,-4-1 3-16,-6 1 0 15,-2-1-3-15,-7 2-3 16,-8 0 0-16,-14-1-6 16,-7 2-9-16,-15-2-35 15,-5-1-96-15,-10-1 115 16</inkml:trace>
  <inkml:trace contextRef="#ctx0" brushRef="#br3" timeOffset="207247.84">12379 12392 2124 0,'22'8'-36'0,"18"0"21"15,6 0 0-15,12-3 18 16,4 0 6-16,2 1 15 16,0 2 15-16,-8 5-15 15,-7 2 0-15,-14 4-10 16,-9 2 4-16,-14 3 33 15,-5 3 3-15,-19 2 11 16,-14 3 15-16,-19 5-2 16,-12 3-8-16,-18 8-34 15,-10 6-23-15,-16 3-12 16,-2 0-2-16,5-8-72 16,12-8-76-16,35-11 49 15,22-11-37-15</inkml:trace>
  <inkml:trace contextRef="#ctx0" brushRef="#br3" timeOffset="208130.13">11119 12582 1822 0,'6'102'42'0,"1"9"-9"0,-1 0-12 15,-1-12-18-15,1-11 6 16,-1-24-1-16,3-9-5 16,-4-14-3-16,0-8 0 15,-4-10-3-15,0-6-35 16,0-9-136-16,0-8-71 16,6-5 181-16</inkml:trace>
  <inkml:trace contextRef="#ctx0" brushRef="#br3" timeOffset="208437.29">10900 12473 1353 0,'0'0'80'0,"0"0"-12"16,0 0 14-16,3 19 64 16,3 12 22-16,3 27 71 0,0 16-13 15,0 29-87-15,-1 11-39 16,1 6-69-1,-1-4-19-15,1-20-24 0,-2-13-35 16,-2-22-116-16,-3-10-159 16,-10-25 131-16</inkml:trace>
  <inkml:trace contextRef="#ctx0" brushRef="#br3" timeOffset="210347.45">11962 9492 857 0,'-23'-12'126'15,"1"2"113"-15,3 3-168 16,4 2-36-16,5 3 8 15,10 2-1-15,0 0-1 0,0 0-10 16,11-9-8-16,16 6 1 16,11-2 6-16,13-2 36 15,6 2-13-15,15-2-8 16,6 0-6-16,12 1-6 16,6-2 12-16,-3 0-15 15,-5 2-3-15,-12 2-12 16,-8-1-12-16,-15 2-3 15,-7-1 0-15,-13 0-3 16,-8 0 3-16,-12-1-15 16,-4-1-6-16,-9-2-87 15,-2-4-53-15,-8-1-16 16,-3-4-100-16,-8 2 167 16</inkml:trace>
  <inkml:trace contextRef="#ctx0" brushRef="#br3" timeOffset="210663.27">12489 9155 1117 0,'0'-8'81'15,"8"2"47"-15,4 3-64 16,14 1-46-16,8 2-9 0,12 0-1 16,10 1-2-16,13 1 2 15,7 0-3-15,3 2 15 16,-1 2 7-16,-9 6 4 15,-9 5 15-15,-15 9 8 16,-10 7-21-16,-18 7-10 16,-10 4 4-16,-17 5 18 15,-7 0-3-15,-18 3 6 16,-10 1-6-16,-20 0-12 16,-12 3-7-16,-21-6-11 15,-6-2-6-15,-5-10-6 16,0-6-29-16,14-13-163 15,8-6-70-15,26-13 188 16</inkml:trace>
  <inkml:trace contextRef="#ctx0" brushRef="#br3" timeOffset="211016.93">11553 9174 1175 0,'7'-17'74'0,"-1"4"34"16,1 6-17-16,0 11-23 15,-1 8 17-15,2 18 34 16,1 8 1-16,-2 18 26 16,-1 8-8-16,-4 15-61 15,-2 5-23-15,-1 4-39 16,-5-5-9-16,-1-13-6 16,0-8-9-16,-5-16-54 15,-1-7-53-15,-4-14-99 16,2-8-54-16,2-16 177 15</inkml:trace>
  <inkml:trace contextRef="#ctx0" brushRef="#br3" timeOffset="211279.79">11285 9170 1568 0,'4'-4'122'0,"3"7"-32"16,2 11-45-16,2 25-18 15,1 9 15-15,-4 23 41 16,0 10 13-16,1 19-9 16,-1 4-22-16,0 2-41 15,4-5-15-15,1-19-54 16,-1-9-104-16,3-16-428 15,-4-12 476-15</inkml:trace>
  <inkml:trace contextRef="#ctx0" brushRef="#br3" timeOffset="41789.9">18672 12113 1262 0,'4'-8'-2'0,"0"0"2"16,-1 0 2-16,0-1 6 16,-1 0 4-16,3 2 9 15,0 0-4-15,5-1-1 16,0 0-5-16,6-1-9 16,1-1 2-16,4 0-4 15,1-1 0-15,1 1 0 0,-3 0-7 16,-2 2-44-16,-4 0-53 15,-3 2 55-15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6:56:28.318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2478 317 1328 0,'6'18'18'0,"2"13"13"15,0 7 7-15,-1 13-1 16,3 8-6-16,-1 19-10 16,-1 6-11-16,-1 7-8 15,-1 1-2-15,-1-1 0 16,-1-3 0-16,-1-9 0 15,0-7-2-15,0-15-13 16,0-7-14-16,-1-14-107 16,-1-10 87-16</inkml:trace>
  <inkml:trace contextRef="#ctx0" brushRef="#br0" timeOffset="331.89">2864 446 1631 0,'12'36'12'0,"3"14"-3"16,2 9 0-16,-1 12-9 16,1 4 6-16,-4 3-6 15,-3-1 0-15,-3-4-12 16,-1-5-21-16,-4-14-67 15,-1-8 7-15,-5-21 48 16</inkml:trace>
  <inkml:trace contextRef="#ctx0" brushRef="#br0" timeOffset="598.41">2618 948 2127 0,'60'-13'-9'16,"-1"-1"6"-16,5-1-81 15,-6 0-65-15,-4-4 77 16</inkml:trace>
  <inkml:trace contextRef="#ctx0" brushRef="#br0" timeOffset="1148.75">3189 960 1501 0,'-14'-4'-24'0,"3"4"17"16,0 4 5-16,4 4 2 15,3 5 0-15,2 7 3 16,0 4-3-16,1 7 0 15,2 2 2-15,5-2 0 16,2-2 0-16,4-7 2 16,-1-4-2-16,5-9 0 15,2-4 0-15,2-10 0 16,2-8 0-16,0-6 0 16,-3-5 0-16,-5-5 0 15,-3-2 3-15,-8 0 3 16,-4-1 4-16,-9 7-1 0,-5 5-1 15,-7 1-8-15,-3 6 3 16,-5 3 1-16,-1 4-3 16,4 6-3-16,4 2 0 15,8 3-20-15,6 0-15 16,7 0-232-16,2-3 182 16</inkml:trace>
  <inkml:trace contextRef="#ctx0" brushRef="#br0" timeOffset="1684.15">3542 964 1658 0,'-6'26'12'0,"1"6"-4"16,1 3-5-16,6 1-6 16,2-3-5-16,4-7-16 15,1-6 0-15,0-10 3 16,-1-4 3-16,-1-7 15 0,1-4 6 16,3-11 6-1,1-4 0-15,3-11-3 0,1-1 0 16,-2-1-3-16,-1 2 6 15,-3 6-6-15,-1 3 0 16,-2 7 0-16,-2 3 0 16,-2 7 0-16,2 3-3 15,-3 6-9-15,2 5 3 16,-1 9 3-16,1 7 6 0,3 8 12 16,4 4 0-16,3-2-3 15,3-3-6-15,4-10-1 16,1-5 1-16,1-11 9 15,-1-6 6-15,-1-9 3 16,-6-5 9-16,2-8 3 16,-3-4 0-16,-5-3 24 15,-1-2-1-15,-7-1-8 16,-1 0-6-16,-5 3-36 16,2 2-21-16,0 6-60 15,3 2-53-15,0 6-353 16,6 3 377-16</inkml:trace>
  <inkml:trace contextRef="#ctx0" brushRef="#br0" timeOffset="2748.96">5686 507 2210 0,'14'95'-6'16,"-6"-4"-9"-16,-2-3-11 16,0-14-19-16,-4-7-12 15,0-20-6-15,-1-11 6 0,1-21 10 16,-2-14 8-16,0-1 18 15,5-10-12-15,-4-13-18 16,-1-6-15-16,-4-4-8 16,1-2 11-16,-6 3 44 15,-2 0-3-15,-8 2-5 16,-5 3 4-16,-8 6 6 16,-2 4 7-16,-4 10 14 15,1 9 11-15,1 14 22 16,2 6 4-16,10 16 40 15,0 5 14-15,9 7-38 16,6 0-15-16,9-4-12 16,9-6 0-16,7-12-9 15,5-5 0-15,6-11-9 16,4-5-9-16,7-9 9 16,3-6-1-16,4-6 10 0,-1-2 3 15,-1-2 3-15,-4 1-6 16,-7 1-3-16,-1 1-9 15,-10 5-9-15,-3-1 6 16,-5 6-6-16,-4 0 0 16,-3 1 3-16,0 2 0 0,-1 0 0 15,0 1-3-15,3 2 0 16,2 1-6-16,0 1 6 16,2 3 0-16,2-2 9 15,-1 1-3-15,6-1 3 16,1-4 3-16,3-4-6 15,1-2 3-15,0-7-9 16,-2-3 0-16,-3-3 3 16,-4-2-3-16,-9-3 0 15,-3 0 0-15,-9-1-3 16,-6-1-3-16,-7 5 12 16,-7 3 0-16,-4 6 9 15,2 6 3-15,-3 7-6 16,5 4 0-16,3 9-1 15,2 3-5-15,10 8-21 16,3 2-23-16,11-1-133 16,5-1-101-16,13-9 144 15</inkml:trace>
  <inkml:trace contextRef="#ctx0" brushRef="#br0" timeOffset="3466.05">6859 853 2013 0,'10'46'-3'0,"-1"0"3"0,3-7-33 16,0-6-3-16,1-14-23 15,2-7 2-15,0-13 9 16,0-8 0-16,-1-9 21 16,0-8 3-16,1-4 24 15,0-1 21-15,-3 2 6 16,1 1-6-16,-2 6-3 15,-3 3-6-15,1 7-3 16,-1 5-3-16,-3 6-6 16,1 4-12-16,-2 9 6 15,-2 5-6-15,1 7 12 16,2 1 9-16,4-4-12 0,2-1-6 16,4-9-36-16,2-5-14 15,1-6 2-15,2-6 2 16,-2-6 32-16,0-3-8 15,0-3-49-15,-2-1-61 16,-1-1 79-16</inkml:trace>
  <inkml:trace contextRef="#ctx0" brushRef="#br0" timeOffset="3799.36">7377 838 1388 0,'10'13'58'0,"2"-3"-19"15,4 0-14-15,2-7-17 16,3-1 0-16,0-3-6 16,-2-3 0-16,0-6 1 15,-1 0 1-15,-4-4-2 16,-3-1 0-16,-4 0-2 16,-3-2-2-16,-4 1-5 15,-2-1-5-15,-5-1-4 16,-3 6 5-16,-9 5 3 15,-4 3 6-15,-2 10 8 16,2 4 6-16,4 11 3 16,4 6-1-16,5 10 9 0,3 5 13 15,10 6-6-15,4-1 3 16,17-8-30-16,6-3-36 16,19-16-77-16,7-8-22 15,14-18 70-15</inkml:trace>
  <inkml:trace contextRef="#ctx0" brushRef="#br0" timeOffset="4365.51">8853 794 1678 0,'-28'24'-5'15,"7"6"2"-15,3 5-3 16,5 4 9-16,6 1 0 16,6-1 2-16,4-2 4 15,13-11-9-15,5-7 0 16,10-14-3-16,3-4 0 0,0-12 3 15,-1-6 3-15,-4-7 0 16,-2-4 3-16,-1-2-3 16,-2-1 6-16,-5 0-6 15,-2 3 3-15,-9 4 0 16,-2 3 3-16,-5 9 24 16,1 2 6-16,-2 10 12 15,0 0-6-15,5 18-9 16,2 4-7-16,6 13-8 15,4 3-3-15,4 1-24 16,3 0-21-16,3-12-110 16,4-9-96-16,4-18 160 15</inkml:trace>
  <inkml:trace contextRef="#ctx0" brushRef="#br0" timeOffset="5266.76">9574 890 1903 0,'12'40'12'0,"-6"-2"-9"16,0-6-3-16,-6-3 0 0,0-11 0 15,1-4 6-15,-1-14 2 16,0 0 1-16,-9-3 6 15,1-6-3-15,1-8-6 16,2 1-6-16,2-1 3 16,1-1 0-16,6-1 6 15,2-1 3-15,8-1-9 16,3-1-9-16,3 0-27 16,1 0-11-16,1 4-7 15,-1 2 3-15,-1 6 33 16,0 2 6-16,-4 4 6 15,1 1-9-15,-3 4-21 16,-1 4 0-16,0 7-6 16,-2 4 4-16,-3 4 14 15,1 3 0-15,-2 1 9 0,-2-2 9 16,0-3 6-16,-3-1 12 16,1-6 6-16,-2-4 3 15,-1-8 5-15,0 0-2 16,1 0 24-16,0 0 9 15,0 0 18-15,14-15 5 16,-14 3-26-16,1-1-15 0,0-3-45 16,2 0-18-16,3 2-27 15,-1 0-3-15,5 5 13 16,2 2 2-16,0 6 21 16,6 2 15-16,-3 10 6 15,-2 4 0-15,1 10 6 16,-6 4-6-16,1 1-3 15,1 0 0-15,-7-7-15 16,0-6-12-16,-4-10-45 16,-5-7-42-16,-1-12-78 15,-1-8-1-15,-6-7-21 16,5-2 43-16,-3 0 186 16,2 3 126-16,4 1 34 15,-1 0-52-15,8 3-79 16,2 0-22-16,7 4-16 15,4 2 1-15,4 8-4 0,5 3 6 16,2 12 7-16,0 5 2 16,0 11 27-16,-2 5 6 15,-3 5-22-15,-2 3-5 16,-3-5-21-16,-3-3 3 16,-4-6-6-16,-2-5 3 15,-3-11 0-15,-4-6 3 16,0 0 0-16,7-11-9 15,-4-7-12-15,1-7-24 0,-1-4-8 16,0-1 8-16,-1 3 18 16,2 1 9-16,3-2-49 15,4-1-39-15,5-1 59 16</inkml:trace>
  <inkml:trace contextRef="#ctx0" brushRef="#br0" timeOffset="5633.6">10646 869 2309 0,'19'-3'-90'15,"2"-8"-20"1,3-2-10-16,-2-6 4 0,1-2 38 16,-4-3 57-16,-4-2 12 15,-5-1 15-15,-3 0-3 16,-7 0-3-16,-7 4 0 16,-5 4 0-16,-5 4 0 0,-9 11 6 15,-4 4 6-15,-7 18 9 16,0 9 12-16,3 17 30 15,8 5 11-15,15 6 4 16,9-1-12-16,17-12-72 16,11-5-78-16,19-20-173 15,12-14 141-15</inkml:trace>
  <inkml:trace contextRef="#ctx0" brushRef="#br0" timeOffset="6482.65">11887 938 2418 0,'-12'52'-76'16,"4"0"-29"-16,9-8-35 15,7-8 2-15,12-18 49 16,4-8 29-16,13-20 24 15,6-11 15-15,7-15 6 0,3-7 3 16,-2 0 9-16,-6 0 6 16,-6 6 15-16,-7 4 6 15,-9 4-9-15,-7 3 6 16,-10 9-6-16,-3 4-6 16,-3 13 45-16,0 0-4 15,-14 6 19-15,5 10 3 16,0 14-18-16,0 5 0 15,2 9 2-15,4-1-14 16,5-2-15-16,4-2-21 0,9-13-42 16,3-7-39-16,9-21-83 15,5-11-51-15,5-19-146 16,3-9 76-16,-3-4-75 16,-6 0 63-16,-6 3 279 15,-9 2 181-15,-7-1 113 16,-3 1-99-16,-4-5-113 15,1-3-28-15,-1-1-24 16,0 1-5-16,-1 12 28 16,0 9 23-16,1 18 31 15,-1 8 99-15,0 16 13 16,3 14-43-16,1 19-48 16,1 15-17-16,2 16-53 0,-1 1-23 15,-4 1-19 1,1-8-4-16,0-13-12 15,-1-11-13-15,0-19-83 0,-1-11-59 16,-2-19-147-16,3-6-4 16,-3-22 235-16</inkml:trace>
  <inkml:trace contextRef="#ctx0" brushRef="#br0" timeOffset="6834.77">12259 851 1408 0,'10'-8'23'16,"-4"-1"0"-16,-4 0 16 16,-3-1 9-16,-7-3 104 0,-7 0 25 15,-11 0-43-15,-6 2-23 16,-9 8-37-16,-4 4-8 16,-3 12-12-16,-1 8-20 15,6 7-21-15,2 1-12 16,13 0-70-16,5-3-110 15,14-10-168-15,13-4 165 16</inkml:trace>
  <inkml:trace contextRef="#ctx0" brushRef="#br0" timeOffset="7850.62">12322 767 2046 0,'27'-2'33'0,"13"0"-18"0,6 2-3 16,4-3-9-16,-3-2-3 16,-5 0-27-16,-6-3-30 15,-5 3-86-15,-1-2-55 16,-4 2-75-16,-1 0-112 15,-6 1 189-15</inkml:trace>
  <inkml:trace contextRef="#ctx0" brushRef="#br0" timeOffset="12482.81">13569 466 1508 0,'9'37'33'16,"2"24"12"-16,-4 9-12 15,-4 5-27-15,-3 0-6 0,-1-10-18 16,-4-7-36-1,0-14-14-15,2-7-42 0,-8-13 59 16</inkml:trace>
  <inkml:trace contextRef="#ctx0" brushRef="#br0" timeOffset="13232.33">13281 880 1456 0,'35'-4'46'16,"8"-6"-3"-16,12-4-2 15,10-4-14-15,1-3-9 16,-2-2-12-16,-5-4 0 16,-5-2-6-16,-5-2 12 15,-1 0-12-15,-7-3 0 0,-2 2 6 16,-10 1-6-16,-7 1 6 15,-10 2-3-15,-6 0 0 16,-7 2-3-16,-4 0-6 16,-6 3 3-16,-3 6 3 15,-1 6 3-15,-3 6 3 16,5 15-4-16,1 5 1 0,5 17-3 16,0 9 6-16,2 17 0 15,0 8-3-15,-3 4 0 16,-1 1-3-16,-2-6 0 15,-1-7 0-15,4-9 3 16,3-10-3-16,6-14-6 16,4-7-3-16,7-14 0 15,0-4-2-15,4-11 2 16,4-5-9-16,0-5-21 16,3-3-3-16,-4 4 18 15,-6 2 8-15,1 6 8 16,-5 4 8-16,-2 3 0 15,1 3 0-15,-2 2 0 16,3 1 0-16,2 3 2 16,1 0 2-16,1 1 2 15,-2 0-4-15,0-1 6 0,2-1 3 16,0 1 28-16,0-2 27 16,3-2-1-16,-1-2 1 15,0-4-21-15,0-1-6 16,-1-5-12-16,1 0-15 15,-5-5 0-15,-3 1-12 16,-7-2 0-16,-6-1-15 16,-7 1-12-16,-3-1-3 0,-7 4 6 15,-3 6 9-15,-4 9 18 16,0 8 12-16,3 13 3 16,6 5 6-16,10 8-9 15,7 7 6-15,14 4-9 16,5-2-12-16,18-7-15 15,5-4-51-15,15-17-84 16,9-7-51-16,5-15 147 16</inkml:trace>
  <inkml:trace contextRef="#ctx0" brushRef="#br0" timeOffset="13565">14884 699 1912 0,'4'36'53'16,"4"2"-23"-16,1 1-12 0,4-5-18 15,1-2-3-15,0-7 9 16,3-6 9-16,-3-9 3 16,0-4 15-16,-2-7 12 15,-5-5 3-15,6-7-10 16,-3-4-11-16,3-7-42 16,2-4-59-16,-3-4-97 15,1-1-74-15,5-1-226 16,2 2 341-16</inkml:trace>
  <inkml:trace contextRef="#ctx0" brushRef="#br0" timeOffset="14067.06">15421 832 1433 0,'-9'-11'40'16,"-7"-2"-12"-16,-4 0-13 15,-2 2-11-15,0 1-4 16,-4 3 2-16,-5 2 2 0,2 6-2 16,-1 2 0-1,8 10 1-15,4 3 1 16,9 8-2-16,3 2 2 0,7 1 21 15,5-1 8-15,5-7 0 16,5-1 3-16,5-11-22 16,5-2 7-16,0-10 3 15,2-4 3-15,-3-7 12 16,1-2 3-16,-7-6-9 16,-4-2 6-16,-3-2-21 15,-4-1-10-15,-4 5-5 16,-4 4 0-16,0 5 24 15,-5 7 9-15,5 8 21 16,0 6-9-16,-1 9-24 16,3 5 0-16,-2 8-24 15,2 0-3-15,2-2-30 0,0-3-33 16,4-9-48-16,-1-6-17 16,8-9-36-16,1-6 26 15,6-12-103-15,2-6-163 16,-1-5 186-16</inkml:trace>
  <inkml:trace contextRef="#ctx0" brushRef="#br0" timeOffset="14266.14">15578 448 1454 0,'3'6'66'0,"1"16"15"15,1 8 2-15,2 20-20 16,-3 7-12-16,-1 10-30 15,0 3-6-15,0-5 0 16,1-3-9-16,5-16-60 16,0-8-45-16,5-22-106 15,2-11-146-15,2-19 217 16</inkml:trace>
  <inkml:trace contextRef="#ctx0" brushRef="#br0" timeOffset="14614.61">15812 880 2261 0,'14'13'-9'16,"4"-4"-30"-16,1-1-11 15,-5-4-4-15,-2-2 3 0,-6-4 24 16,-2-2 9-16,-2-3 18 16,0-2 15-16,-1-3-6 15,2-3-3-15,2-3-6 16,1-2-6-16,2-3 6 16,0 1 0-16,-1 1 3 15,-1 0 3-15,-1 2-9 16,0 2-12-16,-1 2-30 15,1 3-35-15,-1 5-85 16,3 0-53-16,2 4-173 16,0 3 229-16</inkml:trace>
  <inkml:trace contextRef="#ctx0" brushRef="#br0" timeOffset="15002.64">16116 821 1502 0,'9'6'48'0,"6"-4"18"16,3-2-12-16,2-5-25 15,3-3-2-15,1-4-12 16,-1 0-6-16,-5-3-3 15,-2 0 6 1,-7 0-6-16,-3 0-3 0,-7 2-9 16,-3 0 3-16,-7 2 3 15,-5 4 0-15,-7 6 12 16,-2 3-3-16,-1 11-3 16,1 4 3-16,7 7 6 15,2 5 0-15,7 6-3 16,1 2 0-16,9-2-6 15,5-2-3-15,14-11-30 16,6-5-24-16,9-10-60 16,5-8-39-16,4-8 4 15,5-7-102-15,3-4 133 16</inkml:trace>
  <inkml:trace contextRef="#ctx0" brushRef="#br0" timeOffset="15348.52">16620 689 1667 0,'-26'14'74'16,"0"2"-17"-16,-4 3-36 16,-1-1-12-16,2 0 0 15,2-1 0-15,9-2-6 16,9-2 15-16,15-4 27 15,10-1-1-15,11 0 13 16,2-2-3-16,6 2-33 16,-2 0 0-16,-2 0-12 15,-1 1-3-15,-10-1-3 16,-5 1-3-16,-11 0-12 16,-4-1 0-16,-12 1-6 15,-7 0 6-15,-6-2 12 16,-2 0 3-16,0-7-54 15,-1-2-86-15,3-9-417 16,-3-3 432-16</inkml:trace>
  <inkml:trace contextRef="#ctx0" brushRef="#br0" timeOffset="16365.39">17214 853 2085 0,'-16'18'6'0,"7"0"0"15,8-3 3-15,7-1 15 16,4-1 24-16,13-7 17 16,5-1 13-16,11-8-19 15,7-3-17-15,2-6-8 16,-1-2-12-16,-4-2-14 0,-4-3 2 15,-10 2 2-15,-5-1 3 16,-14-1 3-16,-4 3-3 16,-13-1 7-16,-6 2 1 15,-9-1-5-15,-8 1-1 16,-5 2-17-16,-1 0-8 16,-4 6-13-16,-1 3-1 0,1 4-11 15,2 6 7-15,8 3 0 16,8 1 2-16,12 2 8 15,8 0-3-15,12 0 6 16,9 1 3-16,9 0 10 16,6 0 0-16,8 0 5 15,0-1 0-15,6 1-1 16,2-4 2-16,-1-2-2 16,-1-2 0-16,-8-4-1 15,-3 0-3-15,-9-1 5 16,-3-1-5-16,-8 1 0 15,-3 0 0-15,-8 4-11 16,-4 0-1-16,-7 4-6 16,-5 3 1-16,-3 5 6 15,0 3 8-15,-3 6-3 16,1 1-4-16,-1 8-18 0,-1 4-34 16,-2 3-30-16,-2-1 5 15,-5-2 33-15,-2-4 30 16,-4-8 30-16,2-5 6 15,1-11 12-15,1-5 6 16,6-9 3-16,2-6 3 16,4-8-18-16,3-4 5 0,5-4 16 15,5-2 0-15,8-2 3 16,7-1-25-16,12-1-12 16,7 0-8-16,15 2 1 15,7 0-3-15,7 2-2 16,1 0 3-16,-7 2 0 15,-3 3 4-15,-8 4 0 16,-6 1 4-16,-10 8-2 16,-8 0 3-16,-12 2-7 15,-3 2 4-15,-12 0 2 16,-3 2-2-16,-8-2 5 16,-3 1-2-16,-1 0-4 15,1-2 3-15,8-1-3 16,1 1-1-16,10 0-10 15,4-3-17-15,10 1-64 16,5 1-46-16,8-4-108 16,6 2-239-16,5-5 372 15</inkml:trace>
  <inkml:trace contextRef="#ctx0" brushRef="#br0" timeOffset="17131.8">19052 457 1699 0,'-47'0'3'0,"-5"15"0"0,3 8 0 16,3 18 3-16,2 9 6 15,8 12 6-15,4 2 3 16,16 1 9-16,8-3-3 16,19-9 18-16,9-2 32 15,18-13 28-15,9-6 15 16,21-12 20-16,5-9-61 16,11-11-16-16,3-9-13 15,0-12-22-15,-2-5-14 16,-9-8 1-16,-7-3 12 0,-19-6 11 15,-9-2-3-15,-17-5-10 16,-8-4-2-16,-13-7-8 16,-6 0-3-16,-15-4-8 15,-8 2-3-15,-17 0-2 16,-8 6-1-16,-22 9-3 16,-9 4 2-16,-12 14-3 15,-6 0 0-15,-9 15 0 16,1 8 2-16,5 13 2 15,5 9 1-15,24 12 0 16,13 3 1-16,20 6 0 16,13 6 0-16,27 1-1 15,12 2 1-15,31 0 0 16,13-6 5-16,28-2 10 0,15-1 3 16,17-8 8-1,5-4-2-15,10-8-4 0,-4-6-2 16,-2-6-10-16,-3-4-3 15,-17-4-2-15,-9-1-3 16,-21-8-9-16,-15 1-18 16,-23-5-83-16,-11-2-121 15,-22-6 99-15</inkml:trace>
  <inkml:trace contextRef="#ctx0" brushRef="#br0" timeOffset="18099.47">18998 1320 2013 0,'80'3'51'0,"2"-1"-21"16,6-2-27-16,1-3 9 0,1-1-15 16,-3-1 0-16,-11-3 3 15,-7-1-15-15,-16-1-63 16,-6-2-74-16,-14 0-186 15,-6 1 10-15,-7-1 193 16</inkml:trace>
  <inkml:trace contextRef="#ctx0" brushRef="#br0" timeOffset="19332.2">20330 704 1419 0,'33'3'45'0,"13"-4"-1"0,14-4-7 16,5-2 28-16,-1-5-32 15,-4 2-12-15,-4-5-18 16,-1-1-3-16,-5-3-6 15,-5-1 0-15,-8-3 6 16,-3 1 0-16,-9-4 0 16,-3-2-6-16,-8-4-24 15,-4-1-9-15,-9-6-17 16,-2-5 11-16,-7 4 3 16,-3 0 3-16,-5 10 25 15,-4 10 12-15,-3 5 8 16,-6 7 0-16,-7 9-2 15,-1 4 0-15,-5 11 0 16,2 5 1-16,10 14 13 16,4 9 9-16,10 27 16 15,4 16-1-15,-1 28 27 0,-2 11-21 16,-4 8-48 0,0-7-12-16,9-25-27 0,3-15-12 15,10-32 17-15,7-15 5 16,0-20-27-16,2-11-49 15,3-22 62-15</inkml:trace>
  <inkml:trace contextRef="#ctx0" brushRef="#br0" timeOffset="19782.75">20906 578 1840 0,'-7'99'33'0,"-5"2"-27"16,-1-4-12-16,3-19-9 15,1-12-6-15,8-23 6 16,2-13-3-16,4-18-3 15,-5-12 3-15,7-3 3 16,-1-11 6-16,5-10 6 0,2-4 9 16,2 0-6-16,-3 2 6 15,1 0-6-15,1 1 0 16,-1-1 0-16,3 0-18 16,0 2-9-16,1 2-3 15,3 5 1-15,0 5 5 16,2 10 18-16,0 4 3 15,-3 14-3-15,-6 5 6 0,-8 12-3 16,-5 4 3-16,-5 0-3 16,0 0-6-16,5-11-40 15,6-7 8-15,14-13-71 16,6-9-74-16,9-13 103 16</inkml:trace>
  <inkml:trace contextRef="#ctx0" brushRef="#br0" timeOffset="20182.3">21332 832 1408 0,'-15'0'34'0,"0"6"-14"16,1 3-5-16,-4 9 3 15,1 4-1-15,3 5 4 0,1 2 29 16,7 1 7-16,5-4-4 15,5-9-14-15,3-5-9 16,7-11-6-16,5-4-6 16,2-10-3-16,5-5-12 15,0-4-6-15,0-1-3 16,-5 0 3-16,-4 1 3 16,-7 4 3-16,-3-1 6 0,-7 5 3 15,0 3 12-15,0 11 12 16,0-1-9-16,-2 1-7 15,-1 14-14-15,1 11-3 16,-1 6 6-16,0 3 3 16,0-1-3-16,5-8-6 15,3-5-3-15,6-10-27 16,5-8-32-16,9-14-79 16,5-6-62-16,5-14-79 15,-5-3 176-15</inkml:trace>
  <inkml:trace contextRef="#ctx0" brushRef="#br0" timeOffset="20499.03">21620 556 1439 0,'6'-16'52'0,"2"12"-19"0,2 7-7 16,-3 22 7-16,-1 10-9 15,-5 22-3-15,-2 5-9 16,-5 5-3-16,-2 1-3 15,-2-5-18-15,2-4-33 16,2-12-41-16,-2-11 13 16,6-18-19-16,-3-7 7 0,2-15 21 15,3-7 20-15,-5-5 28 16,5-6 10-16,-4 0 24 16,-1-2 1-16,0 1 16 15,0 2 4-15,5 2 9 16,4 2 3-16,6 1-15 15,4 3-5-15,10-2-17 16,7 0-8-16,13 1-10 16,5 0-13-16,13 3 11 15</inkml:trace>
  <inkml:trace contextRef="#ctx0" brushRef="#br0" timeOffset="21148.98">21596 873 1466 0,'0'0'44'0,"6"-2"-21"16,7-1-6-16,5-4-8 15,3-1-9-15,5-4-14 16,4 1 2-16,0 1-13 16,-1 0-10-16,-3 3-42 15,-7 1-65-15,-3 4 82 16</inkml:trace>
  <inkml:trace contextRef="#ctx0" brushRef="#br0" timeOffset="21665.71">21445 853 1487 0,'32'4'10'16,"3"-7"-3"-16,8-2-3 0,-1-2-10 16,-2-1-30-16,-1 2-32 15,-6 1-120-15,-1 2-128 16,-9 0 147-16</inkml:trace>
  <inkml:trace contextRef="#ctx0" brushRef="#br0" timeOffset="22364.93">22333 839 1402 0,'-14'24'23'0,"6"-2"-9"16,3-1-3-16,7-7 1 15,2-3-3-15,8-7 1 16,2-4-2-16,8-8 0 16,3-2-3-16,-2-5-3 15,2 1 0-15,-6-2 2 16,-1 1 2-16,-6 3 8 16,-2 1 1-16,-4 4 23 15,-1 2 7-15,-5 5-21 16,0 0-6-16,4 10-15 15,-5 4-3-15,-4 14-6 16,-6 8-3-16,-2 13-15 16,-3 6-12-16,-2 7-29 15,1 2 19-15,-1-3-14 16,-2-2-2-16,-4-7 21 0,-2-5 10 16,-1-13 47-1,-2-7 26-15,-2-16 32 0,-2-8 9 16,-2-12 25-16,4-7 8 15,6-10-98-15,7-7-54 16,12-12-113-16,9-6 36 16,12-12 63-16</inkml:trace>
  <inkml:trace contextRef="#ctx0" brushRef="#br0" timeOffset="22555.54">22682 911 1411 0,'-8'32'18'16,"2"-3"-7"-16,2-9-7 16,3-6-4-16,1-14-23 15,0 0-83-15,-4-16 67 16</inkml:trace>
  <inkml:trace contextRef="#ctx0" brushRef="#br0" timeOffset="22831.92">22597 734 1402 0,'9'-7'46'16,"11"4"-21"-16,4 4 3 15,9 7-7-15,1 3 2 16,-5 5 21-16,-4 0-8 0,-11 3-21 15,-1 1-6-15,-5-3-6 16,-3-2 0-16,0-3 6 16,-3-3 0-16,0-6-4 15,-2-3 4-15,0 0 6 16,12-8 0-16,-4-4-24 16,0-4-29-16,-2-3-89 15,-2 2 42-15,-4 1-45 16,-2 1-6-16,-4 5 12 15,-3 3-43-15,-3 3 112 16</inkml:trace>
  <inkml:trace contextRef="#ctx0" brushRef="#br0" timeOffset="23232.36">22398 832 1541 0,'-4'-17'93'0,"0"3"-25"15,-1 0-11-15,-3 2-15 16,0 2-3-16,-3 4-12 16,-4 1-6-16,2 6-18 15,-2 0 0-15,0 6-12 16,4 3-3-16,-1 3-18 15,3 4-24-15,3 5-77 16,4 0-26-16,9 1 114 16</inkml:trace>
  <inkml:trace contextRef="#ctx0" brushRef="#br0" timeOffset="23731.86">22908 809 1268 0,'9'-11'14'16,"-1"2"3"-16,0 3 4 15,-2 2 3-15,-1 5-1 16,-1 3 4-16,1 8 2 15,-1 3 0-15,2 10-2 16,0 3-5-16,-1 1-9 16,0 0-7-16,-3-6-4 0,0-4 0 15,-2-7 0-15,0-1 2 16,0-9 3-16,0-2 15 16,0 0 56-16,0 0 14 15,2-16 1-15,1 2-18 16,5-6-42-16,2-2-31 15,1 0-37-15,4-3-31 0,2-1-116 16,2 0-28-16,1 4 148 16</inkml:trace>
  <inkml:trace contextRef="#ctx0" brushRef="#br0" timeOffset="24097.71">23202 931 1394 0,'8'4'21'15,"0"-3"-5"-15,2-3-8 16,0-4 5-16,2-5 14 16,0-2 4-16,2-1 2 15,-1-4 31-15,0 1-34 0,-1 1-6 16,-4-2-18-16,-2 5 0 15,-6-1-9-15,-2 1-6 16,-10 4-9-16,-4 3 3 16,-9 6 0-16,-3 4 9 15,-4 8 15-15,1 3 6 16,4 11 15-16,3 3 5 16,11 4-5-16,7-1 0 15,17-6-15-15,7-3-12 0,12-8-30 16,5-5-42-16,7-8-74 15,6-4 48-15,3-7-277 16,4-5 209-16</inkml:trace>
  <inkml:trace contextRef="#ctx0" brushRef="#br0" timeOffset="24430.89">23736 792 1702 0,'-9'34'33'0,"8"-6"-27"0,-1-1-6 16,13-7-15-16,-1-6-6 15,6-7 6-15,4-5 0 16,-1-5 33-16,0-4 15 16,-3-3 27-16,0-3 6 15,-5 0-3-15,0-3-10 16,-3-3-20-16,0-3-15 0,-1-7-45 16,0 0-47-16,2-4-112 15,1-2-38-15,8 1 168 16</inkml:trace>
  <inkml:trace contextRef="#ctx0" brushRef="#br0" timeOffset="24754.66">24102 789 2276 0,'-32'23'86'0,"6"-1"-44"16,5-3-19-16,9-4-22 15,6-2-2-15,10-4-10 0,0-2 1 16,10-2-8-16,3 0 3 16,1 1 3-16,2 1 2 15,-6 2 2-15,-6 1 3 16,-3 0-11-16,-6 2-15 15,-5-3-11-15,-4 3-6 16,-10-2 4-16,-4-2 11 0,-7-2-18 16,1-6-51-16,5-5-229 15,10-7 224-15</inkml:trace>
  <inkml:trace contextRef="#ctx0" brushRef="#br0" timeOffset="26631.32">2703 2200 1989 0,'44'-8'9'0,"9"-7"6"16,0-4-9-16,1-4 0 15,2-4 0-15,-7-5-3 16,-6 0 0-16,-7-3 3 15,-5 3 0-15,-11 0-6 0,-2 0 3 16,-11 2 0-16,-8 0 3 16,-9 2-6-16,-8 1-3 15,-9 6-12-15,-4 1 3 16,-7 7 0-16,1 4 6 16,-3 8 9-16,2 3 0 15,3 11 0-15,1 4 6 16,5 7-3-16,5 4-3 0,6 11 3 15,6 8 6-15,5 18-3 16,4 7 3-16,7 10 0 16,2 1-9-16,6-9 0 15,-1-7-3-15,5-21 3 16,3-11-3-16,1-21-39 16,3-11-42-16,1-21-113 15,2-13-62-15,1-19-12 16,0-6-75-16,1-2 15 15,-1-1 125-15,-5 1 248 16,-4 0 122-16,-7 2 63 16,-4 0-25-16,1 8-80 15,-2 4-17-15,1 13-15 16,3 7 0-16,-3 12-17 16,0 7 40-16,0 12-42 15,0 8-20-15,0 17-15 0,1 10 6 16,-4 18 0-16,-5 6-7 15,0 6-11-15,-2-3-6 16,2-14-9-16,3-9-3 16,0-20-9-16,0-10 3 15,3-13 3-15,-1-4-3 16,7-14-27-16,1-6-30 0,2-10-47 16,2-3-16-16,-1 2 13 15,1 0 27-15,-3 9 64 16,-2 3 3-16,-1 8 16 15,-2 4-2-15,-1 7 1 16,-1 3 11-16,2 9 8 16,-1 0 0-16,1 4 3 15,2-1-9-15,1 1-6 16,1-2 0-16,2-1-4 16,3-2-2-16,-2-2 6 15,3-2-3-15,-3-4-3 16,0-1 3-16,1-5-3 15,2-3-3-15,-3-6 3 16,0-5 0-16,-2-2-9 16,-2-3 0-16,0 1-3 15,-2-1 3-15,-5 3 3 16,-2 3 0-16,-6 3-6 0,-6 4-9 16,-4 5 0-16,-7 5 3 15,-3 11 12-15,1 5 12 16,0 9 27-16,3 5 15 15,7 6 12-15,6 5-9 16,11 0-25-16,9 0-23 16,16-8-50-16,5-10-94 0,14-18 81 15</inkml:trace>
  <inkml:trace contextRef="#ctx0" brushRef="#br0" timeOffset="27097.96">4257 1979 1992 0,'1'69'-197'15,"-2"-6"-90"-15,1-9 90 16,0-22 30-16,1-11 31 16,-1-21 156-16,0 0 94 15,0 0 10-15,1-17-10 16,3 2-71-16,2-2-22 0,7-1-19 15,3 0 0-15,4 0 0 16,4 0 0-16,3 0-2 16,2 1 0-16,-3 6 0 15,-2 4-4-15,-8 10 0 16,-5 4-1-16,-11 12 10 16,-7 5 5-16,-12 8 9 15,-6 3 1-15,-8 2-9 16,-1 1-1-16,2-6-4 15,3-6 0-15,6-8-10 16,1-8-37-16,4-10 28 16</inkml:trace>
  <inkml:trace contextRef="#ctx0" brushRef="#br0" timeOffset="27498.37">4706 2156 1729 0,'11'-2'0'0,"1"-6"-3"16,0-3-6-16,1-5 0 15,-1-1 3-15,-2 0 6 16,-1-1 3-16,-6 2 0 16,-4 3-3-16,-8 2-12 15,-4 2-3-15,-7 7-2 16,-4 2 5-16,-5 8 18 16,-3 5 9-16,2 7 17 15,2 3 7-15,4 10 3 16,5 2-3-16,7 2-15 15,4 1-12-15,8-7-18 16,11-5-18-16,11-13-81 16,9-9-68-16,13-18-226 0,5-8 253 15</inkml:trace>
  <inkml:trace contextRef="#ctx0" brushRef="#br0" timeOffset="27865.08">5069 2058 2321 0,'-25'34'8'16,"4"-2"-1"-16,10-6-10 15,5-6-4-15,11-7-22 16,4-3-16-16,8-7 3 16,4-1-2-16,4-2 26 15,3 2 3-15,-4 0 12 16,-1 2-3-16,-9 4-3 16,-5 2-9-16,-12 6-12 15,-8 3 3-15,-12 6 0 16,-7 1 9-16,-6-1 12 15,-2-4-3-15,3-10 9 0,6-6-45 16,7-15-289-16,4-11 259 16</inkml:trace>
  <inkml:trace contextRef="#ctx0" brushRef="#br0" timeOffset="28048.86">5401 1975 2291 0,'0'68'-39'0,"-9"-6"-164"16,1-4-135-16,-7-13 177 15</inkml:trace>
  <inkml:trace contextRef="#ctx0" brushRef="#br0" timeOffset="28216.18">5055 2250 1879 0,'11'-9'113'0,"11"-7"-68"0,9-3-42 15,16-8-75-15,3-2-29 16,12 1-108-16,-1 0 22 15,-5 7 135-15</inkml:trace>
  <inkml:trace contextRef="#ctx0" brushRef="#br0" timeOffset="28531.84">6169 1799 2648 0,'-10'61'-18'0,"-3"2"-36"16,-2-2-11-16,1-4-30 15,-2-6-18-15,5-16-108 0,0-6-54 16,1-15-274-16,2-3 410 16</inkml:trace>
  <inkml:trace contextRef="#ctx0" brushRef="#br0" timeOffset="28998.51">5960 2113 2118 0,'55'-16'0'0,"6"-1"-18"15,-1 2-15-15,-3 5-42 16,-1 4-5-16,-12 6 14 15,-7 5 9-15,-13 6 42 16,-9 1 6-16,-4 3 3 16,-6-1 6-16,-1 0-3 15,1-2 0-15,-6-4 3 16,1-8 0-16,0 0 9 16,0 1 3-16,-15 1 9 15,2-7-3-15,0-6-12 16,-2-5 0-16,2-4 9 15,5-7 9-15,7-8 9 0,3-3 0 16,11-8-22-16,2 2-11 16,10-1-14-16,1 3 2 15,2 14 0-15,0 5 3 16,-3 17 6-16,-1 8-3 16,0 18 0-16,-1 8-3 15,-5 14 9-15,0 5 3 16,-8 4 0-16,-4-2-6 15,-4-5-72-15,-1-9-45 0,-3-17-56 16,-2-6 62-16,-5-18-116 16,-2-5-189-16,-6-8 235 15</inkml:trace>
  <inkml:trace contextRef="#ctx0" brushRef="#br0" timeOffset="29147.74">6436 1996 1921 0,'20'-9'83'16,"8"-2"-29"-16,17-4-39 16,8-2-24-16,7 0-78 15,0 2-59-15,-7 4-177 16,-6 2-4-16,-10 5 192 16</inkml:trace>
  <inkml:trace contextRef="#ctx0" brushRef="#br0" timeOffset="29565.05">4781 2505 2127 0,'97'-15'18'0,"30"-5"0"16,9-3 0-16,14-4-18 16,5-1-18-16,1 2-36 15,3 1-9-15,-4 6 3 16,-2 1 12-16,-8 4 37 0,-11 1-4 16,-10 3-78-16,-6 1-59 15,-13 1-144-15,-6 0 207 16</inkml:trace>
  <inkml:trace contextRef="#ctx0" brushRef="#br0" timeOffset="33331.58">2684 3060 894 0,'-4'-9'114'0,"-1"1"61"15,-2 0-84-15,3 2-43 16,1 0-5-16,3 1-8 16,3 0 0-16,1 1-8 15,4 2-8-15,4 1-3 16,0 1-1-16,6 2 3 15,5 1-1-15,2 0 19 0,5 1 0 16,7-1-15-16,-2 0 3 16,9-4-7-16,1-2 4 15,5-1-6-15,-1 0-6 16,-5 0-6-16,-6 2 0 16,-12 2-3-16,-3 0-6 15,-11 2-12-15,-3-1-15 0,-9-1-92 16,0 0 41-16,0-1-277 15,9-18 209-15</inkml:trace>
  <inkml:trace contextRef="#ctx0" brushRef="#br0" timeOffset="33664.68">3063 2744 1481 0,'22'2'39'0,"3"5"-3"16,9 6-36-16,3 4 0 15,4 8 0-15,0 4 0 16,-3 6 0-16,-1 1 0 15,-4 4 0-15,-3 2-3 16,-8 2-3-16,-10 2 4 16,-7 1-2-16,-5-3 4 15,-9-7 0 1,-2-5 2-16,-7-11-4 0,-1-5-40 0,-3-9 28 16</inkml:trace>
  <inkml:trace contextRef="#ctx0" brushRef="#br0" timeOffset="34930.94">4379 2869 1218 0,'-31'-13'131'0,"-2"0"345"16,1 0-383-16,-3 0-102 15,0-2-9-15,-4 0-3 16,-4 1-3-16,-4 8 6 16,-3 6 3-16,2 10 9 15,3 8 6-15,7 8 6 16,4 6 0-16,14 12-3 0,6 7 3 16,8 17-6-16,6 9 9 15,5 8-6-15,8 1-3 16,11-9-15-16,5-9-15 15,13-21-39-15,1-12-2 16,10-24-10-16,0-11 35 16,2-21 30-16,-2-9-1 15,-7-11-7-15,-5-2-7 0,-13 2-11 16,-7 2-3-16,-13 6 10 16,-6 2 4-16,-13 7 4 15,-6 3 4-15,-10 7 9 16,-5 3 7-16,0 4 30 15,6 1 12-15,5 1 17 16,7 2 4-16,8-1 2 16,6 4-7-16,0 0-14 15,8 4 9-15,11 0-13 16,7 1-9-16,10 0-21 16,1-5 3-16,3 0-9 15,0-1 0-15,-7 1 0 16,-2 0 3-16,-6 6 12 15,-3 4 0-15,-4 11 11 16,-1 7 1-16,-8 13 3 16,-4 8-6-16,-4 11 0 15,-5 1 0-15,1-4-15 0,3-5 3 16,1-21-18-16,2-7-48 16,0-16-154-16,4-6-111 15,-4-17 198-15</inkml:trace>
  <inkml:trace contextRef="#ctx0" brushRef="#br0" timeOffset="35198.28">4763 3261 1670 0,'3'20'194'0,"5"10"128"16,1 7-265-16,3 4-66 15,0-3-15-15,-4-12-35 16,-2-4-10-16,-3-13-3 16,-3-9 18-16,0 0 48 15,-7-14 21-15,1-6 24 16,-1-5-6-16,4-5-9 16,3-4-39-16,9-2-81 15,6-1-32-15,7 1-111 16,6 1 96-16,1 5-209 15,3 2 194-15</inkml:trace>
  <inkml:trace contextRef="#ctx0" brushRef="#br0" timeOffset="35665.37">5306 3271 1553 0,'-11'-6'78'0,"-4"-2"-72"16,1 1-21-16,-6 1-12 16,-4-1 12-16,-2 2 12 15,0 2 3-15,-1 0 3 16,2 3 9-16,3 3 9 16,1 1 3-16,2 6 9 15,0 6-10-15,6 6-8 16,1 4 3-16,7 3-3 15,4-2 3-15,7-1 9 16,6-3-3-16,4-8-9 16,1-5 3-16,4-10 0 15,1-4 3-15,0-11-6 16,1-3-3-16,-3-6-6 0,-2 0 0 16,-4 1 20-1,-5 1 10-15,-2 6 9 0,-1 1-3 16,-3 5-3-16,0 3-12 15,-3 7-9-15,0 0-9 16,0 0-6-16,9 17-3 16,0 8 0-16,2 6 3 15,2 7-6-15,-3 1-6 16,5-5-57-16,0-7-48 0,6-19-158 16,3-11-250-16,5-24 365 15</inkml:trace>
  <inkml:trace contextRef="#ctx0" brushRef="#br0" timeOffset="36248.75">5795 2882 1241 0,'-3'34'147'16,"-1"9"669"-16,1 20-804 15,-1 6-9-15,1 3 3 16,2-3-6-16,-1-10-3 16,1-8-21-16,1-18-20 15,-1-9-25-15,0-15-78 0,-3-8-32 16,0-13-81-16,0-6 62 16,1-9-134-16,0-1 18 15,0-2 250-15,-1 4 128 16,-1 3 216-16,-2 3-81 15,-3 5-152-15,-3 2-30 16,-2 5-15-16,0 4 2 16,0 4 14-16,0 5 13 0,-3 10 25 15,0 6 2-15,4 8 6 16,4 4-6-16,8 5-14 16,7 1 45-16,7-1 0 15,5-3-11-15,2-10-9 16,1-4-12-16,3-14-40 15,0-6-46-15,6-16-94 16,0-9-53-16,3-13-3 16,1-3 14-16,-1 2 35 15,1 4 49-15,-5 9 124 16,-3 5 56-16,-6 12 15 16,-7 5-27-16,-3 7-50 15,-1 5-20-15,-4 6-9 16,-2 3-4-16,-1 4 2 15,1-1 0-15,-1-4-5 0,1-2 3 16,1-7-2-16,-3-8-2 16,0 0-31-16,-12 3-37 15,-2-14 39-15</inkml:trace>
  <inkml:trace contextRef="#ctx0" brushRef="#br0" timeOffset="36383.25">5876 3173 1783 0,'0'0'185'0,"15"1"105"0,5-1-296 16,3-2-116-16,15-9-240 15,7-6 210-15</inkml:trace>
  <inkml:trace contextRef="#ctx0" brushRef="#br0" timeOffset="37115.15">6356 3296 2367 0,'0'0'95'0,"0"0"-17"16,0 1-92-16,1 0-49 16,0 0-17-16,0 0-42 15,23 4-36-15,-15-17 20 0,-6-3 31 16,5-7 59-16,-2-1 15 15,-3-2 6-15,-3 1-12 16,-4 2-11-16,-4 0 2 16,-4 6 18-16,3 3 15 15,-8 7 15-15,0 5 0 16,-5 7 12-16,-4 7 3 0,5 8 21 16,2 4 8-16,6 10 25 15,4 3 0-15,6 7-3 16,4-1-7-16,11-4-26 15,7-2 0-15,6-11-18 16,3-7 0-16,1-14-33 16,-4-6-3-16,-2-15-12 15,-1-5-2-15,-3-7 23 16,-1-3-6-16,-4-2 6 16,-1 1-3-16,-6 0-3 15,0 1 12-15,-4 1 6 16,-1 4 0-16,-1 5 24 15,-1 5 6-15,0 7 11 16,0 8 1-16,0 0-24 16,3 6-6-16,0 11-15 15,0 7 3-15,2 7 3 0,2 2 0 16,0-3 6-16,3-1-6 16,2-8 6-16,-1-4-9 15,5-11 3-15,-2-6 0 16,4-10-9-16,3-6-9 15,2-9-9-15,-1-3-3 16,-1 0 15-16,-6 3 12 16,-2 4 6-16,-2 6 9 0,-5 5 15 15,3 3 6-15,-3 8 9 16,0 5 0-16,4 6-3 16,-5 3-7-16,1 6-14 15,2 0-3-15,0-4-18 16,3-2-9-16,5-9-21 15,0-5-2-15,2-7-40 16,3-5-9-16,0-13-77 16,1-5-66-16,-3-15 123 15</inkml:trace>
  <inkml:trace contextRef="#ctx0" brushRef="#br0" timeOffset="37314.82">7045 2634 1251 0,'13'-24'50'0,"1"7"16"16,3 11-16-16,4 18-7 0,2 13-6 16,0 25-6-16,-3 13 0 15,-7 17 5-15,-6 4-3 16,-3-1-21-16,-3-4-6 16,-1-12-48-16,-1-9-32 15,-4-16-219-15,-1-10 194 16</inkml:trace>
  <inkml:trace contextRef="#ctx0" brushRef="#br0" timeOffset="37498.85">6968 3112 2046 0,'5'15'287'16,"5"3"90"-16,9 4-359 15,5 1-33-15,13-8-90 16,7-4-107-16,14-16-317 16,6-8 227-16</inkml:trace>
  <inkml:trace contextRef="#ctx0" brushRef="#br0" timeOffset="38364.68">8440 2635 2858 0,'12'85'-27'15,"-1"8"-15"-15,-6 1-39 16,-6-2-24-16,-3-11-27 16,1-9 28-16,-1-20 75 15,5-12 26-15,0-18 6 16,-1-8 2-16,0-14 9 15,0 0-18-15,-3-12-64 16,0-8-51-16,-4-8-58 16,-1-5 28-16,-4-1 59 15,-3 0 27-15,-6 3 43 16,-2 3 5-16,-2 7 18 16,-2 4 15-16,2 9 35 0,0 6 16 15,4 11 12-15,0 8 2 16,8 10-17-16,3 7-6 15,10 4-15-15,7 0-6 16,7-8-19-16,3-4-17 16,8-13-14-16,1-6-10 0,6-10 3 15,1-8 3-15,4-8 6 16,2-3 3-16,0-4 3 16,0 0 12-16,-3 3 9 15,-8 4 9-15,-3 6 5 16,-5 4-14-16,-8 5 0 15,-11 4-12-15,0 0-12 16,0 0 3-16,0 0 3 16,0 0 0-16,0 1 12 15,25 22 12-15,-15-15 3 16,3 1-1-16,3-2-10 16,4-1-2-16,5-6-9 15,0-3-1-15,4-9-17 16,-1-3-13-16,-2-8-12 15,-3-1 2-15,-7-3 21 0,-7 0 15 16,-6 3 6-16,-3 2-3 16,-6 4-3-16,-5 2 9 15,-10 7 3-15,-5 5 9 16,-8 10 12-16,1 7-9 16,2 12 6-16,1 6 2 15,8 11 3-15,4 2-5 16,11-1-7-16,6-3-9 15,14-12-113-15,7-6-83 0,17-19-637 16,6-13 652-16</inkml:trace>
  <inkml:trace contextRef="#ctx0" brushRef="#br0" timeOffset="38715.41">9479 2808 2458 0,'-33'23'100'0,"-5"7"1"16,-6 6-99-16,0 3-7 16,4 1 0-16,5-5 5 0,7-4 0 15,11-10-7-15,4-7-31 16,15-8-34-16,11-4-8 15,12-6-10-15,8-2 17 16,10-3 10-16,-3 1 19 16,0 7 20-16,-9 1 3 15,-13 7-15-15,-10 3-12 16,-16 5 9-16,-11 2 9 0,-15 4 30 16,-4 1 15-1,-5 0 6-15,5-4 0 16,0-8-51-16,4-5-62 0,4-12-261 15,4-4 282-15</inkml:trace>
  <inkml:trace contextRef="#ctx0" brushRef="#br0" timeOffset="39398.82">9580 2913 2100 0,'2'6'167'0,"2"4"8"16,-1 2-149-16,2 4-26 15,3 1-5-15,-4 0-9 0,1-2-2 16,0-2-3-16,2-2 3 16,0-4 11-16,4-3 5 15,1-3 0-15,-2-3-1 16,10-6-20-16,2-2-4 15,5-6-8-15,0 0-13 16,-1 0 22-16,-1-1 9 16,-5 2 15-16,-1 1 0 0,-7 2 0 15,-2 1 0-15,-8 3-3 16,0 1 0-16,-2 1-3 16,-2 1 3-16,2 5 3 15,0 0 3-15,0 0 6 16,0 0 0-16,0 0-9 15,0 0 0-15,-1 0-15 16,1 1-3-16,0 0 3 16,0 0-2-16,0 0 5 15,0 0 9-15,1 1-3 16,20 20 0-16,-7-22 9 16,1-1-3-16,5-3 3 15,-2-3-3-15,5-3 0 16,2-1 6-16,-1-2-6 15,4-1 3-15,-6-1-3 16,-3-4 6-16,-8 0-6 0,-3 0 0 16,-7 1 9-16,-3 3 3 15,-7 3 8-15,-5 0 4 16,-5 6-9-16,0 3-6 16,-3 6-6-16,3 5 0 15,-2 8 9-15,0 7-6 16,-1 9 0-16,-2 4 3 15,-1 7 0-15,3-1 4 16,9-4-2-16,6-2 1 0,13-11-13 16,9-4-22-16,13-11-91 15,6-8-47-15,13-12-120 16,2-8-60-16,3-7 256 16</inkml:trace>
  <inkml:trace contextRef="#ctx0" brushRef="#br0" timeOffset="39815">10291 2807 1607 0,'-5'24'149'15,"-1"4"102"-15,2 8-254 0,1 3-3 16,1-1 3-1,4-4-9-15,0-8-21 0,0-5 1 16,1-12-7-16,-1-4 12 16,1-5 21-16,-2-5 9 15,0-7 3-15,-1-2 0 16,1-6 0-16,3-3-3 16,3 1 6-16,2-2 6 15,5-2 3-15,5 1-9 0,-1-2-6 16,0 1-9-16,3 2-9 15,-1 3-3-15,4 6 0 16,-2 7 9-16,-4 10 18 16,1 7 9-16,-4 13 0 15,-2 6 3-15,-1 8-10 16,-3 2-2-16,-1 0 3 16,1-5-9-16,-1-11-68 15,0-7-79-15,4-16 75 16</inkml:trace>
  <inkml:trace contextRef="#ctx0" brushRef="#br0" timeOffset="40017">10979 2613 2765 0,'6'61'47'0,"0"0"-11"16,0 7-98-16,-5-4-35 16,0-18-138-16,-1-8-161 15,-1-20-181-15,-1-10 180 16,-8-18 211-16</inkml:trace>
  <inkml:trace contextRef="#ctx0" brushRef="#br0" timeOffset="40181.75">10752 2776 1545 0,'6'7'169'0,"10"3"91"15,7 0-149-15,15-1-66 16,9-4-27-16,16-5-72 16,2-3-36-16,8-4-107 15,-1-4-78-15,-12-4 222 16</inkml:trace>
  <inkml:trace contextRef="#ctx0" brushRef="#br0" timeOffset="40680.78">7328 3532 2318 0,'75'-8'62'0,"24"0"-44"16,20-4-25-16,33-3-1 16,14-3 3-16,19-4 0 15,11 0 3-15,14 2 13 0,-2 0 11 16,4 3 25-1,-7 0 10-15,-5 2 9 0,-1 2-4 16,-8 0-40-16,-4-1-9 16,-10-3-13-16,-11-2-11 15,-18-3-118-15,-7-4-86 16,-24-7 47-16</inkml:trace>
  <inkml:trace contextRef="#ctx0" brushRef="#br0" timeOffset="49697.04">2894 4214 794 0,'-3'12'145'0,"2"10"170"16,0 9-268-16,1 18-22 15,1 5-9-15,0 9-9 16,2 0-5-16,-1-3 0 15,-2-7 0-15,0-14 0 16,-1-8-2-16,-3-14 0 16,2-7 2-16,-2-7 4 15,-1-6 4-15,2-10 13 16,0-4 0-16,1-9-4 16,0-4 1-16,1-6-14 15,1-4-6-15,4-5 4 16,2-3-8-16,6-5-4 15,3-3 0-15,4 0-2 16,3 4 3-16,0 12 7 16,0 7 4-16,-4 15-1 0,-2 7 3 15,-1 13 0 1,-1 7 2-16,1 13 2 0,-2 11-3 16,2 17 1-16,-2 7 0 15,1 11 0-15,2 0-5 16,-4-3 1-16,-1-7 0 15,0-14-2-15,-3-9 0 16,-1-14 0-16,1-5 0 0,-1-13-2 16,1-6 2-16,6-13-2 15,1-8-4-15,5-12-27 16,4-5-14-16,-2-6-22 16,3 0-3-16,-6-2 10 15,0 1 11-15,0-1 20 16,-3 2 8-16,0 4 13 15,3 5 4-15,-7 11 14 16,-2 5 15-16,-5 12 24 16,-5 10 13-16,2 4 5 15,-1 12-3-15,2 20-19 16,2 10-6-16,1 16-14 16,0 6-6-16,2 1 1 15,-2-4-5-15,2-10-24 16,2-10-24-16,-2-17-318 15,2-6 248-15</inkml:trace>
  <inkml:trace contextRef="#ctx0" brushRef="#br0" timeOffset="50113.78">3786 4507 1264 0,'-4'24'97'0,"2"2"164"16,3 4-222-16,6-2-36 16,2-4-6-16,5-8-21 15,-2-4-9-15,5-11-18 16,1-4 24-16,-2-11 11 15,-2-4 8-15,-3-8 8 16,-4 0 2-16,-2-6 0 16,-4-1 2-16,-7-1-2 15,-4 1 2-15,-5 7-2 16,-2 1 2-16,-4 7 4 16,-1 6 3-16,-7 9 16 0,1 4 6 15,0 10 0-15,2 5 6 16,8 11 2-16,3 4-5 15,8 5-12-15,4-1-12 16,9-5-63-16,6-8-113 16,9-20 123-16</inkml:trace>
  <inkml:trace contextRef="#ctx0" brushRef="#br0" timeOffset="51114.98">4389 3971 1756 0,'-8'31'111'0,"3"14"-57"16,1 10-10-16,4 13-32 15,2 4-3-15,4 1-6 16,1-3 0-16,-1-11 0 15,0-5-3-15,-3-19 3 16,-2-9 0-16,-1-12 6 16,-2-7 3-16,2-7-3 0,-1 0 6 15,-13-16-33 1,4-1-42-16,-2-5-17 0,-1-1-7 16,0 3 27-16,-2 2 33 15,-2 3 3-15,-4 2-3 16,-2 6-2-16,-1 2 8 15,-1 9 18-15,6 3 12 16,3 5 17-16,6 1 4 0,4 5 18 16,6 3 0-1,5 4-3-15,2 0-9 0,7-3-7 16,1-3-8-16,8-11-9 16,2-2-6-16,3-7 0 15,-1-3-9-15,1-4 3 16,-2-1 6-16,0-1-3 15,-2 1-3-15,-3 2 6 16,-2 2 6-16,-3 1 3 16,-6 3 3-16,-2 0-12 15,-2 1-6-15,-2 0-3 16,1 1 0-16,-1-1 0 16,1 0 3-16,2 1 3 15,-1 1 6-15,6 1 0 16,-3-2 3-16,5 0 3 15,3-1 0-15,0-5-6 16,2-2-7-16,-1-6 1 0,-1-3-3 16,-5-2-3-16,-2-2 0 15,-5-3 3-15,-3 1-3 16,-5-1 6-16,-3 4 9 16,-5 5-3-16,-5 5 12 15,-4 9 3-15,-3 5 0 16,2 10-12-16,3 5-6 0,5 9-7 15,6 3-1-15,7 4 3 16,6 1 2-16,11-7 0 16,5-2-2-16,8-11-8 15,4-8-15-15,6-12-71 16,0-11-59-16,5-16-78 16,3-7-51-16,-1-10 87 15,-5-2 18-15,-6-1 36 16,-5 2 7-16,-12 3 107 15,-3 3 62-15,-11 5 67 16,-4 4 5-16,-3 6 20 16,0 2-3-16,0 13-1 15,2 2 124-15,0 10-12 16,0 0-30-16,1 12-114 16,1 11-34-16,2 22-35 0,-1 10-1 15,1 12 0-15,-1 5-7 16,-2-2-13-16,0-2-7 15,-2-15-85-15,-2-10-73 16,-3-20-318-16,-2-9 236 16</inkml:trace>
  <inkml:trace contextRef="#ctx0" brushRef="#br0" timeOffset="51481.03">3506 4909 2411 0,'13'7'81'0,"12"3"-66"16,13 0-14-16,23 0-26 15,11-5-2-15,20-9 4 0,10-4-9 16,12-9-2-16,5-1 2 16,3 1 14-16,0 1 14 15,-2 2 4-15,-7 3 0 16,-4 3 0-16,-9 3-7 15,-12 0-74-15,-5 1-62 16,-21-2-186-16,-8-2-228 16,-24-2 398-16</inkml:trace>
  <inkml:trace contextRef="#ctx0" brushRef="#br1" timeOffset="85263">7150 4639 185 0,'-10'-54'1'0</inkml:trace>
  <inkml:trace contextRef="#ctx0" brushRef="#br1" timeOffset="125827.75">6399 4249 1206 0,'8'-24'29'0,"-2"2"-15"16,-1 1-7-16,-6 4 38 16,1 1 15-16,-8-1 19 0,-1 2 3 15,-6-1 24-15,-4 0 4 16,-5 0-29-16,-6 2-24 15,-12 3-33-15,-6 4-12 16,-2 5-6-16,-2 4-6 16,6 8 6-16,2 3 2 15,7 11 1-15,8 3 15 16,7 7 3-16,5 5 3 0,7 9-6 16,1 5-9-1,9 15-12-15,0 3-3 0,6 11-3 16,4 2-6-16,5 0 3 15,0-2-3-15,7-5 0 16,-5-4-15-16,5-10-24 16,-3-3 7-16,-5-11-1 15,0-2 15-15,-13-7 21 16,-2-3 0-16,-14-5 6 16,-5-5-3-16,-8-9 3 15,-2-7-6-15,-3-14-108 16,-3-10-89-16,2-21 155 15</inkml:trace>
  <inkml:trace contextRef="#ctx0" brushRef="#br1" timeOffset="126028.46">5569 4838 2611 0,'27'-3'97'0,"4"0"42"16,13-5-134-16,2-2-9 16,6-2-28-16,-1-2-16 0,-5-1-69 15,-1-1-130-15,-5-1-225 16,-4 1-66 0,0-1 418-16</inkml:trace>
  <inkml:trace contextRef="#ctx0" brushRef="#br1" timeOffset="126444.14">6715 4321 1834 0,'-25'-24'185'16,"0"0"30"-16,1 3-268 16,-1 6-85-16,1 6 22 15,-10 12 68-15,-1 4 18 16,-1 14-3-16,-1 5-3 15,8 13 27-15,5 7 21 0,5 11 39 16,1 4 9-16,5 10 29 16,3 3-2-16,8 0 0 15,4-3-1-15,8-12-13 16,1-7-32-16,8-18-16 16,-1-8-22-16,5-14-88 15,4-8-103-15,-2-15-156 16,5-7-98-16,2-14 328 15</inkml:trace>
  <inkml:trace contextRef="#ctx0" brushRef="#br1" timeOffset="126694.39">6932 4388 1631 0,'-27'28'143'16,"0"5"4"-16,0 5-76 15,2 7-59-15,-2 0 0 16,-1 3 3-16,2-2-9 0,-2-8-36 16,-2-4-42-16,2-14-185 15,-3-7-13-15,0-13 182 16</inkml:trace>
  <inkml:trace contextRef="#ctx0" brushRef="#br1" timeOffset="126893.96">6455 4590 983 0,'3'-12'130'0,"3"1"108"16,3 1-119-16,6 5-52 15,3 1 89-15,9 9-3 16,5 4-16-16,7 6-35 15,3 6-30-15,3 4-48 16,-3 4-10-16,-3 2-25 16,-4-2-13-16,-10-4-90 0,-3-5-62 15,-5-12-135 1,-3-5 68-16,-1-13 150 0</inkml:trace>
  <inkml:trace contextRef="#ctx0" brushRef="#br1" timeOffset="127211.08">6901 4151 2397 0,'11'12'108'0,"9"6"1"15,4 2-80-15,9 12-30 16,2 6 0-16,3 8-2 16,1 7-3-16,1 6-5 15,-4 1-3-15,-8 3 3 16,-8 3 2-16,-17 4 0 16,-9 2 2-16,-18 1 5 15,-7-3 2-15,-7-9-29 16,2-8-86-16,1-20-22 15,1-10 6-15</inkml:trace>
  <inkml:trace contextRef="#ctx0" brushRef="#br1" timeOffset="127843.83">7490 4412 1475 0,'-10'0'55'15,"10"0"58"-15,-1 0-27 0,1 0-14 16,11-1 9-16,13-3 14 15,8-3-5-15,8-3-6 16,5-1-7-16,5-2-20 16,2-2-20-16,6 0-26 15,1 0-2-15,0 2-9 16,-4 3-2-16,-3 2-5 16,-3 7-2-16,-13 1-24 15,-5 1-45-15,-14 6-149 16,-6-3-149-16,-15 2 267 15</inkml:trace>
  <inkml:trace contextRef="#ctx0" brushRef="#br1" timeOffset="128060.93">7522 4589 2545 0,'25'7'126'0,"6"-1"39"16,17 1-156-16,7-3-14 15,5-3-30-15,1-3-15 0,1-5-25 16,-1-4-38-16,-7-3-36 16,-2-2-41-16,-11-3-100 15,-3 1-68-15,-12 1 275 16</inkml:trace>
  <inkml:trace contextRef="#ctx0" brushRef="#br1" timeOffset="129343.74">8854 4243 1278 0,'-5'-3'104'0,"2"2"192"16,3 1-206-16,0 0-93 16,0 0-6-16,-9 6-15 15,3 7 3-15,-2 7 3 16,-3 9 0-16,0 16 16 0,1 5 2 16,4 10 8-16,6 2 13 15,9-3 9 1,3-2 15-16,13-8 21 0,1-2 12 15,7-11 56-15,2-4 18 16,1-13 2-16,5-6-43 16,3-13-26-16,5-7-15 15,1-16-43-15,1-7-12 0,-2-12-5 16,-7-7-1 0,-5-7 6-16,-6-2-1 0,-15-7-5 15,-6-4-5-15,-13-3-12 16,-7-4-12-16,-15-1-13 15,-3 1-13-15,-16 3-46 16,-5 2-2-16,-11 5-8 16,-6 6-32-16,-4 15 33 15,-1 11 23-15,-6 21 54 16,2 9 15-16,3 12 33 16,6 6 0-16,15 14-15 15,10 5 6-15,11 8 12 16,10 3 9-16,14 3 21 15,3 2 8-15,20 1 13 16,8-2-10-16,21-3 13 0,10-5 8 16,23-9-4-16,6-4-34 15,7-12-1-15,4-4 0 16,-2-10-10-16,0-5-7 16,-7-6-15-16,-8-3-11 15,-19-3-6-15,-11 1-4 16,-17-1-31-16,-9 1-22 15,-12 0-97-15,-8-1-145 0,-11-2 90 16</inkml:trace>
  <inkml:trace contextRef="#ctx0" brushRef="#br1" timeOffset="129960.21">9465 4641 1533 0,'-9'12'178'0,"2"3"115"16,2 5-221-16,5 5-105 15,5 4-3-15,4 2 3 16,4-1 9-16,4-1 12 16,3-3 4-16,0-7 19 15,-3-4 7-15,1-8 27 16,-2-6 24-16,2-8 12 15,1-4-7-15,-5-10-20 16,1-2-24-16,-4-8-26 16,-5-1-4-16,-6-5-25 15,-7 0-14-15,-11 2-9 16,-3 1 1-16,-10 8 20 16,-5 5 0-16,-4 11 12 0,-1 6 6 15,2 7 9-15,4 4-18 16,13 2-134-16,6 0-117 15,23-2 159-15</inkml:trace>
  <inkml:trace contextRef="#ctx0" brushRef="#br1" timeOffset="130727.42">10014 4375 1225 0,'0'0'101'0,"6"-6"91"0,7 3-91 15,5-1-74-15,6 2-6 16,4-2 5-16,4 2 10 16,10 2 33-16,3-3 18 15,3-1 17-15,-4-1-8 16,1-2-30-16,-5 0-28 16,-4 1-23-16,2 0-15 15,-7 2-9-15,-4-1-11 0,-7-2-82 16,-4-1-92-16,-6-5 110 15</inkml:trace>
  <inkml:trace contextRef="#ctx0" brushRef="#br1" timeOffset="130984.68">10348 3997 2133 0,'0'0'110'16,"0"0"-53"-16,4 14-57 0,5 7-12 15,1 7 0-15,3 11-9 16,2 6 0-16,-3 11 3 0,2 6 9 16,-5 6 6-16,-4 3 3 15,-2-2 0-15,1-4-9 16,0-8-29-16,1-7-25 15,0-8-63-15,0-6-26 16,-1-13-121-16,1-5 50 16,3-10 138-16</inkml:trace>
  <inkml:trace contextRef="#ctx0" brushRef="#br1" timeOffset="131828.44">10989 4207 1363 0,'-9'-11'87'15,"1"0"159"-15,-1 2-156 16,0 2-90-16,1 4-6 16,-1 5-6-16,0 2 0 0,2 8 3 15,-1 4 9-15,1 11 15 16,2 6 9-16,4 8 12 16,3 3 15-16,4 1-12 15,6-2-7-15,5-7-2 16,6-2-9-16,4-9 9 15,4-5 3-15,5-7 3 16,0-6 12-16,7-7-9 16,1-4 2-16,1-8-11 15,-1-5-9-15,-3-6 9 16,-4-5-2-16,-5-7 16 16,-4-3-1-16,-10-8-1 15,-4-4-4-15,-10-5-20 16,-6-1-3-16,-7-5-15 0,-7 1-10 15,-11-1-8-15,-6 3-8 16,-14 3-9-16,-5 1 4 16,-11 10-5-16,2 5 8 15,-11 14 14-15,0 9 2 16,7 14 12-16,-2 7-3 16,17 14 3-16,5 9 0 15,15 14 6-15,3 7-1 16,17 9 4-16,10-1 4 0,18-3 18 15,10-6 1-15,18-6 3 16,10-4-3-16,14-9-12 16,5-5 17-16,9-10 26 15,4-4-4-15,6-6-19 16,-1-4-10-16,-11-5-19 16,-7-3-6-16,-20-7-10 15,-6 0-13-15,-11-1-72 16,-8-2-127-16,-15 1-255 15,-9-2 183-15</inkml:trace>
  <inkml:trace contextRef="#ctx0" brushRef="#br1" timeOffset="132194.81">11738 4490 1489 0,'0'0'44'0,"0"0"12"16,-1 0-35-16,-11 11-6 16,6 1-9-16,0 7 24 15,2 4 5-15,2 6 7 16,0 3-3-16,3 5-18 16,-1 1-9-16,3 1-42 15,3-4-54-15,-3-6-142 16,0-4 171-16</inkml:trace>
  <inkml:trace contextRef="#ctx0" brushRef="#br1" timeOffset="132727.26">12411 3723 1756 0,'-5'30'87'0,"-5"10"-81"0,-2 9-6 16,-8 13 0-16,-7 4 0 15,-7 5 15-15,-7 5 15 16,-3 4 38-16,-1 0 4 16,0-8-12-16,9-8-15 15,3-20-42-15,5-9-18 0,4-20-93 16,3-10-68-16,5-18 89 15</inkml:trace>
  <inkml:trace contextRef="#ctx0" brushRef="#br1" timeOffset="132927.67">11976 3998 2786 0,'32'17'52'0,"6"6"-29"16,2 5-23-16,8 13-22 15,-2 5-5-15,-1 5-11 16,4 2-2-16,-6-2 4 0,0-4-21 16,-4-7-135-1,-2-7-112-15,-6-13 100 0</inkml:trace>
  <inkml:trace contextRef="#ctx0" brushRef="#br1" timeOffset="133579.5">12647 4380 1628 0,'-6'-5'98'0,"0"0"-23"16,2 0-72-16,4 5-18 15,0 0 0-15,0 0-6 16,0 0 0-16,0 0 15 16,0 0 6-16,0 0 36 15,0 0 15-15,0 1 30 16,0-1 23-16,1 1 4 15,0 0-7-15,-1 1-32 16,1 0-27-16,0-1-29 16,11 26-9-16,-12-27-1 15,0 0-3-15,0 1 0 16,0 0 0-16,0 0 0 16,7 23 0-16,-4-8 0 15,-1 6-2-15,0 13-7 16,2 4-2-16,-3 9-83 15,2 3-91-15,-2-1 104 0</inkml:trace>
  <inkml:trace contextRef="#ctx0" brushRef="#br1" timeOffset="142444.1">3075 5711 1369 0,'1'20'33'0,"4"10"-10"16,0 11-17-16,1 19-4 15,0 9 0-15,-1 15-2 16,0 2 0-16,-4 0-2 16,0-4 0-16,-3-17 2 15,-3-10 0-15,0-19 4 16,-1-9 0-16,4-14 3 15,2-12-1-15,0-1 0 0,-10-4 0 16,3-17-10-16,-3-8-4 16,4-10-5-16,1-6 3 15,2-8 6-15,1-3 4 16,0-10 0-16,2-6 0 16,7-5 0-16,4 0 2 0,8 5 0 15,4 7-2-15,4 9 4 16,1 7 2-16,0 13-1 15,-3 6 1-15,-4 17-4 16,-3 6-2-16,-6 16 0 16,-2 10 0-16,-6 20 6 15,-4 10 2-15,-5 15 1 16,-5 5 3-16,-5 2-6 16,-3-2-2-16,1-13-18 15,-1-8-25-15,2-16-315 16,5-7 224-16</inkml:trace>
  <inkml:trace contextRef="#ctx0" brushRef="#br1" timeOffset="143210.03">3411 5881 1714 0,'-22'5'84'0,"1"2"-60"15,2 4-27-15,2 5-24 16,3 3 0-16,1 6 6 15,1 2 0-15,3 2 6 16,2 1 9-16,4-2 3 16,3 1 0-16,0-6-3 15,3-4 0-15,3-6 0 16,0-6 3-16,2-7 6 16,1-2-3-16,4-11-5 15,2-6-10-15,2-9-15 16,2-3 3-16,0-1 9 15,-2 1-3-15,-5 4 21 16,-2 5 0-16,-4 9 3 16,-2 6 6-16,-4 7 6 0,0 0 9 15,3 20-3-15,1 1 0 16,-2 10-3-16,0 1-7 16,0-1-5-16,-3 0-6 15,4-8-9-15,2-3-11 16,1-9-40-16,1-6-6 15,-2-6 16-15,-2-5-18 0,3-8-15 16,-3-4-4-16,4-3 5 16,1-2 22-16,-3 1 35 15,3 0 15-15,-2 1 28 16,-1 2 9-16,4 6 31 16,-2 1 18-16,0 7 11 15,-2 3-4-15,1 6-17 16,-2 5-14-16,3 10 18 15,1 4-7-15,-1 5-28 16,0 2-5-16,-1-2-18 16,-2-3-6-16,-1-7 0 15,1-4 0-15,-2-8 0 16,-2-6-3-16,0 0 12 16,0 0-6-16,4-19 9 15,-2 1-9-15,2-8-24 0,1-7-24 16,5-7-89-16,4-7-22 15,8-6 105-15</inkml:trace>
  <inkml:trace contextRef="#ctx0" brushRef="#br1" timeOffset="144676.46">3931 6011 1458 0,'-12'-2'31'0,"-1"0"-35"16,1-3-25-16,1-2-21 16,-1 0-3-16,3-2 24 15,0 3 10-15,0 4 38 16,1 4 10-16,0 8 14 15,-3 6 0-15,1 10-11 16,1 3-1-16,4 8-11 16,-1 0-5-16,7-3-2 15,2-2 5-15,1-8-3 16,4-6-9-16,-3-9 9 0,4-6-6 16,2-9 0-16,2-5 0 15,0-10-9-15,0-4 0 16,-1-3 0-16,-3 0-3 15,1 4 3-15,-5 4 3 16,-1 5 12-16,1 3 6 0,-3 5 2 16,-2 7 4-16,0 0 3 15,10 3 0-15,-4 9 15 16,2 7 0-16,0 5-12 16,0 2 5-16,-1 1-23 15,-1-3-3-15,-1-6-6 16,1-5-9-16,-1-9-33 15,1-5-14-15,1-9-40 16,-1-7-18-16,2-8 4 16,2-3 44-16,-1-3 35 15,1 1 9-15,2 3 14 16,-1 2 4-16,2 5 6 16,1 2 4-16,-2 9 7 15,-1 5 0-15,1 10 21 16,-5 5 26-16,4 15-7 15,0 5 7-15,-4 10-15 16,-1 4-15-16,-6 0-12 0,0-4-9 16,-2-11-3-16,0-7-6 15,3-15-15-15,-1-4-45 16,2-13-39-16,4-7-23 16,-2-14-4-16,2-4 66 15,3-4 19-15,0 1 12 16,0 3 23-16,1 2 9 15,1 4 3-15,-1 4-1 16,2 7 3-16,1 5-2 0,-2 8 3 16,1 4 5-16,0 13 1 15,-1 6 4-15,0 8 38 16,-2 4-9-16,-2 1-22 16,-2-2-8-16,-1-7-18 15,-1-6-6-15,-2-10-15 16,-1-7-41-16,4-7-54 15,-3-6 60-15,5-6-1 16,0-3 16-16,2 4 28 16,-1 3 11-16,-1 4 11 15,0 3 4-15,0 7 3 16,1 2-3-16,0 6 6 16,2 0-3-16,-1 3 3 15,2-1 11-15,0-2-18 16,1-2-9-16,4-5-9 0,-1-4 3 15,3-3 3-15,1 0 6 16,-5-2 3-16,0 0 3 16,-3 2-7-16,-2 0-2 15,0-2-9-15,-3-1 0 16,-3-1-17-16,-2-2-10 16,-5-1 0-16,2 0 6 0,-7 0 21 15,-3 1 18-15,-1 4 21 16,-2 2 11-16,1 8 28 15,3 5 15-15,1 12 17 16,4 5-11-16,4 14-42 16,3 4-18-16,6 4-36 15,1 0 2-15,5-8-5 16,0-5-3-16,3-13-26 16,-3-6-37-16,0-14-12 15,-1-6-8-15,4-13 2 16,3-3 21-16,3-7 15 15,2 0 6-15,-5 5 30 16,-1 2 12-16,-6 9 6 16,-2 3 24-16,-5 8 6 15,-4 3 12-15,0 0 6 0,1 0 0 16,10 12-4-16,-7-1-2 16,0 4-6-16,1 0-9 15,-1 1-15-15,1 0-6 16,-2-5-9-16,-1-1 6 15,-2-5 0-15,0-5-3 16,0 0 6-16,0 0-3 16,2-9-6-16,0-6-3 15,4-8-27-15,3-4-33 0,7-7-60 16,2 1-26-16,4 0-69 16,0 2 71-16,-2 5 96 15</inkml:trace>
  <inkml:trace contextRef="#ctx0" brushRef="#br1" timeOffset="145094.91">4761 5612 2037 0,'0'0'117'0,"0"0"-46"16,9 8-50-16,5 22-36 15,3 14 3-15,3 23 6 16,-3 9 3-16,-6 9-3 16,-2-2 3-16,-7-8-29 15,-2-6-40-15,0-18-116 16,-2-8-48-16,-6-19 19 15,0-8 43-15,-8-16-139 16,-1-7 154-16</inkml:trace>
  <inkml:trace contextRef="#ctx0" brushRef="#br1" timeOffset="145827.44">4695 6156 1375 0,'0'0'96'0,"0"0"207"0,1 0-55 16,19 1-116-16,-2-4-34 15,11-6-68-15,6-5-33 16,8-7-54-16,5-6-35 16,-1-5-55-16,0 2-5 15,-6 4 26-15,-6 7 34 16,-11 10 44-16,-6 6 20 16,-11 6-5-16,-3 6-3 0,-6 3-1 15,-2 2 8-15,-2-1 21 16,-1 0 8-16,2-1 15 15,-2 1 7-15,3 0 18 16,1-2 5-16,-1-1 28 16,3 1 43-16,1-2-11 15,0 0-18-15,1-4-25 16,4 0-20-16,2-7-27 16,3-3 3-16,3-7-15 15,0-4 6-15,-1-5-9 16,1-2-9-16,-4 0 0 15,-3 2-6-15,-5 1-24 16,-2 1-17-16,-5 7-10 16,-4 2 6-16,-3 8 30 15,-1 4 27-15,2 11 18 16,1 5 6-16,2 11 9 0,4 6 9 16,3 8 6-16,2 2-1 15,6-1-17-15,2-5-6 16,4-12-18-16,3-6-6 15,1-14-3-15,0-7-24 16,3-11 0-16,-2-5-2 16,1-9 8-16,-3-2 24 0,-3-1 15 15,3 1 0-15,-3 0-3 16,-2 3 2-16,4 1-8 16,-5 3 3-16,0 9-9 15,1 3-9-15,-2 13 0 16,0 6 4-16,0 12 19 15,-2 5 7-15,-3 6 9 16,-2-1 9-16,-3-2-3 16,-2-6 3-16,-2-10-9 15,2-5-6-15,4-10-6 16,0 0-15-16,-5-14-66 16,1-4-27-16,-1-10-47 15,2-2-25-15,3-6-22 16,3-1 62-16,10-4 70 15</inkml:trace>
  <inkml:trace contextRef="#ctx0" brushRef="#br1" timeOffset="146277.57">5529 5964 1175 0,'-6'0'54'0,"0"0"43"0,3-1-97 16,-1-1-4-16,-1 0 0 15,1 0 6-15,-1-3 24 16,0 2 20-16,-2 0 30 16,2 1 27-16,1-1 106 15,4 3-33-15,0 0-71 16,0 0-33-16,0 0-45 15,0 0-21-15,0 1-6 16,-4 14-9-16,4-3 0 16,-1 1 6-16,0 1 0 15,1 1 6-15,2 1 3 16,2 1-3-16,4-2 0 16,1-2 3-16,5-1 3 15,1-5 0-15,1 0-1 0,0-2 1 16,-3-3-3-16,-1 3 0 15,-7 1-6-15,-4 1 0 16,-9 6-6-16,-8 5-6 16,-15 4 9-16,-4 4 3 15,-9 2 3-15,-1-4-3 16,6-9-143-16,4-9-129 16,11-19 141-16</inkml:trace>
  <inkml:trace contextRef="#ctx0" brushRef="#br1" timeOffset="146777.64">4191 6615 1947 0,'16'0'120'0,"17"-2"-3"16,12 0-103-16,30-2-34 16,10-2 5-16,19-3 15 15,7 0 3-15,5-1 3 16,-4 1 3-16,-8 3-6 15,-6-1-1-15,-17 4 1 16,-7 0-3-16,-18 0-3 16,-13 0-50-16,-18 0-94 15,-9-1-80-15,-14-5 99 16</inkml:trace>
  <inkml:trace contextRef="#ctx0" brushRef="#br1" timeOffset="147976">7891 5836 1243 0,'0'0'50'16,"0"0"24"-16,0 0-72 16,1 0 4-16,15 7 13 0,-1-7 10 15,7-1 21-15,3-2 10 16,8-2 62-16,4 0-3 16,3-3-53-16,3 0-36 15,1-1-60-15,-1 1-30 16,-2 0-104-16,-3 1 14 15,-5 1 97-15</inkml:trace>
  <inkml:trace contextRef="#ctx0" brushRef="#br1" timeOffset="148277">7964 6117 1649 0,'11'0'131'16,"1"1"33"-16,10 0-164 15,7 1 0-15,9-2 0 0,0-4 6 16,4-1-3-16,0 1 3 16,-4-2-15-16,-1 1-29 15,-7-1-94-15,-3 2-83 16,-8-2 158-16</inkml:trace>
  <inkml:trace contextRef="#ctx0" brushRef="#br1" timeOffset="149094.64">9220 5671 1684 0,'-30'-9'81'0,"-1"4"-51"16,-6 1-51-16,3 10-15 16,1 6 3-16,3 10 12 15,2 7 15-15,5 16 27 16,2 11 9-16,8 17 27 15,1 7-9-15,9 7-12 16,6-1-12-16,8-7-21 16,9-6-6-16,6-20-27 15,9-9 9-15,8-25 36 16,6-8 42-16,7-19 80 16,-2-10 9-16,2-14-32 15,-2-5-60-15,-6-9-40 16,-1-5-7-16,-12-7 7 15,-6-4-4-15,-13-10 6 16,-8-5-5-16,-14-10-17 16,-5-1-13-16,-13 6-18 15,-6 7-8-15,-14 20 5 0,-5 10 4 16,-18 17 33-16,-8 7 3 16,-9 12 0-16,-4 4 0 15,8 12-15-15,4 5 3 16,17 14 15-16,8 6 27 15,16 15 21-15,10 4-13 16,18 10 0-16,7 0-5 16,20-4 5-16,13-3 4 0,22-12-17 15,5-7-5-15,16-15-15 16,4-8-5-16,6-15 0 16,6-7-1-16,-6-8-5 15,-7 0-8-15,-18 0-30 16,-9 2-17-16,-17 5-88 15,-10 3-120-15,-13 3-448 16,-12 5 560-16</inkml:trace>
  <inkml:trace contextRef="#ctx0" brushRef="#br1" timeOffset="149779.72">9693 6237 1171 0,'0'0'105'0,"-1"1"133"0,-9 14-207 15,4 2-37-15,3 4-3 16,0 9 5-16,4 3-2 15,4 4 4-15,-1-3 6 16,3-6 19-16,1-3 63 16,4-9 24-16,1-4 7 15,4-9-25-15,-2-3-29 16,4-10-27-16,2-6-15 0,-3-5-18 16,0-6-3-1,-6-2-3-15,-4 0 0 0,-8 0 9 16,-7 2 9-16,-9 6 6 15,-7 4 3-15,-11 8-6 16,-2 5 0-16,-5 10-12 16,4 2-30-16,6 6-117 15,4-1-95-15,13-3 114 16</inkml:trace>
  <inkml:trace contextRef="#ctx0" brushRef="#br1" timeOffset="150211.96">10331 6277 1670 0,'-8'8'197'0,"1"5"105"16,-1 5-201-16,-1 12-107 16,-1 3-6-16,-5 6-36 15,0 0-23-15,2-4-37 16,1-4-5-16,8-8 11 16,1-5-3-16,6-11-76 15,4-5-7-15,5-11 106 16</inkml:trace>
  <inkml:trace contextRef="#ctx0" brushRef="#br1" timeOffset="150810.7">10763 5851 1852 0,'-5'-4'170'15,"1"0"84"-15,-2 4-266 16,3 3-24-16,-4 10-20 16,0 7-7-16,3 13 36 15,-4 8 9-15,5 6 33 16,-2 0 18-16,4-2 15 15,6-2 2-15,5-10 1 16,5-4-12-16,10-10-21 16,1-5-7-16,7-9-7 15,0-5-1-15,0-11-4 16,0-6-8-16,1-9-4 16,-4-5-9-16,-4-8 4 15,-3-1 9-15,-12-8 21 0,-4 0 15 16,-11-5 8-16,-5-3-4 15,-11-1-3-15,-7 1-2 16,-12 4-11-16,-4 4-4 16,-11 12 2-16,-2 6-3 15,5 16 4-15,3 7 3 16,5 12-3-16,4 7-4 0,-1 13-5 16,1 8-3-16,12 13-7 15,6 4-1-15,20 4 4 16,8-2-2-16,18-8-6 15,7-6-5-15,15-12-6 16,3-9-1-16,12-13 9 16,4-8-3-16,3-10 2 15,1-4-7-15,-10-3-3 16,-9 2-2-16,-20 3-63 16,-9 5-72-16,-17 5-216 15,-5 6 214-15</inkml:trace>
  <inkml:trace contextRef="#ctx0" brushRef="#br1" timeOffset="151079.28">11100 6162 1932 0,'1'0'135'16,"17"13"50"-16,-8-1-292 0,5 11-82 15,3 4 34-15,-2 8 83 16,-1 4 27-16,-3 5 75 16,0 1 39-16,-3-3 0 15,-1-4-12-15,-2-11-195 16,-3-5 7-16,-2-12 38 15</inkml:trace>
  <inkml:trace contextRef="#ctx0" brushRef="#br1" timeOffset="151743.76">8911 6972 2357 0,'17'3'31'16,"9"0"23"-16,23-2-149 0,11-1-27 15,22-5 86-15,7-1 31 16,14-2 5-16,-1-1-3 16,5 0 26-16,-2 2 7 15,4 0 21-15,-1 1-10 16,1 1-20-16,-1 3-10 16,-5 2-11-16,-3 2 0 0,-13 1-12 15,-9-1-21-15,-14-2-108 16,-7 0-66-16,-14-3-230 15,-8-1 355-15</inkml:trace>
  <inkml:trace contextRef="#ctx0" brushRef="#br1" timeOffset="161226.28">10218 6264 878 0,'-4'0'14'15,"0"0"43"-15,4 0-114 16,0 0 0-16,0 0 50 15,-1 0 20-15,1 0 22 16,0 0 15-16,0 0 23 16,0 0-7-16,0 0-20 15,0 1-7-15,0 0-22 16,0 1-3-16,1 30-8 16,-1-31-4-16,1 0-2 15,0-1 2-15,-1 1-2 16,24 9 1-16,-14-18 3 15,4-1-2-15,0-3 2 16,-3 0 0-16,-1 1 6 0,-4 1-1 16,-4 3 15-16,0 0 7 15,-5 2 19-15,0 2 2 16,-5 2-3-16,-1 1-10 16,-6 4-20-16,-1 2-4 15,0 3-9-15,2 1 0 0,5 0-4 16,2-1 0-1,5-2 0-15,2-2-2 0,2 0-2 16,2-2 0-16,3 1 0 16,2-2 0-16,0 0 2 15,2-2 0-15,0-1-4 16,1 0 0-16,-2-4-1 16,-2 0-3-16,-4-1 4 15,1 0 2-15,-6 1 4 16,-5 0 6-16,-3 1 1 15,-4 0 1-15,-3 1-6 16,0 1 2-16,-2 2-4 16,0 0 3-16,5 2-1 15,1 1 0-15,5-1-2 16,7-2-2-16,0 0-6 16,4 10 2-16,7-7-7 15,4 0-1-15,8-3-5 16,3-3-3-16,6-4 3 0,1 0 1 15,-4-2 11-15,-4 0-1 16,-9 2 6-16,-6 3 0 16,-10 4 2-16,0 0 11 15,0 0 9-15,-15-5 3 16,0 5 0-16,-1-1-9 0,-1 1-9 16,2 0-1-16,2 1-6 15,3-1 2-15,10 0-12 16,0 0-3-16,0 0-18 15,12 3-10-15,2-1-15 16,3-1-12-16,-2-1-37 16,-2 0-24-16,-2-3-114 15,-6 2-24-15,-5 1 96 16,0 0 82-16,0 0 171 16,0 0 98-16,-13-7 114 15,2 7-28-15,-5 1-109 16,0 0-35-16,0 2-46 15,0 0-3-15,4-1 5 16,1 0-25-16,4-1-29 16,7-1-6-16,0 0-18 0,-1 0-6 15,0 0-9-15,1 0-3 16,0 0 0-16,0 0 1 16,0 0-1-16,0 0 9 15,0 0 6-15,0 0 3 16,0 0 6-16,0 0 0 15,0 0-3-15,0 0 6 16,0 0-9-16,0 0-3 16,0 0 9-16,0 1 2 15,-1-1 16-15,0 1 0 0,0 1 6 16,-1 0 6-16,-24 24-6 16,26-26 3-16,0 0-9 15,0 0-3-15,0 0-3 16,0 0-4-16,0 0-5 15,0 0-3-15,0 1-3 16,0-1 3-16,0 1-6 16,0 0 0-16,1 0 0 15,0 0 0-15,0 0 6 16,-1 0-3-16,0-1 15 16,0 0-3-16,0 0 0 15,0 0 0-15,-1 0-6 16,0 0 3-16,-26-8 3 15,18 8 0-15,-1 0-3 16,0 2 9-16,2 2-6 0,1 0 0 16,3 2-3-16,1 1-9 15,2 1-3-15,1 0 0 16,1-1-6-16,3 0-3 16,4-3 0-16,1-1-3 15,3-3 12-15,2-2 0 16,1-6 0-16,-1 0 12 0,-1-1 3 15,-3 0 0-15,-3 2 6 16,-7 7-1-16,0-1 7 16,0 0 3-16,0 1 9 15,0 0-12-15,0 0-11 16,-1 0-6-16,0 0-10 16,0 0 0-16,0 0-1 15,-1 0 0-15,-25 6-4 16,27-6-3-16,0 0-12 15,0 0-1-15,0 0 0 16,1 1 0-16,0 0 21 16,23 6-3-16,-13-7 0 15,0-2 0-15,-1-1 6 16,1 0 3-16,-6 0 15 16,-5 3 9-16,0 0 11 15,0-1 4-15,0 0 9 16,0 0 0-16,0 0-13 0,0 1-6 15,0-1-10-15,-1 0-7 16,0 0-7-16,-1 0-8 16,-28-17 0-16,29 18-3 15,0 0 0-15,0 0 2 0,0 0 2 16,0 0-5-16,1 0-13 16,-1 0-2-16,1 0-8 15,0 0 9-15,1 0 10 16,19-4 1-16,-10 3 12 15,0 0-7-15,-3 1 10 16,-7 0-6-16,0 0 5 16,14 3 3-16,-10 0-5 15,4 0 0-15,-4 3-3 16,-5 2 0-16,-1 7 1 16,-1 7 2-16,-9 13-1 15,-3 7-5-15,-12 14-2 16,-4 1 0-16,-8 1-4 15,-2-4-24-15,-5-13-164 16,-4-15-264-16,-7-33 196 16</inkml:trace>
  <inkml:trace contextRef="#ctx0" brushRef="#br1" timeOffset="166642.46">3521 7345 962 0,'-5'-17'55'15,"-1"0"18"-15,-1 3-65 16,2 3 11-16,-2-1 16 16,-2 1 33-16,-1 2 9 15,-5-1-5-15,-2 3-10 16,-7 3-22-16,-3 1-7 0,-5 3-17 16,-3 4-4-16,0 4-11 15,-2 2-1-15,0 6 0 16,0 3-1-1,1 11-1-15,3 6 2 0,2 15 3 16,1 5 5-16,8 13 16 16,4 3 21-16,13 3-3 15,6-2-13-15,15-9-17 16,4-7-9-16,14-14-3 16,6-7 3-16,6-16 12 15,2-5 6-15,2-14 9 16,1-5-9-16,0-10-9 15,-1-3-3-15,-5-3-18 16,-8-1-15-16,-8 2-24 0,-5 1-26 16,-8 0-45-16,-2 3 40 15,-10 2-105-15,-4-1-137 16,-3 4 147-16</inkml:trace>
  <inkml:trace contextRef="#ctx0" brushRef="#br1" timeOffset="167059.56">3590 7624 1894 0,'-8'5'206'0,"1"3"34"15,0 4-244-15,3 6-128 16,3 3-17-16,4 2 53 16,3 0 49-16,5-1 35 15,1-1 9-15,4-5-3 16,2-2 6-16,-1-7 3 16,2-5-3-16,0-8 9 15,1-7-6-15,4-11-3 16,0-3-3-16,-4-4 0 15,-1 3-3-15,-12 4 6 0,-3 2 0 16,-8 5 15-16,-7 2 11 16,-7 5 16-16,-4 1 12 15,-9 5 0-15,-2 4-6 16,-5 6-21-16,-1 4-1 16,4 6-26-16,1 1-26 15,9 1-142-15,7-2-116 0,13-9 135 16</inkml:trace>
  <inkml:trace contextRef="#ctx0" brushRef="#br1" timeOffset="167426.51">4055 7531 2181 0,'-24'10'176'16,"-3"1"54"-16,-2 7-326 16,-1 1-13-16,1 4-36 15,4 1-7-15,5-2 92 16,4-3 3-16,9-5 33 16,3-3 21-16,9-3 18 15,6 1-6-15,7 0-6 0,4 0-12 16,5 1-23-16,2 0 2 15,-2 2 3-15,-1 3 9 16,-13 5 12-16,-3 4 0 16,-14 5 3-16,-10 3 9 0,-17 4 15 15,-8 3 6 1,-13 0-3-16,-2-3-24 0,4-14-108 16,6-7-80-16,20-21-101 15,11-13 192-15</inkml:trace>
  <inkml:trace contextRef="#ctx0" brushRef="#br1" timeOffset="167610.56">4291 7360 1861 0,'12'12'203'15,"-1"8"116"1,2 15-289-16,0 8-27 0,-3 11-3 15,0 5-3-15,-5 4-1 16,-2 1-7-16,-3-4-65 0,-1-5-134 16,-8-10 105-1</inkml:trace>
  <inkml:trace contextRef="#ctx0" brushRef="#br1" timeOffset="167792.93">4144 7788 2625 0,'5'0'149'16,"2"-2"105"-16,8-6-252 15,5-3-59-15,18-9-96 16,6-4-71-16,11-4-215 16,3 1-206-16,-1 7 527 15</inkml:trace>
  <inkml:trace contextRef="#ctx0" brushRef="#br1" timeOffset="168310.3">5028 7248 1661 0,'0'31'403'16,"0"10"314"-16,1 25-710 15,1 9-12-15,0 10-31 16,-2-1-35-16,-3-7-140 16,-3-6-133-16,-6-15-416 0,-1-10 593 15</inkml:trace>
  <inkml:trace contextRef="#ctx0" brushRef="#br1" timeOffset="169059.69">4787 7791 2782 0,'0'0'135'0,"7"-7"19"15,8-1-249-15,17-7-99 16,8-2-77-16,9-5-48 16,1 0-51-16,-1-2 87 15,-2 2 181-15,-6 5 74 16,-6 4 44-16,-9 10 46 16,-6 3 13-16,-6 9 59 15,0 5-26-15,-2 12-24 16,-2 6-7-16,0 9 1 15,-3 1 0-15,-2 2 11 16,1-2 14-16,-2-4-36 16,1-4-4-16,-2-8-10 15,-1-6-13-15,0-8-13 0,1-5-5 16,1-7-14-16,2-3-4 16,0-12-5-16,-2-6-7 15,3-10-17-15,-5-8 0 16,2-4 0-16,-2 1 10 15,-5 6 20-15,3 7 8 16,-1 12 23-16,-1 5 14 0,2 9-4 16,0 3-20-16,0 0-16 15,0 0-13-15,0 0-14 16,11 3 2-16,4 5-11 16,0 4 5-16,3 5 11 15,-2 2 1-15,-3 2 2 16,-1-1-2-16,-4-2 8 15,-2-1-4-15,-3-7 7 16,0 0 2-16,-3-5 0 16,0-5 1-16,0 0-3 15,0 0-1-15,0 0-1 16,0 0-1-16,-1-16-11 16,4 2-2-16,6-8 2 15,4 0-1-15,4-1 9 16,2 2-1-16,0 8-1 15,0 4-3-15,0 7 4 0,2 6-1 16,-1 9 6 0,-3 4-1-16,-3 7-3 15,-1 3-5-15,-2-4-37 0,-2 0-25 16,2-9-109-16,1-2-66 16,1-10-97-16,4-2 133 15,2-8-176-15,2-4 188 0</inkml:trace>
  <inkml:trace contextRef="#ctx0" brushRef="#br1" timeOffset="169508.96">5966 7699 839 0,'-5'-2'218'0,"-4"0"144"16,-2 1-111-16,-10 2-69 15,1 1-36-15,-8 6-29 16,-1 2-13-16,3 6-11 15,2 3-36-15,6 7 2 16,2 2-1-16,8 3-23 16,3 1-11-16,7-3-26 15,6-5-18-15,8-6-16 16,4-6-9-16,9-11-15 16,4-7 4-16,3-14-15 0,3-9-9 15,-1-10-7-15,-5-4 12 16,0-1 18-16,-5 0 19 15,-5 0 29-15,-3 1 9 16,-12-1 9-16,-3-1 3 16,-10-4 8-16,-3-1 1 15,0 2 6-15,-1 6 6 16,5 14 57-16,0 9 20 0,5 18-8 16,2 12-37-1,5 23-35-15,4 15-16 0,1 23-9 16,1 7-3-16,-6 8-20 15,-4 0-25-15,-2-8-60 16,-2-7-73-16,-1-21-51 16,0-12-15-16,-2-20 19 15,-2-9 155-15</inkml:trace>
  <inkml:trace contextRef="#ctx0" brushRef="#br1" timeOffset="170293.07">6075 7735 2276 0,'3'10'184'0,"5"-1"31"15,5-2-182-15,9-6-143 0,6-5-97 16,7-14-207-16,6-3-57 16,2-3 260-16,-1 2 45 15,-12 12 131-15,-7 6 70 16,-15 13 71-16,-7 7-5 15,-1 11-53-15,1 4-11 16,-1 4-6-16,0-2 2 16,0-3 0-16,-1-3 5 0,0-7 37 15,0-3-7-15,0-7-20 16,1-4-15-16,0-6-21 16,0 0-6-16,0 0 3 15,3-9 0-15,5-4 6 16,-3-3-3-16,3-2-9 15,5 1 6-15,-1 2-6 16,3 3 3-16,1 7 0 16,1 5 9-16,-1 7 9 15,1 4-1-15,-6 4 4 16,-2-2-9-16,-2 2-9 16,-4-1-3-16,-3-2 18 15,0-1 9-15,0-2 12 16,0-1 0-16,0-8-12 0,0 0-7 15,0 0-20-15,1 0-6 16,14-10-9-16,-9-1-8 16,-2-5-4-16,-3-3 0 15,-5-4 18-15,-2-1-3 16,1 0 12-16,0 3 0 16,7 4 9-16,5 4 9 15,1 5-4-15,5 3 10 0,4 10-6 16,2 7-6-16,5 14-3 15,-3 2-9-15,-4 4-6 16,-5 0 0-16,-4-7-9 16,-3-1-3-16,-4-9 3 15,-1-6 3-15,0-9 9 16,0 0 3-16,0 0-3 16,4-9-9-16,-1-10-12 15,2-4-3-15,2-4 0 16,6 0 9-16,-3 1 12 15,1 3 15-15,3 8 30 16,-1 2 22-16,6 13-8 16,0 3-6-16,-1 13-18 15,1 8-17-15,0 4-23 16,1 3-11-16,-1-10-59 16,1-4-79-16,-2-16-216 0,1-7 187 15</inkml:trace>
  <inkml:trace contextRef="#ctx0" brushRef="#br1" timeOffset="170767.05">7863 7593 2607 0,'25'7'72'0,"5"0"3"15,14-5-166-15,4-4-83 16,7-6-102-16,-7-4-67 0,-1-1 47 16,-9 2 176-16,-12 3 77 15,-3 4 20-15,-16 0 21 16</inkml:trace>
  <inkml:trace contextRef="#ctx0" brushRef="#br1" timeOffset="170958.99">8025 7811 3114 0,'19'5'-25'0,"13"-5"-129"16,6-2-94-16,15-15-190 0,4-7 83 15</inkml:trace>
  <inkml:trace contextRef="#ctx0" brushRef="#br1" timeOffset="174093.63">9138 7382 1400 0,'0'0'39'0,"0"0"-14"16,0 0-35-16,0 0-17 16,0-1 2-16,0 0 7 15,0 0 9-15,0 0 26 16,0 0 8-16,0 0 12 15,1 0 2-15,-1 1-16 16,1 0-6-16,0 0-5 16,1 0 5-16,32 0 19 15,-21 3 3-15,6 1 2 16,0 0-2-16,2 1-6 16,3-2-6-16,2 2-6 15,3-3 0-15,2-2-9 16,-2 0 3-16,1-3 15 15,-2-2 0-15,-5 0 8 16,-1-1 7-16,-4 0 6 16,-5 0-3-16,-1 2 0 15,-6-1-6-15,-5 0 8 0,-1 5 22 16,0 0 4-16,0 0 4 16,0-1-10-16,0 0-6 15,-1 0-26-15,-1 0-13 16,-27-12-14-16,16 14-6 15,0 2-3-15,0 2-4 16,-3 2-1-16,1 1 1 16,2 4-1-16,-1 2 2 15,3 7-4-15,3 4-6 0,7 8-14 16,2 4-11-16,8 7 6 16,4 1 8-16,4 4 9 15,5 0 8-15,1-2-3 16,0-1 3-16,1-3-6 15,-2-5-1-15,-5-5 0 16,-7-2 1-16,-9-4 3 16,-2-1 5-16,-17-1 33 15,-2-3 29-15,-16 0 52 16,-8-2-37-16,-8-3-4 16,-2-2-10-16,-5-5-17 15,3-2-8-15,1-7-13 16,3-1-9-16,13-10-36 15,4-4-34-15,14-10-100 16,6-7-138-16,16-10 98 0</inkml:trace>
  <inkml:trace contextRef="#ctx0" brushRef="#br1" timeOffset="175244.41">8972 7386 1003 0,'-12'4'98'15,"-1"0"119"-15,0-1-199 16,0 0-16-16,4-1 2 16,0-1 1-16,9-1 11 15,-1 0 5-15,1 0 10 16,-1 0 2-16,0 1-8 16,1 0-5-16,5 14-7 15,9-9-1-15,7-1 5 16,2-1 19-16,10-4 9 0,4-1-6 15,5-4-21-15,6-1-10 16,5-1 13-16,-4 1 12 16,3 1-3-16,-5 0 3 15,-7-1-15-15,-1 1-12 16,-11 0-6-16,-3 0 3 16,-11 0-3-16,-2 0 3 15,-6 1-3-15,-4 0-12 16,-2-1-9-16,-3 2-12 15,-1 0-21-15,-3 1-11 0,-2 2-33 16,-2 1 50-16,-5 2-47 16,0 1-99-16,-1 0 116 15</inkml:trace>
  <inkml:trace contextRef="#ctx0" brushRef="#br1" timeOffset="176951.45">10406 7320 1068 0,'-14'-8'90'0,"0"1"68"15,-2-2-45-15,-2 0-43 16,0 2-4-16,-7 0 15 16,0 4-25-16,-4 4-8 15,-3 3 0-15,0 7 9 16,-1 6 6-16,-3 9-4 16,-3 4-5-16,1 10-12 0,3 4-6 15,5 10 3-15,5 6-6 16,4 12 14-16,4 6 1 15,8 5 5-15,8 0-9 16,7-5-8-16,6-5-2 16,8-13-15-16,2-5-9 0,5-16-10 15,3-5-9-15,4-12-5 16,1-5 2-16,1-4-9 16,-2-5-12-16,-3-6-59 15,1-4-75-15,-4-10-72 16,-1-4-72-16,-8-10 245 15</inkml:trace>
  <inkml:trace contextRef="#ctx0" brushRef="#br1" timeOffset="177813.39">10541 7666 1082 0,'-14'0'64'0,"0"1"44"16,0 1-73-16,-2-1-27 16,0 3 4-16,-2 4 19 15,1 3 13-15,1 7 16 16,-1 5 2-16,2 11-18 16,3 5 28-16,5 6-51 15,5 2-9-15,9-1-3 16,7-2 5-16,8-7 10 15,3-6-6-15,4-10 3 0,1-4-9 16,2-10 9-16,2-5 3 16,1-6 6-16,1-5 0 15,-4-6-9-15,-5-3-6 16,-5-2-9-16,-4-1 3 16,-4-5 12-16,-1-2 11 0,-4-5 13 15,-1-4-3-15,-4-4-6 16,-2-1-15-16,-6-4-12 15,-4 2-3-15,-8 3-18 16,-3 4-21-16,-10 8 0 16,-6 6 3-16,-13 4 6 15,-7 4 12-15,-9 4-12 16,1 1-5-16,3 7 8 16,5 4 6-16,8 6 15 15,6 4 3-15,12 6 12 16,7 2 6-16,11 8 11 15,8 3 13-15,10 2-9 16,8 2 6-16,15-3-15 16,7-1-9-16,15-9-6 15,4-4-3-15,10-11 0 0,4-5-3 16,1-11-24-16,-4-5-36 16,-8-5-45-16,-6 1-20 15,-16 2-67-15,-7 2 0 16,-17 2 141-16</inkml:trace>
  <inkml:trace contextRef="#ctx0" brushRef="#br1" timeOffset="178543.23">10909 8050 1471 0,'-13'13'64'16,"2"2"208"-16,4 7-308 15,3 3-45-15,5 7 1 16,4 2 17-16,6-3 59 16,3-2 23-16,1-6 35 15,-1-6-3-15,3-8-22 16,-2-6-17-16,3-10-30 16,-4-6-11-16,2-7-1 15,-3-5 6-15,-5-4 12 0,-2 1 12 16,-9 0 15-1,-3 1 21-15,-6 1 23 0,-4-2 10 16,-2 3 3-16,-1 1-21 16,-1 8-10-16,2 4-5 15,-2 12-9-15,0 4-15 16,-1 11-54-16,-2 4-38 16,4 9-70-16,0 2-48 0,7-4 163 15</inkml:trace>
  <inkml:trace contextRef="#ctx0" brushRef="#br1" timeOffset="179176.13">11383 7872 1262 0,'-2'2'54'15,"2"3"43"-15,-1-1-95 16,1-1-8-16,0 6 1 0,-1 1-5 16,0 6 10-16,1 5 0 15,-4 6 0-15,-2 5 6 16,-2 5-8-16,-2 1-14 16,-1 0-46-16,0-3-67 15,0-4 70-15</inkml:trace>
  <inkml:trace contextRef="#ctx0" brushRef="#br1" timeOffset="180059.34">11659 7596 1191 0,'0'0'46'16,"0"0"6"-16,0 0-44 16,0 0-20-16,-1 0 5 15,0 1 7-15,0 0 11 16,1 0 24-16,-1-1 2 16,0 2 8-16,0 0-11 15,0 0-6-15,-18 26-9 0,19-28-5 16,0 1 1-16,-1 0 2 15,0 1 12-15,-13 27 37 16,11-19-1-16,0 7-8 16,1 3-18-16,0 7-18 15,1 4-12-15,1 4-6 16,1-1 3-16,2-1-6 16,1-3 9-16,1-2 6 15,3-2 3-15,1-4 12 16,5-2 0-16,4-6-13 15,2-3-2-15,8-8-15 16,0-2-6-16,2-7 3 16,4-2-9-16,-4-6 12 15,0-1 0-15,0-2 3 16,-5-1 12-16,-5-5-3 16,-1-4-3-16,-7-10-6 15,-4-4-3-15,-6-14-3 0,-5-4-3 16,-7-5-24-16,-3-1-5 15,-8 7-22-15,-5 8-3 16,-6 18 9-16,-1 8 9 16,-7 16 21-16,1 4 18 15,-4 8 3-15,-1 3 9 0,0 6 3 16,2 2 3-16,6 4 9 16,1 3 12-16,9 1 6 15,5 0 3-15,9 4 9 16,4 1-1-16,12 3 4 15,7 0-9-15,16-1-21 16,7-5-9-16,12-8-12 16,6-6-9-16,12-7 0 15,3-4-6-15,3-3-21 16,-3-1-12-16,-10-2-51 16,-5 3-44-16,-16 1-120 15,-7 2 3-15,-15 1 157 16</inkml:trace>
  <inkml:trace contextRef="#ctx0" brushRef="#br1" timeOffset="180359.66">12089 8025 1882 0,'0'12'146'0,"1"3"12"16,2 5-101-16,2 6-57 15,0 5-15-15,-1 0-53 16,-3 1-31-16,1-4-44 15,-3-5-22-15,-1-6-58 16,-4-7 54-16,-9-12 101 16</inkml:trace>
  <inkml:trace contextRef="#ctx0" brushRef="#br1" timeOffset="180775.79">12028 7245 1481 0,'7'16'260'0,"8"8"397"16,6 4-523-16,12 7-144 15,6 3-7-15,14 4-26 16,2 3-10-16,3 11 2 16,-1 4-10-16,-10 12 1 15,-8 3 4-15,-15 3-4 16,-7-1 0-16,-21-2-18 15,-11 0 13-15,-21-1 23 16,-11-2 39-16,-11-1 57 16,-2-6 2-16,2-12-62 15,3-10-77-15,7-20-159 16,3-13 131-16</inkml:trace>
  <inkml:trace contextRef="#ctx0" brushRef="#br1" timeOffset="184141.69">8929 7376 1117 0,'0'0'66'0,"0"0"64"16,0 0-125-16,0 0-26 16,0 0 15-16,0 0 12 15,0 0 12-15,0 0 5 16,0 0 6-16,0 0 10 16,0 0-3-16,0 0-7 15,1 0-7-15,0 0-13 16,0 0 1-16,1 0 6 15,29 9 9-15,-17-6 53 16,-1 1 17-16,6-1-2 16,1 1-15-16,7-2-34 15,2-2-11-15,8-5-24 16,1 1-3-16,2-3-6 16,-1 2 0-16,-3 0 6 15,-3 3 0-15,-7 1 0 16,-5 1 0-16,-8 0-9 0,-3 1 3 15,-6 1 21-15,-4-2 12 16,0 0 12-16,1 0 0 16,-1 0-7-16,0 0-11 15,0 0-6-15,0 0-9 16,-1 0-12-16,-26-1 0 0,7-4-3 16,1 1 3-16,-5 2 0 15,3 1 3-15,0 1 6 16,-1-1-3-16,-2 0 3 15,0-1-9-15,-2 0 0 16,0 1 3-16,0 0-3 16,-1 1 3-16,0 2 6 15,0 2 0-15,-1 2-3 16,-1 1 5-16,6 2-6 16,1 0 0-16,7-2 6 15,3-2-3-15,12-5-3 16,-1 0-4-16,0 0-2 15,1 0 2-15,0 0 8 16,0 0-1-16,18 3 5 16,0-3-4-16,8 0-4 15,7 0 1-15,7-1 1 16,5 0 2-16,5-2-2 0,3-1-1 16,-1-2-1-16,0-1-4 15,-8 0-1-15,-4 1 1 16,-9 1-1-16,-9 1 4 15,-7 2-4-15,-5 0 0 16,-10 2-4-16,0 0-2 16,0 0-19-16,0 0-9 15,0 0-87-15,0 0-106 0,4-16 120 16</inkml:trace>
  <inkml:trace contextRef="#ctx0" brushRef="#br1" timeOffset="188008.25">8772 8659 1458 0,'19'0'31'0,"10"-2"-23"15,8-1-8-15,11-1 0 16,7-1 0-16,16-2 5 16,10-1 5-16,13 2 8 15,5-1 11-15,4 0 46 16,0 1 8-16,10 0-8 0,3-1-3 15,11-1-27-15,3 0-13 16,5-1-8-16,0 0-3 16,-1 0-6-16,1-1 3 15,-9-1-15-15,-1 0 0 16,-12-1 3-16,-9-1-6 16,-8 3 6-16,-7 1-6 0,-3 5 0 15,-2 0 0-15,-8 4 0 16,-3 0 0-16,-10 3 3 15,-2 0 3-15,-5 1-6 16,-3 0-3-16,-5-1-15 16,-8-1-42-16,-6-3-176 15,-5-5-262-15,-10-9 353 16</inkml:trace>
  <inkml:trace contextRef="#ctx0" brushRef="#br1" timeOffset="196461.58">12983 7466 1373 0,'-6'2'44'16,"1"-1"16"-16,5-1-44 15,0 0 1-15,0 0 6 0,0 0 12 16,13 0 31-16,6 2 14 15,12 1 37-15,8 3 8 16,10 0-20-16,4-2-18 16,8 0-40-16,1-4-11 15,3 0-15-15,0-1-3 16,-5-2-15-16,-2 0-3 16,-6-1-3-16,-5-1-3 0,-10-1-15 15,-6 1-41-15,-12-3-94 16,-4 1-59-16,-11 0-114 15,-1 0 42-15,-6 1 171 16</inkml:trace>
  <inkml:trace contextRef="#ctx0" brushRef="#br1" timeOffset="196876.24">13111 7773 1497 0,'11'5'46'16,"6"3"84"-16,13 1-98 16,7-2 1-16,14-3 9 15,3-1-6-15,10-2-27 16,4-1 3-16,0-1-12 15,0-1 0-15,-4-4-39 16,-5 0-36-16,-8-5-128 16,-4-1-185-16,-19-8 236 15</inkml:trace>
  <inkml:trace contextRef="#ctx0" brushRef="#br1" timeOffset="198875.36">14778 6062 1216 0,'1'7'38'0,"3"2"5"15,4 4-24-15,0 7 11 16,-1 5 8-16,3 13 22 15,0 8 2-15,2 18 39 16,3 11 63-16,-2 13-29 16,1 6-22-16,1 5-29 0,2-2-12 15,4 0-19-15,-2-3-5 16,-3-6-7-16,-1-3-20 16,-5-7-12-16,-1-3-4 15,-7-11-4-15,1-2 2 16,0-8-3-16,-2-5-5 15,5-12-10-15,-4-6-21 16,-3-14-98-16,4-6-43 16,-3-11-157-16,0 0-24 0,1-18 246 15</inkml:trace>
  <inkml:trace contextRef="#ctx0" brushRef="#br1" timeOffset="199608.62">14190 7947 1470 0,'20'2'48'16,"6"-1"29"-16,16 0-47 15,6-1-3-15,14-3-1 0,6-1 10 16,18 0 0-16,3 2 6 15,1-4 0-15,-1 2-6 16,-6-2-15-16,3-2-18 16,1-1-3-16,-3-1 0 15,-11 2 0-15,-10 1 3 16,-19 2-3-16,-8 0 0 16,-9 0-3-16,-3 1-6 0,-8 3-6 15,-2 1-9-15,-14 0-57 16,0 0-41-16,0 0-81 15,0 0-169-15,0 1 186 16</inkml:trace>
  <inkml:trace contextRef="#ctx0" brushRef="#br1" timeOffset="200393.58">14378 8431 1801 0,'-1'-21'149'16,"6"0"67"-16,9-2-216 0,6 2 0 15,15 6 0-15,6 4 0 16,9 5-3-16,7 5-12 16,-6 3 0-16,-6 5 0 15,-14 6-3-15,-10 1-12 16,-8 7-15-16,-5 4-6 16,-3 6 4-16,-7 3 11 15,-7 0 15-15,-6 3-3 16,-11-3 33-16,-7-2 21 0,-14-4 74 15,2-5 55-15,-2-7 44 16,6-4-54-16,9-9-31 16,5-4-57-16,11-12-45 15,2-6-15-15,13-10-22 16,2-1-3-16,11 2-13 16,4 5-8-16,4 9 12 15,6 6 9-15,2 9 17 16,6 5 13-16,7 9 9 15,0 2-5-15,2 1-1 16,-3-2-9-16,-5-5-33 16,0-4-38-16,0-7-70 15,2-5-116-15,1-12-119 16,0-7-60-16,0-12 306 16</inkml:trace>
  <inkml:trace contextRef="#ctx0" brushRef="#br1" timeOffset="201175.34">15169 8282 1247 0,'0'0'52'0,"0"1"16"15,-4 17-22-15,4-1-5 16,0 5-8-16,4 10-10 15,0 3 0-15,-3 7 6 16,-1-1 16-16,0-2-6 16,0-4-7-16,-2-10-2 15,0-5-6-15,1-9 9 16,-4-4-6-16,1-7 9 16,1-2 6-16,-4-8-12 0,1-3 5 15,5-7-11-15,-4-3 3 16,6-4 18-16,3-4-3 15,4-2 3-15,4 0-6 16,7 0-24-16,6 2-6 0,1 6-9 16,4 5 0-16,-5 8-12 15,-3 6 0-15,-6 8-45 16,-4 8 3-16,-5 12 6 16,-4 9-3-16,-2 11 45 15,0 4 6-15,-3-1-3 16,-3-3 9-16,1-9 51 15,-1-6 21-15,0-8 44 16,2-6-1-16,-1-5-50 16,4-8-13-16,0 0-26 15,-2-9-8-15,4-13-20 16,2-7-3-16,5-12-12 16,3-4-3-16,7-2-1 15,-2 2-1-15,9 4 7 16,2 4 4-16,4 8 5 15,3 6-1-15,-6 10-2 16,-4 7-3-16,-10 14-6 0,-3 12 1 16,-5 24 4-16,-1 14 7 15,-3 17 0-15,-1 0 4 16,0-9-22-16,3-12-41 16,6-24-233-16,4-13 179 15</inkml:trace>
  <inkml:trace contextRef="#ctx0" brushRef="#br1" timeOffset="203374.6">17348 6219 1206 0,'24'-2'56'15,"-1"-2"26"-15,-1 2-40 16,-2 0 9-16,-7 0-3 16,-3 1-7-16,-10 1 4 15,0 0 39-15,-4 14-13 16,-9 1-11-16,-13 8-18 15,-8 7-24-15,-14 10-9 16,-4 9 3-16,-12 10 3 16,-5 7 0-16,-6 7 0 15,-4-1-3-15,0-2-1 16,1-5-5-16,3-6 6 16,3-4 6-16,6-9 33 0,2-2 12 15,0-9 27-15,2-1 5 16,3-7-18-16,5-2-6 15,13-6 3-15,5-5 0 16,16-2-8-16,4-6-31 16,13 0-12-16,7-2-4 0,13 0-7 15,7 1-1-15,18-1-7 16,11-1-2-16,18-4 1 16,7-1-3-16,13-2 2 15,5 0-2-15,11 0-4 16,1 0-3-16,-2 0-17 15,-5 2-6-15,-16 1-3 16,-5 3-19-16,-15 3 22 16,-8 1 17-16,-13 5 6 15,-7-2 7-15,-11 1 0 16,-5-1 0-16,-12 0 2 16,-3 0-2-16,-12 5 2 15,-10 3-2-15,-14 5 1 16,-8 4-1-16,-15 4-5 15,-4 1 3-15,-12 2-1 16,-4 0 3-16,-8 3 5 16,-4-1-5-16,-5 1 4 0,-1 3-1 15,1 0-3-15,3 2 2 16,6 0-1-16,3-2 2 16,3 0 3-16,6-3-1 15,11-6 0-15,12-2-1 16,23-9-1-16,10-4 8 0,21-3 11 15,9 0 8-15,20-3-7 16,14-1-1-16,20-6-3 16,10-2-3-16,22-6-3 15,5-2-4-15,21-3-6 16,11 1 2-16,5 1-3 16,1-1-1-16,-3 3-1 15,-6-2-8-15,-20 3-12 16,-11 2-5-16,-28 1-20 15,-14-1-54-15,-22-1-86 16,-11 0-106-16,-17 0-130 16,-13 5 119-16,0 0 213 15</inkml:trace>
  <inkml:trace contextRef="#ctx0" brushRef="#br1" timeOffset="204026.16">16506 8381 1390 0,'-2'12'64'0,"0"5"62"16,2 2-28-16,1 6-41 15,0-1 0-15,1 4-18 16,-2-1-21-16,5 0-30 15,-3-4-36-15,3-6-116 16,0-5-5-16,-1-11 109 16</inkml:trace>
  <inkml:trace contextRef="#ctx0" brushRef="#br1" timeOffset="204207.7">16371 8225 1965 0,'0'4'460'16,"6"0"79"-16,6 0-492 16,12-6-111-16,4-3-30 15,9-11-60-15,-1-3-109 16,3-3-324-16,-2 0 273 15</inkml:trace>
  <inkml:trace contextRef="#ctx0" brushRef="#br1" timeOffset="204536.78">16768 8423 2396 0,'0'0'117'15,"0"0"41"-15,16 6-137 16,8-3-35-16,7-1 3 16,10-2-33-16,1 0-45 15,4-1-63-15,-4 0-91 16,-6 0-89-16,-5 1 14 16,-11 3 250-16</inkml:trace>
  <inkml:trace contextRef="#ctx0" brushRef="#br1" timeOffset="204776.44">16779 8615 1873 0,'-3'8'164'0,"1"0"69"16,5-1-185-16,12-5-78 15,6-2-6-15,15-4-15 16,8-3-17-16,7-1-52 16,2-2-17-16,1 2-43 15,-4 1 10-15,-7 1 28 16,-5 0-121-16,-6-6 143 16</inkml:trace>
  <inkml:trace contextRef="#ctx0" brushRef="#br1" timeOffset="205041.42">17444 8308 1696 0,'0'0'272'0,"0"0"173"16,0 0-345-16,9 19-101 16,-2-4-8-16,5 16 0 15,0 8-9-15,1 17-25 16,1 6-14-16,-3 2-91 16,-1-3-100-16,-5-6 129 15</inkml:trace>
  <inkml:trace contextRef="#ctx0" brushRef="#br1" timeOffset="206392.66">16507 6275 1506 0,'-3'10'47'15,"0"7"49"-15,-1 7-75 0,-1 10-13 16,4 4-5-16,-2 1 0 16,1-1-3-16,1-10 3 15,1-4-3-15,-4-9 0 16,1-5 0-16,-3-4 15 15,0-5 12-15,0-5 60 16,-1-4 27-16,1-7 32 16,0-2-3-16,3-6-50 15,1-4-49-15,5-4-25 16,2-4-7-16,5-1-7 16,2 1 1-16,6 1-6 15,1 2 3-15,6 2-3 16,0 2-3-16,1 3 3 15,0 3-5-15,-4 8 4 16,0 6 0-16,-6 9-2 16,-3 10 2-16,-6 14-6 0,-4 7 0 15,-6 13 3-15,-3 2 2 16,-2 1 2-16,1-3 2 16,1-10-2-16,2-7 0 15,1-11 7-15,0-5-1 16,3-12 8-16,0 0 4 15,0 0 10-15,-3-5 7 16,3-12-1-16,2-6-7 0,5-9-13 16,3-2-9-16,5-2-1 15,4 2-3-15,4 4-5 16,2 3 4-16,0 5-1 16,-1 6 0-16,-3 7-2 15,-6 5 2-15,-3 5-3 16,-3 5 3-16,-3 8-1 15,1 5-2-15,-3 9 8 16,2 2-2-16,3 4 4 16,-1-3-2-16,8-5-30 15,4-5-59-15,7-17-172 16,4-7 123-16</inkml:trace>
  <inkml:trace contextRef="#ctx0" brushRef="#br1" timeOffset="208924.77">18823 6174 1522 0,'-13'-3'121'15,"1"3"79"-15,-1 2-137 16,-3 7-19-16,-2 5-11 16,-3 12-6-16,-1 9-15 15,-4 23-6-15,1 12-3 16,-8 30-3-16,-4 15 6 16,-3 23-6-16,0 11 0 15,10 7 6-15,7 1 12 0,22-14-3 16,11-14 15-16,20-24 27 15,8-15-13-15,9-22 10 16,3-11-12-16,-1-21-42 16,1-11-39-16,-4-20-80 15,0-7-61-15,-3-12-246 16,-1-5 351-16</inkml:trace>
  <inkml:trace contextRef="#ctx0" brushRef="#br1" timeOffset="209720.53">19127 6624 1274 0,'0'0'70'0,"0"0"40"16,0 0-65-16,-5 17-16 15,4 6 2-15,-1 18 14 16,0 6-18-16,2 11-12 15,3 2-6-15,2-6-27 16,2-5-12-16,4-14-18 16,1-8 21-16,2-12 13 15,3-6 6-15,3-10 8 0,2-6 0 16,2-10 4-16,4-4 8 16,0-7 9-16,-2-3 57 15,-1-3 14-15,-8-1-2 16,-3 2 0-16,-3 4-19 0,-6 5-17 15,3 4-12-15,-6 4-12 16,-2 6 0-16,0 10-21 16,0-1 3-16,1 2-24 15,0 13 0-15,0 17 0 16,1 10 3-16,1 15-3 16,-3 8-15-16,-3 13-42 15,2 5-23-15,-2 5-16 16,3-1-3-16,6-9 49 15,0-8 17-15,-4-16 30 16,-2-8 24-16,-9-15 78 16,-9-8 65-16,-9-11 129 15,-8-8 13-15,-8-10-73 16,-2-6-84-16,-5-11-52 16,0-4-18-16,5-8-40 15,3-3-11-15,9-2-42 16,7-3-29-16,11 2-65 15,6 0-92-15,21-4-177 0,8 1-220 16,22-3 500 0</inkml:trace>
  <inkml:trace contextRef="#ctx0" brushRef="#br1" timeOffset="210058.53">19697 7185 1338 0,'-14'13'151'0,"2"5"636"16,1 1-694-16,5 8-96 15,4 1 3-15,4 1-39 16,4 0-60-16,0-5-107 0,-1-4-69 16,-3-10 153-16</inkml:trace>
  <inkml:trace contextRef="#ctx0" brushRef="#br1" timeOffset="210224.29">19626 6961 2807 0,'3'5'64'0,"6"-1"-26"16,1 0-53-16,8-6-78 15,1-7-61-15,8-9-656 16,3-2 462-16</inkml:trace>
  <inkml:trace contextRef="#ctx0" brushRef="#br1" timeOffset="211207.68">19096 6480 1678 0,'0'0'141'15,"0"0"77"-15,0 1-164 16,1-1 9-16,20 5 11 16,0-12-14-16,10-10-27 15,6-5-16-15,1-11-24 0,1-3-12 16,-2-7-23-16,-4-1-6 16,-8 5 18-16,-6 3 19 15,-8 6 11-15,-4 5 20 16,-5 7 37-16,1 3 16 15,-1 6-11-15,-2 9-1 16,0 0-29-16,0 0-20 16,0 1-16-16,4 10-7 15,3 16 0-15,4 9 1 0,-6 16 4 16,3 7 10-16,1 4 12 16,-1-2 0-16,11-10 3 15,1-8-22-15,3-17-132 16,0-10-165-16,-5-20 136 15</inkml:trace>
  <inkml:trace contextRef="#ctx0" brushRef="#br1" timeOffset="211744.89">20064 6809 1245 0,'0'0'149'0,"0"0"539"15,0 0-518-15,18 0-95 16,4-4-10-16,20-3-25 15,7-2 0-15,9 0-31 0,1-1-17 16,-7-1-87-16,-8 1-99 16,-16 1-407-16,-10-5 464 15</inkml:trace>
  <inkml:trace contextRef="#ctx0" brushRef="#br1" timeOffset="212424.76">20811 6641 1607 0,'-4'0'143'0,"0"-1"-35"16,4 1-13-16,0 1-17 15,-7 15-30-15,4 5-27 16,3 5-12-16,2 8-9 0,0 3 9 16,12 3 0-16,-3-3 3 15,9-6 3-15,2-3-9 16,-1-11-3-16,0-5 0 15,-2-8 6-15,-1-2-9 16,-3-7 6-16,3-2 17 16,-5-7 19-16,1-3 12 15,1-3 2-15,0-4-8 0,-1 0-1 16,0 0 2-16,-1 1-1 16,0 4 5-16,-4 7-8 15,-1 2-22-15,-8 10-10 16,0 0-9-16,6 5-6 15,-7 11-2-15,-3 12-1 16,-1 8-1-16,2 18-7 16,1 7-11-16,2 10-67 15,2 6-30-15,4 1-47 16,1-3-65-16,1-10 96 16,1-8 53-16,-7-12 69 15,-3-6 30-15,-5-9 57 16,-5-3 32-16,0-9 61 15,-2-1 20-15,-2-4-47 16,-4-4-3-16,-7-1-45 0,-2-2-23 16,-5-4-20-16,-1-1-6 15,-2-8-12-15,-3-5-10 16,-2-14-43-16,-2-9-32 16,2-15-103-16,3-6-157 15,11-5 96-15</inkml:trace>
  <inkml:trace contextRef="#ctx0" brushRef="#br1" timeOffset="213108.07">21312 6987 1402 0,'0'0'52'0,"0"1"6"16,2 22-11-16,-1-5 61 15,3 9 5-15,0 5 1 16,5 6-40-16,1 1-26 15,0-8-137-15,-3-6-130 16,-2-14 130-16</inkml:trace>
  <inkml:trace contextRef="#ctx0" brushRef="#br1" timeOffset="213275.11">21287 6846 2794 0,'7'10'57'0,"5"-1"-42"15,6 0-22-15,9-6-88 16,3-4-82-16,5-10 46 16</inkml:trace>
  <inkml:trace contextRef="#ctx0" brushRef="#br1" timeOffset="214176.42">21199 6333 1938 0,'6'-6'141'0,"6"2"-16"16,5 3-92-16,13 7 6 15,5 5 1-15,17 14-3 16,8 8 11-16,8 16 0 0,-2 8-10 16,-8 12-14-16,-8 7-17 15,-7 11-12-15,-3 4-3 16,-11 14-8-16,-3 7-11 15,-14 10-24-15,-4-1-8 16,-11-9-17-16,-11-8-2 16,-13-17 37-16,-10-9 38 15,-4-18 24-15,-3-10 68 0,8-20-17 16,0-8-33-16,2-17-71 16,4-8-148-16,8-17-212 15,8-10 180-15</inkml:trace>
  <inkml:trace contextRef="#ctx0" brushRef="#br1" timeOffset="-214404.28">21438 6028 1400 0,'-3'-16'60'16,"3"-4"30"-16,6-2 44 15,15-5 1-15,5-3-33 16,13-3-58-16,3 1-17 0,6 6-15 15,1 6-3-15,-3 11-30 16,-4 6-21-16,-16 7-59 16,-7 5-10-16,-15 8-5 15,-6 8 29-15,-14 12 70 16,-6 7 5-16,-11 9 12 16,-5 0 2-16,4-4 10 15,-1-4 11-15,8-10 98 16,2-6 55-16,-3-11 42 15,1-6 0-15,4-7-76 16,4-5-22-16,12-3-15 16,7-5-47-16,11-5-20 15,7-1-9-15,10-3-21 16,1 2-4-16,4 6 2 16,4 4-1-16,15 9-1 0,8 6-1 15,13 9-4-15,4 3-9 16,-5-2-79-16,-5-3-108 15,-13-12-846-15,-9-5 824 16</inkml:trace>
  <inkml:trace contextRef="#ctx0" brushRef="#br1" timeOffset="-208006.25">3313 9049 1377 0,'-15'-2'48'15,"-1"2"-3"-15,-1 1-30 16,1 3-11-16,1 3-2 0,-2 5 0 16,0 4 0-16,0 9 5 15,-1 7 1-15,0 15 4 16,0 10-1-16,3 14-5 15,1 4-2-15,4 3-2 16,2-2-2-16,8-8 14 16,2-6 19-16,13-14 39 15,7-9 14-15,8-13 28 16,7-7-4-16,9-14-29 16,4-9-3-16,9-19-25 15,4-9-2-15,-2-18 3 16,-3-11-18-16,-9-11-15 15,-8-7-7-15,-10-7-7 16,-7 2 0-16,-18-3-3 16,-8 4-2-16,-21 7-4 15,-7 9-2-15,-19 13-15 16,-6 9-2-16,-15 18-6 0,-4 10-3 16,-1 22 24-16,0 13-3 15,6 22 15-15,5 8-3 16,15 16-9-16,8 2 3 15,25 6-21-15,12-1-56 16,22-10-192-16,14-7 161 16</inkml:trace>
  <inkml:trace contextRef="#ctx0" brushRef="#br1" timeOffset="-207506.43">3961 8560 1559 0,'-13'4'152'0,"2"7"31"15,1 9-142-15,7 17-46 16,3 11-7-16,8 28 12 15,1 15 0-15,4 22 3 16,0 7 6-16,-3-6-4 16,-1-10-2-16,-5-23 0 0,-4-14 0 15,0-23 15-15,-3-13 9 16,1-18 15-16,2-12 12 16,0-1 30-16,0-10-7 15,6-13-23-15,4-6-21 16,8-6-33-16,5-3 3 15,12 3-1-15,2 2 0 0,5 6 0 16,0 3-4-16,0 11-2 16,-1 5-5-16,-7 11-1 15,-2 7 6-15,-13 13-9 16,-4 8 1-16,-13 18 12 16,-6 8-6-16,-20 13 12 15,-9 1 6-15,-12 0 6 16,-8-3 2-16,-6-10 8 15,0-10-2-15,0-19-14 16,4-10-9-16,9-23-140 16,4-14-141-16,13-26 144 15</inkml:trace>
  <inkml:trace contextRef="#ctx0" brushRef="#br1" timeOffset="-207155.77">4655 9570 1222 0,'-14'3'91'16,"2"-1"137"-16,4 0-198 15,-1 0-9-15,7 1 21 16,0 4 14-16,1 8 19 16,2 6 3-16,-1 13-21 15,1 6-16-15,-1 7-23 16,0 0-27-16,-5-8-167 15,1-9-330-15,-3-23 376 16</inkml:trace>
  <inkml:trace contextRef="#ctx0" brushRef="#br1" timeOffset="-206972.49">4630 9343 3038 0,'-7'3'96'0,"2"-2"-29"0,5-1-183 15,0 0-156-15,10-12-161 0,9-12 102 16</inkml:trace>
  <inkml:trace contextRef="#ctx0" brushRef="#br1" timeOffset="-206654.69">4986 9586 2118 0,'-18'-4'-3'0,"4"-1"-203"0,0-1-108 16,7 0 49-16,1 0 164 15</inkml:trace>
  <inkml:trace contextRef="#ctx0" brushRef="#br1" timeOffset="-206288.68">4639 9547 1962 0,'-3'17'192'0,"4"5"10"16,5 6-187-16,6 8-74 15,1 2-78-15,-1 5-13 16,-2 1 4-16,-8 4 41 15,-2 2 48-15,-8 4 57 0,-4 1 15 16,-7 1 51-16,-1-1 18 16,-9-5 32-16,1-3 19 15,-5-10 2-15,-3-5-36 16,1-14-12-16,0-6-9 16,-4-16-18-16,1-11-39 15,0-20-125-15,1-10-60 0,10-13-204 16,6-3-84-16,16-3 376 15</inkml:trace>
  <inkml:trace contextRef="#ctx0" brushRef="#br1" timeOffset="-205871.36">5078 9572 2061 0,'-2'16'128'0,"0"1"-26"15,1 2-120-15,2-4-15 16,1-4 3-16,3-5 21 16,-1-2 0-16,1-4 9 0,0-5 12 15,1-7 30-15,0-4 3 16,3-7-14-16,1-4-15 15,-1-5-12-15,-1 0-10 16,-5 1-18-16,-3 0-36 16,-8 4-35-16,-4 1 8 15,-6 8 18-15,-2 4 24 16,-6 10 51-16,-5 7 24 0,0 15 39 16,1 9 24-16,3 14 14 15,6 11-21 1,5 12-29-16,3 4-15 0,12-3-25 15,6-8-3-15,12-17-19 16,6-10-36-16,13-22-102 16,1-10-156-16,7-25 147 15</inkml:trace>
  <inkml:trace contextRef="#ctx0" brushRef="#br1" timeOffset="-205372.6">5491 9506 1989 0,'-45'8'81'0,"0"1"33"15,5 4-195-15,4 2-9 16,9 2 60-16,3 1 36 15,11 3 36-15,4 3 12 16,6 7 39-16,5 4-1 0,5 3-27 16,3-1-22-16,8-6-29 15,2-6-9-15,11-14-15 16,3-8-8-16,4-17-5 16,0-8-26-16,0-19-62 15,4-8-20-15,-8-11-33 16,-2-3 11-16,-9 1 58 15,-8 2 23-15,-9 3 51 16,-6 2 21-16,-6 1 18 16,-5 0 27-16,-2 6 50 15,2 6 22-15,2 14 77 16,3 9 24-16,6 19-53 16,-4 2-46-16,3 28-62 15,-1 14-34-15,2 26-23 16,0 9 0-16,0 10 2 0,2 1 2 15,2-7-14-15,3-9-39 16,-2-21-92-16,1-11-74 16,-6-25-230-16,-5-13 233 15</inkml:trace>
  <inkml:trace contextRef="#ctx0" brushRef="#br1" timeOffset="-205131.91">5547 9522 2760 0,'0'0'97'0,"13"0"-23"15,1 0-130-15,16 0-109 16,5 1-103-16,8-1-116 16,2 2-61-16,-6 2 272 15,-4 1 73-15,-13 2 59 16,-9 0 31-16,-11-1 24 15,-3-3-1-15,-3-3-26 16,-2-3-39-16,0-8 30 16</inkml:trace>
  <inkml:trace contextRef="#ctx0" brushRef="#br1" timeOffset="-204806.67">5794 9228 2181 0,'5'3'157'16,"6"5"-35"-16,4 2-109 15,10 8-44-15,4 4-13 16,3 9-32-16,-1 5-45 0,-3 4 5 16,-6 3 26-16,-6-1 72 15,-3-1 18-15,-7-5 0 16,-1-5 6-16,-5-13 0 15,1-5-6-15,-1-13-42 16,0 0-20-16,-4-19-46 16,1-3-20-16,0-10 16 15,1-1 70-15,1-1 11 16,-1 0 13-16,2 2 18 16,2 0 2-16,7 2-2 15,2 1-19-15,3 3-318 16,6-1 221-16</inkml:trace>
  <inkml:trace contextRef="#ctx0" brushRef="#br1" timeOffset="-204437.65">6192 9596 2462 0,'-3'20'116'0,"2"-3"16"15,5-7-149-15,4-3-28 16,11-12-80-16,2-5-11 0,9-11 16 16,2-2 16-16,-5-2 104 15,-4-1 23-15,-10-1 4 16,-6 0 0-16,-4-1-15 16,-1-1-9-16,-2 3-3 15,-3 2 0-15,-1 7 3 16,0 7 18-16,-5 9 18 15,-1 6-5-15,-6 13 1 16,0 8 3-16,1 16-3 16,1 7 1-16,6 6 6 15,4-2 5-15,7-9-7 16,6-6-15-16,10-15-25 16,0-7-23-16,4-16-99 15,2-12-65-15,2-25 67 16</inkml:trace>
  <inkml:trace contextRef="#ctx0" brushRef="#br1" timeOffset="-204105.07">7006 8945 3083 0,'-45'72'60'0,"-3"16"-24"15,-4 11-41-15,-8 33-21 16,-8 13-18-16,-11 26-60 15,-3 12-16-15,7 4-6 16,8-2 22-16,-1-21 57 16,4-17 32-16,4-44-108 15,6-24-93-15,25-43 76 16</inkml:trace>
  <inkml:trace contextRef="#ctx0" brushRef="#br1" timeOffset="-203372.73">7209 9529 1837 0,'-13'-23'197'15,"-5"-6"127"-15,-4-11-295 16,-3-1-40-16,2 8-18 15,4 7-2-15,-1 14-6 16,-2 11 16-16,-4 16 60 16,-3 13 7-16,-3 22 13 0,3 10 4 15,1 15-15-15,3 3 2 16,8-1 8-16,5-8-11 16,9-18-7-16,5-11-6 15,8-18-25-15,5-10-20 16,8-16-22-16,3-8-4 15,2-14 0-15,0-4-15 16,-7 0 3-16,-4 2 4 16,-8 7 7-16,-4 6 14 0,-5 9 42 15,-3 3 26-15,-6 3 32 16,-3 1 16-16,-1 2-23 16,3 0 5-16,2 0-12 15,0-2-15-15,8-1-37 16,0 0-21-16,5-11-23 15,4 3-4-15,9-2 8 16,1 1 12-16,6 2 14 16,-2 1 4-16,5 4 5 15,1 2 2-15,0 5 5 16,1 4 1-16,-9 9-2 16,-1 5-4-16,-7 13 6 15,-1 8 0-15,-8 6 3 16,-1-1 1-16,-2-7-13 15,1-9-5-15,4-16-23 0,2-7-34 16,6-16-74-16,4-11-121 16,4-18-587-16,2-9 650 15</inkml:trace>
  <inkml:trace contextRef="#ctx0" brushRef="#br1" timeOffset="-203039.27">7526 9757 1583 0,'-6'3'478'15,"-4"0"217"-15,-1-2-581 16,1 0-68-16,-1 0-53 16,6 3-23-16,1 5-12 15,0 5 3-15,2 10 14 16,-1 5 14-16,2 1 18 16,0-1 3-16,4-10 8 15,1-6-1-15,9-10-11 16,0-6-4-16,7-15-6 15,3-7-6-15,1-13-3 16,2-6-5-16,-5-3-1 16,-3-1 1-16,-8 6 10 15,-2 3 1-15,-10 10 8 16,-5 6 7-16,-8 10 3 0,-6 6 8 16,-5 10-6-16,-3 7-6 15,1 5-24-15,2 2-30 16,8-3-116-16,5-4-118 15,15-7 72-15</inkml:trace>
  <inkml:trace contextRef="#ctx0" brushRef="#br1" timeOffset="-202606.67">7983 9650 2576 0,'-8'2'112'15,"-4"0"51"-15,-6-1-190 16,-4-1-33-16,-2 1-40 16,-1 2-75-16,-3 10-38 15,4 4-56-15,-1 12 156 16,2 3 122-16,4 1 173 16,6-2 15-16,12-7-65 15,6-4-50-15,15-11-71 16,5-3-20-16,7-11-18 15,2-6-2-15,4-11 9 16,-1-6 4-16,-1-5 8 16,-4-2 2-16,-10 2 2 0,-4 0 1 15,-9 3 3-15,-6 4 11 16,-4 5 15-16,-3 5 15 16,1 8 37-16,3 8 13 15,-1 0-26-15,-10 9-7 16,7 15-21-16,2 10-11 15,1 20-14-15,1 5-6 16,2 5-4-16,3-7-8 16,3-17-57-16,4-11-47 0,4-24-201 15,1-16 57-15</inkml:trace>
  <inkml:trace contextRef="#ctx0" brushRef="#br1" timeOffset="-201905.52">8773 9484 2358 0,'-1'4'69'0,"3"-1"67"15,10-2-274-15,5-1-56 16,12-5 3-16,3-1 66 16,3-4 65-16,-1 2 33 0,-7 0 24 15,-2 2-6-15,-10-1-167 16,-2-2-192-16,-6 2 256 15</inkml:trace>
  <inkml:trace contextRef="#ctx0" brushRef="#br1" timeOffset="-201137.36">8822 9918 1491 0,'3'7'68'15,"1"1"192"-15,5 1-302 16,1 0-45-16,6-2-20 16,1-2 50-16,-1 0 33 15,2-1 15-15,-4-1 28 16,0 0 12-16,-4-3 51 16,0-1-5-16,-2-5-38 15,-3-2-21-15,0-5-9 16,-2-1-9-16,-3 0 6 15,0 1-3-15,-5 3 21 16,-2 3 24-16,-4 7 15 0,-1 2-1 16,-3 7-8-16,0 3-15 15,-2 3 0-15,3 0 9 16,1-1 20-16,6 0 10 16,3-4-31-16,1 0-12 15,6-2-24-15,4-2-8 16,6-1-7-16,0-4-3 0,4-4-2 15,-3-5 4-15,2-3-2 16,-2-2-1-16,-3-2-6 16,-2 1-1-16,-8 1 9 15,-1 1 2-15,-5 4 14 16,-3 3 6-16,-3 3 10 16,-1 4 3-16,-5 7 1 15,-1 3-7-15,-1 7-7 16,3 4-2-16,6 3-12 15,2 0-2-15,6-6-87 16,2-4-96-16,12-14-545 16,2-8 587-16</inkml:trace>
  <inkml:trace contextRef="#ctx0" brushRef="#br1" timeOffset="-200256.44">8928 9411 1181 0,'-7'-11'73'16,"1"3"40"-16,-3 0-22 0,2 5-6 15,-5-1 110-15,4 2-15 16,-1 0-19-16,2 2-12 16,3 2-24-16,-2 7-37 15,1 4-13-15,2 6-38 16,2 3-14-16,2 0-23 15,0-2 0-15,5-6-20 16,1-4 4-16,2-5-11 16,2-5 5-16,0-6 18 15,-2-6-1-15,1-3 5 0,-4-4 0 16,-4 0 4-16,-1 0-1 16,-4 3 6-16,3 3-2 15,-6 5 6-15,-1 1 0 16,-6 4 1-16,-5 1-1 15,0 3-5-15,2 5-2 16,0 5-2-16,5 5-2 16,2 6 3-16,4 3 2 0,5 2-5 15,3-1 2-15,4-7-13 16,3-4-7-16,3-11-12 16,1-4-2-16,3-7 9 15,-2-6 2-15,-1-6 13 16,-1-1-1-16,-5-1 3 15,-2-2 2-15,-3 3 13 16,-6-1 11-16,-1 4 8 16,-1 1 11-16,-9 6 3 15,0 3 0-15,-8 6-14 16,-3 3-5-16,3 8-7 16,-1 3-9-16,8 3-2 15,3 3-4-15,7-2-1 16,4-1 1-16,3-4-9 15,4-2-3-15,5-8-5 16,3-2-1-16,5-7 5 0,2-5 1 16,1-8 0-16,-1-2-4 15,-8-2-2-15,0 0-9 16,-8 3 12-16,-1 3 12 16,-4 7 21-16,-1 4 6 15,-5 7 1-15,-4 5 4 16,-5 7-8-16,-1 5-9 15,-5 7-23-15,-1 1-28 0,2-4-143 16,0-5-112-16,8-15 76 16</inkml:trace>
  <inkml:trace contextRef="#ctx0" brushRef="#br1" timeOffset="-199588.98">8862 9959 1444 0,'-7'-21'57'0,"2"1"7"16,-2-1-16-16,3 4-48 15,2 7-3-15,-3 7 24 16,1 6 15-16,-4 15 56 16,1 6 37-16,-3 12 20 15,2 3-5-15,7-1-46 16,1-3-34-16,9-7-22 16,4-6 0-16,5-8-4 15,3-6-12-15,1-8-19 16,-2-7-11-16,-2-9-12 15,-1-5 0-15,-2-4 3 16,-2 1 1-16,-1 1 13 16,-5 2 10-16,-3 6 23 15,-2 3 14-15,-5 3 17 16,-4 2-5-16,-2 3-21 0,-1 2-5 16,-2 6-5-16,2 5-6 15,-1 7-11-15,-1 4-5 16,4 3-12-16,6-2-6 15,3-6-17-15,6-4-10 16,5-11-32-16,4-8-73 16,5-16-44-16,-1-8-112 0,-2-10 0 15,-3 1 78-15,-10 3 0 16,-5 3 134-16</inkml:trace>
  <inkml:trace contextRef="#ctx0" brushRef="#br1" timeOffset="-198555.22">7897 7475 994 0,'-4'1'166'0,"-1"3"206"16,3 3-229-16,2 7-128 15,-1 4-6-15,3 4-6 16,3 2-3-16,2-3 3 16,1-4 0-16,4-7 30 15,0-4 21-15,4-7 18 0,0-4 2 16,3-8-17-16,-2-2-18 15,-1-8-33-15,0 1-6 16,-7-1-12-16,-3 2-3 16,-6 4 0-16,-3 1 3 15,-7 6 18-15,-2 3 12 16,-5 3 21-16,0 4 6 16,-3 4-15-16,-3 2-3 15,5 7-9-15,-1 0 2 0,8 2-2 16,4-1 0-16,4 0 0 15,3-1-3-15,5-2 18 16,2 0 2-16,5-3-6 16,3-4-2-16,4-4-8 15,4-4-7-15,-1-5-6 16,-2-1 3-16,-2-3-3 16,-1 0 4-16,-6-3-3 15,-2 0-3-15,-6 0-2 16,-4 0-6-16,-6 3 6 15,-4 2 7-15,-5 3 1 16,-3 5 9-16,-2 6 2 16,-1 6-4-16,2 11-4 15,1 4-3-15,3 4-10 16,2 3-1-16,9-5-5 0,5-1-1 16,6-7 4-16,4-4 6 15,6-9 7-15,0-3-1 16,6-9 0-16,2-4-8 15,2-10-6-15,2-2 0 16,-6-3-1-16,-4 1-2 16,-9 3 8-16,-5 3-5 0,-9 6 5 15,-3 2 10 1,-10 5 3-16,-2 2 9 0,-5 8-8 16,1 7-10-16,-1 6-14 15,1 2-68-15,7 1-427 16,2-5 293-16</inkml:trace>
  <inkml:trace contextRef="#ctx0" brushRef="#br1" timeOffset="-197818.25">7973 7842 1708 0,'-11'12'102'0,"0"4"-54"16,2 3-66-16,0 5-18 16,1 1 9-16,4 0 21 15,3-1 0-15,3-4 27 16,2-3 24-16,3-4 51 15,0-3 5-15,4-6-17 16,3-4-18-16,3-7-55 16,0-5-19-16,0-7-16 15,0-2 6-15,-4-3-3 16,-2-1 18-16,-4 0 6 16,-3 2-3-16,-4 4 9 15,-1 4-3-15,-5 8 9 0,-1 1 3 16,-4 6 2-16,-2 3-5 15,-2 7-9-15,0 3 0 16,3 6-6-16,2 1 0 16,5-1-3-16,4-1-3 15,4-5 3-15,2-2 3 16,4-5 0-16,1-4-3 16,5-5-14-16,2-6-4 15,3-6 0-15,1-4 3 0,-4-3 0 16,-4 1 6-16,-6 4 0 15,-5 2 6-15,-6 3 18 16,-3 4 12-16,-8 1 30 16,-2 3 17-16,-1 4 12 15,-1 4-27-15,0 7-13 16,2 4-10-16,2 5-19 16,1 0-10-16,7-2-91 15,3-2-118-15,7-11 97 16</inkml:trace>
  <inkml:trace contextRef="#ctx0" brushRef="#br1" timeOffset="-196755.86">7994 5809 2052 0,'-9'25'105'16,"4"0"-76"-16,4-1-29 0,4-4-29 16,3-5-25-16,2-9-9 15,3-5 3-15,4-7 39 16,3-7 21-16,3-6 15 16,1-4 15-16,-4-3-9 15,-1 0 0-15,-6 3-9 16,-4 1-6-16,-7 4 9 15,-3 3-3-15,-5 5 27 16,-4 1 0-16,-3 6-4 16,1 0 7-16,-2 4-30 15,0 3 0-15,1 2-6 16,0 2-6-16,4 1 0 16,1 0 3-16,4 1 6 15,3-1 6-15,4-2-2 0,3-1-3 16,7 0 4-16,4-4-2 15,6-4 2-15,4-5-2 16,3-7-5-16,1-2 0 16,-6-3-2-16,-3 1-4 15,-9 1 2-15,-5 0-3 16,-6 5-5-16,-6 3 0 16,-5 4-4-16,-4 2 2 15,-10 7 8-15,-3 4-1 16,-3 7 11-16,1 3 4 0,6 4 5 15,4 3 7-15,10-2-9 16,3 0-3-16,9-6-14 16,5-2-1-16,7-9 0 15,6-2 4-15,8-10 7 16,3-6-4-16,3-6-7 16,-1-5-14-16,-7 1-15 15,-1 1-5-15,-12 3 3 16,-6 2 5-16,-7 5 6 15,-7 3-4-15,-6 8 6 16,-6 6-12-16,-7 11-18 16,-6 6-83-16,-6 13 83 15</inkml:trace>
  <inkml:trace contextRef="#ctx0" brushRef="#br1" timeOffset="-196071.95">7949 6166 2010 0,'-11'1'126'16,"2"2"54"-16,3 10-196 16,1 4-14-16,5 8-12 15,1 1 0-15,6-2 7 16,0-3 2-16,4-8 27 15,0-2 6-15,0-9 18 16,2-2 0-16,0-7 0 0,2-6 5 16,-1-6-17-16,-2-5 0 15,-2-2-12-15,-4 1-3 16,-5 0 4 0,-2 4-4-16,-6 2 9 0,-2 4 12 15,-2 5 20-15,-3 4 7 16,1 8 3-16,-2 5-22 15,1 9-15-15,2 6 2 16,2 6-1-16,5-1-3 0,9-2 1 16,3-2 0-16,7-8 2 15,3-2 3-15,3-9 8 16,3-4-8-16,5-11 5 16,1-4-6-16,0-8-8 15,-3-3 2-15,-5 0-4 16,-4 1 2-16,-9 3 2 15,-5 4-2-15,-7 6-2 16,-5 2 2-16,-8 9 4 16,-3 4 5-16,-6 7 2 15,0 5-1-15,2 5 0 16,4 1-5-16,8 0-5 16,6 1-4-16,7-4-44 15,4-3-91-15,4-11 70 16</inkml:trace>
  <inkml:trace contextRef="#ctx0" brushRef="#br1" timeOffset="-195073.12">7698 4303 2022 0,'-11'1'105'16,"3"4"-51"-16,5 4-69 15,6 5 0-15,4 1 0 16,5-2-12-16,4-3-9 0,3-7 0 16,3-3 3-16,-2-7 33 15,-2-2 18-15,-7-7-3 16,-4-2 6-16,-1-2-18 15,-3-2 3-15,-3 4 0 16,0 0-6-16,-7 5 9 16,-2 1-3-16,-4 5 6 15,-3 3 3-15,-6 8-9 16,-1 5 0-16,-5 6 0 16,2 2-6-16,3 0 3 15,5-3 3-15,9-1 6 16,5-2-3-16,9-3 6 15,5 0-4-15,9-5 1 16,2-2 0-16,9-6 3 16,3-4-6-16,4-6-3 0,1-3 0 15,-2-6-3-15,-4 0 6 16,-5-1 0-16,-4 1-3 16,-12 4-3-16,-6 2-3 15,-10 4 3-15,-8 3 0 16,-11 5 0-16,-5 1 0 15,-7 8 6-15,-2 3 3 16,4 7 3-16,4 4 10 16,4 8-6-16,6 3 1 15,7 4-10-15,7 0-9 16,12-4-2-16,5-3-2 0,11-10-4 16,5-5-2-16,6-10 2 15,1-9 1-15,0-11 3 16,-1-3 3-16,-6-4 0 15,-4 0 0-15,-11 3 1 16,-6 2-4-16,-10 4 1 16,-4 3-2-16,-10 6 3 15,-1 5 0-15,-8 11-2 16,-1 6 2-16,-3 16-3 16,-1 4-6-16,2 12-171 15,-2 3 112-15</inkml:trace>
  <inkml:trace contextRef="#ctx0" brushRef="#br1" timeOffset="-194306.07">7856 4658 1687 0,'-21'13'111'0,"2"0"-33"0,6 2-60 15,5 1-15-15,1-2 3 16,6-1-6-16,1-4 0 16,4-3 6-16,3-1 3 15,1-5 11-15,1-1-2 16,9-8-6-16,0-5-12 0,9-8 0 16,2-5-3-16,-3-2 3 15,-3-2 15-15,-10 5-6 16,-4 5 9-16,-7 6-9 15,-3 6 3-15,-9 6 3 16,-4 5 3-16,-9 10 0 16,0 3-3-16,-2 6 15 15,5 1-6-15,7-3 0 16,4 1 2-16,9-5-17 16,5-1 3-16,7-4-9 15,3-6 0-15,5-5-3 16,-1-5 3-16,3-9 0 15,0-2 3-15,-5-3 0 16,-2-1-6-16,-9 1-3 16,-4 2-12-16,-7 3 3 0,-5 3 9 15,-8 6 9-15,-4 2 15 16,-5 8 12-16,-3 6 6 16,0 10-13-16,5 5-8 15,8 10-18-15,9 0-37 16,25-2 21-16</inkml:trace>
  <inkml:trace contextRef="#ctx0" brushRef="#br1" timeOffset="-190989.88">9859 9271 1318 0,'-7'0'57'15,"0"0"39"-15,3-1-80 16,4 1-6-16,0 0-1 15,-3 14-3-15,5 9 0 16,-1 13 0-16,0 24 0 16,-1 12 1-16,-1 18 1 15,-3 3 6-15,1 7-8 16,-3-4-6-16,1-8-6 16,-2-5-3-16,-2-22 4 15,-1-11 10-15,1-22 37 16,0-12 9-16,4-18 11 15,0-13-8-15,3-22-30 16,1-13-3-16,3-21-21 16,2-9 0-16,5-10 6 15,0-3-3-15,1 1 3 16,1 6 0-16,-1 11 0 0,0 6 3 16,-1 21 21-16,0 10 12 15,-2 20 11-15,-3 7 40 16,3 11 6-16,-1 7 11 15,5 16-26-15,3 12-38 16,4 22-18-16,-2 11-10 16,-1 10-8-16,-3 1-3 15,-2-9 4-15,-1-8-9 0,0-23 2 16,2-9-4-16,-2-18-17 16,4-7-20-16,2-14-13 15,2-10 1-15,5-19-23 16,1-11 9-16,4-18-8 15,1-6-4-15,-3-7 21 16,-1-2 12-16,-1 5 36 16,-2 6 0-16,-3 12 9 15,1 9 0-15,-4 18 15 16,-2 7 6-16,1 20 42 16,-5 7 18-16,3 22 11 15,1 11 4-15,1 20-53 16,3 12-8-16,-3 16-16 15,-1 5-9-15,-3-1-16 16,-1-6-8-16,-2-23-55 0,1-10-75 16,1-23-208-16,3-11-290 15,2-14 478-15</inkml:trace>
  <inkml:trace contextRef="#ctx0" brushRef="#br1" timeOffset="-190790.52">10685 9674 1604 0,'-5'19'74'0,"3"4"-74"16,3 2-50-16,-1 5-28 15,3-2 48-15,-2-5-13 16,-2-4-21-16,1-12-240 15,2-7 185-15</inkml:trace>
  <inkml:trace contextRef="#ctx0" brushRef="#br1" timeOffset="-190238.79">10621 9477 1487 0,'0'0'287'0,"1"0"335"0,14-17-545 16,2 1-215-16,7-2-118 16,4-1-49-16,0 5 37 15,-1 10 131-15,-3 5 17 16,-4 14 60-16,-2 4 38 16,-6 4 55-16,-2 3 10 15,-1-2-16-15,0 1-12 16,0 0-13-16,2-1 0 0,-2 0 0 15,-1 0 0-15,-6 2 0 16,0 1-2-16,-4 0 27 16,-3-1 12-16,0-5 19 15,-1-3 8-15,2-6-25 16,1-4 10-16,3-8-30 16,0 0-15-16,-3-6-15 15,3-7-6-15,0-9 6 16,1-8-3-16,3-6 6 15,1-5-2-15,3-7 4 16,2 0 2-16,3 6 0 16,1 7-2-16,0 17 3 15,-1 8-5-15,-2 17 10 16,0 9 3-16,0 22 9 16,-2 7 23-16,-1 11-12 0,-5 1 3 15,1-5 11-15,-1-5 7 16,0-11-6-16,3-10-6 15,-3-13-36-15,-3-13-33 16,5-6-51-16,-2-13-29 16,2-19 2-16,2-8-30 15,4-10 87-15</inkml:trace>
  <inkml:trace contextRef="#ctx0" brushRef="#br1" timeOffset="-190089.08">11194 9560 969 0,'6'25'167'0,"1"1"168"16,2-3-232-16,1 3-85 16,0 0-18-16,-1 1-55 15,-4-1-1-15,-8-3-198 16,-4-2 157-16</inkml:trace>
  <inkml:trace contextRef="#ctx0" brushRef="#br1" timeOffset="-189922.39">11263 9440 2013 0,'0'0'348'15,"3"-13"-7"-15,0-4-424 16,4-12-902-16,1-3 724 15</inkml:trace>
  <inkml:trace contextRef="#ctx0" brushRef="#br1" timeOffset="-189290.58">11440 9603 2423 0,'-6'12'160'0,"3"0"-23"16,2 0-131-16,2-1-114 15,0 1-106-15,3 0-78 16,-2 0-4-16,-2 4 141 0,0 1 77 15,-2-4 96-15,-5-1 36 16,4-8 17-16,3-4-11 16,-1-9-48-16,1-6-30 15,1-14-45-15,0-4 10 16,4-3 11-16,3 2 9 16,4 7 33-16,1 4 12 0,1 6 18 15,2 2 12-15,-2 8 11 16,0 5 4-16,2 10 18 15,-2 5-9-15,-2 14-13 16,-1 3-2-16,-3 6-33 16,-1-1-3-16,-4-3-3 15,1-5 0-15,-3-9 3 16,1-6-6-16,-2-12-9 16,0 0 0-16,6-3-9 15,-2-11 9-15,1-12 3 16,0-3 3-16,4-6-6 15,0 2 0-15,4 5-6 16,1 3 3-16,2 7 12 16,2 3-3-16,0 8 12 15,1 4 6-15,1 7 29 0,-6 6 4 16,-2 9-11 0,0 5-16-16,-6 8-25 0,2 0 0 15,2 0-2-15,-1-4-12 16,2-12-92-16,1-7-111 15,3-21 116-15</inkml:trace>
  <inkml:trace contextRef="#ctx0" brushRef="#br1" timeOffset="-189106.32">12013 9614 2992 0,'-6'34'53'0,"3"-5"-37"16,3-2-90-16,3-11-110 16,2-4-87-16,1-10-442 15,-3-3 13-15,-3-10 461 16</inkml:trace>
  <inkml:trace contextRef="#ctx0" brushRef="#br1" timeOffset="-188940.1">11907 9444 1543 0,'0'0'425'0,"0"0"218"0,6-10-524 16,11 0-173-16,6-5-69 16,3-2-117-16,2-2-227 15,-5 2 255-15</inkml:trace>
  <inkml:trace contextRef="#ctx0" brushRef="#br1" timeOffset="-188255.68">12094 9629 2427 0,'0'0'131'0,"0"0"-29"15,9-6-165-15,8-10-152 16,7-4-73-16,9-4 40 16,2 2 42-16,3 9 101 15,-6 4 80-15,-11 9 58 16,-5 3 55-16,-10 2 13 16,-3 3-20-16,-4 4-81 15,-2 1-15-15,-3 4-15 16,-3 2-12-16,-2 3 15 0,-4 2 6 15,1 2 27-15,-2-1 36 16,3-4 54-16,1-2 17 16,4-8-5-16,3-3-24 15,5-8-63-15,0 0-36 16,10-7-48-16,6-5-18 16,8-5-35-16,5-1-13 15,4 1-8-15,3 1 48 0,0 7 56 16,-1 3 10-16,-5 4 23 15,-6 1 11-15,-8 4 20 16,-7-1 10-16,-5 1 69 16,-4-3-12-16,0 0-35 15,0 0-33-15,1 0-24 16,15 4-3-16,-2-9-12 16,2-2 3-16,5-2-9 15,0 0 0-15,0-1 9 16,-1 1 3-16,-2-3 3 15,1-3 3-15,0-5-3 16,-5-3 0-16,-2-4 3 16,-6-1 3-16,-6 0 18 15,-6 0 6-15,-11 6 9 16,-6 7 5-16,-8 13 19 16,-2 9 21-16,2 21 56 0,3 9-15 15,8 14-31-15,6 3 3 16,13-3-4-16,7-4-38 15,22-15-21-15,8-9-31 16,24-21-99-16,10-13-128 16,24-27 115-16</inkml:trace>
  <inkml:trace contextRef="#ctx0" brushRef="#br1" timeOffset="-187457.25">13754 9215 2228 0,'-5'7'243'0,"7"-2"15"15,4-1-221-15,20-3-141 16,12-2-104-16,18-8-48 15,6-4-63-15,10-4 142 16,-4 2 82-16,-7 3 89 16,-5 4 15-16,-20 2 12 15,-8 0-3-15,-16 4-3 16,-12 2 23-16,0 0 28 16,-13 3 30-16,-9 6 41 15,-3 1-5-15,-5 8 17 0,-4 5-39 16,1 9-24-1,-2 3-7-15,4 4-24 0,4 3-21 16,12-1-16-16,4 1 1 16,12-2-13-16,7-1-7 15,9-1-26-15,9 0-26 16,5-1-42-16,-1-3 9 16,-6-3 26-16,-6-3 20 15,-11-4 49-15,-6-1 6 16,-13-1 38-16,-8 0 25 15,-13 0 42-15,-9-4-17 0,-8-4-14 16,-5-3-3-16,-7-6-25 16,0-5-19-16,1-8-20 15,5-5-13-15,11-11-24 16,7-8-31-16,14-11-105 16,6-3-103-16,22-6 75 15</inkml:trace>
  <inkml:trace contextRef="#ctx0" brushRef="#br1" timeOffset="-186972.44">14704 9337 500 0,'3'-22'162'16,"-2"-2"202"-16,-6-7-236 16,1-1-28-16,-9-1-26 15,-5 3-12-15,-4 14-4 16,-4 7 10-16,-2 20 115 16,2 12 65-16,-1 19-32 15,-1 12-43-15,2 27-56 16,-1 10 11-16,5 13 1 15,7 1-14-15,9-12-35 16,6-11-29-16,15-19-44 0,8-11-22 16,15-19-52-16,9-12-30 15,13-21-86-15,0-10-148 16,0-19 119-16</inkml:trace>
  <inkml:trace contextRef="#ctx0" brushRef="#br1" timeOffset="-186220.15">15207 9316 1485 0,'-11'1'113'0,"-3"4"162"0,-2 2-105 16,-6 7-83-16,-1 5-28 15,2 14-29-15,-1 7-18 16,8 14 48-16,4 3 20 16,5 5 78-16,10-1-4 15,13-8-52-15,6-5-26 16,17-14-51-16,6-7-16 0,3-11-15 15,1-9-4-15,-3-12 1 16,-3-6 3-16,4-11 0 16,1-5 2-16,-3-8 0 15,-5-4-4-15,-17-7 1 16,-8-5 0-16,-19-4 4 16,-9-3 4-16,-18-2 8 15,-11 3-2-15,-10 5 2 16,-1 3-3-16,0 11-7 15,3 5 2-15,-8 13-1 16,-7 6-2-16,-3 12 3 16,-2 5-1-16,14 12-1 15,8 4 5-15,10 7 11 16,8 4 7-16,9 0 7 16,8 2 0-16,15-3-6 0,11-1-3 15,17-7-15-15,8-6-5 16,27-11-7-16,11-4-1 15,9-10 1-15,1-2 1 16,-13-2-13-16,-7 0-12 16,-12 4-36-16,-9 1-27 15,-21 2-67-15,-13 2-108 16,-23-4-140-16,-9 0-26 16,-8 1 361-16</inkml:trace>
  <inkml:trace contextRef="#ctx0" brushRef="#br1" timeOffset="-185223.64">15748 9181 1652 0,'0'0'194'0,"0"0"90"16,0 0-88-16,4 5-94 15,8 1-13-15,13 6-39 16,7 6 8-16,11 6-6 0,3 6 3 16,5 12 7-16,-2 6-9 15,-6 8-22-15,-7 2-16 16,-11 1-24-16,-9 0-5 15,-13-1-10-15,-9-2 1 16,-19-6-7-16,-7-4 0 16,-17-13-12-16,-3-8-23 15,-1-18-138-15,-1-11-135 16,8-15 135-16</inkml:trace>
  <inkml:trace contextRef="#ctx0" brushRef="#br1" timeOffset="-183317.43">15344 10106 1398 0,'9'3'37'0,"0"-1"36"16,9-1-152-16,8-2-34 0,14-6-131 15,7-3 127-15</inkml:trace>
  <inkml:trace contextRef="#ctx0" brushRef="#br1" timeOffset="-182172.57">17897 9369 1489 0,'-4'-11'79'0,"1"2"148"16,-1 3-131-16,0 6-63 15,-2 3 8-15,1 19-8 16,-1 8-9-16,0 24-15 16,3 8-3-16,1 12-6 15,3 1 6-15,9-5 0 16,5-4 6-16,10-16 12 15,5-6 12-15,9-16 41 16,3-9 19-16,7-13-21 16,4-8-7-16,3-12-13 15,0-7-7-15,-6-10-19 16,-3-6-2-16,-8-7-16 16,-3-7-7-16,-10-6 6 15,-6-5 1-15,-13-6 3 0,-6-3 0 16,-12 0-6-16,-8 3-1 15,-12 4-6-15,-5 6-1 16,-15 6 0-16,-8 4 0 16,-18 14-2-16,-7 9-1 15,-5 16-4-15,2 9 1 16,10 20-1-16,7 8 4 16,16 15 6-16,7 6 8 15,23 4 23-15,12 0 8 0,22-3 6 16,15-5-7-16,23-9-25 15,11-6-9-15,23-12-10 16,8-6 0-16,14-11 2 16,2-3 1-16,-2-8 0 15,-3-1-1-15,-14-2 2 16,-8-2-6-16,-17-1-31 16,-9-1-24-16,-15-2-95 15,-7 1-114-15,-8 3 78 16</inkml:trace>
  <inkml:trace contextRef="#ctx0" brushRef="#br1" timeOffset="-181537.78">19174 9483 2043 0,'0'0'212'0,"0"0"40"15,0 0-193-15,0 0-14 0,11 4-18 16,0-1-16-16,10 0-9 16,7 0 1-16,10-2-2 15,9 0-1-15,3-1-10 16,2-2-16-16,-2 1-36 16,-3 1-8-16,-5 1 8 15,-3 5 4-15,-8 2-36 16,-3 2-76-16,-10-1-180 15,-2 0-212-15,-16-9 399 16</inkml:trace>
  <inkml:trace contextRef="#ctx0" brushRef="#br1" timeOffset="-181292.39">19127 9873 2558 0,'0'0'125'0,"10"6"19"0,10-9-143 16,17-8-58-16,7-5-9 16,8-5-56-16,-1 0-54 15,0 1-27-15,-3 3-33 16,-7 5 66-16,-2 4-21 0,-6 3 125 15</inkml:trace>
  <inkml:trace contextRef="#ctx0" brushRef="#br1" timeOffset="-180124.02">20949 8762 1843 0,'-35'-13'275'0,"-5"0"112"15,-8 4-254-15,-10 4-107 16,-6 1-6-16,-3 7-16 16,1 3-4-16,6 8-4 15,6 3-2-15,6 6 4 16,4 5-4-16,10 4 3 0,3 0 3 15,9 6-1-15,2 1 2 16,10 8-1-16,3 11-4 16,7 12-6-16,1 5-13 15,4 12-50-15,-2 5-16 16,2 12-28-16,2 5-48 16,2 11 16-16,1-1 15 15,0 4 53-15,-1 0 27 0,-4-5 48 16,0 0 33-16,-4-5 75 15,-3-6 47-15,-2-18 81 16,-2-12-53-16,-2-19-8 16,2-9-56-16,4-9-11 15,3-7-5-15,7-8-26 16,2-6-19-16,9-9-38 16,5-5-10-16,13-12-9 15,3-3 2-15,11-3-2 16,4 0-9-16,9 4-24 15,6-1-15-15,6 3-38 16,2 1-29-16,2 2-79 16,-1 2-114-16,-3 2-254 15,-1 0 385-15</inkml:trace>
  <inkml:trace contextRef="#ctx0" brushRef="#br1" timeOffset="-178906.69">21187 9057 1256 0,'-23'-6'101'16,"0"4"149"-16,-1 2-164 16,-2 7-92-16,1 6-3 15,-1 15-5-15,2 6 5 0,1 13 3 16,1 6 3-1,3 6 12-15,5 5 14 0,8 2 28 16,6 1 9-16,14-7-3 16,5-6-6-16,11-13 8 15,6-5 46-15,9-13 38 16,5-6 1-16,0-14-49 16,-1-6-35-16,-5-13-45 15,-3-4-12-15,1-5-8 16,-2-2 5-16,-3-5 13 15,-5-3 5-15,-8-6 6 16,-7-4-3-16,-9-4-10 16,-5-1-2-16,-11 0-3 15,-5 0-5-15,-12 0 5 16,-7-2-6-16,-8 3 0 16,-5 5 0-16,-7 13-7 0,1 8 1 15,-7 12 2-15,-1 5-1 16,6 7 0-16,-1 3-6 15,15 3-4-15,6 5-4 16,5 2 4-16,5 5 6 16,5 6 11-16,3 3 25 15,15 4 38-15,7 0-11 16,18-5-2-16,12-3-13 0,16-10-21 16,13-5-10-16,15-10-40 15,4-6-40-15,-1-6-155 16,-4-1-154-16,-13 0-344 15,-11 3 555-15</inkml:trace>
  <inkml:trace contextRef="#ctx0" brushRef="#br1" timeOffset="-177924.55">21625 9614 1216 0,'0'0'73'16,"0"0"69"-16,0 0-102 0,1 0-1 16,0 1-16-16,0 0-11 15,-1 0-4-15,1 0 1 16,0-1 12-16,0 2 12 16,17 27 24-16,-18-29 2 15,0 1 19-15,0-1-3 16,0 0 8-16,0 0 4 0,-1 0-9 15,1 0-10-15,-1 0-17 16,1 1-3-16,-1-1-15 16,1 0-5-16,0 1-2 15,0-1-2-15,-1 0 2 16,0 0 2-16,0 0-1 16,0 0-3-16,0 0-6 15,1 0-4-15,0 1-10 16,-1 0 0-16,1 0-7 15,0 0 0-15,-5 30 1 16,4-17 2-16,-1 5 0 16,-1 3 2-16,3 3 1 15,1 0 0-15,6-1-2 16,2-2 3-16,3-6-2 16,3-4 4-16,4-7-6 0,1-5-6 15,5-8-10-15,4-2-2 16,-3-8-8-16,1 0 4 15,-11-1 6-15,0-1 7 16,-12 1 18-16,-2-1 9 16,-8-1 20-16,-7-3 4 15,-4-1 3-15,-4 1-4 16,-2 3-21-16,-4 2-4 0,0 9-2 16,-4 5-7-16,5 8-18 15,3 5-20-15,8 7-155 16,4 0-123-16,10-1 108 15</inkml:trace>
  <inkml:trace contextRef="#ctx0" brushRef="#br1" timeOffset="-176757.55">22904 9348 2079 0,'-25'60'18'16,"0"5"-12"-16,5 4-3 16,3-3-3-16,11-8 0 15,5-4 9-15,13-9 33 16,5-2 29-16,11-8 37 16,5-4-21-16,5-8 6 15,5-5-3-15,-3-12-27 0,4-5-23 16,3-12-20-16,1-9-10 15,0-13-16-15,-1-5-3 16,-5-12 4-16,-4-5 0 16,-8-10 5-16,-8-4 0 15,-11-8 4-15,-5-1 0 16,-9 1-3-16,-6 3-2 16,-19-2-3-16,-12 3-2 0,-20 2 2 15,-12 7 3-15,-9 19 2 16,-3 9 4-16,-1 22-1 15,6 9 2-15,0 24 1 16,9 11 0-16,12 16-1 16,6 12-4-16,28 3 9 15,12-1-2-15,30-7-1 16,13-11 1-16,21-9-9 16,10-4 0-16,16-6 6 15,6-1-2-15,6-8 2 16,3-3-3-16,-1-11-26 15,3-4-16-15,-12-7-41 16,-6 0-87-16,-18-1-133 16,-9 1-378-16,-17 5 558 15</inkml:trace>
  <inkml:trace contextRef="#ctx0" brushRef="#br1" timeOffset="-176474.56">23623 9754 2416 0,'6'40'-43'15,"0"4"-60"-15,-1 7-142 16,0 0-66-16,-5-5 174 16</inkml:trace>
  <inkml:trace contextRef="#ctx0" brushRef="#br1" timeOffset="-175740.17">23701 8707 2863 0,'55'-9'-50'0,"16"1"-10"0,4-1 6 16,-3 1 30-16,-5 1 12 15,-14 0 15 1,-9 1 9-16,-6 0 12 0,-7 2 4 16,-11 3 7-16,-5 1-4 15,-9 6-13-15,-1 5-8 16,-3 10-9-16,-1 14-5 16,-4 18-10-16,-5 14-1 0,-13 26-14 15,-6 12 0-15,-7 10-17 16,1 2 0-16,9 1-29 15,7-6 8-15,17 1 13 16,10-1-12-16,15-8-56 16,6-4-45-16,6-9 32 15,-3-3 43-15,-9-7 86 16,-7-3 33-16,-16-6 71 16,-7-3 46-16,-20-5 76 15,-9-4-44-15,-15-10-3 16,-1-5-44-16,-11-13-8 15,-3-8-17-15,-15-19-42 16,-6-11-29-16,2-20-66 16,0-10-66-16,13-14-138 15,8-3 119-15</inkml:trace>
  <inkml:trace contextRef="#ctx0" brushRef="#br1" timeOffset="-170940.77">18906 1377 1212 0,'59'1'6'16,"9"-2"11"-16,2-2 10 15,2-4 24-15,3 1 5 16,0-1 6-16,-2-1-10 16,-9 0-23-16,-7 0-9 0,-13-3-15 15,-4 1-3-15,-13-1 0 16,-3 0 2-16,-10-1-4 15,-3 1 0-15,-11 1 0 16,-1-1 0-16,-16 1-4 16,-7 1 2-16,-15 5-2 15,-10 1-1-15,-14 5 3 16,-9 3 0-16,-7 3 0 16,2 2 2-16,3 0 0 15,6-1 0-15,12-2 2 16,4-2-2-16,11-4 2 15,5-1-2-15,6-1 2 16,7-2-2-16,8 1 0 16,7 0 2-16,9 0-1 15,11 0 1-15,19 0 4 0,12-3 0 16,19-1 0-16,7-1 0 16,13-2-6-16,8 1 0 15,4 2 0-15,0 1 3 16,-2 2 6-16,-10 3-3 15,-11 2 0-15,-8 1-6 16,-16 1 0-16,-10-1 0 16,-15 0 0-16,-6-1 0 0,-16-2-12 15,-3 3 0-15,-16-2 0 16,-7-1 6-16,-11-1 4 16,-7-1-2-16,-11-2-1 15,-5 1-1-15,-16 0-2 16,-5 1-2-16,-11 0 5 15,-1 1-3-15,5 2 4 16,3 1 2-16,9 4 2 16,4 1 0-16,15 3 0 15,8-1 0-15,20 2 0 16,11-3 0-16,16 1-2 16,6 0-2-16,19-2 8 15,10-3 6-15,22-3 5 16,10-2 1-16,17-5-5 15,7 0 2-15,9-3 2 0,1 1-3 16,0-3-6-16,-7 2 3 16,-10-1 6-16,-10 2-6 15,-17 1 3-15,-11 2-3 16,-19 2-3-16,-8 0-6 16,-17 3-6-16,-9-2 3 15,-21 3-3-15,-9 0 0 16,-21 3 3-16,-9 0-9 0,-17 2 9 15,-9 1-6-15,-4 1 3 16,2 0 0-16,10 0 6 16,12 1 0-16,19-1 0 15,13-1 0-15,28 0-15 16,13-1 6-16,34-1 0 16,16-3 2-16,33-2-1 15,18-2-34-15,29-10 24 16</inkml:trace>
  <inkml:trace contextRef="#ctx0" brushRef="#br1" timeOffset="-168940.43">15128 10140 1313 0,'-6'0'65'0,"7"1"50"16,10-1-92-16,15 1-17 15,9-1 2-15,12-5 1 16,2-3 2-16,0-5-2 16,-1-5 3-16,1 0 15 15,1-2 3-15,-5 3 15 16,-7 0 5-16,-15 6-17 15,-6 2-6-15,-11 4-24 16,-6 5-9-16,0 0 0 16,-12-4 0-16,-8 4 0 0,-6 4 0 15,-17 2 3 1,-3-1 3-16,-5 4 9 0,-1 2 3 16,2 0 21-16,-3 0 15 15,4 0 32-15,5-2 22 16,17-3-6-16,7-2-25 15,20-4-35-15,0 0-30 16,14-3-18-16,15-2 6 16,12-4 9-16,5-2 12 0,-1 0 3 15,-5-2-6-15,-4 2 0 16,-6 2-3-16,-5 2-6 16,-4 1 0-16,-12 2-6 15,-5 1-9-15,-15 0 0 16,-1-1-6-16,-11 1 12 15,-1 0 6-15,-5 1 0 16,-2 2 3-16,-9 0 6 16,-2 3 6-16,-3-1 27 15,2 2-1-15,6-1 11 16,9 0-6-16,15-2-19 16,12-1-2-16,2 1-14 15,13 0 0-15,14-1-5 16,4 1-1-16,8 2 0 15,-2-3 2-15,-4 2-1 16,-4-1-2-16,-14 0 1 0,-4 0-3 16,-12-1 0-16,0 0 5 15,-10 3 6-15,-7 0-3 16,-15 1 5-16,-6-1 0 16,-12 0-6-16,-1 2 1 15,8-3 5-15,9 2 3 16,21-3 8-16,10 0 1 0,9 1-7 15,0 0-2-15,15 0-17 16,7 2-2-16,14-2-12 16,14-1-10-16,-2-5-51 15,-4-2-77-15,-5-1-70 16,-8 0-108-16,-7 2 105 16,-6 2 51-16,-10 3 83 15,-11 0-98-15,-13 5 117 16</inkml:trace>
  <inkml:trace contextRef="#ctx0" brushRef="#br1" timeOffset="-167089.83">18235 10282 1070 0,'-12'-10'72'0,"-1"0"116"15,3 1-186-15,-2-1 4 16,4 0 29-16,0-1 15 16,1-2 29-16,3 0 80 0,1 0 59 15,0 1-15-15,1 2-42 16,0 1-56-16,0 4-61 15,2 5-13-15,0 0-21 16,0-1 0-16,0 0 0 16,6-8-1-16,11 8-4 15,4 1-1-15,9-1-3 16,3 1-1-16,0 0 4 16,-3 1-4-16,-4 0 5 15,-4 1-4-15,-2 0 3 16,-3-1 1-16,-7 1-4 15,-9-2 7-15,0 0-1 16,0 0 4-16,-1 0 23 16,0 0 2-16,-12 3 1 15,-4-4-11-15,-10-1-15 16,-6 0-3-16,-6 2-1 0,-3 0 1 16,-6 3 0-16,2 0-1 15,6 0 3-15,5 1 2 16,14-2-2-16,8 1-2 15,12-1-3-15,8-2-2 16,13 1-5-16,9-1-2 16,11-3-6-16,6-2-8 15,1-1-2-15,-2-1-3 0,-3 1-2 16,-6 1-3-16,-11 4 8 16,-4-1 10-16,-14 4 5 15,-8 0-2-15,-13 4 5 16,-8 2 4-16,-11 2 23 15,-3 1 2-15,-8 0-4 16,2-2-8-16,-3-2-7 16,2-1-2-16,9-4-3 15,6-1-2-15,13-4-5 16,4-2-32-16,15-7-195 16,8-3 147-16</inkml:trace>
  <inkml:trace contextRef="#ctx0" brushRef="#br1" timeOffset="-164344.28">16742 9347 1191 0,'-2'-4'156'15,"2"4"394"-15,0 0-488 16,0 0-348-16,0 0 17 0,1 0 181 16</inkml:trace>
  <inkml:trace contextRef="#ctx0" brushRef="#br1" timeOffset="-164057.47">16666 9904 2742 0,'0'0'-38'15,"0"-1"-239"-15,1-14-609 16,8 0 692-16</inkml:trace>
  <inkml:trace contextRef="#ctx0" brushRef="#br1" timeOffset="-163856.04">17070 9853 2964 0,'-4'-5'0'0,"7"-3"-181"16,3-3 97-16</inkml:trace>
  <inkml:trace contextRef="#ctx0" brushRef="#br1" timeOffset="-162664.8">17213 10967 1439 0,'96'-7'98'16,"20"-2"312"-16,12-3-359 15,26-2-158-15,12 0-25 16,12 0-8-16,4 6 51 16,5 1 56-16,-7 1 4 15,-6 6-18-15,-5 0-61 0,-18 1 63 16</inkml:trace>
  <inkml:trace contextRef="#ctx0" brushRef="#br1" timeOffset="-159290.86">5259 5555 1274 0,'-68'-20'-25'15,"-5"1"-47"-15,-19 0-59 16,-7 0 18-16,-19-1 140 16,-7-4 72-16,-14 1-6 15,-5-1-27-15,-10 2-49 16,-8 1-5-16,-6 2-5 16,-6 3-3-16,-4 7-2 15,0 8 0-15,0 9 0 16,4 9 2-16,4 10 2 0,4 6 0 15,12 8 1-15,7 5 7 16,12 9 7-16,10 7 3 16,15 12 3-16,11 3-8 15,26 9-9-15,10 2-4 16,27 7-8-16,11 1 0 16,25 3 0-16,12 0 2 15,28 2 0-15,18 0 4 0,33-2-1 16,19-4 1-16,30-8-4 15,12-9 0-15,28-16 6 16,11-8 4-16,30-13 1 16,11-5 5-16,17-11 11 15,9-5 4-15,6-12 11 16,-2-8 51-16,-5-9 11 16,-6-7 25-16,-19-7 32 15,-12-2 0-15,-27-7-36 16,-15-1-57-16,-40-6-27 15,-19-2-6-15,-38-7-3 16,-22-3-5-16,-32-10-21 16,-20-6-8-16,-37-8-12 15,-18-6-5-15,-35-5 2 16,-17-2-15-16,-31 1-58 16,-10 2-52-16,-27 4-52 0,-7 3 18 15,-17 8 65-15,-8 7 25 16,-3 12-26-16,-3 4 29 15,2 7 48-15</inkml:trace>
  <inkml:trace contextRef="#ctx0" brushRef="#br1" timeOffset="-158339.95">4347 3957 1293 0,'-147'-23'33'16,"-6"4"-2"-16,-19 9-42 16,-7 3 3-16,-12 3 8 15,-3 2 13-15,-1 9 13 16,2 6 5-16,3 13 7 16,9 4 1-16,15 6-10 15,5 7-8-15,18 6-13 16,6 8-6-16,20 11-6 15,11 3-4-15,29 5-3 0,16 0 1 16,33 3-3-16,22-1-1 16,41 2-1-16,21-1-1 15,39-2-5-15,23-2-14 16,34-9-41-16,16-7-15 16,31-18 10-16,9-7 19 15,23-15 83-15,7-7 37 0,13-9 33 16,5-3 6-1,3-7-12-15,-1-5-13 0,-11-6-1 16,-15-4 30-16,-26-12-47 16,-17-4-3-16,-35-13 21 15,-19-6 11-15,-37-6 58 16,-18-4 11-16,-35-2-27 16,-15-3-46-16,-33-6-33 15,-19-3-26-15,-33-7-35 16,-17-2 0-16,-34 1-19 15,-14 3 0-15,-30 7-4 16,-14 5-9-16,-18 6-55 16,-11 4-35-16,-16 12-54 15,2 8-19-15,-1 17 3 16,2 7 23-16,17 12 109 16</inkml:trace>
  <inkml:trace contextRef="#ctx0" brushRef="#br1" timeOffset="-157057.28">6021 7147 1858 0,'-117'-53'131'0,"-15"8"-14"16,-16 2-255-16,-22 3-17 15,-11 1 29-15,-16-5 123 16,-5 2 18-16,-10 1-3 15,-2 2 0-15,-13 4-6 16,2 4 0-16,-6 12 0 16,-4 8 3-16,9 16-9 15,0 9 3-15,11 17-6 16,6 6 0-16,20 12-9 16,12 6-3-16,21 6-3 15,19 8-3-15,27 5-2 16,17 4-4-16,35 6 3 15,20 0 3-15,28 6 0 0,16 2 6 16,36 2 8-16,16 2 5 16,46-3 8-16,22-1 15 15,40-4 12-15,18 0 6 16,33-5 17-16,20-4-2 16,30-5-6-16,12-9-9 15,25-8-18-15,5-2 6 0,13-7 65 16,6-5 37-16,-2-10 53 15,6-5-56-15,-2-9-51 16,-1-4-26-16,-14-10-49 16,-13-4-17-16,-31-11-10 15,-25-5-2-15,-36-13-4 16,-21-6 7-16,-43-12 8 16,-18-5 3-16,-42-8-12 15,-20-3-10-15,-39-7 13 16,-21-8 15-16,-44-8 45 15,-20-6-5-15,-42-10-17 16,-16-1-2-16,-30-5-5 16,-17-1 2-16,-15 6 2 15,-12 2-9-15,-20 11 6 16,-10 6-7-16,-32 14-1 0,-8 5-3 16,-20 16-23-16,-6 9-76 15,2 13-280-15,-2 7 232 16</inkml:trace>
  <inkml:trace contextRef="#ctx0" brushRef="#br1" timeOffset="-155769.46">7163 8736 2317 0,'-133'-70'-44'16,"-14"1"29"-16,-30 6-302 16,-18 2 4-16,-30 3 228 15,-8 4 83-15,-11 7 17 16,-5 4 3-16,-8 12 18 15,-3 7 9-15,-5 14 14 16,-1 8 1-16,4 15-15 16,2 8-18-16,8 17-12 15,4 6-3-15,13 16 9 16,10 8 12-16,15 9 8 16,12 5-2-16,32 2-9 15,19 0-12-15,36 5-18 0,18 0-9 16,38 1-6-16,18 2 0 15,38 1 18-15,26 4 3 16,34 5 24-16,20 3 3 16,43 2-9-16,18 0 9 15,43-5-21-15,25-2-3 16,41-7-6-16,18 0 3 0,33-2-6 16,9-2 6-1,15 1 23-15,4-3 13 0,1-7 42 16,4-6-2-16,-2-14 29 15,-4-4 7-15,-1-11-47 16,-13-2-8-16,-1-8-23 16,0-4-14-16,-11-8-27 15,-3-8-11-15,-25-11-10 16,-16-7-3-16,-39-16 4 16,-24-8 3-16,-47-13 0 15,-26-7-4-15,-45-13 12 16,-18-7 2-16,-41-17 6 15,-18-9 3-15,-26-14-7 16,-16-4-7-16,-13 1 2 16,-7 0-4-16,-13 0-6 15,-10 1 0-15,-20 0 4 0,-9 1 8 16,-18 5 11-16,-10 5 1 16,-12 9-1-16,-11 4-2 15,-5 9-12-15,-6 3-6 16,3 6-12-16,-1 4-11 15,8 11-37-15,8 5-53 16,-10 12-201-16,4 6 171 0</inkml:trace>
  <inkml:trace contextRef="#ctx0" brushRef="#br1" timeOffset="-149572.8">11376 10423 1402 0,'-16'-13'77'15,"-1"1"248"-15,2-1-361 16,1 2-24-16,5 3 16 15,2 1 17-15,3 0 48 16,1 1 17-16,2 1 40 16,0 1 18-16,5 1 29 15,6 2-5-15,13-1-28 16,13 2-5-16,19-1-39 16,8-1 3-16,21 1 34 15,7-1 11-15,25-1 3 16,10 3-25-16,15-1-2 15,6 3-5-15,3 1-12 16,1-1-5-16,-1 1-18 16,0-2-7-16,-11-2-14 15,-7-3-5-15,-11-3-6 16,-10 0-19-16,-16-5-47 16,-9 0-33-16,-22-1-105 0,-13-3-144 15,-13-1 95-15</inkml:trace>
  <inkml:trace contextRef="#ctx0" brushRef="#br1" timeOffset="-142307.81">18108 10236 362 0,'-13'-7'5'0,"2"0"-5"16,2 0-3-16,0 1 16 16,2 0 20-16,-2 2 41 15,1-1 47-15,-2 4 24 16,3-1-3-16,0 2-24 16,-2-1-30-16,5 0-46 15,4 1-19-15,0 0-17 16,0-1-6-16,0 0-4 15,0 0 4-15,0 1 8 16,1-1 11-16,15-20 9 16,-2 19 1-16,5 0-6 15,6-3-8-15,2-1-7 16,4 0 0-16,-1 0-6 16,1 1 4-16,2 2 5 0,-4 1 5 15,-1 2 13-15,-1 1 6 16,-5 1 3-16,-1 2-1 15,-1 0-8-15,-2 0-5 16,0 0-13-16,-2-1 4 16,-5-1-9-16,-1-1 0 15,-5-1-12-15,-5 0 3 0,0 0-11 16,0-1 12-16,0 0-2 16,-5-19 2-16,-8 12-5 15,-2 1-5-15,-7 2-9 16,-1 0-1-16,-6 3 9 15,2 2 1-15,-3 0 14 16,-2 2 2-16,2 2 0 16,1 0 2-16,3 1 3 15,2 0 5-15,5 1 7 16,3-2 6-16,7-2 31 16,9-2 14-16,0 0-13 15,0 0-8-15,0 1-12 16,10 9-6-16,6-8-3 15,6 2-9-15,3-3-3 16,3-1-4-16,5 0-5 16,-3-2-3-16,1-1 0 15,-1 2-6-15,-6-1 0 0,-4 1 0 16,-4 1-3-16,-6-1-6 16,-5 1-47-16,-5 0-52 15,0 0-104-15,-21-9 49 16,-6 4 97-16</inkml:trace>
  <inkml:trace contextRef="#ctx0" brushRef="#br1" timeOffset="-140491.28">19434 8014 864 0,'62'0'41'0,"2"-1"9"15,4 0-43-15,5 1-2 16,3-1 2-16,5-2-1 15,2 0-1-15,0-2-19 16,-2-1-24-16,-3-3-126 16,-5 0-85-16,-5-1 151 15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17:32:04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0 366 10178,'776'-28'1439,"146"-9"-1398,-278-3 111,481-27 1629,1 21-353,-377 31-1083,1093-43-280,-1384 12-3175,-334 17 2473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17:32:10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91 208 10298,'-88'-5'474,"86"5"-364,3-1-84,0-1-1,0 1 1,0 0 0,0 0-1,0 0 1,0 0-1,1 0 1,-1 0 0,1 0-1,-1 0 1,0 0-1,1 1 1,-1-1-1,1 0 1,0 1 0,-1 0-1,3-1 1,0 0 31,55-19 99,2 3 1,0 3-1,74-7 0,190-5 27,-323 26-182,772-18 1893,-48 3 342,-398-2-1188,600-18 1321,-869 34-2452,-3-1-714,-19 4-2724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17:32:18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78 240 7770,'-71'6'648,"70"-6"-610,-1-2 684,2 2-694,0 0 1,-1-1 0,1 1 0,0 0 0,0 0 0,0 0-1,-1 0 1,1 0 0,0 0 0,0-1 0,0 1-1,0 0 1,0 0 0,-1 0 0,1 0 0,0-1 0,0 1-1,0 0 1,0 0 0,0 0 0,0-1 0,0 1 0,0 0-1,0 0 1,0 0 0,0-1 0,0 1 0,0 0-1,0 0 1,0 0 0,0-1 0,0 1 0,0 0 0,0 0-1,0 0 1,0-1 0,0 1 0,0 0 0,0 0-1,0 0 1,1 0 0,-1-1 0,0 1 0,0 0 0,0 0-1,0 0 1,0 0 0,1-1 0,-1 1 0,0 0-1,0 0 1,0 0 0,0 0 0,1 0 0,-1 0 0,0 0-1,0 0 1,0 0 0,1 0 0,-1-1 0,4-1-22,0 0 1,1 0-1,-1 1 1,0-1 0,1 1-1,0 0 1,-1 0-1,1 1 1,6-1-1,53 2 51,-27 0-5,266 1 182,178-1 24,0-26 100,-222-1-192,470-43 406,-719 68-549,54-4 120,110-24 0,-173 29-140,1-1-1,0 1 1,-1 0 0,1-1 0,0 0 0,-1 1 0,1-1-1,0 0 1,-1 0 0,1 0 0,-1 0 0,0 0 0,1 0-1,1-2 1,-3 2-2,0 1 1,0 0-1,0 0 0,0-1 1,0 1-1,1 0 0,-1-1 1,0 1-1,-1 0 0,1 0 0,0-1 1,0 1-1,0 0 0,0-1 1,0 1-1,0 0 0,0 0 0,0-1 1,0 1-1,-1 0 0,1 0 1,0-1-1,0 1 0,0 0 1,0 0-1,-1-1 0,1 1 0,0 0 1,-1 0-1,-16-8 44,-5 3-31,-1 2 0,1 0 0,0 2 0,-1 0 0,-32 4-1,34-2-11,-359 26 38,-3 0-6,73-16 4,-495 34 526,361 11-272,402-49-194,40-7 5,3 0-84,1 1-1,-1-1 1,0 1 0,1-1-1,-1 0 1,1 1 0,-1-1 0,1 0-1,-1 0 1,1 0 0,-1 0-1,3-1 1,2 1 32,199-12 526,-131 4-474,698-46 458,-39 3-402,-21 3-112,-690 46-56,-22 1 7,-1 0 0,1 0 0,-1 0 0,1 0 0,-1 0 0,0 1 0,1-1 0,-1 0 0,0 0 0,0 1 0,0-1 0,0 1 0,1-1 0,-1 1 0,-1-1 0,-10-3 10,1 1-1,-1 0 1,0 0-1,0 1 1,0 1-1,-23 0 1,10 0-21,-137-1-42,-205 22-1,-162 47 66,352-42-1,-169 26 113,-262 32 1192,593-82-1120,-7 1 91,18-1 14,8 0 193,305-11-57,-183 3-374,500-13-21,370-24-74,-985 43 27,88-11-93,-91 9 56,-9-1-11,-13-1-21,-37-3 39,-1 2 1,0 3-1,-57 3 1,58 0 18,-830 48 5,8 72-66,752-100-45,118-19-6,30 7-274,26-3 324,0-2 0,0-2 0,65-8 0,-57 3 71,795-50-1074,-328 21-3109,-374 23 3535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17:32:39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27 246 19212,'5'-10'-85,"1"0"0,1 0 0,0 1 0,0 0 0,1 0-1,0 1 1,0 0 0,11-7 0,7-4-519,46-25 0,-40 27 513,0 2 0,1 0-1,68-18 1,-86 29 91,0 0 0,0 2-1,1-1 1,-1 2 0,1 0 0,0 1 0,-1 1 0,1 0 0,-1 1 0,1 1 0,22 7 0,-30-7-13,0 0 0,0 1 0,-1 0 0,0 1 0,0 0 1,0 0-1,0 0 0,-1 1 0,1 0 0,-2 0 0,7 8 1,-4-3-15,-1 0 1,-1 0 0,0 1 0,0 0-1,-1 0 1,5 21 0,-3 0-70,-1 1 1,-2 0-1,-1 0 0,-2 55 0,-3-50 38,-1 0 0,-2-1-1,-2 0 1,-2 0-1,-1 0 1,-1-1 0,-2 0-1,-30 56 1,32-72 129,-2 0 1,0-1 0,-1 0-1,-1-1 1,0-1-1,-2-1 1,0 0 0,-1-1-1,-1-1 1,0 0 0,-1-2-1,0 0 1,-1-1-1,0-2 1,-28 11 0,33-16 112,0 0 0,0-1 0,-1-1 1,1-1-1,-1 0 0,1-1 0,-1-1 1,1 0-1,-32-6 0,40 5-119,0-1-1,0 0 0,0-1 1,0 0-1,0 0 0,1-1 1,-1 0-1,1 0 0,0-1 1,0 1-1,1-2 0,-1 1 1,1-1-1,0 0 0,1 0 1,-1 0-1,1-1 0,0 0 1,1 0-1,0 0 0,-4-10 1,4 6-41,1 0 0,0 0 1,0 0-1,1 0 1,1-1-1,0 1 0,1 0 1,0-1-1,0 1 0,1-1 1,1 1-1,0 0 1,1 0-1,0 0 0,0 0 1,1 0-1,8-15 1,-8 18-53,1-1 1,0 1 0,0 1 0,1-1 0,0 1 0,0 0 0,0 0 0,1 0 0,0 1 0,1 0-1,-1 1 1,1 0 0,0 0 0,0 0 0,1 1 0,0 1 0,-1-1 0,1 1 0,0 1-1,0-1 1,17-1 0,-10 4-37,-1 1-1,1 0 1,-1 0-1,1 2 1,-1 0 0,0 1-1,0 0 1,22 10-1,14 10-231,49 30 0,-35-18-75,-13-8-545,1-3 0,88 28 0,-119-46 525,0-1 1,0-2-1,0 0 0,0-1 0,1-1 0,-1-2 1,1 0-1,0-1 0,40-8 0,-53 7 97,0 0 1,0-2-1,-1 1 0,1-1 0,-1 0 1,0-1-1,0 0 0,0-1 0,0 1 0,-1-2 1,0 1-1,-1-1 0,1 0 0,-1-1 1,-1 0-1,1 0 0,9-17 0,12-34-1378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17:32:40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225 161 8922,'0'0'869,"-2"3"250,-1-1-1002,1 1 0,1-1-1,-1 1 1,0 0 0,1 0-1,-1 0 1,1 0 0,0 0 0,0 0-1,-1 5 1,-5 40 323,5-24-158,-4 14 38,3 0 0,1 0-1,5 62 1,-2-92-256,0-1 1,0 0-1,1 0 0,0 0 0,0 0 1,1 0-1,5 10 0,-6-14-41,0-1-1,0 1 0,0 0 0,0-1 1,0 1-1,1-1 0,-1 0 1,1 0-1,0 0 0,-1 0 1,1 0-1,0-1 0,0 1 0,0-1 1,0 0-1,0 0 0,1 0 1,-1 0-1,5 0 0,3 0 0,0-1 0,0-1 0,0 0 0,0-1 0,0 0 0,-1 0 0,1-1 0,-1 0 0,1-1 0,-1-1 0,0 1 0,14-10 0,5-4-100,0-2-1,45-40 1,-51 40-208,-2-2 1,0 0-1,-1-1 1,-1-1-1,-1 0 1,-2-2-1,20-39 0,-32 57 204,0 0-1,-1-1 1,-1 1-1,1-1 1,-1 1-1,-1-1 1,2-15-1,-3 20 74,-1-1-1,1 1 1,-1 0-1,1 0 1,-1 0 0,-1-1-1,1 1 1,0 0-1,-1 1 1,0-1 0,0 0-1,0 0 1,-1 1 0,1-1-1,-1 1 1,0 0-1,1 0 1,-6-4 0,-1 0 17,-1 0 0,1 2 0,-1-1 0,0 1 1,0 0-1,0 1 0,-1 0 0,-21-4 1,2 2 68,0 2 0,-35-1 0,28 4 37,0 2 0,-1 1 1,1 2-1,0 1 0,0 2 0,1 2 1,0 1-1,-57 24 0,89-32-124,-44 23-232,46-23 182,-1 0-1,0 0 1,0 0 0,1 0-1,0 1 1,-1-1-1,1 1 1,0 0 0,0-1-1,0 1 1,1 0-1,-1 0 1,-1 4 0,3-6 30,-1 0 0,1 1 0,0-1 0,0 0 0,-1 1 0,1-1 0,0 0 0,0 1 1,0-1-1,1 0 0,-1 1 0,0-1 0,0 0 0,1 1 0,-1-1 0,0 0 0,1 0 1,0 1-1,-1-1 0,1 0 0,0 0 0,-1 0 0,3 2 0,2 1-41,0 1 0,1-1 0,0 0 0,10 6 0,-12-8 43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17:32:40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96 159 10810,'-92'18'6975,"88"-17"-6820,40 1-173,-1-1-1,1-2 1,-1-1 0,44-8 0,-8 0 229,265-31 679,405-41-387,-1 58-501,-665 28-304,97 17 0,-144-19-1554,-27-2 1713,0 0-1,-1-1 0,1 1 0,0 0 1,0 0-1,-1 0 0,1-1 0,0 1 1,0 0-1,-1-1 0,1 1 0,0-1 0,-1 1 1,1-1-1,0 1 0,-1-1 0,1 1 1,-1-1-1,1 1 0,-1-1 0,1 0 1,-1 1-1,0-1 0,1 0 0,-1 0 1,0 1-1,1-1 0,-1 0 0,0-1 1,0-19-657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17:32:47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170 181 13099,'-1'-4'135,"0"1"0,0-1 0,0 0 0,1 1 1,-1-1-1,1 0 0,0 0 0,0 1 0,0-1 0,1 0 1,-1 0-1,1 1 0,0-1 0,0 1 0,0-1 0,1 1 1,-1-1-1,1 1 0,0 0 0,0-1 0,0 1 0,0 0 1,0 0-1,1 1 0,-1-1 0,1 0 0,5-3 0,3-3-165,1 0-1,0 1 0,0 1 1,1 0-1,23-10 1,-24 12 88,0 1 1,1 0 0,0 1-1,-1 0 1,1 1 0,0 0-1,0 1 1,1 1 0,21 1-1,-28 0-68,-1 0-1,0 1 0,1-1 0,-1 1 0,0 0 0,0 1 0,0 0 1,-1 0-1,1 0 0,-1 0 0,1 1 0,-1 0 0,0 0 0,0 0 1,-1 1-1,0 0 0,1 0 0,-1 0 0,-1 0 0,1 1 0,4 9 1,-3-1-77,0-1 0,0 1 1,-2 0-1,0 0 0,0 1 1,-1-1-1,-1 0 0,-1 1 0,0-1 1,-1 1-1,-3 23 0,1-22 50,-1 0 0,0 1 0,-1-2 0,-1 1 0,0-1 0,-1 1 0,-1-2 0,0 1 0,-1-1-1,-12 14 1,7-13 57,-1 0 0,-1-1 0,-1-1 0,0 0 0,0-1-1,-2-1 1,-27 13 0,9-7 323,-1-2 0,-76 19-1,96-30 216,-1 0 0,1-1 0,-1 0 0,-34-1 0,51-2-490,1-1 0,-1 1 0,0 0 0,1 0-1,-1-1 1,1 1 0,-1-1 0,0 1 0,1-1 0,0 0 0,-1 1-1,1-1 1,-1 0 0,-1-1 0,3 1-44,-1 0 0,1 1 0,0-1 0,-1 0 1,1 1-1,-1-1 0,1 0 0,0 1 0,0-1 0,-1 0 0,1 0 0,0 1 0,0-1 1,0 0-1,0 0 0,0 1 0,0-1 0,0 0 0,0 0 0,0 0 0,0 0 0,1-2-9,0 0-1,0 1 0,1-1 1,-1 1-1,1-1 0,-1 1 1,1 0-1,0 0 0,0 0 0,-1 0 1,2 0-1,-1 0 0,4-3 1,4-1-4,0 1-1,0 0 1,1 0 0,-1 1 0,1 0 0,21-3 0,72-6-15,-63 9-7,23-3-328,108-27 1,-136 24-793,0-2 0,0-2 1,-2-1-1,47-27 0,3-13-3383,-3-3 2463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17:32:49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110 214 10842,'-5'1'108,"1"1"0,-1 1 0,1-1 0,-1 1 0,1 0 0,0 0 0,0 0 0,0 0-1,1 0 1,-1 1 0,1 0 0,0 0 0,-1 0 0,2 0 0,-1 0 0,1 1 0,-4 7 0,-1 6 306,1 0 1,0 0-1,-4 25 1,6-20 193,1 0 0,0 0 1,2 0-1,1 0 0,3 29 0,-2-42-493,0-1 0,0 0-1,1 0 1,1 0 0,-1 0 0,2 0-1,-1-1 1,1 1 0,0-1 0,1 0-1,0 0 1,0 0 0,1-1 0,0 0-1,0 0 1,8 6 0,-8-9-96,0 0 1,0-1-1,0 0 0,0 0 1,1 0-1,0-1 1,-1 0-1,1 0 0,0-1 1,0 0-1,0 0 1,0 0-1,0-1 0,11-1 1,0-1-6,0-1 1,0 0-1,0-2 0,23-8 1,-16 4-31,-1-1-1,0-1 1,-1-1 0,30-21 0,-43 26-10,0 0-1,-1 0 1,-1-1-1,1-1 1,-1 0 0,-1 0-1,1 0 1,-2-1-1,1 0 1,-1 0-1,-1 0 1,5-13 0,-8 18 16,0 0 0,-1 0 0,0 0 0,0-1 0,0 1 0,-1 0 0,1-1 0,-1 1 0,0 0 0,-1-1 0,0 1 0,1 0 0,-2-1 0,1 1-1,-3-8 2,1 7 18,-1 0 1,1 1 0,-1-1 0,0 1 0,0 0 0,-1 0 0,1 0 0,-1 1 0,0-1 0,0 1 0,-7-3 0,-6-4 48,-1 2 0,0 0-1,0 1 1,-1 1-1,0 1 1,-37-7-1,-41 0 17,59 9-430,-66-15 1,104 19 329,1 0 0,-1 0-1,0 0 1,1 0 0,-1 0 0,1-1 0,-1 1-1,0 0 1,1 0 0,-1 0 0,1-1 0,-1 1-1,1 0 1,-1-1 0,1 1 0,-1-1 0,1 1 0,-1 0-1,1-1 1,0 1 0,-1-1 0,1 1 0,-1-1-1,1 1 1,0-1 0,0 0 0,-1 1 0,1-1-1,0 0 1,0-1-61,1 1 0,-1 0-1,1-1 1,0 1 0,-1 0 0,1-1-1,0 1 1,0 0 0,0 0-1,0 0 1,0-1 0,2 0-1,15-14-895,1 0-1,0 1 1,2 2-1,32-19 1,96-37-2699,-140 65 3426,96-40-1433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17:32:49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415 33 11915,'-12'100'2539,"5"-58"-1424,2 1 0,3 0-1,2 53 1,1-87-1041,0-1-1,1 1 0,0-1 1,0 1-1,1-1 0,4 9 1,-6-15-49,0 0 0,0 0 0,0 0 0,0 0 1,0 0-1,0 0 0,1-1 0,-1 1 0,1 0 0,-1-1 1,1 1-1,0-1 0,0 0 0,0 1 0,0-1 0,-1 0 1,2 0-1,-1 0 0,0-1 0,0 1 0,0 0 0,0-1 1,0 1-1,0-1 0,1 0 0,-1 0 0,0 0 0,0 0 0,3 0 1,3-2 56,-1 0 1,1 0-1,-1-1 1,1 0-1,-1-1 1,0 1-1,0-1 1,9-8-1,50-43 134,-56 45-193,-3 3-16,7-5 1,0 0 1,-1-1-1,-1-1 0,0 0 0,13-22 0,-24 35-3,0-1-1,0 0 1,0 0-1,0 0 1,-1 0-1,1 0 1,-1 0-1,1 0 1,-1 0-1,0 0 1,0 0-1,1 0 1,-1 0-1,-1 0 1,1 0 0,0 0-1,0 0 1,-2-3-1,1 2 11,-1 0-1,1 0 1,-1 0-1,0 0 1,0 1 0,0-1-1,0 1 1,0-1-1,0 1 1,-5-4 0,-6-2 40,0 0 0,0 1 1,-1 0-1,-15-5 1,27 11-54,-47-16 67,-1 1 0,-85-15 0,-107-2-1383,190 26 504,37 6 337,-24-4-1384,37 5 1657,1-1 1,-1 1-1,0 0 1,1-1 0,-1 1-1,1-1 1,-1 1-1,1-1 1,-1 0-1,1 0 1,-1 0 0,1 1-1,-2-3 1,3 2 128,0 0 0,0 1 0,0-1 0,0 1 0,0-1 0,1 0 0,-1 1-1,0-1 1,0 1 0,1-1 0,-1 0 0,0 1 0,1-1 0,-1 1 0,1-1 0,-1 1 0,1 0 0,-1-1 0,1 1 0,-1-1 0,1 1 0,-1 0 0,1-1 0,-1 1 0,2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17:32:50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1 114 10754,'58'-6'1850,"366"-14"-2417,-308 16 703,1024-26 5702,-769 27-4973,-69 2-805,-279 0-163,-13 2-170,0-1 0,0 0 0,-1 0-1,1-2 1,0 1 0,0-1 0,-1 0-1,1-1 1,9-4 0,-19 7 162,1 0 1,-1-1 0,1 1 0,-1 0-1,1-1 1,-1 1 0,1-1-1,-1 1 1,0 0 0,1-1 0,-1 1-1,0-1 1,1 1 0,-1-1-1,0 1 1,0-1 0,0 0-1,1 1 1,-1-1 0,0 1 0,0-1-1,0 1 1,0-1 0,0 0-1,0 1 1,0-2 0,-6-17-1242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7:02:36.63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002060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2546 4826 835 0,'127'-12'25'15,"2"-2"16"-15,13 1 29 16,-1 0 8-16,10 1-4 0,5 0-5 16,5 3-12-16,4-1-9 15,4 2-17-15,4 0-8 16,-3 0-7-16,4 0-1 15,-7 4-1-15,-1-2 3 16,-6 2 7-16,-5 0-5 16,-7-2 2-16,-8 1-3 0,-6-1-9 15,-10-1-1-15,-13 2-6 16,-3-2 0 0,-14-2-10-16,-9 1-3 0,-12-4-34 15,-10 1-48-15,-16-2 54 16</inkml:trace>
  <inkml:trace contextRef="#ctx0" brushRef="#br0" timeOffset="9583.62">6207 4903 805 0,'-4'3'105'0,"-1"3"131"16,-1 2-222-16,-1 4-14 15,-2 4 0-15,-4 4 5 16,-3 4 7-16,-8 5 3 15,-2 3 1-15,-9 3-2 16,-6 1-5-16,1-4-7 0,0-4-4 16,5-11-56-16,6-9-269 15,5-16 197-15</inkml:trace>
  <inkml:trace contextRef="#ctx0" brushRef="#br0" timeOffset="9816.42">5868 4992 1592 0,'26'16'69'0,"10"3"-90"15,4 3-99-15,4-2 58 16,-3-1 15-16,-5-6 42 15,-5 0 3-15,-8-3 0 16,-4-1-6-16,-9-3-2 16,-3-2-13-16,-7-4-128 15,0 0 104-15</inkml:trace>
  <inkml:trace contextRef="#ctx0" brushRef="#br0" timeOffset="10134.69">6386 5119 1373 0,'-10'16'48'15,"1"3"10"-15,6 8-52 16,-1 5 2-16,4 7 1 16,0 2 5-16,0-2-4 15,-1-2-10-15,-2-10-56 16,-3-7-99-16,-10-9 89 15</inkml:trace>
  <inkml:trace contextRef="#ctx0" brushRef="#br0" timeOffset="12900.04">2081 1835 1098 0,'5'23'-2'16,"1"-1"0"-16,4-7 6 16,-1-2-1-16,-1-5 9 15,2-4 4-15,-2-4 7 16,5-4 2-16,0-6 0 15,4-2-5-15,-1-3-9 16,1 0-1-16,-3-1-6 16,0 1-2-16,-3-1-2 15,-1 2 2-15,-3 2 0 16,-3 0-1-16,-3 4 9 16,0 1 8-16,-5 5 3 15,0 2 0-15,-2 7-5 16,0 4-7-16,3 8-5 15,1 4-2-15,4 9 0 0,2 2 0 16,3 10-2 0,-1 5 0-16,-4 4 4 0,-3 2 0 15,-11-2 9-15,-4-3 13 16,-9-5 14-16,-6-2 5 16,-12-7-1-16,-1-2 25 15,-10-8-18-15,0-5-10 16,3-13-32-16,2-8 0 0,9-20-77 15,1-12-72-15,17-21 111 16</inkml:trace>
  <inkml:trace contextRef="#ctx0" brushRef="#br0" timeOffset="16984.05">3470 3974 267 0,'0'18'24'15,"0"0"27"-15,4-1-44 16,1-3-3-16,1-6 9 16,1-3 14-16,-1-3 68 15,0-3 67-15,0-4 16 16,0-2-16-16,0-8-95 16,0 0-36-16,1-8-23 15,-1-3-6-15,-4 0-2 16,1-1 1-16,-4 3 1 15,-4 3-2-15,-3 4 0 16,-3 4 0-16,-3 6-2 16,0 2-1-16,0 8 3 0,1 3 0 15,-2 8 2-15,-2 3-1 16,0 6-1-16,0-2 2 16,5 0-21-16,3-2-28 15,8-7 20-15</inkml:trace>
  <inkml:trace contextRef="#ctx0" brushRef="#br0" timeOffset="18050.16">4308 3075 325 0,'2'8'11'0,"3"1"2"16,-1 0-7-16,3-1 1 15,1-1 4-15,1-1 9 16,2-1 22-16,2-4 52 16,3-1 25-16,-1-2-10 15,2-4-25-15,-1-4-49 16,1 0-10-16,-4-3-3 15,1 0 8-15,-7-2 0 16,-1 0-3-16,-4 1-11 0,-3-1-2 16,-4 4-10-16,-5 0 3 15,-4 5 5-15,-3 2-1 16,-2 4 5-16,0 3-1 16,0 4-5-16,-2 4 0 15,1 3-6-15,1 2 1 16,1 1-3-16,1 1 2 15,8-2-4-15,2-3-4 0,9-4-11 16,4-3-12-16,7-6 13 16</inkml:trace>
  <inkml:trace contextRef="#ctx0" brushRef="#br0" timeOffset="18769">4980 2372 1001 0,'0'14'-7'0,"6"-3"3"16,1-3-3-16,6-4 4 15,3-4 6-15,3-4-3 16,0-3 7-16,1-5-1 16,1-2-1-16,-1-4-1 15,2-2-1-15,1-3 1 16,2 1-4-16,-1-1 3 16,-4 2-3-16,-5 2 2 0,-2 1 0 15,-11 4 3-15,0 2 2 16,-9 1-1-16,-5 2 10 15,-3 4-1-15,-2 1 1 16,-2 2-1-16,-1 2-1 16,2 2-6-16,2 1 1 0,0 5-5 15,2 1-2-15,-4 2 2 16,-1 3-4-16,-1 1 0 16,-1 1 0-16,0 1 2 15,2 2-2-15,3 0 0 16,1 0-2-16,8-4-17 15,6-3-20-15,5-4 24 16</inkml:trace>
  <inkml:trace contextRef="#ctx0" brushRef="#br1" timeOffset="36200.48">3621 3903 283 0,'0'0'39'16,"-1"0"28"-16,0 0-26 16,1 1-21-16,-1 0-9 15,0 0 1-15,0-1 10 16,0 2 8-16,0 0 6 0,-6 27 12 15,7-29 5-15,0 1 6 16,0 0 5-16,0 0-3 16,0 0-2-16,1 0-11 15,0 0-7-15,0-1-18 16,1 1-3-16,25 11-8 16,-27-12-6-16,1 0 0 15,0-1 0-15,0-1 3 16,14-25 3-16,-15 26 3 15,0 0 3-15,0 0-3 16,0-26 3-16,0 27-5 16,0-1-1-16,0 0 0 15,-11-26-3-15,11 27 1 16,-1-1-2-16,1 1-3 16,-1-1-3-16,-1-1 2 0,-26-23-2 15,28 25 2-15,-1 0 0 16,1 0 2-16,-1 0-4 15,0 0 0-15,-1 0 0 16,0 0-2-16,1 0 0 16,-1 1 2-16,1 0-2 15,0 0 1-15,0-1 1 16,0 2-2-16,-11 28 4 16,12-30-2-16,0 0 0 0,0 1 4 15,1 1-2-15,8 25 2 16,-9-27-4-16,0 1 1 15,0-1-3-15,0 1 2 16,0 0-2-16,0 0 2 16,0 0-2-16,1 0 0 15,0 0 2-15,-1 0-2 16,1-1 0-16,0 1 2 16,0 1-2-16,0 0 0 15,0-1 0-15,0 1 0 16,-1 0 0-16,1 0 0 15,0-1 0-15,1 1 0 16,0-1 0-16,28 16 2 16,-29-17 0-16,0-1 0 15,0 1 0-15,0-1-2 0,1 0 2 16,25-14-2-16,-27 15 2 16,1 0-2-16,-1-1 0 15,1 0 2-15,0 1-2 16,0-2 4-16,16-26-2 15,-17 28 0-15,0-1-1 16,0 0 3-16,0 1 0 16,0-2 4-16,-9-28 2 15,9 30-1-15,-1-1-3 0,0 0-2 16,0 0-2-16,0 0 0 16,-27-22 0-16,28 23-2 15,-1 0 0-15,0 0 0 16,0 0 2-16,0 0-2 15,-1 0 2-15,0 0-4 16,0 0 2-16,1 0 0 16,-1 1-2-16,0-1 4 15,1 2-2-15,-18 28 0 16,22-23 0-16,0 3 0 16,1-1 2-16,-1-2-2 15,1 1 2-15,-2-2 2 16,2 3-1-16,-2-2 3 15,2-1 0-15,0 0 0 16,0-3-4-16,1 0 0 16,-1-1 0-16,0-2-2 0,2-5 2 15,-3 1 1-15,1-2 1 16,0-4 2-16,-2 2-4 16,1-2 0-16,-1 2 0 15,-1 1-2-15,-1 0 4 16,-1 0-4-16,-3 0 2 0,-1 0 2 15,0-1 0-15,-1 2 1 16,1 3-3-16,0 1 0 16,0 1 0-16,1 0 0 15,-1 0 0-15,1 1-2 16,4 0 0-16,0 0 2 16,-1 0-2-16,1 0 0 15,-1 1 0-15,0 0 0 16,1 1-2-16,0 0 2 15,-6 30-2-15,6-32 2 16,0 0 0-16,0 1 0 16,1 0 0-16,-1 0 0 15,1 0 0-15,0 0 2 16,0 0 0-16,1-1-2 16,0 1 2-16,24 13-4 15,-26-14 2-15,1-1 2 16,10-13-2-16,-9 3 4 0,0 2-2 15,-2 1 0-15,0 0 0 16,-2 0 0-16,0 1-1 16,-1 1-1-16,-1 3 2 15,-1 2-2-15,0-1 0 16,0 2 0-16,0-1 0 16,0 2 0-16,0 3 0 0,0 0-2 15,1 2 2-15,0 3 0 16,2-1-1-16,2 4-1 15,1-1 0-15,4-2-2 16,1-3-6-16,2-4-21 16,2-2-21-16,1-5-88 15,0-2-218-15,-1-10 194 16</inkml:trace>
  <inkml:trace contextRef="#ctx0" brushRef="#br1" timeOffset="39985.98">4654 3110 51 0,'-6'-2'2'0,"-1"1"4"16,-1-2-6-16,-1 2 3 15,3 1 14-15,-1 0 17 16,2 0 10-16,-2 2 4 16,2-1-12-16,-1 1-14 15,-2 3-5-15,3 0 10 16,-2 3 6-16,1 1 15 0,1 2-1 16,0 2 18-16,3-2 19 15,0-3 16-15,3 1 3 16,0-3-21-16,0-2-16 15,2 0-27-15,1-1-1 16,2-3 3-16,1-3-12 16,-1-3 0-16,0-1-8 15,-1-3-11-15,-1-2 0 0,-1 1-2 16,-3-2 5-16,0 2 3 16,0 0 3-16,-1 1 4 15,-1 3-1-15,0 1-5 16,-2 3-2-16,0 1-3 15,-1 1 0-15,0 2-5 16,-1 0 1-16,4 2-2 16,-1 2 2-16,0 2-2 15,2 3 1-15,0-1-3 16,0 0 0-16,1-1-2 16,5 1 0-16,-1-2 0 15,-1 0 0-15,2-2 2 16,-5-2-2-16,6-2 2 15,0-1-1-15,0-2-1 16,2-2 0-16,-2-2 2 16,0-2 0-16,-1 0-2 0,-1 0 2 15,-3-1-4-15,-2 1 2 16,-1-1 2-16,-1 3-2 16,-2 1 3-16,0 2 1 15,-1 3-2-15,-2-1 0 16,2 3-2-16,-2 2 2 15,2 1 0-15,-1 3-2 16,4 1 0-16,1 2-2 0,2 3 0 16,3-1 1-16,-2 1 3 15,3-2-2-15,-1-3 2 16,0-1 0-16,1-6-2 16,1-1 0-16,-1-2 2 15,1-3 0-15,0-1 1 16,-1-4 3-16,0-1-2 15,-1-3-2-15,-3 1 0 16,-2 1-2-16,-1-2 0 16,-2 4-2-16,-2 1 4 15,2 0-1-15,-3 4 3 16,0 2-4-16,-1 0 0 16,-2 2-2-16,3 2 2 15,0 4-2-15,1 1 2 0,3 2 0 16,0 2-2-1,0 0 0-15,4 1 2 0,-1 0-2 16,2-2 4-16,3 0-4 16,0-3 0-16,3-1 4 15,-1-5-1-15,1 0 1 16,-1-4 0-16,-2-3 5 16,2-3 3-16,-3-1 3 15,1-3-9-15,1 2 3 0,-5 1-9 16,0 2 0-16,-5 2 6 15,2 0 3-15,-1 2 0 16,1 0 0-16,-4 4-3 16,1 3-3-16,-3 0 0 15,-2 3-3-15,5-1 0 16,-2 2 6-16,5 0-6 16,2 2 6-16,1 1-6 15,2 0 0-15,0-1 0 16,1-2 0-16,1-2 0 15,2-1 0-15,0-3 6 16,1 0-3-16,2-6 6 16,-1-2-1-16,0-5-5 15,-1-1 6-15,0 1-3 16,-1-1 0-16,-3 3-6 16,0 1 3-16,-3 3-3 0,-3 4 0 15,3 2 3-15,0 0 6 16,-1 0-6-16,0 0 6 15,0 0-9-15,0 0 0 16,1 1 0-16,-1-1 0 16,0 1 0-16,0 1 6 15,-16 28-6-15,17-29 0 16,0 0 0-16,0 0 0 0,0 0 0 16,1 0 3-16,-1 0 0 15,1-1 3-15,1 0 0 16,26-15-3-16,-21 5 3 15,-1 2 0-15,-3-1 0 16,-1 1-3-16,-2 2 9 16,-1 1-3-16,1 5 6 15,0-1 3-15,-1 0 3 16,0 0-3-16,0 1-12 16,1 0 0-16,-2 0-6 15,0 1 3-15,-26 15-6 16,26-7 0-16,0 2 0 15,-2 1 0-15,4-2 9 16,0 2-3-16,0-3-3 0,4 0 3 16,-1-5-6-16,3-1 3 15,0-3 9-15,-1 0-3 16,3-4 3-16,-1-1 6 16,0-3-3-16,0-1-1 15,-3 0 7-15,-2-1-6 16,0 5 3-16,-2 5-3 15,0-1 3-15,0 0 0 16,0 1-6-16,-1-1-3 0,-18-4-6 16,10 11 6-16,-4 1 6 15,2 2-9-15,2 1 9 16,0-1-9-16,4 0 0 16,2-1 0-16,0-2-3 15,3 0 0-15,0-1 0 16,0-5 0-16,0 0 0 15,0 0 6-15,0 0 0 16,1 0 6-16,0-1 6 16,0 0-12-16,-1-1 6 15,12-27-3-15,-12 29-6 16,0-1 0-16,0 0 3 16,0 0-3-16,-1 0 3 15,0 0 3-15,0 0-1 16,0 0 4-16,0 0-9 0,-27-11 0 15,28 12-3-15,-1 1 0 16,0 0 3-16,-22 25-3 16,19-16 0-16,3-1 3 15,0-1 3-15,1-1-3 16,0-2 0-16,1-3-3 16,3 0 0-16,1-3 0 15,2-2 12-15,-1-3-3 0,2-6-3 16,-3 4 3-16,0-4-3 15,0 4 0-15,-4-1-6 16,4 1 3-16,-5 1-3 16,-5 2 0-16,2 1 0 15,-3 3-3-15,-2 0 3 16,4 1 0-16,-3 4 0 16,1-2 0-16,2 4 6 15,0 0-3-15,2 1-6 16,0 2 3-16,2-2-3 15,1 0 0-15,3 0 3 16,3 0 0-16,0 0 0 16,0-1 0-16,5-5 3 15,-3-1 0-15,2-3 3 16,-2-3 3-16,-3-3-6 16,0 0 6-16,-2-3 0 0,0 3-3 15,-3-1-3-15,-1 1 3 16,-1 2-6-16,-3 1 2 15,2 1-1-15,-2 1 3 16,4 4 3-16,-1 0-2 16,0 0 1-16,-1 1-3 15,0 0-3-15,1 0-3 0,-1 1-2 16,-18 28 4-16,20-30 1 16,0 1-1-16,1 0 1 15,0-1 0-15,0 1 0 16,-1 0 1-16,2 0 3 15,0 0-3-15,27 1 3 16,-29-2-1-16,8-16-1 16,-1 7 1-16,-4 2-1 15,0 1 0-15,-3 1-2 16,-3 1 0-16,3 4 0 16,-1 0 2-16,0 0 3 15,-22 3 0-15,13 3 1 16,2 1-4-16,-1 3-2 15,1-1 0-15,3 1 0 16,0 0-2-16,5-2 2 16,0 0-6-16,4-3 6 15,0-1 0-15,0-2-2 0,-4-2 6 16,1 0-4-16,-1 0 4 16,19-9 1-16,-13-1-3 15,-3 1 4-15,0-2-3 16,0 1-1-16,0 2 2 15,-2 1-1-15,-1 7-3 0,0 0 6 16,0 0-1 0,0 0-1-16,-1 0 1 0,-1 0-5 15,-26 5-3-15,21 5 3 16,1-3 0-16,2 0 0 16,3 0-1-16,1-1-3 15,1 0 1-15,1-3 3 16,0 0 0-16,2-2 0 15,1-2-2-15,0-2 1 16,0-1-1-16,3-5 4 16,0 0-1-16,1-1-1 15,-2 1 0-15,-3 0-22 16,-2 1-10-16,-4-1-109 16,-5-2-101-16,-1-3-211 15,2-2 360-15</inkml:trace>
  <inkml:trace contextRef="#ctx0" brushRef="#br1" timeOffset="43450.03">5322 2411 732 0,'0'-1'-7'0,"0"1"3"0,0 0 2 16,0 0 2-16,0 0 6 16,0 0 3-16,0 0 5 15,0 1 0-15,-1 0-3 16,0-1 10-16,0 2 6 15,-6 25 19-15,7-27 6 0,0 1 5 16,0 0-7 0,1 0-19-16,8 26-14 0,-9-27-9 15,1 0-2-15,0 0 2 16,0 0 3-16,-1 0 11 16,1-1 3-16,1 0 0 15,23-23-4-15,-19 16-9 16,0-1-4-16,-2 0-6 15,-2 2-1-15,-1 0 1 16,1-1 2-16,-2 0 0 16,0 1 2-16,-1 1 4 15,-1 3 1-15,2 3 1 16,0 0 1-16,-1 0-5 16,0 0 0-16,1 0-2 15,-1 0-2-15,-1 0 3 16,0 1-1-16,-23 23-4 0,25-15 2 15,-1 1-2-15,0 1 2 16,1-2-2-16,0-1 4 16,1-2-1-16,3-1-1 15,0-2 2-15,1-2-2 16,1-1 2-16,2-3 2 16,0-3 3-16,1-1 3 15,-2-4-1-15,1 1 1 16,-2-1-6-16,-1 1-3 0,-2 1 1 15,-3 1 0-15,0 1 0 16,-2-1 0-16,0 2 1 16,-2 2-3-16,4 4 0 15,-1 0 2-15,0 0-6 16,1 0 0-16,-2 0 0 16,-27 9 0-16,22-1 0 15,0 2 2-15,1 3-2 16,2-1 2-16,2 0 0 15,0-1-2-15,2-2 0 16,1-2 0-16,1-2 2 16,-2-5-2-16,1 0 2 15,0 0 2-15,21-10-1 16,-13 0 3-16,-1-3 0 16,0 0 0-16,-1 0-2 15,-2 0 0-15,-3 3-1 0,0 0 1 16,-2 2 2-16,-1 1-2 15,-1 0-1-15,-2 2 6 16,0 2-6-16,-1 0 3 16,-1 3-3-16,0 2-3 15,-1 2 3-15,1 2-3 0,-2 3 3 16,1 0 0-16,1 2-3 16,1-1 3-16,2 0-3 15,2-1 0-15,2-2 0 16,3-2 0-16,0-1 0 15,4-4 3-15,-1-2 3 16,2-1 3-16,1-4-3 16,-3-2 0-16,3-1 3 15,-3-2-3-15,-1 2-3 16,-1 0 0-16,-3 1-3 16,0 0 0-16,-3 2 6 15,-3 0-6-15,1 3 6 16,-2 2-3-16,-1 2 0 15,0 0-3-15,-2 5 3 16,-4 1-3-16,0 4 0 16,0 1 0-16,1 2 0 15,1 2 0-15,3 1 0 0,1-1 3 16,5-3-3-16,1 1 3 16,2-4 0-16,4-2-3 15,-1-4 0-15,2-2 9 16,0-3-4-16,0-3 7 15,5-3 3-15,-1-3 3 16,1-2-12-16,0 0 3 16,-4-1-3-16,-2 1 0 0,-4 2-6 15,-1 1 3-15,-2 1-3 16,-1 2 6-16,-2 0-3 16,-3 2-3-16,-1 3 3 15,-1 0-3-15,-1 3 0 16,-1 1 0-16,0 4 0 15,0 0 0-15,0 6 0 16,-1 1 0-16,6 1 0 16,0 2 0-16,2-1 0 15,4 0 0-15,1-4 0 16,2-2 0-16,2-4 0 16,0-1 3-16,3-5 9 15,-1-2 6-15,3-3 9 16,-1-2-3-16,3-4-3 15,0-2-3-15,-3 0-12 0,0-1 0 16,-5 1 0-16,-3 1-6 16,-1 2 3-16,-2 2 6 15,-4 2-3-15,0 1 8 16,-1 3-8-16,-3 2 0 16,0 4 3-16,-1 2-9 15,-1 4 0-15,0 0 0 16,1 1 3-16,-1 3-3 15,4 0 3-15,3 1-3 0,2 1 3 16,1-2-3-16,4-4-3 16,1 1 3-16,3-5 0 15,0-1 0-15,3-4 9 16,0-3-6-16,1-2-3 16,2-2 6-16,-1-4 0 15,-2 0-3-15,-2-1 6 16,-1 1-3-16,-3 0-3 15,-1 1 0-15,-3 2-3 16,-4 1 6-16,-2 4-3 16,-2-1 0-16,-1 4 6 15,-2 0-6-15,-1 4 6 16,0 1-3-16,-1 4-6 16,3 1 0-16,3 1 0 15,3 2 0-15,-1 0-3 0,0-1 3 16,6-3 0-16,-2 0 0 15,6-2 3-15,2-4-3 16,2-1-3-16,1-3 6 16,2-5 3-16,3 0 0 15,-2-5 9-15,0 2-9 16,-1-1 0-16,-2-1-6 0,-2 3 3 16,-1 0-3-16,-5 2-3 15,-1 6 6-15,0-1 3 16,0 0 0-16,0 0 0 15,0 0-3-15,-1 0-3 16,0 1 3-16,-1-1-3 16,-27-7 3-16,29 8 3 15,-13 10-6-15,8-1-9 16,-2 1 6-16,4 2 0 16,2 0 0-16,1-3 3 15,2 1-3-15,1-4-3 16,1-2 3-16,2-2 3 15,0-2 3-15,1-4 6 16,1-1-6-16,-1-2 3 16,2-1-3-16,0-5 3 15,-3 2 0-15,-1-1-3 0,-2 1 3 16,-3 0-3-16,0 3 3 16,-1 1-3-16,-1 2 3 15,-2 1 0-15,-3 2 0 16,0 2-6-16,1 0 3 15,1 3-3-15,-1 1 0 16,2 3 0-16,-1 0-3 0,4 4-3 16,1 0-3-16,3 2 9 15,-1-2-3-15,2-1 3 16,0-2 0-16,2-3 0 16,3 1 3-16,-2-6 3 15,-1 0-6-15,1-6 3 16,-1 0 3-16,1-4 0 15,1 0 5-15,-3-2-8 16,0 2 3-16,-4 0-3 16,-2 0 0-16,-3 3-3 15,1 1 3-15,-4 2-6 16,-1 1 3-16,-1 3 0 16,-3 3-3-16,1 2 3 15,-1 2-3-15,2 2 3 16,1 2-3-16,1 1-3 15,4 1 6-15,0 1-3 0,4-1 1 16,0-1-1-16,2-3 0 16,1-3 0-16,0-1 0 15,2-5 3-15,-1-1 9 16,4-3-9-16,-1-3 8 31,2-3 1-31,1 0-6 0,-3-2 0 0,-2 0-3 16,-3 0 0-16,-4 2 9 0,-1 1-9 15,-1 1 0-15,-5 2 0 16,0 1 0-16,-3 4 0 16,-1 1-3-16,1 3 3 15,0 2 0-15,3 4 0 16,1 0 0-16,1 3 0 16,-1 0 0-16,3 0-6 15,1 0 6-15,4-2-3 16,2-1-3-16,3-3 3 15,1-3 0-15,1-3 3 16,1-3 0-16,1-5 9 16,1 0-3-16,1-3 0 15,-1 0-3-15,-1 1-3 16,-4 2 3-16,-3 3-3 16,-2 5-3-16,0 0 3 0,0 0-3 15,0 0 3-15,-1 0 3 16,1 0-3-16,-22 3 0 15,15 6 0-15,3 1-3 16,-2 0 3-16,1-1-9 16,2-2-41-16,0-2-49 15,3-5-125-15,0 0-210 16,5-27 331-16</inkml:trace>
  <inkml:trace contextRef="#ctx0" brushRef="#br1" timeOffset="49049.66">1600 5846 48 0,'11'-10'0'16,"0"0"0"-16,-7 4-2 15,-4 6 2-15,0 0 0 16,0 0-4-16,-11-1 0 16</inkml:trace>
  <inkml:trace contextRef="#ctx0" brushRef="#br1" timeOffset="51665.68">1217 6197 135 0,'0'0'2'16,"0"0"2"-16,0 0-1 15,20-14 3-15,-8 3-4 16,1 0 1-16,2-3-1 15,1-3 0-15,1-1 2 16,0-3-1-16,3 0 1 16,1-2 0-16,0 1-4 15,-1-1 2-15,2 4-2 16,0-1 0-16,-2 0 0 16,1 0 1-16,1-1 8 15,1 1 4-15,0-1 2 16,3 2 1-16,-2 0-3 0,-3 0-4 15,0 0-1-15,-4 0-1 16,-3 2-2-16,1-1-1 16,-1 2-4-16,-2 1 2 15,1-1-2-15,-2 2 0 16,-2-1 2-16,1 1 1 16,-2 3 16-16,1 0 10 15,-2 4 17-15,0-1 10 0,0 1 6 16,0-1 7-16,-1 0-28 15,0 1-14-15,0-2-20 16,-1 1-3-16,1-1 1 16,1 0 4-16,-1-1 14 15,1 2 4-15,1-1 5 16,-1 1-2-16,0 0-19 16,1 0 0-16,0-1-8 15,1 1 1-15,1-2-4 16,1 1 2-16,1 0 1 15,-1-1-3-15,2-1 2 16,-1-1-2-16,0 0 0 16,0-2 0-16,0-1 2 15,0 0 1-15,1-2 1 16,1-1 1-16,4 0-1 0,-2-1-1 16,1 0-1-16,0 0-2 15,-2 1 0-15,0 2 0 16,-1-2 0-16,0 2 2 15,-1-1-2-15,0-1 2 16,1 1 1-16,2 0 3 16,0 0 4-16,3 0-1 15,-2 0 0-15,-1 1-2 16,1 0 15-16,-1 2 8 0,-2 2 25 16,-1 0 11-16,-4 2-2 15,0 0 0-15,0-1-4 16,0 1-10-16,3 0-15 15,0 0-6-15,0 1-15 16,-2 0-2-16,0 0-5 16,-1 1-1-16,-1 0 10 15,1-1 1-15,0 1 4 16,0-3 3-16,2 1-7 16,1-1-3-16,1-2-9 15,1 1-1-15,-1-1-2 16,0 0 0-16,0 0-2 15,-1-1 0-15,2-1 0 16,0-1 0-16,2 0 2 16,0 0 0-16,3-3 0 0,0 2-2 15,0-1 2-15,0-1-2 16,-1 2 0-16,-4 0 0 16,5-1 0-16,-3 1 0 15,2-2 2-15,1-1-2 16,-1 3 0-16,-2-1 0 15,0 3 2-15,3-2-2 0,-2 1 2 16,1-1-2-16,0 1 2 16,3 0 0-16,-1-1 0 15,-1-1-2-15,0 0 1 16,-4 0-1-16,1 1 0 16,-3 1 4-16,0 3 0 15,2 0 2-15,-2 0 15 16,3 2 3-16,0-2-3 15,-1-1-3-15,0 1-12 16,-1-1-3-16,-1 2-3 16,-1 0 6-16,-2 1 3 15,0 1 0-15,1 0 17 16,-1-1 1-16,1 1 3 16,-1 0-3-16,0-1-12 15,0 0-3-15,0 1-9 16,0-1 3-16,3 0 3 0,1 1-9 15,2-4 12-15,5-2-3 16,0 2 0-16,-3-2 3 16,0-1-12-16,-3 1 3 15,-3-1-3-15,2 0 3 16,0 0-3-16,-1 1 0 16,3-1 0-16,-1 1 0 15,3-1 0-15,-1 1 3 0,2 0 0 16,-1 0 0-16,-2 0-3 15,1 3 3-15,-2 0 3 16,-2 0-3-16,0 1 3 16,-1 1 3-16,1-2 3 15,0 0 5-15,3-1 1 16,4 0-3-16,-2-2 0 16,1 1-6-16,-1-1-9 15,-5 0 9-15,3 1-6 16,-2 1 0-16,-1-1 6 15,2 2 0-15,0-1 3 16,0-1 6-16,3-2-9 16,0-1 6-16,2-2-6 15,-1 1-3-15,0 1 3 16,-1 2-3-16,-3 0-3 16,2 2 0-16,-2-2 6 0,3 1-6 15,1-1 9-15,-2-1 3 16,3 1 0-16,-4-1-3 15,2-1-6-15,1-1-1 16,-2 0 1-16,3 0 6 16,2-2 6-16,0-1-9 15,1 1 3-15,2-1-9 16,-5 1 0-16,2 0 0 0,-3 2 0 16,0-1 6-16,1 0-6 15,0 0-3-15,2-3 6 16,2-1-3-16,2-3-3 15,-1 1 3-15,2 0 0 16,-3 1-3-16,2 0 3 16,-2 0-3-16,-3 3 0 15,0-1 0-15,-3 3 0 16,1-1 6-16,0 0-3 16,0 0 0-16,6 0-3 15,0-1-3-15,2-1 0 16,4 0 3-16,-7 2 0 15,0 0 3-15,-4 3-3 16,-5 0 3-16,2 1-3 16,-2-1 6-16,3 0 5 15,1 0-2-15,1-1-2 0,0 0 3 16,-1 0-2-16,2 0-2 16,-3 0 3-16,0 1-8 15,-2 0 8-15,2 2 3 16,-2 0 9-16,-2 2 7 15,2 1 6-15,-2 2-11 16,1 0-5-16,-1 0-4 0,-1 0-6 16,1-1 1-16,1-1-5 15,0-1-3-15,2-1-1 16,-1-3 0-16,2 2 9 16,-1 0-3-16,1 0 0 15,-1 1 3-15,0 2-8 16,2 0-1-16,-2-1 4 15,2-1-2-15,2-1-2 16,-1 2 0-16,3-3-4 16,0 1 4-16,1-1 4 15,-2-2-2-15,0 0 3 16,-2 0-5-16,0 0 0 16,1 0 0-16,-1 1 0 15,1 2 0-15,0-3 0 16,-1 1 0-16,2 0 0 15,0-2 0-15,-3 1 0 0,0 1 0 16,-1 2 1-16,-1-1-1 16,0 1 3-16,2 0-2 15,2 0-1-15,-1 0-1 16,2-2 2-16,1 1-5 31,-1-1 3-31,1-1 1 0,-3 0 0 0,0 1 4 16,-3 1-4-16,-1 2-3 0,0-1 2 15,-1 0-1-15,3 2 2 16,0-1-2-16,2 1 1 16,1 0-5-16,-2 1 3 15,3 0-4-15,-8 4-3 16,-5 1-4-16,-2 1-6 16,-6 2-7-16,1-1-27 15,2 1-4-15,-2 0-18 16,1-1-41-16,-3 3-5 15,0 3-10-15,0 0-62 16,-13-10-56-16,-13 6 197 16</inkml:trace>
  <inkml:trace contextRef="#ctx0" brushRef="#br0" timeOffset="65299.08">2423 710 500 0,'1'51'34'0,"1"10"2"15,2 9 12-15,-3 18 21 16,-1 5 1-16,-7 7-20 16,1 3-11-16,0 0-28 15,-1-1-6-15,3 4-3 16,2-1 3-16,2-1-5 0,4 0 2 15,3-5 0-15,1-1 5 16,-1-1-5-16,-1 2 3 16,-3 4-3-16,0 0 1 15,-3 1 10-15,-2-1 21 16,-1-2 28-16,0-2 5 16,1-2 5-16,2-1-6 15,2-4-4-15,2-2-6 16,0-1-13-16,-2-3-4 0,2-5-16 15,1-1-2-15,1-6 6 16,1 1 0-16,-2-2 2 16,-2 0 9-16,3-5-2 15,-2-6-6-15,4-4-3 16,-1-6-4-16,0-3-5 16,0 0 3-16,0 1-6 15,0 0 0-15,-1 1-3 16,0 0-6-16,-1-2-3 15,-2 2 0-15,-1-3 6 16,-1 3 0-16,-1 1-6 16,1-3 3-16,-1 0 0 15,2-4 0-15,0-6 3 16,0-2 0-16,1-2-3 16,1-2-3-16,0-4-6 0,-1 2 3 15,1-5-3-15,-2 0-9 16,0-2-12-16,0-3-27 15,0-3-47-15,-1-4-24 16,1-5-85-16,-2-9 130 16</inkml:trace>
  <inkml:trace contextRef="#ctx0" brushRef="#br0" timeOffset="71219.57">7340 1538 1136 0,'-3'36'4'0,"3"1"0"16,-2 0 6-16,1-2 7 15,1-2 8-15,0-4 10 16,1-4 0-16,3-8-4 16,2 0-2-16,4-10-11 15,2 0-3-15,6-6-7 16,-1-3 0-16,7-9-6 15,4-3 5-15,1-10-1 16,0-2-2-16,-3-5 0 16,-6 0 0-16,-6 2 11 15,-6 2 8-15,-6 3 14 16,-4 5 4-16,-2 2-9 16,-1 2 25-16,1 4-33 15,1 1-9-15,1 2-9 16,1 3-3-16,1 5-3 15,0 0 0-15,1 0-3 16,11 15-3-16,-5 10-3 0,1 8 6 16,1 16 3-16,0 9 0 15,2 8-9-15,0 3-9 16,-2 1-9-16,-1-2-12 16,-6-5 24-16,-6-2 1 15,-11-9 4-15,-7-4 12 16,-12-8 14-16,-8-5 7 15,-7-9 62-15,-2-7 13 0,-2-12-8 16,2-7-3-16,1-12-31 16,-3-8-17-16,5-15-24 15,5-6-21-15,10-18-83 16,11-6-58-16,23-10-180 16,14-1 246-16</inkml:trace>
  <inkml:trace contextRef="#ctx0" brushRef="#br0" timeOffset="71715.69">8148 1631 1565 0,'40'0'0'0,"0"-3"-24"16,-5-1 5-16,-7-4 1 15,-2 0-7-15,-9-1-23 16,0-2-41-16,-6 1 50 0</inkml:trace>
  <inkml:trace contextRef="#ctx0" brushRef="#br0" timeOffset="71933.7">8233 1873 1464 0,'26'0'-12'15,"1"-5"10"-15,-3-6 2 16,-1-2-6-16,-4-5-65 16,-2 0-110-16,-2-2 106 15</inkml:trace>
  <inkml:trace contextRef="#ctx0" brushRef="#br0" timeOffset="72631.53">8833 1603 1239 0,'-8'10'15'0,"0"6"5"16,1 5-1-16,-3 12-1 15,0 4-1-15,1 3-5 16,4 2-5-16,4-7-5 15,4-4 2-15,9-9-2 16,3-3 2-16,9-8 2 16,4-5 2-16,2-10 3 15,3-6 1-15,-3-9 1 16,-1-3 3-16,-2-6 5 16,-4-5-1-16,-4-6 3 15,-5-4 0-15,-7-3 0 0,-4 0 16 16,-11 0 0-16,-4 1 0 15,-9 3-27-15,-5 0-1 16,-2 5-8-16,-3 3-3 16,-10 8 0-16,-2 4 3 15,-9 10 3-15,-3 6 3 16,4 11-9-16,4 7 0 16,8 11-3-16,7 4 0 0,11 8-3 15,6 1 0-15,15 1 6 16,7 0 0-16,12-5 6 15,10-2 0-15,6-6 6 16,3-3-6-16,7-6 18 16,7-2 9-16,4-7 0 15,-1-3 6-15,-4-7-21 16,-6-5-6-16,-5-5-9 16,-3-1-15-16,-8-4-60 15,-2-1-56-15,-12 0-111 16,-5 1 166-16</inkml:trace>
  <inkml:trace contextRef="#ctx0" brushRef="#br0" timeOffset="73082">9136 1955 1276 0,'3'15'40'0,"3"-3"-28"16,2-3-6-16,4-4-4 16,2-4-2-16,5-6 0 15,5-3 2-15,-2-6 0 16,-2-1 0-16,-5-3 0 16,-11-1-2-16,-3 1 2 15,-1-1-1-15,-11 4 9 16,3 0 4-16,-9 3 9 15,-3 3 4-15,-2 3-6 0,-1 3-5 16,4 3-10-16,1 0-12 16,4 1-41-16,-2 0-55 15,5-1-270-15,2-1 195 16</inkml:trace>
  <inkml:trace contextRef="#ctx0" brushRef="#br0" timeOffset="73565.75">9726 1646 1396 0,'33'0'4'0,"1"-1"-2"0,-6-1 0 16,-2-2 2-16,-4-3-4 15,-1-1 0-15,-4-5-26 16,-3-1-63-16,-4-3 56 16</inkml:trace>
  <inkml:trace contextRef="#ctx0" brushRef="#br0" timeOffset="73811.67">9829 1684 1377 0,'1'56'-47'16,"-4"-5"22"-16,-2-6 4 15,2-8 17-15,1-5 4 16,3-9 2-16,1-4-2 16,0-9-144-16,3-7 104 15</inkml:trace>
  <inkml:trace contextRef="#ctx0" brushRef="#br0" timeOffset="74314.92">9672 1657 1278 0,'18'-6'-20'0,"7"-2"20"15,5-3 0-15,-5 2 2 16,2 0 0-16,-6 2 0 15,2 0 0-15,-4 2-4 16,1 0-31-16,-3 0-245 16,-5-1 173-16</inkml:trace>
  <inkml:trace contextRef="#ctx0" brushRef="#br0" timeOffset="74615.58">9836 1607 1367 0,'0'51'2'0,"-5"3"-2"16,-2 0 0-16,1-9 0 16,3-7-8-16,2-12-71 15,2-8-140-15,1-10 109 16</inkml:trace>
  <inkml:trace contextRef="#ctx0" brushRef="#br0" timeOffset="75332.39">9825 1263 1103 0,'-10'26'12'16,"6"-15"23"-16,1 4 23 15,-2 7 10-15,0 12-4 16,1 10-12-16,-1 11-25 15,0 3-9-15,1-2-15 16,1-2-3-16,2-12-1 16,0-6-3-16,3-8-2 15,-1-7-8-15,2-6-36 16,0-2-84-16,-1-3 80 16</inkml:trace>
  <inkml:trace contextRef="#ctx0" brushRef="#br0" timeOffset="76248.12">10409 1547 1088 0,'-10'51'11'0,"0"1"9"15,8-5 17-15,4-2 3 0,7-9 3 16,7-7 0-16,6-9-9 16,4-7-3-16,10-11 2 15,4-5-4-15,7-11-9 16,3-4-5-16,-1-6-11 15,-5-5-4-15,-6-4 2 16,-5-4 0-16,-7-4 2 16,-2-2-2-16,-11-7 2 15,-5-1-4-15,-10-2 8 16,-7-3 3-16,-10 7 5 16,-6 2-1-16,-12 9-7 15,-6 4-6-15,-13 6-2 16,-3 4 4-16,-4 8-2 15,-1 6 0-15,7 6 1 16,6 4-1-16,7 9 4 0,5 2-2 16,5 9 4-16,0 4-5 15,10 8 0-15,3 2 0 16,11 6 0-16,6 0 6 16,13 1-6-16,9-3 0 15,17-5 6-15,5-4 3 16,12-10-3-16,3-5 12 15,3-8-15-15,4-4 6 16,4-7-3-16,1-4 6 0,2-4-7 16,-3-3-2-16,-12-1-3 15,-4-2-3-15,-16 1 0 16,-6 0 0-16,-13 1-38 16,-8-1-52-16,-7 0-26 15,-2 2-77-15,-10 3 109 16</inkml:trace>
  <inkml:trace contextRef="#ctx0" brushRef="#br0" timeOffset="76715.64">10878 1789 1253 0,'-2'28'56'0,"-3"7"-31"15,0 3-8-15,1 4-7 16,-1-3-2-16,3-3-6 16,0-4-2-16,0-8-14 15,2-5-11-15,0-9-68 16,0-10-186-16,0 0 154 0</inkml:trace>
  <inkml:trace contextRef="#ctx0" brushRef="#br0" timeOffset="77131.98">11617 1266 1074 0,'-15'26'2'0,"-7"10"101"16,-4 6 7-16,-7 12-24 0,-4 6-15 15,-5 3-38-15,-1 2-11 16,-1-8-19-16,1-3-1 16,10-15-2-16,3-9 0 15,12-17-11-15,4-10-40 16,8-15 36-16</inkml:trace>
  <inkml:trace contextRef="#ctx0" brushRef="#br0" timeOffset="77409.39">11362 1489 1690 0,'31'30'3'0,"0"3"12"16,-4 0 12-16,-1 0 12 16,0 0-3-16,-2-4-6 15,-2-2-18-15,-2-10-12 16,-1-5-6-16,-5-9-45 15,-1-5-57-15,-2-10-133 0,1-4-156 16,1-8 194 0</inkml:trace>
  <inkml:trace contextRef="#ctx0" brushRef="#br0" timeOffset="77684">11769 1611 775 0,'3'9'19'0,"1"5"255"15,-1 3-99-15,1 12-53 16,1 5-21-16,-6 8-53 15,1 3-27-15,-9-3-19 16,-1-4-9-16,-4-9-44 16,-1-6-67-16,2-8 70 15</inkml:trace>
  <inkml:trace contextRef="#ctx0" brushRef="#br0" timeOffset="82840.42">7856 2728 1154 0</inkml:trace>
  <inkml:trace contextRef="#ctx0" brushRef="#br0" timeOffset="84565.64">8302 2589 1082 0,'-6'18'10'0,"-1"10"25"16,1 4 13-16,1 16 20 15,3 5 2-15,6 7-22 0,5-1-13 16,7-10-23-16,3-5-9 16,5-18 1-1,4-7 2-15,4-10 13 0,1-6 7 16,6-10 3-16,-2-6-2 15,-4-7-14-15,0-3-3 16,-12-6 13-16,-3-1 7 0,-8-9 21 16,-6-4 2-1,-5-8-20-15,-7-5-6 0,-4-2-18 16,-2 1-6-16,-11 2-3 16,3 3 0-16,-14 6 0 15,-5 6 0-15,-7 14-6 16,-6 9 6-16,-2 19-3 15,-2 8 3-15,4 15 3 16,4 6-3-16,11 8 0 16,7 2 0-16,14 2 0 15,6 1 0-15,14-5 0 16,7-3 0-16,15-8 6 16,7-3-6-16,11-9 12 15,6-7-3-15,9-9-3 16,4-8 9-16,7-6-3 15,-2-3 0-15,-1-2-6 0,-6 3-3 16,-13 0-6-16,-4 0-21 16,-16 2-117-16,-6 1-36 15,-13 3 129-15</inkml:trace>
  <inkml:trace contextRef="#ctx0" brushRef="#br0" timeOffset="84921.71">8787 2976 1127 0,'-6'22'27'0</inkml:trace>
  <inkml:trace contextRef="#ctx0" brushRef="#br0" timeOffset="85131.77">8779 3104 800 0,'6'7'112'0,"2"-2"70"16,5-3-97-16,3-4-11 16,1-7-34-16,0-3-17 0,-3-7-17 15,-4 0-2-15,-3-3-4 16,-1-1 2-16,-5-1 0 15,-1 2 2-15,-2 1-2 16,-3 2 0-16,-5 6 4 16,-3 3 3-16,-6 9 5 15,-3 3-1-15,-4 10-1 16,1 1 2-16,2 3-7 16,5 0 1-16,8-3-8 15,4-3-4-15,7-7-38 16,5-3-51-16,5-6 52 15</inkml:trace>
  <inkml:trace contextRef="#ctx0" brushRef="#br0" timeOffset="86115.85">8788 2921 1454 0,'-3'7'-17'0,"0"1"-113"16,0 3-19-16,-2 2 26 16,0 0 41-16,-2 1 134 15,1 2 21-15,0 1 5 0,1 1-11 16,3-1-14-16,2-2-14 15,3-1-18-15,2-2-8 16,4-2-7-16,0 0 0 16,5-3-2-16,1-2 4 15,3-1-1-15,4-5 3 16,1-5-2-16,-1-4-4 16,-2-3 11-16,-4-2 7 0,-2-2 7 15,-2 1-2-15,-4 0-10 16,1 1-7-16,-7-1-6 15,-2 1-2-15,-6 0 0 16,-2 0 3-16,-2 2 1 16,-2 0 3-16,2 2 9 15,-3 2-9-15,2 4-18 16,0 4-16-16,-4 5-2 16,1 1-16-16,-1 1-79 15,3 0-124-15,6-1 124 16</inkml:trace>
  <inkml:trace contextRef="#ctx0" brushRef="#br0" timeOffset="86532.33">9126 2629 1437 0,'0'0'27'0,"0"0"-18"16,18 7-43-16,4-3-1 16,5-2 13-16,7-2 24 15,0-1 4-15,3-2 0 16,-3 0 0-16,-3 0 0 16,-2 0-1-16,-7 0 1 15,0 0-2-15,-7 1 0 16,-3-1-4-16,-7 1-37 15,-2-2-71-15,-4-1 65 16</inkml:trace>
  <inkml:trace contextRef="#ctx0" brushRef="#br0" timeOffset="86766.06">9127 2773 1334 0,'6'9'56'0,"6"0"64"16,6-2-141-16,11-2-4 15,1-2 13-15,7-5 12 16,1-1 2-16,-5-7-2 16,0 1 0-16,-8-1 0 15,-4-1 0-15,-4 0-4 16,-4 0-29-16,-6 3-219 15,-1-1 175-15</inkml:trace>
  <inkml:trace contextRef="#ctx0" brushRef="#br0" timeOffset="87415.76">9748 2581 1336 0,'-15'16'6'0,"10"-6"3"15,0 1 5-15,-1 5 3 16,2 3 1-16,-1 4-5 16,0 3 1-16,5 3-4 15,1 3-3-15,5-1-3 16,4-2 0-16,3-3-2 15,0-3 0-15,5-6 4 16,1-3 2-16,4-7 5 16,3-4-1-16,3-4-3 15,0-4 9-15,-1-5 3 16,-1-3 22-16,-5-6 8 0,-1-4-21 16,-8-6-13-16,2-2 1 15,-7-7 0-15,-3 1 3 16,-2-1 3-16,-7-2 0 15,-2 1-9-15,-3 0-3 16,-4 2-9-16,-3 4 0 16,-7 7 9-16,-3 5 0 15,-7 11-3-15,-2 6-3 0,-1 8-6 16,-1 4 0-16,1 8 0 16,1 2 0-16,5 6 0 15,4 1-3-15,8 0-21 16,6 0-39-16,10-3-98 15,3-3 13-15,13-5 94 16</inkml:trace>
  <inkml:trace contextRef="#ctx0" brushRef="#br0" timeOffset="89648.32">7556 3321 1406 0,'0'12'19'0,"2"1"-2"15,3 5-38-15,0 2 4 0,1 4 17 16,0 3 5-16,0 8 7 16,1 2 0-16,0 5 1 15,2 3 3-15,2 0-7 16,0-1-3-16,3-5-6 15,2-4 0-15,-1-12-4 16,4-4 2-16,-1-10 2 16,1-6-3-16,1-9-3 15,0-6-4-15,3-9-3 16,-3-4 3-16,0-3 2 16,-5-1 4-16,-7 2 4 15,-3 1 4-15,-7 2 12 16,-5 2 5-16,-1 4 10 15,-2 1 6-15,-1 7 20 16,0 3 27-16,0 7-22 16,2 3-14-16,2 10-24 0,4 5-3 15,3 9-12-15,2 6-3 16,3 9-3-16,3 3 0 16,1 4-3-16,1 5 0 15,3 2-15-15,-3 1-15 16,5-4-12-16,0-6 6 15,-5-5 6-15,-3-5 18 16,-10-7 7-16,-8-2 5 0,-10-6 5 16,-5-3 13-16,-8-7 30 15,-4-5 12-15,-3-7 39 16,-2-3 8-16,3-10-23 16,2-4-24-16,4-12-81 15,2-7-57-15,14-9-86 16,6-4-54-16,16-3-47 15,10-3-122-15,11 1 194 16</inkml:trace>
  <inkml:trace contextRef="#ctx0" brushRef="#br0" timeOffset="90114.57">8311 3737 839 0,'23'3'160'15,"1"3"146"-15,-1-4-242 16,0-1-20-16,1-2-26 16,-3-2-5-16,3-5-13 15,-2 1-4-15,-5-2-30 16,0 0-40-16,-9 3-273 16,-4-1 190-16</inkml:trace>
  <inkml:trace contextRef="#ctx0" brushRef="#br0" timeOffset="90381.28">8318 3957 1435 0,'22'10'-31'16,"4"0"-29"-16,5-3 1 16,5-5 34-16,-2-3 64 15,-2-2 6-15,-5-3-7 16,-3 0-7-16,-4 0-13 16,-4-3-9-16,-2-1-9 15,-1 3-13-15,-4-1-119 16,2 0 90-16</inkml:trace>
  <inkml:trace contextRef="#ctx0" brushRef="#br0" timeOffset="91400.22">9212 3593 1254 0,'-13'0'47'0,"2"2"54"0,0 3-109 15,1 3 4-15,-1 5 4 16,-1 3 8-16,-1 9 7 16,1 5 1-16,1 12 11 15,2 3 2-15,5 12-2 16,4-2 2-16,7-5 7 16,5-3-6-16,10-15-24 15,3-6 0-15,6-7 3 16,5-5 0-16,2-8 18 15,-1-4-1-15,3-7 4 16,-3-6-6-16,1-7-18 16,1-3 6-16,-2-9 6 15,-1-3 0-15,-4-11 6 16,-5-6-6-16,-9-2-12 16,-7-3 6-16,-6 4 0 15,-4 4 9-15,-9 2 0 0,-4 6-3 16,-8 5-4-16,-6 4-2 15,-7 8-9-15,-6 3 0 16,-8 10 0-16,-4 5-3 16,-7 8 0-16,3 7 0 15,2 8 0-15,3 3 0 0,10 6 6 16,5 3 0-16,12 3-3 16,4-1 3-16,13 0-12 15,6-2 6-15,9-3 0 16,8-3 0-16,12-2 3 15,7-5 0-15,17-5 0 16,4-4-3-16,10-9 9 16,0 0 0-16,-4-4 3 15,0-1 0-15,-10 0-6 16,-5-1-3-16,-9-2-15 16,-7 2-3-16,-8-4-39 15,-7-1-41-15,-7-1-67 16,-4 0-7-16,-4 2 53 15,0 3-91-15,-2 1 133 16</inkml:trace>
  <inkml:trace contextRef="#ctx0" brushRef="#br0" timeOffset="91716.06">9820 3977 1206 0,'0'8'31'16,"-2"3"6"-16,-1 1-27 15,-2 0 15-15,-1 2 15 16,0 0 5-16,0 8-8 16,0 4-12-16,0 7-15 15,0 3-6-15,1 2-16 16,1 0-33-16,-2-4 30 16</inkml:trace>
  <inkml:trace contextRef="#ctx0" brushRef="#br0" timeOffset="92649.21">10596 3450 969 0,'-7'5'9'0,"0"1"107"15,-2 4-179-15,-1 0 1 16,1 6 92-16,-1 1 26 16,-1 9 19-16,-4 2 7 0,-4 10-9 15,-1 4-16-15,-8 5-32 16,-3 1-6-16,-5 2-9 16,-3 0-4-16,1-4-2 15,2-4-4-15,6-12 0 16,4-8-4-16,6-14-29 15,4-5-49-15,3-11 51 16</inkml:trace>
  <inkml:trace contextRef="#ctx0" brushRef="#br0" timeOffset="92915.3">10059 3645 1357 0,'9'9'74'0,"5"4"123"0,5 3-272 15,4 4 32-15,7 2 18 16,-1 0 25-16,4 4 4 16,2 2 2-16,2 2 3 15,-5 1 5-15,0-1-4 16,-5-3-5-16,-5-6-5 0,-1-8-23 15,-2-4-23-15,-3-9-76 16,1-2-70-16,0-3 103 16</inkml:trace>
  <inkml:trace contextRef="#ctx0" brushRef="#br0" timeOffset="93148.56">10562 3875 1448 0,'0'0'45'15,"-6"19"135"-15,5 3-234 16,1 6 0-16,0 5 54 16,0 1 12-16,1 1 0 15,0-2 3-15,1-3-9 16,1-3-9-16,-1-7-59 0,-1-4-4 15,-1-7 39-15</inkml:trace>
  <inkml:trace contextRef="#ctx0" brushRef="#br0" timeOffset="102230.79">8908 4477 746 0,'0'0'-5'0,"0"0"-20"0,0 0 14 15,1 0 68-15,-1 0 29 16,1 0 30-16,0 0-8 16,1 1-34-16,27 5-12 15,-17-5-19-15,6 0-9 16,3-2 5-16,3 0 4 15,10-2 9-15,3 0 4 16,12 0-5-16,4-3 9 16,9 0 6-16,3 2-16 0,1-3-2 15,3 1 0-15,1-1 0 16,-2-1-9-16,4 0 3 16,-3 0-10-16,2-1-2 15,-2 1-6-15,-4-2 6 16,-6 0-3-16,-4-1-6 15,-7 3-9-15,-8 2-9 16,-5 0 0-16,-9 3-3 16,-7 0 0-16,-6 1 0 15,-5 1-9-15,-8 1-15 16,0 0-30-16,0 0-77 16,-8-12-55-16,-5 2-102 15,-4-3 211-15</inkml:trace>
  <inkml:trace contextRef="#ctx0" brushRef="#br0" timeOffset="104533.68">8818 2955 926 0,'0'0'-151'15,"0"0"-63"-15,0 0 24 16,0 0 53-16,-1 0 142 16,0 0 50-16,0 0 44 15,0 0 26-15,-26-3 14 16,26 3-27-16,0 0-53 0,0 0-18 15,-1 0-16 1,1 0-7-16,-28-7 9 0,29 7 1 16,-1 0 4-16,0 0-3 15,0 1-6-15,-26 13-6 16,26-14 5-16,-13 14 5 16,8-6 6-16,0 1 2 15,3 1-6-15,2 1-6 16,1 2-6-16,5-1-3 0,3 1 3 15,3 0 9-15,2 0 1 16,3 0 4-16,2-1-10 16,1-3-5-16,1-5-11 15,0 0-1-15,-2-6-2 16,-2 0 2-16,-1-5-2 16,4-3 0-16,-3-1 2 15,3-3-2-15,-3 0 2 16,-5 0-4-16,1 2 2 15,-3 1 0-15,-2 2-2 16,-1 0 3-16,-6 2 3 16,0 1 0-16,-4 1 6 15,-1-1 1-15,0 0-5 16,-1-1 2-16,-2 1-5 16,-1 0-3-16,1-1 2 15,-3 1-4-15,3 0 0 0,-4 3-2 16,-1 1 2-16,-1 2 0 15,-4 4 2-15,2 0 0 16,-2 0-2-16,1 2 0 16,4 1 0-16,4-1 2 15,2 0-2-15,3 1 2 16,2 1-2-16,0 2 2 0,2 1-2 16,2 0 2-1,1 2 0-15,1-1 0 0,1-1-2 16,0-1 4-16,2-3-2 15,3-1 3-15,-4-3 1 16,1 1 0-16,-1-2 14 16,-4 0-2-16,3-2 6 15,1 1-9-15,-3-1 0 16,1-3 0-16,1-3-6 16,-2 0 0-16,2-1 5 15,-3 1 4-15,-1 2 15 16,-1 4 3-16,0 0-6 15,0-1-3-15,0 0-9 16,0 0-9-16,0 1 6 16,0-1-6-16,0 0 0 15,-1 0-3-15,1 0 0 16,0 0 0-16,0 0 0 0,-1 1 0 16,0-1-6-16,1 0 3 15,0 0-3-15,0 0 3 16,0 0-6-16,0 0-3 15,0 1-3-15,0-1 0 16,-1 0 6-16,0 0 3 16,0 0-3-16,0 0 0 0,0 0 0 15,0 0 3-15,0 1 6 16,0-1-6-16,-1 0-6 16,0 1 0-16,-26-6-3 15,28 6 9-15,-1 0 0 16,0 0 3-16,0 1-3 15,0 0 0-15,0-1-3 16,1 1 0-16,-1-1 0 16,0 1-12-16,0-1-9 15,0 0 0-15,0 0 3 16,1 0 0-16,0 0 9 16,0 0-9-16,0 0-3 15,0 0-3-15,0 0 7 16,0 0 5-16,0 0 3 15,0 0 0-15,0 0 3 16,1 1 9-16,0 0 0 0,0 0 0 16,0 0 0-16,0 0 0 15,28 23 0-15,-29-24 0 16,1 0 0-16,0 0 0 16,0 0 0-16,1 0 0 15,30-2 0-15,-26-3 3 16,5-4 0-16,-1 1 0 15,-2-1 3-15,-1 0-6 16,-3 2 0-16,-1-1 3 0,-2 2-3 16,-1 0 0-16,-2 0 0 15,1 0 0-15,-5-1-6 16,-2 1 6-16,0 1-3 16,0 0 3-16,-2 2-3 15,-1 2 3-15,-9 3-3 16,-4 3-6-16,-3 2-18 15,1 0-10-15,4 1-30 16,4-1-67-16,9-4 76 16</inkml:trace>
  <inkml:trace contextRef="#ctx0" brushRef="#br0" timeOffset="120048.07">15750 838 1015 0,'0'1'9'16,"0"0"13"-16,0-1 31 15,-9 30 15-15,9-15 18 0,-1 7-5 16,-1 16-25-16,0 7-11 16,-2 19-22-16,3 12 0 15,-3 22-9-15,0 12-5 16,-1 18-3-16,0 6 0 15,5 2-2-15,2 0-4 0,6 1 2 16,1-2-2-16,3 9 6 16,-1-1-4-16,-3 11 1 15,-2 5-1-15,-2 0 0 16,-2 5 0-16,2-5 0 16,3-2-2-16,1-8 4 15,3 3 16-15,1-2 34 16,0-3 17-16,-1 2 31 15,-1-3 3-15,-6-6 2 16,-3 1-5-16,-1-7-13 16,0-5-11-16,2-12-30 15,0-5-21-15,4-13-11 16,1-6-7-16,0-7 0 16,2-5-6-16,-3-12-1 15,0-6 2-15,0-11-15 16,1-6-7-16,-1-10-65 15,1-5-63-15,-1-10-93 0,-2-7-60 16,0-5-148-16,-4-9 289 16</inkml:trace>
  <inkml:trace contextRef="#ctx0" brushRef="#br0" timeOffset="120798.02">14011 5267 1295 0,'99'0'39'15,"9"-2"-8"-15,14 0-25 16,16-1 5-16,3-4 15 16,2-2 12-16,25-2 24 15,-3-2 46-15,19 0 65 16,10-1-12-16,1 0-26 16,9 1-13-16,4 2-13 15,2 0-49-15,1 1-23 16,2 1-12-16,1-2-12 15,1 2-4-15,1-3-7 16,-3 0 1-16,1-3-3 16,-3-2 2-16,-5-3-1 15,-1-3 2-15,-8-1-2 0,0-3-1 16,-17 1-1-16,-3 0 2 16,-16 2 0-16,-13 3-1 15,-11 1 0-15,-12 2-8 16,-16-1-32-16,-5 2-27 15,-16-1-93-15,-5 1-64 16,-18-1-86-16,-8 5 59 16,-16 2 176-16</inkml:trace>
  <inkml:trace contextRef="#ctx0" brushRef="#br0" timeOffset="122597.59">13297 1185 1260 0,'27'5'-2'0,"5"-4"4"16,0-1 6-16,4-4 17 16,2-2 10-16,3-4 12 15,3-2-1-15,-1-2-13 16,-4-1-10-16,-3-1-11 15,-6 1 1-15,-5 1-7 0,-4 4 0 16,-11 2-4-16,-4 1-2 16,-6 3 2-16,-4 1 0 15,-5 7 4-15,-4 3 1 16,-7 10-3-16,2 4 2 16,-5 10-2-16,2 4 5 0,2 8-3 15,6 5 6-15,6 6 0 16,2 3 9-16,13 1 3 15,3-2-3-15,9-6 2 16,3-5-2-16,-2-5-6 16,-1-2 6-16,-3-5 0 15,-4-1 12-15,-9-3 30 16,-6-4 15-16,-11-2 32 16,-9 0 4-16,-13-2-13 15,-7-1-22-15,-11-4-39 16,-1-3-7-16,0-8-6 15,2-5-7-15,3-9-13 16,5-9-18-16,5-12-80 16,7-7-84-16,13-12-88 15,8-3-15-15,18-2 125 0,9 3 54 16,23 5-98-16,8 1 115 16</inkml:trace>
  <inkml:trace contextRef="#ctx0" brushRef="#br0" timeOffset="122998.8">14331 1091 1479 0,'-31'54'41'0,"-6"19"22"15,0 14 29-15,3 15-35 16,6 3-15-16,9-3-18 15,8-8-9-15,16-22-9 0,9-9-3 16,17-21 0-16,4-11 3 16,8-16-18-16,2-9-30 15,-6-16-30-15,-2-6-23 16,-5-10-36-16,-4-3-94 16,1-3 138-16</inkml:trace>
  <inkml:trace contextRef="#ctx0" brushRef="#br0" timeOffset="123647.93">14762 1285 805 0,'-1'0'36'0,"-19"9"147"15,8-1-30-15,-2 7-41 16,0 5-23-16,-5 11-38 16,6 4-18-16,2 9-18 15,5 1-3-15,15-2-8 16,1-3 0-16,9-9-2 0,7-5 0 15,0-6 1-15,5-4 3 16,2-10 0-16,3-4-2 16,3-10 0-16,1-3-2 15,-2-7-2-15,-2-3 2 16,-4-5 0-16,-4-4 1 16,-1-7-1-16,-6-3 0 15,-9-8 2-15,-5-3-4 0,-17-2 4 16,-3 0-2-16,-16 3-4 15,-6 3 2-15,-6 6-2 16,-4 7 0-16,-4 14 4 16,-4 8-2-16,5 14-2 15,6 7 2-15,4 7 0 16,2 4 0-16,4 8-4 16,3 1 2-16,10 7 2 15,11-1 2-15,9 1 6 16,8-2 6-16,12-5 4 15,4-3 3-15,8-9 12 16,4-5 11-16,3-8 22 16,4-4 0-16,4-6 3 15,2-3-13-15,-4-3-32 16,2-3-9-16,-8-1-9 0,-4 0 0 16,-6 0 0-16,-12 2-18 15,-6-2-59-15,-5 1-37 16,-7-1-107-16,0 0 36 15,0 0 119-15</inkml:trace>
  <inkml:trace contextRef="#ctx0" brushRef="#br0" timeOffset="124184.37">15175 888 1260 0,'37'17'53'0,"2"10"14"0,0 4-3 0,-7 11-23 16,-1 5-8-16,-6 6-21 15,-1 2-7-15,-4 5-1 16,-5 1-4-16,-4 6 0 16,-7 4 2-16,-10 2-2 15,-7 2 2-15,-11 0 0 16,-5-2-2-16,-5-6 0 15,-3-6-6-15,-4-15-11 16,0-9-8-16,4-15-84 16,4-7-135-16,13-15 142 15</inkml:trace>
  <inkml:trace contextRef="#ctx0" brushRef="#br2" timeOffset="146280.94">851 6038 298 0,'-1'-1'2'0,"0"0"12"15,0 0 10-15,-1 0 9 16,-27-9 2-16,29 10-2 16,-1 0-8-16,0 0 2 0,1 0 0 15,-1 0-6-15,0 0-1 16,0 0-2-16,-1 0-4 15,1 0 2-15,0 0-2 16,1 0-3-16,-1 0 0 16,1 0-4-16,8-11 0 15,9 2 0-15,2 0 2 0,4-3 0 16,2-2 0-16,4-2 9 16,2 1 3-16,5-4 20 15,3 0 16-15,6-4 25 16,3-3 9-16,8-4-12 15,5-2-19-15,8-4-17 16,2-3-4-16,8-5-12 16,4-2-2-16,4-4-6 15,2 0-1-15,6-2-5 16,2-3-1-16,4-5 3 16,2 1 7-16,-3-1 5 15,-2 2 4-15,6 3 0 16,3-2-8-16,6-2-11 15,-1-2-1-15,1-3-7 16,2 2 0-16,-5-1 0 0,1 1 2 16,-1 0 1-16,-5 3 1 15,-4 3 10-15,-2 4 9 16,-3-1 6-16,-4 0 3 16,-2 0 2-16,4-1-5 15,-4 1-9-15,0 0-3 16,0 2-12-16,-3 1-3 15,-6-2-3-15,-1 1 0 0,-5-3 0 16,-3 2 0-16,-3 5 0 16,1 2 0-16,-2 6 0 15,-2-1-3-15,-4 1 0 16,-3 2 0-16,-2-2 0 16,3 1 3-16,-2 0-3 15,-1 1 6-15,-4 0-3 16,-3 4-3-16,-4 1 0 15,0 1 3-15,-3 2-3 16,1-1 0-16,-1 1 3 16,2 0-3-16,1-2 9 15,-1 1-6-15,0-1 0 16,-2 0-3-16,-1-1 0 16,1 0 3-16,-2 1-3 15,-2 0 3-15,-1 0-3 16,-2 0 0-16,1 2 0 0,2-1 0 15,1 1 3-15,4 1 0 16,4-2 0-16,-2 2-3 16,-3 0 0-16,-8 0 0 15,-3 0 0-15,-1-1 0 16,2 1 3-16,4 0-9 16,0 0 6-16,-3 1 6 15,1 1-6-15,0 0 12 0,-3 1-15 16,2 1-3-16,-3 1 6 15,-5 1-3-15,4-1 3 16,-2 1 0-16,-1-1 0 16,1 2-3-16,-6 3 0 15,-2 1 3-15,-5 2-3 16,-4 3 0-16,-2 2 3 16,-3 3 3-16,-1 2-6 15,-5 5 3-15,0 0 0 16,1-1-24-16,-1 0-54 15,1 0-83-15,0 0 113 16</inkml:trace>
  <inkml:trace contextRef="#ctx0" brushRef="#br2" timeOffset="149263.65">6267 2862 208 0,'3'2'19'0,"0"-1"21"15,-3-1 4-15,0 0 11 16,1 0-6-16,0 0-16 16,0 0-8-16,0 0-12 15,0 0-6-15,1 0 0 0,0 0 0 16,-1 0-3-16,0 0 5 16,0 0 10-16,0 0 3 15,0 0 3-15,0 0-2 16,0-1-11-16,-1 0-6 15,0 0-6-15,0 0 3 16,0 0-3-16,0 0 2 0,0-1 0 16,-4-26-2-16,4 28 0 15,0-1 3-15,-1 0-3 16,0 1 0-16,1-1 2 16,-1 0-2-16,0-1 0 15,0 0 0-15,0 1 2 16,0-1 0-16,0 0 3 15,1 0-3-15,0 1 0 16,0-1 1-16,0 0 4 16,0 1 6-16,0 0 17 15,0 0 4-15,0 0 0 16,0 0-11-16,0 0-9 16,0 0-8-16,0 0 10 15,0 1-2-15,0-1 4 16,0 0 0-16,1 0-2 15,0 0-2-15,0 1 0 16,0 0-1-16,0 0-1 0,16 8 1 16,-12 2-1-16,5 2 6 15,-1 7 16-15,1 5 1 16,1 7-4-16,-2 7-2 16,0 16-12-16,1 9-3 15,0 23-5-15,-1 13 1 16,5 22 0-16,2 7-2 15,5 12-5-15,4 3 1 0,4-3-4 16,2-1 2-16,0-3-2 16,3-2 0-16,-4 2 2 15,1 2 2-15,-4 9 13 16,5 6 5-16,-3 10 7 16,-8 3-2-16,3-4-10 15,-12-6-3-15,2-16 1 16,2-12 9-16,-4-17 18 15,1-7 9-15,-3-12 9 16,1-4 41-16,-2-8 6 16,-1-6-26-16,-2-13-36 15,0-6-15-15,-1-14-24 16,-1-9 0-16,-1-15-6 16,-3-6 0-16,0-11-54 15,0 0-18-15,1-9-47 16,-2-8-8-16,-2-13-1 0,0-3-122 15,3-6 142-15</inkml:trace>
  <inkml:trace contextRef="#ctx0" brushRef="#br2" timeOffset="150197.31">7350 6122 1526 0,'-8'9'4'16,"3"5"-6"-16,3 9-49 15,2 2 9-15,1 7 44 16,0 3 11-16,1 2 8 15,2 3 7-15,0 1 3 16,0 0 13-16,5 4 7 16,0 0-18-16,7 2-18 15,6-2-10-15,2-4-5 16,3-2 0-16,4-8-14 16,-2-5-13-16,1-10 3 15,-5-7-6-15,-5-9 6 16,-3-4 10-16,-4-10 14 15,-2-7 5-15,-1-9 13 16,2-4 6-16,-5-5 0 0,0-1 9 16,-1-2 5-16,-2 2 1 15,-2 3-6-15,1 5-9 16,0 7-9-16,1 7-6 16,-1 10-3-16,2 4-6 15,3 14 6-15,4 9 0 16,9 20 3-16,3 14 3 15,5 16-9-15,2 6 3 16,-2 4-6-16,-3 2 6 0,-5 2-9 16,-6 0 0-16,-13 1 0 15,-7-3 3-15,-18-7 54 16,-8-6 20-16,-16-13 97 16,-8-8 14-16,-16-16-44 15,-10-11 1-15,-3-17-66 16,1-8-16-16,-4-28-22 15,-4-14-16-15,6-29-43 16,6-12-37-16,23-11-95 16,21 5-94-16,20 8-171 15,10 3-21-15,21 10 228 16</inkml:trace>
  <inkml:trace contextRef="#ctx0" brushRef="#br2" timeOffset="150847.04">8101 6358 1508 0,'2'-5'35'15,"2"0"-16"-15,5 1-19 16,7-1 21-16,2 0-9 15,4 1 18-15,4 0-18 16,5-2 0-16,0-1-6 0,-2-2-39 16,-5-1-33-16,6-1 18 15,-1-1-4-15,1-3-37 16,4 0-56-16,-14 1 83 16</inkml:trace>
  <inkml:trace contextRef="#ctx0" brushRef="#br2" timeOffset="151080.59">8278 6423 2513 0,'11'11'-45'0,"5"-2"-159"15,5-2-113-15,3-4 156 16,1-2 9-16,-1-5 36 0,-1 1 48 16,-2-3 14-16,1 0 25 15,-5-1-72-15,1-3 76 16</inkml:trace>
  <inkml:trace contextRef="#ctx0" brushRef="#br2" timeOffset="152547.17">9100 6117 892 0,'-7'-7'127'0,"0"1"110"0,-1 1-254 16,-1 1-31-16,2 1 15 15,-4 2 38-15,0 1 17 16,-3 3 22-16,0 1 9 16,0 8 7-16,2 3-12 15,2 15-21-15,2 7-7 16,5 12-15-16,-1 5-1 0,9 3-2 15,7-4 2-15,8-7-4 16,5-6 0-16,7-12-2 16,0-3 0-16,5-10 2 15,1-4 0-15,2-11 6 16,-3-5 2-16,2-9 15 16,0-5 0-16,-2-7-1 15,1-5-5-15,-5-6 4 16,-5-4-9-16,-10-6 6 15,-6-3 12-15,-10-5-6 16,-4-2-1-16,-10-3-20 16,-5 0-6-16,-7 4-8 15,-6 4 2-15,-8 11 6 16,-7 7 6-16,-12 11-9 16,-7 7-3-16,-4 11 3 15,-1 5-3-15,13 12 12 16,8 4 0-16,11 9 9 0,8 4 0 15,7 5-3-15,3 1 5 16,13 3-8-16,6-1 12 16,15 0-12-16,10-4 12 15,8-6-6-15,8-2 0 16,14-10-3-16,9-5 0 16,15-8-3-16,2-5 9 0,1-7-3 15,-4-4-3-15,-11-2-15 16,-4-2-18-16,-15 0-15 15,-9 2-24-15,-14 1-80 16,-9 2 25-16,-9 4 68 16</inkml:trace>
  <inkml:trace contextRef="#ctx0" brushRef="#br2" timeOffset="155146.74">9654 6463 1502 0,'0'21'26'0,"-1"2"-34"0,1 2-17 15,5 5 3-15,-3 0 13 16,5 2 9-16,-4-1 2 16,0-4-2-16,-1-3 2 15,-2-6-4-15,2-6-16 16,-1-5-86-16,-1-7-214 15,0 0 163-15</inkml:trace>
  <inkml:trace contextRef="#ctx0" brushRef="#br2" timeOffset="155429.91">10036 6062 1559 0,'10'-2'-27'15,"0"1"-14"-15,-3 4-33 16,0 4 26-16,-6 8 63 16,-2 5 22-16,-8 14 12 15,-3 9-1-15,-5 9-7 16,-1 4 13-16,-5-4-60 0,-2-5-51 15,2-15-16-15,-1-9-33 16,4-19-248-16,0-7 181 16</inkml:trace>
  <inkml:trace contextRef="#ctx0" brushRef="#br2" timeOffset="155630.13">9839 6107 2061 0,'9'11'149'0,"12"12"-2"16,7 6-138-16,13 13-28 15,5 3 1-15,2-2-74 16,0-4-60-16,-3-10-57 16,-5-7-18-16,-12-10 75 15,-6-7 47-15,-11-6-170 16,-2-4 157-16</inkml:trace>
  <inkml:trace contextRef="#ctx0" brushRef="#br2" timeOffset="155813.31">10363 6347 2103 0,'-4'17'155'0,"4"11"-35"0,3 10-172 15,6 10-105-15,3 0 16 16,1-4-2-16,-3-5-49 16,1-6-95-16,0-5 197 15</inkml:trace>
  <inkml:trace contextRef="#ctx0" brushRef="#br2" timeOffset="156668.91">8606 7031 1026 0,'27'3'37'16,"5"-1"11"-16,12-1-40 15,9-1 15-15,8-3 18 16,-1-3 7-16,8-4 6 16,1-1-9-16,7-3-14 15,5-1-6-15,1-3-13 16,-2 2-10-16,-8 1-2 15,-2 1 0-15,-8 4-8 16,-5 1-25-16,-7 2-246 16,-1 1 173-16</inkml:trace>
  <inkml:trace contextRef="#ctx0" brushRef="#br2" timeOffset="173112.56">9270 7266 1117 0,'-20'3'29'0,"-2"3"8"16,3 7-33-16,0 5 13 15,4 11 20-15,1 6 4 16,1 14 19-16,2 3-2 15,4 9-2-15,5-1-4 16,8-5-21-16,5-3 10 16,10-14-17-16,1-6-3 0,5-12 9 15,4-9 20-15,1-11 16 16,0-9-9-16,1-14-3 16,-2-5-24-16,-3-9-15 15,-1-3-10-15,-11-3-2 16,-4 1 0-16,-11-1 0 15,-5 3-3-15,-11 2 3 16,-5 2 0-16,-9 8-3 16,-3 4 6-16,-3 8-9 15,-1 6 3-15,-4 9-6 16,2 3-8-16,4 9-10 16,4 0-39-16,17-3-99 0,8-3-106 15,16-11 195-15</inkml:trace>
  <inkml:trace contextRef="#ctx0" brushRef="#br2" timeOffset="173419.43">9765 7598 2358 0,'-3'-5'-45'0,"3"-7"-336"16,4-1-43-16,7-6 122 16,5-1 168-16</inkml:trace>
  <inkml:trace contextRef="#ctx0" brushRef="#br2" timeOffset="173896.31">10062 7287 1804 0,'-9'22'-57'0,"0"3"-149"15,1 3 113-15,-2 0 82 16,1-1 40-16,0-5 31 16,2 0 87-16,2-7 17 15,2-4-12-15,3-5-35 16,3-3-42-16,6-2-55 16,5-1-17-16,8-2-6 15,3-1-14-15,6 0-31 16,2 0-3-16,-2 6-21 15,1 2 3-15,-5 7 10 16,-4 2-4-16,-10 5-12 0,-6 3 12 16,-14 6 28-16,-6 2 20 15,-12 1 56-15,-5 1 28 16,-4-3 9-16,-4-2 0 16,0-6-34-16,3-5-47 15,0-13-86-15,3-6-70 16,5-17-97-16,-2-8-146 15,7-9 204-15</inkml:trace>
  <inkml:trace contextRef="#ctx0" brushRef="#br2" timeOffset="174079.1">9977 7245 1518 0,'23'5'280'15,"5"0"454"-15,13-2-703 16,5-3-38-16,10-8-20 16,0-5-31-16,3-8-86 15,-4-5-107-15,-5-6-66 16,-4 0 51-16,-7-3 217 16</inkml:trace>
  <inkml:trace contextRef="#ctx0" brushRef="#br2" timeOffset="176479.48">9493 4625 901 0,'0'0'34'0,"0"0"62"16,0 0-101-16,0 0 10 16,0 1 34-16,0 0 2 15,0 0 2-15,0-1 3 0,-8 28 7 16,8-16-5-16,0 6-11 15,1 2-8-15,1 7-16 16,0 3-3-16,3 5-8 16,0-2-2-16,2-3 0 15,0-3-8-15,-2-9-30 16,1-2-26-16,-3-9-165 16,-3-7 120-16</inkml:trace>
  <inkml:trace contextRef="#ctx0" brushRef="#br2" timeOffset="176764.42">9698 4634 1191 0,'8'24'-18'0,"-1"1"-23"16,0 3 10 0,-1-1 55-16,2 2 22 0,1-3-7 15,0-3-20-15,-1-7-40 16,0-6-57-16,-2-6 46 15</inkml:trace>
  <inkml:trace contextRef="#ctx0" brushRef="#br2" timeOffset="177796.49">9915 4961 1382 0,'3'-9'18'0,"7"-1"-12"16,3-3-53-16,7 4 16 15,0-1 23-15,0 4 26 16,1 3 9-16,-2 3 8 16,-2 0 0-16,-2 6 1 15,-2 1-8-15,-3 3-19 16,-3 4-5-16,-3 4-8 0,-3 2-7 16,-5 3-9-16,-3-1 1 15,-8 1 0-15,-2 1 3 16,-5-2 16-16,-1 1 4 15,0-5 17-15,1-3 8 16,3-4 14-16,6-3 32 16,4-4 38-16,9-4-2 15,-1 0-27-15,0 0-19 16,1 0-20-16,0 0-12 0,13-11-3 16,4 6 0-1,8 4-9-15,3-1-12 0,4-1-12 16,4-1-24-16,-3-6-99 15,3-4-50-15,-4-8-118 16,0-3-31-16,-2-7 201 16</inkml:trace>
  <inkml:trace contextRef="#ctx0" brushRef="#br3" timeOffset="183060.87">1460 6305 333 0</inkml:trace>
  <inkml:trace contextRef="#ctx0" brushRef="#br3" timeOffset="183697.34">1460 6321 367 0,'1'2'13'15,"11"27"42"-15,-12-29 51 0,1 0 62 16,0 0 8-16,21-1-26 16,-12-8-53-16,4-7-25 15,3-5-8-15,6-8-16 16,2-7-1-16,4-8-12 15,0-5-6-15,4-10-8 16,-1-6-1-16,7-11 1 16,6-6 2-16,7-11-5 15,9-4-1-15,4-11 4 16,5-3-9-16,2-13-6 16,-2-1-6-16,-1-9 6 15,0-5-3-15,4-6 0 16,2-4 6-16,5-4-6 15,3-2 9-15,1 5-3 0,-2-2-3 16,2 3 12-16,3 2 5 16,3-6 16-16,2 4-3 15,3 0 12-15,-1-3 3 16,3 1-9-16,3-1 5 16,1 3-17-16,1-1-6 15,-1 7-15-15,-1 2-6 0,-4 4-3 16,-1 2 0-1,-3 3 3-15,-3 1-3 0,0 5-3 16,-4 2 0-16,-3 5 3 16,-2 1 3-16,-4 4-3 15,1 5-6-15,-7 7-15 16,-5 5-9-16,-10 9-2 16,-6 6-10-16,-10 13 12 15,-5 6 6-15,-9 8 6 16,-1 10 9-16,-6 2 0 15,-1 8 3-15,-1 4-12 16,-3 2-24-16,-1 8-59 16,-5-5 0-16,-5 13-15 15,-2-6-63-15,-12 7 102 16</inkml:trace>
  <inkml:trace contextRef="#ctx0" brushRef="#br3" timeOffset="187996.43">9072 1971 86 0,'-4'6'35'0,"1"-2"30"16,3-1 16-16,7 3 7 15,2-2-2-15,6 2-16 16,2-1-20-16,3 2-34 15,-1-2-4-15,-1 0 17 16,-5 1 10-16,-1-4 18 16,-2 0 14-16,-1-2-10 0,-2-1-4 15,3-2-18-15,1-2-12 16,1-2-18-16,3-2 0 16,-1-2-4-16,1 0-1 15,-1 1-1-15,-2-1-3 16,-6 1 0-16,-2 1 2 15,-4 2 2-15,-2-1 3 16,-1 1 7-16,-2-1 2 16,-2 0 9-16,-3 0-2 0,0 0 4 15,2 0 0-15,-2 3 6 16,4 2-4-16,-1 0-6 16,-4 3-5-16,-3 0-12 15,1 1-3-15,-3 2 1 16,1 2 0-16,-1 1 2 15,0 1 0-15,1 0-2 16,0 1 0-16,1-2-3 16,1-1 1-16,4 1 0 15,0 0-2-15,4 1 4 16,0 0-2-16,2 4 0 16,3 1 2-16,0 2 4 15,3-1-1-15,0-2 3 0,2-2-2 16,1-2 0-16,-1-1 1 15,1-2 1-15,1-2 4 16,2-2 1-16,2-1-3 16,1-3 1-16,2 0-3 15,-4-2 0-15,-1-1-5 16,-5-1 1-16,-2-1 2 16,-3-2 4-16,-1 1 1 15,-1-1-1-15,-2 0-2 16,0 2-9-16,-3-2 1 0,0 2 2 15,-1 0-2-15,-2 1 2 16,-1 2 0-16,0 1 2 16,-1 3-2-16,1 3 0 15,0 2-1-15,2 3-3 16,0 2 0-16,4 0-2 16,3 2-1-16,3 0-26 15,2-1-47-15,4-6 45 16</inkml:trace>
  <inkml:trace contextRef="#ctx0" brushRef="#br3" timeOffset="194378.68">8301 8737 523 0,'1'-5'27'0,"1"0"3"0,-1 1-14 15,-2-1 54-15,-1 2 37 16,2 3 59-16,0 0 0 16,0 0-42-16,-1-1-21 15,-30-6-41-15,18 10-16 16,-3 6-20-16,-1 4-7 16,-1 7 2-16,2 6 5 0,-2 11 31 15,3 5 27-15,6 10 5 16,1 3 1-16,12-2 5 15,3-2 1-15,9-8-6 16,1-4-7-16,5-10-29 16,3-4-8-16,6-9-14 15,3-6 0-15,4-10 1 16,1-8-5-16,2-12-18 16,-1-7-3-16,-4-12-3 15,-7-3-1-15,-6-6 0 16,-2-2 1-16,-13-4 5 15,0-1-1-15,-14 0 4 16,-5 1 4-16,-10 4 1 16,-5 5-1-16,-11 9 12 15,-8 4-4-15,-11 17 1 16,-10 7-8-16,-4 18-13 16,-4 8 1-16,3 12 6 0,8 5 10 15,16 5 10-15,11 1 0 16,24-2-11-16,11-1-8 15,16-3-13-15,10-1-2 16,17-6-1-16,9-6-1 16,11-10 5-16,5-6-1 15,8-12-1-15,0-5-5 0,5-11-22 16,-2-4-14-16,-5-4-54 16,-6 0-68-16,-14 2-124 15,-8 4-130-15,-19 6 244 16</inkml:trace>
  <inkml:trace contextRef="#ctx0" brushRef="#br3" timeOffset="194695.31">8853 9030 1384 0,'-8'14'99'16,"2"4"225"-16,3 6-216 15,3 5-102-15,4 3 5 16,3 4 19-16,-2 1 6 15,1-2-9-15,-5-3-3 0,2-6-15 16,-1-6-36-16,-1-9-158 16,-1-10-153-16,0-1 267 15</inkml:trace>
  <inkml:trace contextRef="#ctx0" brushRef="#br3" timeOffset="195097.68">9157 8923 2655 0,'0'0'67'15,"6"14"-53"-15,9-2-104 0,16-1-107 16,2-2 21-16,4-6 146 15,1-1 63-15,-6-2 31 16,-3 0-13-16,-8-1-17 16,-5-4-34-16,-5-1-72 15,-1-3-86-15,-2-7-182 16,-1 0-65-16,-4-3 312 16</inkml:trace>
  <inkml:trace contextRef="#ctx0" brushRef="#br3" timeOffset="195295.92">9153 9118 2362 0,'-12'12'200'0,"3"-1"13"16,3-1-158-16,10-2-99 16,4 0-1-16,11-4 8 15,4 0 17-15,6-4 26 0,3-1 5 16,4-3 1-16,-1-2-11 15,1-4-37-15,1 0-49 16,-5-6-125-16,0 1-139 16,-5-1 164-16</inkml:trace>
  <inkml:trace contextRef="#ctx0" brushRef="#br3" timeOffset="200113.96">9892 8667 1371 0,'0'0'40'0,"0"0"-12"16,0 0-34 0,0 0-2-16,0 0 16 0,0 0 32 15,-2 17 19-15,-1 3 93 16,0 2 13-16,-2 7-43 15,-2 3-29-15,-3 2-42 16,0 3-9-16,-3 0-7 16,-3-4 13-16,2-1 18 15,-2-7-21-15,3-6-9 16,1-4-9-16,3-7-14 16,4-3-3-16,5-5-10 15,0 0 0-15,0 0 0 16,11 9-1-16,5-6 2 15,6 0-1-15,11-2 6 16,6-3-3-16,6-6-2 16,3-2-1-16,2-7-15 0,-3-2-16 15,-5-2-19-15,-4-4-31 16,-12 0-47-16,-5-2 11 16,-14-1 33-16,-6 3 31 15,-9 2 59-15,-6 0 18 16,-4 7 29-16,-3 1 16 15,-1 6 24-15,2 5 2 0,-3 8 19 16,0 4-33-16,3 13-8 16,0 8-7-16,4 27-22 15,3 12-8-15,2 25-21 16,3 5-3-16,2-2-18 16,3-5-49-16,7-18-146 15,4-9-169-15,10-27 146 16</inkml:trace>
  <inkml:trace contextRef="#ctx0" brushRef="#br3" timeOffset="200578.67">9006 9784 1479 0,'20'10'116'16,"9"0"404"-16,31-4-613 16,14-2-23-16,23-7 98 15,10-4 95-15,6-3 82 16,5-2 17-16,1-2-91 15,-6 1-27-15,-6-2-38 16,-6 1-15-16,-14 0-15 16,-4-1-30-16,-16 1-90 15,-9 0-118-15,-14-1-236 16,-8-2 380-16</inkml:trace>
  <inkml:trace contextRef="#ctx0" brushRef="#br3" timeOffset="201363.4">8981 10173 1532 0,'4'4'263'0,"9"-1"170"16,8-3-326-16,21-4-172 15,14-4-13-15,25-6 99 16,9-5 54-16,15-2 13 0,7-1-1 15,6 1-23-15,5 2-13 16,1 0-33-16,-5 1-6 16,-5 1-12-16,-7 1 3 15,-9 2-3-15,-3 2-3 16,-16 1-33-16,-4 2-49 16,-15-4-99-16,-9-2-172 0,-10-2-263 15,-5-2 466-15</inkml:trace>
  <inkml:trace contextRef="#ctx0" brushRef="#br3" timeOffset="204079.64">3747 4470 24 0,'5'-8'33'0,"-2"-2"22"0,-1 4 51 16,-2 6 23-16,0-1 42 15,0 0 48-15,0 1-62 16,0 0-43-16,0 0-69 16,0 1-26-16,-4 16-5 15,3-5 9-15,-2 7 20 16,0 3 9-16,1 14 4 15,-1 6-7-15,-1 15-22 16,-1 5-8-16,-3 5-13 16,0-1-2-16,0-14-12 15,0-10-2-15,2-19-9 16,1-6-18-16,5-17 24 16</inkml:trace>
  <inkml:trace contextRef="#ctx0" brushRef="#br3" timeOffset="205695.02">3715 4449 529 0,'0'0'67'0,"0"0"78"16,0 0-142-16,0-1-13 15,0 0 8-15,0-1 16 16,2-27 25-16,-2 28 22 16,0-16 10-16,-1 5-1 15,0 0-13-15,2-3-31 16,2-3-10-16,0-1-12 16,2-4 0-16,-2-1 0 15,-1-1 1-15,0 0 11 16,-2 0 5-16,-3 0 4 15,0-1 18-15,-3 0-2 16,1-2-5-16,2 1-5 0,0 2-19 16,3 1-8-16,1 1 2 15,1 4 9-15,0 0 7 16,0 3 1-16,-1 4 0 16,-1 0-7-16,0 2-9 15,-1 0-3-15,1-4 0 16,0-4 2-16,0 1 2 0,2-1-3 15,1 3 1-15,1 4-4 16,0 1-2-16,-1 5 0 16,-1 0 2-16,-2 5-2 15,0 0 0-15,0 0 0 16,0-1 2-16,0 0 0 16,0 0 2-16,0 0 2 15,0 0 0-15,0 0 3 16,0 1 3-16,0-1-1 15,0 0-1-15,0 0 0 16,0 0-1-16,0 0-3 16,0 0-3-16,0 0 0 15,0 1 0-15,0-1 3 16,-1 0 0-16,0 0 0 16,1 0-3-16,-1 0-3 15,0 0 0-15,0 0 3 0,0-1-3 16,0 0-3-16,0 1 0 15,1-1 0-15,-16-26 0 16,16 28-6-16,0 0 0 16,0 0-6-16,0 0-2 15,0-1 6-15,0 1-5 16,0 0 6-16,0 0 1 0,0-1 7 16,0 1 0-16,0 0 2 15,0-1 0-15,0 0 0 16,0 0 0-16,0 0-2 15,0 0 0-15,0 0-10 16,0 1-1-16,0 0-16 16,0 0-18-16,0 0-141 15,0 0 122-15</inkml:trace>
  <inkml:trace contextRef="#ctx0" brushRef="#br3" timeOffset="207629.81">3638 3914 364 0,'0'-1'-13'0,"-1"1"-49"16,0-1-4-16,0 0 62 15,-9-26 48-15,10 27 97 16,0-1 55-16,0 0 0 16,0 0-25-16,5-31-58 15,-5 32-37-15,0 0-40 0,1-1-12 16,12-25-15-16,-8 15-3 15,0-1-2-15,-1-1 0 16,2 2 6-16,0-3 1 16,0 0 1-16,1-1 0 15,-1 0-7-15,1 2-1 16,-2 1-2-16,-1 1 0 16,-1 0-2-16,-1-2 4 0,0 2-4 15,0-2 0-15,-1 1 2 16,2-2-2-16,0 0 8 15,-1-2 1-15,0 1 7 16,-1 0-1-16,-1 1 3 16,0 1 1-16,-2-3-5 15,0 1 1-15,0-2-5 16,-1-4-6-16,1-3 2 16,-1 0-3-16,0-2 1 15,0 1 0-15,-1 0-4 16,2 0 4-16,-1 3-2 15,1 0-2-15,-2 0 0 16,1 3 0-16,-2-2 2 16,1-1-2-16,1 1 0 15,-1 1 0-15,0-4 0 0,-1 2 2 16,-1-2-2-16,0-1 6 16,-2 0 0-16,-1 1 1 15,1 1 3-15,1-1-4 16,3 4-2-16,2-1 1 15,1 3-3-15,1 0 0 16,-1 4 0-16,0 0-2 16,-1 3 2-16,1 0-2 0,0 1 0 15,-1 0 0-15,1 3 0 16,0-2 0 0,1 2 0-16,1-1 2 0,0 2-2 15,-1 6 0-15,0-1 0 16,0 1 0-16,0-1 2 15,0 0-2-15,0 0 0 16,0 0 2-16,0 0-2 16,0 0 2-16,0 0-2 15,0 1 0-15,0-1 0 16,0 1 2-16,0 0-2 16,0 0 2-16,0-1-2 15,0 1 0-15,0 0 2 16,0 0-2-16,1 0 0 15,-1-1 0-15,0 1-2 16,0 0 2-16,0 0 0 16,0 0 2-16,0 0 0 0,0 0-2 15,0 0 0-15,0-1 0 16,0 0-2-16,0 0 2 16,-1 1-2-16,-20-7 2 15,9 10 0-15,-2 1 0 16,-4 5 0-16,-1 1 0 15,-3 0 0-15,0 2 0 16,-4-1 0-16,-2 1-2 0,-1 0 2 16,0-1 0-16,3-1 0 15,-2 1 2-15,1-1-2 16,0 1 0-16,-1 0 0 16,0 0 0-16,-1-3 0 15,2 1 2-15,0-3-2 16,-1-2 2-16,3-3-2 15,-1-1 0-15,0 0 0 16,1 0 0-16,-1 0-2 16,0 0 2-16,-1 0 0 15,-2-1 0-15,-1 1 0 16,-4 0 0-16,-1-3 0 16,-4 0-2-16,-6 0 4 15,-2-1-2-15,-5 1 0 16,-6 0 0-16,1 3 2 0,0 0-2 15,2 1 4-15,5 4-2 16,3-1 1-16,0 0-1 16,4 1-2-16,0-1 4 15,4 0-4-15,5 1 0 16,2-4 2-16,2 0-2 16,6-2-6-16,3-1-5 15,5-3-57-15,4 1-62 0,3 1 74 16</inkml:trace>
  <inkml:trace contextRef="#ctx0" brushRef="#br3" timeOffset="213979.18">3645 3939 1392 0,'0'0'27'0,"0"0"-37"0,1-1 1 15,0 1-1-15,0-1 0 16,1 0 10-16,-1 0 0 16,0 0 0-16,0 0 0 15,0 1 2-15,0 0 2 16,0 0 0-16,0 0-2 0,-1 0-2 16,1 0-2-16,1 0 0 15,25-9 4-15,-20 0 0 16,0-4-2-16,-2 3 4 15,-1-3-2-15,-1 1 0 16,-2 1 0-16,-2 1 5 16,0 0 1-16,-3 2 4 15,0 0-2-15,-2 1-3 16,-1-1-1-16,0 3-2 16,1 0-2-16,0 3 2 15,0 1-2-15,3 1-2 16,-1 2-2-16,2 3 2 15,-1 2 0-15,0 6 0 16,1-1 0-16,1 2 0 16,1-2 0-16,1-6 0 15,-1-6 2-15,0 1 4 0,1-1 1 16,0 0 1-16,18-2 0 16,-9-11-2-16,-1-1-1 15,-1-1-1-15,0-1 2 16,-4 3-2-16,0 0 2 15,-4 1 3-15,0 1-3 16,-4 3 5-16,1 3 7 0,-4 3-3 16,-1 2 6-16,-3 6-15 15,-2 1 3-15,-1 6-3 16,-1 2 0-16,-1 8-3 16,0 0 6-16,3 1 3 15,1-2-9-15,8-8 6 16,3 0-1-16,3-5 1 15,2-3 9-15,2-6 3 16,1-2 3-16,4-6-6 16,2-1 0-16,0-6-3 15,0 0-3-15,-2-5 0 16,-2 0-3-16,-3 4 6 16,-1 0-6-16,-2 4 6 15,-2 1 0-15,-2 5 3 16,-2-1 0-16,-2 2-4 15,0 3-2-15,-1 2 0 16,-1 3 3-16,1 4-3 0,-1 3-9 16,1 6 0-16,0 0-3 15,3 2 0-15,3-3 0 16,2-6-3-16,3 0 0 16,0-8 3-16,1-1 0 15,1-6 3-15,0-2 9 16,1-6-12-16,2-2 9 15,-3 2-6-15,0 0-6 0,-7 1 6 16,0 2-3-16,-4 0 0 16,-1 2 0-16,-3 2-9 15,0 2 3-15,1 5 3 16,-3 0 0-16,1 6 3 16,-2 2 3-16,3 3 3 15,1 1-3-15,4-2 0 16,3 0-3-16,2-4-9 15,1 0 6-15,3-5 3 16,1-1 6-16,1-6 6 16,1-2-3-16,0-5 0 15,1-3-3-15,-2-1-6 16,1 0 6-16,-4 4 0 16,-2 0 0-16,-5 3 0 15,-3 3 0-15,-3 3 3 16,-3 3-3-16,-6 4-3 0,-2 2-3 15,-2 7 9-15,-2 2 6 16,7 2 6-16,2 2-6 16,8-1-9-16,4-3-9 15,7-1-3-15,4-4 0 16,7-5 3-16,3-3-12 16,3-8-63-16,3-6-53 0,-2-13 62 15</inkml:trace>
  <inkml:trace contextRef="#ctx0" brushRef="#br3" timeOffset="-213267.43">3825 4463 1144 0,'-7'-5'17'0,"0"2"-38"0,1-1-4 16,-3-1 6-16,0-3 9 15,-1-3 22-15,-2 0 11 16,1-2 10-16,2 1 11 16,-1 2 7-16,3 3-3 15,-3 6-11-15,0 4-14 16,-3 9-13-16,-4 4-8 15,-3 3-2-15,-1 1 0 0,2-1 0 16,2-6 4-16,8-4 3 16,9-9 5-16,0 0 9 15,0 0 3-15,0 0-3 16,8-9 0-16,5-5-5 16,3-4-3-16,1-2-5 15,1-2 0-15,-1 0-2 16,0-2 1-16,-2 3-1 15,-2 2 4-15,-5 3 11 16,-2 6 0-16,-3 2-3 16,-3 8 3-16,0 0-15 15,0-1-6-15,0 1 0 16,0 0-6-16,0 0 6 16,1 14 6-16,-4 1 0 0,1 3 0 15,0-1-3-15,0-1 0 16,2-3 0-16,3-4 3 15,2-3-3-15,2-2-3 16,1-3 8-16,-2 0-2 16,0-2 6-16,0-2 0 15,-1-2-3-15,-1-2 0 16,-3-2 0-16,-1 0 0 0,-2 0-3 16,-3 1-3-16,-1 6 0 15,-1 2 3-15,-6 6-6 16,-1 4 3-16,-3 4 0 15,1 1-3-15,4 3 0 16,4-1 0-16,6-1 3 16,3-1-3-16,3-5 0 15,3 0 0-15,-1-5-3 16,0-2 3-16,2-4 3 16,1-3 0-16,0-7 3 15,1 1-6-15,-2-4 9 16,-1 2-3-16,-3 3-3 15,-1 2-3-15,-7 4 0 16,-3 2-6-16,-7 4-3 16,-3 4 6-16,-6 6 0 15,-1 4 3-15,4 1 0 16,3-1-3-16,15-2-6 0,7-1-33 16,26-7-32-16,15-10 35 15</inkml:trace>
  <inkml:trace contextRef="#ctx0" brushRef="#br3" timeOffset="-209899.86">16786 5319 971 0,'0'-3'60'0,"1"-1"38"0,1 1-95 16,-2 3 1-16,1 0 12 15,7 8 7-15,-3 4 25 16,-1 3 14-16,-3 4-1 15,-1 2-5-15,-3 3-29 16,0 2-8-16,-1-3-13 16,1-2-4-16,2-7-4 15,1-2-13-15,0-12-86 16,0 0-204-16,0 0 154 16</inkml:trace>
  <inkml:trace contextRef="#ctx0" brushRef="#br3" timeOffset="-209500.83">16983 5398 1090 0,'-14'10'44'0,"3"-1"42"16,-1 7-86-16,-2 3 2 15,1 2-2-15,-1 3 0 0,-1 2 3 16,4-1 5-16,-5 0 2 16,6-2 3-16,-5-5-1 15,-3-2-4-15,1-5-2 16,-1-2-3-16,6-6-1 16,2-1 0-16,5-2-2 15,5 0 2-15,0 0 0 16,0 0-2-16,0 0 0 15,0 0 0-15,0 0-2 16,1 1 2-16,0 0 0 16,-1-1 0-16,1 2 0 15,0 0 4-15,0 0-4 16,0-1 2-16,0 1-2 16,0 0 0-16,-1-1 0 15,1 0-6-15,0-1-158 16,0 1 115-16</inkml:trace>
  <inkml:trace contextRef="#ctx0" brushRef="#br3" timeOffset="-209051.26">16929 5717 1134 0,'-1'0'88'16,"1"0"169"-16,0 4-280 16,11-3-2-16,3-2 9 15,0-2 9-15,0-1 14 16,-1-2 11-16,-2 0 3 15,-1 2 0-15,-5 1-9 16,-5 3-6-16,0 0-10 16,0 0-4-16,0 10-2 15,-10 4-3-15,-6 8-1 16,-6 4 1-16,-5 4 3 16,0-2 6-16,0 0 20 0,8-3 9 15,7-5 16-15,7-2-3 16,8-6 11-16,7-2-10 15,10-8-39-15,5-4-15 16,10-8-27-16,-1-4 2 16,1-5-44-16,-2-2-100 15,-5 2 111-15</inkml:trace>
  <inkml:trace contextRef="#ctx0" brushRef="#br3" timeOffset="-197369.25">18523 5408 1272 0,'0'0'33'0,"0"0"-8"15,0-1-4-15,0 0 16 16,1 0 14-16,19-25 12 15,-9 19 48-15,7-2 53 16,-1 3-11-16,6-1-55 16,2 1-20-16,-3 4-51 15,0 2-21-15,-6 4-3 16,-2 7-3-16,-5 8-6 16,-4 2 6-16,-5 6-12 15,-5 0-3-15,-4-2-9 16,-2 1-3-16,-5-4-3 15,0-1 3-15,-7-2 15 16,0-2 6-16,-4-4 12 16,2-1 9-16,3-6 12 15,4-3 0-15,7-3 15 0,3-3 15 16,6-3 20-16,0-3 5 16,4-4-34-16,3-2-11 15,5-2-18-15,2 0-7 16,6 1-8-16,2 2 2 15,3 6-5-15,4 2-2 16,-4 7 1-16,-1 4-5 0,-2 8 0 16,-4 3 4-16,4 0-8 15,-1 1 0-15,1-5-16 16,0-3-6-16,-1-9-26 16,0-3-57-16,0-10-80 15,-2-5-96-15,-2-5 162 16</inkml:trace>
  <inkml:trace contextRef="#ctx0" brushRef="#br3" timeOffset="-192984.96">19060 4934 821 0,'22'2'71'0,"8"-2"49"15,8 0-13-15,16-3 1 16,11-4-3-16,14-3-14 15,7-4-2-15,11-2 42 16,-2 0 30-16,9-3-44 16,5 0-22-16,5-2-11 15,4 1 2-15,8 1 28 16,2 1-47-16,6 2-20 16,6 0-14-16,1 0-22 15,-1 2-1-15,4 1 14 16,-5 3 2-16,6 1 19 15,-4-2 6-15,-7 4-15 16,7 0-7-16,-3 1-9 0,4 4-4 16,-14-2-7-1,-11 1-3-15,-9-2-2 0,-3-4-4 16,12-2 2-16,-1-1-2 16,-6-3 0-16,-6 1 1 15,-8-1-1-15,-1 2 0 16,4 2 0-16,1 1 0 15,-8 3 0-15,-3 0 0 16,-17 2-2-16,-3 0 0 0,-10 0-13 16,-4 2-4-1,-6 1-12-15,-5 0-19 0,-8-1-60 16,-4 0-29-16,-12-6-109 16,-4-2-57-16,-9 0-38 15,-4-2 45-15,-8 7 178 16</inkml:trace>
  <inkml:trace contextRef="#ctx0" brushRef="#br3" timeOffset="-191916.31">23710 4837 1415 0,'-12'9'-9'0,"-1"8"16"16,4 4 13-16,-6 11 20 15,0 5 5-15,1 9-1 16,-4 5 22-16,6 2-54 16,4 1-3-16,8-8-9 15,5-1 6-15,11-12 0 16,6-2 11-16,11-10 16 16,7-3 9-16,11-7 51 15,7-6 26-15,6-5 40 16,-1-4-7-16,-6-11-66 15,-6-3-37-15,-6-14-27 16,-6-4 16-16,-10-9 47 0,-3-4 6 16,-14-6-40-16,-5-3-12 15,-16-3-34-15,-5 1-8 16,-13 2-2-16,-4 3-1 16,-8 9-1-16,-9 6 2 15,-13 10-4-15,-11 7 1 16,-11 14-1-16,0 9 0 15,8 16 6-15,7 7-1 0,16 11 3 16,8 4 1-16,16 2 1 16,8 0 7-1,19-4 5-15,7-1 4 0,21-6 9 16,9-4 0-16,19-7 13 16,6-2 6-16,24-7 7 15,6-1-7-15,5-3-12 16,1-1-7-16,-9-3-19 15,-8-2-5-15,-13-3-26 16,-9-2-14-16,-21-2-21 16,-9-1-26-16,-12-2-42 15,-7-1-97-15,-10 2-189 16,-7 1-191-16,-12 3 485 16</inkml:trace>
  <inkml:trace contextRef="#ctx0" brushRef="#br3" timeOffset="-191568.8">24220 5368 2536 0,'9'35'-2'16,"-1"5"-3"-16,0 3 2 15,-2 0-10-15,-4-4-51 16,-1-2-45-16,-3-9-170 16,-3-2-104-16,2-7 233 15</inkml:trace>
  <inkml:trace contextRef="#ctx0" brushRef="#br3" timeOffset="-190336.34">20264 4707 1177 0,'-5'-15'62'0,"0"-1"19"16,1-1-38-16,2-4-2 15,0 2-5-15,2 2 13 16,-1 1 1-16,2 7 36 15,-1 9 3-15,0 0-29 16,7 2-9-16,-4 15-15 16,1 9-6-16,1 15 11 15,-1 9-5-15,0 14-3 16,0 7-6-16,-5 4-18 16,-2-1 0-16,-3-3-9 15,0-7 0-15,-2-5 0 16,0-4-9-16,1-6-18 15,1-3-30-15,2-10-110 16,1-4-80-16,4-12 193 16</inkml:trace>
  <inkml:trace contextRef="#ctx0" brushRef="#br3" timeOffset="-189367.8">20490 5446 1622 0,'0'0'71'0,"0"0"-86"15,5 16-14-15,-6 0-13 16,-6 4 6-16,-9 5 24 15,-1 5 6-15,-11 2 12 16,-2 2 6-16,-4-2 3 16,-2-1 6-16,3-2 3 15,1-5 6-15,6-8 29 16,7-2 4-16,5-7 0 16,6-1-9-16,8-6-22 15,0 0-8-15,0 0 18 16,7 0 18-16,10-5 33 0,5 0 8 15,10-2 0-15,7 1-17 16,8-2-3-16,4 1-7 16,8-5-20-16,1 2-27 15,-3-4-18-15,1 0-1 16,-9-1-10-16,-3-1-4 16,-9 1-13-16,-4-1-21 0,-13 0-66 15,-9 0-18-15,-8 0-32 16,-6-2-23-16,-4 0 71 15,-1 1 34-15,-6 2 41 16,0 2 12-16,-7 5 30 16,1 4 9-16,0 7 15 15,0 5 3-15,2 16 23 16,0 9 13-16,-3 20-6 16,-2 11 0-16,-4 15-43 15,-1 3-14-15,3-1-119 16,4-4-90-16,12-11 98 15</inkml:trace>
  <inkml:trace contextRef="#ctx0" brushRef="#br3" timeOffset="-178353.48">9113 8108 1158 0,'13'0'95'0,"4"0"147"15,16-1-225-15,6-2-3 16,16-4 5-16,4-1 34 16,4-3 13-16,4 1-1 0,-1-2 25 15,1 1 9-15,6-1 14 16,-2 2-5-16,1 0-19 16,-1 0-11-16,-11 2-42 15,-1 2-7-15,-11 1 1 16,-4 1-9-16,-9 2 3 15,-5 0-8-15,-7 1-7 16,-4 1-3-16,-6-1-5 16,-4 1 8-16,-2 0-5 15,-7 0 1-15,0 0 0 16,1 0-6-16,0 0 1 16,0 0-2-16,0 0-2 15,0 0 4-15,-1 0 4 16,1 0-4-16,0 0-4 15,-1 0-3-15,0 0-22 0,0 0-9 16,0 0-21-16,0 0-20 16,0 0-14-16,0 0 10 15,0 0 29-15,0 0 15 16,0 0 18-16,0 0 9 16,0 0 0-16,1 1-12 15,0 0-35-15,0-1-25 16,20 4-80-16,-9-10 6 0,2-6 116 15</inkml:trace>
  <inkml:trace contextRef="#ctx0" brushRef="#br3" timeOffset="-176752.96">8884 9934 960 0,'-5'2'66'16,"5"-2"27"-16,-1 0-83 15,0 0-28-15,1 0 3 0,0 0 7 16,0 0 4-16,0 0 6 15,0 0 6-15,1 0 15 16,0 1 2-16,0-1 8 16,1 1 0-16,25 7 4 15,-19-7 7-15,3 0 11 16,4-1 3-16,5-2-4 16,1-1-8-16,8-1-11 15,6-1 26-15,9-2 19 16,5 0 1-16,12-2 3 15,7-2-6-15,5-3-25 16,4 0-8-16,1-4-15 16,2 0-9-16,7-1 0 15,2-1-9-15,5-2-6 0,-4 1 0 16,-2 1 0-16,-2 1 0 16,-6 3 0-16,-4 0 3 15,-8 4 0-15,-3 3 9 16,-11 0-3-16,-1 2 2 15,-13 2 1-15,-4 0-9 16,-7 1 0-16,-6 1-3 16,-6 0-3-16,-5 1-3 15,-5 1 3-15,-2 1 0 16,-5 0-3-16,0 0 0 0,0 0-27 16,0 0-41-16,0 0-124 15,-15-7-80-15,-1 2 129 16</inkml:trace>
  <inkml:trace contextRef="#ctx0" brushRef="#br3" timeOffset="-176169.09">9045 10061 1076 0,'-7'4'147'0,"7"-4"285"16,0 0-298-16,7 4-143 15,13-6 3-15,15-1 42 16,10-3 18-16,16-3 32 16,1-1 10-16,8 0 6 15,2 0 2-15,-4 0-8 16,5 2-22-16,3-2-9 15,0 1 0-15,2 2-10 16,-2-1-9-16,-5 2-19 16,-4 0-4-16,-5 0-8 15,-3 1-1-15,-7-2-8 16,-2 1-1-16,-5-1-1 16,-6 0-3-16,-8 0 3 15,-8 1-3-15,-9 1 1 0,-4 4 0 16,-6-1-1-16,-4 2 2 15,0 0-1-15,0 0-2 16,0 0 0-16,0 0-5 16,0 0-36-16,0-1-32 15,5-25-162-15,-3 6-155 16,2-8 169-16</inkml:trace>
  <inkml:trace contextRef="#ctx0" brushRef="#br3" timeOffset="-175303.22">9731 5411 1254 0,'40'-9'55'0,"6"2"24"0,15-1-69 16,6-1-2-16,8-2-5 15,0-2 3-15,-1-3 0 16,1 1-2-16,-3-2 0 16,-3-2 0-16,-5 2-2 15,-5 0 0-15,-6 4 1 16,-5 2 1-16,-6 5 2 15,-9 2 0-15,-5 3 0 16,-4 1-2-16,-10 2 0 16,1-1-4-16,-5 1-4 15,-3-1-6-15,0-4 2 16</inkml:trace>
  <inkml:trace contextRef="#ctx0" brushRef="#br3" timeOffset="-166803.58">16449 1952 318 0,'0'0'2'0,"-1"1"0"16,0 0 1-16,1 0-1 15,0 0 6-15,0 0 13 16,0 0 14-16,0-1 9 16,0 1 5-16,0-1-1 15,0 1-14-15,0 0-18 16,0 0-5-16,0 0-4 15,0-1-5-15,0 0 1 16,0 1-1-16,0-1-2 16,0 0 0-16,-1 0-27 15,0 0-46-15,0 0 43 16</inkml:trace>
  <inkml:trace contextRef="#ctx0" brushRef="#br3" timeOffset="-162259.45">3724 4411 69 0,'0'0'11'0,"0"0"17"0,0 0-19 16,0 1 11-16,0 0 9 15,0 0 28-15,0 0 13 16,0 0 14-16,0 0 0 16,0 0 0-16,0-1-15 15,0 1-40-15,0 0-15 16,0 0-9-16,-1 0-3 16,0 0-2-16,1 0-2 0,0-1 4 15,0 1 0-15,0 0 12 16,0-1-1-16,1 0-1 15,13-8-1-15,-6-4-6 16,-2 1-1-16,2-4 3 16,-4 2-2-16,-2 1 13 15,-1 1 2-15,-2 3 12 16,-1 1 12-16,-3 4-1 16,-1 0-2-16,-1 4-16 15,-2 1-9-15,2 1-14 16,-1 3 0-16,0 0 1 15,0 2-1-15,0 3 3 16,0-1 1-16,1 3-1 16,-1 0 2-16,1 3 2 15,1 1-2-15,2-1 4 16,3-2-4-16,2-4 4 0,5-4 4 16,2-6 7-16,4-1 3 15,1-4 0-15,-1-2-5 16,1-6-5-16,-2 1-1 15,0-1-1-15,-3-2 3 16,-6 2-3-16,-2 2 3 16,-10 0-7-16,-3 5-1 15,-6 3 2-15,-3 1-4 0,-2 3-1 16,-2 1 1-16,2 3-2 16,2 3 2-16,3 0-4 15,3 2 4-15,6 0-4 16,2 1-2-16,5 1 2 15,3 1 0-15,2 0-2 16,3 0-2-16,3-4 2 16,1-2-2-16,2-4 4 15,0-3 1-15,0-3 1 16,1-3 2-16,0-6-4 16,0-1 4-16,-3-3-4 15,0 0 0-15,-4 1 2 16,-1 3-4-16,-4 3 4 15,0 2-4-15,-5 3 3 16,1 2 1-16,-3 2-4 0,-2 2 4 16,0 3-2-16,0 3-2 15,1 1 4-15,3 1-2 16,4 3-2-16,1-1 2 16,3 2-2-16,1-2 0 15,3-1 0-15,0-2-2 16,0-5 2-16,1-2-2 15,-2-3 4-15,0-3 0 16,-1-3 0-16,0-3 4 0,-1-2-4 16,-1-1 1-16,0-1-3 15,-3 0 2-15,-1 3-2 16,-2 2 2-16,-2 3 4 16,0 4-4-16,-3 3 2 15,-2 5 0-15,-1 4-2 16,-1 3-2-16,3 1 2 15,1 2 0-15,4 1-2 16,3 0 0-16,1-2-2 16,2-2 0-16,4-2 0 15,0-3 2-15,2-4-2 16,2-3 2-16,1-5 4 16,1-2 0-16,-1-5-2 15,2-2-1-15,-5 2 1 16,-1 0 0-16,-3 3 0 15,-4 2 4-15,0 6-2 0,0 0 2 16,0 0 2-16,0 0-3 16,-1 0 3-16,-26 3-2 15,17 6 0-15,0 2-2 16,1 3-4-16,-1 0 0 16,4 0 0-16,3 1 3 15,3-5-1-15,0-1-2 16,5-4 0-16,1-2 0 0,2-3-2 15,0-1 2-15,1-7 0 16,-1-4 2-16,-1-4 2 16,-1 0-2-16,-4-1 4 15,-2 1-2-15,-4 1 4 16,0 2-1-16,-3 1 7 16,0 1-2-16,-1 3 17 15,-2 2 28-15,-1 4-9 16,-1 1-1-16,1 3-26 15,0 4-6-15,3 3-9 16,0 2 0-16,4 3-3 16,2 0 0-16,2-4 0 15,0-1-3-15,3-5-12 0,0-2-3 16,2-3-15-16,2-2-44 16,0-6-74-16,0-2-185 15,-1-6 201-15</inkml:trace>
  <inkml:trace contextRef="#ctx0" brushRef="#br3" timeOffset="-156669.8">4544 3231 668 0,'-5'-7'57'0,"4"0"59"15,-1 0-120-15,3 2-1 16,-1 5 5-16,0-1 19 16,0 1 6-16,1-1 38 15,0 0 10-15,-1-1 9 16,1 0-15-16,0 1-26 16,1-1-18-16,0 0-15 15,24-18-2-15,-26 20 2 16,1 1 1-16,17 14 3 15,-10-8 2-15,3 7-5 16,0 5 1-16,1 11 2 0,1 7 1 16,-2 13 5-16,-3 9-3 15,-5 9-1-15,-4 1-5 16,-4-5-3-16,1-7-2 16,0-16 2-16,2-6-4 15,1-14 7-15,0-3-1 16,2-9 0-16,0-2 0 15,-1-7-4-15,0 0-2 16,0 0-2-16,-1 0 0 0,-14-9-22 16,4 0-32-16,0-3-155 15,0-1-170-15,0-3 174 16</inkml:trace>
  <inkml:trace contextRef="#ctx0" brushRef="#br3" timeOffset="-155946">4625 3185 609 0,'0'0'94'0,"0"0"60"16,0 0-44-16,-1 1-72 15,-11 14-12-15,3-3-15 16,0 4-2-16,-3 1-1 15,0-1-2-15,2 2-3 16,2-3 5-16,2 0-4 16,1 0 2-16,3 0 2 15,0 0-4-15,-1-1-1 16,3-2-1-16,-1-5 0 16,1-7-2-16,0 0 4 0,0 0 0 15,0 0 0 1,-2-14 2-16,6-1-2 0,1-3-4 15,2-4 2-15,3 0 1 16,-3-3-1-16,2 0-2 16,0 1 2-16,0-1-2 15,2 5 0-15,-3 2 0 0,-1 6 0 16,0 4 4-16,-2 8 2 16,2 1 2-16,2 10 3 15,0 3 1-15,4 11 7 16,-1 3-1-16,1 6-3 15,0-2-3-15,2-5-6 16,1-3-6-16,-1-14-33 16,-2-6 25-16</inkml:trace>
  <inkml:trace contextRef="#ctx0" brushRef="#br3" timeOffset="-155232.42">4644 3613 1061 0,'1'17'4'16,"2"-2"-36"-16,1-3 0 15,2 0 25-15,-1-2 14 16,3 5 27-16,0 1 5 16,3 6 12-16,0 0 1 15,0 3-11-15,1-2-8 0,-4 2-22 16,0-6-5-16,-4-5-4 15,-1-5 0-15,-1-7 0 16,-2-2 0-16,0 0 4 16,1-11-3-16,1-8 1 15,1-4 0-15,0 1-4 16,1 1 0-16,-1 6 0 16,0 1 2-16,-2 3-2 15,0 4 0-15,-2 0-6 16,-1-1-15-16,-2 0-278 15,-2 0 194-15</inkml:trace>
  <inkml:trace contextRef="#ctx0" brushRef="#br3" timeOffset="-154752.08">4540 3688 1183 0,'4'6'35'0,"2"3"9"16,3 3-38-16,2 4 0 16,1 1 2-16,0 0-1 15,-2-2-1-15,0-2 0 16,-2 0-4-16,-6-2 4 16,2-5-2-16,-4-6 1 15,0 0-3-15,1 0 4 16,0 0-4-16,20-2 2 15,-11-7 2-15,6-6-2 16,2-3 0-16,0-3 5 16,1-3 3-16,-3 0 1 0,-2 1-5 15,-5 0-2 1,-1 3-2-16,-3 1-2 0,-1 1 0 16,-2 3-14-16,0-1-21 15,0 2-133-15,-1 1 105 16</inkml:trace>
  <inkml:trace contextRef="#ctx0" brushRef="#br3" timeOffset="-153935.78">3624 3855 1253 0,'0'0'-22'0,"1"0"-82"16,-1 0-4-16,1 0 17 15,18 15 45-15,-17 1 94 0,-1 4 23 16,-1 12 14-16,-2 2-11 15,1 9-22-15,-1 2-17 16,1 5-24-16,-1 2-5 16,-1-1-2-16,0-3-4 15,-1-12 4-15,-1-5-4 16,3-12 2-16,0-2 2 0,2-7-4 16,0-2 0-16,0-4-2 15,0-4 0-15,0 0 0 16,0 0 0-16,0 0 0 15,0 0 0-15,0-1-11 16,-9-24-18-16,4 12-115 16,1-3 87-16</inkml:trace>
  <inkml:trace contextRef="#ctx0" brushRef="#br3" timeOffset="-153320.15">3603 3858 1196 0,'10'4'-27'15,"2"2"-81"-15,-2 4-18 16,-3-2 28-16,-3 0 46 0,-4 4 99 16,-3 1 29-16,-3 7 33 15,-3 1-13-15,0 7-40 16,-1 1-19-16,1 4-25 16,-1 0-8-16,1-3-3 15,-1-2-1-15,0-5 2 16,2-2 2-16,-2-4-4 15,1-2 2-15,3-7-2 16,6-8 0-16,-1 0 4 16,0 0-6-16,-11-6 8 15,11-8-4-15,1-10 6 16,2-2 5-16,0-6-1 16,1 1 1-16,4 0-3 15,0 0-2-15,5 3-4 16,3 0-2-16,-2-2-2 15,0 2 0-15,0 1 2 16,-1 0-2-16,-4 8 0 0,0 2 2 16,-3 8 1-16,-1 9 3 15,0 11 10-15,2 5 1 16,2 13-3-16,1 0-1 16,6-1-5-16,2 0-6 15,5-12 2-15,1-5-4 0,2-6 0 16,0-5 0-16,-4-7-10 15,-1 0-19 1,-4-1-85-16,-4 0-94 0,0 5 83 16</inkml:trace>
  <inkml:trace contextRef="#ctx0" brushRef="#br3" timeOffset="-152869.75">3466 4307 1504 0,'7'3'24'0,"4"9"-34"16,2 1 0-16,3 8 3 16,1 0 3-16,-2-1 4 15,0-2 0-15,-5-3 0 16,0-3 0-16,-3-5 2 15,-1-3 3-15,0-1-1 16,0-3 0-16,1 0 0 16,0 0-4-16,2-3 0 15,1 0 0-15,0-3 0 16,1-2 0-16,4-4 0 16,1-6 0-16,3-8-8 15,1-4-15-15,-1-12-105 16,-1-3 86-16</inkml:trace>
  <inkml:trace contextRef="#ctx0" brushRef="#br3" timeOffset="-152037.15">5399 2547 1202 0,'8'50'2'0,"-4"4"0"16,1 7 2-16,-4 4 2 15,-1 0 1-15,-1-6 3 16,-1-7 2-16,1-10-4 15,1-5-3-15,-1-8-3 16,0-4 0-16,1-8 0 16,0-5 0-16,2-4 0 15,1-1 0-15,2-1 0 16,-2 1 2-16,-1 3-2 16,-2-3-2-16,-4 4 2 15,-1-3 0-15,-3 2-2 0,0-3 3 16,2 0-3-16,0-3 0 15,1-3 0-15,1-1-1 16,0-4-5-16,2-1-2 16,2 5-2-16,-1 0-1 15,0 0-13-15,0 0-20 16,0 1-266-16,0 0 199 16</inkml:trace>
  <inkml:trace contextRef="#ctx0" brushRef="#br3" timeOffset="-151587.12">5277 3073 1183 0,'14'34'48'16,"3"6"41"-16,5 4-89 15,-3-2 0-15,1-2-2 16,-5-11 2-16,-2-2 0 15,1-10 4-15,-2-5 2 16,0-5 0-16,0-2 2 16,0-4-3-16,1 0 1 0,-2-2-6 15,1-1 4-15,-1-5-4 16,0-4 0-16,1-7 2 16,-1-3-2-16,3-7 0 15,-1-2 0-15,-2-5 0 16,-2 0 0-16,-2-3-50 15,0-2-72-15,-7 3-198 16,-2 1 151-16</inkml:trace>
  <inkml:trace contextRef="#ctx0" brushRef="#br3" timeOffset="-150969.31">5396 2450 974 0,'-9'23'-164'0,"-7"4"125"31,-1 2 62-31,-1 4 15 0,0-1 1 0,5-4-7 16,1-3-7-16,5-11-14 16,3-6-6-16,4-8 2 15,0 0 0-15,0-1-3 16,-8-14-2-16,8 2-8 16,0-2-3-16,1-1-1 15,4-3 1-15,1 0 7 0,1-3-3 16,0-4 5-16,2-2-2 15,0-2 2-15,-3-1 2 16,1 2 8-16,-3 4 15 16,0 10 45-16,4 5-4 15,-1 12-6-15,2 7-10 16,6 11-36-16,-1 6-3 16,5 4-5-16,1-1 0 15,1-7-2-15,1-7-2 16,5-10-2-16,2-8 2 0,4-12-4 15,0-5-27-15,1-11 17 16</inkml:trace>
  <inkml:trace contextRef="#ctx0" brushRef="#br3" timeOffset="-148568.25">15341 2070 657 0,'-9'1'21'0,"5"-2"35"15,4 1 31-15,0 0 22 16,0 0-4-16,0-1-37 15,0 0-19-15,1 0-10 16,18-8-1-16,0 8 5 16,6 0-2-16,18-1-3 15,9-1 3-15,6 1-16 16,3-2-2-16,-5 0-9 16,-3-1-6-16,-9 0 0 0,-5 0-7 15,-9 1 3-15,-6-1-2 16,-8 1 0-16,-3-1 0 15,-3-2-2-15,3-1-10 16,0-3-17-16,4-2-21 16,0-1-101-16,0 0 93 0</inkml:trace>
  <inkml:trace contextRef="#ctx0" brushRef="#br3" timeOffset="-146036.45">14851 2090 693 0,'-7'10'89'15,"-2"3"11"-15,-5 5 12 16,-2 1-16-16,-3 4-40 15,0 0-10-15,-1-3-20 16,1-2-5-16,-2-5 0 16,2-2-1-16,-3-2 3 0,1-2-2 15,4-4-3-15,-1 1-3 16,5-3-5-16,4 0-2 16,9-1 1-16,0 0 7 15,0 0 1-15,0-1 5 16,0 0-7-16,11-11-3 15,8 9-5-15,4 0-1 0,6-1-2 16,1 0 0 0,0-3-4-16,-2 0 2 0,1-2 2 15,0-1 0-15,3 2 0 16,1 1-3-16,-4 1 1 16,-1 0 0-16,-8 0 0 15,-4-1 0-15,-6 1 0 16,2-1-2-16,-5-1 0 15,1-2 2-15,-1 0 0 16,-6 0-2-16,4 0 4 16,-5 0-2-16,-4 1 9 15,-1-2 12-15,-7 3 34 16,2 1 3-16,2 2-13 16,0 2-8-16,0 4-18 15,-1 3 0-15,3 8-6 16,-1 4-9-16,2 12-3 0,-1 7 0 15,-3 8-3-15,3 0 0 16,3-3-3-16,1-6-3 16,4-8-15-16,0-4-15 15,0-9-128-15,0-6 16 16,-2-7 90-16</inkml:trace>
  <inkml:trace contextRef="#ctx0" brushRef="#br3" timeOffset="-142702.78">16644 1964 424 0,'-1'0'112'16,"0"0"14"-16,0 0-3 15,-1 0 0-15,-26-7-12 0,27 7-46 16,-16 2-22-16,5 3-12 16,-1 2 3-16,0 1 7 15,1 1 4-15,1 3-5 16,1 0-11-16,4 2-13 15,1-2-6-15,5-2-6 16,0 0 3-16,3-3-1 16,0-1-2-16,3-2 4 15,1-1-1-15,2-4 3 16,1-3 0-16,1-3-2 16,-1-1 1-16,-1 0-1 15,-1-1 0-15,-3 0 1 16,-3-1 1-16,-2 1 4 15,-1-1-3-15,-5-1 3 16,-2 1-1-16,-3 0 1 16,-1 2 19-16,-1 1-6 15,-2 2-6-15,-1 3-3 0,2 2-3 16,-3 3-3-16,2 2-7 16,-1 6 1-16,3 0-6 15,4 2 0-15,2 1 0 16,7-1-6-16,-1-2 6 15,9-1-5-15,0-1 7 16,7-4 4-16,1-1 3 16,2-5 3-16,1-3-3 15,0-2-6-15,-2 0 6 0,-2-1-6 16,0 0 3-16,-5 1 3 16,-2 0-6-16,-5-1 0 15,-2 0-3-15,-6-2 6 16,-2 1 9-16,-4 0 9 15,-4 2 6-15,-1 4-6 16,1 2-3-16,0 5-18 16,4 2-3-16,-1 4 0 15,1 2 0-15,3 0-6 16,4 0 0-16,5-2-6 16,7 0 9-16,3-4 3 15,1-2 0-15,4-3 6 16,-3-3 6-16,3-4-3 15,-2-1 0-15,1-4-9 0,-1 0 3 16,-2 1 0-16,-1-2 3 16,-8 1 3-16,-3 1 0 15,-1 0 12-15,-1 1 8 16,-6 2 1-16,0 2 9 16,-6 2-15-16,-5 2-6 15,2 6-3-15,1 3-9 16,4 2 0-16,5 2-9 0,0 3 6 15,-1-1-3-15,6 0 0 16,2-2 0-16,3-3-6 16,3-3 0-16,0-3 6 15,-1-3 6-15,7-4 6 16,1-1-6-16,4-4 3 16,0-3-3-16,-3-1-6 15,-2-1 3-15,-4 0-3 16,-3 2 3-16,-4 0 3 15,-3 0 9-15,-6 2-9 16,-1 0-6-16,-7 4 3 16,0 2 3-16,-3 4 0 15,1 5 6-15,2 7-4 16,-1 1-5-16,3 4-3 16,3 0-3-16,4-5-5 15,5 1 2-15,6-4 0 0,4-3 6 16,2-2 0-16,3-4 9 15,-1-3 8-15,1-1-5 16,5-5 0-16,-4-3-9 16,1 1 3-16,0-1 0 15,-7-1 3-15,-1 1-3 16,-7 2 12-16,-1-2 0 0,-5 5 0 16,0 0-6-16,-7 4-6 15,0 2-1-15,-6 8 2 16,2 4 4-16,-1 7-7 15,0 1-2-15,7 2-7 16,5-1 0-16,6-5-2 16,2-3 2-16,5-6 5 15,1-2 2-15,3-5 5 16,0-1-4-16,6-6 2 16,-4-2-1-16,-2-2-4 15,-2-1 5-15,-4-1-4 16,-2 0 3-16,-5-2 0 15,-4 1-3-15,-4-1 7 16,-4 1 2-16,-3 3 6 16,-2 2 5-16,-2 8-7 0,2 1-3 15,0 9-7-15,4 1-4 16,0 5 0-16,4 1 0 16,5 1-2-16,7-3-4 15,5-2 0-15,3-4 5 16,2-4 1-16,2-3 7 15,4-4 6-15,-1-1-4 16,2-5-1-16,-1 2 0 16,-7-2-8-16,1 0 1 0,-5 2 3 15,-5 0-4-15,3 2 5 16,-2 1 2-16,-2-1-4 16,0 5 7-16,0 0-4 15,-1 0-2-15,-13 5-3 16,3 6-2-16,1 4-2 15,-3 1 2-15,4-2 1 16,3-5 0-16,4-4-5 16,2-5-2-16,0 0 3 15,10 0 4-15,0-8 6 16,0-2-5-16,-1-3 3 16,-3 1-4-16,0 1 4 15,-5 1 2-15,-1 2-6 16,0 1 0-16,-8 2 0 15,4 2-4-15,-8 6 4 16,-1 3 3-16,-4 6-1 0,-2 3 6 16,6 2-8-16,2-2 0 15,9-2-5-15,2-2-3 16,6-7 8-16,4-1 0 16,4-7 0-16,2-1 0 15,2-5-1-15,-5-2 1 16,-2 0-1-16,-4-1-3 15,-6 3 4-15,-1 0 0 0,-5 3-4 16,-3 1 4-16,-2 1 3 16,-2 3-1-16,-5 3 3 15,1 0 0-15,-5 3-5 16,3 0 0-16,3 0 4 16,2-2-4-16,5 1 5 15,2-2-5-15,6-1-3 16,0 0-4-16,0 0-2 15,0 0 4-15,0 0 5 16,0 0 0-16,16-3 0 16,-6-3-1-16,0-2-3 15,-2 0 4-15,-5-4 4 16,-4 1-4-16,-5 0 0 16,-1 0 4-16,-2 5 1 15,1 2 5-15,-1 6-4 0,-1 5-6 16,-2 7-9-16,0 1-6 15,-1 3-68-15,3-1-75 16,5-9-628-16,3-8 649 16</inkml:trace>
  <inkml:trace contextRef="#ctx0" brushRef="#br3" timeOffset="-138702.58">23494 5841 221 0,'11'2'59'16,"1"-1"149"-1,2 0 120-15,7-1-120 0,2 1-76 16,8 0-43-16,3 0-23 16,6 1-31-16,6-1-6 15,5 2-4-15,1-2 4 16,-5 0 4-16,-6 0-2 16,-8-1-10-16,-3-2-7 0,-5-1-9 15,-4 0-1-15,-3-1 9 16,-8 1 17-16,1 2-3 15,1 0 0-15,-9 1-15 16,-2 0-3-16,-1 0-9 16,0 0 0-16,-12 2 6 15,3 2 0-15,-11 0 2 16,-2 1-5-16,-11 0-3 16,-5-1 6-16,-7 0-3 15,-6 1-3-15,-7-2 3 16,1 0 0-16,1-1 0 15,3-1 3-15,9 2 12 16,3-1 9-16,11 1 9 16,5 0-3-16,9 0-9 15,3 1-18-15,6-3-6 0,7-1 0 16,0 0-12-16,0 0 18 16,10 1 3-16,8-4 9 15,13-6 9-15,8-1-15 16,14-3-6-16,4 1-6 15,9 2 0-15,-1 3 0 16,0 5 3-16,-3 2 0 16,-10 4-3-16,-4 0 3 0,-13 1-3 15,-12-2 3-15,-10 0 3 16,-13-3-6-16,1 0 32 16,0 0 25-16,-1 0 12 15,-3-10 9-15,-14 6-40 16,-6 0-23-16,-11 3-15 15,-7 0 0-15,-10 1 3 16,-5 1 0-16,0 3 3 16,-4 0 9-16,7 1-9 15,4-2-3-15,7-1-3 16,7-1 3-16,8-2 3 16,5-3 3-16,10 1-3 15,11 3-3-15,1 0 0 16,0 0 6-16,10-10 3 15,10 8-1-15,17 1-1 16,4 1-8-16,15 2-2 0,8 2 4 16,5 2-4-16,2 0 2 15,-8 0-1-15,-7-2-1 16,-17-1-3-16,-11-2-1 16,-13-1-1-16,-5 0 2 15,-10 0-2-15,0 0 1 16,-10-4 4-16,-4 3 0 15,-15 1 4-15,-8 1-4 0,-19 4-3 16,-13-1 2-16,-4 1 6 16,-2 0 4-16,6 1 16 15,8-1 7-15,10 2 5 16,6-1 3-16,17 0-19 16,9-1-10-16,15-1-17 15,8 1-7-15,16-4-18 16,10-1-15-16,22-8-59 15,16-6-119-15,15-8-129 16,4-1-43-16,-4-1 284 16</inkml:trace>
  <inkml:trace contextRef="#ctx0" brushRef="#br3" timeOffset="-137020.15">14217 2607 1179 0,'-9'0'35'0,"3"0"-12"0,6 0-29 16,0 0 0-16,0 0-1 15,0 1 1-15,17 7 10 16,3-8 7-16,10-1 16 16,5-3 8-16,6 1 6 15,2-1 2-15,5 2-12 16,7-1-4-16,13 1-12 16,3 0-3-16,1-2-4 15,-2 1-1-15,-7-3 1 16,4-1-2-16,2-2 0 15,0 0-2-15,-4-2 1 16,-3 2 3-16,-12 1 4 16,-10 1 1-16,-15 3 2 15,-8 0 9-15,-7 2-15 16,-3 1-9-16,-7 1 0 0,0 0 6 16,0 0 6-16,0 0 0 15,-14-8 3-15,-4 5-3 16,-13 1-6-16,-3-1 0 15,-20 4-3-15,-3 2-3 16,-3 0 0-16,-4 2 6 16,7 0 0-16,-1-1-3 15,4 5 0-15,1-1-1 16,-3 0 1-16,-2 1-3 0,-3-1 0 16,-1-1 0-16,9-1 3 15,5 1 3-15,10-2 0 16,4-2 0-16,11-1-3 15,6-1-3-15,17-1 0 16,-1 0-6-16,2 2-6 16,12 0 6-16,13-1 6 15,9-1 0-15,14-2 9 16,13 0 3-16,10-3-6 16,4 2 0-16,1-2-3 15,-1-1 3-15,-5 1-3 16,7 1 0-16,5-1-3 15,-4 0 3-15,-6 0-3 16,-10 0 0-16,-24 2 0 16,-7 0-3-16,-17 1 3 15,-4 1 0-15,-11 1-21 0,0 0-29 16,-13-3-83-16,-3 0 13 16,-13-2 62-16</inkml:trace>
  <inkml:trace contextRef="#ctx0" brushRef="#br3" timeOffset="-128021.53">3437 3939 172 0,'0'0'38'0,"0"0"32"15,0 0-19-15,0 0-33 16,0 0-11-16,0 0-8 15,0 0-3-15,0 0 2 16,0 1 4-16,0 0 2 16,-1 0 7-16,0 1-4 15,0-1 2-15,-13 26-20 16,14-27-31-16,0 0 24 0</inkml:trace>
  <inkml:trace contextRef="#ctx0" brushRef="#br3" timeOffset="-125403.71">6456 1055 668 0,'-1'1'-22'0,"-17"15"72"16,15-6 16-16,1-1 16 16,0 1 0-16,2-1-18 15,-2 1-14-15,2-2-25 16,2 1-12-16,-2-2-5 15,5 0 0-15,-2-2 7 16,0-2 1-16,4 0-1 16,-2 0-3-16,2-2 1 15,1-1-3-15,-3 0 4 16,1 0-3-16,-2-2-1 16,0-1-2-16,0 0-1 0,-1-1 5 15,3 0-2-15,-3 0-1 16,2 0-3-16,0 2 0 15,-1 0-2-15,-4 2-2 16,0 0 0-16,1 0-2 16,0 0 0-16,-1 0-2 15,1 0 2-15,0 0 0 0,0 0 0 16,-1 0 0-16,0 0 0 16,1 0 2-16,0 1-2 15,-1 0 0-15,1-1-2 16,-1 1 2-16,1 0 0 15,-1 0 0-15,1 0 0 16,0 0-2-16,0 0 2 16,0-1 0-16,0 0 0 15,0 0 2-15,-1 0 2 16,2 0-2-16,0-1-2 16,0 0 0-16,-1 0 2 15,1 0-2-15,0-1 0 16,0 1 2-16,20-30-1 15,-22 31-1-15,0-1 2 16,1-1 0-16,5-25 2 16,-6 27-2-16,0-1-2 15,-1 0 4-15,0 1-2 16,0-1 2-16,0 0-4 0,1 0 4 16,-1 0-4-16,0 1 0 15,0 0 4-15,-11 12-1 16,12 4 1-16,0 3 0 15,0 6-4-15,-4 1 0 16,3 3-2-16,0 2 2 0,1 1-2 16,4 2 2-16,-3 1 2 15,-1-2-2-15,1-2 2 16,-1-5-2-16,-4-3-2 16,-2-2 0-16,-3-5-2 15,-4-2-1-15,1-4 10 16,-1-1 7-16,-3-4 11 15,2-2-1-15,-2-3-5 16,0-2-7-16,1-4-4 16,0 1-3-16,-1-3-1 15,0 0-2-15,1-3-13 16,6-2-24-16,2-6-207 16,5-3 162-16</inkml:trace>
  <inkml:trace contextRef="#ctx0" brushRef="#br3" timeOffset="-125050.91">6836 1105 1369 0,'17'-3'4'0,"-4"-7"-2"15,2-1 0-15,-1-5 1 16,-2 0 1-16,-2 1-4 16,-1 0-2-16,-3 4-44 15,0 3-57-15,-3 1 59 16</inkml:trace>
  <inkml:trace contextRef="#ctx0" brushRef="#br3" timeOffset="-124837.74">6807 1211 1342 0,'9'3'-4'0,"1"-5"4"16,5-1 4-16,-1-6-2 15,3-1 0-15,0-3-6 16,2-3-27-16,1-2-91 15,-1-3-148-15,1-2 126 16</inkml:trace>
  <inkml:trace contextRef="#ctx0" brushRef="#br3" timeOffset="-124337.23">7078 904 1295 0,'7'-5'-27'16,"4"-1"29"-16,-1-2 6 15,5 0 1-15,2-1 5 16,-2-1 9-16,1 1 4 15,-3 3 4-15,-2 2-4 16,-1 9-9-16,2 7-5 0,-6 13-9 16,0 7 0-16,-6 12 0 15,-4 3-4-15,-3 0 0 16,-6-3 0-16,0-11-4 16,-2-7 2-16,-2-8 0 15,-1-5 0-15,2-5 6 16,1-2 2-16,4-5 2 15,4-2-2-15,1-6-2 16,2-1-4-16,1-5 1 16,4-3-1-16,10 0 2 15,6-1 0-15,3 3 0 16,4 1 2-16,2 5 0 16,-4 4-2-16,-1 4 2 15,-2 3-2-15,-6 3-2 16,1-1 0-16,1-5-12 15,1-2-30-15,4-16-276 0,0-5 205 16</inkml:trace>
  <inkml:trace contextRef="#ctx0" brushRef="#br3" timeOffset="-124095.11">7477 855 1831 0,'-7'36'-18'0,"-1"-7"6"16,0-7-9-16,-1-8-48 15,-5-5-32-15,-4-9-39 16,-2-3-10-16,1-9-135 15,1-3 117-15</inkml:trace>
  <inkml:trace contextRef="#ctx0" brushRef="#br3" timeOffset="-123920.47">7571 815 1537 0,'22'19'-2'0,"0"0"2"16,-2-5-5-16,1-1-3 15,2-8-56-15,2-5-99 16,-1-12 97-16</inkml:trace>
  <inkml:trace contextRef="#ctx0" brushRef="#br3" timeOffset="-123304.36">7559 687 1146 0,'-5'13'-106'16,"-3"-2"-1"-16,-2-5 88 16,1-1 24-16,-3 2 40 15,-1 5 10-15,-1 3-4 16,2 3-20-16,1 3-13 16,-1 4-8-16,5-2-5 15,1 0-3-15,-1 0 2 16,3-2 0-16,-5-1-2 15,4-2 2-15,-1-6-2 16,3-4 2-16,0-7 0 0,0-2-4 16,3-7-8-16,1-3-45 15,0-6 32-15</inkml:trace>
  <inkml:trace contextRef="#ctx0" brushRef="#br3" timeOffset="-123004.29">7367 777 1439 0,'24'11'0'16,"3"-2"-2"-16,6 0 2 15,3-2 3-15,0 0 5 16,1 0 2-16,-7 2 0 16,1 1-1-16,-5 2-1 15,0-2-4-15,-2-1 0 16,-2-1-4-16,-2-4-4 16,0-3-8-16,-1-6-150 15,-6-8 115-15</inkml:trace>
  <inkml:trace contextRef="#ctx0" brushRef="#br3" timeOffset="-121304.2">6219 2453 564 0,'0'0'43'0,"0"0"75"16,-1 15 17-16,3 0 1 16,2 5-34-16,4 7-60 15,5 2-17-15,7-4-17 0,4-3-4 16,2-7 0-16,-1-5-2 16,-5-5 6-16,-3-2-1 15,-1-3-3-15,0-4 2 16,0-2-2-16,1-5-2 15,1-4 0-15,0-4 0 16,-1-2-2-16,1-1 4 16,-7-1-3-16,-3 0 1 15,-1 0 4-15,-5 1 4 0,-3 3 7 16,-1 4 10-16,-5 7 8 16,7 8-2-16,-1 0-6 15,-10 11-11-15,9 13-14 16,1 5 4-16,3 13-1 15,6 4-1-15,1 14 0 16,5 8 0-16,0 11-4 16,0 0 0-16,-1-11 2 15,1-11-4-15,1-15 2 16,0-5 2-16,-8-4-2 16,-5-2 4-16,-4-5 0 15,-7-1-4-15,-1-7-2 16,-3-4-2-16,-7-7 2 15,-3-7 2-15,-3-10 2 16,-1-9-12-16,1-15-67 0,7-7-59 16,1-10-254-16,5-3 199 15</inkml:trace>
  <inkml:trace contextRef="#ctx0" brushRef="#br3" timeOffset="-121037.64">6664 2613 1512 0,'0'0'-4'0,"17"12"-40"16,-5 0-171-16,6 1 60 15,-8-2 10-15,-5-7 85 16,-5-4 85-16,1 0 55 16,11-7-7-16,-2-5-27 15,-3-3-17-15,-4-1-345 16,4 0 220-16</inkml:trace>
  <inkml:trace contextRef="#ctx0" brushRef="#br3" timeOffset="-120837.33">6727 2787 1882 0,'16'7'137'0,"4"-3"123"16,9 0-445-16,-1-3 26 15,-3-8 10-15,-6-4 27 0,-1-8 80 16,-1-3 12-16,-3-5-21 15,1-1-5-15,-4-1 33 16</inkml:trace>
  <inkml:trace contextRef="#ctx0" brushRef="#br3" timeOffset="-120436.66">7011 2367 1309 0,'7'45'-29'0,"-3"2"21"16,-2-4 8-16,-2-6 0 15,0-4 0-15,-6-11-2 16,0-5-35-16,1-10-247 16,0-6 181-16</inkml:trace>
  <inkml:trace contextRef="#ctx0" brushRef="#br3" timeOffset="-120221.08">7171 2597 1502 0,'-6'37'-135'0,"-2"-5"-40"15,-4-12 11-15,-2-5-13 16,0-13 88-16,1-5-71 15,7-11 124-15</inkml:trace>
  <inkml:trace contextRef="#ctx0" brushRef="#br3" timeOffset="-119850.95">7196 2705 2326 0,'5'5'-77'16,"3"3"38"-16,11 2-415 15,-1-1 224-15,-4-7 195 16,-2-4 23-16,-3-8 18 16,2-2 6-16,-3-4-3 15,2 2 1-15,-2 1 0 16,-2 2-8-16,-2 5-4 0,-4 6-6 15,0 0-6-15,3 11 3 16,-5 6 1-16,-3 5 4 16,1 7 6-16,0 0 4 15,-1 2-4-15,4-6 2 16,0-8 0-16,1-3 0 16,2-9 0-16,2-3 2 0,4-7-2 15,0-6 0-15,4-11-33 16,2-9-45-16,1-7-255 15,2-1 175-15</inkml:trace>
  <inkml:trace contextRef="#ctx0" brushRef="#br3" timeOffset="-119570.99">7410 2431 1522 0,'-11'55'-23'0,"-5"-2"13"16,0-5 12-16,-3-5 0 15,2-12-2-15,-1-9-2 16,4-14 0-16,0-7-10 15,1-13-61-15,1-4-57 16,2-5-104-16,1-2-158 16,2 0 210-16</inkml:trace>
  <inkml:trace contextRef="#ctx0" brushRef="#br3" timeOffset="-119418.64">7415 2507 1402 0,'33'23'6'0,"0"-1"-6"16,-4-2 0-16,-3-5-14 15,-4-5-38-15,-5-11 28 16</inkml:trace>
  <inkml:trace contextRef="#ctx0" brushRef="#br3" timeOffset="-118233.21">4226 1262 1373 0,'19'23'0'16,"6"-8"2"-16,1-4 0 16,2-10 3-16,2-5 3 15,-5-10 0-15,2-7 0 0,-1-10-5 16,0-5 3-16,-3-5-4 16,-4-4-2-16,-6 2 4 15,-4 0-2-15,-7 6-2 16,-2 7-6-16,-5 6-5 15,-3 7-5-15,-1 7-1 16,0 4 1-16,-1 7 10 16,2 6 4-16,-1 10 6 15,1 4 4-15,4 13-2 16,0 7 2-16,6 11 5 16,2 6-1-16,6 5 1 15,1-1-3-15,4-5-2 16,3-4-6-16,-1-11 5 15,-1-4-1-15,-1-6 2 16,-4-2 2-16,-2-4-4 16,-2-2-3-16,-7-2 1 15,-1-1-4-15,-6-2 4 0,-3-2 0 16,-1-2 0-16,-2-4 0 16,-4-7-2-16,2-6-2 15,-9-11-27-15,-4-6-28 16,-1-6-113-16,-2-2-87 15,8-2 104-15</inkml:trace>
  <inkml:trace contextRef="#ctx0" brushRef="#br3" timeOffset="-117935.47">4738 1070 1466 0,'28'-7'-35'0,"0"-2"29"16,-2 1 14-16,5-1 1 15,-3-1-1-15,-4-2-4 16,-5-2-2-16,-10 0-2 0,-4-1-4 15,-8 1-11-15,-6 2-42 16,-3 6-78-16,-3 5-47 16,0 9 49-16</inkml:trace>
  <inkml:trace contextRef="#ctx0" brushRef="#br3" timeOffset="-117721.14">4879 1230 1888 0,'30'-7'-156'16,"-7"-3"70"-16,-9-8 86 16,-3-4 0-16,-1-6 0 15,-2-4-15-15,4-7-79 16,0-3 28-16,6 0-118 15,-1 1 105-15</inkml:trace>
  <inkml:trace contextRef="#ctx0" brushRef="#br3" timeOffset="-117287.81">5095 810 1076 0,'-2'26'58'16,"-1"8"18"-16,0 0 3 15,0 4-17-15,1-1-9 16,2-6-26-16,0-5-10 16,1-11-9-16,2-4-2 15,-1-9 2-15,2-2 3 16,2-6 5-16,3-8-3 0,3-6-3 16,3-6-4-16,1-2-6 15,0 0 2-15,-2 0-6 16,-2 0-2-16,-5 0-4 15,-1 1 3-15,-5 2 3 16,-1 2 4-16,-3 5 0 16,-1 3 4-16,1 4-1 15,-1 5 5-15,4 6 0 16,0 0-2-16,-2 11-4 16,4 5 0-16,5 11 1 15,0 6 3-15,5 7 0 16,2 3 8-16,-2-3-14 15,0-3 6-15,-4-11-3 16,0-6-3-16,-3-8 0 16,-1-4-9-16,-4-8-15 15,0 0-7-15,7-14-71 16,-2-5-61-16,2-12 85 16</inkml:trace>
  <inkml:trace contextRef="#ctx0" brushRef="#br3" timeOffset="-116904.39">5409 651 1105 0,'-6'39'55'16,"-2"2"3"-16,0 6-16 15,-3-1-15-15,-2-9-19 16,0-2-8-16,-4-16-10 15,2-5 5-15,-4-14-1 16,0-6 4-16,1-7-8 16,1-3-7-16,3-1-24 15,1-1-11-15,5 4-28 16,4 1-23-16,5 3 14 16,5 2 21-16,7 2 66 15,-1 2 38-15,5 4 60 16,2 2 17-16,4 4-14 15,2 3-10-15,5 2-29 0,1 1-16 16,0-3-22-16,1-2-7 16,-4-7-9-16,-2-4-2 15,-1-9-4-15,2-6-14 16,1-10-228-16,5-1 174 16</inkml:trace>
  <inkml:trace contextRef="#ctx0" brushRef="#br3" timeOffset="-110088.2">18323 4084 889 0,'0'0'32'0,"0"0"16"16,0 0-46-16,0 0 21 15,0 0 32-15,-1 1-1 16,0-1 14-16,0 1 6 15,0 0-8-15,-32 12-6 0,22-7-12 16,1 2-11-16,0 2-16 16,2 2-5-16,0 0-8 15,3 1 1-15,1-2-5 16,3-2 0-16,3 0 0 16,2-2 2-16,3-2 11 15,0-2 30-15,6-3 7 16,5-3-7-16,1-3-20 15,1 0-3-15,-1-3-3 16,-3-1-3-16,-1-1 3 16,-4 0 6-16,-2 3 12 15,-1 0 9-15,-3 2 5 16,-1 0 10-16,-4 0-12 16,-3 0 3-16,-1 1-1 15,-2 0-5-15,-3 4-9 16,0 1 0-16,-7 2-28 15,1 3-2-15,-1 3-4 16,0 1-2-16,7 0-3 0,1 1 0 16,6-2-8-16,2 1-1 15,5-1 2-15,1-1 3 16,0-1 7-16,4-3 2 16,3-2 2-16,1 0-2 15,7-5-1-15,-4-1 0 0,1-2 1 16,0-2-3-16,-7 3 9 15,-2-3 5-15,-5 3 1 16,-3 0 6-16,-2-2-1 16,-4 0-2-16,-4-3-6 15,-2 1-4-15,-4 1 4 16,-1 2-1-16,-3 4 3 16,1 3-2-16,0 3-12 15,0 4-2-15,0 4-7 16,0 0-4-16,2-1 10 15,3 0-4-15,7-3 1 16,1-1-1-16,7 0-4 16,1-1 4-16,6 0 5 15,5 0 3-15,4-3 7 16,0-1-3-16,2-2-4 0,-3-1-1 16,1-4 4-1,1 2-3-15,-8-2 6 0,-1-2 2 16,-7 0 9-16,-4-1 5 15,-5-1 6-15,-3-3-5 16,-3 3-12-16,-2 1 3 16,1 4-6-16,-1 3-3 15,3 3-4-15,1 2-4 16,0 4-1-16,3 3-1 0,0 2-1 16,1-1 0-16,4-1-1 15,4-1 1-15,3-2-1 16,1 0 4-16,5-3 2 15,3-1 2-15,7-3 0 16,3-2-2-16,1-4-2 16,-3-1 1-16,-5 1 1 15,-4-1 1-15,-6 2-1 16,-3 0 4-16,-5 1 1 16,-3 0 0-16,-4-1 3 15,-3 0-1-15,-2 2-1 16,1 2-1-16,-2 3-2 15,2 5-1-15,1 1-4 16,3 3 0-16,1-1-2 16,3-2 1-16,4-1-2 15,0-3-2-15,3 0 1 0,1-1-1 16,4-3 2-16,1 0 0 16,3-4 2-16,-3 2 1 15,0-2 3-15,-1 1-1 16,-6 0 2-16,-2 3 3 15,0 0 6-15,0 0 7 16,0 0 4-16,-14-8 0 16,3 6-4-16,0 0-5 0,-1 0-9 15,-2 2-1-15,4 3-5 16,-3 0 2-16,3 4-1 16,2-1-1-16,6 1 0 15,2-2-8-15,1-1 0 16,4-1 3-16,-1 0-1 15,2 0 6-15,6-3 3 16,2-1-3-16,5-4 1 16,0 2-1-16,-6-1 0 15,-2-1 3-15,-6 3 2 16,-5 2 6-16,0 0 8 16,0 0 4-16,-1-1 4 15,-21-10-7-15,7 11-6 16,1 0-2-16,-1 4-12 15,0 3 1-15,6 2-1 16,-2 1-1-16,6 0-1 0,5 1-3 16,1-4 2-16,8 2-2 15,1-4 1-15,1 0-1 16,9-4-2-16,-2-1 4 16,2-6-1-16,1-1 2 15,-7 1 3-15,-2-1-1 0,-6 2 0 16,-2 1 3-16,-3-4-2 15,-1-1 2-15,-3 0 1 16,-3-1-4-16,-5 0 0 16,-4 1 0-16,-5 2 0 15,-2 3 0-15,-2 4 1 16,1 4-2-16,0 6-3 16,3 0-1-16,5 3-2 15,4-1 0-15,8-2-6 16,2-1 0-16,5-5 1 15,5 1 0-15,4-1 4 16,2-2-1-16,3-1 5 16,0-3 1-16,-1-2 3 15,2 0 1-15,-6-1 1 16,-1 0 1-16,-8-1 4 16,-1 0 3-16,-4-3 0 15,-5-2 3-15,-1 1-3 0,-3-1-1 16,-3 5 1-16,0 2-4 15,1 4-3-15,1 4-3 16,0 7-5-16,1 2-1 16,1 2-1-16,3 0-1 15,5-4-4-15,3-1-1 16,3-3-5-16,2-4-4 16,6-2-1-16,0-3 1 0,5-5 6 15,2 0 6-15,-5-3 7 16,-3 0 2-16,-6 2 2 15,-2-2 1-15,-4 1 3 16,-3 0-2-16,-5-1 6 16,-1 1 5-16,-4 3 0 15,-2 3 1-15,1 4-6 16,2 4-6-16,-1 5-3 16,4 1-5-16,2 1-1 15,2 1 1-15,5-6-9 16,4 0-7-16,7-6-24 15,6-5-21-15,11-12-124 16,5-7-123-16,2-9 116 16</inkml:trace>
  <inkml:trace contextRef="#ctx0" brushRef="#br3" timeOffset="-95404.24">20343 3160 73 0,'0'0'2'0,"0"0"-4"15,0 0-3-15,1 0-4 16,-1-1-4-16,1 1 9 15,1-1-3-15,0-1 5 16,-1 0 4-16,25-25 14 16,-26 27 12-16,0-1 12 15,0 0 7-15,0 0 1 16,0 0-2-16,0 0 1 0,1 0 4 16,0 1 10-16,0-1 6 15,0 0 38-15,0 0 0 16,0 0-5-16,-1 0 2 15,1 0 1-15,0 0-16 16,0 1-27-16,-1-1-12 16,0-1-32-16,0 0-6 15,3-27-7-15,-3 29 3 16,0-1 0-16,0 0-4 0,0 0 0 16,0 0 2-16,0 1-4 15,0-1 2-15,0-1-2 16,7-26 0-16,-7 28 0 15,0-1 0-15,0 1 0 16,0-2 4 0,0 0-1-16,0 0 3 0,0 1 2 15,0-1-2-15,0 1 0 16,0 0-1-16,-1 0-3 16,0 1 2-16,-19 5 10 15,13 3 1-15,2 4 7 16,0 0-1-16,5-1-9 15,0-1-3-15,5-2-5 16,3-3 0-16,2-2-2 16,4-3 2-16,1-2 0 15,1-1-2-15,3-5 2 0,-3-1-4 16,-1-1 0-16,-1-1 1 16,-7 4 3-16,-4-1 0 15,-2 1 2-15,-2 1-4 16,-4-1 8-16,1 1-5 15,-7 1 3-15,-2 1 0 0,-1 3 6 16,-3 2 5-16,3 5 0 16,2 1-1-16,1 4-11 15,3-2-1-15,3 0-2 16,3-3-4-16,2-2 2 16,0-4 0-16,0 0-2 15,12-2 0-15,3-7-2 16,6-1 2-16,1-7 2 15,1 1-2-15,-8 1 6 16,-5 1-6-16,-6 4 3 16,-2 0 3-16,-6 3 3 15,-3 0 3-15,-6 1 3 16,0 2 6-16,-6 3 18 16,-2 2 8-16,0 3 4 15,-2 4-3-15,4 4-18 16,2 2-3-16,1 3-15 0,2 3-3 15,7-3-3-15,0-3-6 16,7-4 3-16,2-2 0 16,7-7-3-16,3-1 3 15,7-6-3-15,2-2 0 16,2-3 9-16,2-1-6 16,-5 1 3-16,-2 0-6 15,-7 2 3-15,-5 2 0 0,-6 3 0 16,-2 0 3-16,-8 0-6 15,-3 2 2-15,-3 2 1 16,0 2-3-16,0 5 9 16,1 3 0-16,2 3 3 15,2 2 6-15,5 0-9 16,4-1-6-16,6-4-3 16,2-2 0-16,5-6-6 15,3-2 9-15,4-7 3 16,2-4-6-16,0-3 6 15,-5 1-3-15,-3-1-3 16,-3 2 3-16,-5 2 0 16,-4 3-3-16,0 2 0 15,-4 0 9-15,-1 1-6 16,-5 3-3-16,-2 4 0 16,-2 2 3-16,-2 7 0 0,3 0 3 15,1 2-3-15,2 0-3 16,4-3 0-16,2-4 0 15,4-2 0-15,0-2-3 16,5-1 3-16,0-1 0 16,5-2 0-16,0-3 9 15,7-3-9-15,-1-2-6 16,2-1 6-16,1-2 0 0,-7 3 3 16,-4-2 3-16,-7 4-6 15,-3 1 9-15,-4 2-3 16,6 4 3-16,0 0-6 15,-21 4 3-15,10 7-3 16,-2 4-3-16,4 4 6 16,3 1-12-16,4-3-27 15,5-4-63-15,7-10-211 16,7-6 193-16</inkml:trace>
  <inkml:trace contextRef="#ctx0" brushRef="#br3" timeOffset="-91038.89">2510 5033 126 0,'-1'-1'-22'0,"0"0"17"15,0 0 41-15,-18-30 15 16,13 24 17-16,3 1 0 15,0 3-24-15,3 3-15 16,0 0-18-16,-1 0-7 16,1 0-4-16,-1 0 1 15,0 0 12-15,0-1 2 16,0 0 1-16,0 0-3 0,0 0-4 16,-18-28-2-1,19 29 4-15,0-1 5 0,0 0 5 16,0 0 2-16,-4-27-8 15,4 28-5-15,0-1-4 16,0 0 1-16,0 0 7 16,0 1 4-16,5-28 5 15,-5 27 2-15,10-15 0 16,-4 7-4-16,-2-1 1 16,0 0 1-16,0-1 4 15,-1-2-2-15,-1-3-2 16,0 0 7-16,0-3 2 15,1-1 4-15,2 1 3 16,0-1-10-16,2 1-8 16,0 0-3-16,-1 3-9 0,0-2-5 15,-2 1 0-15,-2 1-2 16,0-4 0-16,-1 0 1 16,1-3-3-16,-1-1 2 15,2-2 0-15,0-2 0 16,1-3 0-16,1-2-2 15,0 2 0-15,1 3 0 16,-1 4 4-16,0 3 2 16,-2 6 2-16,2 0 1 0,-1-1-5 15,0 1-2-15,1-2 2 16,0-1-4-16,-2-3 0 16,0-1 4-16,0-3 0 15,-1 0-2-15,2-2 2 16,0 0 1-16,1 0-1 15,1-1 0-15,-1-1-2 16,1-1 0-16,-3-1-2 16,0 2 0-16,3-1 2 15,0 0-2-15,1 2 2 16,3-2 0-16,0 0-2 16,2 0 0-16,2 0 0 15,-2-1 0-15,0 2-2 16,1 1 2-16,-4-2 0 15,0 2 2-15,-1-1-2 0,-2 0 0 16,1-2 0-16,0-2 0 16,-2 0 0-16,-1 0 0 15,2 1 2-15,1 1-2 16,1 1-2-16,-1 1 2 16,0 1 0-16,0 2 0 15,-2 0 0-15,2 2-2 0,-4 2 4 16,0-1-2-1,-1 0 0-15,2-2 4 0,0-2-4 16,1-2 0-16,3-2 0 16,1-3-2-16,0-2 2 15,1-3 2-15,0 1-2 16,-1 0-2-16,0 0-2 16,0 1 0-16,-1 3 2 15,2 0 0-15,-1 1 2 16,2-1-4-16,-3-3 4 15,1-1 0-15,-1-2-2 16,1 1 2-16,0 0 0 16,1 3-2-16,2 3 2 15,-3 0 0-15,3 1 0 16,-1-1 0-16,2-4-2 16,-1-1 1-16,-1 1 1 0,-2 0-2 15,0 3 2-15,2 3-2 16,-3 2 2-16,4 0 0 15,-2 2 0-15,-2 0 0 16,2 0 0-16,-1-2-4 16,0 0 4-16,0-1-2 15,-1-3 0-15,-1 1-2 16,0 0-2-16,-1 2 2 0,0 4 2 16,0 1-1-16,-1 0 3 15,-1-1 0-15,2-1 0 16,0-3-4-16,-1-1 0 15,1 0 0-15,-6-1-4 16,0 3 4-16,0 3 2 16,0 2 2-16,0 2 4 15,0 1 2-15,3 1-2 16,1-1 0-16,2 0 0 16,0 0-4-16,1 1 0 15,-1-4 0-15,2 0 0 16,1-2 0-16,-1-3 0 15,3 4 0-15,0-1 0 16,-2 2 0-16,1 3 0 16,0 0 2-16,-1 2-2 0,2-1 0 15,-2 2 0 1,-2 0-2-16,0 2 2 0,-1 2 0 16,-1 3 0-16,1 0 0 15,-2 0 0-15,-3-1 0 16,2-1 2-16,0 1 0 15,1-5-1-15,-2 0-1 16,-1-1 0-16,-1 1 2 16,0 2 0-16,2-1 0 0,-1 5 0 15,1-1 0-15,0 4-2 16,-2 1 2-16,0-1 0 16,0 0 0-16,1 0 0 15,2 0-4-15,-1-1 2 16,3 1 0-16,-4 1 2 15,1 0 0-15,1 1-2 16,-3 0 0-16,1 1 0 16,-2 1-2-16,1 4-4 15,0 0-9-15,0 0-32 16,0 0-99-16,0 0 89 16</inkml:trace>
  <inkml:trace contextRef="#ctx0" brushRef="#br3" timeOffset="-89188.99">22220 4354 739 0,'-4'-6'93'0,"2"-1"112"16,2 3-168-16,1 0-4 15,-1 4 0-15,0 0 25 16,0-1 8-16,0 1-2 16,1 4-4-16,-2 20-19 15,1 13 0-15,-6 18-3 16,0 9-7-16,-2 15 1 15,0-1-5-15,4-2-27 16,2-6-15-16,3-23-58 16,0-12-37-16,3-29 59 15</inkml:trace>
  <inkml:trace contextRef="#ctx0" brushRef="#br3" timeOffset="-88553.21">22451 5254 1423 0,'-10'-21'29'15,"2"1"-33"-15,-6 5-21 16,-2 3 2-16,-5 6 15 0,-2 4 14 15,0 3 17-15,-1 5 8 16,7 6 4-16,2 1-2 16,5 1 3-16,3 1 15 15,6 0-33-15,5 3-9 16,8 0-9-16,3 4-3 16,10 1-3-16,3 2 0 15,4 3-6-15,1 1 0 16,-9 0-18-16,-8 1 4 0,-15-2 7 15,-8 1 1-15,-21-1 15 16,-7-2 5-16,-7 1 30 16,-3-2 69-16,-1-4 144 15,5-4 36-15,4-8-23 16,5-4-53-16,17-6-118 16,7-4-31-16,15-13-37 15,10-8-18-15,15-16-9 16,1-3-1-16,9-5 0 15,0-1-4-15,4 3-29 16,3 0-33-16,-1-4-142 16,-3 1-117-16,-12-1-291 15,-6 2 495-15</inkml:trace>
  <inkml:trace contextRef="#ctx0" brushRef="#br3" timeOffset="-86121.19">20809 579 796 0,'14'27'9'0,"7"-2"0"16,1-4 0-16,4-5 7 16,0-7 32-16,0-10 23 15,0-2-1-15,0-9-14 16,-1-5-33-16,-3-3-21 16,-1-1 2-16,-7-1-2 15,-1 2 2-15,-6 3 2 16,-2 2 1-16,-7 5 15 15,-5-6-1-15,-8 6 2 16,-3 0-5-16,-5 4-5 16,-1 6-1-16,-3 7 11 15,-2 4 6-15,1 6-2 16,-1 4-1-16,0 5-7 0,3 0-6 16,3 2-1-16,4-3-2 15,10-8-6-15,6-1 1 16,9-7 1-16,7-3 2 15,12-10 2-15,5-4-3 16,6-13-1-16,0-4 0 16,-4-5-4-16,-4 2 0 15,-8 4 0-15,-5 5-2 0,-10 7-2 16,-3-2 2-16,-5 5 0 16,-1 1 0-1,-6 1-4-15,-2 7 2 0,-5 6 0 16,-6 3 0-16,-2 4 4 15,-3 3 2-15,3 0 2 16,4 2 2-16,6 0-4 16,7-2-3-16,8-2 1 15,6-4-2-15,10-3 6 16,1-3-4-16,6-6 4 16,2-4-4-16,-1-4 0 15,0-4 2-15,-4 0-4 16,-2-1 0-16,-6 0 0 15,-4 2 0-15,-5 4 0 16,-2 0 2-16,-3 3-2 16,-2 3 2-16,-2 1-2 0,-3 2-2 15,-5 4 2-15,-3 4 0 16,-6 7 4-16,3 4-1 16,-1 3 5-16,3 1-4 15,5-4 0-15,6-4-4 16,5-8 2-16,4-3 0 15,5-8 2-15,0-3 1 0,8-6-3 16,1-3 0-16,1-3 2 16,-1 0-4-16,-4 1 2 15,-5 2 0-15,-3 5-2 16,-3-4 8-16,-3 5-2 16,-1 1-3-16,-5 3 6 15,-1 10-3-15,-6 8-3 16,-5 5 0-16,-4 9 6 15,2 1 0-15,5 3-3 16,5-2-6-16,7-10-3 16,2-4-3-16,3-14 6 15,0 0 3-15,9-6 3 16,1-5 9-16,3-4-12 16,0-4 0-16,-5 1-3 15,-3 1 0-15,-4 4 0 0,-1 3-6 16,-7 7 0-16,-5 3 3 15,-5 10 9-15,-5 7 6 16,0 10 6-16,1 3-3 16,8-5-6-16,7-3-7 15,7-11 1-15,6-3 0 16,2-8 15-16,4-4 0 0,3-6-3 16,0-6 0-16,3-3-12 15,-1 1-3-15,-4-3 3 16,-1 2 0-16,-5 2 0 15,-2 1-3-15,-4 7 0 16,-2 9 0-16,0 0-6 16,-1 0 3-16,-16 3-3 15,4 9 6-15,-4 7 6 16,4 0 0-16,1-2 6 16,3-4-6-16,6-7-6 15,3-6 3-15,0 0 15 16,9-3-3-16,1-10 3 15,3-5-6-15,3-4-12 16,-2 0 3-16,-2 4 0 16,-4 2-3-16,-3 1 0 15,-6 3 3-15,-4 3-6 16,-1 9 3-16,-8 13-6 0,-2 8 6 16,-5 15 6-16,0 0-6 15,-2 2-30-15,5-5-105 16,8-18 82-16</inkml:trace>
  <inkml:trace contextRef="#ctx0" brushRef="#br1" timeOffset="-75838.51">16781 2533 596 0,'4'0'132'0,"-1"1"-39"15,-3 3-18-15,-1 4-2 16,-1 0 4-16,0 2-24 16,1 1-6-16,5-2-16 15,2 0-8-15,4-4-7 16,1-1-3-16,5-4-1 15,-1-3 1-15,3-5 5 16,0 0 7-16,-2-3 12 16,0 1-2-16,-8 0-4 15,0 0-6-15,-7 1-2 16,-1-1 2-16,-5 1-1 16,-3 0-3-16,-1 1-7 15,-4 1-1-15,0 5 7 16,-2 2 4-16,1 5-3 15,-2 3-3-15,-1 4-15 16,3 3-3-16,0 2 0 16,3-1 0-16,8-1 3 0,2-3-6 15,6-3 6-15,4-3-3 16,4-5 0-16,2-1 9 16,3-5-6-16,2-2 3 15,-4-1-3-15,-2-3-3 16,-5 1 3-16,-3-1 0 15,-5 1 0-15,-4-1 3 16,-6 1-3-16,-2 3-1 0,-2 2 4 16,-3 3 9-16,1 3 0 15,-2 3 3-15,2 6 3 16,5 2-6-16,6 5 0 16,4 0-3-16,13 1-9 15,3-1-12-15,10-4-30 16,2-4-24-16,2-8-50 15,0-2 50-15,-6-7 21 16,-5 0 7-16,-11-4 21 16,-4-1 12-16,-8 0 10 15,-3 1 13-15,-6-1 20 16,-3 2 4-16,2 4 41 16,-1 0 12-16,2 6-50 15,2 0-15-15,0 2-21 0,2 4-6 16,2 3-6-16,0 3 0 15,3 2 0-15,-1 0-6 16,0 1 3-16,1-2 3 16,-1-3 0-16,5-2 0 15,0-7 3-15,0 0 0 16,0 0 6-16,0 0 3 16,0 0 18-16,0 0 15 15,1 0-10-15,14-10 4 16,-8 2-21-16,-1-2-9 0,-4 2-3 15,-2 0-6-15,-1 0 0 16,-5 3-6-16,-1 2 3 16,-3 0 6-16,1 5 3 15,3 1 3-15,-3 4-3 16,1 1-3-16,2 1-3 16,1 1 3-16,4-2 0 15,4-1-3-15,3-5 0 16,2-1 0-16,3-3 0 15,-1-2 9-15,1-4-3 16,-2 0 3-16,1-3 3 16,3 1 0-16,-2 0 3 15,2 2-3-15,-5 0-3 16,-6 3-9-16,-2 5 6 0,0 0 3 16,-1 0 0-16,-17 4 6 15,5 6-3-15,-2 3-12 16,6 2-24-16,0-1-78 15,11-5-206-15,10-1 180 16</inkml:trace>
  <inkml:trace contextRef="#ctx0" brushRef="#br1" timeOffset="-74904.64">17233 3159 1305 0,'-1'-5'48'0,"1"5"39"16,0 0-87-16,0 0 0 16,0 0 0-16,4 12 0 0,0 0 0 15,0 2 4-15,-2 1-4 16,4-2 2-16,0 0 0 16,-3-2-2-16,6-4 4 15,-2-3-4-15,2-4 4 16,1-4 2-16,2-5 7 15,-1-1 9-15,-1-2 7 16,2-3 4-16,-5 1 24 16,-1 1-15-16,-5 0-19 15,-2 3-2-15,-6 4-6 16,-5 2-6-16,-3 4 3 16,-2 4 0-16,2 6-3 15,-1 0 3-15,7 5-6 16,3 1 3-16,4-1-6 15,4 2 0-15,5-6 0 0,2-1-3 16,3-4 0-16,1-4 3 16,3-4 9-16,0-4 0 15,1-5 9-15,0-2-9 16,-5-2 15-16,-3-1 9 16,-5 2 35-16,-2 2 13 15,-5 2 3-15,-2 2-7 16,-5 2-38-16,-2 3-8 0,-3 3-28 15,-4 3-2-15,1 8-4 16,3-2 0-16,4 2 0 16,5 2 0-16,5-1-5 15,2-1 1-15,5-4 0 16,-3-5 4-16,8-3-1 16,1-5 1-16,3-6 1 15,2-1-1-15,-4-4 3 16,-1 1-3-16,-9 3 0 15,0 2-4-15,-7 6 1 16,-1 2 6-16,-3 6-2 16,-1 6 3-16,0 8-5 15,2 5-18-15,9 2-127 16,7-2-99-16,15-4 134 16</inkml:trace>
  <inkml:trace contextRef="#ctx0" brushRef="#br1" timeOffset="-73872.36">19137 3882 1431 0,'0'0'40'0,"0"1"-16"15,5 15-18-15,-4-7-1 16,1 1-1-16,2-4 2 15,-1 2-4-15,2-4-2 0,2-4 4 16,4-5-4-16,2-7 4 16,5-6-2-16,0-4 0 15,-2-1 0-15,-3 2-1 16,-7 2 5-16,-4 5 14 16,-4 3 49-16,-3 3 20 15,-1 2 28-15,-1 1-1 16,0 5-17-16,-1 2-18 0,3 9-33 15,0 2-16-15,3 11-20 16,2-3-6-16,4-1 6 16,3-1-12-16,2-7 0 15,2-1 3-15,1-8-3 16,1-5 6-16,0-11 0 16,-1-3 3-16,2-3 15 15,-1 4 4-15,-4-1 9 16,-3 1 12-16,-5 6 20 15,-5 0 3-15,-3 5-17 16,-1 4-10-16,-4 3-35 16,-2 4-9-16,3 9-4 15,-1 2-4-15,6 1-25 16,5 0-11-16,5-6-23 16,6-3-12-16,9-10-41 15,3-4-96-15,10-16-383 16,1-12 489-16</inkml:trace>
  <inkml:trace contextRef="#ctx0" brushRef="#br1" timeOffset="-73071.44">19890 3442 1254 0,'-8'5'76'0,"3"-2"87"16,1 1-152-16,4 1-11 16,2-2 0-16,2 1-3 15,4-3-5-15,4-1 4 16,1-4-2-16,2-5 4 15,0-1 2-15,-3-4 8 16,-1-1 11-16,-7 2 20 16,-1 0 72-16,-5 2 17 15,-2 3-2-15,-5 0-37 16,0 2-11-16,-1 4-36 16,-2 2-12-16,0 6-18 15,-1 4-6-15,2 3-3 16,-1 5-3-16,3 0 0 15,1 0 0-15,4-2 0 0,2-3-3 16,5-6 3-16,2-1 0 16,4-5 0-16,3-3 12 15,4-6 17-15,2-3 4 16,-1-5 12-16,0 0-9 16,-8 3-14-16,-3 0 1 15,-7 4-1-15,-5 2 1 16,-6 5-5-16,-4 2-4 0,-3 6-13 15,-1 3-7-15,2 1-108 16,4-1-152-16,14-11 132 16</inkml:trace>
  <inkml:trace contextRef="#ctx0" brushRef="#br1" timeOffset="-72354.28">20548 2419 1417 0,'0'0'33'15,"0"0"-10"-15,0 1-7 16,0 0-3-16,0 1-5 16,0-1-2-16,0 1-6 15,15 19 2-15,-2-31 0 16,3-4-2-16,-3-5 4 15,-1 0 4-15,-4 1 31 16,-1-1 57-16,-1 2 44 16,-2 1 9-16,-2 2-17 15,1 1-16-15,-3 3-44 0,-1 2-22 16,-2 3-36-16,-2 1-7 16,-2 4-7-16,-3 4-1 15,-3 3 1-15,1 4 0 16,4-2 0-16,3 0-3 15,7-3 2-15,3-4-3 16,8-2 4-16,3-5 0 0,7-5 0 16,0-2 5-1,-1-3-5-15,-1 0 0 0,-6 1 4 16,-4 1-4-16,-5 2 5 16,-5 2-1-16,-2 3-2 15,-5 1 2-15,-2 0-26 16,-2 2-93-16,-1-1-617 15,0-3 617-15</inkml:trace>
  <inkml:trace contextRef="#ctx0" brushRef="#br1" timeOffset="-71721.79">20836 1357 1825 0,'0'0'0'0,"0"0"-3"16,0 0 3-16,-3 14 0 15,-2-6 0-15,0-2 0 16,5-6 0-16,0 0 0 16,0 0 9-16,12-13-3 15,-1 0 3-15,4-4-3 16,-1 1 6-16,2-3-6 15,-3 0-3-15,-4 4 0 16,0-2 6-16,-7 4 6 16,-2 1 20-16,-6 3 25 15,-3 1 6-15,-7 3-6 16,-3 3-12-16,-5 4-33 16,0 4-10-16,1 2 4 15,2 1-9-15,9 0 0 0,2-3 3 16,10-3 0-16,5-2 6 15,5-3 3-15,7-3-6 16,2-4 9-16,-2-3-3 16,-2-1-6-16,-8-1 6 15,-1-1-12-15,-1 1 3 16,-5 3 9-16,0 0 9 16,-5 4 2-16,-3 1 3 0,-6 6-5 15,-4 4-11-15,-5 12-15 16,-3 4-69-16,5 2-785 15,2-3 731-15</inkml:trace>
  <inkml:trace contextRef="#ctx0" brushRef="#br1" timeOffset="-67681.11">16317 1731 1274 0,'-1'7'83'0,"2"2"-32"15,1-2-13-15,3 2-16 16,1 0-7-16,-1-2-9 16,1 2 0-16,0-2-4 15,0 1 2-15,0 1 7 16,1 1 7-16,1 2 35 16,2 1 31-16,2 2-7 15,0 0-11-15,2 1-21 16,0 1-3-16,2 0-9 15,1 1 2-15,-2 2-2 0,-1 0-3 16,0 1 3-16,-4 1-6 16,1 0 12-16,-1 1-6 15,-1 0 5-15,2-1-8 16,-1 3-18-16,0 1-3 16,0 2-6-16,-1 1 6 15,2 2 9-15,2 0 3 16,1 0-3-16,2-1-7 0,1 0-2 15,0-2-1-15,0 0-1 16,-1 0 1-16,-2 2-7 16,1 1 1-16,-2 3 1 15,0-2-3-15,1 5 4 16,2-2-4-16,1 3 2 16,-2-1 0-16,7-2 6 15,-3 0 5-15,6-3-2 16,3 1 9-16,-4-1-11 15,-1 1 4-15,-2 0 14 16,-3-2-5-16,1 1 1 16,0 0-1-16,0-2-7 15,2 1 1-15,2-4 2 16,1 2-3-16,2-1-4 16,-2-1-4-16,0 3-4 15,-4-4 2-15,0 2 0 0,-1-2-2 16,-1-2 0-16,2 1-1 15,-3 0 0-15,0-3 3 16,2 1 3-16,1-3 2 16,1 2 3-16,0 0-1 15,-1 2 8-15,1 2 2 16,-1-2 0-16,-1-1-1 16,0-1-7-16,4-1-9 0,-3-3-1 15,0 0 0-15,0-3-1 16,-4-1-1-16,2 2-1 15,-2-4 3-15,-1 3 5 16,-3-2 4-16,0 3 4 16,-2-1-3-16,1 1-6 15,1-1 2-15,1 0-8 16,2 1 3-16,1-3-1 16,1 1-4-16,2-2 3 15,-1-2-3-15,2 2 1 16,0-2 0-16,-2 0 0 15,2 0-1-15,-1 1 1 16,-1 0 1-16,5 1-2 16,-1-2 0-16,4-2-2 15,3-1 0-15,0 0 2 0,0-1 0 16,-2 0 0-16,1-3 0 16,-1 1-1-16,2-1 2 15,-3-1 1-15,0-1 0 16,0 0 0-16,-4-1-2 15,4-1 0-15,0 1-2 16,1-3 2-16,2 0-2 0,-1 1 2 16,-2-1 0-16,-1 1 2 15,0 0-1-15,1-1 0 16,-1 2-1-16,1-3-1 16,-1 1 0-16,-2-1-1 15,-2 2 2-15,-1-1 0 16,1 2 2-16,3 0-2 15,-1 0 0-15,2 1 0 16,0-4 0-16,-1 1-2 16,3-3 2-16,-2 0 0 15,1-2-1-15,-1-3 1 16,1 1 0-16,-3 0-3 16,-3 0 0-16,-1 1 3 15,-4 0 2-15,2-1 1 16,1 5-1-16,2 0 0 15,-1-5 0-15,3 1 0 0,-2-6 0 16,-1 0 0-16,2 0-2 16,-1-4 0-16,2 3 1 15,-1-4 0-15,0 2-1 16,4 0 5-16,-2-1-1 16,3 3 0-16,-3 1 1 15,-2 1-1-15,0 3-2 16,0 1 1-16,-1-2-1 0,2-1 1 15,0 0 0-15,-3-1-2 16,3-1 2-16,-1-1 0 16,-2-2 2-16,2-2-2 15,-1 2 2-15,3-2 1 16,-2 1-3-16,1-1 6 16,-3-1-5-16,-2 3 0 15,-1-1 0-15,-2 1-3 16,1 1 0-16,1-1-1 15,-1 0 1-15,4-2-1 16,1 0 0-16,1-1 0 16,2 1 0-16,1-1 0 15,1 0 0-15,2 1 1 16,-1-1-1-16,0 2 0 16,-1 0 0-16,-5 2 0 0,1 0 0 15,-5-2 2 1,-1 0-2-16,0-2 0 0,-1 0 0 15,3-3 0-15,-1-1 0 16,3 1-2-16,0-1 3 16,1 0-2-16,0 2 3 15,-1-1 1-15,1-1-2 16,-2 1 3-16,1 0-3 16,-4-1 1-16,-1 1 1 0,-3-3 0 15,0-1-1-15,-1-1 0 16,1-1 1-16,0-2 4 15,3-1 0-15,0-1 1 16,-1 0-3-16,0 0 0 16,-2-1 0-16,-2 2 0 15,2-1 0-15,-4 1 1 16,0 1 2-16,3 0-1 16,-2-1 0-16,6-3 0 15,2 0-7-15,-2-2 0 16,3 1 0-16,-3 2 0 15,-2-1 1-15,-2 3 2 16,0-3-1-16,0 2 0 16,-1 1-1-16,1-1-1 15,-1 3 4-15,0 0-1 0,0 0-1 16,-1 0 1-16,1-1-2 16,0 0 1-16,-2-1 1 15,2 0-2-15,-3-1-1 16,2 0 0-16,0 1-1 15,-1 3 1-15,3 2 0 16,-1 3 2-16,-3 0 1 0,1 0 1 16,0-1-2-16,-1 0-2 15,1-2 4-15,-1 0-4 16,2 0-1-16,0-3 0 16,2 3-1-16,-2 0 0 15,-4 1 2-15,0 2 2 16,-1 2-3-16,-1 1 1 15,3 2 0-15,0 1-1 16,-4 1 3-16,3 1 1 16,-4 2 1-16,3 1-3 15,1-1 0-15,1 0 0 16,0-1-1-16,-1-1 1 16,0 0-1-16,0 1 0 15,0 0 0-15,-1 2-1 16,0 2 1-16,0 2-1 15,0-1-1-15,0 3 2 0,2-2-1 16,1 2-1-16,1-1 4 16,-2 0-2-16,0 1 0 15,2-2 1-15,-3 3-4 16,1-1 1-16,0 0 0 16,-2 4-1-16,-3 4 2 15,0-1 0-15,0 0-1 16,1 0 2-16,0 0-2 15,0-1 1-15,14-26-1 0,-14 28 0 16,13-12 2-16,-6 4-2 16,0 0 2-16,-2 1 0 15,-1 2 0-15,-3-1 0 16,0 2 0-16,-2 4 2 16,0 0-2-16,0-1 1 15,1 0-1-15,0 0 0 16,0 0 0-16,0-1 1 15,13-25-1-15,-14 26 2 16,0 0-1-16,0 0-1 16,0-1 0-16,5-26-3 15,-5 28 2-15,0 0-2 16,0-1 1-16,0 0-2 16,0 0-4-16,0 0-5 15,0 1-2-15,0-30-3 0,-1 20-5 16,-1-1-9-16,-1-1-12 15,-3 0-18-15,0 1-16 16,-3-5-52-16,-2-1-101 16,1-4-574-16,0 2 572 15</inkml:trace>
  <inkml:trace contextRef="#ctx0" brushRef="#br1" timeOffset="-60622.01">16781 4264 566 0,'35'2'25'0,"5"-2"-7"16,7-1-13-16,10-5-1 15,2-2-1-15,9-3-1 16,2-2 0-16,6 1 0 15,3-2 1-15,3 1 1 16,6 1 1-16,3 0-1 16,3 0-4-16,7 1-13 15,2 0-10-15,6-1-11 16,5 1-3-16,5-1 12 16,-1 0 12-16,4 1 13 15,5-1 2-15,-6 2 2 16,0 1 1-16,-2-1 0 15,-8 1-3-15,-1 1 23 0,0-3 18 16,-3 3 37-16,-1 0 11 16,-1-4-9-16,-4 2-14 15,-3 1-40-15,-2-2-12 16,-5 5-12-16,-4-1-2 16,-9 1 3-16,-4 0-1 15,-12 1 1-15,-4 0 0 16,-11 3-3-16,-4 1-2 15,-9-1 0-15,-7 2-2 0,-8-6-8 16,-5 1 1-16,-8 1-4 16,-7 1-6-16,-10 4-35 15,-6-1-3-15,-13 3-16 16,-4-1-4-16,-13 1-8 16,-4 1-24-16,-11 4-10 15,-5 1 63-15</inkml:trace>
  <inkml:trace contextRef="#ctx0" brushRef="#br1" timeOffset="-60405.88">19074 4017 174 0,'-129'11'51'0,"-3"1"44"16,-3 0-42-16,1 3-35 15,2 1-3-15,2-1-4 0,-2 1-2 16,8-2 0-16,2 0-3 15,7-2 21-15,6 0 25 16,0-1 1-16,1 1-8 16,6-1-31-16,3 2-14 15,7 1-11-15,4-1-19 16,5-2-54-16,1 2-13 0,8-3 54 16</inkml:trace>
  <inkml:trace contextRef="#ctx0" brushRef="#br1" timeOffset="-60039.28">20954 3839 307 0,'43'3'-4'0,"-3"0"4"16</inkml:trace>
  <inkml:trace contextRef="#ctx0" brushRef="#br1" timeOffset="-52705.64">17194 4229 302 0,'0'0'27'0,"0"0"35"16,0 0-11-16,1 1 21 16,-1 0 7-16,1 0 3 15,0-1-4-15,0 1 13 16,0 0 14-16,18 29 9 15,-17-14-31-15,1 11-19 16,-1 5-10-16,-1 16-17 16,-1 8-8-16,-2 20-2 15,-2 10-4-15,-2 17-9 0,2 9 0 16,-2 8-13-16,3 5-1 16,1 9 2-16,0 1-2 15,2 9 2-15,0 1-2 16,3-3 2-16,-2-1 0 15,3-9 2-15,0-8 0 16,-1-9 0-16,5-5 0 16,-3-9-2-16,-1-5 0 15,0-13 3-15,-4-6 11 16,1-5 28-16,-1-5 16 0,-1-5 56 16,1-3-14-16,-5-11-51 15,-1-7-21-15,1-12-21 16,-4-6-30-16,7-13-90 15,2-10-68-15,0-3-85 16,0-16 167-16</inkml:trace>
  <inkml:trace contextRef="#ctx0" brushRef="#br1" timeOffset="-50722.51">17451 6902 1466 0,'-1'29'50'15,"1"6"166"-15,1 12-335 16,3 6 28-16,0 4 71 15,2 0 28-15,0-5 19 16,1-5 49-16,0-12 25 16,1-6 1-16,0-14-24 15,-1-5-22-15,4-10-41 0,2-7-18 16,3-12-12-16,2-8 3 16,2-9 9-1,-2-2 6-15,0 3 3 0,-5 4 0 16,-4 10 21-16,0 5 3 15,-4 10 12-15,-5 6 9 16,1 0 27-16,12 14-1 16,-7 11-8-16,0 6-28 15,2 7-25-15,-1 1-3 0,5-4-11 16,1-4 3-16,1-10-5 16,1-7-10-16,4-13-31 15,3-8-42-15,5-19-42 16,2-9-13-16,2-13 19 15,-1-4 23-15,-9-7 24 16,-5-2 25-16,-7-6 29 16,-4-3 9-16,2-5 9 15,1 0 0-15,1 6 3 16,1 10 6-16,0 22 20 16,-3 11 52-16,1 20 78 15,-2 9 5-15,1 20-12 16,2 14-58-16,-3 25-83 15,2 11-11-15,-4 10-4 16,-1 0 2-16,-1-13 2 0,-1-6 2 16,-1-16 0-16,1-9 4 15,1-15-4-15,0-5 1 16,1-13-16-16,-1-4-16 16,5-11-16-16,2-5 0 15,3-6 39-15,1-3 24 16,0 1 27-16,2 0 5 15,-2 6-18-15,1 2-2 16,0 8-7-16,-1 3-12 16,-3 8 13-16,0 4-7 15,0 9-3-15,-1 3 3 0,2 1-15 16,0 1-2-16,2-8-23 16,1-4-8-16,3-10-26 15,4-4-7-15,0-9-11 16,2-3 10-16,-4 1 38 15,-4 0 21-15,-1 4 15 16,-3 4 0-16,-3 3 11 16,-1-2 1-16,-3 4 6 15,-1-1 3-15,0 1 6 16,1-1-3-16,1-5-2 16,1-1-4-16,1-3-11 15,0-2-5-15,-2 4-4 0,0 0-1 16,-3 3 1-16,0 1 9 15,-2 2-3-15,0-2-7 16,0-1-2 0,0-2-9-16,-2-2-4 0,-1-1-1 15,-3-3 0-15,-2 2 10 16,-3 2 13-16,-1 2 9 16,1 8 17-16,-1 6 1 15,1 12-5-15,-2 8-6 0,5 9-17 16,3 4-9-1,5-1-3-15,2-1-9 0,7-10-2 16,2-3-3-16,6-9-1 16,4-4 4-16,4-9 2 15,2-3 0-15,5-9-2 16,0-4-2-16,0-6 2 16,-2-1 4-16,-6 2 4 15,-3 0 3-15,-9 6 10 16,-4 5 14-16,-3 4 12 15,-1 2 14-15,-1 3-8 16,0 0-9-16,1 8-11 16,-1 3-7-16,4 5-13 15,1 0 0-15,3 0 1 16,0-3-3-16,2-7-6 0,1-4-3 16,2-6-6-16,2-5-1 15,1-7-2-15,1-3 4 16,-3 0 6-16,1-1 2 15,-5 8 6-15,-5 1 3 16,-2 7 7-16,-6 3 7 16,0 0 11-16,13 12-2 15,-5 3-5-15,6 0-9 16,3 2-7-16,1-4-2 16,7-7-8-16,-3-6-7 0,7-6-18 15,1-7-10-15,-1-5-28 16,1-1-59-16,-7 0-59 15,-4 2-145-15,-8 1 179 16</inkml:trace>
  <inkml:trace contextRef="#ctx0" brushRef="#br1" timeOffset="-50356.43">17738 7531 1595 0,'-26'10'110'16,"9"-3"-56"-16,12-1-161 15,21-7-10-15,12-3 77 16,21-8 53-16,10-1 32 15,23-2 131-15,9 1 42 16,15 3 30-16,5 0-58 16,6 3-97-16,3 0-33 15,2 2-55-15,1 2-5 16,-8 2-12-16,-11-1-25 0,-18-1-64 16,-12-2-58-16,-21-2-134 15,-9-1-26-15,-15-4-112 16,-8-2 291-16</inkml:trace>
  <inkml:trace contextRef="#ctx0" brushRef="#br1" timeOffset="-49639.41">19909 6773 2342 0,'-7'-1'50'16,"7"1"-26"-16,-1-8-233 15,12 2-51-15,8-4 135 16,5-2 125-16,6-4 158 15,3-2 22-15,3-5-18 16,2-3-73-16,3-3-42 16,-1 0-22-16,2 0-27 15,-3 3-16-15,-4 12-17 16,-5 3-10-16,-12 11-3 0,-7 5-17 16,-11 12 8-1,-6 4 25-15,-9 9 14 0,-3 1 18 16,-3 3 15-16,0 1 5 15,-1 0 10-15,3 1 9 16,5-1-3-16,1 2-17 16,11-2-23-16,2 0-20 15,11-3-72-15,7 0-26 16,6-2 2-16,4 2 16 16,-3 1 65-16,-4-1 21 0,-15 1 21 15,-7-2 33-15,-19-2 62 16,-9 2 55-16,-16-4 59 15,-8 0-67-15,-9-5-9 16,1-4-35-16,4-10-40 16,5-8-13-16,15-19-37 15,7-12-39-15,21-21-113 16,10-12-137-16,27-11-443 16,10 0 519-16</inkml:trace>
  <inkml:trace contextRef="#ctx0" brushRef="#br1" timeOffset="-49339.71">21103 6481 3302 0,'-17'4'16'15,"-1"9"-180"-15,-2 8-78 16,-1 20-51-16,-4 11-142 0,-1 13 375 16,3 4 236-16,3 8 35 15,5 1-29 1,8-3-88-16,2-4-26 0,14-12-46 16,7-6-23-16,11-9-32 15,9-7-8-15,13-14-32 16,11-10-37-16,9-20-145 15,3-12-197-15,1-15 213 16</inkml:trace>
  <inkml:trace contextRef="#ctx0" brushRef="#br1" timeOffset="-48771.75">21601 6718 2079 0,'-10'0'185'16,"-4"6"-3"-16,0 1-191 15,-4 10-70-15,1 3-6 16,4 5 46-16,1 4 57 16,4 6 87-16,1 4 5 15,6 3 19-15,5-1-37 0,11-9-38 16,4-5-23-16,8-9-33 15,3-6-13-15,5-15-12 16,5-7 6-16,3-14 5 16,1-4 2-16,-7-4 13 15,-5-1 2-15,-12 1 8 16,-6 1 2-16,-12 0-2 16,-3-2-2-16,-14-2-3 15,-3 0-2-15,-9-4-2 16,-3 0 2-16,-6 3-1 15,-2 3-1-15,2 12 0 16,3 8 1-16,1 15 0 16,-1 8-1-16,-1 14-2 15,2 3-8-15,9 4-11 16,6 0 0-16,12-4 5 16,5-3 10-16,13-4 18 15,7-2 1-15,14-4 9 0,3-5-4 16,14-7-5-16,9-4 1 15,15-8-7-15,6-3-6 16,1-3-7-16,-9 2-1 16,-16 4-1-16,-12 2 6 15,-24 2-27-15,-7 1-35 16,-16-5-147-16,-7-2-138 0,-11-2 146 16</inkml:trace>
  <inkml:trace contextRef="#ctx0" brushRef="#br1" timeOffset="-48405.47">22030 7016 2442 0,'-17'18'70'16,"1"9"-111"-16,-2 7-68 15,5 17-43-15,-2 6-21 16,1 7 110-16,5 1 54 16,0-9-6-16,4-8-35 15,4-18-148-15,-3-10-52 0,3-22 178 16</inkml:trace>
  <inkml:trace contextRef="#ctx0" brushRef="#br1" timeOffset="-47905.25">22025 6362 1421 0,'9'9'112'0,"7"5"503"15,9 3-562-15,12 10-59 16,5 3-3-16,6 5 24 16,-4 6 12-16,-2 6 0 15,0 5 6-15,-5 6-21 16,-1 2-9-16,-7 3 6 15,-6 1-3-15,-12-1-6 16,-5 0-24-16,-13-6-36 16,-11-3-17-16,-13-2-40 15,-4-7 4-15,1-11-37 16,8-9-41-16,10-18-133 16,4-8 222-16</inkml:trace>
  <inkml:trace contextRef="#ctx0" brushRef="#br1" timeOffset="-46706.09">22935 6815 1876 0,'22'3'-66'0,"10"-5"36"16,2 0 27-16,5-2 12 15,4-3-3-15,-4 1 0 16,-2-2-6-16,-7 1-51 15,-5 1-53-15,-7 0-106 16,-5 2-181-16,-13 4 195 16</inkml:trace>
  <inkml:trace contextRef="#ctx0" brushRef="#br1" timeOffset="-46485.79">23031 7004 2157 0,'53'0'-174'0,"9"-3"144"0,2-1 24 16,-1-4-9-16,-3-2-32 15,-9-4-115-15,-5-3-53 16,-10-3 157-16</inkml:trace>
  <inkml:trace contextRef="#ctx0" brushRef="#br1" timeOffset="-44286.29">23713 6540 1415 0,'-6'4'2'0,"6"0"27"16,0 1 10-16,0 1 17 15,1 1 67-15,3 9-10 16,2 4-11-16,0 24-40 16,0 17-5-16,-5 39-30 15,-3 20-15-15,-10 29-239 16,-4 5-117-16,-3-15 258 0</inkml:trace>
  <inkml:trace contextRef="#ctx0" brushRef="#br1" timeOffset="-37539.64">21194 7684 1233 0,'1'5'93'16,"5"1"85"-16,11 0-137 15,13-2-24-15,7-1 7 16,20-5 0-16,10-3 9 16,8-3 32-16,0 0 19 15,6 1 56-15,-5 1 7 0,12 2-28 16,2 0-32-16,-6 3-60 15,0 1-23-15,-17-1-4 16,-7 1-16-16,-14-3-71 16,-8 0-50-16,-11-2-96 15,-3 1-63-15,-6 1-29 16,2 0 202-16</inkml:trace>
  <inkml:trace contextRef="#ctx0" brushRef="#br1" timeOffset="-36939.2">21059 7931 1456 0,'50'-7'37'0,"5"0"-22"0,6-2-11 15,9 2 0-15,1 1 8 16,7 1 64-16,-2 2 70 16,4 3 72-16,4 1 9 15,4 1-76-15,11-2-72 16,-1-1-51-16,-5-1-23 15,-14-1-26-15,-13-1-15 0,-18-2-65 16,-6-2-111-16,-10-3-221 16,-2-1 286-16</inkml:trace>
  <inkml:trace contextRef="#ctx0" brushRef="#br1" timeOffset="-29172.94">15327 8626 1247 0,'-20'-30'66'15,"-2"-3"77"-15,-4-5-137 16,0 0-4-16,-4 2 9 0,-4 2 7 16,-3 7-5-16,-2 3 3 15,-11 12-5-15,4 7 1 16,-6 10 29-16,0 8-11 16,7 15-3-16,2 6-15 15,10 16-12-15,1 8 0 16,3 11 3-16,-1 6 0 15,8 1 20-15,8-1 40 0,18-5 42 16,11-8 11-16,13-11 10 16,2-6-13-16,7-11-14 15,3-2-22-15,10-10 2 16,7-6-1-16,8-11 5 16,2-6-21-16,0-15-11 15,1-5-9-15,-11-13-15 16,-3-5-12-16,-15-10-10 15,-7-5 1-15,-7-5-2 16,-9-3 0-16,-6 2-3 16,-4 3 1-16,-7 6-5 15,-3 6-1-15,-12 2-4 16,-1 3-5-16,-17 1-9 16,-12 1-8-16,-15 7 0 15,-11 3 3-15,-10 6 9 16,0 4 2-16,5 12-8 0,4 5-11 15,11 12 4-15,2 7 12 16,5 8 26-16,5 3 2 16,11 5 1-16,9 0 20 15,24 1 5-15,11-1-9 16,24-8-1-16,13-1-11 16,14-9-3-16,1-4 0 15,11-8 7-15,-2-3 0 0,15-7-7 16,8-3-1-16,0-6-8 15,-3 1-4-15,-20 1-16 16,-11 2-18-16,-16 4-75 16,-6 3-133-16,-4 4-618 15,5 3 695-15</inkml:trace>
  <inkml:trace contextRef="#ctx0" brushRef="#br1" timeOffset="-28206.13">15423 9107 1477 0,'-1'12'39'0,"0"1"-25"15,5 3-22-15,-1 5 2 16,1 0 2-16,1 4 10 16,-1-1 9-16,4-3 32 15,-1-2 40-15,5-5 38 16,3-4-5-16,6-9-13 16,4-3-14-16,2-9-30 15,1-1-13-15,-5-5-26 16,-2 1-6-16,-7-2-18 0,-4-1 0 15,-7 0 9-15,-2-1-6 16,-7 1 18-16,-5 0-3 16,-7 0-5-16,-5-1 2 15,-6 2-8-15,-3 2-3 16,-4 8-4-16,-1 5-4 16,5 6 2-16,5 6-1 15,8 4-2-15,7 1-9 0,5 3-39 16,5-2-48-16,10-2-94 15,3-6-68-15,17-7 144 16</inkml:trace>
  <inkml:trace contextRef="#ctx0" brushRef="#br1" timeOffset="-27854.37">15914 8857 1628 0,'3'6'269'16,"9"-2"131"-16,6-1-309 16,13-3-123-16,7-3-2 15,8-2 24-15,0-3 4 0,-1-1-15 16,-3 1-12-16,-9 3-27 16,-5 1-29-16,-10 3-102 15,-5 0-99-15,-7-1 190 16</inkml:trace>
  <inkml:trace contextRef="#ctx0" brushRef="#br1" timeOffset="-27656.04">16075 9024 2592 0,'2'6'71'15,"8"1"25"-15,10 1-180 16,6 1-50-16,14-6 9 16,4-1 35-16,5-5-41 0,0-1-39 15,-2-6-93-15,-7 0-6 16,-2-5 209-16</inkml:trace>
  <inkml:trace contextRef="#ctx0" brushRef="#br1" timeOffset="-24821.71">16856 8653 1471 0</inkml:trace>
  <inkml:trace contextRef="#ctx0" brushRef="#br1" timeOffset="-24272.88">16926 8517 1363 0,'-12'-8'79'0,"-2"0"47"16,2 0 65-16,-3 3-80 0,-3 4-34 15,-4 7-23-15,-3 7-3 16,0 13 0-16,4 6-9 16,6 14-6-16,3 7-7 15,7 14-17-15,2 3-6 16,6 5-6-16,4-4 0 15,11-14-3-15,6-9 3 16,9-18 9-16,1-11 3 16,6-15 18-16,0-6 7 0,4-16-3 15,-1-5 6-15,-7-11-13 16,-2-6 0-16,-9-7-5 16,-6-6-7-16,-11-6 1 15,-8-1-5-15,-13-1-8 16,-4 2 5-16,-4 9-7 15,-3 6-2-15,-6 16-12 16,-6 8-17-16,-8 16-23 16,-6 8-19-16,-7 13-75 15,1 4-32-15,9 1-6 16,6-2-12-16,21-5 23 16,11-3 129-16</inkml:trace>
  <inkml:trace contextRef="#ctx0" brushRef="#br1" timeOffset="-23223.29">15041 9948 1520 0,'-33'-19'63'0,"-1"3"9"16,7 3-63-16,-2 11-12 16,-2 3 0-16,0 11 6 15,-1 5 6-15,2 7 2 16,0 6-2-16,6 8-3 15,1 5 0-15,7 7 18 16,9 3 6-16,8-1 36 16,7-1 9-16,12-10-1 15,5-5-2-15,11-16-33 0,6-8-18 16,11-16-15-16,5-10 0 16,11-13 12-16,0-6 6 15,-1-6 0-15,-8-4-4 16,-20-2 31-16,-10 0 33 15,-19-2 16-15,-8 1 0 16,-13 3-4-16,-9-1-51 0,-12-1-21 16,-7-1-5-16,-14-1-11 15,-4 3-2-15,-9 11-4 16,-4 5 0-16,1 16 0 16,-1 9 0-16,-3 14 1 15,0 8 3-15,6 8 5 16,7 3 6-16,23 2 0 15,16 0-6-15,23 0-6 16,13-1-7-16,27-5-4 16,11-4 3-16,13-8 0 15,7-4 0-15,3-8 3 16,5-4 0-16,14-9-1 16,6-4 1-16,-6-4-2 15,-2-3-8-15,-27 0-47 16,-8 2-83-16,-12 4-447 15,-11 3 267-15</inkml:trace>
  <inkml:trace contextRef="#ctx0" brushRef="#br1" timeOffset="-22955.76">15544 10195 2778 0,'10'33'18'0,"3"11"-139"15,4 7-157-15,1 17-127 16,-1 4 23-16,-4-3 313 15,-4-6 61-15,-8-22-7 16,-3-9-20-16,-9-21 18 16</inkml:trace>
  <inkml:trace contextRef="#ctx0" brushRef="#br1" timeOffset="-22537.21">16168 9924 2912 0,'4'3'31'0,"13"3"-55"16,8 0-55-16,13 0 1 15,4 1 22-15,3-3 51 16,0-4 6-16,-1-6-1 16,-8-1 0-16,-2-6-6 15,-7-1-26-15,-9-3-141 0,-4 2-105 16,-7 3 60-16</inkml:trace>
  <inkml:trace contextRef="#ctx0" brushRef="#br1" timeOffset="-22322.61">16267 10154 2702 0,'7'2'90'16,"6"-3"69"-16,15-4-211 15,8-1-33-15,14-2-35 16,0 0-66-16,3-4-73 15,-5 2-120-15,-6 0-45 16,0 1 324-16</inkml:trace>
  <inkml:trace contextRef="#ctx0" brushRef="#br1" timeOffset="-17446.11">17054 9653 2492 0,'-6'-7'80'0,"5"-2"-29"16,1 0-55-16</inkml:trace>
  <inkml:trace contextRef="#ctx0" brushRef="#br1" timeOffset="-16173.61">16824 9834 1495 0,'-10'-10'64'0,"4"-3"79"15,5-1-47-15,8-6-12 16,5-1-4-16,9-5-5 16,4-3-3-16,8 3-9 15,2 1-4-15,4 6-2 16,-1 4-19-16,0 4-21 15,-1 5-9-15,-3 4-12 16,-4 3-8-16,-5 7-6 16,-4 6-2-16,-7 9-1 0,-4 6 0 15,-9 10 12-15,-2 2-6 16,-12 6 12-16,-5 1 3 16,-8 1 15-16,-6 1 18 15,-4-1 43-15,-2-3 5 16,-1-6 26-16,2-7-11 15,2-12-61-15,5-7-10 16,6-11-20-16,2-4-1 16,12-10 5-16,2-5-2 15,8-9 0-15,4-3-1 0,8-4-6 16,2 3-1-16,8 3 0 16,5 4 1-16,3 7-2 15,3 5 2-15,1 9 0 16,3 4 0-16,4 8-1 15,2 1 1-15,-1-2-20 16,-3-1-34-16,0-8-147 16,-2-2-120-16,-1-8-375 15,-1-4 548-15</inkml:trace>
  <inkml:trace contextRef="#ctx0" brushRef="#br1" timeOffset="-15173.66">17205 8273 1477 0,'0'0'47'16,"0"0"63"-16,3 0-77 15,9-1-1-15,12-2 22 16,6 0 9-16,3-1 21 16,2-2 23-16,2 1 19 15,2-1 5-15,3-1-43 16,3-3-36-16,-1 0-28 15,0-2-10-15,-8 2-13 16,-5 2-2-16,-7 7-4 16,-6 4-1-16,-7 10-5 15,-1 6 5-15,-4 13 1 16,-1 5 3-16,1 18 2 0,0 9 0 16,2 19-3-16,1 6-5 15,1 14-19-15,0 10-11 16,2 14-29-16,0 4-13 15,-2 2 17-15,0-5 18 16,1-1 15-16,1 0 15 16,-1 2 9-16,3-3 6 0,-1-6 6 15,2-4 0-15,-1-6 48 16,-2-3 24-16,-1-7 44 16,-9-3-22-16,-2-12 0 15,-4-9-1-15,-12-20-23 16,-4-8-27-16,-12-16-19 15,-3-6-8-15,-11-10-21 16,-3-6-8-16,-9-14-49 16,-10-6-37-16,-12-14-144 15,-6-6-185-15,-11-11 225 16</inkml:trace>
  <inkml:trace contextRef="#ctx0" brushRef="#br1" timeOffset="-14354.6">14922 7751 2169 0,'-34'13'119'0,"-1"2"-56"0,-7 2-50 16,0 1-10-16,-6-2 1 16,-16-1-2-16,-5-1 0 15,-8-2 21-15,0-1 26 16,-2 1 22-16,-1 2 4 16,-3 2-23-16,-3 1-34 15,15 3-14-15,6 2-4 0,16 6-3 16,11 3-1-16,14 14-8 15,13 8 0-15,15 19-43 16,6 11-30-16,8 26-33 16,1 7-38-16,3 23 10 15,-2 15 47-15,-3 8 72 16,-1 7 18-16,-4 7 12 16,-5-1 3-16,-6 3 3 15,-4 3-6-15,-9-4 3 16,-2-3 15-16,-13-7 51 15,-1-8 51-15,-9-20 68 16,0-10-21-16,3-17-17 16,3-5-48-16,8-13-25 15,5-10-18-15,12-23-24 16,6-14-9-16,14-18-16 16,13-10-7-16,26-14-18 0,17-7-5 15,29-19-18-15,23-10-18 16,18-19-75-16,17-8-91 15,16-15 74-15</inkml:trace>
  <inkml:trace contextRef="#ctx0" brushRef="#br1" timeOffset="-8702.95">2182 5489 212 0,'0'4'13'0,"0"0"9"16,0-4 0-16,0 0-6 16,0 0-3-16,0 0-9 15,0 0-3-15,0 0-1 16,1 0 4-16,0 0 0 16,0 0-1-16,0 0-1 15,0 0 0-15,0 0-2 16,-1 0-2-16,0 0-3 15,0 0-4-15,0 0-2 0,0 0 0 16,-1 0 5-16,0 0 6 16,0 0 9-16,-1 0 2 15,-25 9 2-15,27-9-4 16,-15 10 11-16,5-3 0 16,2 1 1-16,0 0 1 15,-1 1-13-15,1-1-2 16,-3 0 0-16,1-1-1 15,-3-2-3-15,1 0-1 16,1-2-18-16,-2 0-30 0,-2-2 26 16</inkml:trace>
  <inkml:trace contextRef="#ctx0" brushRef="#br1" timeOffset="-8254.15">1849 5497 1210 0,'57'-75'15'0,"16"-17"-9"15,3-9-2-15,8-14 0 16,-1-4 2-16,7-11 11 15,7-10 1-15,13-13 5 16,9-8-6-16,9-11-9 16,12-11-2-16,8-10-4 15,3-6-2-15,12-11 0 16,-4 4-2-16,6-5-17 16,0 3-12-16,0-3-86 15,0 0-122-15,1 2 116 16</inkml:trace>
  <inkml:trace contextRef="#ctx0" brushRef="#br1" timeOffset="-6873.47">2210 5116 1284 0,'38'-59'21'16,"4"-13"12"-16,1-6 6 16,6-15 3-16,1-9-5 15,6-14 8-15,2-8-9 0,7-14 10 16,6-3 5-16,3-12-33 16,0-3-12-16,4-3-3 15,0-7 0-15,3 1 0 16,0-1-3-16,-3 0 0 15,1 1 3-15,-4 6 0 16,0 1-3-16,-2 2 0 16,-5 3 2-16,-4 0-2 15,0 4 0-15,-8 5-14 16,-2 6-16-16,-12 8-45 16,-5 7 27-16,-6 14-29 15,-5 3-38-15,-3 9 63 16</inkml:trace>
  <inkml:trace contextRef="#ctx0" brushRef="#br1" timeOffset="-5206.42">2055 5174 566 0,'-22'7'7'0,"-1"-2"0"0,10-5 22 16,3 0 19-16,5-3 34 15,1-2 20-15,7-6-4 16,7-2-13-16,23-8-33 16,10-5-25-16,20-7-1 15,8-6-5-15,12-10-2 16,8-4-1-16,12-3-9 16,6-1-3-16,8 2 0 15,1-1-4-15,6-3 2 16,-2-1-4-16,-6 1 0 15,0 4 2-15,-8 7-4 16,-4 3-12-16,-10 6 6 16</inkml:trace>
  <inkml:trace contextRef="#ctx0" brushRef="#br1" timeOffset="-1355.95">18678 9690 1191 0,'24'1'50'0,"14"0"6"16,8-1-37-16,19-3-9 16,10 1 0-16,12-2 5 15,6 1 12-15,14 0 16 16,3 0 6-16,4-1-7 0,0 0-4 15,-6-1 4-15,-5 0-18 16,-1 3-15-16,-3-1-3 16,-5 2-6-16,-3-1 12 15,-5-2-6-15,-2 0 0 16,-2-3 3-16,-3-1 0 16,-7 0-4-16,-7-1 1 15,-16 1-3-15,-7 1-3 0,-17 2 0 16,-9 2 0-16,-16 3 15 15,1 0 33-15,-1 0 9 16,0 0 3-16,0-1-12 16,0 0-25-16,-1 0-14 15,0 0-6-15,0 0 3 16,-16-25-9-16,12 15-18 16,-2-3-2-16,-2-5-10 15,1-1 6-15,-2-6 9 16,1-3 6-16,4-8 12 15,5-5-3-15,6-11 6 16,5-7 0-16,5-18-3 16,1-8 3-16,-2-9-3 15,-2-3 0-15,-5 11 6 0,-5 6-3 16,-9 12 0-16,-2 6 6 16,-10 2-6-16,-2 1 0 15,-2 7 0-15,-1 7-3 16,4 11 3-16,1 7 0 15,5 9 0-15,1 4 9 16,5 6 24-16,1 3-7 16,6 6 1-16,-1 0-15 0,0 0-30 15,0 0-6-15,0 0 15 16,0 0 3-16,-1 1 6 16,-25 14 9-16,23-5-12 15,-1-1 0-15,0 5 6 16,0 1-6-16,-5 8 3 15,-2 8-3-15,-8 15-3 16,-3 6-3-16,-8 8 9 16,-1-2 3-16,-3-7-3 15,2-5 6-15,7-8 9 16,5-7 9-16,6-12 18 16,3-7 6-16,4-11-12 15,1-9-10-15,6-10-23 16,1-7-6-16,4-8-6 15,3-1 6-15,3-1 9 16,3-2-3-16,4-6 3 0,2-3 0 16,4-5-9-16,0 0 0 15,3 4 0-15,0 4 0 16,0 9 0-16,-3 4-6 16,0 9 3-16,-3 3 3 15,-1 7 6-15,-2 3 6 16,-1 5 0-16,-2 2 0 15,-1 4 6-15,0 3-3 0,-4 6 9 16,1 6-16-16,3 11 1 16,1 7 0-16,10 11 2 15,8 4 1-15,16-3-6 16,6-4-1-16,9-15-13 16,2-8-18-16,-1-14-66 15,3-9-84-15,5-17-394 16,0-9 469-16</inkml:trace>
  <inkml:trace contextRef="#ctx0" brushRef="#br1" timeOffset="11209.2">14297 2693 869 0,'-13'-13'41'0,"4"1"25"16,1 3-71-16,3 1 8 15,1 1 1-15,-1 1 8 16,-1 1 6-16,-1 1 25 16,1 0 5-16,6 4 20 15,0 0 2-15,0 0-20 16,6-3-13-16,20 3-23 16,6-1-6-16,15-2-3 15,6 0 3-15,5-1 0 16,4 1-2-16,8 0 3 15,-1 1 1-15,-6 2 6 16,-3 0-1-16,-12-2 2 16,-1 0 3-16,-2-2-5 15,-2-1 1-15,-5-1 1 16,-4-1 5-16,-1 1 28 16,-6 0 25-16,-9 1-1 15,-3 2-11-15,-12 1-9 0,3 2-6 16,-10 0-15-16,1-1-1 15,-18 1-17-15,-10 0-3 16,-9 1-9-16,-8 2 6 16,-3-1 0-16,-3 2-3 15,-2-1-3-15,-8 1 0 16,-13 0 0-16,-4-1 0 0,-3 3 3 16,1 1-3-16,9 1-3 15,3 1 3-15,8-1-3 16,6-2 0-16,16-2 0 15,13-1 0-15,16-1-3 16,9-1-3-16,18 0 6 16,9-1-3-16,21-1 12 15,12-1-9-15,11-2 3 16,3-1 0-16,7-1-3 16,4 1 0-16,5-1 0 15,0 2 0-15,-5-1 6 16,-7 0 3-16,-3 1-3 15,3 0 9-15,-6 0-6 16,-4 1 3-16,-14 0-3 16,-12 3-3-16,-16-1 0 15,-10 1 0-15,-13 0 0 0,0 0 3 16,-11 0 9-16,-13 1-6 16,-22 3 3-16,-14 0-10 15,-11 1-5-15,-3 0 0 16,-2 2 0-16,5-1 3 15,-13-1 3-15,-5 0-6 16,-2-1 0-16,0 1 0 16,11-1 0-16,7 1 0 0,13-1 0 15,6 1 0-15,20-1 0 16,12-1 0-16,14-2-6 16,7 0 0-16,14-1 4 15,13-2 2-15,22-2 2 16,13-1 4-16,15-2 0 15,7 0-3-15,10 0 0 16,0 0 0-16,-4-1-3 16,-5 0 0-16,-14 0 0 15,2 1 3-15,3 2 0 16,-7-1-3-16,-6 2 3 16,-12 0-3-16,-24 2 9 15,-5 1 3-15,-21 1 6 16,0 0 6-16,-15-3 0 0,-15 3-9 15,-28 1-7-15,-12 3-8 16,-16 1 0-16,-5 1 1 16,-2 1-1-16,-9 0 0 15,-1 2 2-15,3-1-2 16,11-1 2-16,9-1 2 16,15-3-1-16,10 1-3 15,20-3 0-15,15-1-3 16,25 0-3-16,16-2-2 15,29-2-13-15,14-2-3 0,29-3-36 16,19-1-20-16,13 1-55 16,6 0-35-16,18 3-120 15,-4 3-59-15,11 3 222 16</inkml:trace>
  <inkml:trace contextRef="#ctx0" brushRef="#br1" timeOffset="20126.12">11143 3669 810 0,'-5'-8'27'16,"0"3"-11"-16,0 0-16 15,-4-1 0-15,1 1 0 0,-5-4 7 16,2-2 2-16,0-1 32 15,-2-3 18-15,0-4 18 16,-1 0-18-16,-6-5-28 16,-1 1-11-16,-6-2-15 15,-3-1-5-15,-6 1 2 16,-4 2 0-16,-10 5-2 16,-3 2 0-16,-12 4-2 15,-3 1 2-15,-5 4-2 16,-2 0 2-16,-9 3 2 15,-3 2-2-15,-11 0 0 16,-4 2 2-16,-9 5-4 16,-4 2 0-16,-8 5 2 15,-2 4 0-15,4 9 2 0,2 3 0 16,11 12 6-16,7 2 8 16,24 8 17-16,13 4 7 15,23 12 3-15,11 11-6 16,13 20-20-16,7 10-7 15,14 13-10-15,4 3 4 16,14 4 0-16,5 9-1 16,11 2 1-16,9 7-2 15,13 2 0-15,8-2 2 0,8-3-4 16,4-9 2-16,9-19-6 16,2-11-21-16,11-28-213 15,5-12 168-15</inkml:trace>
  <inkml:trace contextRef="#ctx0" brushRef="#br1" timeOffset="21693.97">10428 5887 805 0,'-20'-18'68'0,"3"2"44"16,5 1-27-16,5 5-36 15,2 0-8-15,6 3-12 16,2 0 4-16,8 3 5 16,4 1-3-16,5 5-6 15,6 4-4-15,7 13-7 16,4 7-5-16,11 18-5 15,5 11-2-15,4 19-4 16,-1 9 0-16,-3 17-2 16,-2 6-4-16,-11 4 0 15,-3 0 2-15,-14 1-2 16,-7 1 0-16,-13 6 4 16,-6 7-2-16,-15-1 2 15,-6-2 4-15,-15-10-2 16,-10-6 2-16,-19-7 0 15,-8-6-4-15,-13-12 0 0,0-7-6 16,3-17-15-16,5-10-8 16,19-16-6-16,10-8-29 15,23-14 41-15</inkml:trace>
  <inkml:trace contextRef="#ctx0" brushRef="#br1" timeOffset="23293.51">10055 8390 1129 0,'-4'-10'77'0,"1"2"101"16,7 2-172-16,6 4-6 16,6 4 14-16,6 1 13 0,9 7 17 15,5 5 9-15,15 8 47 16,5 6-2-16,4 12-38 15,2 3-24-15,-9 5-30 16,-3 3-6-16,-9 4-15 16,-5 5-6-16,-13 10 3 15,-8 11 12-15,-15 14-3 16,-10 6 9-16,-18 8 21 16,-11 2 9-16,-20 5 36 15,-9-2-7-15,-9-6-17 16,0-9-21-16,9-27-24 15,8-14-21-15,16-30-89 16,7-14-90-16,16-25 104 16</inkml:trace>
  <inkml:trace contextRef="#ctx0" brushRef="#br1" timeOffset="26727.06">18159 4220 358 0,'48'0'15'16,"2"-1"20"-16,3-3-37 15,2-3 0-15,-5-3 2 16,0 0 0-16,-4-1 2 16,-2 0 3-16,-2 1 14 15,-6 2 8-15,-5 2 20 0,-6 2 6 16,-4 3-19-16,-4 0-11 16,2 1-21-16,0 0 0 15,-7 2-2-15,-2 0-4 16,-10-2-21-16,0 0-14 15,0 0 12-15,-6 6-1 0,-5-3 26 16,-2-1 2-16,-5 1-16 16,-1-1 0-16,-3 1-12 15,0 0 3-15,-2 1-30 16,-2-1-37-16,-1 2 60 16</inkml:trace>
  <inkml:trace contextRef="#ctx0" brushRef="#br1" timeOffset="27143.49">18247 4171 157 0,'60'-3'35'16,"5"0"51"-16,-2-1-8 0,7-2 7 15,1-1 10-15,-3-1-10 16,-2 1-15-16,-9 1-13 16,-7 2-14-16,-12 1-61 15,-6 0-64-15,-14 2-82 16,-7 0 23-16,-11-1 18 16,-7 0 36-16,-8 2 50 15,-2 0 0-15,-6 2 34 16</inkml:trace>
  <inkml:trace contextRef="#ctx0" brushRef="#br1" timeOffset="27763.27">18173 4135 750 0,'-28'2'7'15,"2"2"-77"-15,4-1-28 16,8 2-36-16,7-4 45 15,7 0 34-15,6-1 26 16,11-2 49-16,6-2 14 16,13 0 14-16,9-1-2 15,10 0-13-15,3 0-3 0,5 0 2 16,-2 1 4-16,-2 1 12 16,2 0 5-16,-6 1-6 15,-1 0-1-15,-8 1-14 16,-6 0-9-16,-8-1-10 15,-4 1-1-15,-9-3 4 16,-3 3 2-16,-8-1 2 16,-8 2 3-16,0 0 7 15,0 0-5-15,-14 3-9 16,-5 0-5-16,-10 3-18 16,-8 0-2-16,-9 1-7 15,-4-2 0-15,-8 0 5 16,1 1-3-16,-5-2-6 15,0 1-1-15,0-1 1 16,-1 2 6-16,2-2 9 16,6 0 5-16,8 1 5 15,6-1 2-15,14-1 7 0,3-1-1 16,11 1-1-16,13-3-8 16,0 0-4-16,2 3 0 15,15-4 5-15,7-1 4 16,15-4 9-16,7 0 3 15,21-4 4-15,6 1 2 16,11-1-9-16,5 1 0 0,7 1-9 16,2 1-6-16,3-1-1 15,5 1 0-15,-6-1-2 16,-2 1 0-16,-3-3 0 16,-4 1-4-16,0-1 4 15,0 1-3-15,-8 3-35 16,-6-1-126-16,-9 2 107 15</inkml:trace>
  <inkml:trace contextRef="#ctx0" brushRef="#br1" timeOffset="31629.35">18408 4349 356 0,'-2'-8'11'0,"1"-4"44"15,2-2-115-15,1-3 16 16,0-4 61-16,-2 0 52 15,-1-2 97-15,-1 2 37 16,-1 2-23-16,1 0-37 16,1 6-74-16,-2 1-12 15,4 5-17-15,-1 7-9 16,0-1-13-16,0 0-5 0,1 1-1 16,11 1 3-16,-6 16 7 15,2 11 7-15,-2 31 13 16,-4 22 1-16,-5 49-6 15,-5 27 1-15,0 40 1 16,3 11-15-16,9 0-33 16,3-14-6-16,2-34-12 15,-4-21 3-15,-5-36 17 16,-3-14 7-16,-4-32 0 16,1-13-6-16,-1-28-362 15,0-18 271-15</inkml:trace>
  <inkml:trace contextRef="#ctx0" brushRef="#br1" timeOffset="32176.62">18193 4841 1130 0,'6'-11'-38'0,"4"1"-46"16,2 3-12-16,-1 1 41 16,-3 3 76-16,-8 3 11 15,0 0 34-15,0 0 4 16,0 0-11-16,0 0-1 16,0 0-38-16,0 0-24 15,0-1-48-15,0 0-35 0,1 0-146 16,0 0-47-16,-1-1 88 15,13-27 34-15,-13 29 105 16</inkml:trace>
  <inkml:trace contextRef="#ctx0" brushRef="#br1" timeOffset="32759.42">18263 4811 1127 0,'9'28'56'0,"4"13"56"16,2 7-104-16,7 6-8 16,1-1 2-16,1-10-4 15,-3-4 0-15,-5-13-2 16,-4-6 2-16,-7-12 4 16,-5-8 6-16,0 0 3 15,0 0-1-15,0 0-4 16,0 0-4-16,0-17-6 15,2 6 2-15,0-1 2 16,2-1 2-16,5-2 4 16,3-2 2-16,2-6-5 15,2-5 1-15,-1-6-4 0,1-4 2 16,-3-4-2-16,1-1 0 16,-1 4-7-16,0 1-19 15,5 7-208-15,4 4 151 16</inkml:trace>
  <inkml:trace contextRef="#ctx0" brushRef="#br1" timeOffset="33509.61">18454 4287 1437 0,'-1'-4'-14'0,"1"4"-81"15,0 0 18-15,0 0 28 16,-1 0 24-16,-16-1 29 16,8 9 0-16,-9 7 3 15,-2 2-1-15,-5 5 0 16,1 2-4-16,2-1-4 15,4-2-2-15,5-1-9 16,1-4-9-16,5-5-14 16,4-1-5-16,0-6 2 15,0-2 0-15,3-2 25 16,0 0 8-16,-1 0 8 0,1 0 11 16,-2-24 8-16,8 3 8 15,6-9 19-15,-3-3-1 16,5-1-1-16,2-3-7 15,-1 2-10-15,2 0 0 16,2 9 4-16,-1 5 6 16,-4 10-10-16,1 5-2 15,-1 10-4-15,2 10-1 16,3 13-9-16,5 8 1 0,8 6-10 16,5-3-10-16,5-12-48 15,0-9-55-15,-3-17 59 16</inkml:trace>
  <inkml:trace contextRef="#ctx0" brushRef="#br1" timeOffset="49291.68">18255 9543 1520 0,'-11'2'-8'0,"43"-9"12"0,-2 0-2 0,-1-1 0 16,-2 1-2-16,0 0 0 15,-2 1 0-15,-1 1 0 16,-3 3 6-16,-4 2-4 16,-5 3-2-16,-2 1 4 15,-3 1-1-15,-1-1 3 16,-1-1 6-16,-2 0 9 16,-3-3 6-16,0 0 12 0,0 0 26 15,0 0 25-15,0 0 21 16,0 0-4-16,0 0-17 15,0 0-30-15,0 1-31 16,0 0-17-16,0 0-9 16,0 0-3-16,-6 28-3 15,4-14 3-15,2 1 0 16,-1 0 6-16,2-1-6 16,0-1 0-16,1-1-6 15,1-1 0-15,0-2 0 16,2-1-17-16,0-3-25 15,1-1-12-15,0-4-80 16,-1-2-64-16,2-8 118 16</inkml:trace>
  <inkml:trace contextRef="#ctx0" brushRef="#br1" timeOffset="62758.83">15431 11227 1328 0,'0'0'93'0,"0"0"105"16,0 0-73-16,13 0-146 15,6-1 0-15,15-3 33 16,9 2 48-16,14-2 87 15,10 1 41-15,13-2 36 16,6-1-74-16,13-2-21 16,6 0-48-16,5-1-33 15,5 1-5-15,3 0-8 16,-2-1 0-16,10 4 2 16,-1 0-2-16,-2 1-5 15,3-1-6-15,-8-1-10 16,-4 2-7-16,-2-3-3 0,-3 1-2 15,-8 1-2-15,-4 0 0 16,-16 3 0-16,-5 1 0 16,-13-1-3-16,-8 1-5 15,-13 0-22-15,-6-3-17 16,-13 0-53-16,-7-1-33 16,-10-2-121-16,-9 2-129 0,-14-6-148 15,-8 3 424-15</inkml:trace>
  <inkml:trace contextRef="#ctx0" brushRef="#br1" timeOffset="63241.47">16024 11301 1631 0,'65'0'257'16,"8"0"155"-16,9-2-280 0,16 1-127 16,7 1 12-1,10 0 41-15,5 0 23 0,1 1 23 16,4 3-14-16,0 3-5 16,-6-1-14-16,-4 0-27 15,-2-3-10-15,-5-2-15 16,-5-1-7-16,-9-3-6 15,-6-1-2-15,-15 1-2 16,-2-2-1-16,-9 1-1 16,-6-1-1-16,-5-3-11 15,-6 0-8-15,-11-1-34 16,-6-2-21-16,-10 1-83 16,-4-3-93-16,-13-3-325 15,-5-1 235-15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7:26:37.6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669 6001 1103 0,'8'-6'-15'16,"1"-3"15"-16,-1 0 6 16,2-1 3-16,0 0 5 15,1 0 7-15,-1 1 2 16,4-2 3-16,2 1-7 16,8-3-7-16,3-3-1 15,10-4-3-15,6-2 0 16,10-8 3-16,6-2 5 0,9-6 5 15,5-1 4 1,9-5 6-16,3 0 0 0,4-3-2 16,6-2 1-16,0 1-7 15,2-2-2-15,9-9 0 16,3-3 5-16,12-5 12 16,3 0 25-16,9 4-21 15,0 0-16-15,0-1-17 16,0 3-3-16,-11 1 0 15,-4 4-3-15,-9 4 0 16,-6 3-3-16,-8 1 0 16,-2 1 3-16,-11 4-3 15,-3 0 6-15,-9 3 0 16,-4 2-6-16,-6 2-3 16,-3 1-6-16,-8 2-24 0,-6 1-14 15,-11 3-52-15,-6 2 38 16,-11 8-131-16,-5 0 120 15</inkml:trace>
  <inkml:trace contextRef="#ctx0" brushRef="#br0" timeOffset="800">1922 5153 1065 0,'156'-122'104'0,"11"-5"16"0,0-4-25 16,3-7-33-16,0 1-11 16,7-2-16-16,-3 0 7 15,-3 3-6-15,-5-1-9 16,-13 12-12-16,-4 1-9 16,-14 7-3-16,-5 4 0 15,-10 8 3-15,-5 3-1 0,-12 13-7 16,-6 5-1-16,-13 8-18 15,-7 6-15-15,-13 7-30 16,-5 3 25-16,-14 8-63 16,-6 5-67-16,-14 14 94 15</inkml:trace>
  <inkml:trace contextRef="#ctx0" brushRef="#br0" timeOffset="1567.38">368 6935 1454 0,'84'-75'2'16,"16"-22"2"-16,9-8 0 16,13-22-4-16,3-8 2 15,13-14 0-15,7-11 0 16,8-8-1-16,5-7 1 15,4-10 4-15,9-4-2 16,7-8 6-16,7-5 1 16,10-7 5-16,3-6 1 0,8-2 2 15,-2-5 8-15,3-1-12 16,-7-2-9-16,-6-1 0 16,-6 8 3-16,-14 1 15 15,-7 10 17-15,-13 5 7 16,-2 8 3-16,-15 14-15 15,-1 7-18-15,-11 14-15 16,-8 9-15-16,-12 17-33 16,-8 6-27-16,-19 21-74 15,-9 8 49-15,-19 18-242 16,-12 8 204-16</inkml:trace>
  <inkml:trace contextRef="#ctx0" brushRef="#br0" timeOffset="10732.41">2459 9276 1986 0,'21'156'-6'16,"-7"24"6"-16,-5 14 0 15,-5 24-3-15,-4 9 3 16,0 14 0-16,0 2 12 15,0 0 3-15,0-4 12 16,0-1 75-16,0-2 44 16,-5-11 21-16,2-4 3 0,-5-16-72 15,0-10-25-15,0-20-32 16,0-15-13-16,2-31-21 16,0-19-14-16,1-36-104 15,2-18-98-15,6-31 74 16</inkml:trace>
  <inkml:trace contextRef="#ctx0" brushRef="#br0" timeOffset="11217.17">500 11981 2322 0,'125'-1'-177'16,"26"-4"96"-16,54-11 84 16,25-1 6-16,48-4 0 15,27 0-3-15,35 6-3 16,14 3 12-16,29 5 33 16,1 6 14-16,19 4 31 15,5 3-27-15,7 7-11 16,7 0-12-16,0 4-19 15,2-2-11-15,-4 0-9 16,-17-1 1-16,-15-2-4 16,-13 0-2-16,-37 0-3 15,-13 0-2-15,-49 0-10 16,-25-1-18-16,-52-1-66 16,-26-2-93-16,-53-4-196 15,-26-4 192-15</inkml:trace>
  <inkml:trace contextRef="#ctx0" brushRef="#br0" timeOffset="12198.67">3593 10940 1334 0,'-6'11'23'15,"5"2"-3"-15,1 2-44 16,4 2 17-16,6-2 14 15,3-3 20-15,5-3 4 0,4-9 4 16,2-3-2-16,4-12-8 16,1-7-1-16,2-10-19 15,-4-3-5-15,-6-1 0 16,-4-1-3-16,-15 9 1 16,-4 2 4-16,-13 8 11 15,-7 5 9-15,-10 8 14 16,-1 4-6-16,-2 9-6 15,2 4-4-15,8 4 1 16,5 0-3-16,11-2-24 16,3-1-50-16,15-7-97 15,7-5-173-15,10-11 199 16</inkml:trace>
  <inkml:trace contextRef="#ctx0" brushRef="#br0" timeOffset="12581.89">4434 10185 2073 0,'-23'20'146'15,"4"4"44"-15,12 3-202 16,6 2-3-16,7-6 4 16,6-5 1-16,9-10 5 15,5-5 5-15,9-11 15 16,4-7 16-16,6-10-1 16,2-5-6-16,-1-4-15 15,-2 0-3-15,-9 4-6 16,-6 2 2-16,-16 5 2 15,-7 4 0-15,-15 5 7 16,-8 1 5-16,-12 6-2 16,-4 2 0-16,-1 8-5 15,-2 5-9-15,6 3 0 0,6 2-33 16,9-5-146-16,15-8-213 16,6-8 183-16</inkml:trace>
  <inkml:trace contextRef="#ctx0" brushRef="#br0" timeOffset="12998.62">5665 9443 2085 0,'-21'14'167'16,"3"4"57"-16,4 4-229 15,1 1-13-15,12-4-3 16,2-4 2-16,12-8-6 16,8-4 6-16,13-12 11 15,6-5 0-15,15-13 6 16,6-4-13-16,10-5-27 15,4-1-33-15,-6 2-8 16,-8 2 14-16,-23 5 39 0,-13 5 30 16,-28 5 63-16,-13 3 50 15,-17 6 31-15,-7 5-20 16,-3 6-17-16,3 5-35 16,4 5-44-16,5 1-14 15,10 0-48-15,4 0-81 16,15-5-180-16,9-4-285 15,25-8 387-15</inkml:trace>
  <inkml:trace contextRef="#ctx0" brushRef="#br0" timeOffset="13365.84">7078 8942 1956 0,'-29'-11'177'0,"-1"3"12"16,1 6-211-16,1 7-59 15,-2 2 10-15,2 6 56 16,0 0 15-16,6-3 0 16,5-1 3-16,11-4 18 15,5-3 38-15,13-7 47 16,9-3-24-16,12-15-3 0,7-5-17 15,8-6-40 1,-1-2-4-16,3 0-1 0,-3 2 4 16,-12 6 3-16,-10 2 3 15,-30 4 3-15,-15 3 0 16,-20 7-5-16,-8 3-11 16,-9 9-15-16,-1 6-8 15,-3 7-112-15,-1 1-124 16,-10-2 94-16</inkml:trace>
  <inkml:trace contextRef="#ctx0" brushRef="#br0" timeOffset="14467.28">1632 12369 1322 0,'9'2'22'0,"9"-3"1"0,16-11 2 16,10-8 0-16,24-14 10 15,17-10 2-15,30-18-4 16,17-10 10-16,32-17 50 16,13-6 17-16,31-12 57 15,16-4 28-15,29-6-4 16,12-3-71-16,28-3-45 16,5-3-19-16,24-6-38 15,6 2-5-15,6 7-9 16,4 5-3-16,-9 9 5 15,-5 4-2-15,-18 7 3 16,-11 6 0-16,-23 12 2 16,-17 8-7-16,-16 9-2 15,-11 5 0-15,-24 7-24 16,-13 2-50-16,-33 4-145 0,-17 2-175 16,-32 8 164-16</inkml:trace>
  <inkml:trace contextRef="#ctx0" brushRef="#br0" timeOffset="17032.75">1990 12443 1369 0,'0'5'-6'0,"0"-5"0"16,0 0-2-16,0 0 3 15,0 0 1-15,1-1 4 16,19-17 0-16,-11 10 4 16,2-2 1-16,2 1 7 15,-1-1 2-15,1 0 5 0,-2-1 0 16,1 2 1-16,0-1-5 15,-3 4-1-15,1 1-6 16,-2 2-3-16,-2 0-1 16,0 0-2-16,1-2 0 15,0 1 0-15,-1 0-2 16,-2 0 0-16,-4 4 0 16,0 0 0-16,0 0 6 15,0 0 4-15,0 0 1 0,0 0 5 16,-1 1-5-16,0 0 6 15,0 0-2-15,0 0 0 16,0 0 3-16,1-1 6 16,0 1 9-16,0-1 23 15,12 0 13-15,3-13 15 16,4-3 2-16,9-8-5 16,3-5-9-16,7-7-3 15,4-6 2-15,12-10 6 16,8-5-11-16,14-14 13 15,11-5 7-15,9-15-7 16,6-8-38-16,9-11-18 16,0-4-11-16,4-5-9 15,1-3 0-15,-4-4-3 0,1-1 0 16,3 0 5-16,-2 1 4 16,3-7 2-16,5-5-1 15,1-12-6-15,2 1-2 16,3-4-2-16,0 2-1 15,1-4 4-15,4-2 5 16,3-1 11-16,3 1 3 16,0-1-2-16,-3 2-5 0,-4 8-7 15,-6 2-6-15,-8 11-2 16,1 7 0-16,-8 1-2 16,-5 11 2-16,-5 9-5 15,-2 5-3-15,-12 11-25 16,-7 4-19-16,-14 10-53 15,-8 6-109-15,-10 12-161 16,-3 2-366-16,-27 11 586 16</inkml:trace>
  <inkml:trace contextRef="#ctx0" brushRef="#br0" timeOffset="19416.52">2045 12273 757 0,'0'1'0'0,"0"0"0"16,0-1 5-16,0 1 2 15,0 0 13-15,0 0 42 16,0 0 10-16,0 0 24 15,0 0-19-15,0 0-35 16,0 1-15-16,0 0-15 16,0 0-2-16,0-1 13 15,0 1 10-15,0-1 9 16,0 0 1-16,0 0-6 0,0-1-4 16,0 1-8-16,0 0 4 15,0 0-4-15,0-1 0 16,0 0 1-16,0 0-4 15,0 0 5-15,0 0-9 16,0 0-18-16,0 0 0 16,0 0-6-16,0 0 0 15,0-1 6-15,0 0 0 0,0 0 3 16,0 1 0-16,1-1 6 16,-1 0-3-16,1 0 6 15,-1 0 3-15,1 0 9 16,-1 0-4-16,0 1-2 15,1-1-3-15,0 0 0 16,0 0-3-16,0 0 0 16,0 0-3-16,0 0 6 15,-1 1-9-15,1-1 3 16,1 0-6-16,0 0-3 16,-1 0 6-16,1 0-6 15,25-19 3-15,-27 20-3 16,0 0 3-16,0 0-3 15,1 0 6-15,0 0 3 16,-1 0 0-16,1 0 12 16,-1 0 0-16,15-12-6 0,-4 4 3 15,2-3 9-15,5-3 2 16,8-5 22-16,6-3 9 16,7-8 21-16,6-4 8 15,9-8 14-15,6-3-25 16,11-8 11-16,8-4 2 15,12-7-24-15,3-6-22 16,13-12-12-16,6-5-2 0,9-9-9 16,8-4 0-16,7-9-2 15,3-4-4-15,6-9 4 16,0-1-3-16,7-1 6 16,2-2 6-16,7-2-2 15,0-4 4-15,2-3-11 16,0 3-7-16,-2 5-5 15,3 5-4-15,-7 3-4 16,0 2 2-16,-5 3 0 16,-5 4-1-16,0 5 4 15,-5 2-2-15,2 4-4 16,-9 0 2-16,-10-2-4 16,2 1 3-16,-10 7 2 15,2 3-8-15,-11 7-18 16,-8 4-19-16,-22 6-30 0,-4 7-22 15,-14 13-40 1,-9 9-84-16,-20 13-153 0,-11 3-337 16,-22 3 568-16</inkml:trace>
  <inkml:trace contextRef="#ctx0" brushRef="#br0" timeOffset="46020.88">16979 4239 64 0,'14'-2'4'15,"2"-3"7"-15,3 2 16 16,3-1 55-16,6-2 33 15,7 0 37-15,7 1 57 16,7-2-54-16,2 3-39 16,6 1-64-16,2 0-13 15,8 2-12-15,9 0-4 0,5 1 12 16,4 0 6-16,10 1 9 16,3 0-3-16,15-1-12 15,6-1-8-15,8-2-4 16,1-3-2-16,3 1 6 15,1 1 2-15,-2 0-3 16,-2 1-9-16,-7-1-5 16,0-1-5-16,-1-2-1 15,-3-2-2-15,-1-3 0 16,-2-2-4-16,-7-3 0 16,0-1 2-16,-6 0-2 15,-5 1 4-15,-11 1-8 16,-7 3-2-16,-18 0-52 15,-8 1-163-15,-17 2 140 16</inkml:trace>
  <inkml:trace contextRef="#ctx0" brushRef="#br0" timeOffset="64163.04">16943 4207 239 0,'-23'0'43'0,"2"1"74"15,-2 0-61-15,0 0 46 16,4-1 23-16,0-1 28 16,5-1-10-16,7 0-31 15,1-1-27-15,6 3-25 16,0 0-11-16,0 0-18 15,0 0-6-15,15-7-12 16,-3 7-3-16,9 0-4 0,5 2 0 16,16-1-1-1,10 1 1-15,17-1 0 0,15 0 2 16,17-3-4-16,13-2 0 16,23-3-1-16,5-1-1 0,20-5 4 15,6-2 0-15,11 0 9 16,5-1 7-1,11 0 3-15,2 1 0 0,0 2-5 16,-1 1-5-16,-1 2 6 16,-8 2-9-16,-2 1-9 15,-6 0 3-15,-14 1-3 16,-5 0 3-16,-22 2 9 16,-8 1 3-16,-21 1-3 15,-8 1 0-15,-14 0-6 16,-11 1-9-16,-15 2 0 15,-11-1-3-15,-18 0-24 16,-5-1-36-16,-14-5-91 16,-1 3 108-16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7:10:55.444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2410 1823 707 0,'4'-16'112'0,"-3"-3"15"16,-2-1-10-16,-7-4-30 16,-3 0-6-16,-5 0-11 15,-4 2-16-15,-7 4-23 16,-6 4-9-16,-8 5-13 15,-6 5 1-15,-4 6-4 16,-4 4 1-16,-4 6-3 16,-3 7 0-16,0 8 0 15,3 5-4-15,7 11 2 16,3 4 0-16,12 17 0 16,4 7 4-16,12 17-4 15,7 5 3-15,10 4 1 0,4 0-2 16,13-9 0-1,3-7-4-15,10-14 0 0,4-11 2 16,6-14 6-16,7-8 5 16,2-15-1-16,7-11 1 15,5-18-1-15,-3-10 20 16,-1-18 4-16,-7-3-6 0,-8-11-15 16,-2-3-3-16,-13-5-7 15,-6 1-5-15,-17 4-5 16,-7 5-10-16,-15 8-24 15,-6 7-6-15,-15 8 2 16,-3 6 17-16,-9 11 9 16,-1 6 3-16,7 12 14 15,6 5 0-15,15 5 2 16,10 1 2-16,17-2-2 16,9 1 2-16,17-2 4 15,10-3-2-15,15-4 3 16,7-5 5-16,7-5 5 15,-2-2 22-15,-4-3 13 16,-6-1-7-16,-7-1-2 16,-6 2 3-16,-12 1-9 15,-5 1 3-15,-12 2-6 16,-10 2-15-16,1 0 8 0,-1 0-2 16,3 12 0-16,-7 3 0 15,2 12-15-15,2 8-12 16,2 13 0-16,5 3 0 15,2-2-9-15,-1-5-3 16,3-15-107-16,0-6-61 16,-1-15-105-16,3-7 198 0</inkml:trace>
  <inkml:trace contextRef="#ctx0" brushRef="#br0" timeOffset="381.36">2662 2228 1522 0,'21'35'-52'15,"0"-1"34"-15,-4 2 24 16,-1 1 6-16,-5 0 5 16,-5-2 4-16,-5-5 6 0,-1-3 33 15,-5-9 18-15,0-3-7 16,-2-9-11-16,1-5-9 16,-1-8-15-16,0-10-15 15,3-15-15-15,2-10-15 16,6-11-9-16,3-2-3 15,5 0 0-15,1 6 0 16,2 9-18-16,-1 6-30 0,-1 9-89 16,-1 6 44-16,-1 8 70 15</inkml:trace>
  <inkml:trace contextRef="#ctx0" brushRef="#br0" timeOffset="997.69">3222 2441 1132 0,'0'-17'-5'0,"-8"-2"12"0,-3-1 9 15,-7-3 11-15,-3-1 18 16,-4-1 18-16,-2 1 5 16,-3 6-8-16,1 5-9 15,0 12-18-15,2 6-8 16,4 15-4-16,3 7 10 16,4 13-4-16,2 8 0 0,7 5-3 15,2-1-12-15,8-3 2 16,4-6-11-16,6-9 6 15,3-8 0-15,7-9 6 16,2-8 9-16,5-10 12 16,-1-8-3-16,4-10 0 15,-3-4-15-15,-1-8-9 16,-2-1-6-16,-7-4-3 16,-4-1 6-16,-6-3-3 15,-3 1 0-15,-4 4-3 16,0 4-3-16,-3 8 3 15,0 7 0-15,0 16-3 16,0 0-3-16,0 25 3 16,3 12-9-16,0 22 9 15,-2 4 6-15,3-1 3 16,0-6 3-16,5-20-9 0,4-8-9 16,2-21-6-16,4-7-18 15,4-20-18-15,1-9-33 16,5-19-59-16,0-7 64 15,-1-11-39-15,2-5-29 16,-6-2-146-16,-4-2 145 16</inkml:trace>
  <inkml:trace contextRef="#ctx0" brushRef="#br0" timeOffset="1184.36">3667 1971 1429 0,'10'89'25'15,"0"7"-2"-15,-6 4-9 16,-1-5-4-16,-3-14-9 16,0-10 3-16,-2-25-2 15,0-13 0-15,1-19 0 16,-3-8-2-16,-3-18-50 16,0-7-68-16,-2-19 71 15</inkml:trace>
  <inkml:trace contextRef="#ctx0" brushRef="#br0" timeOffset="1563.91">3398 2423 1365 0,'7'37'58'0,"5"-5"-6"15,7-10-23-15,1-3-7 16,6-8-11-16,0-6 2 0,6-8 5 15,0-8-6-15,2-7-24 16,0-4-13-16,-3-3-2 16,-1-1-10-16,-2 0-21 15,-1 2-14-15,-1 4-24 16,-2 4-5-16,-3 8 25 16,-2 4 8-16,-5 7 47 15,-1 5 17-15,-3 8 26 16,0 2 13-16,-2 7 11 15,-1 1 2-15,0 2 7 16,-2 0-3-16,-2-6-11 16,-1-3-10-16,-2-11-20 15,0-8-7-15,0 0-6 16,-6-3-6-16,0-14-77 16,-2-3-62-16,-2-8-148 15,2-5 115-15</inkml:trace>
  <inkml:trace contextRef="#ctx0" brushRef="#br0" timeOffset="1682.2">3953 2161 1144 0,'13'0'-328'0,"0"0"203"15</inkml:trace>
  <inkml:trace contextRef="#ctx0" brushRef="#br0" timeOffset="2448.38">4166 2503 1855 0,'17'-8'-6'0,"0"-6"6"16,1-4 3-16,0-5 3 16,2-3-3-16,-2-5-3 15,-2-2 0-15,-6-1-21 0,-3 0-15 16,-5 2-21-16,-6 2-6 16,-3 7-17-16,-4 5 11 15,-5 9 46-15,-1 5 6 16,-5 12 15-16,1 5 10 15,1 12-5-15,0 7 5 16,6 14 6-16,0 5 3 16,7 8 23-16,6-2-1 15,4-9-12-15,7-8-15 0,5-14 0 16,3-7-4-16,3-11 7 16,3-5 3-16,1-11 0 15,1-7-3-15,3-6-6 16,-1-6-3-16,-2-7-3 15,0-2-3-15,-5-2-12 16,-2 2 3-16,-5 4-3 16,-2 7 6-16,-4 5 6 15,-1 5 3-15,-2 6 0 16,-5 9 3-16,0 0-6 16,9 3 12-16,-4 15-6 15,2 6 12-15,1 10-3 16,1 3-3-16,0-2 3 15,0-4-9-15,2-13 3 16,-1-7-9-16,2-11 9 16,1-7-3-16,3-10 6 0,2-6 0 15,1-9-6-15,-1-2-6 16,-3-1 3-16,-3 3 0 16,-3 6-3-16,1 4 0 15,-2 11-9-15,2 6-3 16,1 11 0-16,1 10 6 15,5 13 3-15,3 5 9 0,2 7 0 16,4-3-3-16,3-11 3 16,0-7-9-16,0-20-9 15,-2-8-18-15,0-20-96 16,-1-9-44-16,2-12 25 16,0-4-7-16,-1-3 11 15,-1 0-24-15,-4-5 117 16</inkml:trace>
  <inkml:trace contextRef="#ctx0" brushRef="#br0" timeOffset="2648.29">5306 1933 1640 0,'3'83'6'0,"-3"-4"0"16,-2-9-3-16,-3-15-3 15,-1-10 0-15,-2-16 0 0,1-8-18 16,-4-14-45-16,-2-7 5 16,-9-7-83-16,-6-5-235 15,-6-2 198-15</inkml:trace>
  <inkml:trace contextRef="#ctx0" brushRef="#br0" timeOffset="2814.88">4922 2311 1658 0,'19'3'185'16,"7"-3"-21"-16,18-5-86 16,7-7-24-16,18-7-39 15,5-1-9-15,5-3-18 16,0 0-39-16,2 2-78 16,2-1-74-16,5 2-304 15,2-2 374-15</inkml:trace>
  <inkml:trace contextRef="#ctx0" brushRef="#br0" timeOffset="3702.43">6539 1682 1419 0,'10'25'2'0,"-1"8"39"16,-3 13 27-16,0 10 86 0,1 11 2 16,-4 5-10-16,0-1-23 15,0-5-28 1,3-9-50-16,1-6-30 0,2-13-21 15,0-8 6-15,-5-15-3 16,-4-14 3-16,0-1-12 16,5-2-47-16,-9-14-58 15,-3-5-20-15,-6-2-4 16,-5-1 30-16,-4 3 64 16,-5 2 17-16,0 5 33 15,1 5 9-15,2 4 6 16,3 5 6-16,1 13-4 15,1 3 4-15,4 12 0 16,0 4-6-16,7 6-3 16,4-2-6-16,6-1-3 0,7-4-3 15,6-8 9-15,1-5-3 16,6-11 6-16,1-6-6 16,9-9 0-16,10-4 0 15,6-7-6-15,9-3 6 16,2-2-3-16,-2 0-3 15,-7 2 3-15,-8 2-3 0,-13 3 6 16,-7 2 0-16,-10 5 9 16,-5 3 14-16,-7 7 37 15,0 0 6 1,0 0 9-16,0 0-19 0,0 0-29 16,0 0-6-16,12 4-18 15,3-2-4-15,5-2-3 16,5-1 0-16,2-6 1 15,3-3-3-15,-1-5 4 16,-1-3-2-16,4-2-1 16,-4-3-3-16,-3-4-2 15,-6 0-8-15,-13-3-7 16,-6 2-5-16,-12 1-15 16,-6 4 12-16,-9 6 6 15,-1 7 18-15,-2 13 12 16,1 9 0-16,3 15 9 0,0 9-15 15,2 10 6-15,2 5 0 16,8 2-2-16,6-3 3 16,11-10-8-16,8-6-1 15,9-14 1-15,6-5-5 16,5-14-19-16,5-5-29 16,8-13-68-16,4-4-28 15,2-5-59-15,-3 1-45 0,-3 0-44 16,-4 3 182-1</inkml:trace>
  <inkml:trace contextRef="#ctx0" brushRef="#br0" timeOffset="4283.53">7763 1926 1264 0,'-43'15'52'0,"-7"9"14"16,-3 3 0-16,6 3 8 15,6 1 71-15,11-5-11 16,7-2-41-16,12-7-69 15,10-2-12-15,10-2 5 16,10 0 10-16,16-2-9 16,3-1 3-16,9-1-15 15,4 0-12-15,-6-2 0 16,-7 0-9-16,-12 3 0 16,-9 0 3-16,-16 7-12 15,-6 2-5-15,-22 4-16 16,-11 2 0-16,-13 1 27 15,-7-1 6-15,1-3 18 16,6-3 6-16,8-9-3 16,12-6 0-16,12-12-90 0,5-9-65 15,14-15-104-15,5-5-118 16,13-6 170-16</inkml:trace>
  <inkml:trace contextRef="#ctx0" brushRef="#br0" timeOffset="4697.32">8041 2186 2494 0,'1'19'-43'0,"3"-6"29"16,2-5 13-16,1-2 3 15,1-4 3-15,5-2 1 16,3-1-2-16,3-4-4 16,3-1-2-16,2-2-22 15,-1-2-7-15,-1 0-8 16,-3-2-2-16,-1 1 19 16,-2 1 7-16,-6 0 15 15,-3 2 0-15,-6 2-3 16,-1 6 0-16,0 0 3 15,0 0 3-15,-1 0 6 0,-18 1-3 16,9 6-6-16,-2-1 0 16,2-1 3-16,1 1 6 15,3-4-6-15,6-2-3 16,0 0-45-16,0 0-32 16,0 0-70-16,10-7-50 15,-2-6-121-15,2-3 39 0,2-7 170 16</inkml:trace>
  <inkml:trace contextRef="#ctx0" brushRef="#br0" timeOffset="5137.14">8204 1879 1711 0,'-3'9'-140'0,"3"-9"152"16,0 0 51-16,-1 0 74 0,0 0 42 16,1-1 13-16,-21-16-34 15,12 6-103-15,1 1-26 16,-5-2-32-16,-1 0 1 15,-2 4-2-15,0 1 4 16,-3 7 1-16,-3 4-1 16,0 9-1-16,-3 5-10 15,3 11 2-15,-1 9 4 16,1 12 1-16,0 6 4 16,4 2 0-16,4-4 0 0,9-11-1 15,6-7-4-15,14-14-18 16,7-7-21-16,13-15-108 15,6-6-25-15,9-13-38 16,-3-5 7-16,2-4 125 16,-4 0-18-16,-6 1-231 15,1 1 182-15</inkml:trace>
  <inkml:trace contextRef="#ctx0" brushRef="#br0" timeOffset="6247.53">8471 2091 2058 0,'10'15'-36'16,"4"-3"36"-16,4-6 15 15,1-6 24-15,2-2 27 16,0-8 23-16,0-4-4 15,3-8-45-15,-2-3-23 16,1-7-28-16,-5-1-8 0,-6 0-8 16,-2 2-22-1,-10 7-14-15,-2 4-17 0,-9 8 14 16,-5 5 15-16,-5 10 33 16,-2 6 15-16,-2 14 3 15,1 5-6-15,-1 14 12 16,2 5 6-16,6 8 24 15,4-1 9-15,9-5-9 16,5-6 3-16,10-15-18 16,4-6-1-16,8-13 10 15,0-9 6-15,8-14 3 16,3-8-18-16,3-8-13 16,2-4-8-16,-3 0-3 15,-2 0-2-15,-5 1-7 16,-3 4-6-16,-6 7 0 15,-2 2-3-15,-6 7 18 16,-4 4-3-16,-3 5-3 0,-2 7 0 16,-1 9 9-16,-2 5 12 15,0 13 15-15,-2 2 6 16,2 3-14-16,2 0-9 16,3-9-5-16,3-3-3 15,0-13-2-15,4-6 2 16,1-12 1-16,2-6 1 0,3-8-3 15,1-2-6-15,0-4-6 16,0-2 1-16,-2 3-4 16,-2 1-1-16,2 8 6 15,-1 4 0-15,-1 9 6 16,1 3 6-16,1 8 9 16,-1 6 6-16,1 9 3 15,-4 5-4-15,1 3 1 16,2-1-7-16,-1-8-3 15,1-7-5-15,0-11-5 16,-1-8-3-16,5-16-15 16,3-8-22-16,1-12-63 15,0-3-8-15,-3-6 14 16,0-1 25-16,-2-3 2 16,1-2-9-16,0 1-3 15,-2 4 7-15,0 11 56 0,-4 10 42 16,-2 15 48-16,0 11 20 15,-2 15 1-15,1 10 5 16,-2 23-11-16,-4 8-12 16,-1 15-15-16,-3 5-22 15,2-4-17-15,0-5-12 16,-1-13-6-16,1-11 0 16,-3-18-6-16,0-7-98 0,-8-14-43 15,-3-8-5-15,-7-12-105 16,-6-6 156-16,-2-3-64 15,-3 1-15-15,-4 8 10 16,-2 3 31-16,5 12 141 16,0 5 60-16,8 3 77 15,6 4-4-15,9 1 1 16,7 1-18-16,13 2-31 16,11-2-2-16,16 0 31 15,10-3-20-15,14-5-42 16,6-3-6-16,9-7-18 15,1 0-6-15,0-8-75 16,-3 0-45-16,-7-5-154 0,-6 1-75 16,-11 7 207-1</inkml:trace>
  <inkml:trace contextRef="#ctx0" brushRef="#br0" timeOffset="10465.34">2559 3060 1508 0,'26'-3'-58'15,"19"-4"68"-15,7 0 11 0,17-2 8 16,11 0-6-16,18 1-3 16,12 0 10-16,21 0-18 15,12 0 0-15,17 0-9 16,12-2 0-16,13-1 0 15,6-2 0-15,7-3 6 16,0-2-6-16,-5 0 24 16,-4 0-1-16,-14 4 16 15,-6 3 3-15,-19 3 6 16,-11 6-3-16,-19 2-12 16,-15 5-1-16,-24 2-26 15,-15 0-3-15,-28-2-32 16,-11-2-34-16,-18-4-129 15,-10-5-7-15,-19-8 140 16</inkml:trace>
  <inkml:trace contextRef="#ctx0" brushRef="#br0" timeOffset="12631.49">3098 3315 285 0,'0'0'2'16,"0"0"11"-16,0 0 31 16,0 0 49-16,0 0 56 15,-1 0 25-15,0 0-29 16,0 0-51-16,1 0-17 16,-1 0-30-16,0 0-9 15,0 0-8-15,0 0-7 0,0 0-8 16,0 0 1-16,1 1-1 15,-1 0-3-15,-11 21 3 16,14-7 1-16,-1 10 5 16,2 8 1-16,-1 16-1 15,2 6-4-15,-2 5-3 16,0-1-6-16,4-7-5 16,-1-5 3-16,0-7-6 15,1-2 4-15,-4-10-2 16,-1-2 0-16,-1-9 4 15,-1-4-2-15,0-7 2 16,1-6-5-16,0 0 3 16,0 0 0-16,0 0 10 15,0 0 5-15,0 0 1 16,0 0-5-16,0-1-9 16,0 0 2-16,-1 1 3 0,1-1 10 15,-2 0 9-15,-28-22-3 16,24 20-12-16,6 3 0 15,-1 0-9-15,0 0-3 16,0 0-3-16,0-1 0 16,0 0-3-16,0 0-3 15,1 0 3-15,-1 1-3 16,0 0 0-16,0 0 6 0,0 0-3 16,0 0-3-16,0 0 0 15,0 0 3-15,1 0 0 16,-13 19 0-16,16-11 3 15,1 4 0-15,0-1 0 16,-1-2 0-16,2 1-3 16,0-1 3-16,3 3-6 15,5 2 3-15,3 1 3 16,3 0 0-16,7-2 6 16,-3-2-3-16,6-5-3 15,-1-4 9-15,2-11 6 16,1-9 9-16,3-15-1 15,0-7-11-15,1-12-6 16,-4 0-3-16,-10-1 0 16,-7 2 3-16,-13 3-3 15,-8 1 3-15,-13-4-6 0,-6-4 0 16,-13 0-6-16,-4 0-3 16,-4 10 9-16,-5 8 6 15,3 23 21-15,0 12 12 16,0 24 9-16,4 15-9 15,4 23-21-15,5 6-36 16,14-1-93-16,6-7-56 0,15-21-39 16,5-11 130-16</inkml:trace>
  <inkml:trace contextRef="#ctx0" brushRef="#br0" timeOffset="13147.71">3521 3595 1846 0,'2'11'3'0,"5"12"-322"16,2 9 140-16,3 15 38 15,-1 10 23-15,-2 11 102 0,-5 6 45 16,-4 5 10-16,-1-4 9 16,-5-11 20-16,0-8 8 15,-1-11-4-15,0-7-14 16,1-12-23-16,0-7-8 16,6-19-16-16,0 0-5 15,-1-14-6-15,5-16-4 16,3-19 6-16,0-10 2 0,2-13 11 15,2-10 9-15,3-7-6 16,4 0-3-16,2 8-3 16,1 7 0-16,2 21-6 15,-2 10 0-15,-1 19-6 16,-1 13-3-16,-2 21 3 16,-2 10 0-16,-3 22 0 15,0 6 3-15,-10 9 0 16,-3 2 3-16,-10-8-12 15,-6-6-6-15,-5-14-30 16,-2-7-19-16,-1-13 5 16,0-9-22-16,2-16-125 15,4-10-171-15,7-16 185 16</inkml:trace>
  <inkml:trace contextRef="#ctx0" brushRef="#br0" timeOffset="13330.92">3916 3328 1367 0,'21'39'54'15,"-1"9"10"-15,-2 20-48 0,-3 3-1 16,-2 1-3-16,-1-3 1 0,-5-13-1 16,-1-6-3-16,-5-18-9 15,-1-10-15-15,-9-18-61 16,-4-9-208-16,-7-19 177 15</inkml:trace>
  <inkml:trace contextRef="#ctx0" brushRef="#br0" timeOffset="14180.67">3887 3787 2094 0,'12'-7'182'15,"4"-4"43"-15,14-5-365 16,5 1-43-16,4 0-9 16,0 5 79-16,-4 5 113 15,1 3-3-15,-8 2 3 0,-4 2-6 16,-4-2-12-16,-2 0-15 16,-1 0-39-16,-1 0-17 15,-3 0-26-15,-1 4 63 16,-1 4 4-16,-1 4 7 15,-4 6 14-15,-4 6 7 16,-6 6 11-16,-5-1 3 16,-4 0 8-16,3-12 0 0,0-11-10 15,2-8-4-15,0-19-26 16,0-5-17-16,1-12 7 16,1-3 7-16,6-1 34 15,0-3 10-15,3 2 1 16,5 0-11-16,4 5-24 15,3 5 5-15,5 12 26 16,2 8 22-16,3 14 34 16,1 10 8-16,-1 14-4 15,0 8-14-15,-3 10-1 16,-2 0-10-16,-6 2-6 16,-2-3 0-16,-6-4-8 15,-1-4-3-15,-3-13-1 16,-1-6-1-16,-1-6-9 15,0-9-5-15,0 0-6 0,-1-13-3 16,1-6 3-16,3-4 4 16,1-5 4-1,3 0 0-15,5-4-3 0,0 0-2 16,9-1-5-16,2 2-4 16,3 4 0-16,2 4 3 15,-5 17 1-15,-3 6 0 16,-4 16 6-16,-3 8 2 0,-2 7 2 15,-3 5-4-15,-2 0-2 16,-1-3-4-16,0-8 2 16,-1-7 2-16,1-10-4 15,-1-6 3-15,-1-4 3 16,2-4 1-16,0-7 3 16,3-4 2-16,3-5-6 15,3-4 0-15,4-2 0 16,2 1 0-16,5 4-2 15,-2 4 0-15,1 9-2 16,-1 8 1-16,-5 17 1 16,-1 10 0-16,-2 17 2 15,-3 3 4-15,-2-2-8 16,1-4-8-16,-2-11-29 16,1-7-19-16,0-12-89 0,1-10 85 15</inkml:trace>
  <inkml:trace contextRef="#ctx0" brushRef="#br0" timeOffset="14391.34">5211 3724 2178 0,'3'25'17'0,"-1"-4"-285"16,1-5-76-16,-2-7 194 15,-1-9 49-15,0 0 85 16,-13 0 28-16,2-12-22 16,-3-4-55-16,-3-7 35 15</inkml:trace>
  <inkml:trace contextRef="#ctx0" brushRef="#br0" timeOffset="14573.68">5190 3496 2001 0,'0'0'218'0,"13"-5"-21"15,1-3-480-15,13-9-303 0,3-2 340 16,0 0 91-16,-4 5 46 16,-7 9 105-16,-3 5-1 15,-5 6-250-15,0 3 185 16</inkml:trace>
  <inkml:trace contextRef="#ctx0" brushRef="#br0" timeOffset="14930.9">5414 3629 1765 0,'0'0'284'15,"1"0"300"-15,17-1-741 16,0-3-19-16,9-8-63 15,3-5 45-15,2-5 173 16,-2-1 15-16,-6 8 6 16,-7 5 0-16,-8 8-18 15,-5 7-9-15,-7 11-21 16,-2 6-3-16,-11 13-11 16,-4 2 20-16,-4 5 9 15,0 0 19-15,2 0 25 16,3-2 1-16,8-6 18 15,3-5 0-15,8-10-9 16,4-5 3-16,8-11-16 0,4-6-11 16,12-14-38-16,4-6-28 15,10-8 9-15,1-4 8 16,3 1-10-16,-1-2-21 16,-1 5-191-16,1 2 151 15</inkml:trace>
  <inkml:trace contextRef="#ctx0" brushRef="#br0" timeOffset="15481.37">6032 3534 994 0,'-12'0'150'16,"2"0"170"-16,-8 4-245 15,-3 3 56-15,-6 6-54 16,-4 5-20-16,-1 4-15 16,1 2-21-16,5 3 6 15,3 0 14-15,9 3 1 16,3-2 0-16,9-7-24 15,2-4-21-15,7-9-36 16,4-3-12-16,5-10 1 16,5-5 11-16,5-10 9 15,3-4 15-15,0-5 3 16,-1 0 0-16,-6 1 15 16,-5 4 15-16,-8 3 18 15,1 7 12-15,-7 7 38 0,-3 7 10 16,0 0 9-16,0 3-1 15,3 16-50-15,5 8-21 16,5 13-14-16,-1 1-5 16,5-1-9-16,0-7-6 15,0-13-14-15,-1-8-25 16,0-13-74-16,-1-9-47 0,-2-21-42 16,0-8-33-16,-1-12 36 15,1-3 25-15,-3-2 3 16,0 1-6-16,-1-1 96 15,0 1 43-15,1 0 17 16,1 4 3-16,1 8 88 16,1 8 58-16,0 14 54 15,-1 8-15-15,3 19-46 16,-2 9-36-16,-1 24-38 16,-2 13 21-16,-3 22-16 15,-4 4-10-15,-3 2-26 16,-1-5-3-16,-5-17-12 15,0-9-9-15,-2-18-98 16,-2-8-15-16,-11-22 83 16</inkml:trace>
  <inkml:trace contextRef="#ctx0" brushRef="#br0" timeOffset="16264.5">6184 3649 1974 0,'6'-4'168'16,"10"-5"46"-16,8-2-288 16,13-5-19-16,4 1 13 0,-2 4 59 15,-6 2 42-15,-6 11-15 16,-4 4-6-16,-1 10 0 16,-3 4-6-16,-3 0-9 15,-3 2-18-15,-4-6-45 16,-2-6-17-16,-7-10-22 15,0 0 7-15,0 0 8 16,-5-12 55-16,-1-6 16 16,-2-5 8-16,1 0 21 15,1-1 4-15,2 0 10 16,3 2-1-16,2-2-3 16,4-1 0-16,8 0-4 15,6-1-3-15,5 7 3 16,2 2 0-16,4 12 8 15,-3 7-2-15,1 15 1 16,3 9 8-16,-6 12-4 16,-4 3-6-16,1 2 0 0,-5-2 0 15,-4-10 3-15,3-5 9 16,-4-11 3-16,-1-5 5 16,0-7 4-16,-1-4-9 15,-3-7 12-15,1-4 3 16,-3-8 6-16,-1-3-3 15,-3-6-10-15,0-2-2 0,-3 0-12 16,1 1 3-16,1 3-9 16,1 2-6-16,7 4-6 15,1 2 0-15,3 9-3 16,3 6 0-16,1 11 6 16,4 8 0-16,1 11 6 15,2 3 3-15,-4 2 0 16,1-2 6-16,-5-6-12 15,-2-3-3-15,4-8 6 16,-8-5-6-16,6-7 6 16,2-4-3-16,4-7 12 15,2-4 3-15,2-5-6 16,-3 0-3-16,-4 0 2 16,0 3-5-16,-1 9 9 15,-1 2 6-15,3 12-3 0,3 4 9 16,6 5-11-16,5 0-9 15,9-5-23-15,3-8-54 16,8-13-118-16,2-9-30 16,0-14-72-16,0-4 136 15,-2-4 100-15</inkml:trace>
  <inkml:trace contextRef="#ctx0" brushRef="#br0" timeOffset="16847.64">8302 3289 1732 0,'-7'1'60'0,"2"0"-81"0,2 1-15 16,3-2 45-16,0 0 27 15,12 10 15-15,4-6-6 16,12 0-9-16,7-3-7 15,15-3-5-15,6-4 0 16,6-7 3-16,1-3-9 16,1-5-6-16,0-4 3 15,-3-6-15-15,-4 2 0 0,-17-7-9 16,-11-2 0 0,-12-3 3-16,-7-3 6 0,-8-4-3 15,-4-1-3-15,-12 1 0 16,-6 1-6-16,-10 10 9 15,-4 9-6-15,-6 21 30 16,-1 13 18-16,5 31 6 16,2 15 9-16,5 30-30 15,2 15-4-15,3 16-11 16,4 1-6-16,6-4-92 16,6-9-40-16,9-27 7 15,5-12-1-15,9-26 54 16,3-11-5-16,7-16-31 15,3-9-1-15,9-13 57 16</inkml:trace>
  <inkml:trace contextRef="#ctx0" brushRef="#br0" timeOffset="18098.62">9091 3431 2267 0,'0'11'55'0,"7"6"-31"16,2 2-261-16,5 2 31 16,3-3 86-16,-2-6 126 15,0-4 3-15,3-5 45 16,3-6 12-16,0-6 14 16,2-6-5-16,-1-7-54 15,-6-3-12-15,3-7-27 16,-6 1-3-16,-5 0-6 15,-2 1-9-15,-11 5 0 16,-1 2 1-16,-10 9 17 16,-7 4 6-16,-9 13 15 15,-6 7 9-15,-4 16 23 16,3 8 10-16,7 14 3 16,5 7 0-16,12 1-48 15,4-4-15-15,12-11-33 16,8-6-9-16,7-12-14 0,8-4-10 15,9-11-6-15,5-5-5 16,13-8-1-16,1-5 50 16,10-7-13-16,1-2-15 15,0-3-17-15,-1-1-10 16,-7 1 1-16,-9 1 8 16,-13 2 62-16,-8 5 50 15,-19 1 87-15,-5 2 6 0,-13-1 1 16,-4-1-13-16,-4 1-36 15,1 2 23-15,2 5 4 16,1 4-20-16,4 7-21 16,1 6-3-16,0 8-18 15,3 7-1-15,5 4-11 16,2 1 0-16,11-5-21 16,6-4-3-16,7-13-21 15,8-4 3-15,8-11-5 16,5-9-4-16,6-9 9 15,0-7 0-15,-3-7 6 16,-3-4 9-16,-9-4 6 16,-2-5 0-16,-10-8 3 15,-4-1 3-15,-7-10 3 16,-6-2 0-16,-5 2 12 0,-1 2 0 16,-1 20 20-16,0 12 28 15,2 21 9-15,0 14-6 16,3 22-39-16,0 17-33 15,3 29-12-15,0 10 3 16,3 7 9-16,0-4 0 16,4-15 6-16,0-10-3 0,0-18 0 15,-2-7 3-15,-1-15-6 16,-1-7-6-16,4-11-30 16,3-8-3-16,4-12-6 15,2-4 12-15,3-10 24 16,1 0 0-16,3 1 3 15,-2 3-3-15,-2 8 3 16,-2 6-3-16,-5 11-12 16,-3 7 3-16,-2 14-2 15,-4 9 2-15,0 11 15 16,-2 0 3-16,1-3 3 16,0-6 6-16,0-10-12 15,1-5-27-15,2-10-18 16,1-3-3-16,2-8 0 15,2-3 18-15,0 0 16 16,0 2 8-16,0 6 6 16,-2 4-3-16,-1 9-9 0,-2 4-3 15,-3 6 3-15,-1-1-6 16,-6-2 6-16,2-3-9 16,-4-11 10-16,0 0 3 15,-5-3 7-15,-3-8 2 16,-1-6 6-16,-2-3-2 15,0-3 2-15,4-2-2 16,0-2-2-16,3-1 0 0,6-5-2 16,7 1-2-16,6-3 2 15,4 0 2-15,5 3-2 16,1 3-8-16,2 7-32 16,0 6-18-16,-2 9-33 15,-2 6-20-15,-2 7-173 16,-1 6-64-16,-1 7 100 15,0 0 53-15,0 2 159 16</inkml:trace>
  <inkml:trace contextRef="#ctx0" brushRef="#br0" timeOffset="19080.57">10973 3182 250 0,'15'9'30'0,"-5"-1"41"16,-3-1 6-16,-7-7 132 16,0 1 71-16,-15 8-5 15,-3-7-73-15,-2 3-95 0,-2-1-25 16,-2 3-10-16,1-2-22 15,3 1 1-15,2 2-6 16,4 2-3-16,2 2-6 16,5 5-24-16,1 0 0 15,6 2-12-15,4 0-9 16,7-3 6-16,4-3 3 16,6-7 0-16,2-6 6 0,5-8-6 15,2-5-12-15,4-7-3 16,-1-2 6-16,-3-3 6 15,-3-1 9-15,-8 3 0 16,-6 3-3-16,-2 7 12 16,-7 5 0-16,0 9 3 15,-3 8 11-15,-3 20-5 16,0 12-6-16,-9 23 0 16,0 10-15-16,-4 10 6 15,-3 2 0-15,3-6-54 16,0-6 3-16,2-11-8 15,6-9 2-15,0-19 57 16,2-10-9-16,5-25-48 16,10 0-33-16,9-29-41 15,5-13 30-15,6-19 44 16,0-7 13-16,3-7 15 16,0-6 13-16,4-1 14 0,2 3 5 15,0 11 7-15,-1 14 5 16,-10 19-3-16,-6 13 0 15,-11 18-3-15,-8 9 1 16,-2 18 42-16,-1 6-7 16,3 10-7-16,2-2-8 15,2-6-27-15,0-5 3 16,1-10-6-16,-1-5 9 0,1-8 30 16,1-4 3-16,2-11-1 15,3-4-8-15,5-15-48 16,2-2-30-16,1-11-77 15,-2-2-28-15,-6 1-17 16,-4 2 96-16,-4 15 28 16,-2 6 10-16,-4 14 22 15,0 8-3-15,0 0-23 16,0 0-8-16,-2 5-3 16,2 6 6-16,5 3 33 15,2-1 8-15,6 0 7 16,5-2 12-16,6-1 6 15,4 0 4-15,1-1 2 16,3-1-8-16,-3-3-4 16,-3-3-2-16,2-6-6 0,0-5-2 15,-1-5-2-15,0-1-12 16,-7-5-3-16,-3-1 0 16,-5-1-3-16,-3-2 0 15,-4 1-6-15,-3 0-1 16,-2-2 4-16,-4 2 4 15,-5 4 2-15,-1 4 4 0,-6 9 7 16,1 6 19-16,-3 14 27 16,0 9 5-16,-1 18 4 15,1 11-3-15,2 17-21 16,1 2-15-16,13-4-6 16,12-9-21-16,22-22-78 15,11-13-48-15,20-26-105 16,5-15-102-16,16-20 200 15</inkml:trace>
  <inkml:trace contextRef="#ctx0" brushRef="#br0" timeOffset="21884.54">12648 3279 2529 0,'37'9'-7'0,"20"-4"-99"15,10-1 2-15,18-8 53 16,5-3 51-16,-4-6 3 16,-1-4 3-16,-6-3-3 15,-3-2 0-15,-8-4 0 16,-2 2 0-16,-9-1-39 15,-6 0-77-15,-11 2-171 16,-6 2-82-16,-13 4 273 16</inkml:trace>
  <inkml:trace contextRef="#ctx0" brushRef="#br0" timeOffset="22964.2">14017 2990 1487 0,'7'52'29'0,"-4"7"-27"16,-3 5-12-16,-5-2-3 15,-3-6 3-15,-1-16 2 16,1-9 4-16,2-15 6 16,1-7 8-16,2-9 4 15,-1-6-3-15,4-10-5 16,-2-6-14-16,6-8-5 15,4-3 3-15,4-5 4 16,5-2 10-16,3-2 0 16,1-2 0-16,3 5 0 15,0 4-2-15,-1 10 7 16,0 8 3-16,-1 11-2 16,-1 6-3-16,-2 14 3 0,0 7 4 15,-5 10 4-15,-1 4 3 16,-6-1-12-16,-5-3-6 15,0-8 6-15,-2-6-3 16,0-6 0-16,0-11 3 16,0 1-3-16,0-1 3 15,0 0 11-15,6-8 1 0,2-11 3 16,1-5 6 0,7-11-9-16,1-4-6 0,9-3-3 15,-1 2 3-15,5 9-6 16,0 5 3-16,-5 15-6 15,-4 9-18-15,-6 17 12 16,-4 10 3-16,-3 20 3 16,-2 8 15-16,-1 4-9 15,2-1-12-15,1-14 0 16,3-10 0-16,4-15-63 16,0-9-18-16,2-14-44 15,3-9 34-15,2-12 47 16,-2-2 7-16,-1-5 10 15,1 2 0-15,-2 3-14 16,1 3-4-16,2 8 9 16,-4 5 6-16,-1 11 34 15,0 6 10-15,-5 16 9 16,-2 10 6-16,-8 13 2 0,-2 5 2 16,-6-2-10-16,-2-5-3 15,0-16-12-15,0-7-7 16,2-18-16-16,2-10-37 15,-1-18 32-15</inkml:trace>
  <inkml:trace contextRef="#ctx0" brushRef="#br0" timeOffset="23597.49">14746 2955 1448 0,'8'0'47'0,"6"-3"1"15,6-1-38-15,8-1-4 16,1 1 9-16,-4 2 3 16,-1 2-3-16,-7 4 0 15,-2 1-6-15,-2 5 0 16,-1 3-3-16,2 6-3 16,-1 4-3-16,4 3-15 15,-3 0-15-15,-2 0-29 16,-1-3 34-16,-8-5 7 15,-2-2 5-15,-4-8 11 0,3-8 4 16,-1 0 2-16,-16 3 2 16,10-14 5-16,3-6-1 15,4-12 0-15,6-5 3 16,19-7-6-16,-5 1 11 16,23 2-6-16,0 3-3 15,-4 14 3-15,3 6-6 16,-12 17-6-16,-3 11 0 0,-9 14-6 15,-1 10 6-15,-7 6 9 16,1 1 6-16,-3-2-9 16,-3-5-3-16,1-10-3 15,-3-7 0-15,-2-10 0 16,-2-5 0-16,1-5 9 16,0 0-9-16,-5-18-6 15,5 1 0-15,1-10-3 16,2-4 9-16,5-5 3 15,2 0 3-15,9 0 0 16,6 2 3-16,6 10 0 16,1 5-9-16,-4 15-6 15,-4 12-3-15,-12 22 6 16,-6 10 0-16,-8 11 15 16,-2 0-6-16,3-9-51 15,1-6-21-15,8-19-9 0,5-8-14 16,2-16-28-16,3-6-61 15,0-12 104-15</inkml:trace>
  <inkml:trace contextRef="#ctx0" brushRef="#br0" timeOffset="23748.12">15770 2970 1169 0,'7'29'54'0,"0"8"3"15,0 4-13-15,-6 3-30 16,2-5-6-16,-5-13-5 15,2-8-1-15,-4-18-15 16,-7-7-30-16,-2-17 26 16</inkml:trace>
  <inkml:trace contextRef="#ctx0" brushRef="#br0" timeOffset="23915.19">15688 2818 1846 0,'19'-17'134'0,"13"0"129"0,7 2-786 15,6 3 65-15,-4 5 76 16,-14 3 193-16</inkml:trace>
  <inkml:trace contextRef="#ctx0" brushRef="#br0" timeOffset="24463.83">16061 2996 1604 0,'-10'16'140'0,"1"0"40"16,-2 3-154-16,4-3-20 15,1-2-6-15,4-2 0 16,2-3-3-16,1-4-3 15,1-4 6-15,4-3 3 16,-1-5 6-16,2-4-65 16,1-1-25-16,2-6-42 15,0-3-17-15,3-3 93 16,0-2 20-16,4-3 15 16,-1-2 10-16,0 1 4 15,3 2 2-15,0 7 0 16,2 9 0-16,1 12 0 15,-1 5-2-15,-5 16 6 16,-1 4-3-16,-7 7 1 0,-2 1 2 16,-1-3-2-16,-2-3 0 15,0-7 1-15,-1-4 1 16,0-8 3-16,1-4 1 16,0-4-3-16,3-3 0 15,-1-7 12-15,1 0 9 16,1-9 17-16,1-1 7 15,3-4-18-15,4-4-9 0,8-5-30 16,5-2-12-16,8 0 6 16,2 3-3-16,-2 12 9 15,-5 10 3-15,-7 18-12 16,-5 10 0-16,-10 19 3 16,-3 6 6-16,-5 6 0 15,0-4-21-15,3-10-125 16,4-8 19-16,3-17 74 15</inkml:trace>
  <inkml:trace contextRef="#ctx0" brushRef="#br0" timeOffset="24648.65">16812 2903 1495 0,'0'45'38'15,"2"-3"-15"-15,-2-3-20 16,3-12-3-16,-3-9-6 16,0-18-12-16,-1-2 1 15,-4-18-31-15,3-7-55 16,-2-10 64-16</inkml:trace>
  <inkml:trace contextRef="#ctx0" brushRef="#br0" timeOffset="24830.32">16798 2685 2166 0,'27'-4'47'0,"7"-3"-202"16,7 0-33-16,-1-3 8 16,-3 1 31-16,-11 3 126 15,-7 0 7-15,-7 5-20 16,-3-2-38-16,-3 2 43 15</inkml:trace>
  <inkml:trace contextRef="#ctx0" brushRef="#br0" timeOffset="26280.6">17223 2821 1264 0,'-3'-8'39'16,"-1"0"-8"-16,3 3-35 15,5 1-2-15,0 3 0 16,12 1 6-16,5-2 0 16,8-1 8-16,3-1-4 0,1 0 4 15,-1-2 1-15,-3 4 5 16,-1 0 2-16,-6 4-3 16,-5 0-3-16,-5 7-10 15,-7 0 4-15,-7 5 5 16,-4 5 3-16,-12 0 2 15,-5 4-7-15,-9-1-1 16,-3-1-2-16,-3 0 11 16,2 0 3-16,1-1 9 15,5-1 0-15,4-1 16 16,3-4-1-16,11-5-18 16,3-4-15-16,9-5-9 15,0 0 23-15,14 0 19 16,5-5 3-16,13-4 3 15,5-1-27-15,6-1-21 16,2 0-9-16,-1 3-51 16,-2 0-33-16,-2-1-46 0,-2 0 60 15,-1-4-92-15,1-2 107 16</inkml:trace>
  <inkml:trace contextRef="#ctx0" brushRef="#br0" timeOffset="26731.08">17730 2859 1346 0,'-1'9'-22'0,"1"0"-49"15,2-1 5-15,5 0 66 16,2-2 36-16,3-2 30 16,2-3 4-16,8-3-14 15,3-5-7-15,7-9-20 16,0-2-10-16,-2-4-9 16,0-3-6-16,-10 1 3 15,-4 2-1-15,-8 1 0 16,-8 4 8-16,-5 3-5 0,-4 1 6 15,-6 6-12-15,-2 4 6 16,-8 10 3-16,-2 8 6 16,-6 19 18-16,-1 10 5 15,1 15 7-15,1 3 0 16,11-4-24-16,8-6-15 16,15-14 0-16,10-8-9 0,19-17-21 15,10-8 0-15,19-20-69 16,8-8-41-16,12-12-7 15,-1-5-79-15,0 3 124 16</inkml:trace>
  <inkml:trace contextRef="#ctx0" brushRef="#br0" timeOffset="27030.35">19012 2234 1816 0,'3'106'-3'16,"-16"-2"6"-16,-6-2 0 15,0-10 3-15,1-6 0 16,11-15 0-16,6-11-3 16,3-20 0-16,-1-11-12 15,-2-18-81-15,-5-6-35 0,-5-11-77 16,-2-5 134-16</inkml:trace>
  <inkml:trace contextRef="#ctx0" brushRef="#br0" timeOffset="27731.17">18750 2812 1318 0,'1'0'91'16,"18"6"193"-16,9-1-227 16,10-2-33-16,19-12-18 15,7-9 3-15,11-12 15 16,0-8 27-16,1-4 29 16,0-2 10-16,2-3-24 15,0-1-48-15,-7-6-96 16,-4-4-32-16,-12-2-43 15,-6-1 13-15,-11 8 53 16,-8 6 59-16,-12 17 24 0,-5 8 10 16,-13 13 9-16,-6 8 11 15,-13 10 16-15,-6 9-18 16,-9 19-6-16,-3 9 3 16,-3 18 2-16,-3 2-2 15,2 2 0-15,-1-3 0 16,9-7-3-16,6-5 6 15,11-9 0-15,9-3-9 0,12-9-6 16,1-6-3-16,14-8 0 16,3-7 0-16,5-9-15 15,3-5-3-15,-2-6 3 16,0-3-3-16,-6-1 9 16,-3 0-3-16,-7 1-6 15,-2 1 9-15,-5 4 3 16,-1 1 6-16,0 4-3 15,-1 2-6-15,2 6 9 16,-1 0 0-16,6 5 0 16,2 0 0-16,7-1-6 15,3-2-3-15,5-4 3 16,0-4 9-16,3-6 3 16,0-3-6-16,0-2-6 15,0-3 3-15,-3-2-3 16,-1-1 0-16,-7-5 0 15,-5 0-6-15,-10 0-6 0,-6 2-3 16,-11 4 12-16,-8 4 0 16,-14 8 9-16,-6 4-6 15,-7 13 0-15,1 10 6 16,7 14 6-16,6 5-3 16,17 3-3-16,7-5 0 15,17-11-15-15,11-8-18 0,16-11-57 16,10-8-35-16,15-12-80 15,3-5 137-15</inkml:trace>
  <inkml:trace contextRef="#ctx0" brushRef="#br0" timeOffset="28350.41">20776 2537 1487 0,'-39'48'0'0,"3"3"14"15,10 4 9-15,4-2 9 16,13-9 4-16,8-8-9 16,11-14-12-16,7-7 3 15,14-10 5-15,10-6-2 0,11-10-12 16,4-5-12-16,3-8-38 16,-4-1-1-16,-1-4 3 15,-3 0 6-15,-5 3 31 16,-6-3 0-16,-12 9 4 15,-5 4 12-15,-16 9 25 16,-7 7 9-16,0 0 5 16,0 0-5-16,-6 18-18 15,-4 1 0-15,-3 9-3 16,2 0 6-16,2-3-15 16,6-2-6-16,10-9-3 15,0-7-12-15,14-7 18 16,2-3 5-16,10-10 4 15,6-2 3-15,1-3-15 16,3 0-3-16,-5-1-9 16,-2 1 0-16,-10-5 0 0,-5 2-3 15,-10 2-3-15,-9 1 3 16,-12 6 3-16,-9 2 3 16,-16 5 6-16,-7 4-3 15,-9 5-6-15,2 2-3 16,8-1-72-16,8-1-65 15,20-8-177-15,7-8 52 16,22-8 143-16</inkml:trace>
  <inkml:trace contextRef="#ctx0" brushRef="#br0" timeOffset="28700.15">21698 2447 2163 0,'-51'35'-90'0,"13"-10"60"16,8-5 45-16,15-8 9 15,9-4-3-15,17-4-42 16,9-3-12-16,20-1-6 15,10 0 3-15,5 1 30 0,-4 4 3 16,-17 5-53-16,-16 5-16 16,-23 8-30-16,-15 5-2 15,-24 5 20-15,-7 1 51 16,1-3 10-16,2-4 5 16,18-10 18-16,8-4 0 0,10-13-34 15,9-6-108-15,6-20 88 16</inkml:trace>
  <inkml:trace contextRef="#ctx0" brushRef="#br0" timeOffset="29080.51">22101 2495 1539 0,'-10'68'4'0,"6"-17"-2"16,1-8 3-16,0-15-5 15,-3-8 3-15,-3-12-3 16,-4-7-3-16,-9-9-12 0,-2-3-12 16,-7-4-54-16,3-3-37 15,-2 4-22-15,2 1 20 16,7 5 83-16,0 3 88 15,21 5 63-15,3-6 6 16,17 4-29-16,10-2-21 16,14-4-31-16,8-2-6 15,10-4-1-15,5-1 13 0,-3-2-36 16,-5-1-3-16,-7 4-12 16,-4 1-21-16,-5 9-52 15,3 4-25-15,-11 6 57 16</inkml:trace>
  <inkml:trace contextRef="#ctx0" brushRef="#br0" timeOffset="29414.6">22987 2284 1489 0,'-11'82'4'15,"-4"-3"0"-15,0-4 0 16,2-13-3-16,3-7 1 0,5-12-2 16,5-8-3-16,4-17-58 15,2-8-66-15,-2-14 70 16</inkml:trace>
  <inkml:trace contextRef="#ctx0" brushRef="#br0" timeOffset="30047.06">22923 2539 2091 0,'40'-3'-27'0,"-2"-2"15"16,1-2 12-16,-4 2 18 15,-5 0-3-15,-3 2-3 16,-3 2 0-16,-4 1-12 0,-2 3-12 15,-2 5-15-15,-1 3-6 16,0 5 0-16,0 3 9 16,0 2 0-16,0 0 3 15,-3-2-8-15,-3-3-7 16,-2-6 24-16,-3-2 9 16,-4-8 12-16,0 0 18 15,0-1 6-15,5-17 8 0,-5 3 1 16,-1-3-12-16,1 0 0 15,-1 0-6-15,1-3 9 16,0 1 3-16,0 1-10 16,0 2 1-16,3 5-15 15,1 2-12-15,8 4-9 16,7 3-3-16,5 6 6 16,4 3 6-16,0 9 0 15,-5 2-6-15,-3 3-5 16,-4 1-13-16,-9-3 6 15,-4-1 0-15,-4-5 12 16,-3-3 3-16,-1-3 6 16,5-6 6-16,0 0-6 15,0 0 6-15,0 0-9 16,0 0 0-16,6-16 0 16,3 1-3-16,2-3 12 0,3-2 6 15,0 0-3-15,3 0-3 16,-1 2-6-16,2 4-3 15,0 7-3-15,-3 4-3 16,-2 9-9-16,-2 6-6 16,-5 11 0-16,-1 2-6 15,-5-1-96-15,2-2-71 16,3-9-125-16,2-6 56 0,8-8 144 16</inkml:trace>
  <inkml:trace contextRef="#ctx0" brushRef="#br0" timeOffset="31066.35">23922 2340 1479 0,'-20'4'14'0,"-5"17"-6"16,-1 8 3-16,-2 12 3 15,5-1-7-15,8-3-3 16,7-6 0-16,12-10-2 0,5-4-2 16,12-7 0-16,2-3 4 15,8-6 2 1,5-1 0-16,5-5-9 0,2-3-12 16,0-1-14-16,-3-4-4 15,1-5-6-15,-1-5 3 16,-1-10 12-16,-3-4 5 15,-6-11 5-15,-5-2 1 16,-6-4 5-16,-2-3 6 0,-3-1 4 16,0 1 8-16,-6 5-4 15,-3 4 3-15,-5 13 7 16,-6 7 5-16,-3 18 6 16,-1 10 0-16,-3 26-7 15,-2 14-5-15,-4 23-11 16,-2 6 0-16,-1 6-2 15,2-1-2-15,3-8 2 16,4-4-2-16,7-18 0 16,2-9-2-16,4-14 2 15,2-7 0-15,-2-8-25 16,0-6-28-16,0 0-80 16,0-14-67-16,-10-2-187 15,-5-2 69-15,-4-2 203 16,-1 1 102-16,2 0 181 15,5 4 96-15,2 3 3 16,3 2-67-16,6 5-64 0,2 1-26 16,7 0-42-16,6 1-20 15,10 2-32-15,4 0-6 16,12-2-5-16,0 0-3 16,2-3 4-16,-3 0-6 15,-7-1 2-15,-4 0 0 0,-5 3-2 16,-5-1 0-16,-3 6-4 15,-3 3-4-15,-6 8-1 16,-1 3-3-16,-5 9 6 16,-3 2 4-16,1 1 4 15,-1-2-2-15,3-6 2 16,0-4-2-16,-1-8 0 16,2-7 4-16,0 0 8 15,0 0 5-15,6-8 23 16,4-4 2-16,5-5-24 15,1-3-12-15,8-3-12 16,1-1 0-16,6 2 0 16,2 3 6-16,-4 8 0 15,1 7 0-15,-11 12 0 16,-4 6-3-16,-5 7-3 16,-5 4 3-16,-1-1 3 0,2-2 9 15,1-6-3-15,2-3 0 16,6-6 6-16,3-4 6 15,7-4 2-15,2-2 7 16,-1-5-9-16,-1-2-6 16,-6-2-6-16,-2-1-3 15,0 3 0-15,-3 0 0 16,5 7 0-16,-1 3 3 0,3 6-6 16,3 2-6-16,8-1-36 15,2-4-98-15,8-7 96 16</inkml:trace>
  <inkml:trace contextRef="#ctx0" brushRef="#br0" timeOffset="40363.75">13864 3887 1276 0,'-8'7'27'15,"1"2"-14"-15,8 0-14 16,6-2 2-16,14 1 21 0,7-1 7 15,12-3 10-15,2-2-5 16,2-4-10-16,-1-4-11 16,-5-1-7-16,1-4-2 15,-4-2-2-15,1-2 0 16,-1-9 0-16,-1-2-2 16,-9-2 0-16,-5 1-4 15,-11 8 0-15,-1 3 0 16,-5 7 2-16,-1 2-4 0,-2 7-7 15,0 0 1-15,0 0 3 16,0 0 5-16,0 1 6 16,-1 0 0-16,-15 21-2 15,9-15 0-15,1 1-4 16,0-2-2-16,-4-2-2 16,1 1 0-16,-4-4 6 15,-2 2 2-15,1 0-5 16,1-3-5-16,2 0-25 15,3 0-31-15,2-3-255 16,6 3 182-16</inkml:trace>
  <inkml:trace contextRef="#ctx0" brushRef="#br0" timeOffset="40879.83">14140 3579 1586 0,'0'0'3'16,"0"0"-99"-16,11 8 3 15,-2-6-33-15,4-3-8 16,-2-6-16-16,-1-5-17 0,0-2-45 16,-2 1 126-16</inkml:trace>
  <inkml:trace contextRef="#ctx0" brushRef="#br0" timeOffset="41247.28">14429 3550 1547 0,'0'0'75'16,"0"0"-90"-16,5 12-18 16,-3 17 2-16,-2 11 23 15,-3 31 1-15,-6 15 7 16,-4 20 2-16,-1 2-2 0,-2-10-18 15,1-13-11-15,3-22-54 16,2-18-86-16,0-23 103 16</inkml:trace>
  <inkml:trace contextRef="#ctx0" brushRef="#br0" timeOffset="41596.65">14160 4035 2566 0,'37'-3'-16'15,"9"-1"-61"-15,18-6-78 16,3-1-57-16,0-5 131 0,1-3 57 16,-6 4 12-16,-4 2 6 15,-12 1 3-15,-11 3 3 16,-10 2-6-16,-6 1-30 15,-5 6-56-15,-2 0-10 16,0 3 10-16,0 4 29 16,-2 4 51-16,1 8 0 15,-2 1 9-15,-3 0 0 0,-2 1-6 16,-2-4 2-16,-4-4 5 16,-2-2 2-16,-2-6 18 15,-1-3 12-15,-1-7-15 16,1-3-42-16,0-11-63 15,1-6-270-15,1-7 216 16</inkml:trace>
  <inkml:trace contextRef="#ctx0" brushRef="#br0" timeOffset="42330.41">14942 4040 1537 0,'0'0'-36'16,"0"1"-160"-16,0-1-37 16,0 1 89-16,0 0 110 15,-9-1 228-15,0-10-20 16,-8-4-44-16,-5 2-25 15,-1-3-28-15,-2 5 33 16,0 3-68-16,3 2-27 0,1 9-15 16,2 5-3-16,4 10-9 15,-2 6 0-15,10 8 3 16,4 2 3-16,6 0 6 16,6-5-3-16,6-9-6 15,3-8 0-15,4-9 4 16,7-7-1-16,-1-9 9 15,2-3 5-15,-1-6 1 16,-4-1 6-16,-2 0 3 16,-1-2 6-16,-5 2 0 15,-2 2 3-15,-6 4 0 16,-5 2 0-16,-1 8 12 16,-3 6-9-16,-2 4-4 15,-5 11-2-15,-7 15-12 16,2 5 0-16,-1 4 3 0,5-4-9 15,8-13-21-15,5-9-18 16,14-14-32-16,1-10-19 16,13-14-68-16,5-7 6 15,1-7 45-15,-1-1-9 16,-5-4 3-16,-4-2 5 16,-7-5 9-16,-4-3 11 15,-6 1 67-15,-3 3 33 0,-1 13 80 16,-1 5 14-16,1 17 22 15,0 7-4-15,3 12-33 16,0 11 16-16,1 20-6 16,-3 16-26-16,-3 24-30 15,-6 5-15-15,-6-1-33 16,-1-10 3-16,-5-22-9 16,1-11-15-16,0-19-63 15,-2-10-62-15,-6-15-97 16,-2-9 165-16</inkml:trace>
  <inkml:trace contextRef="#ctx0" brushRef="#br0" timeOffset="42863.25">15094 3977 1444 0,'-1'0'45'0,"1"0"-4"0,12 0-34 15,15 1 1-15,10-2 12 16,4-3 22-16,0-4 6 15,-4 3-1-15,-1 4 7 16,-5 2-24-16,-3 6-12 16,1 4-18-16,-2 1-18 15,-3 5 0-15,1 0-3 16,-8 0 0-16,-1-2-3 0,-4-4-38 16,-2-2-35-16,-6-8 24 15,-1-4-3-15,-5-6 26 16,-2-3 24-16,-7-6 52 15,0-1 7-15,0-7-2 16,0-1-8-16,6-5-15 16,5-2-1-16,9 6 5 15,7 1 0-15,9 7 1 16,5 4-3-16,5 7-2 16,2 7-1-16,-1 8 1 15,-2 8-4-15,-11 15-4 16,-5 4-2-16,-9 11 2 15,-6 0 2-15,-3-5 4 16,2-2 0-16,2-10-1 16,2-3 1-16,3-10-4 0,1-4 12 15,1-8-8 1,-2-2 9-16,3-8 6 0,1-6 3 16,0-9 3-16,0-3-6 15,4-11-27-15,0-2-42 16,3-6-67-16,1-3-7 15,-2 12-159-15,-3 5-163 16,-7 17 233-16</inkml:trace>
  <inkml:trace contextRef="#ctx0" brushRef="#br0" timeOffset="43246.59">16079 4056 1477 0,'10'15'39'0,"0"-4"-29"16,-1-1-8-16,3-7 0 16,-3-3-2-16,6-9 3 15,3-3 1-15,8-7 2 16,4-4 1-16,1-3 2 16,1 0-9-16,-6-6-9 15,-2 2-4-15,-5-4-12 16,-3-2-6-16,-9 7-2 0,-5 3 6 15,-11 7 15-15,-7 7 11 16,-11 10 6-16,-5 7 7 16,-8 16 9-16,-4 11 6 15,-1 20 20-15,-2 9 43 16,7 9 20-16,9-3-14 16,19-12-45-16,13-9-21 15,30-17 5-15,10-8-8 16,16-19-21-16,2-12-12 0,1-17-47 15,-2-7-34-15,-4-7-98 16,-4-2 26-16,-6-1 113 16</inkml:trace>
  <inkml:trace contextRef="#ctx0" brushRef="#br0" timeOffset="43815.05">14341 4464 1995 0,'10'6'93'0,"19"5"95"15,19 0-400-15,44 0 12 16,11-4 119-16,20-7 96 15,9 0 9-15,9-9 6 16,2 0 6-16,5-6-6 16,-2-3 5-16,-18-4-14 0,0-1-12 15,-18-4-33-15,-12 0-59 16,-21-2-261-16,-14 0-28 16,-21-3 206-16</inkml:trace>
  <inkml:trace contextRef="#ctx0" brushRef="#br0" timeOffset="44153.06">13849 4143 2491 0,'13'27'27'0,"3"10"-74"15,0 10-97-15,-2 9-134 0,-5-1 18 16,-9-11 51-16,-4-9 118 16,-5-21 66-16,-4-9-6 15,-6-25 29-15</inkml:trace>
  <inkml:trace contextRef="#ctx0" brushRef="#br0" timeOffset="44302.38">13895 3961 3244 0,'35'-7'-159'16,"12"-6"-175"-16,19-16 114 15</inkml:trace>
  <inkml:trace contextRef="#ctx0" brushRef="#br0" timeOffset="50580.32">4480 4162 1138 0,'11'1'23'0,"11"4"-17"16,8 0-2-16,24 1 0 15,11-1 10-15,29-1 13 16,11-1 11-16,21 0 9 15,12-2-6-15,10-1-16 16,6-1-8-16,6-6-9 16,2-3 0-16,5-5-2 15,1-1-1-15,-10-2-1 16,-4-2 0-16,-10 3 0 16,-11 0-2-16,-16 5-2 15,-15 3-2-15,-33 3-64 0,-15 0-112 16,-25 0 104-16</inkml:trace>
  <inkml:trace contextRef="#ctx0" brushRef="#br0" timeOffset="52480.44">17501 3785 1218 0,'-13'-39'25'0,"1"5"14"15,1 5-134-15,0 15 62 16,-2 6 44-16,-5 13 71 15,-4 9-5-15,-2 15-34 16,-3 8-16-16,5 12-12 16,3 1 1-16,10-4-10 15,6-2 2-15,14-18-3 16,4-4-5-16,13-15 0 16,7-12 0-16,8-15-4 15,6-8 4-15,0-9-3 16,-1 2-3-16,-9 0 2 15,-9 6-2-15,-9 7 6 16,-7 4 0-16,-7 12 4 0,-7 6 8 16,0 0 3-16,7 15 3 15,-3 8 1-15,-1 11-4 16,5 7-3-16,1 0-6 16,2-3-2-16,2-8-4 15,1-11-4-15,0-6 0 16,5-17-6-16,2-9-5 15,8-21-63-15,5-9-114 16,12-15 113-16</inkml:trace>
  <inkml:trace contextRef="#ctx0" brushRef="#br0" timeOffset="53430.1">18248 3312 1019 0,'9'3'113'16,"0"8"159"-16,-7 27-243 15,-3 14-6-15,-3 23-8 16,-4 4-1-16,-4 3-4 16,2-6-3-16,5-16-5 15,2-10 2-15,6-20-2 16,1-12-4-16,1-18-4 16,2-7-1-16,-4-17-17 15,-2-3-7-15,-7-3-17 0,-7-2 0 16,-6 3 9-16,-5 3 12 15,-3 6 25-15,-3 8 15 16,-1 9 30-16,-1 5 9 16,-3 15-1-16,3 6-7 15,5 8-15-15,3 3-7 16,11 0-2-16,3-7 13 16,14-2-6-16,9-7 0 15,16-16-9-15,9-1 0 0,13-16-13 16,3-6 1-16,3-5-3 15,-5 2-3-15,-7 3-6 16,-7 6 0-16,-8 9-11 16,-3 3 5-16,-6 7-3 15,2 7-6-15,-5 13 18 16,0 6-3-16,-3 22 3 16,-2 5 3-16,-7 13 0 15,-6 7-24-15,-10 1-5 16,-6 3 17-16,-9-5-1 15,-3-6 11-15,-2-22 0 16,-3-11 2-16,-1-21 2 16,0-9-2-16,-1-12-2 15,2-7-15-15,4-18-12 16,1-9-2-16,7-14 13 0,2-10 8 16,10-13 12-16,6-3 2 15,14-18 0-15,9-5-2 16,11 3 8-16,8 6 9 15,1 31 2-15,0 14 1 16,-1 22-13-16,-2 9-7 16,3 7-9-16,0 5-13 15,-1 5-50-15,-1 5-34 16,-9 7-41-16,-7 2 6 0,-10 6 41 16,-6 1 55-1,-9 2 64-15,-2 3 11 0,-3 1 31 16,0 0 15-16,3 1 11 15,3-4 2-15,6-2-19 16,4-2-18-16,4-4-28 16,2-1-13-16,0-8-7 15,0-5 0-15,3-8 7 16,0-6 11-16,1-7 1 16,4-2 2-16,-3-4-10 15,0-1-9-15,-2-1 3 16,-3 1-8-16,1 3-3 15,-1 3 0-15,1 6-9 16,-1 0-2-16,-1 6-6 16,-2-2-1-16,-3 3 1 0,-2 2-2 15,-4-3-1-15,-2 2 1 16,-1-4-14-16,-1 0-14 16,2-1-94-16,2-3-223 15,10-5 193-15</inkml:trace>
  <inkml:trace contextRef="#ctx0" brushRef="#br0" timeOffset="53764.78">19213 3563 1789 0,'-32'18'179'0,"4"7"141"15,4 1-386-15,11 5-50 16,6-5 2-16,10-5 22 16,4-4 50-16,7-10 42 15,2-1 0-15,1-6 9 16,4-2 0-16,-3 2 0 16,0 0-6-16,-5 7-21 15,-3 3-12-15,-8 7-27 16,-5 3 0-16,-10 7 18 0,-6 4 16 15,-9 0 17-15,-7-1 3 16,-1-4 3-16,0-10-12 16,6-12-101-16,4-10-2 15,19-29 61-15</inkml:trace>
  <inkml:trace contextRef="#ctx0" brushRef="#br0" timeOffset="53980.59">19591 3361 1628 0,'-3'70'80'16,"-2"2"-71"-16,-3 0-48 16,-1-5 1-16,1-16-4 15,-1-7-11-15,-3-12 12 16,-5-6-23-16,-6-14-52 15,-3-7-35-15,-8-13-174 16,-5-5 168-16</inkml:trace>
  <inkml:trace contextRef="#ctx0" brushRef="#br0" timeOffset="55747.14">19216 3713 1169 0,'10'2'85'16,"7"4"70"-16,7-6-100 15,16-2-36-15,5-5-7 16,14-10 17-16,5 2 36 15,0 0 75-15,3 1-2 16,-10 5-58-16,-7 1-29 16,-5 2-57-16,-7 1-9 15,-6 4-21-15,-3 1-5 0,-9 8 11 16,-1 1 0-16,-5 8 12 16,0 2 6-16,-1 6-24 15,-2 3-15-15,-4-3-50 16,-2-1 11-16,-5-10 53 15,-5-6 8-15,-5-4 29 16,-3-4 11-16,-2-7 9 16,0-3 3-16,3-6-10 15,1-5-5-15,4-2-8 16,3 0-6-16,3-1-1 16,0 3-1-16,4 2 4 15,2 1 0-15,2 2 2 16,2 2 4-16,1 3 0 15,-1 4 2-15,0 6 0 0,0 3 4 16,-1 10 5-16,-2 5 12 16,-2 12 8-16,0 3-9 15,1 8-12-15,1 1 0 16,2-7-6-16,3-4-6 16,0-16 6-16,3-6-6 15,0-9 0-15,2-7 3 16,3-8 0-16,1-5 0 15,7-9-12-15,-4-1-6 0,4-2-9 16,0 2-3-16,-3 6 9 16,2 3 12-16,-7 9 3 15,-4 3 3-15,-8 9 0 16,-2 5 3-16,-7 7 3 16,-3 3 3-16,-2 5 12 15,0-2-3-15,3-1-6 16,4-3 3-16,5-6-12 15,1-2-3-15,3-5 6 16,2-6-3-16,2-3 3 16,0-3-3-16,0-3-3 15,-2 1 0-15,-2 0 0 16,0 0 2-16,-3 6 1 16,0 0-3-16,0 6 0 15,3 4 0-15,-1 5 0 0,0 5 0 16,-2 3 0-16,-1 1 0 15,-1-2-3-15,0-3 1 16,3-5 2-16,1-3 2 16,6-8-2-16,3-4 3 15,6-5-8-15,2-4-7 16,3 0 0-16,0 0-6 16,-2 2 12-16,-2 3-3 15,-5 5 6-15,-2 3 3 0,-4 7 0 16,-2 5-3-16,-4 6 9 15,0 2-3-15,1 4 0 16,1-3 3-16,5-1-3 16,3-4 3-16,5-5 3 15,1-1 3-15,4-6 0 16,-1-2-4-16,-3-4 1 16,2 0-6-16,-4-1 3 15,-3-1-6-15,0 1 0 16,-3 0 3-16,0 1-3 15,0 1 0-15,-4 0 3 16,1-1-3-16,-5-3 0 16,-1-1 3-16,-4-4 3 15,-2 0 3-15,-3-4 9 16,-3-1 12-16,-2-3 0 16,-3 1 6-16,-3 4-9 0,-4 5-18 15,-5 13-3-15,-3 9-6 16,-8 17 3-16,-2 9 0 15,-3 9 0-15,1 0 0 16,10-8-3-16,7-4 3 16,16-9-6-16,10-4 3 15,15-9 0-15,6-4-3 0,14-7 3 16,4-4 3-16,0-5 0 16,1-3 3-16,-5 1-3 15,-3-3 3-15,-4 0-6 16,-2 0 0-16,-10 2 3 15,-2 0 6-15,-7 5 3 16,-1 1-1-16,-1 6 7 16,-1 4-6-16,2 6 0 15,-1 2-6-15,0 5-3 16,-2-2-3-16,3-2-3 16,-2-3 6-16,3-6-6 15,2-3 3-15,4-9 0 16,5-3-3-16,4-4 3 15,0-3 3-15,0-1-3 16,-1-1 6-16,-5 2-6 16,0 3 0-16,-5 5 0 0,-2 3 0 15,-4 8-3-15,-3 5 0 16,-1 7 3-16,-1 5 0 16,1 4 12-16,1 0 0 15,6-4-3-15,4-4 0 16,2-9-3-16,2-4 3 0,3-11 3 15,-1-2-6-15,6-6 3 16,-1 0 0-16,-1 2-6 16,0 0-3-16,-9 6 0 15,-2 2 0-15,-3 3-3 16,-4 0 3-16,4 2 0 16,4 0 0-16,2-1 0 15,-1-1 0-15,3-1 3 16,-4 1 0-16,-6 0 9 15,1-3 3-15,-3-2 3 16,1-2 3-16,1-5 0 16,-2-1-4-16,0-1-2 15,-2 0-3-15,0-1-3 16,5 0-6-16,-1-1 6 16,-1-1-3-16,3 1-6 15,-3 0 0-15,-2 6-18 16,-1 4 3-16,-3 8-6 0,-4 4-8 15,0 0-7-15,6 9-36 16,-9 6-104-16,-2 2-72 16,1 4 150-16</inkml:trace>
  <inkml:trace contextRef="#ctx0" brushRef="#br0" timeOffset="56763.27">22302 3449 1200 0,'-4'25'122'15,"0"7"384"1,4 11-751-16,5 0 106 0,4-14 25 15,4-6 29-15,7-16 93 16,2-5 32-16,8-6 26 16,4-7 4-16,4-8-20 15,1-2-13-15,-2-5-31 16,-7-3-2-16,-9 1-2 16,-5-2-2-16,-11 4 2 15,-4 2 5-15,-7 10 15 16,-3 2 26-16,-3 10 3 15,3 3-7-15,1 10-29 16,2 2-3-16,7 5-12 16,5 2 3-16,9 4 3 0,8 3-3 15,4 4 0-15,-4 5 0 16,0 8 0-16,-4 9-3 16,-10 12-15-16,-6 5-24 15,-18 3-26-15,-13-8-1 16,-19-10 33-16,-10-8 19 15,-9-12 24-15,-1-4 27 0,12-14 103 16,9-7 25-16,14-13 2 16,10-6-12-16,6-10-34 15,2-5-33-15,10-8 0 16,7-2-14-16,10-11-26 16,6-5-31-16,14-8-15 15,6 0-5-15,21 2-1 16,7 6 4-16,13 14-22 15,-3 5-17-15,-9 10-42 16,-8 4-12-16,-22 2 17 16,-10 3-8-16,-16 2 60 15,-9-2 24-15,-10 2 18 16,-4 0 9-16,-5 0 12 16,1 1 2-16,0-1-6 15,0-1-2-15,7-2-7 16,3-3-6-16,7-2-9 0,8-2-11 15,10-3-45 1,7 0-43-16,11 1-154 0,6 2-39 16,5 6-59-16,9 5 257 15</inkml:trace>
  <inkml:trace contextRef="#ctx0" brushRef="#br0" timeOffset="57646.61">23440 3482 2070 0,'53'6'-511'0,"10"-16"406"15,2-9 70-15,-7-14 89 16,-6-7 26-16,-1-8 156 16,-5-3-21-16,-4-6-104 15,-4-2-78-15,-10-5-141 16,-4 0-26-16,-9 2-16 0,-5 6 40 16,-6 19 68-16,-4 9 36 15,-7 23 27-15,-5 11 0 16,-11 22 17-16,-8 13-5 15,-11 23 6-15,-7 10 0 16,6 4-6-16,4-2-6 16,15-13-12-16,10-7-9 15,10-15-3-15,7-8 0 0,4-14-12 16,4-6-27-16,3-11-21 16,2-4-27-16,8-11-71 15,2-4 59-15,2-6-83 16,-2-2-16-16,-6-1 3 15,0 0 65-15,-6 3 220 16,-1 3 78-16,-4 7 10 16,-2 5-19-16,-2 8-75 15,-2 5-32-15,2 10-28 16,-3 1-8-16,0 6 11 16,0-1 3-16,0-3-18 15,1-4-3-15,2-4-6 16,3-4 0-16,3-4 6 15,4-2 0-15,3-4-1 16,0-1-8-16,3-1-3 16,-2 1 3-16,2 1-6 15,-1 3 0-15,-6 1 0 0,1 1 1 16,-7 0 2-16,-1 0 2 16,0-1 7-16,-1 0 0 15,4 0 3-15,3-1 0 16,3-3-3-16,0 0 3 15,0-3 0-15,-3 0-3 0,0-3 0 16,-1 1-3-16,0-2-3 16,0 0 6-16,-2-2-6 15,-1 0-3-15,-3-1-6 16,-3 0 0-16,-4 2-3 16,-2 3 0-16,-6 4 12 15,-4 6 9-15,-5 11 15 16,-3 9 0-16,0 16-3 15,3 6-6-15,15 4-6 16,8 1-3-16,25-8-60 16,11-8-15-16,15-16-59 15,6-10-20-15,7-11 114 16</inkml:trace>
  <inkml:trace contextRef="#ctx0" brushRef="#br0" timeOffset="58546.78">14676 4596 1556 0,'-13'45'-34'0,"2"2"-48"16,3 6 1-16,4 8 66 15,3 4 28-15,2 7 20 16,3 1 8-16,2-1-1 16,-2-4-3-16,-5-10-15 15,-5-5-11-15,-5-16-7 16,-3-9-2-16,4-15 4 15,-1-7 0-15,3-9 36 16,1-7 0-16,3-14 2 16,2-10-5-16,2-18-27 0,2-5 0 15,3-9 12-15,2-1 18 16,9 1 12-16,6 1 0 16,9 8-13-16,2 5-23 15,0 11-18-15,-4 6 0 16,-1 14-6-16,-3 4-3 15,-6 12-9-15,-5 3-5 16,-8 10-34-16,-6 7-12 0,-11 12-27 16,-5 5-26-16,-10 3 20 15,-3-1-10-15,1-12-125 16,4-7-188-16,7-11 225 16</inkml:trace>
  <inkml:trace contextRef="#ctx0" brushRef="#br0" timeOffset="59413.32">15227 4674 1882 0,'-39'5'110'16,"-1"8"43"-16,5 3-237 16,2 8-12-16,9 3 55 15,6 2 55-15,8 1 4 16,5-3 0-16,-3-1-3 16,14-7-15-16,-1-4-3 15,14-10-15-15,8-7-20 0,9-15-16 16,5-4 0-16,5-10-6 15,-2-2 21-15,-5-2-20 16,-4 0-4-16,-10 2 5 16,-6 1 33-16,-7 9 9 15,-3 7 13-15,-7 8 14 16,-2 8 16-16,0 0 73 16,-4 8 10-16,0 14-23 15,-1 8-30-15,-1 14-45 16,-5 2 0-16,3-2 0 15,1-7-7-15,1-14-2 16,6-5-17-16,3-17-34 16,4-6-9-16,8-16-33 15,2-10-17-15,5-11-8 16,4-4 34-16,3 1-6 16,-1 4 13-16,-2 6 41 0,-2 6 14 15,-9 9 23-15,-1 6 4 16,-5 9 17-16,-1 4 10 15,-6 12 21-15,0 8 4 16,-4 17-6-16,-2 5-5 16,-3 7-11-16,0-3 45 0,3-13-3 15,0-6-8-15,4-15-42 16,0-11-12 0,6-1-12-16,4-12-6 0,6-15 15 15,5-6-12-15,4-9-12 16,0 4-6-16,-2 4-9 15,0 6 6-15,-3 14-3 16,0 5 3-16,-2 13 3 16,-5 6-15-16,-2 11 15 15,-1 1 4-15,-5 5 5 16,1-2 12-16,-3-7-6 16,-2-4 8-16,-1-13-8 15,0 0 0-15,0 0 6 16,9-14 0-16,-5-3 6 15,-3-4-6-15,4 2-9 16,0 2-6-16,1 6-17 16,5 1-7-16,-5 5-3 15,2 2-6-15,-2 1-1 0,-1 1-25 16,6-6 37-16</inkml:trace>
  <inkml:trace contextRef="#ctx0" brushRef="#br0" timeOffset="60247.12">16158 4629 1616 0,'-24'-13'0'15,"-2"-1"21"-15,2 0-136 16,0 1 86-16,2 4 56 16,3 2 30-16,0 8 50 15,1 7-5-15,2 12-36 16,-1 10-24-16,4 14-24 16,3 5-18-16,5 1 3 15,3-7-3-15,6-12 0 16,4-8 3-16,7-11-9 15,3-7-15-15,8-13-18 16,3-7-9-16,9-13 3 0,0-4 12 16,-1-2 18-16,-3 0 9 15,-11 2 6-15,-5 4 3 16,-7 2 6-16,-4 5 0 16,-5 8 6-16,-1 4 0 15,-3 9 27-15,-3 4 3 16,0 9-9-16,-1 6 3 0,-1 6-33 15,3 0 2-15,2-3 1 16,0-5-9-16,3-9-14 16,1-4-4-16,5-7-6 15,3-7 3-15,5-9 3 16,2-4 0-16,1-2 0 16,0 1 6-16,-4 5 3 15,-1 4 9-15,-4 8 0 16,1 2-3-16,-4 7-12 15,-1 7 9-15,-3 10 6 16,-1 7 9-16,-1 8 18 16,-4 1-6-16,2-3-6 15,-1-4-6-15,1-12 3 16,2-4-3-16,2-8-6 0,2-4 3 16,4-8 6-16,3-5 6 15,3-7-3-15,4-1 2 16,0-3-14-16,-1 3 3 15,-1 4 3-15,-2 4-9 16,-1 5 3-16,-3 6-3 16,0 6-9-16,-1 5 3 15,-1 5 15-15,4 3 3 16,-1-3 6-16,2-3-9 0,4-7-9 16,1-6-9-16,3-13-33 15,4-5-29-15,2-8-67 16,0-1-14-16,-1 3 59 15,-1 2 14-15,-1 7-20 16,0 3-19-16,4 3 63 16</inkml:trace>
  <inkml:trace contextRef="#ctx0" brushRef="#br0" timeOffset="60569.49">17167 4435 1425 0,'-18'8'77'16,"-5"5"389"-16,-12 12-519 16,-7 4-10-16,-5 5 90 0,-3 2 29 15,2 0 22 1,6-4 6-16,16-8-24 0,10-5-19 16,16-8-29-16,8-2-6 15,10-2-18-15,4-1 0 16,7-2-29-16,0-1-25 15,-1 2-27-15,-6 0-11 16,-12 1-10-16,-7 2 24 16,-20 3 49-16,-7 4 23 0,-20 4 42 15,-6 1 5-15,-9-3-5 16,2-3 0-16,10-12-33 16,8-3-62-16,15-8-117 15,4-2-198-15,5-2 196 16</inkml:trace>
  <inkml:trace contextRef="#ctx0" brushRef="#br0" timeOffset="60968.75">14056 5091 2061 0,'-57'16'-619'0,"15"-1"635"16,81 18-328-16,-16-31 463 15,81-2-50-15,21-1 281 16,24-3 108-16,35-3-219 15,16-3-112-15,30-5-118 16,13-4-25-16,23-4-14 16,-1-2-1-16,9-4 1 15,-16-3-2-15,-13-1-5 16,-13 0-1-16,-32 0-17 16,-13 4-4-16,-39 4-13 15,-14 2-33-15,-37 6-57 16,-17 3-52-16,-34 2-185 15,-15 3-40-15,-26 1 324 16</inkml:trace>
  <inkml:trace contextRef="#ctx0" brushRef="#br0" timeOffset="67263.17">9351 4645 1520 0,'-7'-1'13'16,"-1"1"-18"-16,1 0-30 16,1 0 13-16,-6 2 22 15,2 0 10-15,-5 7 13 0,-5 7 5 16,-3 14 11-16,-4 10 21 16,-3 22-36-16,3 8-12 15,7 8-6-15,7-1-9 16,12-7 0-16,8-6 0 15,16-9 0-15,7-4 6 16,18-10 11-16,3-8 7 0,8-14 15 16,4-7 12-16,-2-14 39 15,4-6 44-15,-5-13 37 16,-1-7-13-16,-3-14-73 16,-6-7-37-16,-4-14-23 15,-7-7-9-15,-11-19-5 16,-8-6 1-16,-20-10-5 15,-11 0 0-15,-21 9-4 16,-12 7-11-16,-15 14-16 16,-11 9-4-16,-19 16-7 15,-9 9 1-15,-17 21 10 16,-7 10 0-16,5 13 5 16,6 6 10-16,13 5 15 15,12 5 6-15,17 7 9 16,10 8 2-16,28 14 13 15,9 4 3-15,18 11-11 0,10 2-2 16,17-6-18-16,12-2-3 16,22-10 3-16,11-6 2 15,12-9 10-15,6-7 2 16,11-10 7-16,1-2-3 16,8-9-10-16,-1-4-4 15,-4-6-3-15,-1-5-3 16,-8-7 1-16,-4-3-1 0,-19-4-3 15,-13-1 0-15,-24-1-25 16,-11 2-21-16,-25-1-91 16,-7 1-110-16,-22 5-343 15,-9 4 478-15</inkml:trace>
  <inkml:trace contextRef="#ctx0" brushRef="#br0" timeOffset="68196.98">10339 4946 1382 0,'13'-1'43'16,"1"1"21"-16,8 0-70 15,-1 2 0-15,2-1 6 0,2 2 0 16,0 0 6-16,1 1 2 16,3-2 3-16,0-2 1 15,0-5-6-15,0 0-4 16,-3-3-2-16,-2 2 0 16,-5 0-2-16,-1 1-2 15,-6 1-13-15,-3 0-26 16,-2 2 26-16</inkml:trace>
  <inkml:trace contextRef="#ctx0" brushRef="#br0" timeOffset="68880.03">10423 5208 1409 0,'14'8'57'0,"7"-1"45"0,7 2-105 16,8-1-21-16,4-4 18 16,-1-3 6-16,0-2 0 15,-6-3 0-15,-5-1 2 16,-3 0 2-16,-3 0-2 15,-7 2-6-15,0-3-29 16,-8 0 22-16</inkml:trace>
  <inkml:trace contextRef="#ctx0" brushRef="#br0" timeOffset="69268.37">11464 4697 839 0,'-3'-12'43'0</inkml:trace>
  <inkml:trace contextRef="#ctx0" brushRef="#br0" timeOffset="70146.92">11477 4298 1282 0,'-8'-8'36'0,"-1"0"-1"15,-1 1-23-15,-6-1 11 16,-2 3 2-16,-8-2 8 16,0 1 2-16,-4 0 4 0,2 0 24 15,1 2 38 1,-1 0 1-16,3 4-18 0,1 0-13 16,5 2-23-16,4 1-18 15,4 2-18-15,1 2-9 16,5 11-3-16,3 7 3 15,3 15 6-15,4 10 0 16,2 19-3-16,0 6-6 16,0 18 0-16,-2 4 3 0,1 4-3 15,-1 3 0-15,1-4-69 16,2-4-2-16,1-3 2 16,1-2 9-16,0-5 63 15,-2 1 0-15,-2-3-3 16,-3 3 0-16,-3-2 0 15,-2-3 0-15,-5-9 6 16,0-7 0-16,-2-14 3 16,2-8 3-16,2-16 0 15,1-8 6-15,2-11-6 16,2-9-6-16,0 0 21 16,0 0-4-16,1 0 10 15,14-3-9-15,2-7-24 16,3-1-9-16,6-3-41 15,7 1-7-15,4 3-24 16,1 0-6-16,3 7-11 0,-5 0 19 16,2 2 9-16,1 1-52 15,-4-2 73-15</inkml:trace>
  <inkml:trace contextRef="#ctx0" brushRef="#br0" timeOffset="71283.83">11612 4730 520 0,'0'3'41'16,"0"3"28"-16,-1 0-49 15,0 3 8-15,0 0 8 16,-1 2 39-16,1 1 16 16,0 4 9-16,1 3-4 0,0 5-32 15,3 1-8-15,2 3-21 16,4 1-10-16,1-3-13 16,4-2-6-16,5-7 0 15,3-2 3-15,4-9 3 16,5-4-2-16,1-7-3 15,1-6 1-15,5-4 0 16,-4-3 2-16,-1-3-3 16,-4-3 3-16,-7-1-2 15,-2-2 0-15,-8-4-1 16,-2-2-1-16,-7-5 0 16,-3-6 0-16,-6 0 1 15,-5-3 3-15,-5 0 8 16,-3 5-3-16,-5 7 3 15,-5 6-7-15,-7 10-5 0,-7 6-2 16,-8 9 0-16,-1 5 0 16,0 9-2-16,6 4-1 15,10 6-1-15,7 2 2 16,10 5-2-16,6 0 2 16,6 3 2-16,5 2 2 15,8-2 0-15,7-1 2 16,9-3-3-16,9-6 1 0,8-9 0 15,6-5 9-15,11-9 3 16,3-5-6-16,5-9 0 16,-1-1-18-16,-11-3-55 15,0 0 13-15,-17 6-32 16,-7-1-49-16,-16 7 78 16</inkml:trace>
  <inkml:trace contextRef="#ctx0" brushRef="#br0" timeOffset="72331.05">12103 4986 773 0,'-4'12'71'0,"-1"2"79"0,2 0-280 15,0 4 5-15,1 1 68 16,1 0 169-16,2-2 24 16,4-3 12-16,1-3-37 15,6-5-40-15,0-3-18 16,2-5-28-16,0-3-4 15,1-7-11-15,-1-2-4 16,-2-3-1-16,-6 0-1 0,-3 1 16 16,-1 2 3-16,-7-1 2 15,-3 3-2 1,-5 2-13-16,-7 4-4 0,-1 6-2 16,-2 2-2-16,-1 5 0 15,3 1-6-15,6 0-58 16,3-2-167-16,11 1 144 15</inkml:trace>
  <inkml:trace contextRef="#ctx0" brushRef="#br0" timeOffset="72768.95">12422 4974 901 0,'13'8'75'0,"6"0"91"15,1 0-275-15,5-4-28 16,-4-1 55-16,-1-2 139 15,-3-1 30-15,-2-1 25 16,-4-2-21-16,0-3-34 16,0 1-28-16,-2-5-80 15,1 2-142-15,-1-4 100 16</inkml:trace>
  <inkml:trace contextRef="#ctx0" brushRef="#br0" timeOffset="72930.42">12664 4950 1406 0,'7'3'-276'16,"5"0"259"-16</inkml:trace>
  <inkml:trace contextRef="#ctx0" brushRef="#br0" timeOffset="73115">12874 4960 1487 0,'8'-1'-66'0,"10"-6"60"16</inkml:trace>
  <inkml:trace contextRef="#ctx0" brushRef="#br0" timeOffset="73646.59">13068 4693 1858 0,'-13'40'-21'0,"5"2"-114"15,3 5-82-15,5 0 118 16,0-2 47-16,6-10 52 15,1-4 2-15,3-10 13 16,3-7 11-16,2-10 14 16,4-5-1-16,5-14-12 15,3-6-15-15,2-11-16 16,-3-2-4-16,-4-3-2 16,-5 1 8-16,-8 0 12 15,-3 0 6-15,-9-4 5 16,-5-3 0-16,-8-2 8 0,-2-2-2 15,-8 3 0-15,-4 1 0 16,-1 9 14-16,-2 8 16 16,5 16 12-16,1 9-6 15,4 18-10-15,2 8-14 16,4 13-33-16,3 5-3 16,6 5-9-16,4-3-6 15,11-4 0-15,3-5-3 0,10-11-5 16,2-4-1-16,9-10-15 15,2-7-24-15,8-8-48 16,0-4-37-16,-1-4 21 16,-2-1-60-16,-7 2-177 15,-3 2 165-15</inkml:trace>
  <inkml:trace contextRef="#ctx0" brushRef="#br0" timeOffset="74015.45">13317 4996 1777 0,'2'23'-27'0,"3"-1"-134"0,0-2 65 15,1-5 65-15,-1-4 19 16,-3-4 12-16,-2-7 4 15,0 0 15-15,0 0 12 16,0 0 2-16,3-11 10 16,-2-3-40-16,1-2-21 0,2-3-4 15,-1 0 20 1,4-2 4-16,2 0-2 0,2 2-2 16,2 1-4-16,0 9 3 15,2 4 4-15,-3 9 5 16,-1 6 2-16,0 11 7 15,-3 4 3-15,0 3-12 16,2-1 0-16,2-5-18 16,4-5-23-16,3-11-17 15,-2-5-39-15,2-8 48 16</inkml:trace>
  <inkml:trace contextRef="#ctx0" brushRef="#br0" timeOffset="74613.39">13330 4398 1421 0,'17'7'23'0,"1"-1"-28"16,4-3-3-16,4-5 10 16,2-2 4-16,4-6 13 15,2-2 4-15,0-1 2 16,0 0-3-16,-7 0-13 15,-4 4-3-15,-9 0-8 16,-5 4-4-16,-4 3-9 16,-6 4-3-16,-1 11 3 15,-1 10 3-15,-7 20 3 16,3 10 1-16,-9 23-6 16,-5 7-9-16,2 8-10 15,-1 3 4-15,3-4 6 16,5-2 9-16,4-5 16 15,5-1 2-15,4-1 2 0,3 1 2 16,3-2 1-16,0-1 1 16,-1-5 7-16,-5-3 5 15,-2-5 15-15,-7-3 3 16,-9-8 11-16,-5-7 99 16,-13-10 93-16,-9-6 2 15,-14-9-50-15,-6-4-102 16,-13-9-75-16,-6-6-19 0,-6-12-87 15,-1-7-88-15,-5-9-212 16,6-4 182-16</inkml:trace>
  <inkml:trace contextRef="#ctx0" brushRef="#br0" timeOffset="79712.95">1556 3932 1777 0,'48'-5'0'0,"1"3"3"0,3-11 18 16,-2 1 6-16,0 0 3 16,-1 0 12-16,-3 2-12 15,-1-1 2-15,-4 4-14 16,1-3-12-16,-4 2-6 16,-5 1 0-16,-5-4-15 15,-6 1-9-15,-10-5-194 16,-4-5-150-16,-8-4 267 15</inkml:trace>
  <inkml:trace contextRef="#ctx0" brushRef="#br0" timeOffset="80046">1949 3618 2139 0,'70'11'-6'0,"-1"-2"6"16,-4 3 9-16,-7 1 0 0,-9 5 0 16,-6 3-3-16,-15 6-9 15,-8 5 3-15,-13 13 0 16,-8 4 0-16,-15 9 26 15,-6 4 7-15,-16 2 6 16,-6 2 3-16,-7 1-23 16,-4 0-5-16,-2-8-14 15,5-7-10-15,1-16-144 16,10-12-83-16,15-17-321 16,6-9 418-16</inkml:trace>
  <inkml:trace contextRef="#ctx0" brushRef="#br0" timeOffset="80764.13">2038 6384 1846 0,'68'10'9'15,"1"-2"6"-15,-6-4 15 0,-4 1 23 16,-6 2 13-16,-4 0 0 15,-7-1-18-15,-5-1-24 16,-11-2-24-16,-5-3-6 16,-9-5-117-16,-2-9-98 15,-4-16 116-15</inkml:trace>
  <inkml:trace contextRef="#ctx0" brushRef="#br0" timeOffset="81079.64">2261 6092 2553 0,'53'21'-17'0,"2"-6"17"16,-1-3 0-16,-4-1 5 15,-2 1-1-15,-8 6 1 16,-6 2-3-16,-11 11-2 16,-6 7-2-16,-17 17 0 15,-6 9-1-15,-18 15 3 16,-7 4 3-16,-6 2 7 16,-5-4-2-16,0-15-5 0,1-9-32 15,5-22-173-15,4-12-209 16,4-18 174-16</inkml:trace>
  <inkml:trace contextRef="#ctx0" brushRef="#br0" timeOffset="81679.87">3178 5765 1533 0,'-1'25'83'16,"3"15"-12"-16,6 13-68 15,5 23-3-15,-1 6 6 0,2 11 15 16,-2 4 3-16,-3 2 18 16,-1-1-3-16,-7-9-9 15,-1-7 3-15,-1-19-24 16,-1-8-9-16,2-17-141 16,0-12-90-16,3-13 180 15</inkml:trace>
  <inkml:trace contextRef="#ctx0" brushRef="#br0" timeOffset="81997.5">3474 5983 1487 0,'-4'-21'33'0,"2"3"-16"16,7 13-36-16,5 5 9 15,1 10 20-15,2 7 13 16,4 16 73-16,1 8 26 16,-2 17 34-16,0 11-19 0,-7 14-29 15,-2 6-34-15,-3-3-59 16,0-4-15-16,-4-24-27 15,0-12-62-15,-6-20-207 16,-3-11-240-16,-4-19 387 16</inkml:trace>
  <inkml:trace contextRef="#ctx0" brushRef="#br0" timeOffset="82181.7">3429 6512 2306 0,'10'-3'188'16,"5"-3"86"-16,15-8-253 16,8-3-5-16,15-8-28 15,4-3-23-15,3-2-81 16,-3 0-129-16,-8 6-273 16,-6 6 204-16</inkml:trace>
  <inkml:trace contextRef="#ctx0" brushRef="#br0" timeOffset="83314.3">4395 6334 2371 0,'10'20'-31'0,"5"12"-266"16,5 7-44-16,0 7 169 15,-3 1 113-15,-10-5 54 16,-4-2 10-16,-6-8 32 16,-2-5 38-16,-1-13 119 15,-3-3-3-15,0-11-50 16,-2-5-46-16,-3-8-160 15,2-4-40-15,3-9-47 16,2-3-4-16,6-7 85 16,3-1 17-16,6 0 33 0,6 0 6 15,7 1 9-15,2 4 3 16,5 5 3-16,-1 3 0 16,1 13 15-16,0 6 12 15,-5 10 18-15,-1 6 14 16,-6 10 4-16,-1 5-9 15,-4 4-18-15,-3 2-18 16,-4-4-12-16,-2-3-6 0,-2-7 3 16,-2-4 9-16,1-7-6 15,1-7 12-15,0 0-15 16,0 0-3-16,0 0 17 16,2-8-5-16,6-9 3 15,2-6 9-15,7-7-12 16,3-4-6-16,6-4-6 15,1 3-21-15,-1 7-21 16,-1 8 4-16,-6 12-1 16,-3 6 0-16,-3 13 9 15,-3 7 3-15,-1 9 3 16,1 5 3-16,-4-1-3 16,1 0-17-16,2-11-64 15,1-5 34-15,2-11-37 16,1-5 1-16,0-10 29 15,-1-2 26-15,-1-2 50 0,-2 1 14 16,-2 3-1-16,-1 0 3 16,-1 7-4-16,0 1-4 15,-1 3 13-15,2 4 10 16,1 5 25-16,0 3 12 16,3 7 14-16,0 2-3 15,3 3 35-15,3 2 10 0,0-7-56 16,2-1-27-16,-1-10-27 15,2-2-6-15,-5-10 18 16,-2-4 14-16,0-8 13 16,-5-3-3-16,2-5-24 15,0-3-9-15,-5-1-27 16,-1 1-18-16,-9 2-33 16,-7 4-5-16,-7 5 17 15,-6 5 24-15,2 8 63 16,2 3 27-16,8 5 23 15,5 1-2-15,7 1-45 16,2-2-27-16,7-3-15 16,3 1 0-16,6-1 6 15,1 0 9-15,5 6-9 16,2 3 3-16,2 7-3 0,-2 2-3 16,-1 4 0-16,-4-1-6 15,0-2-3-15,-4-2 6 16,-3-5 0-16,-2-3 6 15,-3-6 9-15,-1-2-6 16,-3-5 12-16,1-2-4 16,0-7 16-16,-1-3 0 0,3-8-9 15,-1-1-9-15,3-5-69 16,1-1-41-16,1 0-144 16,1 0-108-16,-1 3 282 15</inkml:trace>
  <inkml:trace contextRef="#ctx0" brushRef="#br0" timeOffset="83646.39">5662 6532 2157 0,'10'7'98'0,"2"0"-65"15,0-2-27-15,0-5-6 16,-1-2 3-16,-3-10-3 15,-1-4 0-15,-4-8 0 16,-3-2 0-16,-1-2-9 16,-3 3-27-16,-5 3-74 0,0 2-37 15,-5 4-35-15,-4 3 27 16,0 7 83-16,1 5 48 16,-3 10 78-16,5 8 29 15,-1 11 40-15,0 8 5 16,6 10-11-16,1 4-24 15,6 0-58-15,4-5-14 16,4-14-77-16,5-10-46 0,3-19-125 16,3-8-59-16,7-19 121 15,1-9-40-15,9-9 120 16</inkml:trace>
  <inkml:trace contextRef="#ctx0" brushRef="#br0" timeOffset="83946.88">6011 6312 1912 0,'-24'13'328'0,"-3"8"115"16,-1 6-396-16,0 11-55 16,0 3 2-16,5-1 2 15,4-1 2-15,6-7 6 16,4-6 0-16,9-10-4 0,2-5-2 15,7-7-8-15,5-2-2 16,5-1 4-16,2 0 1 16,-4 3-1-16,-3 2-3 15,-10 7-47-15,-8 6-31 16,-10 7-8-16,-6 3 5 16,-5-1-37-16,0-7-53 15,6-11-431-15,4-15 493 16</inkml:trace>
  <inkml:trace contextRef="#ctx0" brushRef="#br0" timeOffset="89764.38">6529 6418 1452 0,'-3'18'41'0,"2"7"-8"16,1 3-39-16,1 2-8 15,-1-2 5-15,0-8-3 16,0-6-3-16,-5-6-7 15,-1-5-1-15,-3-7-27 16,-1-5-65-16,1-8 71 16</inkml:trace>
  <inkml:trace contextRef="#ctx0" brushRef="#br0" timeOffset="90180.26">6392 6297 1655 0,'5'-2'92'0,"2"0"-71"0,1 3-21 16,4 7 0-16,0 2-3 15,4 6 3-15,3 3 0 16,-1 6 0-16,1-2 0 16,1 1 3-16,-2 0-3 15,-1-1 3-15,-1-2 0 16,-5-2-3-16,-3-5 0 0,-3-4-3 15,-3-3-3-15,-2-7-3 16,0 0 0-16,0 0-12 16,-1-11 6-16,-1-4 6 15,1-4-3-15,0-5 9 16,1-1 0-16,2-1 3 16,5 2 3-1,3 3 0-15,5 1 0 0,3 6 3 16,3 4-6-16,4 10 9 15,-6 7 3-15,7 15 6 16,-5 8 0-16,-1 12 0 16,1 4-3-16,-6 2-6 15,-3-2 0-15,0-11-12 16,1-5-24-16,0-19-101 16,1-9-57-16,4-17 130 15</inkml:trace>
  <inkml:trace contextRef="#ctx0" brushRef="#br0" timeOffset="90446.4">7503 5826 1446 0,'4'35'197'0,"3"29"623"16,7 16-874-16,5 20-82 16,0 0-67-16,-3-12 21 15,-3-9 47-15,-9-16 99 16,-4-8 27-16,-7-14 3 16,-2-7-12-16,-5-9-150 15,-1-8-161-15,-3-14 205 16</inkml:trace>
  <inkml:trace contextRef="#ctx0" brushRef="#br0" timeOffset="91232.7">7332 6537 2482 0,'11'-2'136'0,"3"-1"9"16,17-6-248-1,10-6-86-15,18-13-72 0,3-6-43 16,0-10 181-16,-4 1 42 16,-10 2 37-16,-7 4 11 0,-9 6-24 15,-5 1 3-15,-7 3-54 16,-3 0-42-16,-5 1-5 16,-1 0 0-16,-5 0 80 15,-4-1 61-15,-2-2 58 16,-2-3 19-16,-8-4 36 15,-2-3-18-15,-3-2 24 16,-3 2-1-16,5 7-11 16,2 6 8-16,4 11 75 15,7 15-41-15,-5 1-61 16,5 17-32-16,3 21-42 16,1 15-9-16,1 19 9 15,0 9-6-15,-2 3 3 16,-2-3-3-16,-1-4 6 15,0-6 3-15,1-13-3 16,0-8 0-16,3-21-3 16,-1-7-20-16,3-16-97 0,-1-4-35 15,3-9 13-15,-1-5 65 16,3-6 42-16,0 0 14 16,-2 0 21-16,0 2 13 15,-3 5 12-15,0 4 2 16,1 5 6-16,1 1 0 15,2 1-2-15,1 4 34 0,3 2-2 16,3 0-7-16,-1 0-14 16,2 0-3-16,0-2-3 15,1-2-9-15,1-3-3 16,1-2-12-16,0-5-6 16,1-3 3-16,-2-6-6 15,0-1 3-15,-3-3-6 16,-3-1-3-16,-4 0-3 15,-4 0-9-15,-3 5 12 16,-2 2-6-16,-5 4 6 16,0 1 3-16,-10 5 6 15,-3 4 3-15,-3 5 18 16,-2 5 5-16,7 7 10 16,4 8 9-16,8 7-6 15,5 0 0-15,16 0-18 16,7-3-7-16,17-10-31 15,8-6-55-15,13-16-108 0,4-9-92 16,4-19 136-16</inkml:trace>
  <inkml:trace contextRef="#ctx0" brushRef="#br0" timeOffset="93179.31">9202 5943 2046 0,'0'65'206'0,"5"15"71"16,4 13-333-16,2 5-29 16,-4-11 13-16,1-26 5 0,-4-15 40 15,-3-25 33-15,2-8 12 16,-3-13 3-16,0 0 3 15,-3-9-81-15,-3-6-38 16,-9-12-100-16,-4-4-23 16,-1-3 60-16,0 0 94 0,-2 7 53 15,2 4 5-15,1 6 10 16,0 4 7-16,5 7 17 16,0 4 28-16,4 4 33 15,2 6-8-15,3 8-15 16,2 6 0-16,3 10 11 15,4 4 4-15,6 1-18 16,3-3-9-16,4-8-25 16,4-4-14-16,2-10-3 15,2-7-9-15,7-7-3 16,4-5-3-16,4-8-15 16,2-2-8-16,1-4-16 15,-3 0-9-15,-5 4 9 16,-3 3 12-16,-12 7 15 15,-4 3 6-15,-9 5 3 16,-3 2 6-16,-2 6 36 16,-1-1 12-16,3 5 3 0,-1-1-9 15,-1-4-27-15,1 0-9 16,-3-8-6-16,0 0-3 16,-7-7-36-16,0-3-15 15,-1-8-39-15,-1-3 4 16,-1-3 20-16,1-2 24 15,1 0 33-15,3 1 6 0,5 1 0 16,2 0-3-16,9 3 0 16,3 2 3-16,4 6 3 15,1 3 3-15,1 8 12 16,0 5 6-16,0 7 0 16,-2 6 9-16,-2 6-6 15,-5 2 0-15,-2 0 0 16,-2-2 0-16,-1-3-3 15,2-5 2-15,-4-4-8 16,1-5 3-16,-2-3-3 16,0-2 3-16,3-5-15 15,-2-2-15-15,2-7-38 16,1-4-34-16,-2-5-74 16,1-3-16-16,2-2 132 15</inkml:trace>
  <inkml:trace contextRef="#ctx0" brushRef="#br0" timeOffset="93580.11">9905 6346 1373 0,'6'4'114'15,"3"2"370"-15,5 0-454 16,2-3-104-16,1-3 5 0,0-9 45 15,-2-2 0-15,1-6 3 16,1-2 3-16,-3-1-6 16,-2-1-12-16,-3 0-44 15,-4 1-10-15,-5 4 44 16,-1 1 3-16,-9 6 18 16,0 2 11-16,-9 6 14 15,1 3 8-15,-5 10 17 16,2 4 2-16,3 10 10 15,1 4 3-15,6 8 17 16,5 2-12-16,7-4-36 16,6-4-6-16,10-9 6 15,1-8-4-15,11-7-5 16,6-7-3-16,10-12-68 0,7-7-9 16,7-12-11-16,4-3-47 15,0-3-174-15,-5 1 152 16</inkml:trace>
  <inkml:trace contextRef="#ctx0" brushRef="#br0" timeOffset="94395.85">10556 6088 1094 0,'-2'-19'98'15,"-1"-1"77"-15,-1 2-45 16,0 2 28-16,-1 4 51 0,0 4-27 16,5 8-30-16,0 0-71 15,-12 1-42-15,6 19-41 16,-2 8-11-16,-2 17 1 15,-1 5 3-15,3 4 3 16,1-3-21-16,3-9-86 16,3-6-34-16,2-12-77 15,1-9-13-15,0-10 93 16,-2-5-24-16,0 0-2 16,-4-13-69-16,-8-1-36 15,-4-2 81-15,-8 1 72 16,-5 1 105-16,-1 3 211 15,1 1 147-15,8 5 52 16,8 1-128-16,13 4-124 16,0 0 85-16,4-8-106 0,8 3-55 15,13-3-44-15,4-2-21 16,8-2 6-16,5-1-3 16,-3 3-3-16,2 3 9 15,-5 7-12-15,-1 3 3 16,-7 9-9-16,-3 1-12 15,-6 6-5-15,-4 0-4 16,-5-1 0-16,0-2 12 0,-6-4 12 16,-1-3 3-16,-3-9 9 15,0 0-3-15,0 0 3 16,0 0 3-16,1 0 21 16,11-9-3-16,-3-3 8 15,4-2-8-15,3-2-18 16,4 0-9-16,-3 3 6 15,-1 3 0-15,-2 9 0 16,-1 4 0-16,0 11-3 16,-1 6 6-16,-2 7 0 15,0 1-3-15,1-1 6 16,-1-4-9-16,1-7 0 16,1-4-3-16,1-10-9 15,1-2 0-15,1-8 3 16,1-4 3-16,-1-3 3 0,-1-2 6 15,-2 0-3-15,3 1 3 16,-5 4-6-16,-3 2 0 16,3 6 0-16,-4 3 0 15,8 7 0-15,3 4 0 16,0 8 6-16,2 1 0 16,0 2 0-16,0-2-6 15,-1-8 0-15,0-2 0 16,-2-10-9-16,0-5-3 0,-1-7 6 15,3-2 3-15,1-4-3 16,4 1 3-16,1 4-33 16,1 2-41-16,-3 3-154 15,1 1 133-15</inkml:trace>
  <inkml:trace contextRef="#ctx0" brushRef="#br0" timeOffset="95229.69">12007 6237 2243 0,'-7'23'9'0,"1"4"-77"16,1 2-67-16,4-1 51 16,1-6 69-1,5-8 24-15,0-2 9 0,4-11 27 16,0-1 15-16,4-8-12 15,3-7-12-15,2-7-36 16,1-1-18-16,-3 1 0 16,-3 2-3-16,-4 8 15 15,-3 5 3-15,-6 7 9 16,0 0 12-16,0 0 18 16,0 0 8-16,0 0-8 15,8 6-9-15,-1 5-9 16,0 4-3-16,7 4-2 15,4 3-9-15,5 5-12 16,4 1-22-16,-1 2-45 16,0 1-20-16,-4-3-40 15,-2 1-5-15,-10-2 5 0,-7 0-2 16,-14 0 72-16,-9-1 22 16,-18-2 24-16,-6-5 17 15,-4-1 46-15,-1-4 18 16,5-5 167-16,4-5 37 15,9-4 6-15,7-5-97 16,12-4-48-16,6-3-53 0,12-5-48 16,6-4-13-16,16-7-15 15,8-4 1-15,18-6-2 16,7-2-7-16,13-4-15 16,4 0-9-16,1 1-25 15,-4 5 3-15,-11 10 11 16,-12 5 8-16,-21 14 24 15,-12 3 2-15,-19 6 28 16,0 0 19-16,-10 2 13 16,-6 1 14-16,-10 1-7 15,1-2-23-15,0-2-6 16,5-2-1-16,8-2-9 16,0-1-6-16,14-5-22 15,8-2-22-15,14-7-65 16,10-3-82-16,19-7-92 15,12-2-87-15,32-4 222 0</inkml:trace>
  <inkml:trace contextRef="#ctx0" brushRef="#br0" timeOffset="95713.17">13361 6153 2755 0,'43'21'-76'0,"10"-6"-180"15,12-4-88 1,11-18 308-16,-3-7 93 0,-4-16 0 16,1-3-10-16,-8-12 55 15,-2-5-28-15,-5-9-7 16,-5-8-18-16,-5-10-85 16,-8-5-26-16,-9-6-23 15,-8 1-47-15,-12 11 60 0,-5 12 54 16,-12 22 122-16,-8 11 27 15,-9 21-15-15,-5 10-11 16,-2 28-49-16,1 18-14 16,2 33-29-16,2 16-5 15,5 10-4-15,4 1 0 16,6-14-2-16,7-13-2 0,6-22-1 16,5-11-23-16,8-19-93 15,1-8-59-15,11-19-229 16,4-10-84-16,9-22 386 15</inkml:trace>
  <inkml:trace contextRef="#ctx0" brushRef="#br0" timeOffset="96201.77">14243 5790 1870 0,'1'7'209'0,"5"9"65"15,3 7-207-15,4 9-69 16,3 1-2-16,-4-2 8 15,2-4-4-15,-2-7 0 16,-3-4 4-16,2-8-1 16,1-3 0-16,1-7-13 15,4-3-16-15,3-4-13 0,2 0-11 16,5 2-25-16,0 2 1 16,-3 5-1-16,1 4 6 15,-5 2 24-15,-1 2 18 16,-4-2 19-16,-2-1 5 15,-2-1 6-15,-3-1 8 16,-1-2 19-16,-1 0 12 0,4-1 12 16,-1-1 3-16,4-1-9 15,2-2-10-15,1-3-11 16,-4 0-9-16,2-3-15 16,-3-1 0-16,-2-1-3 15,1-1 0-15,-5 0-12 16,-3 0-9-16,-6 2-15 15,-3 0 7-15,-14 4 2 16,-4 5 9-16,-15 7 33 16,-1 8 18-16,4 14 14 15,3 5 4-15,15 6-15 16,6-1-18-16,16-3-27 16,14-4-48-16,24-14-83 15,10-6-42-15,9-20-108 16,2-10-169-16,-6-21 320 15</inkml:trace>
  <inkml:trace contextRef="#ctx0" brushRef="#br0" timeOffset="97112.56">15799 5389 2616 0,'11'78'16'15,"2"5"-46"-15,3 14-76 16,-4-3 26-16,-3-12 57 15,-4-9 23-15,-4-17 13 16,1-8 4-16,-2-17 7 16,1-9 0-16,1-11-14 15,-2-11-18-15,0 0-82 16,3-5-65-16,-3-12-87 16,-2-4-9-16,-7-8 81 15,-7 0 107-15,-4 0 34 0,-3 0 12 16,-3 4 34-16,6 1 14 15,-1 9 48-15,1 3 76 16,2 10 1-16,-1 4-16 16,2 11-32-16,2 5-22 15,4 9-26-15,3 5-22 16,7 0-18-16,2-1-4 16,11-7-3-16,5-3-1 0,12-11-17 15,4-5-13-15,15-11-25 16,4-5-26-16,6-6 6 15,2-1 13-15,-8 3 38 16,-6 0 6-16,-13 5 6 16,-8 3 3-16,-11 4-9 15,-6 1 6-15,-8 2 9 16,0 0 24-16,0 0 29 16,0 0 4-16,0 1-21 15,0 0-25-15,0 0-12 16,0 0-7-16,0 0 6 15,0 0 0-15,12 9 2 16,-1-10-1-16,6-3-10 16,4-3-13-16,6-4-18 15,2-3-10-15,1-4-35 0,0-3 4 16,-7-1 29-16,-3-1 6 16,-11 2 27-16,-4 0 3 15,-10-1 3-15,-8 1 12 16,-10 4 30-16,-5 4 9 15,-10 10 35-15,0 7 4 16,4 14-16-16,3 5-10 16,9 11-16-16,6 0-9 0,6 0-11 15,8-4-7-15,8-7-12 16,6-4-3-16,8-7-12 16,4-3-11-16,10-8-4 15,4-3-9-15,7-5-26 16,0-1-19-16,-5-5-101 15,-1 2-36-15,-13-2-96 16,-6 0 35-16,-12-3 182 16</inkml:trace>
  <inkml:trace contextRef="#ctx0" brushRef="#br0" timeOffset="101513.79">16987 5561 1598 0,'-40'10'95'0,"-7"7"-56"16,-2 5-30-16,-6 8 0 16,-1 5 9-16,2 5 36 15,8 3 3-15,12-2 14 16,9-4-5-16,21-9-27 15,8-6 6-15,22-10-9 0,10-4-9 16,11-6-1-16,4-4-17 16,3-4-6-16,-4-1 0 15,-4 0-32-15,-6 2-25 16,-11 3-45-16,-6 2-2 16,-19 7 20-16,-10 4 18 15,-22 8 42-15,-9 4 15 16,-23 4 6-16,-4 0 15 0,-2-5-3 15,3-3 3-15,19-11-9 16,9-6-6-16,19-12-93 16,4-7-82-16,15-10 142 15</inkml:trace>
  <inkml:trace contextRef="#ctx0" brushRef="#br0" timeOffset="101997.14">17308 5755 2739 0,'-16'10'29'0,"7"2"-84"15,4-3-12-15,11-1-23 0,0-3 11 16,6-4 58-16,0-2 16 15,1-4 17-15,0-2 3 16,1-2 1-16,-1 1-2 16,-3-3-5-16,-1 2-8 15,-2-1 7-15,-1 0-5 16,-1 0 0-16,-3 1-3 16,-1-1-3-16,-2-1-8 0,-3-1-2 15,-4 0-6-15,-7 0 0 16,-5 1 10-16,-9 4 5 15,-2 1 8-15,-6 6 5 16,-1 1-5-16,2 6-2 16,1 4 3-16,6 6 3 15,8 3-5-15,3 8-1 16,3 4-1-16,6 6-1 16,5 1 6-16,11-2-3 15,9-3 4-15,15-6-2 16,8-7-7-16,12-12-8 15,2-6-33-15,-1-13-115 16,-3-5-138-16,-12-8-171 16,-8-1 152-16,-17 2 202 15</inkml:trace>
  <inkml:trace contextRef="#ctx0" brushRef="#br0" timeOffset="103283.18">17608 5674 1417 0,'24'-6'12'15,"-2"0"-24"-15,-3 1-50 16,-7 3 6-16,-12 2 42 15,0 0 42-15,-15 0 59 16,-3 5 17-16,-5 7 85 16,-2 4 12-16,5 6-76 15,1 6-35-15,5 3-66 16,6-2-15-16,9-3-3 16,7-4 9-16,10-7 11 15,1-3-5-15,10-8 3 16,3-4-12-16,4-7 0 15,2-3-3-15,-3-4 0 16,-1-1-3-16,-6 0 0 0,-3 0 3 16,-5-1-6-16,-3-2 3 15,-9 1-6-15,-1-1-3 16,-5-1-3-16,-5-2-6 16,2 3 3-16,-3 1 9 15,-4 4 0-15,1 4 0 16,-9 5 3-16,-1 2 6 15,-2 5 3-15,-2 3 4 16,4 4-10-16,1 0-1 0,5 3-1 16,1 1 0-16,4 1-3 15,0 0 3-15,4 0 2 16,1-1 4-16,3-1-2 16,4-1 3-16,2-2-1 15,4 1-2-15,7-4 5 16,3 0 1-16,7-1-3 15,2-2 4-15,-3-1-7 16,-2-1 0-16,-7-1-2 16,-3-1-3-16,-2-4 2 15,-1-2-4-15,1-4 0 16,-2-1-1-16,1-5 3 16,-1 0-3-16,-6-1 2 15,1 3 4-15,-7 2-4 16,0 2 5-16,-2 5-7 0,2 5-4 15,0 0 2-15,0 0 1 16,-5 11 1-16,6 0 1 16,6 2 1-16,3 0-5 15,4-3 3-15,2-2-5 16,2-5 1-16,3-3 8 16,0-5-4-16,0-3 6 0,-2-5-4 15,-1-1-2 1,-6 0 0-16,-2-1-7 0,-5 3 2 15,-2 2-4-15,-3 6-1 16,0 4 7-16,-3 7-1 16,2 6 4-16,4 8 0 15,4 0 0-15,10-3-2 16,6-3-9-16,6-13-5 16,2-7-28-16,6-15-60 15,0-9-75-15,-6-8-36 16,-2-3-12-16,-9-3 64 15,-4 1 50-15,-7-1-51 16,-2 4-17-16,-5 4 20 16,-2 2 65-16,-1 9 183 15,-2 3 74-15,3 12 7 16,0 3-15-16,6 13-46 16,-1 9-24-16,2 13 56 0,-4 10 38 15,-2 10-13-15,-2 5-8 16,-6 0-58-16,-1-4-53 15,1-11-37-15,2-9-8 16,2-15-26-16,3-14-28 16,0-1-65-16,-10-7-10 15,2-11-23-15,-5-3-16 16,-6-1 25-16,-4 2 78 0,-4 7 20 16,-3 5 18-16,4 6 40 15,5 2 24-15,5 4 29 16,9 2 78-16,5 2 32 15,5 1-33-15,15-4-68 16,8-4-36-16,17-9-66 16,6-5-33-16,4-7-44 15,0-1-34-15,-5 1-77 16,-3 1 76-16,-3 5 80 16</inkml:trace>
  <inkml:trace contextRef="#ctx0" brushRef="#br0" timeOffset="103997.43">18965 5670 2694 0,'-20'4'55'16,"7"2"-31"-16,2 3-56 15,9 0-14-15,2-2-5 16,5-2-17-16,3-2 23 15,7-4 31-15,6-3 10 16,1-2 17-16,1-1 2 0,-4-1-9 16,-6-2-3-16,-3 3-3 15,-1-2 2-15,-6 2 2 16,-1 1-2-16,-5-1 1 16,-3 1 7-16,-3 0 15 15,2 1 6-15,-2 3 4 16,1 0-11-16,4 5-7 15,0 2-4-15,5 5-12 16,3 4-1-16,5 4-1 16,2 2-1-16,8 0-5 15,4 2-1-15,2 3-15 16,1 3-15-16,-8 5-43 16,-5 2-13-16,-13 4-18 15,-6 1-35-15,-17 2 4 16,-7-2 23-16,-14-5 73 0,-6-3 56 15,-10-7 128-15,-3-2 45 16,1-9-7-16,3-2-38 16,12-12-27-16,9-5-46 15,11-9 20-15,6-4 0 16,16-6-23-16,9-6-16 16,22-10-32-16,13-4-10 0,18-4-10 15,10 0 2-15,15 6 1 16,5 2-6-16,-2 5-25 15,-2 3-17-15,-11 6-37 16,-8 3-2-16,-17 7 28 16,-13 3-13-16,-22 6 28 15,-12 0 8-15,-18 2 8 16,-9 3 6-16,-10 0 38 16,-2 2 5-16,-2-1 6 15,0-2-3-15,4-2-12 16,5-4 3-16,10-1-9 15,7-3-2-15,11-2-37 16,4-3-38-16,15-4-122 16,7-1-125-16,16 1 172 15</inkml:trace>
  <inkml:trace contextRef="#ctx0" brushRef="#br0" timeOffset="104512.85">19913 5680 2541 0,'0'0'124'0,"14"9"16"16,12-5-268-16,21-5-63 15,10-6 21-15,15-18 130 16,4-9 91-16,7-18 15 16,6-9-1-16,-2-17-32 15,-2-7-11-15,-8-8-12 16,-4-2-4-16,-7 2-24 16,-5 2-17-16,-10 10-40 15,-8 8-20-15,-14 17-39 16,-8 10 11-16,-15 19 27 15,-8 8 31-15,-19 14 26 16,-10 5 24-16,-18 12 33 0,-10 9 12 16,-6 20 35-16,1 13 25 15,8 24 36 1,6 9 2-16,10 17-58 0,5 6-27 16,15-3-29-16,8-7-10 15,19-14-38-15,11-14-16 16,14-17-69-16,7-10-24 15,3-21 17-15,-1-11-2 0,-5-17-1 16,-2-8-25-16,-1-10 21 16,-2-6-84-16,-2-9 122 15</inkml:trace>
  <inkml:trace contextRef="#ctx0" brushRef="#br0" timeOffset="105030.15">20879 5389 703 0,'-2'-49'225'0,"-5"6"148"15,-1 7-131-15,0 15 94 16,2 7-64-16,2 14-101 15,0 9-87-15,3 16-48 16,0 8-16-16,5 10-15 16,5 1-5-16,7-3-2 15,0-5 0-15,5-9 4 16,-1-6 0-16,0-8 2 16,3-4-3-16,3-7-2 15,2-2-2-15,3-2-3 16,-3-2-13-16,-1-2-17 15,-5 1 2-15,-6 1 1 0,-5-1 11 16,-11 5 20-16,1 0 4 16,0-1 11-16,-1 0 8 15,0 0 7-15,0 0-2 16,0 0-7-16,0 0-11 16,1 1-4-16,0 0-4 15,27-6 0-15,-12 7 6 0,5-2-2 16,3-2 3-16,3-4-3 15,2-2-4-15,1-2 4 16,1-3-6-16,-10-3 2 16,-2 0-2-16,-11-5-2 15,-7 3 1-15,-10 3 5 16,-8 3 1-16,-10 8 1 16,-7 5 3-16,-5 8-1 15,1 7 4-15,3 8 12 16,6 4-1-16,14 6-2 15,5-1-2-15,21 1-13 16,7-4-4-16,19-8-48 16,10-7-37-16,12-14-96 15,9-6-115-15,3-10-110 16,-4-3 105-16,-6-1 194 16</inkml:trace>
  <inkml:trace contextRef="#ctx0" brushRef="#br0" timeOffset="105595.23">22269 5211 2786 0,'-25'-1'50'0,"-7"12"-87"15,-2 5-25-15,-7 14-8 16,0 3-23-16,7 1 51 15,4 0 39-15,12-3 10 16,4-3 5-16,10-5 16 16,6-4-1-16,11-5 6 15,7-3-16-15,16-7-12 16,1-2-2-16,4-7-8 16,4-3-2-16,-10-2 0 15,-6-2-8-15,-7-1-5 16,-6 1-2-16,-4-1 4 15,-4 0 7-15,-4 4 18 16,-4 1 15-16,0 8 14 16,0 0-4-16,0 0-19 0,0 0-3 15,1 12-8-15,-4 0-1 16,3 0 4-16,1 0 0 16,8-4-1-16,7-3-3 15,9-5-1-15,6-3 0 16,6-6-4-16,1-3-1 15,-5-2-9-15,-2-3-2 0,-11-1-2 16,-3 1-3 0,-11-1-19-16,-6 2 4 0,-12 0-12 15,-9 2 5-15,-10 2 31 16,-6 1 3-16,-4 4 12 16,-2 2 2-16,5 1-5 15,6 0-13-15,11-1-77 16,7-2-95-16,12-3-183 15,5-2 15-15,14-2 268 16</inkml:trace>
  <inkml:trace contextRef="#ctx0" brushRef="#br0" timeOffset="105923.51">22770 5239 2692 0,'-41'32'0'15,"0"-2"-4"-15,7-6 4 16,19-8-2-16,8-5-3 16,22-4 1-16,7-2 0 15,7-1 2-15,4-1 2 0,-3 2-3 16,-1 2-3-16,-11 4-15 15,-8 1-37-15,-14 3-43 16,-13 1 4-16,-17-1 25 16,-9 0-1-16,-8-4 82 15,2-2-3-15,11-9 9 16,7-3-9-16,17-14-197 16,9-9-117-16,11-15 162 15</inkml:trace>
  <inkml:trace contextRef="#ctx0" brushRef="#br0" timeOffset="106296.04">23191 5229 2618 0,'22'74'-15'0,"-3"-8"-14"15,-12-21-28-15,-2-7-4 16,-11-17-8-16,-6-7-12 16,-9-13-36-16,-5-6-17 15,-8-9-48-15,-1-3 5 0,2 0 31 16,0 2 93-16,5 3 35 16,6 4 12-16,5 3 26 15,7 4 5-15,10 1 79 16,0 0 51-16,18 2 21 15,6-2-11-15,19-2-73 16,10-2-17 0,16-3-54-16,2-1-11 0,0-2-10 15,-5 0-22-15,-13 1-127 16,-8 0-55-16,-6 2-139 16,-4 0 38-16,-6 4 208 15</inkml:trace>
  <inkml:trace contextRef="#ctx0" brushRef="#br0" timeOffset="106947.98">21664 5810 2585 0,'8'55'60'0,"5"11"-183"16,1 7-56-16,0 2-103 16,-3-2-14-16,-9-13 171 15,0-8 83-15,-6-14 30 16,0-8 0-16,-2-16-19 16,-1-7-4-16,-2-13-40 15,0-8-38-15,-2-10 61 16</inkml:trace>
  <inkml:trace contextRef="#ctx0" brushRef="#br0" timeOffset="107562.11">21592 6110 1237 0,'-4'-2'145'16,"4"2"373"-16,0 0-342 0,12-10-51 16,12 5-104-16,8 1-15 15,13-2 0-15,5 1-3 16,5 0 6-16,-3 2-6 15,-5 3 0-15,-5 1 0 16,-9 4-3-16,-5 3-6 16,-9 3-9-16,-2 4-9 15,-7 5 0-15,-3 1 16 16,0 5 2-16,-1 1 6 0,3 1 9 16,2-1 5-16,3-5 1 15,2-3 3-15,-1-9 0 16,0-5 3-16,-3-6 29 15,1-7-3-15,0-8 12 16,2-4 1-16,-1-8-25 16,-1-2-15-16,-4-7-15 15,1 1-7-15,-3 4-3 16,0 4 1-16,-3 10 4 16,-1 5 0-16,-3 13 2 15,0 0-2-15,11 6-2 16,-7 6 1-16,0 6 6 15,1 0 4-15,-3 0-4 16,2-1 3-16,0-3 0 16,2-3-7-16,0-5 4 15,-1-1-3-15,2-4 3 0,-2-2 9 16,5-4 0-16,4-1-7 16,7-3-2-16,1-4-6 15,1-3-3-15,-1 1 4 16,-3-1 4-16,-2 4-1 15,-3 6 3-15,-3 3-1 16,-3 6-5-16,-2 5 1 0,-1 5 2 16,2 2-3-16,6-1-48 15,5-2-33-15,16-7-105 16,6-3-158-16,9-9-101 16,0-3 204-16,-6-5 150 15</inkml:trace>
  <inkml:trace contextRef="#ctx0" brushRef="#br0" timeOffset="108462.96">22972 6032 2294 0,'-23'-4'12'16,"-1"4"-6"-16,-5 9-6 0,-1 3 1 15,2 7-1 1,5 4-1-16,8 0-5 0,7 0 0 16,14-4-9-16,9-1-9 15,14-8-21-15,9-4-14 16,8-9-34-16,4-3 0 16,2-7 16-16,1-2 8 15,-3-5 42-15,-4-3 12 0,-10-2 15 16,-4-2 3-16,-8-6 21 15,-4-3 18 1,-7-3 30-16,-5-1 29 0,-4 4 34 16,-4 4 21-16,0 13-50 15,0 7-5-15,2 14-31 16,-2 9-21-16,1 18-36 16,-2 8-8-16,1 9-2 15,5 1 0-15,4-7-2 16,7-4 0-16,2-10-1 15,0-3-4-15,-2-9-2 16,-3-5-3-16,-1-6 1 16,-2-5 0-16,-6-4 8 15,-1-3-5-15,-6-4-25 16,-3 0-1-16,-5 0-2 16,-2 1 12-16,-3 4 46 15,3 2 18-15,2 2 23 0,3 3-21 16,8 1-11-16,0 0-5 15,14 6-21-15,5-1-8 16,12-3-7-16,4-2-8 16,6-1 2-16,-1-4 6 15,1 2 3-15,-4-1 4 16,-1-2 0-16,0 4 1 0,-6-2-2 16,2 2 0-1,-9 0-1-15,-2-1 0 0,-2 2 3 16,-5 1 0-16,-4 1 3 15,-4 3-1-15,-6 2 4 16,0 2 1-16,-4 5 1 16,-1 3 3-16,-3 5-8 15,0-1 2-15,6-2-2 16,4-2-4-16,6-5-2 16,4-4-2-16,5-7-3 15,-1-3-2-15,4-8-2 16,-1-5-3-16,0-2-3 15,0-2-1-15,-5 1 5 16,0 0 3-16,-3 2 7 16,-1 0 2-16,3 7 7 15,1 3 8-15,0 7 7 0,0 6 8 16,4 10-4-16,1 4-1 16,4 7-8-16,2 3-3 15,9-1-13-15,3-2-16 16,7-12-66-16,7-9-130 15,-4-14 99-15</inkml:trace>
  <inkml:trace contextRef="#ctx0" brushRef="#br0" timeOffset="122221.38">3997 7196 2396 0,'-11'45'55'16,"8"21"-86"-16,3 15-4 16,9 24-2-16,0 17 13 15,-4 27 29-15,-2 17 4 16,-3 37 6-16,-4 14 5 15,-3 29-1-15,-3 9 3 16,-5 21-3-16,0 7-5 0,-5 8 4 16,-1 3-1-1,-1-3 46-15,0-3 33 0,1-2-19 16,3-15 3-16,3-23-20 16,0-14-20-16,6-42-26 15,0-17-8-15,2-49-44 16,3-23-49-16,-5-43-137 15,-7-17 71-15</inkml:trace>
  <inkml:trace contextRef="#ctx0" brushRef="#br0" timeOffset="122714.72">1709 11282 2772 0,'229'14'-5'0,"43"-6"2"16,22-3 3-16,41-1 0 16,17 0-1-16,39 1 2 15,15 0-1-15,30 1 0 16,11 1 2-16,22-2-1 15,10 0 0-15,15-1-1 16,3-2 1-16,11 1 1 16,4 0-2-16,-3 1 0 15,-3 2-13-15,-27 2-40 16,-20 1-29-16,-43 2-121 16,-26 2-84-16,-54 4-132 15,-33 2 238-15</inkml:trace>
  <inkml:trace contextRef="#ctx0" brushRef="#br1" timeOffset="-210452.87">7582 11372 2548 0,'0'0'-112'16,"0"0"29"-16</inkml:trace>
  <inkml:trace contextRef="#ctx0" brushRef="#br1" timeOffset="-191271.4">4483 7476 1115 0,'5'21'25'0,"1"2"-19"16,-2 4-2-16,-1 6-2 0,2 2 0 15,-4 6 7-15,-1 4 7 16,3 4 13-16,0 3 4 15,1 0 8-15,3 1-5 16,0 1-3-16,-1-1-6 16,4 5-7-16,-2 1-1 15,6 3 1-15,4 1-1 16,-1-2 2-16,3 0-3 16,-1 4-1-16,-2 3-1 0,3-1-1 15,2 2 19-15,2-5 14 16,2 1 2-16,2 3 10 15,-1 0 6-15,3-1 3 16,-1-3 2-16,3-2-14 16,-1-3-12-16,6 1-12 15,-1 0-12-15,2 0-9 16,4 2 6-16,0-3-12 16,1 1 9-16,-1 0 3 15,1-1 11-15,-2 1 16 16,1 1 9-16,0-2-12 15,0 0-5-15,2-2-9 16,2 0-4-16,5-1-7 16,1-2-5-16,5-1 2 15,0-2 4-15,2-4 8 16,2 0 12-16,1-1 13 0,2-4-5 16,2-5-14-16,0-1-7 15,7-9-3-15,5-1-4 16,-4-6-3-16,-1-1 3 15,2-3 1-15,4-2 6 16,15-1 2-16,2-3-2 16,0 0-3-16,-6-4-8 0,-4 0-7 15,6 0-1-15,1-3-4 16,-1-1 0-16,5-2 0 16,1-2 0-16,2-4-1 15,6-1 0-15,0-5-1 16,-1-3 0-16,3-4 0 15,0-2 3-15,0-3 2 16,1-2-1-16,-1 0 0 16,-2-2-1-16,2-2 1 15,2-2-1-15,-8-4-1 16,-1-4 1-16,-3-4-1 16,-4-6 1-16,8-3 2 15,-2-4 3-15,2-2-1 16,-5 1-1-16,1-2-4 15,-1 1-2-15,-6 0 0 16,0-5 1-16,-3-2 0 16,-3-2-1-16,2-5 0 0,1 0 0 15,-4 3 0-15,0 0 0 16,-7 1 0-16,-2 1 0 16,-10 0 3-16,-4-4 0 15,-4-1 4-15,-3-2 1 16,-4 1-6-16,-1 3 1 15,-3 5-4-15,-1 3-1 0,-1 1 1 16,-1-2 0-16,-3 1 1 16,-4 2-2-16,-8 1-1 15,-6 2 0-15,-6 0-1 16,-3 0 2-16,-4 6 1 16,1 2-1-16,0 11 2 15,0 3 0-15,-1 5-3 16,2 3-4-16,-3 5 0 15,-2 2 0-15,-2 4 2 16,1 2 2-16,-4 3 1 16,3 2-1-16,-2 2-2 15,0 0 1-15,-1 2-6 16,0 1-4-16,-1 5-8 16,0 0-9-16,0 0-17 0,0 0-22 15,0 0-54-15,0 0-115 16,-16 6-149-16,-1 4-104 15,-4 6 407-15</inkml:trace>
  <inkml:trace contextRef="#ctx0" brushRef="#br1" timeOffset="-189919.85">11969 7731 1377 0,'-30'40'32'15,"-4"5"3"-15,-10 10-46 16,-3-1-1-16,-6 2 12 15,-1 0 0-15,-2 5 6 16,1 3 4-16,0 5 15 16,1 1 10-16,-3 3 11 15,0 2 66-15,0 2-23 16,-1-1-23-16,2-1-36 16,2 0-6-16,-1 5 18 15,-1 2 11-15,0-3 19 0,-4-2 6 16,2-7-6-16,1-4-1 15,3-2-1-15,2 0-17 16,1 0 5-16,2 2-5 16,-2 4-13-16,-1 0-13 15,2-1-14-15,0-2-1 16,-1-2-7-16,0-3 2 0,0-2-1 16,0-3-1-1,2-2 0-15,1-3-5 0,3-1 1 16,0 0 0-16,0-1-1 15,1 1 6-15,-1 1-6 16,-2 2 0-16,0 1 0 16,2 0 2-16,0-3 3 15,2-3-3-15,4-3 3 16,1-4-1-16,4 1 5 16,1-4-5-16,4 0-2 15,0 1 1-15,4-1-3 16,1 1 0-16,0 1 0 15,4 2-1-15,-1 2-2 16,0 0 0-16,2-2-3 16,3-2-8-16,0-4-3 15,4-3-8-15,2-3-6 0,-1-3 3 16,7-5-13-16,0-4-9 16,2-4-39-16,1-5-78 15,1-10-114 1,6 2-101-16,11-19 309 0</inkml:trace>
  <inkml:trace contextRef="#ctx0" brushRef="#br1" timeOffset="-189254.06">10595 9648 964 0,'-7'0'-148'0,"-1"-2"-91"15,0 0 62-15,3 1 187 16,0-3 166-16,5 4 161 15,0 0-75-15,0-1-125 16,0 0-38-16,13-14-62 16,-2 11-8-16,8 0-14 15,4 0-3-15,8-1 4 16,4-2 7-16,7 0 40 16,2 0-1-16,1-2-14 15,-1 1-21-15,-9 1-18 16,-3 0-6-16,-7 1-3 0,-5 2-6 15,-7 1-39-15,-5-1-74 16,-3 0-297-16,-2-3 292 16</inkml:trace>
  <inkml:trace contextRef="#ctx0" brushRef="#br1" timeOffset="-188670.2">11212 9335 835 0,'5'-7'22'0,"0"3"54"16,1 1-199-16,0 6 25 15,0 3 91-15,-1 10 141 16,-1 6 26-16,-3 19-42 16,-3 8-29-16,-6 18-54 15,-3 5-14-15,-5 4-15 16,-2-2-6-16,-2-6 0 0,0-6-48 16,1-13 24-16,2-6 28 15,3-17 18-15,4-7 61 16,3-13-23-16,3-7-27 15,4-14-23-15,0-5-16 16,5-12-2-16,3-4 0 16,0-9 14-16,3-5 8 15,3-14 7-15,1-7-2 0,11-12-7 16,6-5-6-16,11 4-18 16,3 5-7-16,5 19-1 15,-2 11-1-15,-5 19 13 16,-6 7 6-16,-10 15-7 15,-7 5-11-15,-10 14 1 16,-8 5-6-16,-12 12 13 16,-8 7 12-16,-14 10 14 15,-6 4 7-15,-12 4 2 16,1-1-3-16,6-9-15 16,6-5-10-16,14-10-65 15,4-6-153-15,11-10 121 16</inkml:trace>
  <inkml:trace contextRef="#ctx0" brushRef="#br1" timeOffset="-188287.22">11449 9586 2034 0,'-14'18'45'0,"0"6"-75"16,0 4-173-16,5 3-54 15,0-3 176-15,4-7 77 16,4-5 4-16,3-8 14 16,4-3 3-16,3-5 16 15,5-5 18-15,1-8-21 16,1-3-12-16,2-6-7 15,-4 1-11-15,0 0 0 16,-3 1 0-16,-8 4 0 16,-4 1 0-16,-7 4 0 15,-3 1 15-15,-6 3 6 16,0 5 6-16,-8 3-9 16,-3 4-9-16,3 2-39 15,0 0-38-15,11-2-94 16,14-5-24-16,0-4 109 0</inkml:trace>
  <inkml:trace contextRef="#ctx0" brushRef="#br1" timeOffset="-187936.53">11740 9526 1530 0,'-16'4'145'0,"-3"3"71"15,-2 3-142-15,-1 4-74 16,-1 3 0-16,2 2 0 16,1 0 3-16,7-2 0 15,2-1 6-15,7-5-3 16,2-1-6-16,6 1 3 16,2-1-3-16,4 1 3 15,4-1 3-15,1 1-6 16,2 1 0-16,-4 0-3 15,-1 1-12-15,-10 0 3 16,-7 2 0-16,-10 3 0 16,-9 1 0-16,-8 2 1 15,-3-1 5-15,-1-6-6 16,3-2 6-16,9-9-69 0,5-4-48 16,15-10-77-16,4-5-6 15,16-10 121-15</inkml:trace>
  <inkml:trace contextRef="#ctx0" brushRef="#br1" timeOffset="-187537.85">11718 9694 1119 0,'12'14'77'0,"3"4"53"16,1 2-39-16,-1 5-27 16,-5-1-10-16,-7 3 3 15,-5-1-3-15,-8-2-13 16,-5-1 13-16,-3-7 3 15,-1-5-9-15,1-9-24 16,3-8-39-16,3-13-102 16,4-8-62-16,8-10 53 15,3-2 9-15,4 0 40 16,4 1 32-16,-2 1 65 16,2-2 13-16,4 0 5 15,0-3-5-15,5 2-7 16,3 1-1-16,1 11 14 15,0 5 11-15,1 14 18 16,-6 6 84-16,-2 12-23 16,-3 8-27-16,-5 14-49 0,-3 8-32 15,-6 11-6-15,-3 2-9 16,-7 0-15-16,1-2-21 16,-1-13-53-16,0-8-28 15,4-14-83-15,1-7 61 16,-4-9-202-16,1-4 186 15</inkml:trace>
  <inkml:trace contextRef="#ctx0" brushRef="#br1" timeOffset="-187237.18">11776 9743 864 0,'-8'-5'144'0,"2"0"81"15,3 2-81-15,5-1-69 16,3-2-19-16,10-1-27 16,-2-5-7-16,16-3-19 15,2-2 6-15,6-1 6 16,-1 4 6-16,-4 6 18 15,-3 4 5-15,-8 10 13 16,-2 5-6-16,-8 8-21 16,-3 2-9-16,-4 4-18 15,-3 0-3-15,-1-6 6 16,0-3-3-16,0-6 3 16,0-10-3-16,0 0 0 15,0 0-3-15,0 0 9 16,0 0 3-16,5-19-27 0,-2 0-42 15,1-7-75-15,0-3-28 16,4 1 22-16,0-1-58 16,4 7 111-16</inkml:trace>
  <inkml:trace contextRef="#ctx0" brushRef="#br1" timeOffset="-186935.8">12168 9624 671 0,'1'19'145'0,"3"-1"140"16,1-2-163-16,6-2-58 15,1-1 2-15,5-5-2 16,-1-2-10-16,4-6-23 16,1-3-5-16,1-6-9 15,3-4 15-15,-2-6-11 16,-2-1-12-16,-3-2-9 16,-2 1-3-16,-6 2-6 15,-4 0 0-15,-7 5-15 16,-4-1 5-16,-10 7 9 15,-3 6 5-15,-9 7 18 16,-2 9 44-16,2 10 80 16,3 5 22-16,10 8 17 15,5-2-3-15,18-3-81 16,11-3-45-16,23-13-53 0,13-7-30 16,19-18-198-16,5-11-179 15,3-17 250-15</inkml:trace>
  <inkml:trace contextRef="#ctx0" brushRef="#br1" timeOffset="-185837.7">5629 10833 1086 0,'27'-9'56'0,"6"-1"37"16,6 0-75-16,11 1-18 16,7 1 1-16,13 0 5 15,8-1 8-15,11-2 28 16,11-2 7-16,5-1 7 15,3 1-7-15,15 0-15 16,2 3 3-16,10 2 53 16,2 2 5-16,2 5-14 15,-4 1-15-15,6 5-21 16,4 2-22-16,-10-1-8 16,1 1 0-16,-11-1-3 0,-4-1 3 15,-11 1 0 1,-5-2 0-16,-10-1-6 0,-5 2 0 15,-12-4 0-15,-6 3-6 16,-14-2-6-16,-11-1-12 16,-12 0-45-16,-8-1-41 15,-14 0-100-15,-12 0 6 16,0 0-161-16,-1 0 207 0</inkml:trace>
  <inkml:trace contextRef="#ctx0" brushRef="#br1" timeOffset="-184903.72">7350 10764 1113 0,'0'0'95'16,"-1"0"165"-16,0 0-270 16,0 0-17-16,1 0 2 15,0 0 7-15,7 8 20 16,-3 7 14-16,0 16 17 16,-2 8 9-16,-1 15-1 15,0 6 2-15,0 15 2 16,-1 4-21-16,1 9-75 15,-1 2 5-15,0 0 37 16,-1 4 1-16,-2 4 27 16,-3 2 16-16,-2 5-26 15,3-1-3-15,-2-4-3 16,2-2 0-16,3-14-3 0,-2-8 0 16,3-14 0-16,0-11-15 15,-1-13-33-15,-1-8 3 16,1-16-93-16,2-13-228 15,-5-4 193-15</inkml:trace>
  <inkml:trace contextRef="#ctx0" brushRef="#br1" timeOffset="-183504.53">6845 12561 2013 0,'23'-15'-21'15,"6"-1"12"1,6 2 3-16,1 2 6 0,-2 4 9 16,-3 3-3-16,-2 4 0 15,-6 2-3-15,-2 7-9 16,-9 4 3-16,-12 9 24 15,-5 5-3-15,-15 9 9 16,-1 3 0-16,-12 6 0 16,-1 1 12-16,-6 2 35 15,-5 2 23-15,4-6-6 16,1-2 7-16,9-13-33 16,4-5-16-16,12-12-41 0,15-11-16 15,-2 0-38-15,13-10-12 16,9-11-32-16,5-4-8 15,7-5-31-15,7-2-8 16,-1 3 17-16,2 1 16 16,-5 7 17-16,-6 3 15 15,-3 9 34-15,-7 4 14 16,-4 5 21-16,-1 3 9 16,-8 5 24-16,-1-1 20 0,0 1 46 15,-4-1 15-15,5-1-16 16,3 0-29-16,1-2-39 15,5-1-18-15,1-3-3 16,2 0 0-16,0-5 6 16,1-1-3-16,0-4-3 15,-1-3 3-15,-3-4-6 16,0-2 3-16,-6-3 6 16,-1-1-6-16,-4 0-6 15,-3-1 2-15,-3 1-2 16,-3 5 0-16,-3 4 12 15,-2 7 0-15,-3 7 9 16,-4 2 0-16,0 11-3 16,-6 6 0-16,3 12-3 15,-1 6-2-15,5 8 0 0,5 1 9 16,8-4 14-16,3-7 8 16,8-11-13-16,6-8-15 15,6-8-29-15,3-6-14 16,6-11-24-16,0-7-20 15,2-15-145-15,0-3-38 16,0-7-90-16,1 1 64 0,-5 6 175 16</inkml:trace>
  <inkml:trace contextRef="#ctx0" brushRef="#br1" timeOffset="-182987.52">7532 12637 1843 0,'0'28'27'16,"0"0"-21"-16,-2 0-3 16,-1-2-3-16,-3-4 3 15,-3-4 3-15,1-5 30 16,2-4 20-16,6-9 1 16,0 0-6-16,-1 0-36 15,-7-16-15-15,10-4-9 16,3-4-6-16,8-6-27 0,6-3-6 15,4-1-11 1,4 4-4-16,0 4 9 16,-1 4 9-16,-1 7 18 0,-4 4 6 15,-3 11-9-15,-4 3 10 16,-5 14 5-16,-1 5 18 16,-3 10 41-16,0 4 19 15,1 3 27-15,0-1 5 16,-1-7 16-16,2-5-12 0,3-11-25 15,-2-5-14-15,5-11-42 16,0-7-13-16,3-12-5 16,-1-6-5-16,2-5-22 15,-5-1-18-15,-2-2-14 16,-4 3-1-16,-12 5 12 16,-6 3 12-16,-8 7 12 15,-5 6 6-15,-2 7 18 16,2 4 0-16,-1 8 15 15,2-1-18-15,9-4-98 16,4-1-61-16,13-8-254 16,10-2 302-16</inkml:trace>
  <inkml:trace contextRef="#ctx0" brushRef="#br1" timeOffset="-182387.57">8496 12518 1481 0,'-37'-9'-39'0,"-4"6"18"16,2 6 13-16,0 12 30 16,0 1 22-16,3 8 36 15,4 2 111-15,9 4-11 16,6 0-40-16,10-3-65 16,7-2-31-16,9-6-29 15,3-4-15-15,12-7 0 16,2-4-6-16,3-10-11 15,4-3-7-15,-3-8-3 16,1-1-12-16,0 0 9 16,0 1 6-16,-4 2 0 0,-3 1 9 15,-4 2-3-15,-1 2 0 16,-9 3 9-16,-1 2-3 16,-9 5 12-16,0 0 3 15,6 9-6-15,-6 5-3 16,5 12-11-16,0 9-10 15,4 14 6-15,1 6 0 16,-5 9 0-16,-1 5-48 16,-5 3-86-16,-6 1 73 0,-4-4 39 15,-6-6 41-15,-6-4 84 16,1-5 85-16,-6-10 25 16,-1-7-31-16,2-21-113 15,2-12-57-15,6-23-81 16,5-16-44-16,8-23-114 15,5-9 41-15,10-8 143 16</inkml:trace>
  <inkml:trace contextRef="#ctx0" brushRef="#br1" timeOffset="-182170.59">8796 12666 2207 0,'9'35'33'16,"-3"-5"-24"-16,-2-2 0 16,-2-9 9-16,-2-4 19 15,-2-9-8-15,2-6-4 16,-8-6-9-16,4-9-14 16,-1-15-20-16,1-4-27 15,6-8-144-15,6 0-74 16,9 4 125-16</inkml:trace>
  <inkml:trace contextRef="#ctx0" brushRef="#br1" timeOffset="-181671.48">8941 12637 1398 0,'-7'-3'-16'0,"2"4"7"15,2 4 3-15,-2 6 19 0,3 3 13 16,2 4 14-16,0 1 7 15,7 1-14-15,3 0-9 16,4-6-3-16,2-2-9 16,3-8-12-16,0-3 12 15,4-7-15-15,0-6-6 16,0-5-3-16,-1-4 0 0,-4-5 0 16,-1 0 8-16,-6-1 4 15,-4 3-2-15,-5 9 2 16,-2 4 2-16,-5 11 44 15,1 1 32-15,-3 11 56 16,1 1 6-16,-2 9-14 16,0 2-18-16,4 1-55 15,3-1-14-15,5-7-39 16,4-4-18-16,4-9-68 16,3-6-37-16,6-17-65 15,4-7-57-15,7-17 168 16</inkml:trace>
  <inkml:trace contextRef="#ctx0" brushRef="#br1" timeOffset="-181021.35">9495 12410 2436 0,'2'88'-4'15,"1"-7"-10"-15,-1-7-2 16,-1-13-8-16,-1-10-3 16,-3-16 3-16,-1-8 3 0,1-16-57 15,-1-9-26-15,0-17-49 16,0-10-23-16,-4-10-36 16,1-3 85-16,0 0-3 15,0 1 10-15,0 5 43 16,0 4 34-16,-2 6 70 15,0 7 20-15,-1 9 32 16,-2 4 12-16,1 10 12 16,-2 5-4-16,-1 11 56 15,1 6-23-15,-3 8-57 16,2 2-13-16,7-5 25 16,1-4 3-16,7-11-16 15,5-6-17-15,5-7-54 16,3-5-15-16,4-9-42 15,3-5-20-15,6-9-25 16,2 0-5-16,1 0 8 0,1 3 12 16,-3 7 27-16,-1 4 22 15,-5 7 23-15,-6 4 12 16,-5 6 15-16,-2 4 20 16,-3 2 67-16,0 2 27 15,-2-2 35-15,-4-2-18 16,1-2-50-16,-2-2-48 0,1-10-61 15,0 0-36-15,0 0-75 16,3-7-4-16,-4-8 41 16,-2-3 31-16,0-6 17 15,-2-3-9-15,1-5-21 16,1-2-3-16,3 0-14 16,3 1 12-16,4 8 33 15,1 4 2-15,1 10 4 16,-1 1-3-16,-2 5-30 15,-1 0-41-15,4-1 61 16</inkml:trace>
  <inkml:trace contextRef="#ctx0" brushRef="#br1" timeOffset="-179987.94">9845 12741 2378 0,'15'4'38'0,"0"-4"-23"16,6-11-23-16,1-6-8 16,-3-12 0-16,1-4-4 15,-8-4-4-15,-2 0-20 16,-9 3-75-16,-5 4-13 16,-4 10-8-16,-4 7 2 0,-5 12 60 15,1 6 16-15,-7 12 59 16,2 5 9-16,-3 8 53 15,0 4 19-15,8 4 60 16,-1 0 38-16,11-3 30 16,4-4-75-16,9-10-56 15,4-2-25-15,9-11-44 16,2-4-6-16,7-10-6 16,0-8-1-16,2-9-2 15,0-3 2-15,1-4-2 16,-1-1 4-16,-1 3-3 15,-3 2-1-15,-7 7 5 16,-4 5-1-16,-8 8 5 16,-8 6 4-16,1 0 34 0,8 13 18 15,-6 9 15-15,0 4-14 16,2 5-15-16,1 2-8 16,1-3-16-16,2-3-7 15,0-7-8-15,2-4-2 16,0-8-3-16,0-3-8 15,5-8-12-15,3-7-1 16,3-9 0-16,1-7 3 0,1-8 5 16,-2-3-3-16,-1-3-9 15,-3 4-16-15,-5 8-19 16,-1 7 8-16,-7 14 27 16,-2 6 19-16,-2 13 56 15,1 5 15-15,-1 14 18 16,2 5-23-16,4-2-22 15,1-1-10-15,4-9-21 16,2-6-8-16,1-10-19 16,-1-6-13-16,2-13-12 15,0-8-17-15,1-12-14 16,-2-5 0-16,-1-6 3 16,-3-2 1-16,-3-6-19 15,-2-3 22-15,-2-7 41 16,2-3 12-16,1 1 12 15,2 6 6-15,2 18 3 16,1 11 9-16,1 23 63 0,-3 12 47 16,3 23-16-16,-2 14-2 15,-1 22-27-15,-1 11-30 16,-6 7-30-16,-3-1-4 16,-1-6-13-16,-3-7 0 15,-3-15-13-15,-3-9-75 16,-2-16-31-16,-1-9 12 15,1-15-26-15,-1-9 83 0,-3-17-4 16,1-7-48-16,-6-13-38 16,-2-4-19-16,-1-3 28 15,2 3 74-15,6 11 38 16,4 8 17-16,9 13 37 16,3 4 68-16,6 2 133 15,7 0 21-15,14-5-54 16,9-3-97-16,18-11-81 15,7-7-41-15,18-5-117 16,5 0-142-16,7 2-446 16,3 5 554-16</inkml:trace>
  <inkml:trace contextRef="#ctx0" brushRef="#br1" timeOffset="-178003.58">4179 7484 1392 0,'24'57'48'0,"10"8"-7"15,6 11-6-15,12 19-8 0,5 9 31 16,6 21-1-16,-2 5-13 16,0 7-29-16,-4 5-6 15,-3-4-6-15,1 1 3 16,3 4 0-16,5-1-6 15,7 2 6-15,1 1-6 16,4-4-3-16,0 1 3 0,1-3 0 16,-1-5 0-16,-5-4 0 15,-1-4 0-15,-6-1 0 16,0-1 0-16,-5-7 0 16,-5-6 0-16,-8-17 6 15,-7-9 6-15,-10-21 3 16,-7-10 0-16,-10-15-63 15,-3-6-59-15,-6-12-82 16,-2-7-158-16,-4-14 190 16</inkml:trace>
  <inkml:trace contextRef="#ctx0" brushRef="#br1" timeOffset="-177384.47">4655 9215 1535 0,'34'-6'78'16,"8"-5"-24"-16,11-3 5 16,15-5 34-16,1-4 6 15,6-5-4-15,1-3-23 16,1-4-48-16,2-2-6 0,-5-2-12 16,-5 1-3-16,-7 1 3 15,-2 1-6-15,-8 6-21 16,-3-1-45-16,-12 4-167 15,-7 2-96-15,-6 3 249 16</inkml:trace>
  <inkml:trace contextRef="#ctx0" brushRef="#br1" timeOffset="-176871.45">5724 8596 1454 0,'5'-2'43'16,"2"-2"-10"-16,4 1-30 15,4 3-1-15,1 4 0 16,4 11 20-16,2 6 20 15,0 12 15-15,-2 6-1 0,-2 6-14 16,-5 4-15-16,-7-3-9 16,-2-1-9-16,-5-10-6 15,-1-8 21-15,-5-12 18 16,1-5 3-16,-1-9-4 16,-2-6-17-16,0-9-27 15,0-7-3-15,-1-9 9 16,2-2 24-16,1-7 24 15,1-5 9-15,3-10-6 16,3-5-16-16,9-9-23 16,5-3-15-16,11 6-9 15,3 9 6-15,6 21-3 16,0 14 6-16,-3 21-9 16,1 12-11-16,-5 22-22 15,-2 9 0-15,-3 11 3 16,-7 3 0-16,-4-4-15 0,-1-3-17 15,-2-13-70-15,0-10-41 16,-4-15-96-16,0-12 181 16</inkml:trace>
  <inkml:trace contextRef="#ctx0" brushRef="#br1" timeOffset="-175854.39">6234 8643 1353 0,'5'6'53'0,"5"-2"3"16,2-2-33-16,6-4-6 16,3-4 7-16,2-7 21 15,3-2 33-15,-3-3-16 16,-3-3 1-16,-1-2 0 16,-2 0-9-16,-2-2-18 15,-1 1-13-15,-4-3-23 16,-4 0 0-16,-6 0-9 15,-4 1-14-15,-4 3-4 16,-4 2-6-16,-3 8 18 16,-4 5 18-16,-1 9 27 15,0 9 21-15,-2 15 11 16,2 8 1-16,1 13-15 16,3 5-15-16,6 0-24 0,7-6-3 15,8-12-9-15,10-9-9 16,13-17-24-16,1-7-39 15,5-16-62-15,0-8-25 16,1-11-26-16,5-3 107 16,0 0 15-16,5 1 6 15,-3 3 10-15,-2 1-10 0,-1 1-33 16,-11 1-15-16,-5-1 1 16,-10 4 36-16,-9 2 140 15,-2 2 65-15,-7 7 22 16,-1 4 13-16,-9 8-26 15,-4 5 79-15,-4 9-30 16,2 5-52-16,4 10-65 16,3 4-19-16,9 5-35 15,0 1-9-15,5-5-6 16,1-3-6-16,7-9 6 16,4-5 6-16,5-8-3 15,1-4 3-15,0-10-9 16,0-5-3-16,1-7 0 15,2-3-6-15,-1-1 0 16,-1 0 6-16,-7 6 0 16,-6 3 9-16,0 7-3 0,-1 3 0 15,1 5 3-15,3 4-3 16,2 12-6-16,0 8 0 16,4 19 3-16,1 10-3 15,0 23-21-15,-1 8-18 16,-5 11-47-16,-4 3-10 15,-6-3 21-15,-10-2 16 16,-9-10 67-16,-4-11 1 0,-5-19 108 16,-2-13 3-16,-9-22-76 15,-3-13-41-15,-6-27-182 16,-1-13-33-16,12-32 9 16,4-14 87-16,12-22 79 15,8-11 14-15,8-15 17 16,3-6-2-16,13-4-21 15,8 6-17-15,15 19-18 16,8 13 8-16,11 23 25 16,0 10 21-16,0 19 47 15,-1 12 13-15,-9 20 16 16,-3 12 0-16,-6 20-4 16,-3 13-1-16,0 25 82 15,-3 13 16-15,1 16-22 16,-4 2-20-16,-3-3-51 15,-2-7-31-15,-5-22-47 0,-4-10-41 16,-7-23-97-16,-4-16-68 16,-7 3-110-16,-7-16-83 15,-11-10 204-15</inkml:trace>
  <inkml:trace contextRef="#ctx0" brushRef="#br1" timeOffset="-175270.97">7018 8148 1274 0,'-1'3'83'0,"1"-3"43"15,0 0-20-15,10-3-5 16,5-7-20-16,12-11-45 16,4-4-9-16,10-7-9 15,5-1-9-15,0 2-6 16,2 2 3-16,-9 6-9 16,-2 3-6-16,-9 7-51 15,-6 3-45-15,-4 7-64 16,-5 3 68-16,-2 3 6 15,1 2 20-15,-2 1 38 16,3 1 21-16,-3 5 34 16,0 4 20-16,-2 4 30 15,-3 3 4-15,-4 2-12 16,-1 3-17-16,-2-2-18 16,-4-4-4-16,3-9 5 0,3-13-17 15,0 0-42-15,-8-7 10 16,1-16-8-16,-5-5 0 15,0-8 2-15,-5-5 4 16,-1-3-1-16,1-6 3 16,2 0-6-16,3 1-2 15,6 6 4-15,5 5 2 16,7 9 38-16,5 3 16 0,7 10 18 16,1 4 5-16,7 11-17 15,2 7-2-15,3 16-4 16,2 9 0-16,-2 18 16 15,-3 3 42-15,-4 1-1 16,-2-2-5-16,0-12-42 16,-1-6-6-16,-3-16-24 15,0-6-9-15,-8-17-69 16,-3-9-48-16,-2-18-65 16,-4-8 67-16,-1-10-3 15,0 0 10-15,-2 4 28 16,-5 4 12-16,1 5-157 15,2 6 150-15</inkml:trace>
  <inkml:trace contextRef="#ctx0" brushRef="#br1" timeOffset="-174917.89">7815 7796 1607 0,'17'17'95'15,"3"-5"-44"-15,2-6-39 16,5-9-9-16,-2-8-3 15,-1-10-9-15,-1-6 0 0,-4-9-6 16,-1-3-6-16,-4-6-26 16,-4-1-16-16,-6 2-11 15,-4 2 33-15,-10 8 0 16,-4 4 1-16,-5 10 7 16,-2 8 5-16,-5 14 19 15,0 9 15-15,3 20 34 16,4 11 15-16,11 13 28 15,7 6 109-15,8-3 47 16,8-5-11-16,8-13-83 16,5-10-74-16,10-18-50 15,4-13-21-15,7-24-21 16,4-10-14-16,2-16-93 16,1-4-81-16,-9-2-227 15,-3-2-36-15,-14 5 276 16</inkml:trace>
  <inkml:trace contextRef="#ctx0" brushRef="#br1" timeOffset="-173918">6376 9004 1980 0,'6'-11'102'16,"6"2"-75"-16,-1 2-75 15,7 7-42-15,-2 4 1 16,-3 10 11-16,-2 2 18 0,-5-1 42 16,-2 2 39-16,-4-5 81 15,-2-3 20-15,-1-3-2 16,3-6-30-16,0 0-58 15,0 0-14-15,-1 0-15 16,0 0 6-16,0-1 0 16,-24-14-6-16,15 7 6 15,-1 1 3-15,-2 2 9 16,2 0 6-16,-5 2 1 16,-4 3-2-16,-5 4-7 15,-6 4-12-15,1 9-5 16,2 3-1-16,7 11 1 15,5 1 3-15,9 4-3 16,5 0-4-16,8-5-8 16,4-4 2-16,10-10-3 15,5-5 1-15,4-11 4 0,2-4 4 16,-4-11 1-16,-4-5 2 16,-3-8 3-16,-5-2-2 15,-1-3 5-15,-1-2 0 16,-3 5 3-16,-1 2 0 15,1 9-8-15,-1 4-2 16,2 11-8-16,2 6-2 0,7 19-6 16,6 10-1-16,4 22 2 15,1 11-1-15,-4 17-29 16,-4 7-15-16,-6 12-17 16,-6 6 26-16,-12 1-90 15,-10-4 58-15,-14-12 68 16,-5-7 36-16,-11-19 197 15,-1-8-30-15,0-21-82 16,0-13-52-16,7-29-65 16,0-19-27-16,0-39-64 15,2-21-80-15,8-34-57 16,7-13-9-16,18-9 107 16,7 4 58-16,18 19 31 15,5 11 11-15,0 20-10 16,2 7-38-16,-3 13 51 15</inkml:trace>
  <inkml:trace contextRef="#ctx0" brushRef="#br1" timeOffset="-173719.96">6644 8943 1260 0,'43'53'109'15,"-2"0"108"-15,-4-1 97 16,-8-5-129-16,0-7-42 16,-11-15-83-16,-4-7-27 15,-9-11-27-15,-5-7 15 16,0 0 24-16,-13-12 5 0,-2-14-6 15,-4-9-20-15,1-17-49 16,-1-10-29-16,7-13-78 16,3-3-125-16,12 3-179 15,7 10 101-15,12 22 215 16</inkml:trace>
  <inkml:trace contextRef="#ctx0" brushRef="#br1" timeOffset="-172670.88">7019 8820 1028 0,'-4'-1'91'0,"0"0"46"16,-5-2-13-16,-1 1-31 16,-1 1-16-16,-4 1 31 15,1 0-19-15,3 0-29 0,-2 1-12 16,7 4-15-16,1 2-9 15,3 11-9-15,1 3-1 16,2 9 10-16,4 4 9 16,3-2 12-16,1-3 6 15,3-10-12-15,2-5-6 16,2-14-18-16,3-5-12 16,1-20-3-16,-1-7-6 0,0-11-6 15,-1-2 9-15,-7 5-3 16,-3 4 6-16,-6 7 0 15,-3 3-9-15,-1 6 0 16,0 4-12-16,0 10-9 16,2 6 3-16,2 6 6 15,2 10 12-15,10 8 24 16,3 3 0-16,3-2 0 16,5-3-3-16,-6-12-9 15,1-4-6-15,-3-14-27 16,1-9-15-16,-2-14-74 15,0-6-34-15,-2-4-5 16,-2-2 74-16,-4 0 53 16,-4-2 17-16,-5-6-1 0,-2-3-11 15,-5-7-16-15,-1-3-3 16,4-1 18-16,2 0 21 16,6 9 43-16,7 9 13 15,5 23 14-15,3 14-2 16,4 30-18-16,-1 17 40 15,-2 24-28-15,-5 9 10 16,0 6 9-16,-1-2 0 0,-1-10-13 16,3-8-23-1,-4-19-27-15,2-9-12 0,-6-15-12 16,-2-5-12-16,-5-8-41 16,-5-5-4-16,-2-7-9 15,-4-5 9-15,-5-4 31 16,1-2 14-16,-6 3 18 15,1 3 0-15,3 8 0 16,0 7 0-16,2 14 9 16,1 9 15-16,5 16 18 15,3 5 8-15,3 4 7 16,4-4 3-16,5-11-6 16,3-8 0-16,10-13-16 15,3-7-14-15,6-12-9 16,-2-5-9-16,4-11 3 15,-1-4 6-15,1-4-9 16,-1-1 9-16,-4 1-3 0,-1 2-6 16,-2 7 3-16,1 6-3 15,2 13 0-15,1 6 0 16,0 11 0-16,-1 5 0 16,-5 1 3-16,-2-2-15 15,-8-7-45-15,-1-4-20 16,-7-7-37-16,-4-7 10 0,-6-8-1 15,-3-6 55-15,-10-4-10 16,-2 0 2-16,-3 5 31 16,0 2 21-16,1 0 29 15,2 0 6-15,6-3-8 16,3-4-11-16,9-2-8 16,5-1-6-16,6-4-62 15,5-2-232-15,3-1 164 16</inkml:trace>
  <inkml:trace contextRef="#ctx0" brushRef="#br1" timeOffset="-171554.75">7859 8318 1216 0,'17'17'81'16,"1"1"93"-16,2-5-137 15,-1-1-4-15,-5-4 99 0,-1-3 23 16,-4-5 30-16,1-3 6 15,0-7-57-15,1-5-54 16,3-8-40-16,0-6-22 16,0-4-32-16,-2-1-15 15,-4 2-24-15,-5 2-18 16,-5 3-78-16,-6 1-1 0,-6 7 19 16,-2 4 29-16,-5 8 75 15,-1 4 24-15,1 9 18 16,2 8 33-16,3 14 57 15,4 6 14-15,7 14 31 16,3 3-8-16,7 1-61 16,4-3 4-16,6-10-20 15,2-8-15-15,4-11-24 16,1-8-17-16,1-10-13 16,0-6-1-16,0-14-1 15,0-4 4-15,-1-8-2 16,1-2-6-16,-5-3 0 15,-2 1-15-15,-3-1-8 16,-7 1 1-16,-2 3-8 16,-1 4 7-16,-2 11 20 15,3 5 4-15,0 11 26 16,2 6 12-16,4 13 5 0,1 7 4 16,5 4-10-16,4 1-7 15,2-7-11-15,-1-5-5 16,-1-10-10-16,0-7-12 15,-2-13-1-15,-3-4-4 16,-2-9 8-16,-3-3 3 16,-4-3 5-16,-1-3 4 15,-5 0 0-15,-1-3 6 0,-3 0-2 16,-2-2-2-16,2 2-4 16,2 4-1-16,6 5 7 15,4 5 11-15,5 13 24 16,4 6 9-16,10 19 2 15,1 9-19-15,8 16-13 16,-3 5-5-16,-1-1-8 16,-2-6-6-16,-7-15-14 15,0-8-8-15,-4-15-31 16,-5-10-12-16,-4-18-15 16,-2-8-1-16,-4-10-4 15,-1-2-13-15,-3-4 47 16,0-3 15-16,-7-4 6 15,-4-3-6-15,-5-2-12 16,-3 3 13-16,1 9 29 0,3 9 29 16,6 15 73-16,5 8 12 15,4 13 20-15,3 5-40 16,8 17-59-16,5 9-12 16,6 22-14-16,4 9 2 15,1 13 4-15,2 0 0 16,1-9-18-16,0-5-20 0,-1-20-30 15,-6-7-28-15,-6-14-14 16,-6-5-4-16,-8-9-2 16,-2-2 5-16,-8-6 42 15,-6-1 33-15,-17-7 39 16,-6 0 0-16,-9 2-21 16,-2 1 0-16,4 4-5 15,4 1 20-15,10 2 56 16,5-2 16-16,13 0 36 15,5-3-10-15,11-6-17 16,7-3-9-16,18-7-37 16,10-3-11-16,17-4-39 15,8-2-35-15,5 1-73 16,0 0-35-16,-5 7-81 16,-2 4 46-16,-7 10-147 15,-4 7 195-15</inkml:trace>
  <inkml:trace contextRef="#ctx0" brushRef="#br1" timeOffset="-171170.78">6996 9426 2501 0,'95'-43'120'16,"13"-3"5"-16,33-10-122 16,10-3 0-16,8-11-6 15,1-3-4-15,0-8-8 16,-3-5 3-16,-13 1-6 0,-7 2-16 16,-20 8-77-16,-8 3-54 15,-20 9-152-15,-10 5-92 16,-14 11 274-16</inkml:trace>
  <inkml:trace contextRef="#ctx0" brushRef="#br1" timeOffset="-169720.67">11372 10160 1311 0,'-25'-3'44'0,"8"-1"16"0,8-1-23 15,19-4-2-15,13-3 4 16,21-7 18-16,12-2 33 16,28-2 71-16,14-2 33 15,31 6 18-15,11-1-59 16,11 4-79-16,-3 2-30 15,-16 2-43-15,-13 3-17 0,-32 3-95 16,-19 1-99-16,-39 2-621 16,-15-1 656-16</inkml:trace>
  <inkml:trace contextRef="#ctx0" brushRef="#br1" timeOffset="-169245.14">9051 13135 2366 0,'234'-4'-425'0,"17"-6"258"15</inkml:trace>
  <inkml:trace contextRef="#ctx0" brushRef="#br1" timeOffset="-165605.22">14873 6780 1456 0,'-11'-7'87'0,"-1"3"395"0,4 10-512 15,2 7 6-15,1 17 6 16,-1 11 9-16,4 31 60 16,-1 18 21-16,-1 40 53 15,-1 21 9-15,-1 37-62 16,0 14-10-16,3 23-35 15,3 2-11-15,8 1-7 16,4-1-5-16,6 3 9 16,2-4 16-16,4 12 5 15,2 4-1-15,2 3-12 16,0 7-14-16,-1 1-2 16,0-8-2-16,-8-7-1 15,-4-8-2-15,-8-35 0 16,-8-7 0-16,-4-31 0 15,5-14 0-15,0-15-3 16,6-10-7-16,10-24-53 0,5-11-56 16,1-25-180-16,5-9-559 15,-5-18 676-15</inkml:trace>
  <inkml:trace contextRef="#ctx0" brushRef="#br1" timeOffset="-165004.65">13001 11524 1471 0,'-48'7'112'15,"11"-3"429"-15,22-6-625 16,14-4-50-16,26-5 50 0,12-3 51 15,33-3 36-15,16-1 9 16,34-3 18-16,18 0 21 16,35-2 68-16,21 2 58 15,37 0 55-15,19 2-37 16,37 1-71-16,25 0-32 16,32-2-43-16,15-4-17 0,32-5-24 15,-1-3-23-15,18-7-55 16,7-5-28-16,-7-7-87 15,2-2-47-15,-9-4-20 16,-9 3 76-16,-16 7 158 16,-11 2 45-16,-30 10 74 15,-12 3 37-15,-26 6 32 16,-23 2-66-16,-29 2-39 16,-16 0-25-16,-39 2-85 15,-12 1-47-15,-28 3-123 16,-12 1-60-16,-22 3 15 15,-16 0 114-15,-30 2-84 16,-20 1 150-16</inkml:trace>
  <inkml:trace contextRef="#ctx0" brushRef="#br1" timeOffset="-159450.85">15167 7507 146 0,'8'1'22'0,"0"-1"26"0,0 1-10 16,-1-1 30-16,-1 1 14 16,0 1 46-16,0 0 20 15,-2 0-18-15,1 1-5 16,-3 0-20-16,3 2-30 16,0 0-29-16,0 2-13 15,2 0-9-15,-4 1 1 16,-1 0 12-16,3 3 7 0,0 2 7 15,1 1-3-15,1 4-15 16,-1 1-4 0,1 1-12-16,0 3 1 0,3 2-3 15,-2 2 9-15,0 4 6 16,0 1-3-16,1 2-6 16,-1 0 6-16,0-1-1 15,1-1 7-15,0-2 18 16,0 1-3-16,2-2 21 15,6-1-4-15,3 1-8 16,4 1-9-16,5 1-15 16,-2 0-9-16,0 2-9 15,-1-1 0-15,-3 2 15 16,-1-3 20-16,0-1 25 16,2-1-20-16,1 0-12 0,0-2-8 15,2 3-22-15,0-1-2 16,1 1-4-16,0 0-2 15,1-1 0-15,1 0 0 16,0-1-4-16,0 0-1 16,-3-2 3-16,2 1-2 15,0 1 3-15,-2 1 3 0,5 2-4 16,0 0-1-16,0-2 0 16,1 4-2-16,-2 0 0 15,-1 1 0-15,2-1 0 16,-1-2-4-16,0-4 6 15,1 0-2-15,2-3 4 16,2 0 1-16,1-4-6 16,-2-1-2-16,1-5 2 15,-1 1 2-15,-2-2 2 16,3-2 2-16,-2 0 0 16,3-3 0-16,1-2 0 15,1-1 0-15,-1 0-1 16,2-2-4-16,0-1 1 15,1-1 1-15,1-1 2 16,0 0-1-16,-1-2 3 16,3 0 0-16,-2 0-5 15,-3 1-1-15,2-2 0 0,-2 2-1 16,1-2-3-16,1 1 8 16,-1 0-4-16,1-1 0 15,-2 1-1-15,-1-2-3 16,-1 1 3-16,-4 0 1 15,1-1 1-15,-4-1-1 16,0 1 4-16,-1 1-3 16,-3-1 0-16,0 1 3 0,-3-1-4 15,-2 1-1-15,-2-2 1 16,-1 2 0-16,0-1 1 16,0-1 4-16,-4 0-5 15,3 0 0-15,-4 1 0 16,1-2 0-16,-2 2 0 15,-2 1 0-15,2-4 0 16,-1 0 0-16,2 0 0 16,-2 0 4-16,1 2-4 15,0-1-4-15,-1-1 3 16,2 1-1-16,-1-2 2 16,-1 0 0-16,1 0 0 15,0 1 2-15,1-1-1 16,1 0 1-16,0-2 0 15,0 1 0-15,-1 0-2 0,1 0 0 16,-1 1 0-16,2 0 0 16,-1 1-2-16,-2 1 2 15,2 0 0-15,-1-1 0 16,-2 0 0-16,5 1 3 16,-3-1-4-16,-1 0-5 15,0-1 6-15,-5-2 0 16,5 3 2-16,0-1 0 0,2 1-2 15,-1 2 0-15,-2-1 2 16,1 1 3-16,1-2-1 16,1 2-4-16,0-3 5 15,1 2-5-15,-1-2 0 16,0-1 4-16,-2 0-4 16,1-1 1-16,-1 0-1 15,-2-1 1-15,2 1 2 16,-1-1-2-16,1 2 0 15,1 0-1-15,-3 0 3 16,1 1-3-16,1-2 0 16,0 0 0-16,0 1 0 15,-2-2 0-15,1 3 1 16,-1-1-1-16,-1 1-4 16,-2 1 8-16,0-1-4 0,-1 1 0 15,2 2 0-15,1-1 0 16,-1 0 0-16,1 0-4 15,-1 0 4-15,1-1-2 16,-1 0 2-16,1 2 0 16,0 0 0-16,-1 0 1 15,2-1-1-15,-1 0 0 16,0-3 4-16,0 2-7 0,-1-1 3 16,0 1 0-16,-1-1 3 15,0-2-1-15,-1 1-3 16,1-1 1-16,-1 2 0 15,1-1-1-15,-1 1 1 16,0 1-3-16,0-2 1 16,-1-1 3-16,1 0 0 15,0 0-3-15,0-1 3 16,-1 3-2-16,0-2 1 16,2 2 1-16,-3 1-1 15,-1 1 4-15,2 3-4 16,-4-1-3-16,4-1 2 15,1 1 0-15,-1 0-2 16,-1-2 6-16,2 1-2 16,-4-1 0-16,2 0-1 15,1-1 0-15,0 0 3 0,0 0-6 16,-1 2 3-16,3 0-1 16,-5 1 0-16,5 1 2 15,-2-1-1-15,-2-1 0 16,1 1 1-16,0 0-1 15,0-1-1-15,-1 0 2 16,2 0-1-16,-3 0 3 16,3 0-3-16,2 1-4 0,-2 1 3 15,1-1 1-15,-1 1 0 16,1-1 0-16,-1 0 0 16,0-1-3-16,1 1 3 15,-2-1 3-15,3-1-3 16,0 2 2-16,-1 0-2 15,-1 0 3-15,1 1-3 16,-1 1-4-16,1-2 3 16,-1 1-2-16,2-1 2 15,-1-1 0-15,1 1 1 16,-1-2 0-16,0 1-3 16,0 0 3-16,-2-1 0 15,0 3 0-15,0-1-1 16,-2 1 1-16,2 0 0 15,-1-2-2-15,2 2 4 0,-1-2-1 16,0-1-1-16,1-1 3 16,0 1-6-16,-1-1 0 15,-1 3 3-15,-1 0-3 16,0 0 3-16,1 2 3 16,-1-2-3-16,1 2 2 15,-1-2-1-15,2 1-1 16,-1-2-1-16,0 1 1 0,1 0 0 15,-1 0-2-15,-1 0 2 16,-2 4 0-16,0 0 0 16,0 0 2-16,1-1-2 15,0 0-2-15,0 0 0 16,0 1 2-16,0-1 0 16,0 0 2-16,-1 0 0 15,2 0-2-15,28-23-2 16,-30 24 2-16,1-1-2 15,0 0 2-15,0 0-1 16,1 0-3-16,0 1 4 16,25-19 0-16,-27 19 4 15,1 0-3-15,0 0-1 16,1 0 0-16,24-9 0 16,-25 9 0-16,0 0 0 15,0 0 0-15,1-1 0 0,27-8-1 16,-28 9 1-16,0 0-2 15,1-1 0-15,-1 0 2 16,30-12-2-16,-22 10 4 16,0 0-4-16,0-1 0 15,2 3 6-15,-4-2-4 16,4 2 2-16,-3 0 1 0,1 0-3 16,2 0 2-16,-3 0-2 15,2-1 0-15,-2 0 0 16,0 2-2-16,1-2-1 15,0 1 1-15,0-2 2 16,0 2 0-16,1 0 4 16,-1 0-4-16,1 0 0 15,0 0-2-15,-1-1 2 16,0 2-4-16,0-2 6 16,0 1-2-16,-1 0 0 15,0 0 4-15,3 0-4 16,-1-1 0-16,5-1-2 15,1 1 2-15,0-2-2 16,0 1 4-16,0-1-2 16,-3 1 0-16,6 1 3 15,2-1-3-15,0 3 0 0,2-1-1 16,-1 0-1-16,0 1 0 16,0 0-2-16,0 1 4 15,-2 0-5-15,0 2 5 16,-1 0 2-16,0-1-2 15,1 2 0-15,0 1 0 16,0 0 0-16,-1 0 0 0,1 1 0 16,0 1-4-1,1-1 3-15,2 1-1 0,-1 1 2 16,0 0 5-16,-3 0-5 16,1 3-2-16,-2 0 1 15,0 1-3-15,-1 2 4 16,0-1 0-16,0 2 0 15,2-1 0-15,0 2 0 16,1 0 0-16,-2 1 0 16,0 1-1-16,1-2 1 15,-2 1-3-15,2 0 1 16,-2-1-1-16,1 1-2 16,-1 0 5-16,-2 0 0 15,2-1 3-15,0 1-3 16,0 1 0-16,2 0 0 15,1 0-3-15,-1 0 3 16,0 4 0-16,-1 0 0 16,-2 2 0-16,0 1 0 0,-2-1 3 15,-1-1-3-15,1 1 1 16,-1-3 0-16,1 2 3 16,1-2-3-16,0 1 3 15,2-1-5-15,-2 0-2 16,2 1 3-16,-1-1 0 15,2 5 4-15,1 0-4 0,-2 5-1 16,1 0 1 0,-1 1 0-16,3 2 1 0,2 3 6 15,2 1-7-15,3 0 0 16,1-2 0-16,2 3 0 16,-1-1 0-16,-1 0 4 15,-3 0-1-15,-2-8-1 16,1 1-2-16,-2-1 0 15,0-1-2-15,1 3 8 16,0 0 8-16,4 3 1 16,4 1 6-16,2 0-11 15,-1 2-4-15,-4-1-2 16,-4 0 0-16,-3-1-1 16,2 1 2-16,5 1 5 15,3-1-1-15,4 1 7 0,1-1 5 16,3 1 5-16,5-2-5 15,6-4-4-15,1 0 0 16,4-7-10-16,2 1-2 16,-1-3 0-16,1-1-2 15,-3 0-2-15,-4 0 0 16,2-2 2-16,2-1-3 0,8-4 2 16,6 0 0-16,11-3-1 15,1 0 1-15,4-3-1 16,3-3 0-16,-9-5-1 15,4 0-1-15,1-2 1 16,2-5 1-16,6-1-2 16,-4-6-1-16,-2-3-2 15,-3-4 1-15,-3-5 0 16,1-1 3-16,3-2 0 16,0 2-3-16,-5 3 0 15,-5 3 0-15,-14 5 3 16,-7 1 4-16,0-1 10 15,-3-1 1-15,-2-4 3 16,0-2 0-16,-9-5-5 16,1-5-4-16,-3-7-4 0,-2-4-4 15,1-5 1-15,-9-4-1 16,5 0 0-16,-2 1 2 16,-5 4-1-16,1 3 0 15,-6 2 2-15,-1 1-3 16,-2 3-6-16,3 0-9 15,-1-1-11-15,2-2-5 16,-2-10-5-16,2-2 8 0,-4 1 8 16,-2-1 4-16,-2 9 10 15,-3-1 0-15,1 7 5 16,-2 0-2-16,2 3 4 16,-3 3 0-16,3 2-2 15,0 4 0-15,0 5-5 16,1 0 0-16,0 2-3 15,2-1-4-15,-1 0-16 16,1-2-11-16,-1-2-64 16,-2-1-34-16,-4 1-69 15,-2 1-66-15,-4 3-195 16,0 0 373-16</inkml:trace>
  <inkml:trace contextRef="#ctx0" brushRef="#br1" timeOffset="-157653.86">20566 10796 1491 0,'-34'-6'71'0,"5"-2"96"16,4-1-218-16,12 0-92 16,3 0 76-16,12 0 30 15,6 0 17-15,8 1 30 16,5-2 6-16,6 1 1 16,6 0-1-16,12 1-7 0,8 2-3 15,17-1-2-15,8 1 2 16,15 0-4-16,9-1 2 15,11 1-3-15,7 0 1 16,11 0 4-16,-5 1-4 16,7 0 6-16,11-1 2 15,1 0 7-15,9 0 40 0,-9-1-3 16,-8-3-7-16,9-1-17 16,0-1-3-16,6 0 18 15,0-1 9-15,-3 1 9 16,1-1-7-16,-3-1-35 15,-3 0-9-15,-12 1-12 16,-5 1 0-16,-12 1 3 16,-9-2 0-16,-11 0 3 15,-6 1-3-15,-5 0 6 16,-4 0-6-16,-13 1-3 16,-3-1 0-16,-8 2-9 15,-2 1-15-15,-9 0-110 16,-6 1-81-16,-11-4 107 15</inkml:trace>
  <inkml:trace contextRef="#ctx0" brushRef="#br1" timeOffset="-153138.45">15042 7671 1140 0,'14'2'33'15,"1"1"-12"-15,0 1-17 16,-1 1 4-16,-2 0-4 16,0 2 2-16,0 0 7 0,2 2 30 15,-1 1 13-15,3 2 12 16,0 1-6-16,2 5-31 15,0 2-12-15,1 5-13 16,-1 3 0-16,0 1 7 16,1 2-1-16,-2 1 32 15,1 0 10-15,-3 1-13 16,-1 0-2-16,-3-2-24 16,-1 0-3-16,-3-1-6 15,-1-2 6-15,0-1 3 16,1-4 0-16,-3-1 24 15,1 0 3-15,2-5 9 16,1 2-4-16,4-3-14 16,1-1-9-16,0 0-18 0,2-2 3 15,-4-1-9-15,-1-1 0 16,-2 0 0-16,-2-2 3 16,1-1-3-16,-1 1 9 15,2-1-9-15,1 0 0 16,-1 0 3-16,2-1 9 15,-2-1 0-15,0 1 0 16,0-1-9-16,-1 1 0 0,-1-2-3 16,0 0 0-16,-1-1 0 15,0 0 0-15,-3-2 3 16,2 2 0-16,-1-2-3 16,1 1 3-16,-4-3-6 15,0 0 0-15,0 0-48 16,0 0-63-16,-1 0-214 15,-17 4-70-15,4-11 258 16</inkml:trace>
  <inkml:trace contextRef="#ctx0" brushRef="#br1" timeOffset="-151471.75">16708 9255 435 0,'8'1'15'0,"-1"0"19"0,2-1-77 15,-3 0-27-15,-2 0-32 16,2-2 3-16,-3 2 35 15,-3 0 37-15,0 0 34 16,0 0 0-16,0 0-5 16,1-1-17-16,-1 1 12 15</inkml:trace>
  <inkml:trace contextRef="#ctx0" brushRef="#br1" timeOffset="-149887.93">16666 9249 406 0,'-1'0'33'0,"0"0"30"16,0 0-42-16,-28 2-19 15,29-2 14-15,0 0 41 0,0 0 9 16,0 0 18-16,10 7 0 16,2-6-15-16,3-1-8 15,4 0-24-15,2-1-10 16,2-1-18-16,0 1-7 15,4 0 22-15,0 0 7 16,2 1 15-16,-1-1 7 16,3-1-15-16,-3 1-13 0,1-1-17 15,-4 2-2-15,-3-1-4 16,-3 1-2-16,-5 0 2 16,0 0 4-16,-5-1 1 15,-2 0 5-15,-2 1 11 16,-5 0 4-16,0 0 8 15,0 0-2-15,0 0-9 16,-1 0-5-16,-22 2-19 16,10-2-6-16,-3 1-6 15,-1-1 1-15,-2 0 7 16,-4 0 4-16,2 0 6 16,-1 1 3-16,3 0-1 15,5 0-2-15,4-1-2 16,10 0-2-16,0 0-6 15,0 0 0-15,0 0 0 16,8 4 2-16,7-4 8 0,3 0 0 16,8 0 7-1,1-2 1-15,7-2-4 0,3 1-1 16,0-1-3-16,1 1-4 16,1-1 2-16,-3 2-4 15,-4 0 2-15,-1 0-2 16,-9 1 0-16,-1-1-2 0,-6 1 0 15,-3-1 2-15,-5 2-2 16,-7 0 4-16,0 0 0 16,0 0-2-16,-10-1 0 15,-4 2-6-15,-6 0 2 16,-5 2-1-16,-6-1 3 16,-2 3 4-16,-6-2 3 15,-3 2 5-15,-2 1 2 16,-1-1-3-16,4 0 4 15,3 0 11-15,3 0 3 16,5 0 9-16,5 0 8 16,6-1 10-16,7 0-12 15,4-3-15-15,8-1-15 16,0 0-12-16,10 1-6 16,3-2 6-16,12-1-3 15,4-2 3-15,6 0 0 0,3-2 3 16,2 1-3-16,0-1 0 15,2 1 0-15,-1 0-9 16,-7 1 9-16,-3 0-3 16,-6 2 3-16,-6 0 0 15,-2 2 0-15,-4-1 0 16,-5 1 0-16,-8 0 0 16,0 0 6-16,0 0 3 15,-12 0-15-15,-4 1-6 0,-6 1-18 16,-3 0 0-16,-9 4 12 15,-3-1 6-15,-4 0 24 16,-2 1 0-16,4 0 9 16,2-1-12-16,3 0-3 15,4-1-6-15,8-2-3 16,4 1-3-16,12-2-9 16,6-1 0-16,0 0-3 15,9-3 3-15,10 1 9 16,6-2 0-16,12-1 3 15,3 0 0-15,4-1 3 16,6 1 0-16,0 1 0 16,-2-1 12-16,-3 0-9 15,-4 0 6-15,-10 0-6 0,-5 4-3 16,-12-1 0-16,-13 2 0 16,-1 0 27-16,-2-1 21 15,-18 4 0-15,-8-1 3 16,-5 4-3-1,-5 0 5-15,-6 2 37 0,1 1 12 16,-8 0-7-16,-1 1-19 16,2-2-31-16,0 0-8 15,4 0-8-15,4-1-2 0,9-2-13 16,4 0-3-16,11-3-3 16,7-1-14-16,11-1-12 15,2-3 2-15,18 1-4 16,6-2 7-16,11 0 11 15,4 0-2-15,2 3 3 16,0 0-2-16,-2 1 0 16,-2 0 1-16,-7 0-5 15,-5 0 0-15,-11 0 2 16,-5 1 5-16,-11-1 7 16,0 0 5-16,-13 2 7 15,-3-1-3-15,-6-1-3 16,-7-1-6-16,-5-2-4 15,-3-3-2-15,-4-1-1 16,-4-1 0-16,-2-1-1 0,0 3 2 16,0-1-1-16,5 4 4 15,7 0 2-15,6 3-2 16,10 0-4-16,6 0-10 16,13 2-25-16,8 0-7 15,18 0-6-15,11 1 3 16,20 0-55-16,8-2-31 0,12-1-102 15,3-2-80-15,1-3 259 16</inkml:trace>
  <inkml:trace contextRef="#ctx0" brushRef="#br1" timeOffset="-145771.72">19259 7129 249 0,'-1'35'-10'0,"-2"1"-10"16,-1 5-2-16,0-1 8 15,2-3 14-15,2-1 0 16,3-4 0-16,0-1 0 16,2-2-13-16,-1 0-14 15,-3-1-19-15,-1 1 24 16</inkml:trace>
  <inkml:trace contextRef="#ctx0" brushRef="#br1" timeOffset="-144036.65">19500 10014 311 0,'0'-49'2'0,"-1"2"-33"16,1 5-13 0,-1 6-9-16,-3 6 5 0,-1 6 19 15,-2 6 53-15,-1 2 38 16,1 3 38-16,0 0-1 15,4-5-29-15,-2-2-13 16,4-3-79-16,1-3-19 16,-2-1-10-16,4 1-6 15,-1 1 19-15,-3 3 10 16,1 0 21-16,0 1 5 0,1 1 4 16,1-3 0-16,1-1-8 15,2-1-6-15,-3-4-29 16,5 1-17-16,-3-2 30 15</inkml:trace>
  <inkml:trace contextRef="#ctx0" brushRef="#br1" timeOffset="-143855.53">19441 8669 420 0,'2'-23'55'16,"0"-2"50"-16,-1 0-105 16,1-1-35-16,-2-1-84 0,1-2 4 15,-1-2 58-15</inkml:trace>
  <inkml:trace contextRef="#ctx0" brushRef="#br1" timeOffset="-143290.12">19092 7344 760 0,'10'107'-146'16,"1"0"112"-16</inkml:trace>
  <inkml:trace contextRef="#ctx0" brushRef="#br1" timeOffset="-142749.16">19532 10327 223 0,'0'83'-58'0,"-2"-47"92"0,1-2-37 16</inkml:trace>
  <inkml:trace contextRef="#ctx0" brushRef="#br1" timeOffset="-141788.1">19525 10729 559 0,'2'19'96'16,"3"3"95"-16,1 8-109 15,0 4-20-15,1 8 3 16,-2 0-15-16,-2 1-1 15,-2-1 1-15,0-5-13 16,-1-1-4-16,2 1-10 0,-1 1-9 16,1 4-12-16,0 3-4 15,-2-2-10-15,0-2 0 16,0-8-3-16,-1-7 7 16,1-8-11-16,1-5-3 15,1-7-45-15,-2-6-72 16,0 0 71-16</inkml:trace>
  <inkml:trace contextRef="#ctx0" brushRef="#br1" timeOffset="-141622.15">19553 11461 668 0,'0'26'101'0,"1"2"88"16,1-1-107-16,0-3-82 15,2-3-30-15,0-10-145 16,1-6-128-16,-1-6 182 16</inkml:trace>
  <inkml:trace contextRef="#ctx0" brushRef="#br1" timeOffset="-140404.89">19520 11941 1956 0,'-32'39'15'0,"6"14"27"16,5 6 18-16,10 9 48 15,8 2 5-15,12-6-43 16,3-4-20-16,12-16-41 16,4-7-21-16,11-14-17 15,4-9-1-15,3-16 5 16,2-10 16-16,-3-15 7 15,-4-6-2-15,-4-7 1 16,-6-2 3-16,-7-5 17 16,-4-3 4-16,-12-2 14 15,-7-5 3-15,-15-1 5 16,-7-2 2-16,-10 0 3 16,-5 4-7-16,-9 11-11 15,-5 8-9-15,-10 15-10 16,-8 9-3-16,-5 13-1 15,-3 8 6-15,3 13 4 0,9 3 3 16,18 6 7-16,10 1-4 16,24-2-1-16,11 0-4 15,20-1-13-15,13-2-5 16,18-4-6-16,6-3-4 16,15-7 5-16,5-6 1 15,4-8-26-15,5-4-35 0,-6-6-152 16,-3-1-189-16,-8 1 137 15</inkml:trace>
  <inkml:trace contextRef="#ctx0" brushRef="#br1" timeOffset="-140088.62">20047 12432 2830 0,'9'19'-9'16,"3"12"-14"-16,2 8-10 16,1 10-39-16,0 3-81 15,-7 3-203-15,-2-3 125 16</inkml:trace>
  <inkml:trace contextRef="#ctx0" brushRef="#br1" timeOffset="-139432.03">20420 11916 2058 0,'43'-5'-60'15,"-1"-1"-29"-15,-3-1-13 16,-5 1-6-16,-5 1 4 16,-6 2 13-16,-6-2-25 15,-6 4 66-15</inkml:trace>
  <inkml:trace contextRef="#ctx0" brushRef="#br1" timeOffset="-139217.31">20419 12168 2919 0,'35'-9'-138'15,"4"-5"-31"-15,6-3-90 16,-3 2-84-16,-3 4 59 16,-2 1 74-16,-11 5-79 15,2-1 192-15</inkml:trace>
  <inkml:trace contextRef="#ctx0" brushRef="#br1" timeOffset="-138751.65">20758 11911 2576 0,'22'-25'-13'15,"4"3"-2"-15,4 5-1 16,-3 8 6-16,1 11 19 16,-3 6 7-16,-5 17-34 15,-2 7-22-15,-7 10-48 16,-4 3-16-16,-6 2-30 16,-4 1 32-16,-7-3 45 15,-3-1 15-15,-8-4 87 16,-3-4 51-16,-3-6 89 15,2-5-30-15,0-10-5 16,2-4-44-16,4-9-23 16,0-2-6-16,9-8-21 15,7-2-11-15,8-6-28 0,4-2-7 16,11-4-5-16,5 1-5 16,8 5 0-16,3 5 0 15,2 13-5-15,2 7-4 16,-1 9-21-16,1 1-19 15,-6-2-87-15,-1-3-77 16,-7-10-240-16,-4-3-196 16,-8-10 521-16</inkml:trace>
  <inkml:trace contextRef="#ctx0" brushRef="#br1" timeOffset="-138405.22">21144 12026 2904 0,'4'19'-13'0,"6"10"2"16,3 3 5-16,2-2 7 16,5 1 2-16,0-12 3 15,1-3 0-15,6-9-4 16,1-7-3-16,2-10-14 15,2-8-3-15,-5-6-3 0,-3-2 0 16,-9-3 5 0,-9-2 5-16,-12-2 7 0,-11-3 3 15,-13-1 9-15,-6 0 2 16,-8 7 16-16,3 5 5 16,-6 14-3-16,2 7-3 15,5 8-42-15,2 5-37 16,17 5-141-16,6 5 66 15</inkml:trace>
  <inkml:trace contextRef="#ctx0" brushRef="#br1" timeOffset="-137288.18">15457 11549 1394 0,'3'-4'41'0,"1"-3"-3"15,1-2-30-15,2 0-4 16,-1-1 8-16,1 3 17 16,-1 2 46-16,-6 5 113 15,0 0 51-15,8 19 54 16,-4 7-103-16,3 23-58 16,0 9-76-16,-1 11-94 15,-6 2-129-15,2-4 84 16</inkml:trace>
  <inkml:trace contextRef="#ctx0" brushRef="#br1" timeOffset="-135771.72">15992 11587 1125 0,'0'0'93'16,"0"0"104"-16,0 0-156 16,0 0-12-16,9-11 12 15,1 4 49-15,6-2 50 16,3 1-5-16,6-3-31 16,0-1-23-16,0 3-48 15,-2 1-18-15,-4 5-60 16,-4 0-15-16,-7 6-15 15,-3 4 7-15,-7 10 44 16,-4 3 21-16,-5 5 39 16,2 1 14-16,-6 1 34 15,4 2 33-15,-4-1 59 16,1-1-46-16,5-6-1 16,0-5-40-16,14-7-72 0,8-5-25 15,14-10-92-15,10-7-78 16,11-11-212-16,4-4 172 15</inkml:trace>
  <inkml:trace contextRef="#ctx0" brushRef="#br1" timeOffset="-135205.65">16784 11492 1392 0,'0'0'74'16,"0"0"115"-16,4-7-109 15,8 2-2-15,9-5 27 16,2 0 5-16,12-1-5 0,1 0-10 16,3 0-35-16,-1 3-24 15,-12 2-66-15,-6 4-72 16,-11 3-68-16,-5 4 3 16,-8 6 50-16,-4 3 75 15,-7 4 111-15,-4 1 39 16,-3 4 104-16,-2 3 30 15,4 3-53-15,-3-1-32 0,10-2-83 16,4-4-21-16,9-6-37 16,10-3-11-16,13-4-9 15,6-2-9-15,7-5-18 16,3-2-20-16,-8-2-46 16,-4 0-63-16,-14 2 1 15,-8 2-35-15,-16 5 98 16,-9 2 45-16,-12 6 39 15,-3 2 9-15,-3-3 6 16,5-1 0-16,7-5-21 16,8-5-35-16,15-8-61 15,7-7-41-15,21-10-48 16,8-6 143-16</inkml:trace>
  <inkml:trace contextRef="#ctx0" brushRef="#br1" timeOffset="-134805.28">17673 11364 1622 0,'-8'3'212'16,"-1"-1"93"-16,2 2-159 15,-1 0-131-15,0-2-15 0,1 3-12 16,-2 0 6-16,6 4 30 15,-1 2 17-15,5 0 19 16,2 1 5-16,6-5-26 16,8-2-29-16,6-5-44 15,5-2-21-15,3-7-34 16,-1-1-41-16,0-6-13 16,-1 0 14-16,-8-1 49 15,-5 0 29-15,-10 3 36 16,-2 2 18-16,-8 4 45 15,-1 2 24-15,-3 3 68 16,-1 3 15-16,0 5-16 16,1 6-40-16,3 7-34 15,2 5-12-15,2 8-21 16,1 5-15-16,1 5-10 0,2 3-36 16,0-2-134-16,0-5-107 15,2-14 72-15</inkml:trace>
  <inkml:trace contextRef="#ctx0" brushRef="#br1" timeOffset="-134338.78">18474 11282 1175 0,'-30'13'155'0,"0"1"421"16,-3-3-373-16,3 2-197 15,2 0-9-15,4 1-6 16,5-2 9-16,9-3 78 16,6 0 38-16,11-5-26 0,7 1-6 15,10-2-61 1,0-1-28-16,4-1-41 0,-3 1-9 16,-3 5-9-16,-2 3-20 15,-10 5 33-15,-6 3 19 16,-14 2 47-16,-9 2 5 15,-8-2 13-15,-4-3-9 0,-1-9-72 16,0-5-62-16,0-9-111 16,0-6-66-16,4-8 61 15,3-2-98-15,10-7 151 16</inkml:trace>
  <inkml:trace contextRef="#ctx0" brushRef="#br1" timeOffset="-134193.9">18184 11304 1119 0,'6'0'155'0,"6"0"285"16,6 0 21-16,10-4-249 16,9-5-82-16,11-9-75 15,4-3-34-15,3-5-98 16,-4 2-63-16,-3 3-205 16,-8-2-164-16,-10 1 408 15</inkml:trace>
  <inkml:trace contextRef="#ctx0" brushRef="#br1" timeOffset="-133305.03">18841 11327 1798 0,'3'5'167'15,"4"0"49"-15,4 0-142 16,8-3-77-16,3-2-9 16,8-3 0-16,6-3-12 0,-2-4-44 15,-1-1-31-15,-7-4-134 16,-8 0-47-16,-4 1 218 16</inkml:trace>
  <inkml:trace contextRef="#ctx0" brushRef="#br1" timeOffset="-133039.12">18934 11215 2321 0,'0'0'171'15,"0"0"99"-15,22 3-272 16,2-2-36-16,14-1-6 0,3-1 3 15,4 3 7-15,2 2 23 16,-10 6 9-16,-2 2-1 16,-16 5-15-16,-6 1-15 15,-15 3-22-15,-8 0-17 16,-15-1-6-16,-7 1-16 16,-8 1 14-16,-1-3 14 15,2-4-36-15,3-1-62 16,4-7-412-16,4-4 440 0</inkml:trace>
  <inkml:trace contextRef="#ctx0" brushRef="#br1" timeOffset="-128555.54">23563 10083 1479 0,'8'37'33'16,"3"17"38"-16,-2 9 42 16,-3 12-35-16,-4 4-15 15,-6 1-57-15,-3-4-33 16,-1-12-66-16,2-10-14 0,3-19 9 16,3-9 34-16,2-12-120 15,2-6 118-15</inkml:trace>
  <inkml:trace contextRef="#ctx0" brushRef="#br1" timeOffset="-127756.2">23461 11072 1774 0,'-19'12'27'0,"1"15"9"15,1 8 3-15,1 22 35 16,1 6 10-16,4 4-9 16,5 0-9-16,11-10-46 15,9-4-17-15,15-6-12 16,6-6 12-16,9-10 45 16,2-9 12-16,5-13-13 15,1-7-11-15,4-11-23 16,-3-6-7-16,-4-10-2 15,-2-7 1-15,-16-9 2 0,-4-4 7 16,-14-7 3-16,-5-4 6 16,-11-9 3-16,-5-2-3 15,-13 1 12-15,-9 3 2 16,-19 12 7-16,-5 5-17 16,-18 10-9-16,-5 7-6 15,-6 17-8-15,-6 7-2 16,5 18 3-16,8 7 6 15,18 8 8-15,14 1 1 16,25-3-4-16,10 0-9 0,14-4-6 16,9-1-3-16,13-2 1 15,10-2 4-15,17-5 4 16,8-2 6-16,10-5 1 16,3-1-5-16,0-3-6 15,-1-2-13-15,-5-2-65 16,-3 1-37-16,-12 2-143 15,-8 2-129-15,-17 7-64 16,-10 2 363-16</inkml:trace>
  <inkml:trace contextRef="#ctx0" brushRef="#br1" timeOffset="-127354.81">23899 11659 2322 0,'0'-5'-109'0,"3"0"44"16,2 1 53-16,2 4 113 15,0 2 28-15,-1 10 6 16,-1 5 1-16,-1 13-80 15,0 3-23-15,0 9-31 16,1 0-22-16,0-2-92 16,1-4-106-16,0-9-344 15,-1-4 278-15</inkml:trace>
  <inkml:trace contextRef="#ctx0" brushRef="#br1" timeOffset="-126876.18">24204 11388 2451 0,'37'-3'-178'0,"0"-1"-103"15,-10 0-15-15,-5 2 71 0,-12 1-154 16,-10 1 213-16</inkml:trace>
  <inkml:trace contextRef="#ctx0" brushRef="#br1" timeOffset="-126705.13">24343 11561 2566 0,'43'-3'-415'0,"-1"-4"128"16</inkml:trace>
  <inkml:trace contextRef="#ctx0" brushRef="#br1" timeOffset="-125122">24566 11238 1497 0,'-2'37'4'15,"2"2"-1"-15,-2-2 3 16,-1-7 2-16,-5-4 7 15,-1-1 23-15,3-5 81 16,0-3 40-16,7-5 29 16,3-4-9-16,11 0-73 15,6-3-55-15,10-5-37 0,4 0-8 16,4-7-48-16,1-3-93 16,-4-5-125-16,-5-4-56 15,-10-3 134-15,-5-2 85 16,-15 0 41-16,-1-2 25 15,-10-5 46-15,0 2 26 16,-4 2 35-16,-6 5 15 16,5 10 93-16,-4 5 76 15,6 4-20-15,7 3-46 0,-1 10-92 16,3 9-29-16,-1 15-44 16,1 5-16-16,-2 11-17 15,-2-3-8-15,0 6-26 16,-4 1-19-16,6-1-55 15,0-5-56-15,6-11-77 16,6-7-24-16,3-16-61 16,7-10 237-16</inkml:trace>
  <inkml:trace contextRef="#ctx0" brushRef="#br1" timeOffset="-124754.95">24790 11441 2154 0,'0'19'-242'16,"-2"11"29"-16,4 4 59 16,-2 3 142-16,3 0 26 15,7-6 76-15,-5-5-1 16,10-11-29-16,3-4-21 15,7-9-30-15,3-4 0 0,2-11-21 16,-4-2-6-16,-6-8 3 16,-3-4 3-16,-10-5 36 15,-1-1 12-15,-6 0 27 16,-4 1 2-16,-4 5 13 16,-5 3 3-16,-7 4 5 15,-5 5-14-15,-1 3-28 16,-2 5-22-16,5 7-36 15,3 1-50-15,3 6-190 16,7 1-122-16,-2 0 237 16</inkml:trace>
  <inkml:trace contextRef="#ctx0" brushRef="#br1" timeOffset="-121038.02">19039 13181 1801 0,'177'-24'-117'16,"9"1"-8"-16,21-2 80 15,5 0 18-15,14 1 41 16,10 1 13-16,10 1 64 16,6 1 34-16,6 3-20 15,-4 2-13-15,8 3-29 16,2 4-12-16,-12 1-12 15,6 2-6-15,-17 2-21 16,-11-1-3-16,-5 4-12 16,-17 2 3-16,-26 4-6 15,-7 2 6-15,-24 0 0 16,-11 0 6-16,-22-2-3 16,-8 1-3-16,-23-6-36 0,-9 1-36 15,-19-4-134-15,-16-3-85 16,-27-11 231-1</inkml:trace>
  <inkml:trace contextRef="#ctx0" brushRef="#br1" timeOffset="-120121.18">18717 13074 2404 0,'-2'-8'14'0,"18"5"11"15,15-1 35-15,11 0 9 16,26-1 17-16,11 1-25 16,26 0-3-16,17-1-10 15,24-1-18-15,11 0-9 16,24-2-16-16,8 0-1 16,11-5 5-16,11-2-4 0,11-5 11 15,2-1 3-15,6-4 1 16,3 1 3-16,-8-2-2 15,6-1-2-15,4 2 1 16,-9 0-6-16,11 4-3 16,-5-1-4-16,-19 1-4 15,4 5-1-15,-23 1-4 16,-9 6 4-16,-17 1-2 16,-8 1 0-16,-27 1 0 15,-14 1 0-15,-22 4-13 16,-14-1-10-16,-22 2-45 15,-7 0-38-15,-19-3-131 16,-13 0-688-16,-21-4 644 16</inkml:trace>
  <inkml:trace contextRef="#ctx0" brushRef="#br1" timeOffset="-113106.52">22519 10140 488 0,'6'2'108'16,"1"1"156"-16,2 0-180 15,1-1-9-15,2 2-4 16,2-2-5-16,2 1-6 15,1-1-2-15,4-1-12 16,3 0-5-16,2 1-12 16,-1-2-6-16,0 0-11 15,-1 0-4-15,-3 0-4 16,1 1-4-16,0 0 3 0,0 1 3 16,3 2 6-16,1-1 3 15,2 1 13-15,2 0-1 16,0-1 1-16,-3-1 17 15,3-1-27-15,-1-1-6 16,3 0-12-16,2-1 6 16,-1-1-6-16,-1 1 6 0,0 0 9 15,1-1 0-15,4 0 11 16,0 1 1-16,3-2-15 16,-1-1 3-16,0-2-12 15,0 0 0-15,-1-2-3 16,0 0 0-16,-3-1 0 15,-2 1 0-15,0-2 6 16,-1 2-6-16,-6 0 3 16,2 0-3-16,-2-2 0 15,1 0 6-15,2 0-6 16,-1-2 0-16,0-1 0 16,-2 2 0-16,0 0 0 15,-1 1 3-15,1 0 9 16,-1 1-3-16,-1 0 0 15,0 1 0-15,-4 0-6 0,0-2 0 16,0 0 3 0,-3 2-6-16,2-2 6 0,-1 1 0 15,-1-1 0-15,2-1 0 16,-4 1 0-16,2-2 3 16,-4 3-9-16,0 0 3 15,0 3 0-15,-1 0 6 16,0 2 6-16,-2-1 0 15,-1 0-9-15,-1 0-3 0,-3 0 0 16,0-1-3-16,-2 0 6 16,0-1-1-16,1-1-5 15,-1 0-3-15,2 0 1 16,1 0 2-16,-3 3 8 16,3 0-2-16,-4 0 3 15,-1 3-9-15,-1 2 0 16,0 0 0-16,0 0 0 15,0-1 0-15,0 0 0 16,0 0 0-16,0 0 0 16,1 0 3-16,0 0-3 15,11-27 9-15,-12 28-9 16,0-1 0-16,0 0 0 16,1 0 9-16,0 0 3 0,0 1-9 15,0-1 9 1,-1 0-3-16,1 0-6 0,0 0 0 15,0 0-3-15,0 0-6 16,0 0-45-16,0-1-41 16,15-28-174-16,-11 20-125 15,-6-6 259-15</inkml:trace>
  <inkml:trace contextRef="#ctx0" brushRef="#br1" timeOffset="-111256.59">22358 9297 607 0,'9'-11'14'0,"-1"0"-12"16,2 0-2-16,-2-2 39 0,-1-1 31 15,0-1 55-15,1-3 10 16,0-1-31-16,-1-1-33 15,-4-6-32-15,-3 0-12 16,-3 4 0-16,-6-1 8 16,-5 12 6-16,-3 4 1 15,-4 7-3-15,-3 4-10 0,1 10-11 16,2 8-1-16,-2 9 3 16,-1 6-1-16,-4 7 8 15,-2-5 39-15,4 5-4 16,3 0-5-16,7-3-6 15,4-1-9-15,12-5-18 16,6-4-3-16,11-7-21 16,5-4 3-16,7-7 9 15,4-5-3-15,-1-8 9 16,-3-3 0-16,-2-4-7 16,-6-2-2-16,-2-1-3 15,0 1-6-15,-9 1 0 16,-1 0 9-16,-7 0-9 15,-2 1 9-15,-6 0 12 16,-2 0 12-16,-3 1 9 0,1-1 3 16,-1 3-6-16,0 1-12 15,4 1-7-15,6 2 4 16,0 0-6-16,0 0-3 16,1 0-3-16,0 0-9 15,0 0 0-15,0-1-3 16,1 0 3-16,16-14-3 15,-5 10 0-15,3 2 6 16,-5 2-6-16,-2 1 3 0,0 4-9 16,-4 4-3-16,0 8 6 15,-3 4 9-15,-1 8 3 16,0 3 6-16,-5 1-6 16,2 0-2-16,1-4-2 15,2-4 0-15,4-7-9 16,2-6-27-16,0-10-151 15,2-3-57-15,3-15-253 16,1-3 363-16</inkml:trace>
  <inkml:trace contextRef="#ctx0" brushRef="#br1" timeOffset="-111004.52">22560 9148 1307 0,'-2'-22'85'0,"-2"9"37"0,3 0 51 16,1 13-35-16,0 0-36 15,-6 19-46-15,3 8-29 16,-1 19-15-16,1 6-9 16,3 0 6-16,0 1-3 0,3-4-63 15,0-2-50-15,6-9-94 16,2-6 23-16,3-14 46 15,3-7-52-15,1-11 114 16</inkml:trace>
  <inkml:trace contextRef="#ctx0" brushRef="#br1" timeOffset="-110639.38">22722 9410 1150 0,'-6'-6'75'0,"2"2"42"16,4 4-75-16,-1 0-36 16,0 0-4-16,-14 10 6 15,9 0-2-15,6 3 1 0,-1-1 3 16,5 0-4-16,6-4 0 16,3-2-1-16,2-4-1 15,5-4-2-15,1-5 0 16,-1-3-2-16,2-2 0 15,-6-3 4-15,-4 1 2 16,-6 0 13-16,-2-1 8 16,-4 1 6-16,-1 0 34 15,-6 2-13-15,-3 2-7 0,-5 4-20 16,-4 2-3-16,-3 6-6 16,-3 3-6-16,-1 7 0 15,4 0-3-15,6-2-27 16,5-1-63-16,17-8-156 15,6-5-146-15,15-6 196 16</inkml:trace>
  <inkml:trace contextRef="#ctx0" brushRef="#br1" timeOffset="-110188.77">23005 9178 1956 0,'-8'50'-15'15,"-1"-10"-5"-15,-1-2 11 16,3-6 0-16,-1-2 9 16,1-4 3-16,-2-4 0 15,-2-6 6-15,-2-2-6 16,3-7 3-16,10-7-1 15,-1 0 4-15,1 0 21 0,0 0 12 16,6-11-3-16,11-5-9 16,6 0-15-16,6-1-9 15,0 0-3-15,4 5-3 16,-4 3-6-16,-5 5-9 16,-4 4-9-16,-15 5-27 15,-5 4 3-15,-10 6 13 16,-4 3 5-16,-11 4 36 15,-1-2-3-15,-6 3-3 16,-5-2 6-16,4-5 0 16,1-2 3-16,7-9-6 15,8-3-21-15,13-7-93 16,6-4-26-16,16-7-36 16,5-4 24-16,11-2-217 15,-1-1 184-15</inkml:trace>
  <inkml:trace contextRef="#ctx0" brushRef="#br1" timeOffset="-109788.45">23239 9321 1915 0,'-16'6'29'0,"-1"1"-8"0,3 2 21 16,1 3-3-16,1 2-3 15,4 2-12-15,3-1-21 16,3-3-3-16,5-4-21 16,6-4-12-16,6-4-42 15,2-4-2-15,5-3 20 16,2-4 6-16,-4 0 39 16,-3-1 12-16,-6 1 30 15,-4 1 27-15,-5 1 44 16,-2 1 25-16,-3 1 41 15,2 2-27-15,1 5-18 16,0 0-20-16,0 0-60 16,0 0-19-16,-6 20-20 15,6-1 1-15,-1 4-5 16,2-1-3-16,5-6-34 16,2-5-61-16,7-8-84 15,1-6-104-15,7-11-90 0,4-5 74 16,1-7 231-16</inkml:trace>
  <inkml:trace contextRef="#ctx0" brushRef="#br1" timeOffset="-109604.83">23520 8887 1634 0,'4'-17'116'0,"1"17"-44"16,1 10 0-16,-3 26 5 15,-2 14-11 1,-3 33 0-16,-6 12-6 0,-5 5-42 16,-3-1-45-16,3-19-239 15,6-11 173-15</inkml:trace>
  <inkml:trace contextRef="#ctx0" brushRef="#br1" timeOffset="-108435.92">23770 9280 1409 0,'0'12'12'0,"2"5"-12"15,-5 0 4-15,6 2 0 16,-1-1-4-16,-2 0 0 16,5-5-4-16,-6-4 2 15,-2-4-2-15,3-5 4 16,0 0 0-16,0 0-2 16,0 0 0-16,1-1-2 15,13-19 1-15,-7 8 1 0,-2-1 4 16,0-1 13-16,6-1 2 15,-1 1 7-15,3 1-1 16,4 2-8-16,0 0-7 16,2 3-2-16,-1 3-4 15,-6 5-2-15,-2 1-2 16,-6 6-6-16,-4 3 2 16,-5 6 3-16,-2 2 1 0,-1 2 4 15,0 0 1-15,4-2-3 16,0-1 4-16,3-6-2 15,0-4-2-15,1-7 0 16,0 0-4-16,0 0 1 16,1-9-5-16,1-7 6 15,3 0 4-15,2-2 2 16,2 1 1-16,3 1 1 16,1 3-2-16,2 0 0 15,0 3-2-15,-3 3-2 16,3 1 0-16,-1 4-4 15,-3 2 0-15,-2 5-4 16,-6 3-7-16,-3 5-2 16,-4 2 3-16,-3 4 10 0,2-1 10 15,-2-1 6-15,4-2-5 16,1-5-7-16,2-10-9 16,0 0-53-16,0 0-62 15,2-10 71-15</inkml:trace>
  <inkml:trace contextRef="#ctx0" brushRef="#br1" timeOffset="-107471.89">24143 9384 1473 0,'1'12'-2'0,"-1"-6"-5"15,-4-3 1-15,0-6 4 16,-3-4-2-16,1-5 4 16,2-2 0-16,3-1-13 15,1-1-3-15,-1 2-3 16,1 0 3-16,0 1 18 16,0 0 6-16,2-2 3 15,6 0 1-15,0 2-4 16,1 0 2-16,4 2 3 0,0 2 1 15,7 0 1-15,4 2 1 16,-1 5-3-16,0 3 1 16,-5 9-1-16,-2 4 0 15,-6 7-1-15,-3 3-15 16,-7 1-9-16,0-1 2 16,-3-2 3-16,-1-1 3 15,3-4 2-15,-1-3 0 16,0-5 2-16,2-9 2 0,0 0-2 15,0 0 2-15,-1 0 0 16,-14-14 5-16,11 1 32 16,1-3 27-16,3-2 14 15,5 1-17-15,6-2-30 16,5 1-27-16,4 0-24 16,1 2-3-16,0 6-9 15,-1 4 9-15,-5 8 3 16,-7 4 0-16,-8 9-14 15,-1 2 2-15,-5 2 3 16,5 1 12-16,-4-2 15 16,4-4 0-16,1-3 0 15,3-3 6-15,-3-8 0 16,0 0-3-16,0 0 9 16,0 0 0-16,4-8 0 0,0-3 0 15,1-3-3-15,5-3-9 16,-2 0 0-16,0 0 0 15,4 1 0-15,-1 2 0 16,2 2 0-16,0 3 0 16,0 6-3-16,0 4-3 15,-5 7 6-15,0 4-9 16,-8 3 6-16,0 2-3 0,-1-3-3 16,2-1-12-16,4-4-30 15,-1-2 7-15,2-6-35 16,-1-1-32-16,1-5-77 15,3-1-93-15,-3-1-68 16,0 1 117-16,-2-1 93 16,-1 2 65-16,3 2 108 15,0 0 30-15,2 2 35 16,-1 1 1-16,3-1-23 16,-3 1 4-16,3 0 55 15,-1 1 35-15,-2 2 63 16,-1 3-40-16,-6 4-51 15,0 3-33-15,-4-1-59 16,-3 2 15-16,4-4-66 16,3-2-42-16,2-7-48 15,4-2-24-15,-2-6-267 0,-3-4 194 16</inkml:trace>
  <inkml:trace contextRef="#ctx0" brushRef="#br1" timeOffset="-106538.75">24597 9185 1533 0,'9'-11'32'0,"7"6"-32"15,2 0-6-15,4 0-6 16,-2 1 8-16,-2 3 6 16,-3 2 3-16,-4 5 4 15,2 3 0-15,-2 6-3 16,-3 2 0-16,2 3-30 15,-1-1 1-15,-1-3-9 16,4-1-9-16,-6-6-2 16,-6-1 6-16,0-8 18 15,0 0 11-15,0 0 32 16,0 0 14-16,0-1 17 16,6-15 1-16,-5 3 13 15,4-4-9-15,3 1-45 16,2-1-21-16,10 0-42 15,0 1-15-15,7 4 20 16,2 0 3-16,-8 8 10 0,-2 3 5 16,-9 5 8-16,-6 7-1 15,-6 4-1-15,-4 3 5 16,-6 0 9-16,3 0 7 16,1-2 3-16,4-3 1 15,4-4-2-15,0-2 0 16,0-7-2-16,0 0-2 0,1 0 2 15,-1 0-2-15,20-15 0 16,-14 6 6-16,0-3 1 16,2 0-3-16,0 0 6 15,3 2-4-15,1 0-6 16,1 3 2-16,2 1-10 16,-4 3-2-16,0 6 1 15,-4 2 1-15,-1 3 4 16,2 3 4-16,-1-2 0 15,0 1 0-15,1-4-12 16,0-2-5-16,-1-4-6 16,3-1-1-16,0-4 7 15,-1-3 7-15,-1 1 4 16,-2-3 1-16,0 1 5 0,-3 1 0 16,0-1 5-16,-3 1 7 15,-4 1 17-15,0 0 2 16,-8 1-2-16,2 0 0 15,-8 3-9-15,3-8 1 16,0 11 2-16,0 1-1 16,3 6 1-16,-1 11-4 15,6-4 4-15,0 3 28 0,4 0 12 16,4-2-10-16,5-2-26 16,6-5-18-16,6-2-6 15,2-4-9-15,6-3 0 16,3-4 3-16,-1-4-12 15,3-2 6-15,-3-3-3 16,-8 0 6-16,-3-3 15 16,-8 4 3-16,-5 4 9 15,-4 9 15-15,0 0 6 16,0 2 0-16,-3 17-9 16,1 7-18-16,0 10-15 15,1 0 0-15,4 1-81 16,3 1 165-16,-1-3-81 15</inkml:trace>
  <inkml:trace contextRef="#ctx0" brushRef="#br1" timeOffset="-104522.58">23022 9586 1687 0,'6'39'0'16,"5"11"0"-16,-2 4 6 15,4 5 12-15,1 0 0 16,-1-6-6-16,-2-4-18 0,-4-10-51 16,-2-6-17-16,-4-11-12 15,0-6 14-15,-1-16-255 16,0 0 207-16</inkml:trace>
  <inkml:trace contextRef="#ctx0" brushRef="#br1" timeOffset="-104222.13">22902 9808 2404 0,'19'34'-75'0,"-1"8"31"15,2 3 14-15,0 1 18 0,-1-1 3 16,3-2 9-16,0-4 3 16,3-7 0-16,-1-5 0 15,-1-9 6-15,-4-4 12 16,-5-10 6-16,-1-4 0 15,0-14-11-15,2-8-11 16,8-15-20-16,2-8-36 16,11-9-65-16,4-6-22 0,5-4-92 15,-1-3-56-15,-1-3 228 16</inkml:trace>
  <inkml:trace contextRef="#ctx0" brushRef="#br1" timeOffset="-102389.45">16304 7355 1408 0,'-6'10'85'0,"-2"13"244"15,-1 12-278-15,-3 24-54 16,-3 10 0-16,-5 15 6 16,-3 3-6-16,-2 2 3 15,1-5 3-15,-5-13 3 16,-2-10 6-16,2-16 12 15,1-7-1-15,6-14-8 0,2-7 3 16,4-11-15-16,2-5-3 16,6-11-36-16,3-7-11 15,4-7-10-15,2-1 12 16,3 2 39-16,2 2 12 16,0 7 30-16,2 3 6 15,1 6 0-15,0 3-10 16,6 7-11-16,2 5-9 0,6 7 0 15,2 2 3-15,1-2-9 16,0-1 0-16,-1-9-15 16,2-5-3-16,1-8-3 15,0-3 0-15,-2-6 9 16,-1-2-3-16,-3-1 3 16,1-1 3-16,1-1-14 15,-1-1-1-15,1 0-12 16,-4-1-9-16,-2 3 6 15,-5 3 6-15,-8 5 18 16,-1 3 18-16,-4 8 30 16,-1 0 0-16,-13 5 6 15,7 8-7-15,-1 10-8 16,3 3-3-16,5 2 3 0,3-1-3 16,9-5-12-16,3-6-6 15,6-8-3-15,-1-5 6 16,2-8 6-16,-2-5-9 15,-1-7 3-15,1-3-9 16,-4-3 0-16,-1-2-3 16,-7-2-3-16,-5 0-3 15,-8 2-9-15,-5 4-9 16,-9 7 12-16,-4 7 12 0,-5 11 9 16,-3 5 18-16,3 9-15 15,2 2-6-15,9-1-72 16,10-2-68-16,15-5-165 15,10-5-129-15,17-6 285 16</inkml:trace>
  <inkml:trace contextRef="#ctx0" brushRef="#br1" timeOffset="-102055.78">17173 7756 1723 0,'-21'0'117'16,"-1"4"-16"-16,-1 2-148 16,-2 7-43-16,-2 2 33 15,-1 4 42-15,-2 3 12 16,3 6 39-16,-3 2 15 15,8 2 18-15,3-2 8 16,10-5-26-16,7-4-21 0,10-8-39 16,5-6-24-16,9-8-50 15,5-9-19-15,5-10-53 16,5-4 8-16,3-7-29 16,4-1-145-16,0 0 148 15</inkml:trace>
  <inkml:trace contextRef="#ctx0" brushRef="#br1" timeOffset="-101722.81">17290 7789 837 0,'-10'6'162'16,"-3"1"132"-16,-2 0-197 15,-1 0-29-15,4 0-22 16,3 3-7-16,-1 4 10 16,1 2-10-16,-2 2-3 15,-2 0-4-15,5 1-8 16,2-4-3-16,5-4-15 15,5-4-6-15,4-7 0 0,4-1-9 16,7-8 0-16,-2-2 6 16,5-4 3-16,0-1 0 15,-1 2 0-15,0 1 0 16,-5 3 0-16,-2 3 6 16,-7 4 12-16,-7 3 21 15,0 0 39-15,4 15 8 16,-5 1-8-16,0 2-15 0,3 0-48 15,3-5-9-15,6-8-30 16,3-8-39-16,6-15-83 16,2-9-81-16,-1-12-167 15,-2-2 274-15</inkml:trace>
  <inkml:trace contextRef="#ctx0" brushRef="#br1" timeOffset="-101571.72">17530 7496 1214 0,'2'-13'87'0,"1"7"43"16,1 7-33-16,5 18 27 16,0 11 13-16,-1 28 1 15,-4 13-10-15,-8 21-23 16,-5 3-25-16,-7-9-178 16,6-11-144-16,-2-33 128 0</inkml:trace>
  <inkml:trace contextRef="#ctx0" brushRef="#br1" timeOffset="-100023.14">17983 7656 1601 0,'2'35'119'16,"-2"4"-35"-16,1 3-120 15,0-3-62-15,-2-3-13 16,1-12 68-16,-5-5 24 0,3-10 23 16,2-9 11-16,0 0 12 15,0 0 37-15,0 0-16 16,2-11-25-16,4-6-31 15,2-2-16-15,1-4 6 16,0-2 3-16,-4-1 15 16,3 0 6-16,0 0 6 15,0 0 3-15,3 2-6 16,2 4 0-16,3 8-3 16,-1 6 2-16,-1 11 1 15,-3 6 12-15,-1 11 6 16,-3 4-3-16,-2 0-3 15,0-1-12-15,-1-5-3 16,2-2-3-16,-4-7-3 16,2-3 0-16,-4-8-15 15,0 0-6-15,0 0-15 0,18-16-9 16,-10 0-11-16,3-1-13 16,1-4 39-16,1 1 8 15,-1 3 15-15,-1 2 7 16,-1 8 5-16,0 3 1 15,-1 6 8-15,2 5 7 16,-2 8 46-16,-1 4 4 16,-1 4-14-16,-3 3-27 0,1 1-18 15,-4-3-9-15,1-5 0 16,1-4 3-16,-1-7-6 16,1-3 0-16,-3-5-39 15,0 0-27-15,14-16-62 16,-4 1 48-16,8-5-90 15,3 1-108-15,-1 2 123 16</inkml:trace>
  <inkml:trace contextRef="#ctx0" brushRef="#br1" timeOffset="-99354.96">18479 7749 243 0,'7'3'110'0,"0"4"189"16,0 1 32-16,-3 3-127 16,-2 2-59-16,-1-1-87 15,-1 0-25-15,-1-6-35 16,1-6-6-16,0 0-3 15,-12-2 1-15,3-8 10 0,0-3-2 16,-1-4-19-16,0 1-18 16,2-1-40-16,2 1-12 15,3 0 21-15,2 2 24 16,2-3 55-16,1 2 22 16,6 0 25-16,3 2 8 15,6 4-4-15,3 2-6 16,1 5-15-16,2 4-8 0,-3 8-10 15,-2 6-1-15,-6 9 1 16,-3 3-1-16,-3 5-3 16,-5 0-3-16,-1-2-11 15,0-2 1-15,0-9-4 16,0-3 2-16,1-9 0 16,1-2-2-16,-2-6 0 15,0 0 0-15,2-11-2 16,-1-1 2-16,1-6 2 15,2-3 6-15,1-4 0 16,1 0-3-16,5-1 3 16,2 0-4-16,5 5-2 15,3 3 1-15,1 8-3 16,-4 5 0-16,0 10 3 16,-6 8 0-16,-4 8-3 15,-4 4 0-15,-4 2 3 16,-3 1 3-16,2-4 3 0,0-3 0 15,2-7-3-15,0-6-3 16,-1-8 0-16,0 0 0 16,0 0 6-16,8-9 6 15,-4-6-3-15,-1-1 6 16,1-7-15-16,1 1 3 0,2-4 0 16,0 1-3-1,4 2-3-15,1 4-6 0,1 8 0 16,-1 7 0-16,-1 12 0 15,-2 8 0-15,-3 13-3 16,-2 2 6-16,1 1-51 16,1-6-10-16,5-9-205 15,3-7 174-15</inkml:trace>
  <inkml:trace contextRef="#ctx0" brushRef="#br1" timeOffset="-98990.39">19066 7664 1065 0,'-10'-8'100'0,"2"2"94"15,2 2-111-15,0 7-44 0,-1 3-10 16,-3 9-11-16,-3 5 1 16,3 3 32-16,1-1 0 15,5-5-7-15,4-3-2 16,6-7-21-16,3-2-3 15,6-7-15-15,1-3 0 16,4-5-3-16,-1-2 0 16,-1-2 3-16,0 0-3 15,-5 1 3-15,-3 0-3 0,-5 4 12 16,-1 2 12-16,-4 7 63 16,0 0 17-16,0 9 10 15,-4 7-13-15,4 13-53 16,2 4-15-16,4 4-29 15,3-3-4-15,7-8-115 16,2-6-76-16,4-13-191 16,2-6 252-16</inkml:trace>
  <inkml:trace contextRef="#ctx0" brushRef="#br1" timeOffset="-98472.27">17524 8229 1425 0,'9'-23'37'15,"2"5"-6"-15,3 10-41 16,-4 6 6-16,0 14 22 16,-1 8 18-16,-3 18 112 15,2 9 38-15,-10 16-16 16,-5 7-32-16,-7 5-73 16,-5 1-23-16,-1-2-36 15,-3-4-6-15,3-8-18 0,0-5-18 16,3-11-17-16,1-6-7 15,2-14-54-15,2-8-47 16,3-13-152-16,3-5 100 16,2-11 118-16</inkml:trace>
  <inkml:trace contextRef="#ctx0" brushRef="#br1" timeOffset="-98154.58">17356 8810 548 0,'-11'-48'145'0,"-2"1"161"15,1-3-190-15,1 0-33 0,1-1-9 16,3 1 1-16,3 8-1 15,0 6-6-15,5 12-7 16,3 8 62-16,2 9-46 16,2 7-14-16,2 14-30 15,-3 10-15-15,1 23 6 16,-1 9 6-16,-3 12 8 16,-2 7-2-16,-1 7-3 15,-1 6-15-15,2-3-12 16,2-9 12-16,5-16 63 15,3-14 47-15,3-18-2 16,0-9-15-16,1-16-57 16,3-7-28-16,3-20-18 15,4-13-3-15,8-22 25 0,2-11-11 16,8-13-7 0,-1-5-3-16,5 3-9 0,3 2-2 15,3 5-24-15,0 1-69 16,-8 7-118-16,-2 2-200 15,-4 10 188-15</inkml:trace>
  <inkml:trace contextRef="#ctx0" brushRef="#br1" timeOffset="-92728.81">22557 10202 921 0,'24'10'34'0</inkml:trace>
  <inkml:trace contextRef="#ctx0" brushRef="#br1" timeOffset="-53024.41">17392 9358 234 0,'0'6'9'0,"2"0"4"15,-1 0-9-15,1 3 21 16,0-1 25-16,-1 4 25 16,2 2 17-16,-1 4-1 15,2 3-32-15,-2 8-38 16,1 4-10-16,-2 8-8 16,0 4-1-16,-3 4 0 15,-2 1-2-15,-1 2-4 16,-1 0-10-16,-1 2-173 15,1 0 145-15</inkml:trace>
  <inkml:trace contextRef="#ctx0" brushRef="#br1" timeOffset="-51940.86">17492 10708 976 0,'-4'24'104'16,"0"1"127"-16,1 8-235 0,0 1-16 16,3-1-14-16,0 0-9 15,1-3-31-15,-1-3-29 16,-1-5-246-16,-2-7 208 16</inkml:trace>
  <inkml:trace contextRef="#ctx0" brushRef="#br1" timeOffset="-51625.15">17303 10803 1346 0,'3'10'5'15,"2"4"-10"-15,6 8-50 16,2 0 5-16,0 3 34 16,1-3 18-16,-2-2 12 15,0-4 7-15,-2-3 12 16,-1-2 0-16,4-7-10 16,3-1-5-16,1-7-12 15,1 0-4-15,0-1 1 16,-1-1-1-16,-2 4 2 0,0 2-2 15,3 0-2-15,-4 0-8 16,9 0-40-16,-3-1-88 16,5-7 80-16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01.0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723 788 19932,'-11'-6'155,"0"0"-1,0-1 1,1 0 0,0-1-1,0 0 1,1-1 0,-11-12-1,11 11-187,-1 0-1,0 1 1,-1-1 0,0 2-1,-16-10 1,23 16 34,-1 0 0,1 0 0,-1 1 0,1 0 0,-1 0 1,0 0-1,0 0 0,1 0 0,-1 1 0,0 0 0,0 0 0,1 1 0,-1-1 0,0 1 1,1 0-1,-1 0 0,0 0 0,1 1 0,-9 4 0,0 0 27,1 2-1,0-1 1,0 2 0,1-1-1,0 2 1,0-1 0,1 1-1,0 1 1,1 0 0,1 0-1,-1 1 1,2 0 0,0 1-1,0-1 1,-8 25 0,8-18-22,1 0 0,1 1 0,1-1 0,0 1 0,2 0 0,0 0-1,2 0 1,0 0 0,1 0 0,6 35 0,-4-40-4,1 0 0,1 0 0,0-1 0,1 1 0,0-1-1,1 0 1,1-1 0,0 0 0,1 0 0,0-1 0,1 0 0,1-1 0,14 13-1,-15-15 22,1-1 0,0-1 0,1 0 0,0 0 0,0-1 0,0-1 0,0 0-1,1-1 1,0 0 0,0-1 0,0 0 0,1-1 0,-1-1 0,0 0-1,22-1 1,-14-3 51,1 0-1,0-1 0,-1-1 0,0-2 0,0 0 1,0-1-1,-1 0 0,0-2 0,-1-1 1,0 0-1,-1-1 0,25-22 0,-17 11 33,0-1 0,-2-1-1,-1-1 1,-1-1 0,-2-1 0,0-1-1,18-38 1,-16 23-16,-3-2 1,-2 0-1,-1 0 0,17-91 1,-28 105-79,-1 1 1,-2-1-1,-1 0 0,-1 0 1,-2 0-1,-1 1 0,-1-1 1,-14-48-1,13 63-7,-1-1 0,-1 1 0,-1 0-1,0 0 1,-2 1 0,1 0 0,-2 1 0,0 0 0,-1 1 0,0 0 0,-1 1 0,-1 0-1,0 1 1,-27-18 0,17 16-1,-2 1-1,1 2 1,-2 0-1,1 2 1,-1 0-1,0 2 1,-1 1-1,-32-2 1,27 5-25,-1 2 0,1 1 1,-1 2-1,1 1 0,-1 2 0,-54 14 1,59-10-2,1 1 1,1 1 0,0 1-1,0 1 1,1 2 0,1 0-1,-40 33 1,47-32 17,1 0 0,1 0 0,1 2 0,0 0-1,2 1 1,0 0 0,0 1 0,2 0 0,1 1 0,-11 30 0,15-33 5,1 1 1,1-1-1,1 1 1,0 0 0,2 0-1,0 0 1,1 0-1,1 0 1,0 0-1,2-1 1,0 1 0,1 0-1,1-1 1,8 22-1,-7-27-12,0 1-1,1-1 1,0-1-1,1 1 1,0-1 0,1-1-1,0 0 1,1 0-1,0 0 1,1-2-1,0 1 1,0-1-1,1-1 1,1 0 0,-1-1-1,1 0 1,0-1-1,1 0 1,13 4-1,-7-6 1,0 0-1,0-1 0,0-1 1,0-1-1,0 0 0,0-2 1,0 0-1,0-1 1,36-9-1,-1-5-35,0-2 0,61-29 0,-46 14-949,115-73 0,-73 33-93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47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869 425 5841,'-4'0'169,"0"0"0,0 0 1,0-1-1,0 0 0,0 0 0,1 0 0,-1 0 0,0 0 0,1-1 0,-1 0 0,-6-3 0,2-2 137,-1 0 0,-13-15 0,15 14-201,-1 1 1,0 0 0,0 0 0,-10-6 0,6 7 157,0 0 1,0 0-1,-1 1 1,0 1-1,0 0 1,-25-4-1,-82 0 1669,87 7-1067,0-1 0,-43-8 1,77 13-361,7 7-416,11 8-101,-1-3 26,0 0-1,2-2 0,-1 0 0,2-2 0,-1 0 0,1-1 0,1-1 0,0-1 0,0-1 0,1-1 0,0 0 0,0-2 0,0-1 0,37 0 1,-52-3-17,0-1 0,-1 0 0,1 0 1,0 0-1,-1-1 0,1-1 0,-1 1 1,1-1-1,11-7 0,-17 9 19,1 0-1,-1-1 1,0 1 0,0-1-1,0 0 1,0 1-1,-1-1 1,1 0 0,0 0-1,-1 0 1,0-1 0,1 1-1,-1 0 1,0 0-1,0-1 1,0 1 0,0-1-1,-1 1 1,1-1 0,0 1-1,-1-1 1,0 1-1,0-1 1,0 0 0,0 1-1,0-1 1,0 1 0,-1-1-1,1 1 1,-1-1-1,0 1 1,-1-4 0,-1 1 36,1 0 1,-1 0 0,0 0 0,-1 0-1,1 1 1,-1-1 0,0 1 0,0 0-1,0 1 1,-1-1 0,0 1 0,1-1-1,-1 1 1,-9-4 0,0 1-14,0 0 1,-1 1-1,1 0 0,-22-3 1,-7 1 13,-1 3 0,0 1 0,0 2 0,0 2 0,0 2 0,0 2 0,1 2 0,0 2 0,0 2 0,1 1 0,0 3 0,-65 31 0,101-43 4,-29 18 245,33-20-269,0 1-1,0-1 1,0 0 0,1 1 0,-1 0 0,1-1 0,-1 1-1,1 0 1,0-1 0,-1 1 0,1 0 0,0 0 0,0 0-1,0 3 1,0-5-24,1 1 1,0 0-1,1-1 0,-1 1 1,0 0-1,0-1 0,0 1 0,0 0 1,1-1-1,-1 1 0,0 0 1,0-1-1,1 1 0,-1-1 0,1 1 1,-1 0-1,0-1 0,1 1 0,-1-1 1,1 1-1,-1-1 0,1 0 1,-1 1-1,1-1 0,0 0 0,-1 1 1,1-1-1,0 0 0,-1 1 0,1-1 1,-1 0-1,1 0 0,1 0 1,27 6 68,-25-6-56,243 13 326,-93-9-268,-80 1-62,-16 0 0,94-5 0,-145 0-11,1-1 1,-1-1-1,0 1 0,14-5 1,-20 5-6,1 1 1,-1-1 0,0 1-1,1-1 1,-1 0-1,0 1 1,0-1 0,0 0-1,0 0 1,0 0-1,1 0 1,-2 0-1,1 0 1,0 0 0,0 0-1,0 0 1,0 0-1,-1 0 1,1-1 0,0 1-1,-1 0 1,0-1-1,1 1 1,-1 0 0,1-1-1,-1 1 1,0 0-1,0-1 1,0 1 0,0-1-1,0-2 1,-2-2 3,-1-1 0,1 0-1,-1 1 1,0 0 0,0-1 0,-1 1 0,0 0 0,0 1 0,0-1 0,-1 1 0,0 0 0,0 0 0,0 0 0,-1 0 0,1 1 0,-12-6-1,-1-1 1,-1 1 0,0 1 0,-1 1 0,-27-8 0,17 8-1,-1 1-1,1 1 0,-1 2 0,-1 1 0,1 1 1,-32 3-1,47 0-3,1 1 1,0 1-1,0 0 1,0 1-1,0 1 1,-16 7-1,22-8 0,1 0 1,-1 1-1,1 1 0,0-1 0,1 1 1,-1 1-1,1-1 0,1 1 0,-1 0 1,-9 14-1,14-18 2,0 0 1,1 0 0,-1 0 0,0 0-1,1 0 1,0 0 0,0 1 0,0-1-1,0 1 1,0-1 0,1 0-1,-1 1 1,1-1 0,0 1 0,0 0-1,0-1 1,1 1 0,-1-1 0,1 0-1,1 4 1,-1-3 0,1 0 0,1 0-1,-1 0 1,0 0 0,1 0 0,0-1-1,0 1 1,0-1 0,0 0 0,1 0 0,-1 0-1,1-1 1,-1 1 0,1-1 0,5 2-1,13 7 4,1-2-1,0 0 0,0-2 0,1 0 0,0-2 0,35 3 0,-8-4 5,1-2 0,52-5 0,-79 1-4,0 0 0,0-2 0,28-8 0,-45 10-5,0-1 0,0 0 0,0 0 0,-1-1 0,1 1 0,-1-2 0,0 1 0,0-1 0,0 0 0,-1-1 0,0 1 0,0-1 0,7-9 0,-12 13-2,0 1 0,0-1 1,0 1-1,0-1 0,0 0 0,0 0 0,0 0 0,-1 1 0,1-1 0,-1 0 0,1 0 0,-1 0 0,0 0 0,0 0 0,1 0 0,-1 0 0,-1 0 0,1 0 0,0 0 0,0 0 0,-1 0 0,1 0 0,-1 0 0,0 1 0,1-1 0,-1 0 0,0 0 0,0 1 0,0-1 0,0 0 0,-1 1 0,1-1 0,0 1 0,-3-2 0,-2-3-1,0 1 1,-1 1 0,0-1 0,0 1 0,0 1-1,-15-6 1,-20-5-1,0 2 0,-1 3 0,0 1 0,-1 2 0,1 1 0,-71 4 0,61 5 1,49-3 0,0-1 0,1 1 0,-1 1 0,0-1 0,0 0 0,1 1 0,-1 0 0,1-1 0,-1 1 0,-5 5 0,8-6 0,1-1 0,-1 1 0,1-1 0,-1 1 0,1-1 0,-1 1 0,1 0 0,-1 0 0,1-1 0,-1 1-1,1 0 1,0-1 0,-1 1 0,1 0 0,0 0 0,0 0 0,0-1 0,0 1 0,0 0 0,-1 0-1,1 0 1,1-1 0,-1 1 0,0 0 0,0 1 0,1 0 0,0 0-1,0-1 1,0 1-1,0-1 1,0 1-1,0-1 1,0 1-1,0-1 1,1 0-1,-1 0 1,3 2-1,3 2-1,1 0 0,0-1 0,16 6 0,6 0 2,0-1 0,1-1 0,62 6 0,-35-9 0,76-5 0,-111-1 9,0-2-1,0 0 1,0-1-1,-1-1 1,35-13-1,-49 15-2,0-1-1,0 0 0,0-1 0,0 0 0,-1 0 0,0 0 1,11-11-1,-14 12-3,-1 0 0,0 0 1,0 0-1,0-1 0,0 1 0,-1-1 1,1 0-1,-1 0 0,-1 0 0,1 0 1,-1 0-1,1 0 0,0-10 1,-2 11-1,0 0 0,0 0 0,0 1 0,-1-1 0,1 0 0,-1 0 0,0 1 0,0-1 0,0 0 0,0 1 0,-1-1 0,0 1 0,0 0 0,-3-5 0,1 3 2,0 0 1,-1 0 0,1 0-1,-1 1 1,0 0 0,-1 0-1,-9-6 1,0 3 3,0 0-1,-1 1 1,1 0 0,-1 2-1,-30-6 1,16 6-11,0 2 0,1 1 0,-1 1 0,-43 6 0,50-3 1,0 1-1,0 2 1,0 0-1,1 1 1,-43 21 0,61-26 2,0 0 0,1 0 0,-1 0 0,1 1 0,-1 0 0,1-1 0,0 1 0,-3 5 0,5-8 0,1 1 0,-1 0 0,1 0 0,-1 0 0,1 0 0,-1-1 0,1 1 0,0 0 0,0 0 0,0 0 0,-1 0 0,1 0 0,0 0 0,0 0 0,0 0 0,0 0 0,0 0 0,1 0 0,-1-1 0,0 1 0,0 0 0,1 0 0,-1 0 0,0 0 0,1 0 0,-1 0 0,1-1 0,-1 1 0,1 0 0,-1 0 0,1-1 0,0 1 0,-1 0 0,1-1 0,0 1 0,0-1 0,-1 1 0,1-1 0,2 2 0,3 1 0,0 1 1,0-1-1,0-1 1,1 1-1,0-1 1,-1 0 0,14 2-1,53 2 9,-48-5-6,42 2 4,122-11 0,-151 3-5,0-1 0,-1-2 0,0-1 0,64-26 0,-91 31 0,-1-1 1,1 0 0,-1-1-1,0 0 1,12-10 0,-20 15-3,1 0 0,-1 0 1,1-1-1,-1 1 1,0 0-1,1-1 0,-1 1 1,0-1-1,0 1 1,0-1-1,0 0 0,0 1 1,-1-1-1,1 0 1,0 0-1,-1 0 0,1 1 1,-1-1-1,0 0 1,0 0-1,0 0 0,0 0 1,0 0-1,0 0 1,0 0-1,0 1 0,-1-1 1,1 0-1,-1 0 1,1 0-1,-1 1 0,0-1 1,0 0-1,0 0 1,0 1-1,0-1 0,0 1 1,0-1-1,-3-2 1,-3-1-1,1-1 1,-1 1-1,-1 1 1,1-1 0,-1 1-1,0 0 1,0 1-1,0 0 1,0 0 0,0 1-1,-1 0 1,-13-1 0,0 0 1,0 2 0,1 0 0,-44 5 0,29 2-2,1 1 1,0 3 0,0 0 0,2 2 0,-1 2 0,1 1-1,-48 31 1,69-39 0,0 1 0,1 1 1,0 0-1,-12 12 0,20-18-1,1 1 0,-1-1 1,1 0-1,0 1 0,0-1 1,0 1-1,0 0 0,-2 5 0,4-7 1,-1 0-1,1 0 0,0 0 0,0 0 0,0 0 0,0 0 0,0 0 0,0 0 0,0 0 0,1 0 0,-1 0 0,1 0 0,-1 0 0,1 0 0,0 0 0,0 0 0,1 3 1,1-2-2,0 1 1,0 0 0,1-1-1,-1 0 1,1 0 0,0 0-1,0 0 1,0 0 0,0-1-1,0 0 1,1 0 0,7 3-1,8 1 0,32 6 0,-46-11 1,36 7 4,55 3 1,-80-10-3,1-1 0,-1-1 0,1 0 0,-1-1 0,34-9 0,-49 11-1,0-1 0,0 1 0,1-1 0,-1 0 1,0 0-1,0 0 0,0 0 0,0-1 0,0 1 0,0 0 0,0-1 0,-1 1 0,1-1 0,0 0 0,-1 0 0,1 1 0,-1-1 0,0 0 0,2-4 1,-2 4 1,-1 0 1,0 0 0,0 0 0,0 1 0,0-1 0,0 0 0,0 0 0,-1 0 0,1 0 0,-1 0 0,1 0 0,-1 0 0,0 1 0,1-1 0,-1 0 0,0 1 0,0-1 0,0 0-1,-1 1 1,1-1 0,0 1 0,0 0 0,-3-3 0,-8-6 10,0 1-1,0-1 0,0 2 1,-1 0-1,-1 0 1,1 1-1,-1 1 1,0 1-1,-1 0 0,0 0 1,1 1-1,-30-3 1,26 5-15,-1 1 0,0 0 1,0 2-1,1 0 0,-1 1 0,1 0 1,-1 2-1,1 0 0,0 2 1,-19 7-1,31-11 2,1 1 0,0 0 0,0 0 0,0 0 0,0 0-1,1 1 1,-1 0 0,-6 8 0,9-11-1,1 0 1,0 1-1,1-1 0,-1 1 0,0-1 0,0 1 1,1-1-1,-1 1 0,0 0 0,1-1 0,0 1 0,-1 0 1,1-1-1,0 1 0,0 0 0,0-1 0,0 1 1,0 0-1,0-1 0,1 1 0,-1 0 0,1-1 1,-1 1-1,1 0 0,-1-1 0,1 1 0,0-1 0,0 1 1,0-1-1,0 0 0,0 1 0,0-1 0,2 2 1,1 2-1,1-1 0,0 0 0,0 0 0,0 0 1,1-1-1,-1 1 0,1-1 0,0-1 1,8 4-1,8 1 2,30 5 0,-44-11-2,31 7 1,1-3-1,45 2 1,-66-7-1,1 0-1,-1-2 1,0 0 0,0-1 0,0-1 0,29-9-1,-42 11 1,0-1-1,0 0 1,-1 0-1,1 0 0,-1 0 1,1-1-1,-1 0 1,0-1-1,-1 1 1,6-7-1,-8 9 1,-1 0 1,0 0-1,1 0 1,-1 0-1,0 0 0,0-1 1,0 1-1,0 0 1,-1-1-1,1 1 0,-1-1 1,1 1-1,-1-1 0,0 1 1,0-1-1,0 1 1,0-1-1,0 1 0,-1-1 1,1 1-1,-1 0 1,1-1-1,-1 1 0,0 0 1,0-1-1,0 1 0,-1 0 1,1 0-1,-2-3 1,-2-1 2,0 1 0,0-1 0,-1 1 0,1 0 0,-1 0 0,0 1 0,-1 0 0,1 0 0,-1 0 0,1 1 0,-1 0 0,0 0 0,0 1 0,-1 0 0,-11-2 0,3 1 0,-1 1 0,1 1 0,-1 1 0,1 0 0,0 1 0,-22 4 0,12 1-2,0 1 0,0 1-1,1 1 1,0 1 0,1 2 0,0 0 0,1 2-1,0 0 1,-38 33 0,56-42 0,0-1 0,1 1 0,-1 0 1,1 0-1,0 1 0,0-1 0,-5 12 0,8-15-1,0 1 1,0 0-1,0 0 0,0 0 1,1 0-1,-1 0 0,1 0 1,0 0-1,0 0 0,0 0 1,0 0-1,1 0 0,-1 0 1,1-1-1,0 1 0,-1 0 1,1 0-1,1 0 0,-1-1 1,2 5-1,3 1 2,-1-1 0,2 1-1,-1-1 1,1 0 0,0-1 0,0 0 0,1 0 0,0 0-1,0-1 1,0 0 0,12 4 0,2 1 5,1 0 0,1-2 0,32 6 1,-30-8 6,1-2 1,0 0 0,0-2-1,30-2 1,-43-1 1,-1 0 1,1-1 0,-1 0-1,0-1 1,0-1 0,0 0-1,0 0 1,0-2-1,-1 1 1,14-10 0,-21 12 0,0 0 1,-1-1 0,1 1 0,-1-1 0,0 0-1,0 0 1,-1-1 0,1 1 0,-1-1-1,0 0 1,0 0 0,-1 0 0,1 0 0,-1 0-1,2-8 1,-3 9 0,0-1 0,-1 0 0,0 1 0,0-1 0,0 0 0,0 0 0,-1 1 0,0-1 0,1 0 0,-2 1 0,1-1 0,-1 1 0,1-1 0,-1 1 0,0 0 0,-1-1 0,1 1 0,-5-5 0,0 1-9,0-1 0,0 1 0,-1 1 0,0-1 0,-1 2 0,1-1 0,-1 1-1,-1 0 1,-11-5 0,5 4 9,0 1 0,0 1 1,0 0-1,-1 1 0,-21-2 0,-7 3 15,0 1 0,0 3 0,-68 10 0,-36 12-33,127-18 0,1 0 0,0 2 1,1 0-1,-37 19 0,56-26 0,-1 1 1,1 0-1,0-1 0,0 1 0,0 0 0,-1 0 0,1 0 0,0 0 1,0 0-1,0 0 0,0 0 0,0 0 0,1 0 0,-1 0 0,0 0 1,0 1-1,1-1 0,-1 0 0,0 2 0,1-3 0,0 1-1,0-1 1,0 1-1,1-1 1,-1 1 0,0-1-1,0 0 1,0 1-1,1-1 1,-1 0-1,0 1 1,0-1 0,1 0-1,-1 1 1,0-1-1,1 0 1,-1 1-1,0-1 1,1 0 0,-1 0-1,0 1 1,1-1-1,0 0 1,21 5-29,22-3-143,0-2-1,51-6 0,91-20-1284,-60 4-1446,-1-3 614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04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23 10082,'-1'-18'2700,"1"18"-2602,0-1 0,0 1 0,0 0 0,0 0-1,0 0 1,0-1 0,1 1 0,-1 0 0,0 0 0,0 0 0,0 0 0,0-1 0,0 1 0,1 0-1,-1 0 1,0 0 0,0 0 0,0 0 0,0 0 0,1-1 0,-1 1 0,0 0 0,0 0 0,0 0 0,1 0-1,-1 0 1,0 0 0,0 0 0,0 0 0,1 0 0,-1 0 0,0 0 0,0 0 0,0 0 0,1 0-1,-1 0 1,0 0 0,2 1 72,0 0 0,-1 0 0,1 0 1,-1 0-1,0 0 0,1 1 0,-1-1 0,0 0 0,0 1 0,1-1 0,-1 0 0,1 4 0,1 2-40,0-1-1,0 1 1,-1 0-1,0-1 0,-1 1 1,2 10-1,1 3 46,59 404 417,-41-142-3337,-18-186 1451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31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9914,'50'25'1088,"13"-3"3441,30 1-3520,9-4-337,28-2-56,4-2 32,27-1-272,11 0-88,-13-4-168,-7-1-48,-23-4-112,-6-5-80,-9-5-912,-8-7-5442,-42-12 5418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32.0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55 363 12347,'-8'0'206,"1"0"-129,1-1-1,-1 1 0,1-1 0,-9-2 1,15 2-71,-1 1 0,1 0-1,0 0 1,-1 0 0,1-1 0,0 1 0,-1 0 0,1-1 0,0 1-1,-1 0 1,1-1 0,0 1 0,0 0 0,-1-1 0,1 1 0,0-1-1,0 1 1,0 0 0,0-1 0,-1 1 0,1-1 0,0 1 0,0-1 0,0 1-1,0 0 1,0-1 0,0 1 0,0-1 0,0 1 0,0-1 0,0 1-1,1 0 1,-1-1 0,0 1 0,0-1 0,0 1 0,0 0 0,1-1-1,-1 1 1,0-1 0,0 1 0,1 0 0,-1-1 0,0 1 0,1 0 0,-1 0-1,1-1 1,18-18 85,-16 16-76,30-25 230,2 1 0,0 1 0,2 2 0,1 1 1,1 3-1,1 1 0,68-23 0,-21 16-34,2 3 0,152-18-1,-120 29-127,0 5 0,204 16 0,-154 9-1062,220 53 0,-199-25 176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19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730 238 3985,'-1'-11'1048,"1"8"-758,0 1 1,-1 0-1,1-1 1,-1 1 0,0-1-1,1 1 1,-1 0-1,0 0 1,0 0-1,0-1 1,-1 1-1,1 0 1,-1 0 0,1 1-1,-1-1 1,1 0-1,-1 0 1,0 1-1,0-1 1,0 1 0,-2-2-1,-9-7-177,-30-27 242,9 0-325,22 23-20,-1 1 0,0 0-1,-23-17 1,31 26-6,-1 1 0,1 0 0,0 0 0,-1 1 0,0-1 0,0 1 0,0 0 0,0 1 0,0 0 0,0-1-1,0 2 1,0-1 0,0 1 0,0 0 0,-8 1 0,1 2 3,1 0 0,0 0 0,0 1 0,0 1 0,1 0 0,-1 1 1,1 0-1,1 1 0,-1 0 0,-17 16 0,-7 9 24,-46 54 0,71-75-15,-18 21 193,0 1 0,-34 56 0,55-77-110,0 0 0,1 1 0,1-1 1,0 1-1,1 0 0,0 1 1,1-1-1,0 1 0,2 0 0,-1 0 1,2 26-1,2-22-33,1 0 0,0 0 0,1-1 0,1 1 0,1-1 0,0-1 0,2 1 0,-1-1 0,2 0 0,0-1 0,1 0 0,1 0 0,0-1 0,1-1 0,0 0 0,1 0 0,1-1 0,24 17 0,-25-21 25,1 1-1,0-1 1,0-1 0,1-1-1,0 0 1,0-1-1,0 0 1,1-1 0,-1-1-1,1-1 1,0 0-1,0-1 1,0-1 0,0 0-1,0-1 1,0-1-1,0 0 1,-1-1 0,1-1-1,-1 0 1,19-9-1,-10 1 102,-1 0-1,0-2 1,-1 0-1,-1-2 1,32-29-1,85-102 977,-112 117-945,-1-2 1,23-36-1,-42 58-204,0-1-1,-1 1 1,0-1-1,0 0 1,-1-1-1,-1 1 1,0-1-1,0 0 1,-1 1-1,-1-1 1,1-19-1,-3 24-10,-1 1 0,1-1 0,-1 0 1,0 1-1,0 0 0,-1-1 0,0 1 0,0 0 0,-1 0 0,1 0 1,-1 1-1,0-1 0,-1 1 0,1 0 0,-1 0 0,0 1 1,-11-9-1,-5-1 9,-1 0 0,0 2 1,-33-14-1,-2 1-119,-105-30-1,134 48-36,0 1-1,-1 1 0,1 1 0,-1 2 1,0 1-1,-30 3 0,47-1-8,0 1 0,1 0 0,0 1 0,-1 0 0,1 1 0,0 0 0,1 1-1,-1 0 1,1 1 0,-18 13 0,18-11-879,0 0 0,1 1 0,0 1 0,1 0 0,-14 19 0,-13 27-988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21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356 228 10522,'-16'1'494,"1"1"0,-1-2 0,0 0 0,0-1-1,0 0 1,0-2 0,1 1 0,-1-2 0,-19-7 0,29 9-461,0 0 0,-1 0 0,1 0 0,-1 1 0,1 0 1,-1 0-1,0 1 0,1 0 0,-1 0 0,0 1 0,1-1 1,-8 3-1,10-2-21,0 1 0,0-1 0,0 1 0,1 0 0,-1 0 0,1 1 0,-1-1 0,1 1 0,0 0 0,-1-1 0,2 1 0,-1 1 0,0-1 0,0 0 0,1 1-1,0-1 1,0 1 0,0 0 0,-2 7 0,-2 5-5,1 0 0,1 1 0,1 0 0,0 0-1,2 0 1,-1 1 0,2-1 0,1 0-1,0 0 1,1 0 0,0 0 0,2 0-1,5 18 1,0-7-19,2 0-1,0-2 1,1 1 0,2-1-1,1-1 1,35 46-1,-44-63 53,1 0 0,0 0-1,0-1 1,1 0 0,0 0-1,1-1 1,-1 0 0,16 7-1,-20-11 23,0 0-1,1-1 0,-1 1 0,1-1 0,0 0 0,-1-1 0,1 1 0,0-1 1,0 0-1,-1 0 0,1 0 0,0-1 0,-1 0 0,1 0 0,0 0 0,-1 0 1,1-1-1,-1 0 0,0 0 0,1 0 0,5-4 0,2-2 34,0-1 0,0 0 0,-1 0 0,0-1-1,-1-1 1,0 0 0,-1 0 0,8-13 0,-5 4-25,-1 1 0,-1-1 0,-1 0 0,12-38 0,-10 15-10,-2-1-1,-2 0 1,-2-1-1,-1-78 1,-4 96-35,-2-1-1,-8-44 1,8 61-25,-1 1 0,0 0 0,0 0 0,-1 1 0,0-1 0,-1 1-1,0-1 1,-1 2 0,1-1 0,-9-9 0,11 15-26,0 1 0,1-1 0,-2 0 0,1 1 0,0 0 0,0-1 0,-1 1-1,1 0 1,-1 1 0,0-1 0,1 1 0,-1-1 0,0 1 0,0 1 0,0-1 0,0 0 0,0 1 0,0 0-1,0 0 1,0 0 0,0 0 0,0 1 0,0-1 0,1 1 0,-1 0 0,0 0 0,0 1 0,0-1 0,1 1 0,-7 3-1,-3 3-158,0 1-1,1 0 1,0 0-1,1 1 0,0 1 1,1 0-1,-10 12 0,-7 13-626,2 0 0,2 2 0,2 0 0,1 2-1,1 0 1,-17 59 0,22-32-151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24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402 842 10442,'12'0'358,"0"0"0,0 0 0,1-1 0,-1-1 0,0 0 0,0 0-1,0-1 1,19-8 0,-16 4 156,0-1 0,-1 0 0,0-1 0,-1 0 1,25-23-1,-12 6-290,-1 0 1,-1-1-1,-2-1 1,-1-2 0,-1 0-1,-1-1 1,-2-1 0,-1 0-1,-2-1 1,-1-1-1,-2 0 1,-1-1 0,9-60-1,-18 84-197,0 0-1,-1 1 1,0-1-1,-1 0 1,0 0-1,-4-13 1,4 17-16,-1 1 0,-1 0 0,1 0 0,-1 0 0,0 1 0,0-1 0,-1 0 0,1 1 0,-1 0 0,-1 0 0,-8-9 0,0 5 2,1 0 0,-2 1 1,1 0-1,-1 1 0,0 0 1,0 1-1,-1 1 0,-23-6 0,11 5-11,0 1-1,-1 1 0,-54 1 0,60 4-86,-1 2 0,1 0 0,-1 2 1,1 0-1,1 2 0,-1 0 1,1 1-1,0 2 0,1 0 0,0 1 1,1 0-1,0 2 0,0 1 0,-23 23 1,21-18-434,2 1 0,1 0 0,0 2 0,2 0 0,1 1 0,0 0 0,2 2 1,0-1-1,2 2 0,1-1 0,-10 39 0,17-48 0,0-1 1,2 1-1,-1 17 0,4 40-545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05.3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511 752 17948,'-25'-17'1086,"1"0"1,1-2 0,-30-30-1,47 43-1048,-1 1-1,0-1 1,1 1 0,-16-8-1,20 12-28,0 0 0,-1 0-1,1 0 1,-1 0 0,1 0-1,-1 0 1,0 1 0,1-1-1,-1 1 1,0 0 0,1 0 0,-1 0-1,0 0 1,1 0 0,-1 0-1,0 1 1,1 0 0,-1-1-1,1 1 1,-3 1 0,1 1 1,0-1 0,0 1 0,0 0 0,1 0 0,-1 0 0,1 1 0,0-1 0,0 1 0,0 0 1,1 0-1,-1 0 0,-3 7 0,0 4 21,1 0 0,-6 22 0,2 1 12,2 0-1,2 0 1,2 0-1,1 1 1,4 50 0,2-43-7,2 0 0,2 0 0,3-1 0,15 46 0,-17-67-20,0-1 1,2-1-1,0 1 1,1-2-1,2 0 0,0 0 1,1-1-1,33 33 1,-39-45-8,0 0 0,1-1 1,1 1-1,-1-2 0,1 0 1,0 0-1,0-1 0,18 6 0,-19-8 6,-1-1 1,1 0-1,0-1 0,0 0 0,0-1 0,0 0 0,-1 0 0,1-1 0,0-1 0,0 1 0,17-7 0,-14 3 31,0 0-1,-1-2 1,0 1 0,1-2-1,-2 0 1,1 0 0,-1-1-1,-1 0 1,0-1 0,0 0-1,14-19 1,-3 0 82,-2-1 0,-1 0 0,23-52 0,-21 33-63,-2-1 0,-2-1 0,-3 0 1,-2-1-1,-2 0 0,-2-1 0,0-103 0,-9 111-66,-1-1 1,-3 1-1,-1-1 0,-2 2 1,-2-1-1,-3 2 1,-1-1-1,-2 2 1,-35-64-1,39 84-46,-1 0 0,-2 1 0,0 1-1,-1 0 1,-1 1 0,0 1 0,-2 1 0,0 1 0,-27-17-1,32 24 3,1 1 0,-2 0-1,1 2 1,-1-1 0,0 2-1,0 0 1,0 1-1,-1 1 1,0 1 0,0 0-1,1 1 1,-1 0 0,0 2-1,0 0 1,-18 4-1,14 0 32,1 1-1,0 0 1,0 2-1,0 1 0,1 0 1,1 1-1,0 1 1,0 1-1,1 0 0,0 2 1,1 0-1,1 0 1,0 2-1,1 0 0,1 0 1,-16 27-1,20-28 23,0 0-1,2 1 1,-1 1-1,2-1 1,0 1-1,1 0 1,1 0-1,-4 32 1,7-34-5,1-1 0,0 0 0,1 0 0,1 0 1,0 0-1,1 0 0,0 0 0,1 0 0,1-1 0,0 0 1,12 23-1,-7-21-1,0 1 0,0-1 1,1-1-1,1 0 0,1-1 0,0 0 1,0-1-1,1 0 0,1-1 0,0-1 1,0 0-1,1-1 0,0-1 0,34 12 1,-24-12-32,0-1 0,1-2 0,-1-1 1,1 0-1,0-3 0,0 0 1,0-1-1,0-2 0,42-7 0,-23-1-284,0-2 0,81-33 0,-21-2-1861,-6-4-3280,-15 2 2138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05.8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132 184 8138,'2'-2'730,"15"-14"862,-12 3 6333,-11 16-5883,2 1-1971,0 0 1,0 0-1,0 1 1,1-1-1,0 1 0,0-1 1,0 1-1,1 0 0,-1 0 1,1 0-1,0 1 1,1-1-1,-1 0 0,1 1 1,0-1-1,0 9 0,-1 10 21,1 0 0,4 40-1,-1-43-60,1 0 0,1 0 0,9 30 0,-11-45-27,1 1 1,-1-1 0,1 0 0,1 0 0,-1-1 0,8 11 0,-8-14-3,-1 0 1,0 0-1,0 0 0,1 0 1,-1 0-1,1 0 1,-1-1-1,1 1 1,0-1-1,-1 0 0,1 0 1,0 0-1,0 0 1,0 0-1,5 0 0,-4-1 5,0 0 0,0-1-1,0 1 1,0-1 0,0 0-1,0 0 1,-1 0 0,1-1-1,0 1 1,-1-1 0,1 0-1,-1 0 1,0 0-1,1 0 1,-1-1 0,0 1-1,0-1 1,-1 0 0,1 0-1,-1 0 1,5-6 0,3-6 18,-1-1 1,-1 0 0,10-23 0,-9 16-11,-1 0 0,-1-1 0,-1 1 1,-1-1-1,3-45 0,-7 57-8,-1 1-1,0-1 1,-1 1-1,0-1 1,0 1-1,-2 0 1,1 0-1,-2-1 1,1 1-1,-1 1 1,-1-1 0,0 1-1,0 0 1,-11-14-1,13 19-5,-1 1 0,0 0 0,-1 0 0,1 0 0,-1 0 0,1 0 0,-1 1 0,0 0 0,0 0 0,-1 0 0,1 1 0,-1 0 0,1 0 0,-1 0 0,0 1 0,0-1 0,1 1 0,-1 1 0,0-1 0,0 1 0,0 0 0,0 1 0,-10 1 0,1 1-376,0 2-1,0-1 1,0 2 0,0 0 0,1 1 0,0 0-1,-23 17 1,-10 9-1081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56.2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902 217 8794,'-10'9'89,"-1"1"0,-1-2 0,0 0 0,0 0 0,0-1 0,-1 0-1,0-1 1,0 0 0,0-2 0,-1 1 0,0-1 0,-19 2 0,-21-1 915,32-3-285,1 0 1,0 2-1,-1 0 1,-35 12-1,13 5-295,0 2-1,2 1 0,-68 52 1,109-75-422,-26 19 9,1 1-1,1 2 0,0 0 1,2 1-1,1 2 0,1 0 1,-32 54-1,44-64 2,1 0 1,0 0-1,1 0 0,1 1 1,1 0-1,0 0 0,2 1 1,0-1-1,0 1 0,2 0 1,0 0-1,1-1 0,1 1 1,0 0-1,2 0 0,6 24 1,-4-25-4,1 1 1,0-2 0,2 1-1,0-1 1,0 0 0,2-1-1,0 0 1,0 0 0,2-1-1,0-1 1,0 0 0,1-1-1,1 0 1,0 0 0,0-2 0,1 0-1,1 0 1,25 10 0,-13-9 101,1-2 0,1-1 0,-1-1 0,1-1 0,1-2 0,-1-1 0,1-1 0,58-5 0,-52-1 90,1-2 0,-1-2 0,-1 0 0,1-3 1,-2-1-1,69-33 0,-42 10-93,-2-2-1,-2-2 1,-1-3 0,-2-3 0,-2-2 0,-2-2-1,-2-2 1,-3-3 0,-2-1 0,-3-2 0,62-113-1,-90 145-94,-2-1 0,0-1-1,-2 0 1,-1 0 0,-1-1-1,-1 0 1,3-53 0,-8 68-9,-1 0 0,-1 0 0,0 1 0,0-1 0,-1 0 0,-1 1 0,0-1 0,-1 1 0,-1 0 0,1 0 0,-2 0 1,0 1-1,0 0 0,-1 0 0,0 0 0,-1 1 0,0 0 0,-1 1 0,-16-15 0,13 15-5,0 1-1,0 1 1,-1 0 0,0 0 0,0 2-1,-1-1 1,1 2 0,-1 0-1,-1 0 1,1 1 0,0 1 0,-18-1-1,0 3-10,-1 0 0,1 2-1,0 2 1,-46 10-1,12 3-27,0 3-1,1 3 1,2 3-1,-101 56 1,-220 165-711,362-231 772,-146 111-7080,105-67 4852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58.1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25 618 5129,'-15'15'1206,"7"-9"-773,7-5-208,11-14-42,-1 2 99,1 1-1,0-1 0,1 2 1,0 0-1,0 0 1,15-8-1,47-21 1018,77-29-1,83-20 271,-132 51-742,-39 13-248,1 3 1,1 3-1,0 3 0,96-9 1,0 12-412,184-18-60,-203 5-38,198-59 0,-134 29-87,-158 45 21,1 2 1,67-2-1,185 21-1959,-269-13-1461,-28 1 1897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00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4449 1491 7042,'-12'-3'3227,"-15"-8"-1420,1-2 0,1 0 0,-26-20 0,25 15-1415,0 1 1,-1 1-1,-57-24 1,70 34-306,0 0 0,0-1 0,0 0 0,1-1 0,0-1 0,1 0 0,0 0 0,0-1 0,1-1 0,0 0 0,1 0 0,1-1 0,0-1 0,0 1 0,-10-22 0,-8-18-19,-41-68 65,56 102-7,0 1-1,-1 0 0,-1 1 1,-25-22-1,-36-20 543,-118-71-1,72 52-527,118 75-137,-49-33 176,-67-33 0,100 59-121,0 1-1,-1 1 1,0 0 0,0 1 0,0 2-1,-1 0 1,-32-2 0,20 7-43,0 0-1,-32 7 1,-13 1-12,67-8-1,1-1 1,0-1 0,0 0-1,0 0 1,0-1-1,0 0 1,1 0 0,-1-2-1,-12-4 1,-5-6 17,-45-29 1,-15-8-3,79 47-22,0 0 0,1 0 1,-1-1-1,1 0 0,0 0 0,0-1 0,1 0 0,0 0 0,0 0 1,0-1-1,1 0 0,0 0 0,0 0 0,0-1 0,1 0 1,-6-15-1,8 18-13,2 2 11,-2 0 0,1 0-1,0 0 1,0 0 0,-1 0 0,0 0 0,0 0-1,0 0 1,-3-3 0,4 6 4,0-1-2,1 0 1,-1 0-1,0 0 1,0 0 0,1 0-1,-1 0 1,0 0-1,1 0 1,-1 0-1,1 0 1,-1 0 0,1 0-1,0 0 1,0 0-1,-1-1 1,1 1-1,0-1 1,-13-41 3,10 33 0,2 5 0,2-8 0,-3-27-1,3 38 3,-1 0 1,0-1 0,0 1 0,0 0-1,-1-1 1,1 1 0,0 0-1,-1-1 1,0 1 0,0 0 0,1 0-1,-1 0 1,0 0 0,-1 0-1,1 0 1,0 0 0,-1 0-1,1 0 1,-1 0 0,1 1 0,-1-1-1,0 0 1,0 1 0,1 0-1,-1-1 1,0 1 0,-1 0 0,1 0-1,-3-1 1,5 2-6,-1 0 0,1 0 0,-1 0 0,1 0 0,0 0-1,-1 0 1,1 0 0,-1 0 0,1 0 0,0 0 0,-1 0 0,1 1 0,0-1 0,-1 0 0,1 0-1,0 0 1,-1 1 0,1-1 0,0 0 0,0 0 0,-1 1 0,1-1 0,0 0 0,0 1 0,-1-1-1,1 0 1,0 1 0,0-1 0,0 0 0,0 1 0,-1-1 0,1 0 0,0 1 0,0-1 0,0 1-1,0-1 1,0 0 0,0 1 0,0-1 0,0 0 0,0 1 0,0-1 0,0 1 0,0 0-8,0 0 0,0 0 0,0 0 0,0 0 0,-1 0 0,1 0 0,0 0 0,-1 0 0,1 0 0,-1 0 0,1 0 0,-1-1 0,0 1 0,1 0 0,-2 1 0,-4 1 4,0 0 0,0 1-1,0 0 1,1 0 0,-9 8 0,3-3-2,-43 35-198,39-31 194,9-9-10,-3 1-14,0-6 28,-42 4-67,48-2 69,1-1 1,-1-1-1,0 1 1,0 0 0,1-1-1,-1 1 1,0-1 0,-4-2-1,4 2 1,0 0 0,-1 0-1,1 1 1,0-1-1,-1 0 1,1 1 0,0 0-1,-6 0 1,-111 11-89,85-7 31,0 0-1,-57-3 1,42-4 57,-1 2 0,1 3 1,-84 12-1,-47 19-4,41-5-12,-212 14 0,231-40 24,-43 2 3,129-1-3,0 1 0,-58 16 0,56-7-14,1 1 1,-62 34 0,47-22 3,46-23 7,0-1 0,-1 0 0,1 0 0,-1 0 0,0-1 0,1 0 0,-1 0 0,0 0 0,-7-1 0,11 0-1,-1 0-1,0 0 1,0-1 0,1 1-1,-1-1 1,1 0 0,-1 1-1,0-1 1,1 0-1,0-1 1,-1 1 0,1 0-1,0-1 1,-1 1-1,1-1 1,0 0 0,0 0-1,0 0 1,1 0-1,-1 0 1,-2-4 0,3 5-3,1 1 1,0-1-1,-1 0 0,1 1 1,0-1-1,0 0 0,0 0 1,-1 0-1,1 1 1,0-1-1,0 0 0,0 0 1,0 0-1,0 1 1,0-1-1,1 0 0,-1 0 1,0 0-1,0 1 0,0-1 1,1 0-1,-1 0 1,1 1-1,-1-1 0,0 0 1,1 1-1,-1-1 1,1 0-1,-1 1 0,1-1 1,0 1-1,-1-1 0,1 1 1,0-1-1,-1 1 1,2-1-1,30-14-100,-28 13 98,57-19-88,1 3 0,0 3-1,1 3 1,0 2-1,99-3 1,325 27-404,-335-5 473,305 7-971,-153-17-2999,-205-3 2781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07.2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371 1 16083,'-21'0'1963,"8"-1"-1392,1 1 0,-19 3 1,27-2-551,-1 0-1,1 0 1,0 0 0,0 1 0,0-1 0,0 1 0,0 0 0,0 0 0,0 1 0,-6 4 0,3 0 166,0 0 1,0 0 0,1 0 0,0 1-1,0 0 1,1 0 0,0 0 0,0 1-1,-4 11 1,8-17-159,0 0 0,0-1 0,0 1 0,0 0 0,1 0 0,0 0 0,-1 0 0,1 0 0,0 0 0,0 0 0,0 0 0,1 0 0,-1 0 0,1 0 0,0 0 0,0 0 0,0 0 0,0 0 0,0-1 0,0 1 0,1 0 0,0-1 0,-1 1 0,1-1 0,0 0 0,0 1 0,0-1 0,0 0 0,1 0 0,-1 0 0,1-1 0,-1 1 0,6 2 0,0 0 3,1 0 0,0 0 0,0-1 0,0-1 0,0 1 0,0-1 0,1-1 0,14 1 0,-7-2 37,-1-1 1,0 0-1,0-1 1,23-6-1,0-4 192,0-1-1,-1-2 0,39-23 0,-60 30-126,0-1 0,-1-1 0,0-1 0,24-21 0,-63 56-182,2 1 0,1 1 0,1 1 0,2 1 0,0 0 1,-21 52-1,28-56-95,1 0 1,1 0 0,2 1-1,0 0 1,2 1-1,0-1 1,2 1-1,1 0 1,3 42 0,2-43 47,1-1 0,1 0 0,13 34 0,-16-51 90,-1 0 1,0 0-1,0 0 1,0 0 0,-1 1-1,0-1 1,0 0-1,-1 10 1,-1-13 17,1 1 1,-1-1-1,0 0 1,-1 1-1,1-1 1,-1 0-1,1 0 1,-1 0-1,0 0 1,-1 0-1,1 0 1,-1 0-1,0-1 1,-3 4-1,-9 7 158,0 0 0,-1-1 0,-1-1 0,1-1 0,-2 0 0,0-2-1,-18 9 1,13-9-21,-1 0-1,1-2 1,-1-1 0,-1 0-1,-33 2 1,49-7-176,-1-1 0,1 0 0,-1 0 0,0-1 0,1 0 0,-1-1 1,1 0-1,0-1 0,0 1 0,-17-9 0,21 8-72,0 0 0,0 0 1,0-1-1,0 0 0,0 0 0,1 0 0,-1-1 1,1 1-1,0-1 0,1 0 0,-1 0 0,1-1 0,0 1 1,0-1-1,1 1 0,-1-1 0,1 0 0,-1-7 1,0-1-225,1 0 0,1 0 1,0 0-1,1-1 0,0 1 1,2 0-1,-1-1 0,2 1 1,3-14-1,29-64-813,-35 92 1131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07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419 0 18636,'-141'127'3317,"119"-103"-2870,1 1 0,1 0 0,-32 53 0,28-32-236,2 2 0,2 0 0,2 2 0,-14 63-1,17-42-147,2 1-1,-4 109 1,15-139-37,2-1 1,2 0-1,2 0 1,17 81 0,-17-107-50,1 0 0,1 0 1,0 0-1,1-1 1,1 0-1,16 24 1,-17-30-46,1 1 1,-1-1 0,1-1-1,1 1 1,-1-2-1,1 1 1,1-1-1,-1 0 1,1-1-1,18 8 1,-14-9-130,0 0 1,0-1-1,0-1 1,0 0-1,0 0 1,0-2-1,0 0 1,0 0-1,1-2 0,-1 0 1,0 0-1,0-1 1,-1-1-1,1 0 1,19-9-1,52-29-734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08.7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383 320 9170,'-3'-1'379,"-10"0"8908,5 1-9655,3 0 380,1 0 0,0 0 0,-1 0 0,1 1 0,-1 0 0,1 0 0,0 0 0,0 0 0,-1 1 1,1-1-1,0 1 0,0 0 0,1 1 0,-1-1 0,0 0 0,1 1 0,-1 0 0,1 0 0,0 0 0,0 0 0,0 1 0,-3 4 0,-6 12 84,1 0-1,1 1 1,1 0-1,0 1 1,2 0-1,0 0 1,2 1-1,0-1 0,2 1 1,0 0-1,2 0 1,0 1-1,2-1 1,0 0-1,2 0 1,0 0-1,2 0 1,11 34-1,-13-49-33,0 0 0,1 0 0,0 0 0,1-1 0,0 1 0,0-1 0,0 0 0,1 0 0,0-1 0,1 0 0,-1 0 0,1 0 0,9 5 0,-10-7-29,0-1 1,1 0 0,0 0-1,0 0 1,0-1-1,0 0 1,0 0 0,0-1-1,1 0 1,-1 0-1,0-1 1,1 0 0,-1 0-1,0-1 1,1 1-1,10-4 1,-3-1-14,0 0 1,0-1-1,0-1 0,-1 0 0,0-1 1,0-1-1,-1 0 0,20-18 0,2-6-6,51-60-1,-57 59-28,-1-1 0,-2-2 0,-1 0 0,-2-2 0,18-42 0,-34 64 27,-1 1 1,-1-1-1,-1 0 1,0-1-1,-1 1 1,0-30-1,-3 33 33,-1 1 1,0-1-1,-1 1 1,0 0-1,-2-1 1,1 1-1,-2 1 0,1-1 1,-12-21-1,9 22 3,0 0-1,0 1 0,-1 0 1,-1 0-1,1 1 1,-2 0-1,1 1 1,-2 0-1,1 0 1,-1 1-1,0 0 0,-1 1 1,0 0-1,0 1 1,0 1-1,-1 0 1,0 0-1,0 1 0,0 1 1,0 0-1,0 1 1,-1 0-1,0 1 1,1 1-1,-1 0 0,1 1 1,-1 0-1,1 1 1,-16 4-1,4 2 3,0 1 0,0 1 0,1 1 0,1 1 0,0 2 0,-40 28 0,26-12 86,2 1 1,-62 69 0,78-77-92,1 0 0,1 0-1,1 2 1,-13 27 0,24-44-43,2 0 0,-1 1 0,1 0 0,0-1 1,1 1-1,0 0 0,0 0 0,1 1 0,0-1 0,1 0 1,0 0-1,0 0 0,1 1 0,0-1 0,1 0 0,4 14 0,-4-17-8,1 0-1,0-1 0,0 1 0,0-1 0,1 1 1,0-1-1,0 0 0,0 0 0,1-1 0,0 1 0,-1-1 1,7 4-1,-2-3-22,0 0 0,0 0 0,0-1 0,1 0 0,-1 0 0,1-1 0,10 1 0,2 0-53,1-1-1,0-2 0,-1 0 1,1-1-1,0-2 0,25-4 0,1-4-126,1-2 0,90-34 0,84-61-1248,-144 62 952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09.5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197 0 18476,'-4'4'80,"0"-1"0,1 0 0,-1 1 0,0 0 0,1 0 0,0 0 0,0 0 0,0 1 0,1-1 0,-1 1 0,1-1 0,-3 10 0,-3 3-74,8-16-12,-18 34 193,-20 61 1,35-86-47,0 1-1,0 0 1,1 0 0,1 1-1,0-1 1,0 0-1,1 1 1,0-1 0,1 0-1,4 18 1,-5-27-122,0 0 1,1 0-1,-1 0 1,1 0-1,0 0 1,0 0-1,-1 0 1,2 0-1,-1 0 1,0 0 0,0 0-1,0-1 1,1 1-1,-1 0 1,1-1-1,-1 1 1,1-1-1,0 0 1,0 1-1,0-1 1,-1 0-1,1 0 1,0 0-1,0 0 1,0-1-1,1 1 1,-1 0-1,0-1 1,0 0-1,0 1 1,0-1-1,0 0 1,4 0-1,-1-1-7,1 0 1,-1 0-1,0-1 0,0 0 0,0 0 0,0 0 0,0 0 1,0-1-1,-1 0 0,1 0 0,-1 0 0,5-4 0,3-4-8,-1-1 0,-1 1-1,0-2 1,0 0-1,-1 0 1,9-17-1,-15 23-1,1 0 0,-1-1 0,0 1-1,0-1 1,-1 0 0,0 1-1,-1-1 1,1 0 0,-2 0 0,1 0-1,-1 0 1,0 0 0,-1 0-1,-1-10 1,1 15 23,0 0 1,0 0-1,0 0 1,0 0-1,-1 0 0,1 0 1,-1 1-1,0-1 0,1 0 1,-1 1-1,-1 0 1,1-1-1,0 1 0,0 0 1,-1 0-1,0 0 0,1 0 1,-1 1-1,0-1 0,0 1 1,0-1-1,1 1 1,-2 0-1,1 0 0,0 0 1,0 1-1,-6-1 0,2 0 29,1 1-1,-1 1 1,1-1-1,-1 1 1,1 0-1,0 0 1,-1 1-1,1 0 1,0 0-1,0 0 1,0 1-1,-11 6 1,-3 5-210,0 0 0,-24 24 0,37-32-14,1 0-1,0 0 0,1 1 0,0 0 1,0 0-1,0 1 0,1-1 0,0 1 0,0 0 1,-2 8-1,3 13-419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09.9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255 0 10722,'-5'36'336,"-4"6"256,-5 1-95,-3 14 695,-6 7 456,-6 17-504,0 8-351,-4 1-481,2-7-192,5-16-984,2-12-3465,10-15 3664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10.5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304 414 16636,'-13'191'1013,"0"-26"-736,12-137 53,2 1-1,1-1 0,11 50 0,-12-72-235,0 0 0,1 0 0,0 0 0,0-1-1,1 1 1,0-1 0,0 0 0,0 0 0,0 0 0,1 0 0,0 0 0,7 6 0,-8-8-54,0-1-1,0 0 1,1 0 0,-1-1-1,0 1 1,1-1 0,-1 1-1,1-1 1,-1 0 0,1 0-1,0-1 1,-1 1 0,1-1-1,0 0 1,-1 0 0,1 0-1,0 0 1,0-1 0,-1 1-1,1-1 1,4-1 0,3-2-6,0-1 0,0 0 1,-1 0-1,0-1 0,0 0 1,0-1-1,-1 0 1,0-1-1,0 0 0,7-9 1,7-9-22,-1-1 1,20-33-1,-18 22-50,-2 0 0,-1-1-1,-2-1 1,15-48 0,-28 69 69,0 0 1,-2 0-1,0-1 1,-1 1-1,-1-1 1,-1 0 0,-1 0-1,-1 0 1,0 0-1,-2 0 1,-7-31-1,3 29 99,-1-1 0,-1 2 0,0-1 0,-2 1 0,-1 0 0,0 1-1,-1 1 1,-2 0 0,-29-31 0,35 41-90,0 1-1,-1 0 1,1 1 0,-2 0-1,1 1 1,-1 0 0,0 0 0,0 1-1,0 0 1,-1 1 0,1 1-1,-1 0 1,0 0 0,0 1-1,-1 1 1,1 0 0,0 0-1,0 1 1,-1 1 0,-20 4-1,16-1 7,-1 2 0,1 0-1,1 1 1,-1 0-1,1 2 1,0 0-1,1 0 1,0 2-1,1 0 1,-19 18-1,14-10-17,1 0-1,0 1 0,2 1 1,1 1-1,0 0 1,-17 37-1,27-48-30,0-1 0,1 1-1,1-1 1,0 1-1,0 0 1,-1 12 0,4-19-7,0 0 1,0 1 0,0-1 0,0 0 0,1 0 0,-1 0 0,1 0 0,0 0 0,1 0 0,-1 0-1,0-1 1,1 1 0,0 0 0,0-1 0,0 1 0,1-1 0,-1 1 0,1-1 0,5 5 0,-2-3-22,0-1 0,1 1 0,0-1 1,-1-1-1,1 1 0,1-1 0,-1 0 1,0-1-1,1 0 0,0 0 0,11 1 1,5 0-86,-1-2 1,38-2-1,-8-4-62,0-3 0,0-1 0,-1-3 0,53-20 0,197-87-615,-276 108 714,190-85-1479,-182 79-1689,-14 3 1029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10.7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15867,'12'24'2057,"9"4"807,3 3-2792,4 9-640,-4 3-72,-13 7 88,-11 4 136,-7 0 352,-9-4 96,-6-10-208,3-9-2145,-2-23 1513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11.0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23285,'22'30'696,"23"6"136,16 6-536,25 13-344,9 7-40,0 16-72,-1 8-56,-27 16 32,-17 7 8,-26 12 104,-15 7 24,-19 7 40,-9 9-16,-38 4-248,-14-2-112,-28-6-440,-6-14-312,15-36 527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04.5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224 1 17380,'-2'1'52,"-38"18"972,-39 25 0,69-37-917,0 0 0,0 0-1,1 1 1,0 0 0,0 1 0,1 0 0,0 0 0,-12 19 0,19-26-96,-1-1-1,1 1 1,0 0 0,0 0 0,1 0 0,-1 0 0,0 0-1,1 0 1,-1 0 0,1 0 0,0 0 0,-1 0 0,1 0-1,0 0 1,0 0 0,1 0 0,-1 0 0,0 0 0,1 0-1,-1 0 1,1 0 0,-1 0 0,1 0 0,0 0 0,0 0-1,0-1 1,0 1 0,0 0 0,1 0 0,-1-1 0,0 1-1,1-1 1,-1 1 0,1-1 0,-1 0 0,1 0 0,0 0-1,0 1 1,-1-2 0,4 2 0,6 4 55,1-2-1,0 0 1,0 0 0,0-1 0,19 3 0,41 2 244,0-2 0,89-5 0,-94-2-134,1463-6 538,-1214 2-847,327 7-240,-554 5 258,93 18-1,-130-14-74,-1 2 1,0 2 0,53 24 0,-30-7-1480,-71-30-861,-8-1 701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04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0 363 18900,'451'-80'2576,"-310"51"-2125,-124 26-389,916-169 1977,-658 135-1830,396-4 1,-546 44-539,-1 5 1,241 49-1,-348-54 174,0 1-602,1 0 0,30 1 0,-9-7-578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05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0 549 18724,'50'-17'267,"-1"3"-1,2 2 1,60-7 0,-43 8-156,562-77 507,6 24-40,-319 34-334,-171 16-154,608-65 296,-6-34-641,-561 74-197,-15-10 25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06.2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28 257 16107,'-2'0'304,"1"-1"-1,-1 1 1,0 0-1,1 0 1,-1 0-1,1 0 1,-1 0-1,1 1 1,-1-1-1,1 0 1,-1 1-1,-1 0 1,3-1-245,-1 1 1,1-1-1,0 0 1,-1 0 0,1 1-1,0-1 1,-1 0-1,1 1 1,0-1-1,-1 0 1,1 1 0,0-1-1,0 1 1,0-1-1,-1 0 1,1 1 0,0-1-1,0 1 1,0-1-1,0 0 1,0 1 0,0-1-1,0 1 1,0-1-1,0 1 1,0-1 0,0 1-1,0 1-46,1 0 0,0 0 0,0-1 0,0 1 1,0 0-1,0-1 0,0 1 0,0-1 0,0 1 0,1-1 0,-1 1 0,1-1 0,-1 0 0,1 0 0,-1 1 1,1-1-1,3 1 0,2 1-11,1 0 1,-1 0-1,1-1 0,-1 0 1,1 0-1,0-1 1,-1 0-1,14 0 1,8-2 15,32-4 1,-44 3-9,404-64 234,-168 22-145,1502-128-2294,-1435 158-5496,-186 3 5466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06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0 125 18308,'54'5'832,"12"2"-152,57 5-544,17-3-48,41-8-32,16-4 16,18-14-32,10-2-16,10-6 0,-5 1-24,-7 5 0,-11 4 0,-18 3-120,-9 1-320,-22-3 240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38.2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521 1 9746,'1'-1'4334,"-4"16"-3548,-19 122 3237,-5 90-2512,-79 306 0,92-473-1399,-3-1 0,-3 0 0,-2-2 0,-3 0 0,-2-2 0,-58 88 1,71-123-171,-25 25 1,34-39-42,-1 0-1,1-1 1,-2 0-1,1 0 1,0-1-1,-1 0 1,0 0-1,-11 5 1,1-7-436,1-8 52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38.7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80 133 14963,'7'-22'740,"-3"12"-797,-1 0 0,0 0 0,-1 0 0,0 0 0,-1-1 0,0 1 0,0 0 0,-2-20 3717,-2 47-3439,1 1 1,1-1-1,0 0 1,2 0-1,0 1 0,0-1 1,2 0-1,6 23 1,-4-18-155,-1 0 1,-1 0-1,0 45 1,-7-32-27,0-1 1,-3 1-1,-15 47 0,-43 95 469,55-150-345,7-20-120,1-1 0,0 1 0,0-1-1,0 1 1,1 0 0,0 0 0,0 0 0,1 8 0,0-13-42,0 0-1,1 0 1,-1 0 0,1 1-1,-1-1 1,1-1 0,0 1 0,0 0-1,0 0 1,0 0 0,0 0-1,0-1 1,0 1 0,0 0 0,1-1-1,-1 1 1,1-1 0,-1 1 0,1-1-1,0 0 1,-1 0 0,1 0-1,0 0 1,0 0 0,0 0 0,0 0-1,0-1 1,0 1 0,0-1-1,3 1 1,5 0-1,0 0 0,0-1 1,0-1-1,-1 0 0,1 0 0,0-1 0,-1 0 0,1 0 0,-1-1 1,0-1-1,0 1 0,0-2 0,14-8 0,9-6-16,-2-2 0,35-31 0,16-20-245,-53 44-329,2 1 0,0 2-1,2 1 1,42-24-1,-48 37-164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39.3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461 13 10722,'-1'-1'258,"-1"0"-1,1-1 1,-1 1-1,1 0 1,-1 0-1,0 0 1,1 0-1,-1 0 1,0 0-1,-3-1 1,4 2-150,1 1 0,-1-1 0,0 0 0,0 1 0,1-1 0,-1 0 0,1 1 0,-1-1 0,0 1-1,1-1 1,-1 1 0,1-1 0,-1 1 0,1 0 0,-1-1 0,1 1 0,-1 0 0,1-1 0,0 1 0,-1 0 0,1 0 0,0-1 0,0 1 0,0 0 0,0 0 0,-1-1 0,1 1 0,0 0 0,0 0 0,0-1 0,1 2 0,-10 35 548,-2 0-1,0-1 0,-28 55 1,-2 9-21,16-30-228,-70 177 505,72-195-819,-1-2-1,-53 77 0,71-118-107,3-3-20,-2 0-1,1 0 0,-1 0 1,0 0-1,0-1 1,0 0-1,-11 8 0,16-13-19,-1 0-1,1 1 0,-1-1 1,1 0-1,0 0 1,-1 1-1,1-1 0,-1 0 1,1 0-1,0 0 1,-1 0-1,1 0 0,-1 0 1,1 1-1,-1-1 0,1 0 1,-1 0-1,1 0 1,-1 0-1,1-1 0,0 1 1,-1 0-1,1 0 0,-1 0 1,1 0-1,-1 0 1,1-1-1,0 1 0,-2 0 1,2-1-328,-1 0 1,1 0 0,-1 0-1,1 0 1,-1 0-1,1 0 1,0 0 0,-1 0-1,1 0 1,0 0 0,0 0-1,0 0 1,-1 0-1,1-1 1,1-22-2111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39.7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0 13787,'3'10'1010,"-1"-1"1,0 0-1,1 16 0,-4 59 112,0-64-868,-9 100 390,-6-1 0,-34 131 1,38-197-556,-3 0 0,-2-2 1,-31 68-1,43-110-73,0 1 1,-1-1-1,0-1 1,-1 1-1,-8 9 1,14-17-45,5-3-96,163-88-44,312-156-1720,-429 224 1139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40.9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14195,'-1'2'91,"1"-1"1,-1 1-1,1 0 1,-1-1-1,1 1 1,-1-1-1,1 1 0,0 0 1,0-1-1,0 1 1,0 0-1,0-1 0,0 1 1,1 0-1,-1-1 1,0 1-1,1 0 1,-1-1-1,1 1 0,0-1 1,-1 1-1,1-1 1,0 1-1,0-1 1,2 2-1,31 40-354,-28-37 414,126 129 1668,201 159 0,89 0-1756,-245-178-1020,-154-100 270,-4-3-2147,31 17 0,-16-18 1139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41.5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0 323 12739,'3'6'386,"1"-1"1,-1 1-1,1-1 1,1 1-1,-1-1 0,1 0 1,-1 0-1,1-1 1,1 0-1,-1 0 1,7 4-1,9 4-92,36 16 0,-29-17-124,0-2 1,0-1-1,1-1 1,-1-1-1,1-1 1,1-2-1,42-1 1,20-6 240,95-16 1,-118 11-383,-49 7-8,-9 1 14,0 0-1,0 0 1,0-1 0,0-1 0,0 0 0,-1 0 0,1-1 0,19-10 0,-29 14-18,0-1 0,0 0-1,0 0 1,0 0 0,0 0-1,0 0 1,-1 0 0,1 0 0,0 0-1,-1 0 1,1 0 0,0 0 0,-1 0-1,1-1 1,-1 1 0,0 0 0,1 0-1,-1-1 1,0 1 0,0 0 0,0 0-1,0-1 1,0 1 0,0 0 0,0-1-1,0 1 1,0 0 0,-1 0 0,1-1-1,0 1 1,-1 0 0,1 0-1,-1 0 1,0-1 0,1 1 0,-2-1-1,-3-6 24,-1 1 0,0 0 0,0 1 0,-9-9 0,10 11-29,-60-54 73,40 37-110,-1-1 1,2-1 0,1-1-1,-36-51 1,55 68-61,0 0 0,0 0 0,-4-12 0,7 17-185,1-1 1,-1 1-1,1-1 0,-1 0 1,1 1-1,0-1 0,-1 1 1,2-1-1,-1 0 1,0 1-1,0-1 0,1 0 1,1-4-1,7-8-1647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42.1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20132,'17'13'128,"1"0"0,0-1 0,0-1-1,30 13 1,82 26-140,-120-47 49,233 69 489,35 13-218,-196-54-240,1-4-1,126 23 1,14-11 40,-222-38-100,0-3-6,0-1 0,-1 1 0,0 0 1,0 0-1,1 0 0,-1 0 0,-1-1 0,1-2 1,-3-16-364,0 0 1,-12-35 0,11 43-1530,-1 0 0,-13-23 0,-15-11-1293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42.5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1 294 16251,'10'15'323,"0"-2"-1,2 1 0,-1-1 0,2-1 0,0 0 1,0-1-1,1-1 0,0 0 0,1 0 0,0-2 0,1 0 1,0 0-1,0-2 0,32 10 0,-2-6-148,1-2-1,0-1 1,-1-3 0,60-2 0,-48-4 10,0-2 1,0-3 0,-1-3 0,80-23-1,-24-4-128,124-58 0,-227 90-57,43-21 9,-50 25-8,0-1-1,-1 0 1,1 1-1,-1-1 0,1 0 1,-1 0-1,0-1 0,0 1 1,0-1-1,0 1 1,0-1-1,-1 1 0,1-1 1,2-5-1,-4 6-2,0 0 0,0 1 0,0-1 0,0 0 0,-1 1 0,1-1 0,0 0 0,-1 1 0,1-1 0,-1 1 0,0-1 0,1 1 0,-1-1 0,0 1 0,0-1 0,0 1 0,0 0 0,0-1 0,0 1 0,0 0 0,-1 0 0,1 0 0,0 0 0,-1 0 0,1 0 0,-1 0 0,1 0 0,-1 1 0,-1-2 0,-8-3-20,-1 0-1,-20-6 1,25 9 15,-108-28-121,71 20-7,1-1 0,1-3 0,-42-18 0,77 28-206,1 1 1,-1-1 0,0-1 0,1 1-1,0-1 1,0 0 0,0 0 0,-5-7-1,-9-14-1447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7:22:33.2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4632 6328 2085 0,'-13'-1'87'15,"-1"0"-105"-15,-3 1 18 16,2 1-15-16,-6 2 0 16,-3 2 12-16,-6 2 3 15,-6 2 3-15,-2 5 6 16,-4 2-9-16,-4 9 9 16,-1 4-3-16,3 7 6 15,4 4-3-15,15 7-3 16,13 0-3-16,16 3-3 0,11-2 3 15,17-10 0-15,5-8 2 16,12-16 7-16,5-7-3 16,-2-14 21-16,1-5 9 15,-8-10 13-15,-5-4 0 16,-8-7 3-16,-5-4 1 16,-4-7-14-16,-4-2-9 15,-4-3-21-15,-5 0-1 0,-6 1-7 16,-3 2-4-16,-8 9 0 15,-5 4-9-15,-14 13-4 16,-6 6-3-16,-17 15 3 16,-9 12-1-16,-13 20 6 15,-4 12 6-15,-1 15 2 16,3 5 0-16,13 2 5 16,10 0 0-16,21-8 4 15,13-6 3-15,23-12-6 16,11-7 7-16,19-14-5 15,3-7 1-15,12-13 5 16,6-10-4-16,0-15 1 16,8-8-2-16,-1-14-4 15,-2-4 1-15,-2-5-4 16,-5-2 0-16,-10 2 0 16,-3 1-1-16,-16 5 0 0,-7 4-1 15,-17 11 0-15,-6 6-1 16,-19 10-4-16,-7 7 1 15,-16 12-5-15,-5 8 0 16,-11 15 7-16,-5 8 0 16,3 14 6-16,2 4 0 15,14 1 5-15,13-1-3 0,24-4-6 16,13-4 0-16,30-11-164 16,14-8-113-16,32-26 98 15</inkml:trace>
  <inkml:trace contextRef="#ctx0" brushRef="#br0" timeOffset="2081.96">12215 6067 1367 0,'-6'20'31'0,"2"-4"-23"16,7-2-6-16,4-5 3 15,0-5 3-15,4-4 8 16,1-4 5-16,5-6 8 16,2-2 2-16,0-5-2 15,1-2 28-15,-4-2-30 16,0 1-3-16,-7 3-12 0,-3 2 2 15,-6 3 19-15,-2 3 15 16,-4 3 3-16,-3 3-6 16,-3 4-12-16,-3 3-15 15,-1 7 3-15,-3 2 2 16,1 7 1-16,3 3 3 16,3 1-3-16,5 1-3 0,6-4-6 15,3-4 0-15,11-7 0 16,2-5 6-16,12-7 6 15,3-4-9-15,6-8 3 16,3-4-4-16,-6-3-8 16,0 0 6-16,-13 3-6 15,-7 0 0-15,-11 5 6 16,-9 1 6-16,-8 5 6 16,-6 1-6-16,-6 6-2 15,-3 3 0-15,-3 6 12 16,-2 5 4-16,4 6 0 15,1 2-4-15,7-1-9 16,2-2-9-16,15-4-1 16,6-4 3-16,11-5-4 15,9-3 3-15,9-8-5 16,6-5 2-16,2-5-6 16,1-3 1-16,-8 0 0 0,-5 2-1 15,-14 4 2-15,-5 1-7 16,-13 6 2-16,-5 2-6 15,-6 4-1-15,-3 2 1 16,2 7-1-16,3 3-1 16,12 0-104-16,8 0-91 15,26-15 52-15</inkml:trace>
  <inkml:trace contextRef="#ctx0" brushRef="#br0" timeOffset="3315">17469 7131 1144 0,'-4'22'37'15,"2"3"2"-15,3 2-16 16,7 2 16-16,3-3 7 15,9 0 3-15,3-5-13 16,6-5-18-16,1-4-9 16,-1-9-9-16,-2-3 0 15,-5-5 0-15,-3-2 4 16,-4-1-2-16,-4-3-2 0,-1-1 0 16,-2 0-4-16,0-3-13 15,0 1-8-15,-2 0-14 16,0-1-2-16,-3 4 10 15,-1 0 8-15,-4 3-12 16,-1-1-40-16,-4 1 44 16</inkml:trace>
  <inkml:trace contextRef="#ctx0" brushRef="#br0" timeOffset="4531.95">18427 5625 1699 0,'-31'13'99'0,"3"2"-3"15,1 4-105-15,7 4 3 16,3-3 3-16,6 1 6 16,4-1 0-16,4 0 21 15,5 0 8-15,6-5 4 16,4-2 3-16,7-7-12 16,2-4-3-16,5-5-6 15,0-3-3-15,2-7-6 0,-2 0-6 16,-2-4 0-16,-2 1 3 15,-9-2-3-15,-5 2 0 16,-7 2 9-16,-5 0 21 16,-7 3 8-16,-7 0 7 15,-6 2-9-15,-4 2-27 16,-5 4 3-16,-2 2 3 16,1 5 9-16,1 4 8 0,5 4-12 15,5 3-8-15,5 1-10 16,6 2-5-16,7 0-1 15,4-2-3-15,5-2 4 16,7-1 5-16,5-5 2 16,2-3-3-16,6-5 5 15,0-2-9-15,-1-5 4 16,4-1 1-16,-7-4-4 16,-4 1 5-16,-7 0-3 15,-5-1 3-15,-5 0 9 16,-6 0 4-16,-9 0 13 15,-2-1 0-15,-4 5 5 16,-1 1-13-16,-2 5-5 16,3 4-3-16,-3 3-5 15,5 3-5-15,4 3-7 0,3 1 2 16,7 3-1 0,3-1 0-16,7 0 0 0,5-1 0 15,7-3 1-15,1-3 2 16,7-5 0-16,2-2 2 15,1-2-1-15,3-2-1 16,-4-4 1-16,0 1-1 16,-6-2-2-16,-4 2 4 15,-9 1 0-15,-5-1 2 16,-9 0 9-16,-7 0-2 0,-7 3-4 16,-5 3 0-16,-2 4-8 15,4 4-2-15,1 5 1 16,5 2-1-16,6 2-2 15,5 2 2-15,7 0 0 16,3-3-3-16,12-1 2 16,-2-4-2-16,13-4 1 15,0-3 1-15,6-6-1 16,2-3 0-16,-7-3 1 16,-4-2-1-16,-11-3 2 15,-4-1 0-15,-8-1-1 16,-2 1 0-16,-9 0-2 15,-3 2-1-15,-11 4 5 16,-1 2-1-16,-5 5 6 16,2 4 4-16,3 5-1 15,3 1-2-15,4 5-1 0,3-1-3 16,10 1-3-16,4-1 2 16,13-2-3-16,6-2-11 15,8-6-49-15,4-2-60 16,7-11-200-16,2-2 61 15</inkml:trace>
  <inkml:trace contextRef="#ctx0" brushRef="#br0" timeOffset="6215.66">17750 7230 848 0,'-13'-19'126'0,"-1"1"127"16,-4 2-214-16,-3 3-18 16,-2 1 14-16,-5 5 21 15,0 2 6-15,1 5 2 16,2 2 15-16,4 7 40 15,2 1 1-15,4 4-30 16,5 3-10-16,4 5-29 0,6 0-9 16,6 0-6-16,5-1-6 15,11-5-3-15,3 0-4 16,7-6 1-16,1-3 3 16,3-5 9-16,-2-3-3 15,0-6-16-15,0-4-2 16,-10-2 1-16,-3-2 0 15,-8-1 1-15,-4-2 19 16,-6-1 27-16,-3-2-1 0,-8 0 5 16,-2-1-36-16,-4 2-22 15,-4 1-3-15,-3 6-3 16,-3 3 0-16,-1 7 1 16,2 3-2-16,1 7-2 15,1 7 0-15,4 9-2 16,3 5-1-16,9 4-1 15,6-1-1-15,8-2-4 16,4-5-1-16,9-8-15 16,3-3-12-16,11-7 5 15,2-6 3-15,1-7 14 16,0-5 5-16,-4-4 3 16,-3-1 5-16,-8-4 2 15,-7 0 0-15,-8-3 9 16,-3 0-4-16,-9 1 12 0,-7 0 4 15,-11 6 3-15,-6 1 4 16,-7 7-7-16,-1 4-6 16,-2 8-6-16,-2 6 0 15,4 6 1-15,4 3 3 16,10 6-6-16,6 0-6 16,13 0-13-16,4-1-9 15,7-4-30-15,6-1-12 0,4-7 4 16,3-2 14-16,3-5 23 15,-1-3 15-15,0-6 1 16,-1-1-3-16,-4-8 0 16,-2-1-3-16,-8-2-2 15,-5-4 0-15,-9 1 6 16,-6-1 4-16,-9 4 4 16,-6 2 5-16,-9 10 7 15,-4 4 2-15,-5 11 16 16,-1 4 1-16,3 6 2 15,2 2 0-15,9 2-9 16,7 0-3-16,11-3-14 16,4-2-10-16,9-6-9 15,4-3 2-15,11-5-6 16,3-4 8-16,8-8 10 0,3-4-2 16,-4-5 4-16,-3-3-1 15,-5-4-3-15,-6 0 2 16,-7 3 0-16,-4 3 0 15,-9 4 3-15,-4 4 5 16,-7 9 13-16,-3 7 3 16,-2 15-5-16,4 6-5 15,14 7-55-15,13-3-117 16,42-15 100-16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1BA9C33A-21FC-C888-85F6-29236CF8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78664869-2AD0-667D-9582-0E862BCA94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2465AA74-FB29-90B6-5E8A-BBDE839B1B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439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728BFE8-6EC4-975A-05E6-3C6BC2E04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CAC0655-2E54-A4F6-BD0E-7B9FCF8E7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61383B6-504C-6CD1-E090-210A6396F1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5554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6D5BEB1-9959-1EE1-1ECA-F8BAFBDFC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D92F2E55-7BDA-57E7-5F96-7EA8710367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A786DA1B-27C0-EC40-36D4-68456F623B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6470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FAC78525-653E-5F9E-CFD9-3108BFBD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775C57F-8435-4203-F425-72658033BE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CC14C7ED-1CC3-8E2A-3669-98E30366DA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571800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3673777-8605-11AE-56D1-52CF1086D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75EEBEB-DB6D-5173-2C02-0AD361CCF9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F27E5088-C2AD-A402-D310-9C10CD4181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649569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CD3126D3-BC35-988C-C333-C9A3F8EE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88F1C0FB-1E6D-32EE-9076-236859FFF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F401B845-0F43-A899-6C4A-60D9E932E2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6493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C76C037-A659-AAC8-A9A5-AA3920E71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529CE43C-3928-D3B6-A9B7-15A8E637BA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E83AA0E0-3D39-0660-4D1D-FFC1FDCF0C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99456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199E35C-2EE0-311F-80AA-DD3E925B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222DA7B4-7C40-1690-0617-560273780E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01273156-1400-B090-A5DE-10E19A07DE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616887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A7A3783D-0440-7D02-70AA-5F96439ED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053C9E8E-0533-9CB7-1C81-557332A626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B3ABE1A5-14BB-73A8-65B1-02F8EE8F6B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000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F4E27871-9326-47EB-BA33-B22299FF8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A9977183-3C74-9300-1156-7A9D68761D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00D17E41-E433-A104-74EB-4484E1BADC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9581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3FAE0F1-AA36-528A-FCB5-BA984FCBB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EB1609FC-0C47-D7C1-45E6-5EA081D510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DFDAC3D-7706-98A3-CB9E-BAD47E2F7F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315442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CD6DA2F0-B53E-05D8-72D1-28A08506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A162943-43B6-96E0-1B31-8CD8398314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365CB70F-845E-3EEE-5094-73B801989C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183907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F8AE50CB-426A-FDF5-708D-5CD9F40A5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9E3E88F8-49D7-B87F-F883-8E004A9725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9246142E-99A4-4C78-6CB0-7D95EB3A4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19119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F8CFDC9-8B62-4BDA-DC89-B73133F96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1BA1822C-1E7F-DBED-B93A-7206ABFF3C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EE6C3B5E-C068-3A6F-6493-A1A1C97D3F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7632990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6C1B450-0D58-4124-DA94-5BDB61EE5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9B6C9B7C-C2EA-D33A-960B-5D2A741E3A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A7A14D42-8E5C-FE28-56D8-D739A66A3C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9777267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D35D748A-74C4-B096-9BA9-2CD8246FE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98800482-CDDC-44A0-BF2D-0030C85D06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F77A76F-106C-9152-4521-F29159B605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910870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2419FC5-6358-6F63-0792-E4AE58EDD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6A16EDCD-C2E6-24D0-B98D-B2336F5C50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4FD04419-CAB6-6797-0716-1B3B319DED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918404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F5611706-0DAA-DFB4-D4F7-1FC519792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40CAFFA1-7E68-8B55-8980-0BA139CE47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837F6B3-E4F6-9FA5-DA90-0DD8DF1836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46295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4788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4325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3656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7472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8876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787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rgbClr val="FF0000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47513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53940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40116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userDrawn="1">
  <p:cSld name="Big 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98549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6624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32858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21" Type="http://schemas.openxmlformats.org/officeDocument/2006/relationships/customXml" Target="../ink/ink11.xml"/><Relationship Id="rId42" Type="http://schemas.openxmlformats.org/officeDocument/2006/relationships/image" Target="../media/image21.png"/><Relationship Id="rId63" Type="http://schemas.openxmlformats.org/officeDocument/2006/relationships/customXml" Target="../ink/ink32.xml"/><Relationship Id="rId84" Type="http://schemas.openxmlformats.org/officeDocument/2006/relationships/image" Target="../media/image42.png"/><Relationship Id="rId138" Type="http://schemas.openxmlformats.org/officeDocument/2006/relationships/image" Target="../media/image69.png"/><Relationship Id="rId159" Type="http://schemas.openxmlformats.org/officeDocument/2006/relationships/customXml" Target="../ink/ink80.xml"/><Relationship Id="rId170" Type="http://schemas.openxmlformats.org/officeDocument/2006/relationships/image" Target="../media/image85.png"/><Relationship Id="rId191" Type="http://schemas.openxmlformats.org/officeDocument/2006/relationships/customXml" Target="../ink/ink96.xml"/><Relationship Id="rId205" Type="http://schemas.openxmlformats.org/officeDocument/2006/relationships/customXml" Target="../ink/ink103.xml"/><Relationship Id="rId107" Type="http://schemas.openxmlformats.org/officeDocument/2006/relationships/customXml" Target="../ink/ink54.xml"/><Relationship Id="rId11" Type="http://schemas.openxmlformats.org/officeDocument/2006/relationships/customXml" Target="../ink/ink6.xml"/><Relationship Id="rId32" Type="http://schemas.openxmlformats.org/officeDocument/2006/relationships/image" Target="../media/image16.png"/><Relationship Id="rId53" Type="http://schemas.openxmlformats.org/officeDocument/2006/relationships/customXml" Target="../ink/ink27.xml"/><Relationship Id="rId74" Type="http://schemas.openxmlformats.org/officeDocument/2006/relationships/image" Target="../media/image37.png"/><Relationship Id="rId128" Type="http://schemas.openxmlformats.org/officeDocument/2006/relationships/image" Target="../media/image64.png"/><Relationship Id="rId149" Type="http://schemas.openxmlformats.org/officeDocument/2006/relationships/customXml" Target="../ink/ink75.xml"/><Relationship Id="rId5" Type="http://schemas.openxmlformats.org/officeDocument/2006/relationships/customXml" Target="../ink/ink3.xml"/><Relationship Id="rId95" Type="http://schemas.openxmlformats.org/officeDocument/2006/relationships/customXml" Target="../ink/ink48.xml"/><Relationship Id="rId160" Type="http://schemas.openxmlformats.org/officeDocument/2006/relationships/image" Target="../media/image80.png"/><Relationship Id="rId181" Type="http://schemas.openxmlformats.org/officeDocument/2006/relationships/customXml" Target="../ink/ink91.xml"/><Relationship Id="rId216" Type="http://schemas.openxmlformats.org/officeDocument/2006/relationships/image" Target="../media/image108.png"/><Relationship Id="rId22" Type="http://schemas.openxmlformats.org/officeDocument/2006/relationships/image" Target="../media/image11.png"/><Relationship Id="rId43" Type="http://schemas.openxmlformats.org/officeDocument/2006/relationships/customXml" Target="../ink/ink22.xml"/><Relationship Id="rId64" Type="http://schemas.openxmlformats.org/officeDocument/2006/relationships/image" Target="../media/image32.png"/><Relationship Id="rId118" Type="http://schemas.openxmlformats.org/officeDocument/2006/relationships/image" Target="../media/image59.png"/><Relationship Id="rId139" Type="http://schemas.openxmlformats.org/officeDocument/2006/relationships/customXml" Target="../ink/ink70.xml"/><Relationship Id="rId85" Type="http://schemas.openxmlformats.org/officeDocument/2006/relationships/customXml" Target="../ink/ink43.xml"/><Relationship Id="rId150" Type="http://schemas.openxmlformats.org/officeDocument/2006/relationships/image" Target="../media/image75.png"/><Relationship Id="rId171" Type="http://schemas.openxmlformats.org/officeDocument/2006/relationships/customXml" Target="../ink/ink86.xml"/><Relationship Id="rId192" Type="http://schemas.openxmlformats.org/officeDocument/2006/relationships/image" Target="../media/image96.png"/><Relationship Id="rId206" Type="http://schemas.openxmlformats.org/officeDocument/2006/relationships/image" Target="../media/image103.png"/><Relationship Id="rId12" Type="http://schemas.openxmlformats.org/officeDocument/2006/relationships/image" Target="../media/image6.png"/><Relationship Id="rId33" Type="http://schemas.openxmlformats.org/officeDocument/2006/relationships/customXml" Target="../ink/ink17.xml"/><Relationship Id="rId108" Type="http://schemas.openxmlformats.org/officeDocument/2006/relationships/image" Target="../media/image54.png"/><Relationship Id="rId129" Type="http://schemas.openxmlformats.org/officeDocument/2006/relationships/customXml" Target="../ink/ink65.xml"/><Relationship Id="rId54" Type="http://schemas.openxmlformats.org/officeDocument/2006/relationships/image" Target="../media/image27.png"/><Relationship Id="rId75" Type="http://schemas.openxmlformats.org/officeDocument/2006/relationships/customXml" Target="../ink/ink38.xml"/><Relationship Id="rId96" Type="http://schemas.openxmlformats.org/officeDocument/2006/relationships/image" Target="../media/image48.png"/><Relationship Id="rId140" Type="http://schemas.openxmlformats.org/officeDocument/2006/relationships/image" Target="../media/image70.png"/><Relationship Id="rId161" Type="http://schemas.openxmlformats.org/officeDocument/2006/relationships/customXml" Target="../ink/ink81.xml"/><Relationship Id="rId182" Type="http://schemas.openxmlformats.org/officeDocument/2006/relationships/image" Target="../media/image91.png"/><Relationship Id="rId6" Type="http://schemas.openxmlformats.org/officeDocument/2006/relationships/image" Target="../media/image3.png"/><Relationship Id="rId23" Type="http://schemas.openxmlformats.org/officeDocument/2006/relationships/customXml" Target="../ink/ink12.xml"/><Relationship Id="rId119" Type="http://schemas.openxmlformats.org/officeDocument/2006/relationships/customXml" Target="../ink/ink60.xml"/><Relationship Id="rId44" Type="http://schemas.openxmlformats.org/officeDocument/2006/relationships/image" Target="../media/image22.png"/><Relationship Id="rId65" Type="http://schemas.openxmlformats.org/officeDocument/2006/relationships/customXml" Target="../ink/ink33.xml"/><Relationship Id="rId86" Type="http://schemas.openxmlformats.org/officeDocument/2006/relationships/image" Target="../media/image43.png"/><Relationship Id="rId130" Type="http://schemas.openxmlformats.org/officeDocument/2006/relationships/image" Target="../media/image65.png"/><Relationship Id="rId151" Type="http://schemas.openxmlformats.org/officeDocument/2006/relationships/customXml" Target="../ink/ink76.xml"/><Relationship Id="rId172" Type="http://schemas.openxmlformats.org/officeDocument/2006/relationships/image" Target="../media/image86.png"/><Relationship Id="rId193" Type="http://schemas.openxmlformats.org/officeDocument/2006/relationships/customXml" Target="../ink/ink97.xml"/><Relationship Id="rId207" Type="http://schemas.openxmlformats.org/officeDocument/2006/relationships/customXml" Target="../ink/ink104.xml"/><Relationship Id="rId13" Type="http://schemas.openxmlformats.org/officeDocument/2006/relationships/customXml" Target="../ink/ink7.xml"/><Relationship Id="rId109" Type="http://schemas.openxmlformats.org/officeDocument/2006/relationships/customXml" Target="../ink/ink55.xml"/><Relationship Id="rId34" Type="http://schemas.openxmlformats.org/officeDocument/2006/relationships/image" Target="../media/image17.png"/><Relationship Id="rId55" Type="http://schemas.openxmlformats.org/officeDocument/2006/relationships/customXml" Target="../ink/ink28.xml"/><Relationship Id="rId76" Type="http://schemas.openxmlformats.org/officeDocument/2006/relationships/image" Target="../media/image38.png"/><Relationship Id="rId97" Type="http://schemas.openxmlformats.org/officeDocument/2006/relationships/customXml" Target="../ink/ink49.xml"/><Relationship Id="rId120" Type="http://schemas.openxmlformats.org/officeDocument/2006/relationships/image" Target="../media/image60.png"/><Relationship Id="rId141" Type="http://schemas.openxmlformats.org/officeDocument/2006/relationships/customXml" Target="../ink/ink71.xml"/><Relationship Id="rId7" Type="http://schemas.openxmlformats.org/officeDocument/2006/relationships/customXml" Target="../ink/ink4.xml"/><Relationship Id="rId162" Type="http://schemas.openxmlformats.org/officeDocument/2006/relationships/image" Target="../media/image81.png"/><Relationship Id="rId183" Type="http://schemas.openxmlformats.org/officeDocument/2006/relationships/customXml" Target="../ink/ink92.xml"/><Relationship Id="rId24" Type="http://schemas.openxmlformats.org/officeDocument/2006/relationships/image" Target="../media/image12.png"/><Relationship Id="rId45" Type="http://schemas.openxmlformats.org/officeDocument/2006/relationships/customXml" Target="../ink/ink23.xml"/><Relationship Id="rId66" Type="http://schemas.openxmlformats.org/officeDocument/2006/relationships/image" Target="../media/image33.png"/><Relationship Id="rId87" Type="http://schemas.openxmlformats.org/officeDocument/2006/relationships/customXml" Target="../ink/ink44.xml"/><Relationship Id="rId110" Type="http://schemas.openxmlformats.org/officeDocument/2006/relationships/image" Target="../media/image55.png"/><Relationship Id="rId131" Type="http://schemas.openxmlformats.org/officeDocument/2006/relationships/customXml" Target="../ink/ink66.xml"/><Relationship Id="rId152" Type="http://schemas.openxmlformats.org/officeDocument/2006/relationships/image" Target="../media/image76.png"/><Relationship Id="rId173" Type="http://schemas.openxmlformats.org/officeDocument/2006/relationships/customXml" Target="../ink/ink87.xml"/><Relationship Id="rId194" Type="http://schemas.openxmlformats.org/officeDocument/2006/relationships/image" Target="../media/image97.png"/><Relationship Id="rId208" Type="http://schemas.openxmlformats.org/officeDocument/2006/relationships/image" Target="../media/image104.png"/><Relationship Id="rId19" Type="http://schemas.openxmlformats.org/officeDocument/2006/relationships/customXml" Target="../ink/ink10.xml"/><Relationship Id="rId14" Type="http://schemas.openxmlformats.org/officeDocument/2006/relationships/image" Target="../media/image7.png"/><Relationship Id="rId30" Type="http://schemas.openxmlformats.org/officeDocument/2006/relationships/image" Target="../media/image15.png"/><Relationship Id="rId35" Type="http://schemas.openxmlformats.org/officeDocument/2006/relationships/customXml" Target="../ink/ink18.xml"/><Relationship Id="rId56" Type="http://schemas.openxmlformats.org/officeDocument/2006/relationships/image" Target="../media/image28.png"/><Relationship Id="rId77" Type="http://schemas.openxmlformats.org/officeDocument/2006/relationships/customXml" Target="../ink/ink39.xml"/><Relationship Id="rId100" Type="http://schemas.openxmlformats.org/officeDocument/2006/relationships/image" Target="../media/image50.png"/><Relationship Id="rId105" Type="http://schemas.openxmlformats.org/officeDocument/2006/relationships/customXml" Target="../ink/ink53.xml"/><Relationship Id="rId126" Type="http://schemas.openxmlformats.org/officeDocument/2006/relationships/image" Target="../media/image63.png"/><Relationship Id="rId147" Type="http://schemas.openxmlformats.org/officeDocument/2006/relationships/customXml" Target="../ink/ink74.xml"/><Relationship Id="rId168" Type="http://schemas.openxmlformats.org/officeDocument/2006/relationships/image" Target="../media/image84.png"/><Relationship Id="rId8" Type="http://schemas.openxmlformats.org/officeDocument/2006/relationships/image" Target="../media/image4.png"/><Relationship Id="rId51" Type="http://schemas.openxmlformats.org/officeDocument/2006/relationships/customXml" Target="../ink/ink26.xml"/><Relationship Id="rId72" Type="http://schemas.openxmlformats.org/officeDocument/2006/relationships/image" Target="../media/image36.png"/><Relationship Id="rId93" Type="http://schemas.openxmlformats.org/officeDocument/2006/relationships/customXml" Target="../ink/ink47.xml"/><Relationship Id="rId98" Type="http://schemas.openxmlformats.org/officeDocument/2006/relationships/image" Target="../media/image49.png"/><Relationship Id="rId121" Type="http://schemas.openxmlformats.org/officeDocument/2006/relationships/customXml" Target="../ink/ink61.xml"/><Relationship Id="rId142" Type="http://schemas.openxmlformats.org/officeDocument/2006/relationships/image" Target="../media/image71.png"/><Relationship Id="rId163" Type="http://schemas.openxmlformats.org/officeDocument/2006/relationships/customXml" Target="../ink/ink82.xml"/><Relationship Id="rId184" Type="http://schemas.openxmlformats.org/officeDocument/2006/relationships/image" Target="../media/image92.png"/><Relationship Id="rId189" Type="http://schemas.openxmlformats.org/officeDocument/2006/relationships/customXml" Target="../ink/ink95.xml"/><Relationship Id="rId3" Type="http://schemas.openxmlformats.org/officeDocument/2006/relationships/customXml" Target="../ink/ink2.xml"/><Relationship Id="rId214" Type="http://schemas.openxmlformats.org/officeDocument/2006/relationships/image" Target="../media/image107.png"/><Relationship Id="rId25" Type="http://schemas.openxmlformats.org/officeDocument/2006/relationships/customXml" Target="../ink/ink13.xml"/><Relationship Id="rId46" Type="http://schemas.openxmlformats.org/officeDocument/2006/relationships/image" Target="../media/image23.png"/><Relationship Id="rId67" Type="http://schemas.openxmlformats.org/officeDocument/2006/relationships/customXml" Target="../ink/ink34.xml"/><Relationship Id="rId116" Type="http://schemas.openxmlformats.org/officeDocument/2006/relationships/image" Target="../media/image58.png"/><Relationship Id="rId137" Type="http://schemas.openxmlformats.org/officeDocument/2006/relationships/customXml" Target="../ink/ink69.xml"/><Relationship Id="rId158" Type="http://schemas.openxmlformats.org/officeDocument/2006/relationships/image" Target="../media/image79.png"/><Relationship Id="rId20" Type="http://schemas.openxmlformats.org/officeDocument/2006/relationships/image" Target="../media/image10.png"/><Relationship Id="rId41" Type="http://schemas.openxmlformats.org/officeDocument/2006/relationships/customXml" Target="../ink/ink21.xml"/><Relationship Id="rId62" Type="http://schemas.openxmlformats.org/officeDocument/2006/relationships/image" Target="../media/image31.png"/><Relationship Id="rId83" Type="http://schemas.openxmlformats.org/officeDocument/2006/relationships/customXml" Target="../ink/ink42.xml"/><Relationship Id="rId88" Type="http://schemas.openxmlformats.org/officeDocument/2006/relationships/image" Target="../media/image44.png"/><Relationship Id="rId111" Type="http://schemas.openxmlformats.org/officeDocument/2006/relationships/customXml" Target="../ink/ink56.xml"/><Relationship Id="rId132" Type="http://schemas.openxmlformats.org/officeDocument/2006/relationships/image" Target="../media/image66.png"/><Relationship Id="rId153" Type="http://schemas.openxmlformats.org/officeDocument/2006/relationships/customXml" Target="../ink/ink77.xml"/><Relationship Id="rId174" Type="http://schemas.openxmlformats.org/officeDocument/2006/relationships/image" Target="../media/image87.png"/><Relationship Id="rId179" Type="http://schemas.openxmlformats.org/officeDocument/2006/relationships/customXml" Target="../ink/ink90.xml"/><Relationship Id="rId195" Type="http://schemas.openxmlformats.org/officeDocument/2006/relationships/customXml" Target="../ink/ink98.xml"/><Relationship Id="rId209" Type="http://schemas.openxmlformats.org/officeDocument/2006/relationships/customXml" Target="../ink/ink105.xml"/><Relationship Id="rId190" Type="http://schemas.openxmlformats.org/officeDocument/2006/relationships/image" Target="../media/image95.png"/><Relationship Id="rId204" Type="http://schemas.openxmlformats.org/officeDocument/2006/relationships/image" Target="../media/image102.png"/><Relationship Id="rId15" Type="http://schemas.openxmlformats.org/officeDocument/2006/relationships/customXml" Target="../ink/ink8.xml"/><Relationship Id="rId36" Type="http://schemas.openxmlformats.org/officeDocument/2006/relationships/image" Target="../media/image18.png"/><Relationship Id="rId57" Type="http://schemas.openxmlformats.org/officeDocument/2006/relationships/customXml" Target="../ink/ink29.xml"/><Relationship Id="rId106" Type="http://schemas.openxmlformats.org/officeDocument/2006/relationships/image" Target="../media/image53.png"/><Relationship Id="rId127" Type="http://schemas.openxmlformats.org/officeDocument/2006/relationships/customXml" Target="../ink/ink64.xml"/><Relationship Id="rId10" Type="http://schemas.openxmlformats.org/officeDocument/2006/relationships/image" Target="../media/image5.png"/><Relationship Id="rId31" Type="http://schemas.openxmlformats.org/officeDocument/2006/relationships/customXml" Target="../ink/ink16.xml"/><Relationship Id="rId52" Type="http://schemas.openxmlformats.org/officeDocument/2006/relationships/image" Target="../media/image26.png"/><Relationship Id="rId73" Type="http://schemas.openxmlformats.org/officeDocument/2006/relationships/customXml" Target="../ink/ink37.xml"/><Relationship Id="rId78" Type="http://schemas.openxmlformats.org/officeDocument/2006/relationships/image" Target="../media/image39.png"/><Relationship Id="rId94" Type="http://schemas.openxmlformats.org/officeDocument/2006/relationships/image" Target="../media/image47.png"/><Relationship Id="rId99" Type="http://schemas.openxmlformats.org/officeDocument/2006/relationships/customXml" Target="../ink/ink50.xml"/><Relationship Id="rId101" Type="http://schemas.openxmlformats.org/officeDocument/2006/relationships/customXml" Target="../ink/ink51.xml"/><Relationship Id="rId122" Type="http://schemas.openxmlformats.org/officeDocument/2006/relationships/image" Target="../media/image61.png"/><Relationship Id="rId143" Type="http://schemas.openxmlformats.org/officeDocument/2006/relationships/customXml" Target="../ink/ink72.xml"/><Relationship Id="rId148" Type="http://schemas.openxmlformats.org/officeDocument/2006/relationships/image" Target="../media/image74.png"/><Relationship Id="rId164" Type="http://schemas.openxmlformats.org/officeDocument/2006/relationships/image" Target="../media/image82.png"/><Relationship Id="rId169" Type="http://schemas.openxmlformats.org/officeDocument/2006/relationships/customXml" Target="../ink/ink85.xml"/><Relationship Id="rId185" Type="http://schemas.openxmlformats.org/officeDocument/2006/relationships/customXml" Target="../ink/ink93.xml"/><Relationship Id="rId4" Type="http://schemas.openxmlformats.org/officeDocument/2006/relationships/image" Target="../media/image2.png"/><Relationship Id="rId9" Type="http://schemas.openxmlformats.org/officeDocument/2006/relationships/customXml" Target="../ink/ink5.xml"/><Relationship Id="rId180" Type="http://schemas.openxmlformats.org/officeDocument/2006/relationships/image" Target="../media/image90.png"/><Relationship Id="rId210" Type="http://schemas.openxmlformats.org/officeDocument/2006/relationships/image" Target="../media/image105.png"/><Relationship Id="rId215" Type="http://schemas.openxmlformats.org/officeDocument/2006/relationships/customXml" Target="../ink/ink108.xml"/><Relationship Id="rId26" Type="http://schemas.openxmlformats.org/officeDocument/2006/relationships/image" Target="../media/image13.png"/><Relationship Id="rId47" Type="http://schemas.openxmlformats.org/officeDocument/2006/relationships/customXml" Target="../ink/ink24.xml"/><Relationship Id="rId68" Type="http://schemas.openxmlformats.org/officeDocument/2006/relationships/image" Target="../media/image34.png"/><Relationship Id="rId89" Type="http://schemas.openxmlformats.org/officeDocument/2006/relationships/customXml" Target="../ink/ink45.xml"/><Relationship Id="rId112" Type="http://schemas.openxmlformats.org/officeDocument/2006/relationships/image" Target="../media/image56.png"/><Relationship Id="rId133" Type="http://schemas.openxmlformats.org/officeDocument/2006/relationships/customXml" Target="../ink/ink67.xml"/><Relationship Id="rId154" Type="http://schemas.openxmlformats.org/officeDocument/2006/relationships/image" Target="../media/image77.png"/><Relationship Id="rId175" Type="http://schemas.openxmlformats.org/officeDocument/2006/relationships/customXml" Target="../ink/ink88.xml"/><Relationship Id="rId196" Type="http://schemas.openxmlformats.org/officeDocument/2006/relationships/image" Target="../media/image98.png"/><Relationship Id="rId200" Type="http://schemas.openxmlformats.org/officeDocument/2006/relationships/image" Target="../media/image100.png"/><Relationship Id="rId16" Type="http://schemas.openxmlformats.org/officeDocument/2006/relationships/image" Target="../media/image8.png"/><Relationship Id="rId37" Type="http://schemas.openxmlformats.org/officeDocument/2006/relationships/customXml" Target="../ink/ink19.xml"/><Relationship Id="rId58" Type="http://schemas.openxmlformats.org/officeDocument/2006/relationships/image" Target="../media/image29.png"/><Relationship Id="rId79" Type="http://schemas.openxmlformats.org/officeDocument/2006/relationships/customXml" Target="../ink/ink40.xml"/><Relationship Id="rId102" Type="http://schemas.openxmlformats.org/officeDocument/2006/relationships/image" Target="../media/image51.png"/><Relationship Id="rId123" Type="http://schemas.openxmlformats.org/officeDocument/2006/relationships/customXml" Target="../ink/ink62.xml"/><Relationship Id="rId144" Type="http://schemas.openxmlformats.org/officeDocument/2006/relationships/image" Target="../media/image72.png"/><Relationship Id="rId90" Type="http://schemas.openxmlformats.org/officeDocument/2006/relationships/image" Target="../media/image45.png"/><Relationship Id="rId165" Type="http://schemas.openxmlformats.org/officeDocument/2006/relationships/customXml" Target="../ink/ink83.xml"/><Relationship Id="rId186" Type="http://schemas.openxmlformats.org/officeDocument/2006/relationships/image" Target="../media/image93.png"/><Relationship Id="rId211" Type="http://schemas.openxmlformats.org/officeDocument/2006/relationships/customXml" Target="../ink/ink106.xml"/><Relationship Id="rId27" Type="http://schemas.openxmlformats.org/officeDocument/2006/relationships/customXml" Target="../ink/ink14.xml"/><Relationship Id="rId48" Type="http://schemas.openxmlformats.org/officeDocument/2006/relationships/image" Target="../media/image24.png"/><Relationship Id="rId69" Type="http://schemas.openxmlformats.org/officeDocument/2006/relationships/customXml" Target="../ink/ink35.xml"/><Relationship Id="rId113" Type="http://schemas.openxmlformats.org/officeDocument/2006/relationships/customXml" Target="../ink/ink57.xml"/><Relationship Id="rId134" Type="http://schemas.openxmlformats.org/officeDocument/2006/relationships/image" Target="../media/image67.png"/><Relationship Id="rId80" Type="http://schemas.openxmlformats.org/officeDocument/2006/relationships/image" Target="../media/image40.png"/><Relationship Id="rId155" Type="http://schemas.openxmlformats.org/officeDocument/2006/relationships/customXml" Target="../ink/ink78.xml"/><Relationship Id="rId176" Type="http://schemas.openxmlformats.org/officeDocument/2006/relationships/image" Target="../media/image88.png"/><Relationship Id="rId197" Type="http://schemas.openxmlformats.org/officeDocument/2006/relationships/customXml" Target="../ink/ink99.xml"/><Relationship Id="rId201" Type="http://schemas.openxmlformats.org/officeDocument/2006/relationships/customXml" Target="../ink/ink101.xml"/><Relationship Id="rId17" Type="http://schemas.openxmlformats.org/officeDocument/2006/relationships/customXml" Target="../ink/ink9.xml"/><Relationship Id="rId38" Type="http://schemas.openxmlformats.org/officeDocument/2006/relationships/image" Target="../media/image19.png"/><Relationship Id="rId59" Type="http://schemas.openxmlformats.org/officeDocument/2006/relationships/customXml" Target="../ink/ink30.xml"/><Relationship Id="rId103" Type="http://schemas.openxmlformats.org/officeDocument/2006/relationships/customXml" Target="../ink/ink52.xml"/><Relationship Id="rId124" Type="http://schemas.openxmlformats.org/officeDocument/2006/relationships/image" Target="../media/image62.png"/><Relationship Id="rId70" Type="http://schemas.openxmlformats.org/officeDocument/2006/relationships/image" Target="../media/image35.png"/><Relationship Id="rId91" Type="http://schemas.openxmlformats.org/officeDocument/2006/relationships/customXml" Target="../ink/ink46.xml"/><Relationship Id="rId145" Type="http://schemas.openxmlformats.org/officeDocument/2006/relationships/customXml" Target="../ink/ink73.xml"/><Relationship Id="rId166" Type="http://schemas.openxmlformats.org/officeDocument/2006/relationships/image" Target="../media/image83.png"/><Relationship Id="rId187" Type="http://schemas.openxmlformats.org/officeDocument/2006/relationships/customXml" Target="../ink/ink94.xml"/><Relationship Id="rId1" Type="http://schemas.openxmlformats.org/officeDocument/2006/relationships/slideLayout" Target="../slideLayouts/slideLayout3.xml"/><Relationship Id="rId212" Type="http://schemas.openxmlformats.org/officeDocument/2006/relationships/image" Target="../media/image106.png"/><Relationship Id="rId28" Type="http://schemas.openxmlformats.org/officeDocument/2006/relationships/image" Target="../media/image14.png"/><Relationship Id="rId49" Type="http://schemas.openxmlformats.org/officeDocument/2006/relationships/customXml" Target="../ink/ink25.xml"/><Relationship Id="rId114" Type="http://schemas.openxmlformats.org/officeDocument/2006/relationships/image" Target="../media/image57.png"/><Relationship Id="rId60" Type="http://schemas.openxmlformats.org/officeDocument/2006/relationships/image" Target="../media/image30.png"/><Relationship Id="rId81" Type="http://schemas.openxmlformats.org/officeDocument/2006/relationships/customXml" Target="../ink/ink41.xml"/><Relationship Id="rId135" Type="http://schemas.openxmlformats.org/officeDocument/2006/relationships/customXml" Target="../ink/ink68.xml"/><Relationship Id="rId156" Type="http://schemas.openxmlformats.org/officeDocument/2006/relationships/image" Target="../media/image78.png"/><Relationship Id="rId177" Type="http://schemas.openxmlformats.org/officeDocument/2006/relationships/customXml" Target="../ink/ink89.xml"/><Relationship Id="rId198" Type="http://schemas.openxmlformats.org/officeDocument/2006/relationships/image" Target="../media/image99.png"/><Relationship Id="rId202" Type="http://schemas.openxmlformats.org/officeDocument/2006/relationships/image" Target="../media/image101.png"/><Relationship Id="rId18" Type="http://schemas.openxmlformats.org/officeDocument/2006/relationships/image" Target="../media/image9.png"/><Relationship Id="rId39" Type="http://schemas.openxmlformats.org/officeDocument/2006/relationships/customXml" Target="../ink/ink20.xml"/><Relationship Id="rId50" Type="http://schemas.openxmlformats.org/officeDocument/2006/relationships/image" Target="../media/image25.png"/><Relationship Id="rId104" Type="http://schemas.openxmlformats.org/officeDocument/2006/relationships/image" Target="../media/image52.png"/><Relationship Id="rId125" Type="http://schemas.openxmlformats.org/officeDocument/2006/relationships/customXml" Target="../ink/ink63.xml"/><Relationship Id="rId146" Type="http://schemas.openxmlformats.org/officeDocument/2006/relationships/image" Target="../media/image73.png"/><Relationship Id="rId167" Type="http://schemas.openxmlformats.org/officeDocument/2006/relationships/customXml" Target="../ink/ink84.xml"/><Relationship Id="rId188" Type="http://schemas.openxmlformats.org/officeDocument/2006/relationships/image" Target="../media/image94.png"/><Relationship Id="rId71" Type="http://schemas.openxmlformats.org/officeDocument/2006/relationships/customXml" Target="../ink/ink36.xml"/><Relationship Id="rId92" Type="http://schemas.openxmlformats.org/officeDocument/2006/relationships/image" Target="../media/image46.png"/><Relationship Id="rId213" Type="http://schemas.openxmlformats.org/officeDocument/2006/relationships/customXml" Target="../ink/ink107.xml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15.xml"/><Relationship Id="rId40" Type="http://schemas.openxmlformats.org/officeDocument/2006/relationships/image" Target="../media/image20.png"/><Relationship Id="rId115" Type="http://schemas.openxmlformats.org/officeDocument/2006/relationships/customXml" Target="../ink/ink58.xml"/><Relationship Id="rId136" Type="http://schemas.openxmlformats.org/officeDocument/2006/relationships/image" Target="../media/image68.png"/><Relationship Id="rId157" Type="http://schemas.openxmlformats.org/officeDocument/2006/relationships/customXml" Target="../ink/ink79.xml"/><Relationship Id="rId178" Type="http://schemas.openxmlformats.org/officeDocument/2006/relationships/image" Target="../media/image89.png"/><Relationship Id="rId61" Type="http://schemas.openxmlformats.org/officeDocument/2006/relationships/customXml" Target="../ink/ink31.xml"/><Relationship Id="rId82" Type="http://schemas.openxmlformats.org/officeDocument/2006/relationships/image" Target="../media/image41.png"/><Relationship Id="rId199" Type="http://schemas.openxmlformats.org/officeDocument/2006/relationships/customXml" Target="../ink/ink100.xml"/><Relationship Id="rId203" Type="http://schemas.openxmlformats.org/officeDocument/2006/relationships/customXml" Target="../ink/ink10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0.png"/><Relationship Id="rId5" Type="http://schemas.openxmlformats.org/officeDocument/2006/relationships/customXml" Target="../ink/ink110.xml"/><Relationship Id="rId4" Type="http://schemas.openxmlformats.org/officeDocument/2006/relationships/image" Target="../media/image210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2.xml"/><Relationship Id="rId21" Type="http://schemas.openxmlformats.org/officeDocument/2006/relationships/customXml" Target="../ink/ink120.xml"/><Relationship Id="rId42" Type="http://schemas.openxmlformats.org/officeDocument/2006/relationships/image" Target="../media/image127.png"/><Relationship Id="rId63" Type="http://schemas.openxmlformats.org/officeDocument/2006/relationships/customXml" Target="../ink/ink141.xml"/><Relationship Id="rId84" Type="http://schemas.openxmlformats.org/officeDocument/2006/relationships/customXml" Target="../ink/ink153.xml"/><Relationship Id="rId138" Type="http://schemas.openxmlformats.org/officeDocument/2006/relationships/customXml" Target="../ink/ink185.xml"/><Relationship Id="rId107" Type="http://schemas.openxmlformats.org/officeDocument/2006/relationships/image" Target="../media/image156.png"/><Relationship Id="rId11" Type="http://schemas.openxmlformats.org/officeDocument/2006/relationships/customXml" Target="../ink/ink115.xml"/><Relationship Id="rId32" Type="http://schemas.openxmlformats.org/officeDocument/2006/relationships/image" Target="../media/image122.png"/><Relationship Id="rId37" Type="http://schemas.openxmlformats.org/officeDocument/2006/relationships/customXml" Target="../ink/ink128.xml"/><Relationship Id="rId53" Type="http://schemas.openxmlformats.org/officeDocument/2006/relationships/customXml" Target="../ink/ink136.xml"/><Relationship Id="rId58" Type="http://schemas.openxmlformats.org/officeDocument/2006/relationships/image" Target="../media/image135.png"/><Relationship Id="rId74" Type="http://schemas.openxmlformats.org/officeDocument/2006/relationships/customXml" Target="../ink/ink148.xml"/><Relationship Id="rId79" Type="http://schemas.openxmlformats.org/officeDocument/2006/relationships/image" Target="../media/image144.png"/><Relationship Id="rId102" Type="http://schemas.openxmlformats.org/officeDocument/2006/relationships/customXml" Target="../ink/ink164.xml"/><Relationship Id="rId123" Type="http://schemas.openxmlformats.org/officeDocument/2006/relationships/customXml" Target="../ink/ink176.xml"/><Relationship Id="rId128" Type="http://schemas.openxmlformats.org/officeDocument/2006/relationships/image" Target="../media/image164.png"/><Relationship Id="rId5" Type="http://schemas.openxmlformats.org/officeDocument/2006/relationships/customXml" Target="../ink/ink112.xml"/><Relationship Id="rId90" Type="http://schemas.openxmlformats.org/officeDocument/2006/relationships/customXml" Target="../ink/ink156.xml"/><Relationship Id="rId95" Type="http://schemas.openxmlformats.org/officeDocument/2006/relationships/customXml" Target="../ink/ink159.xml"/><Relationship Id="rId22" Type="http://schemas.openxmlformats.org/officeDocument/2006/relationships/image" Target="../media/image117.png"/><Relationship Id="rId27" Type="http://schemas.openxmlformats.org/officeDocument/2006/relationships/customXml" Target="../ink/ink123.xml"/><Relationship Id="rId43" Type="http://schemas.openxmlformats.org/officeDocument/2006/relationships/customXml" Target="../ink/ink131.xml"/><Relationship Id="rId48" Type="http://schemas.openxmlformats.org/officeDocument/2006/relationships/image" Target="../media/image130.png"/><Relationship Id="rId64" Type="http://schemas.openxmlformats.org/officeDocument/2006/relationships/image" Target="../media/image138.png"/><Relationship Id="rId69" Type="http://schemas.openxmlformats.org/officeDocument/2006/relationships/customXml" Target="../ink/ink145.xml"/><Relationship Id="rId113" Type="http://schemas.openxmlformats.org/officeDocument/2006/relationships/customXml" Target="../ink/ink170.xml"/><Relationship Id="rId118" Type="http://schemas.openxmlformats.org/officeDocument/2006/relationships/image" Target="../media/image161.png"/><Relationship Id="rId134" Type="http://schemas.openxmlformats.org/officeDocument/2006/relationships/customXml" Target="../ink/ink183.xml"/><Relationship Id="rId139" Type="http://schemas.openxmlformats.org/officeDocument/2006/relationships/image" Target="../media/image169.png"/><Relationship Id="rId80" Type="http://schemas.openxmlformats.org/officeDocument/2006/relationships/customXml" Target="../ink/ink151.xml"/><Relationship Id="rId85" Type="http://schemas.openxmlformats.org/officeDocument/2006/relationships/image" Target="../media/image147.png"/><Relationship Id="rId12" Type="http://schemas.openxmlformats.org/officeDocument/2006/relationships/image" Target="../media/image112.png"/><Relationship Id="rId17" Type="http://schemas.openxmlformats.org/officeDocument/2006/relationships/customXml" Target="../ink/ink118.xml"/><Relationship Id="rId33" Type="http://schemas.openxmlformats.org/officeDocument/2006/relationships/customXml" Target="../ink/ink126.xml"/><Relationship Id="rId38" Type="http://schemas.openxmlformats.org/officeDocument/2006/relationships/image" Target="../media/image125.png"/><Relationship Id="rId59" Type="http://schemas.openxmlformats.org/officeDocument/2006/relationships/customXml" Target="../ink/ink139.xml"/><Relationship Id="rId103" Type="http://schemas.openxmlformats.org/officeDocument/2006/relationships/image" Target="../media/image154.png"/><Relationship Id="rId108" Type="http://schemas.openxmlformats.org/officeDocument/2006/relationships/customXml" Target="../ink/ink167.xml"/><Relationship Id="rId124" Type="http://schemas.openxmlformats.org/officeDocument/2006/relationships/customXml" Target="../ink/ink177.xml"/><Relationship Id="rId129" Type="http://schemas.openxmlformats.org/officeDocument/2006/relationships/customXml" Target="../ink/ink180.xml"/><Relationship Id="rId54" Type="http://schemas.openxmlformats.org/officeDocument/2006/relationships/image" Target="../media/image133.png"/><Relationship Id="rId70" Type="http://schemas.openxmlformats.org/officeDocument/2006/relationships/image" Target="../media/image140.png"/><Relationship Id="rId75" Type="http://schemas.openxmlformats.org/officeDocument/2006/relationships/image" Target="../media/image142.png"/><Relationship Id="rId91" Type="http://schemas.openxmlformats.org/officeDocument/2006/relationships/image" Target="../media/image150.png"/><Relationship Id="rId96" Type="http://schemas.openxmlformats.org/officeDocument/2006/relationships/customXml" Target="../ink/ink160.xml"/><Relationship Id="rId140" Type="http://schemas.openxmlformats.org/officeDocument/2006/relationships/customXml" Target="../ink/ink18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9.png"/><Relationship Id="rId23" Type="http://schemas.openxmlformats.org/officeDocument/2006/relationships/customXml" Target="../ink/ink121.xml"/><Relationship Id="rId28" Type="http://schemas.openxmlformats.org/officeDocument/2006/relationships/image" Target="../media/image120.png"/><Relationship Id="rId49" Type="http://schemas.openxmlformats.org/officeDocument/2006/relationships/customXml" Target="../ink/ink134.xml"/><Relationship Id="rId114" Type="http://schemas.openxmlformats.org/officeDocument/2006/relationships/image" Target="../media/image159.png"/><Relationship Id="rId119" Type="http://schemas.openxmlformats.org/officeDocument/2006/relationships/customXml" Target="../ink/ink173.xml"/><Relationship Id="rId44" Type="http://schemas.openxmlformats.org/officeDocument/2006/relationships/image" Target="../media/image128.png"/><Relationship Id="rId60" Type="http://schemas.openxmlformats.org/officeDocument/2006/relationships/image" Target="../media/image136.png"/><Relationship Id="rId65" Type="http://schemas.openxmlformats.org/officeDocument/2006/relationships/customXml" Target="../ink/ink142.xml"/><Relationship Id="rId81" Type="http://schemas.openxmlformats.org/officeDocument/2006/relationships/image" Target="../media/image145.png"/><Relationship Id="rId86" Type="http://schemas.openxmlformats.org/officeDocument/2006/relationships/customXml" Target="../ink/ink154.xml"/><Relationship Id="rId130" Type="http://schemas.openxmlformats.org/officeDocument/2006/relationships/image" Target="../media/image165.png"/><Relationship Id="rId135" Type="http://schemas.openxmlformats.org/officeDocument/2006/relationships/image" Target="../media/image167.png"/><Relationship Id="rId13" Type="http://schemas.openxmlformats.org/officeDocument/2006/relationships/customXml" Target="../ink/ink116.xml"/><Relationship Id="rId18" Type="http://schemas.openxmlformats.org/officeDocument/2006/relationships/image" Target="../media/image115.png"/><Relationship Id="rId39" Type="http://schemas.openxmlformats.org/officeDocument/2006/relationships/customXml" Target="../ink/ink129.xml"/><Relationship Id="rId109" Type="http://schemas.openxmlformats.org/officeDocument/2006/relationships/image" Target="../media/image157.png"/><Relationship Id="rId34" Type="http://schemas.openxmlformats.org/officeDocument/2006/relationships/image" Target="../media/image123.png"/><Relationship Id="rId50" Type="http://schemas.openxmlformats.org/officeDocument/2006/relationships/image" Target="../media/image131.png"/><Relationship Id="rId55" Type="http://schemas.openxmlformats.org/officeDocument/2006/relationships/customXml" Target="../ink/ink137.xml"/><Relationship Id="rId76" Type="http://schemas.openxmlformats.org/officeDocument/2006/relationships/customXml" Target="../ink/ink149.xml"/><Relationship Id="rId97" Type="http://schemas.openxmlformats.org/officeDocument/2006/relationships/image" Target="../media/image152.png"/><Relationship Id="rId104" Type="http://schemas.openxmlformats.org/officeDocument/2006/relationships/customXml" Target="../ink/ink165.xml"/><Relationship Id="rId120" Type="http://schemas.openxmlformats.org/officeDocument/2006/relationships/image" Target="../media/image162.png"/><Relationship Id="rId125" Type="http://schemas.openxmlformats.org/officeDocument/2006/relationships/customXml" Target="../ink/ink178.xml"/><Relationship Id="rId141" Type="http://schemas.openxmlformats.org/officeDocument/2006/relationships/image" Target="../media/image170.png"/><Relationship Id="rId7" Type="http://schemas.openxmlformats.org/officeDocument/2006/relationships/customXml" Target="../ink/ink113.xml"/><Relationship Id="rId71" Type="http://schemas.openxmlformats.org/officeDocument/2006/relationships/customXml" Target="../ink/ink146.xml"/><Relationship Id="rId92" Type="http://schemas.openxmlformats.org/officeDocument/2006/relationships/customXml" Target="../ink/ink157.xml"/><Relationship Id="rId2" Type="http://schemas.openxmlformats.org/officeDocument/2006/relationships/notesSlide" Target="../notesSlides/notesSlide6.xml"/><Relationship Id="rId29" Type="http://schemas.openxmlformats.org/officeDocument/2006/relationships/customXml" Target="../ink/ink124.xml"/><Relationship Id="rId24" Type="http://schemas.openxmlformats.org/officeDocument/2006/relationships/image" Target="../media/image118.png"/><Relationship Id="rId40" Type="http://schemas.openxmlformats.org/officeDocument/2006/relationships/image" Target="../media/image126.png"/><Relationship Id="rId45" Type="http://schemas.openxmlformats.org/officeDocument/2006/relationships/customXml" Target="../ink/ink132.xml"/><Relationship Id="rId66" Type="http://schemas.openxmlformats.org/officeDocument/2006/relationships/image" Target="../media/image139.png"/><Relationship Id="rId87" Type="http://schemas.openxmlformats.org/officeDocument/2006/relationships/image" Target="../media/image148.png"/><Relationship Id="rId110" Type="http://schemas.openxmlformats.org/officeDocument/2006/relationships/customXml" Target="../ink/ink168.xml"/><Relationship Id="rId115" Type="http://schemas.openxmlformats.org/officeDocument/2006/relationships/customXml" Target="../ink/ink171.xml"/><Relationship Id="rId131" Type="http://schemas.openxmlformats.org/officeDocument/2006/relationships/customXml" Target="../ink/ink181.xml"/><Relationship Id="rId136" Type="http://schemas.openxmlformats.org/officeDocument/2006/relationships/customXml" Target="../ink/ink184.xml"/><Relationship Id="rId61" Type="http://schemas.openxmlformats.org/officeDocument/2006/relationships/customXml" Target="../ink/ink140.xml"/><Relationship Id="rId82" Type="http://schemas.openxmlformats.org/officeDocument/2006/relationships/customXml" Target="../ink/ink152.xml"/><Relationship Id="rId19" Type="http://schemas.openxmlformats.org/officeDocument/2006/relationships/customXml" Target="../ink/ink119.xml"/><Relationship Id="rId14" Type="http://schemas.openxmlformats.org/officeDocument/2006/relationships/image" Target="../media/image113.png"/><Relationship Id="rId30" Type="http://schemas.openxmlformats.org/officeDocument/2006/relationships/image" Target="../media/image121.png"/><Relationship Id="rId35" Type="http://schemas.openxmlformats.org/officeDocument/2006/relationships/customXml" Target="../ink/ink127.xml"/><Relationship Id="rId56" Type="http://schemas.openxmlformats.org/officeDocument/2006/relationships/image" Target="../media/image134.png"/><Relationship Id="rId77" Type="http://schemas.openxmlformats.org/officeDocument/2006/relationships/image" Target="../media/image143.png"/><Relationship Id="rId100" Type="http://schemas.openxmlformats.org/officeDocument/2006/relationships/image" Target="../media/image153.png"/><Relationship Id="rId105" Type="http://schemas.openxmlformats.org/officeDocument/2006/relationships/image" Target="../media/image155.png"/><Relationship Id="rId126" Type="http://schemas.openxmlformats.org/officeDocument/2006/relationships/image" Target="../media/image163.png"/><Relationship Id="rId8" Type="http://schemas.openxmlformats.org/officeDocument/2006/relationships/image" Target="../media/image110.png"/><Relationship Id="rId51" Type="http://schemas.openxmlformats.org/officeDocument/2006/relationships/customXml" Target="../ink/ink135.xml"/><Relationship Id="rId72" Type="http://schemas.openxmlformats.org/officeDocument/2006/relationships/image" Target="../media/image141.png"/><Relationship Id="rId93" Type="http://schemas.openxmlformats.org/officeDocument/2006/relationships/customXml" Target="../ink/ink158.xml"/><Relationship Id="rId98" Type="http://schemas.openxmlformats.org/officeDocument/2006/relationships/customXml" Target="../ink/ink161.xml"/><Relationship Id="rId121" Type="http://schemas.openxmlformats.org/officeDocument/2006/relationships/customXml" Target="../ink/ink174.xml"/><Relationship Id="rId142" Type="http://schemas.openxmlformats.org/officeDocument/2006/relationships/customXml" Target="../ink/ink187.xml"/><Relationship Id="rId3" Type="http://schemas.openxmlformats.org/officeDocument/2006/relationships/customXml" Target="../ink/ink111.xml"/><Relationship Id="rId25" Type="http://schemas.openxmlformats.org/officeDocument/2006/relationships/customXml" Target="../ink/ink122.xml"/><Relationship Id="rId46" Type="http://schemas.openxmlformats.org/officeDocument/2006/relationships/image" Target="../media/image129.png"/><Relationship Id="rId67" Type="http://schemas.openxmlformats.org/officeDocument/2006/relationships/customXml" Target="../ink/ink143.xml"/><Relationship Id="rId116" Type="http://schemas.openxmlformats.org/officeDocument/2006/relationships/image" Target="../media/image160.png"/><Relationship Id="rId137" Type="http://schemas.openxmlformats.org/officeDocument/2006/relationships/image" Target="../media/image168.png"/><Relationship Id="rId20" Type="http://schemas.openxmlformats.org/officeDocument/2006/relationships/image" Target="../media/image116.png"/><Relationship Id="rId41" Type="http://schemas.openxmlformats.org/officeDocument/2006/relationships/customXml" Target="../ink/ink130.xml"/><Relationship Id="rId62" Type="http://schemas.openxmlformats.org/officeDocument/2006/relationships/image" Target="../media/image137.png"/><Relationship Id="rId83" Type="http://schemas.openxmlformats.org/officeDocument/2006/relationships/image" Target="../media/image146.png"/><Relationship Id="rId88" Type="http://schemas.openxmlformats.org/officeDocument/2006/relationships/customXml" Target="../ink/ink155.xml"/><Relationship Id="rId111" Type="http://schemas.openxmlformats.org/officeDocument/2006/relationships/customXml" Target="../ink/ink169.xml"/><Relationship Id="rId132" Type="http://schemas.openxmlformats.org/officeDocument/2006/relationships/customXml" Target="../ink/ink182.xml"/><Relationship Id="rId15" Type="http://schemas.openxmlformats.org/officeDocument/2006/relationships/customXml" Target="../ink/ink117.xml"/><Relationship Id="rId36" Type="http://schemas.openxmlformats.org/officeDocument/2006/relationships/image" Target="../media/image124.png"/><Relationship Id="rId57" Type="http://schemas.openxmlformats.org/officeDocument/2006/relationships/customXml" Target="../ink/ink138.xml"/><Relationship Id="rId106" Type="http://schemas.openxmlformats.org/officeDocument/2006/relationships/customXml" Target="../ink/ink166.xml"/><Relationship Id="rId127" Type="http://schemas.openxmlformats.org/officeDocument/2006/relationships/customXml" Target="../ink/ink179.xml"/><Relationship Id="rId10" Type="http://schemas.openxmlformats.org/officeDocument/2006/relationships/image" Target="../media/image111.png"/><Relationship Id="rId31" Type="http://schemas.openxmlformats.org/officeDocument/2006/relationships/customXml" Target="../ink/ink125.xml"/><Relationship Id="rId52" Type="http://schemas.openxmlformats.org/officeDocument/2006/relationships/image" Target="../media/image132.png"/><Relationship Id="rId73" Type="http://schemas.openxmlformats.org/officeDocument/2006/relationships/customXml" Target="../ink/ink147.xml"/><Relationship Id="rId78" Type="http://schemas.openxmlformats.org/officeDocument/2006/relationships/customXml" Target="../ink/ink150.xml"/><Relationship Id="rId94" Type="http://schemas.openxmlformats.org/officeDocument/2006/relationships/image" Target="../media/image151.png"/><Relationship Id="rId99" Type="http://schemas.openxmlformats.org/officeDocument/2006/relationships/customXml" Target="../ink/ink162.xml"/><Relationship Id="rId101" Type="http://schemas.openxmlformats.org/officeDocument/2006/relationships/customXml" Target="../ink/ink163.xml"/><Relationship Id="rId122" Type="http://schemas.openxmlformats.org/officeDocument/2006/relationships/customXml" Target="../ink/ink175.xml"/><Relationship Id="rId143" Type="http://schemas.openxmlformats.org/officeDocument/2006/relationships/image" Target="../media/image171.png"/><Relationship Id="rId4" Type="http://schemas.openxmlformats.org/officeDocument/2006/relationships/image" Target="../media/image300.png"/><Relationship Id="rId9" Type="http://schemas.openxmlformats.org/officeDocument/2006/relationships/customXml" Target="../ink/ink114.xml"/><Relationship Id="rId26" Type="http://schemas.openxmlformats.org/officeDocument/2006/relationships/image" Target="../media/image119.png"/><Relationship Id="rId47" Type="http://schemas.openxmlformats.org/officeDocument/2006/relationships/customXml" Target="../ink/ink133.xml"/><Relationship Id="rId68" Type="http://schemas.openxmlformats.org/officeDocument/2006/relationships/customXml" Target="../ink/ink144.xml"/><Relationship Id="rId89" Type="http://schemas.openxmlformats.org/officeDocument/2006/relationships/image" Target="../media/image149.png"/><Relationship Id="rId112" Type="http://schemas.openxmlformats.org/officeDocument/2006/relationships/image" Target="../media/image158.png"/><Relationship Id="rId133" Type="http://schemas.openxmlformats.org/officeDocument/2006/relationships/image" Target="../media/image166.png"/><Relationship Id="rId16" Type="http://schemas.openxmlformats.org/officeDocument/2006/relationships/image" Target="../media/image1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93.xml"/><Relationship Id="rId18" Type="http://schemas.openxmlformats.org/officeDocument/2006/relationships/image" Target="../media/image177.png"/><Relationship Id="rId26" Type="http://schemas.openxmlformats.org/officeDocument/2006/relationships/image" Target="../media/image181.png"/><Relationship Id="rId39" Type="http://schemas.openxmlformats.org/officeDocument/2006/relationships/customXml" Target="../ink/ink206.xml"/><Relationship Id="rId21" Type="http://schemas.openxmlformats.org/officeDocument/2006/relationships/customXml" Target="../ink/ink197.xml"/><Relationship Id="rId34" Type="http://schemas.openxmlformats.org/officeDocument/2006/relationships/image" Target="../media/image185.png"/><Relationship Id="rId42" Type="http://schemas.openxmlformats.org/officeDocument/2006/relationships/image" Target="../media/image189.png"/><Relationship Id="rId7" Type="http://schemas.openxmlformats.org/officeDocument/2006/relationships/customXml" Target="../ink/ink190.xml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76.png"/><Relationship Id="rId20" Type="http://schemas.openxmlformats.org/officeDocument/2006/relationships/image" Target="../media/image178.png"/><Relationship Id="rId29" Type="http://schemas.openxmlformats.org/officeDocument/2006/relationships/customXml" Target="../ink/ink201.xml"/><Relationship Id="rId41" Type="http://schemas.openxmlformats.org/officeDocument/2006/relationships/customXml" Target="../ink/ink20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0.png"/><Relationship Id="rId11" Type="http://schemas.openxmlformats.org/officeDocument/2006/relationships/customXml" Target="../ink/ink192.xml"/><Relationship Id="rId24" Type="http://schemas.openxmlformats.org/officeDocument/2006/relationships/image" Target="../media/image180.png"/><Relationship Id="rId32" Type="http://schemas.openxmlformats.org/officeDocument/2006/relationships/image" Target="../media/image184.png"/><Relationship Id="rId37" Type="http://schemas.openxmlformats.org/officeDocument/2006/relationships/customXml" Target="../ink/ink205.xml"/><Relationship Id="rId40" Type="http://schemas.openxmlformats.org/officeDocument/2006/relationships/image" Target="../media/image188.png"/><Relationship Id="rId5" Type="http://schemas.openxmlformats.org/officeDocument/2006/relationships/customXml" Target="../ink/ink189.xml"/><Relationship Id="rId15" Type="http://schemas.openxmlformats.org/officeDocument/2006/relationships/customXml" Target="../ink/ink194.xml"/><Relationship Id="rId23" Type="http://schemas.openxmlformats.org/officeDocument/2006/relationships/customXml" Target="../ink/ink198.xml"/><Relationship Id="rId28" Type="http://schemas.openxmlformats.org/officeDocument/2006/relationships/image" Target="../media/image182.png"/><Relationship Id="rId36" Type="http://schemas.openxmlformats.org/officeDocument/2006/relationships/image" Target="../media/image186.png"/><Relationship Id="rId10" Type="http://schemas.openxmlformats.org/officeDocument/2006/relationships/image" Target="../media/image173.png"/><Relationship Id="rId19" Type="http://schemas.openxmlformats.org/officeDocument/2006/relationships/customXml" Target="../ink/ink196.xml"/><Relationship Id="rId31" Type="http://schemas.openxmlformats.org/officeDocument/2006/relationships/customXml" Target="../ink/ink202.xml"/><Relationship Id="rId44" Type="http://schemas.openxmlformats.org/officeDocument/2006/relationships/image" Target="../media/image190.png"/><Relationship Id="rId4" Type="http://schemas.openxmlformats.org/officeDocument/2006/relationships/image" Target="../media/image410.png"/><Relationship Id="rId9" Type="http://schemas.openxmlformats.org/officeDocument/2006/relationships/customXml" Target="../ink/ink191.xml"/><Relationship Id="rId14" Type="http://schemas.openxmlformats.org/officeDocument/2006/relationships/image" Target="../media/image175.png"/><Relationship Id="rId22" Type="http://schemas.openxmlformats.org/officeDocument/2006/relationships/image" Target="../media/image179.png"/><Relationship Id="rId27" Type="http://schemas.openxmlformats.org/officeDocument/2006/relationships/customXml" Target="../ink/ink200.xml"/><Relationship Id="rId30" Type="http://schemas.openxmlformats.org/officeDocument/2006/relationships/image" Target="../media/image183.png"/><Relationship Id="rId35" Type="http://schemas.openxmlformats.org/officeDocument/2006/relationships/customXml" Target="../ink/ink204.xml"/><Relationship Id="rId43" Type="http://schemas.openxmlformats.org/officeDocument/2006/relationships/customXml" Target="../ink/ink208.xml"/><Relationship Id="rId8" Type="http://schemas.openxmlformats.org/officeDocument/2006/relationships/image" Target="../media/image172.png"/><Relationship Id="rId3" Type="http://schemas.openxmlformats.org/officeDocument/2006/relationships/customXml" Target="../ink/ink188.xml"/><Relationship Id="rId12" Type="http://schemas.openxmlformats.org/officeDocument/2006/relationships/image" Target="../media/image174.png"/><Relationship Id="rId17" Type="http://schemas.openxmlformats.org/officeDocument/2006/relationships/customXml" Target="../ink/ink195.xml"/><Relationship Id="rId25" Type="http://schemas.openxmlformats.org/officeDocument/2006/relationships/customXml" Target="../ink/ink199.xml"/><Relationship Id="rId33" Type="http://schemas.openxmlformats.org/officeDocument/2006/relationships/customXml" Target="../ink/ink203.xml"/><Relationship Id="rId38" Type="http://schemas.openxmlformats.org/officeDocument/2006/relationships/image" Target="../media/image18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0.png"/><Relationship Id="rId3" Type="http://schemas.openxmlformats.org/officeDocument/2006/relationships/customXml" Target="../ink/ink209.xml"/><Relationship Id="rId7" Type="http://schemas.openxmlformats.org/officeDocument/2006/relationships/customXml" Target="../ink/ink2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10.png"/><Relationship Id="rId5" Type="http://schemas.openxmlformats.org/officeDocument/2006/relationships/customXml" Target="../ink/ink210.xml"/><Relationship Id="rId4" Type="http://schemas.openxmlformats.org/officeDocument/2006/relationships/image" Target="../media/image6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70.xml"/><Relationship Id="rId21" Type="http://schemas.openxmlformats.org/officeDocument/2006/relationships/customXml" Target="../ink/ink222.xml"/><Relationship Id="rId63" Type="http://schemas.openxmlformats.org/officeDocument/2006/relationships/customXml" Target="../ink/ink243.xml"/><Relationship Id="rId159" Type="http://schemas.openxmlformats.org/officeDocument/2006/relationships/customXml" Target="../ink/ink291.xml"/><Relationship Id="rId170" Type="http://schemas.openxmlformats.org/officeDocument/2006/relationships/image" Target="../media/image275.png"/><Relationship Id="rId226" Type="http://schemas.openxmlformats.org/officeDocument/2006/relationships/customXml" Target="../ink/ink326.xml"/><Relationship Id="rId268" Type="http://schemas.openxmlformats.org/officeDocument/2006/relationships/image" Target="../media/image324.png"/><Relationship Id="rId32" Type="http://schemas.openxmlformats.org/officeDocument/2006/relationships/image" Target="../media/image205.png"/><Relationship Id="rId74" Type="http://schemas.openxmlformats.org/officeDocument/2006/relationships/image" Target="../media/image227.png"/><Relationship Id="rId128" Type="http://schemas.openxmlformats.org/officeDocument/2006/relationships/image" Target="../media/image254.png"/><Relationship Id="rId5" Type="http://schemas.openxmlformats.org/officeDocument/2006/relationships/customXml" Target="../ink/ink214.xml"/><Relationship Id="rId181" Type="http://schemas.openxmlformats.org/officeDocument/2006/relationships/customXml" Target="../ink/ink302.xml"/><Relationship Id="rId237" Type="http://schemas.openxmlformats.org/officeDocument/2006/relationships/image" Target="../media/image308.png"/><Relationship Id="rId279" Type="http://schemas.openxmlformats.org/officeDocument/2006/relationships/customXml" Target="../ink/ink353.xml"/><Relationship Id="rId43" Type="http://schemas.openxmlformats.org/officeDocument/2006/relationships/customXml" Target="../ink/ink233.xml"/><Relationship Id="rId139" Type="http://schemas.openxmlformats.org/officeDocument/2006/relationships/customXml" Target="../ink/ink281.xml"/><Relationship Id="rId290" Type="http://schemas.openxmlformats.org/officeDocument/2006/relationships/image" Target="../media/image335.png"/><Relationship Id="rId85" Type="http://schemas.openxmlformats.org/officeDocument/2006/relationships/customXml" Target="../ink/ink254.xml"/><Relationship Id="rId150" Type="http://schemas.openxmlformats.org/officeDocument/2006/relationships/image" Target="../media/image265.png"/><Relationship Id="rId192" Type="http://schemas.openxmlformats.org/officeDocument/2006/relationships/image" Target="../media/image286.png"/><Relationship Id="rId206" Type="http://schemas.openxmlformats.org/officeDocument/2006/relationships/customXml" Target="../ink/ink315.xml"/><Relationship Id="rId248" Type="http://schemas.openxmlformats.org/officeDocument/2006/relationships/customXml" Target="../ink/ink337.xml"/><Relationship Id="rId12" Type="http://schemas.openxmlformats.org/officeDocument/2006/relationships/image" Target="../media/image195.png"/><Relationship Id="rId33" Type="http://schemas.openxmlformats.org/officeDocument/2006/relationships/customXml" Target="../ink/ink228.xml"/><Relationship Id="rId108" Type="http://schemas.openxmlformats.org/officeDocument/2006/relationships/image" Target="../media/image244.png"/><Relationship Id="rId129" Type="http://schemas.openxmlformats.org/officeDocument/2006/relationships/customXml" Target="../ink/ink276.xml"/><Relationship Id="rId280" Type="http://schemas.openxmlformats.org/officeDocument/2006/relationships/image" Target="../media/image330.png"/><Relationship Id="rId54" Type="http://schemas.openxmlformats.org/officeDocument/2006/relationships/image" Target="../media/image217.png"/><Relationship Id="rId75" Type="http://schemas.openxmlformats.org/officeDocument/2006/relationships/customXml" Target="../ink/ink249.xml"/><Relationship Id="rId96" Type="http://schemas.openxmlformats.org/officeDocument/2006/relationships/image" Target="../media/image238.png"/><Relationship Id="rId140" Type="http://schemas.openxmlformats.org/officeDocument/2006/relationships/image" Target="../media/image260.png"/><Relationship Id="rId161" Type="http://schemas.openxmlformats.org/officeDocument/2006/relationships/customXml" Target="../ink/ink292.xml"/><Relationship Id="rId182" Type="http://schemas.openxmlformats.org/officeDocument/2006/relationships/image" Target="../media/image281.png"/><Relationship Id="rId217" Type="http://schemas.openxmlformats.org/officeDocument/2006/relationships/image" Target="../media/image298.png"/><Relationship Id="rId6" Type="http://schemas.openxmlformats.org/officeDocument/2006/relationships/image" Target="../media/image192.png"/><Relationship Id="rId238" Type="http://schemas.openxmlformats.org/officeDocument/2006/relationships/customXml" Target="../ink/ink332.xml"/><Relationship Id="rId259" Type="http://schemas.openxmlformats.org/officeDocument/2006/relationships/customXml" Target="../ink/ink343.xml"/><Relationship Id="rId23" Type="http://schemas.openxmlformats.org/officeDocument/2006/relationships/customXml" Target="../ink/ink223.xml"/><Relationship Id="rId119" Type="http://schemas.openxmlformats.org/officeDocument/2006/relationships/customXml" Target="../ink/ink271.xml"/><Relationship Id="rId270" Type="http://schemas.openxmlformats.org/officeDocument/2006/relationships/image" Target="../media/image325.png"/><Relationship Id="rId291" Type="http://schemas.openxmlformats.org/officeDocument/2006/relationships/customXml" Target="../ink/ink359.xml"/><Relationship Id="rId44" Type="http://schemas.openxmlformats.org/officeDocument/2006/relationships/image" Target="../media/image212.png"/><Relationship Id="rId65" Type="http://schemas.openxmlformats.org/officeDocument/2006/relationships/customXml" Target="../ink/ink244.xml"/><Relationship Id="rId86" Type="http://schemas.openxmlformats.org/officeDocument/2006/relationships/image" Target="../media/image233.png"/><Relationship Id="rId130" Type="http://schemas.openxmlformats.org/officeDocument/2006/relationships/image" Target="../media/image255.png"/><Relationship Id="rId151" Type="http://schemas.openxmlformats.org/officeDocument/2006/relationships/customXml" Target="../ink/ink287.xml"/><Relationship Id="rId172" Type="http://schemas.openxmlformats.org/officeDocument/2006/relationships/image" Target="../media/image276.png"/><Relationship Id="rId193" Type="http://schemas.openxmlformats.org/officeDocument/2006/relationships/customXml" Target="../ink/ink308.xml"/><Relationship Id="rId207" Type="http://schemas.openxmlformats.org/officeDocument/2006/relationships/image" Target="../media/image293.png"/><Relationship Id="rId228" Type="http://schemas.openxmlformats.org/officeDocument/2006/relationships/customXml" Target="../ink/ink327.xml"/><Relationship Id="rId249" Type="http://schemas.openxmlformats.org/officeDocument/2006/relationships/image" Target="../media/image315.png"/><Relationship Id="rId13" Type="http://schemas.openxmlformats.org/officeDocument/2006/relationships/customXml" Target="../ink/ink218.xml"/><Relationship Id="rId109" Type="http://schemas.openxmlformats.org/officeDocument/2006/relationships/customXml" Target="../ink/ink266.xml"/><Relationship Id="rId260" Type="http://schemas.openxmlformats.org/officeDocument/2006/relationships/image" Target="../media/image320.png"/><Relationship Id="rId281" Type="http://schemas.openxmlformats.org/officeDocument/2006/relationships/customXml" Target="../ink/ink354.xml"/><Relationship Id="rId34" Type="http://schemas.openxmlformats.org/officeDocument/2006/relationships/image" Target="../media/image206.png"/><Relationship Id="rId55" Type="http://schemas.openxmlformats.org/officeDocument/2006/relationships/customXml" Target="../ink/ink239.xml"/><Relationship Id="rId76" Type="http://schemas.openxmlformats.org/officeDocument/2006/relationships/image" Target="../media/image228.png"/><Relationship Id="rId97" Type="http://schemas.openxmlformats.org/officeDocument/2006/relationships/customXml" Target="../ink/ink260.xml"/><Relationship Id="rId120" Type="http://schemas.openxmlformats.org/officeDocument/2006/relationships/image" Target="../media/image250.png"/><Relationship Id="rId141" Type="http://schemas.openxmlformats.org/officeDocument/2006/relationships/customXml" Target="../ink/ink282.xml"/><Relationship Id="rId7" Type="http://schemas.openxmlformats.org/officeDocument/2006/relationships/customXml" Target="../ink/ink215.xml"/><Relationship Id="rId162" Type="http://schemas.openxmlformats.org/officeDocument/2006/relationships/image" Target="../media/image271.png"/><Relationship Id="rId183" Type="http://schemas.openxmlformats.org/officeDocument/2006/relationships/customXml" Target="../ink/ink303.xml"/><Relationship Id="rId218" Type="http://schemas.openxmlformats.org/officeDocument/2006/relationships/customXml" Target="../ink/ink321.xml"/><Relationship Id="rId239" Type="http://schemas.openxmlformats.org/officeDocument/2006/relationships/image" Target="../media/image309.png"/><Relationship Id="rId250" Type="http://schemas.openxmlformats.org/officeDocument/2006/relationships/customXml" Target="../ink/ink338.xml"/><Relationship Id="rId271" Type="http://schemas.openxmlformats.org/officeDocument/2006/relationships/customXml" Target="../ink/ink349.xml"/><Relationship Id="rId292" Type="http://schemas.openxmlformats.org/officeDocument/2006/relationships/image" Target="../media/image336.png"/><Relationship Id="rId24" Type="http://schemas.openxmlformats.org/officeDocument/2006/relationships/image" Target="../media/image201.png"/><Relationship Id="rId45" Type="http://schemas.openxmlformats.org/officeDocument/2006/relationships/customXml" Target="../ink/ink234.xml"/><Relationship Id="rId66" Type="http://schemas.openxmlformats.org/officeDocument/2006/relationships/image" Target="../media/image223.png"/><Relationship Id="rId87" Type="http://schemas.openxmlformats.org/officeDocument/2006/relationships/customXml" Target="../ink/ink255.xml"/><Relationship Id="rId110" Type="http://schemas.openxmlformats.org/officeDocument/2006/relationships/image" Target="../media/image245.png"/><Relationship Id="rId131" Type="http://schemas.openxmlformats.org/officeDocument/2006/relationships/customXml" Target="../ink/ink277.xml"/><Relationship Id="rId152" Type="http://schemas.openxmlformats.org/officeDocument/2006/relationships/image" Target="../media/image266.png"/><Relationship Id="rId173" Type="http://schemas.openxmlformats.org/officeDocument/2006/relationships/customXml" Target="../ink/ink298.xml"/><Relationship Id="rId194" Type="http://schemas.openxmlformats.org/officeDocument/2006/relationships/customXml" Target="../ink/ink309.xml"/><Relationship Id="rId208" Type="http://schemas.openxmlformats.org/officeDocument/2006/relationships/customXml" Target="../ink/ink316.xml"/><Relationship Id="rId229" Type="http://schemas.openxmlformats.org/officeDocument/2006/relationships/image" Target="../media/image304.png"/><Relationship Id="rId240" Type="http://schemas.openxmlformats.org/officeDocument/2006/relationships/customXml" Target="../ink/ink333.xml"/><Relationship Id="rId261" Type="http://schemas.openxmlformats.org/officeDocument/2006/relationships/customXml" Target="../ink/ink344.xml"/><Relationship Id="rId14" Type="http://schemas.openxmlformats.org/officeDocument/2006/relationships/image" Target="../media/image196.png"/><Relationship Id="rId35" Type="http://schemas.openxmlformats.org/officeDocument/2006/relationships/customXml" Target="../ink/ink229.xml"/><Relationship Id="rId56" Type="http://schemas.openxmlformats.org/officeDocument/2006/relationships/image" Target="../media/image218.png"/><Relationship Id="rId77" Type="http://schemas.openxmlformats.org/officeDocument/2006/relationships/customXml" Target="../ink/ink250.xml"/><Relationship Id="rId100" Type="http://schemas.openxmlformats.org/officeDocument/2006/relationships/image" Target="../media/image240.png"/><Relationship Id="rId282" Type="http://schemas.openxmlformats.org/officeDocument/2006/relationships/image" Target="../media/image331.png"/><Relationship Id="rId8" Type="http://schemas.openxmlformats.org/officeDocument/2006/relationships/image" Target="../media/image193.png"/><Relationship Id="rId98" Type="http://schemas.openxmlformats.org/officeDocument/2006/relationships/image" Target="../media/image239.png"/><Relationship Id="rId121" Type="http://schemas.openxmlformats.org/officeDocument/2006/relationships/customXml" Target="../ink/ink272.xml"/><Relationship Id="rId142" Type="http://schemas.openxmlformats.org/officeDocument/2006/relationships/image" Target="../media/image261.png"/><Relationship Id="rId163" Type="http://schemas.openxmlformats.org/officeDocument/2006/relationships/customXml" Target="../ink/ink293.xml"/><Relationship Id="rId184" Type="http://schemas.openxmlformats.org/officeDocument/2006/relationships/image" Target="../media/image282.png"/><Relationship Id="rId219" Type="http://schemas.openxmlformats.org/officeDocument/2006/relationships/customXml" Target="../ink/ink322.xml"/><Relationship Id="rId230" Type="http://schemas.openxmlformats.org/officeDocument/2006/relationships/customXml" Target="../ink/ink328.xml"/><Relationship Id="rId251" Type="http://schemas.openxmlformats.org/officeDocument/2006/relationships/image" Target="../media/image316.png"/><Relationship Id="rId25" Type="http://schemas.openxmlformats.org/officeDocument/2006/relationships/customXml" Target="../ink/ink224.xml"/><Relationship Id="rId46" Type="http://schemas.openxmlformats.org/officeDocument/2006/relationships/image" Target="../media/image213.png"/><Relationship Id="rId67" Type="http://schemas.openxmlformats.org/officeDocument/2006/relationships/customXml" Target="../ink/ink245.xml"/><Relationship Id="rId272" Type="http://schemas.openxmlformats.org/officeDocument/2006/relationships/image" Target="../media/image326.png"/><Relationship Id="rId293" Type="http://schemas.openxmlformats.org/officeDocument/2006/relationships/customXml" Target="../ink/ink360.xml"/><Relationship Id="rId88" Type="http://schemas.openxmlformats.org/officeDocument/2006/relationships/image" Target="../media/image234.png"/><Relationship Id="rId111" Type="http://schemas.openxmlformats.org/officeDocument/2006/relationships/customXml" Target="../ink/ink267.xml"/><Relationship Id="rId132" Type="http://schemas.openxmlformats.org/officeDocument/2006/relationships/image" Target="../media/image256.png"/><Relationship Id="rId153" Type="http://schemas.openxmlformats.org/officeDocument/2006/relationships/customXml" Target="../ink/ink288.xml"/><Relationship Id="rId174" Type="http://schemas.openxmlformats.org/officeDocument/2006/relationships/image" Target="../media/image277.png"/><Relationship Id="rId195" Type="http://schemas.openxmlformats.org/officeDocument/2006/relationships/image" Target="../media/image287.png"/><Relationship Id="rId209" Type="http://schemas.openxmlformats.org/officeDocument/2006/relationships/image" Target="../media/image294.png"/><Relationship Id="rId220" Type="http://schemas.openxmlformats.org/officeDocument/2006/relationships/customXml" Target="../ink/ink323.xml"/><Relationship Id="rId241" Type="http://schemas.openxmlformats.org/officeDocument/2006/relationships/image" Target="../media/image311.png"/><Relationship Id="rId15" Type="http://schemas.openxmlformats.org/officeDocument/2006/relationships/customXml" Target="../ink/ink219.xml"/><Relationship Id="rId36" Type="http://schemas.openxmlformats.org/officeDocument/2006/relationships/image" Target="../media/image207.png"/><Relationship Id="rId57" Type="http://schemas.openxmlformats.org/officeDocument/2006/relationships/customXml" Target="../ink/ink240.xml"/><Relationship Id="rId262" Type="http://schemas.openxmlformats.org/officeDocument/2006/relationships/image" Target="../media/image321.png"/><Relationship Id="rId283" Type="http://schemas.openxmlformats.org/officeDocument/2006/relationships/customXml" Target="../ink/ink355.xml"/><Relationship Id="rId78" Type="http://schemas.openxmlformats.org/officeDocument/2006/relationships/image" Target="../media/image229.png"/><Relationship Id="rId99" Type="http://schemas.openxmlformats.org/officeDocument/2006/relationships/customXml" Target="../ink/ink261.xml"/><Relationship Id="rId101" Type="http://schemas.openxmlformats.org/officeDocument/2006/relationships/customXml" Target="../ink/ink262.xml"/><Relationship Id="rId122" Type="http://schemas.openxmlformats.org/officeDocument/2006/relationships/image" Target="../media/image251.png"/><Relationship Id="rId143" Type="http://schemas.openxmlformats.org/officeDocument/2006/relationships/customXml" Target="../ink/ink283.xml"/><Relationship Id="rId164" Type="http://schemas.openxmlformats.org/officeDocument/2006/relationships/image" Target="../media/image272.png"/><Relationship Id="rId185" Type="http://schemas.openxmlformats.org/officeDocument/2006/relationships/customXml" Target="../ink/ink304.xml"/><Relationship Id="rId9" Type="http://schemas.openxmlformats.org/officeDocument/2006/relationships/customXml" Target="../ink/ink216.xml"/><Relationship Id="rId210" Type="http://schemas.openxmlformats.org/officeDocument/2006/relationships/customXml" Target="../ink/ink317.xml"/><Relationship Id="rId26" Type="http://schemas.openxmlformats.org/officeDocument/2006/relationships/image" Target="../media/image202.png"/><Relationship Id="rId231" Type="http://schemas.openxmlformats.org/officeDocument/2006/relationships/image" Target="../media/image305.png"/><Relationship Id="rId252" Type="http://schemas.openxmlformats.org/officeDocument/2006/relationships/customXml" Target="../ink/ink339.xml"/><Relationship Id="rId273" Type="http://schemas.openxmlformats.org/officeDocument/2006/relationships/customXml" Target="../ink/ink350.xml"/><Relationship Id="rId294" Type="http://schemas.openxmlformats.org/officeDocument/2006/relationships/image" Target="../media/image337.png"/><Relationship Id="rId47" Type="http://schemas.openxmlformats.org/officeDocument/2006/relationships/customXml" Target="../ink/ink235.xml"/><Relationship Id="rId68" Type="http://schemas.openxmlformats.org/officeDocument/2006/relationships/image" Target="../media/image224.png"/><Relationship Id="rId89" Type="http://schemas.openxmlformats.org/officeDocument/2006/relationships/customXml" Target="../ink/ink256.xml"/><Relationship Id="rId112" Type="http://schemas.openxmlformats.org/officeDocument/2006/relationships/image" Target="../media/image246.png"/><Relationship Id="rId133" Type="http://schemas.openxmlformats.org/officeDocument/2006/relationships/customXml" Target="../ink/ink278.xml"/><Relationship Id="rId154" Type="http://schemas.openxmlformats.org/officeDocument/2006/relationships/image" Target="../media/image267.png"/><Relationship Id="rId175" Type="http://schemas.openxmlformats.org/officeDocument/2006/relationships/customXml" Target="../ink/ink299.xml"/><Relationship Id="rId196" Type="http://schemas.openxmlformats.org/officeDocument/2006/relationships/customXml" Target="../ink/ink310.xml"/><Relationship Id="rId200" Type="http://schemas.openxmlformats.org/officeDocument/2006/relationships/customXml" Target="../ink/ink312.xml"/><Relationship Id="rId16" Type="http://schemas.openxmlformats.org/officeDocument/2006/relationships/image" Target="../media/image197.png"/><Relationship Id="rId221" Type="http://schemas.openxmlformats.org/officeDocument/2006/relationships/image" Target="../media/image299.png"/><Relationship Id="rId242" Type="http://schemas.openxmlformats.org/officeDocument/2006/relationships/customXml" Target="../ink/ink334.xml"/><Relationship Id="rId263" Type="http://schemas.openxmlformats.org/officeDocument/2006/relationships/customXml" Target="../ink/ink345.xml"/><Relationship Id="rId284" Type="http://schemas.openxmlformats.org/officeDocument/2006/relationships/image" Target="../media/image332.png"/><Relationship Id="rId37" Type="http://schemas.openxmlformats.org/officeDocument/2006/relationships/customXml" Target="../ink/ink230.xml"/><Relationship Id="rId58" Type="http://schemas.openxmlformats.org/officeDocument/2006/relationships/image" Target="../media/image219.png"/><Relationship Id="rId79" Type="http://schemas.openxmlformats.org/officeDocument/2006/relationships/customXml" Target="../ink/ink251.xml"/><Relationship Id="rId102" Type="http://schemas.openxmlformats.org/officeDocument/2006/relationships/image" Target="../media/image241.png"/><Relationship Id="rId123" Type="http://schemas.openxmlformats.org/officeDocument/2006/relationships/customXml" Target="../ink/ink273.xml"/><Relationship Id="rId144" Type="http://schemas.openxmlformats.org/officeDocument/2006/relationships/image" Target="../media/image262.png"/><Relationship Id="rId90" Type="http://schemas.openxmlformats.org/officeDocument/2006/relationships/image" Target="../media/image235.png"/><Relationship Id="rId165" Type="http://schemas.openxmlformats.org/officeDocument/2006/relationships/customXml" Target="../ink/ink294.xml"/><Relationship Id="rId186" Type="http://schemas.openxmlformats.org/officeDocument/2006/relationships/image" Target="../media/image283.png"/><Relationship Id="rId211" Type="http://schemas.openxmlformats.org/officeDocument/2006/relationships/image" Target="../media/image295.png"/><Relationship Id="rId232" Type="http://schemas.openxmlformats.org/officeDocument/2006/relationships/customXml" Target="../ink/ink329.xml"/><Relationship Id="rId253" Type="http://schemas.openxmlformats.org/officeDocument/2006/relationships/image" Target="../media/image317.png"/><Relationship Id="rId274" Type="http://schemas.openxmlformats.org/officeDocument/2006/relationships/image" Target="../media/image327.png"/><Relationship Id="rId27" Type="http://schemas.openxmlformats.org/officeDocument/2006/relationships/customXml" Target="../ink/ink225.xml"/><Relationship Id="rId48" Type="http://schemas.openxmlformats.org/officeDocument/2006/relationships/image" Target="../media/image214.png"/><Relationship Id="rId69" Type="http://schemas.openxmlformats.org/officeDocument/2006/relationships/customXml" Target="../ink/ink246.xml"/><Relationship Id="rId113" Type="http://schemas.openxmlformats.org/officeDocument/2006/relationships/customXml" Target="../ink/ink268.xml"/><Relationship Id="rId134" Type="http://schemas.openxmlformats.org/officeDocument/2006/relationships/image" Target="../media/image257.png"/><Relationship Id="rId80" Type="http://schemas.openxmlformats.org/officeDocument/2006/relationships/image" Target="../media/image230.png"/><Relationship Id="rId155" Type="http://schemas.openxmlformats.org/officeDocument/2006/relationships/customXml" Target="../ink/ink289.xml"/><Relationship Id="rId176" Type="http://schemas.openxmlformats.org/officeDocument/2006/relationships/image" Target="../media/image278.png"/><Relationship Id="rId197" Type="http://schemas.openxmlformats.org/officeDocument/2006/relationships/image" Target="../media/image288.png"/><Relationship Id="rId201" Type="http://schemas.openxmlformats.org/officeDocument/2006/relationships/image" Target="../media/image290.png"/><Relationship Id="rId222" Type="http://schemas.openxmlformats.org/officeDocument/2006/relationships/customXml" Target="../ink/ink324.xml"/><Relationship Id="rId243" Type="http://schemas.openxmlformats.org/officeDocument/2006/relationships/image" Target="../media/image312.png"/><Relationship Id="rId264" Type="http://schemas.openxmlformats.org/officeDocument/2006/relationships/image" Target="../media/image322.png"/><Relationship Id="rId285" Type="http://schemas.openxmlformats.org/officeDocument/2006/relationships/customXml" Target="../ink/ink356.xml"/><Relationship Id="rId17" Type="http://schemas.openxmlformats.org/officeDocument/2006/relationships/customXml" Target="../ink/ink220.xml"/><Relationship Id="rId38" Type="http://schemas.openxmlformats.org/officeDocument/2006/relationships/image" Target="../media/image208.png"/><Relationship Id="rId59" Type="http://schemas.openxmlformats.org/officeDocument/2006/relationships/customXml" Target="../ink/ink241.xml"/><Relationship Id="rId103" Type="http://schemas.openxmlformats.org/officeDocument/2006/relationships/customXml" Target="../ink/ink263.xml"/><Relationship Id="rId124" Type="http://schemas.openxmlformats.org/officeDocument/2006/relationships/image" Target="../media/image252.png"/><Relationship Id="rId70" Type="http://schemas.openxmlformats.org/officeDocument/2006/relationships/image" Target="../media/image225.png"/><Relationship Id="rId91" Type="http://schemas.openxmlformats.org/officeDocument/2006/relationships/customXml" Target="../ink/ink257.xml"/><Relationship Id="rId145" Type="http://schemas.openxmlformats.org/officeDocument/2006/relationships/customXml" Target="../ink/ink284.xml"/><Relationship Id="rId166" Type="http://schemas.openxmlformats.org/officeDocument/2006/relationships/image" Target="../media/image273.png"/><Relationship Id="rId187" Type="http://schemas.openxmlformats.org/officeDocument/2006/relationships/customXml" Target="../ink/ink305.xml"/><Relationship Id="rId1" Type="http://schemas.openxmlformats.org/officeDocument/2006/relationships/slideLayout" Target="../slideLayouts/slideLayout3.xml"/><Relationship Id="rId212" Type="http://schemas.openxmlformats.org/officeDocument/2006/relationships/customXml" Target="../ink/ink318.xml"/><Relationship Id="rId233" Type="http://schemas.openxmlformats.org/officeDocument/2006/relationships/image" Target="../media/image306.png"/><Relationship Id="rId254" Type="http://schemas.openxmlformats.org/officeDocument/2006/relationships/customXml" Target="../ink/ink340.xml"/><Relationship Id="rId28" Type="http://schemas.openxmlformats.org/officeDocument/2006/relationships/image" Target="../media/image203.png"/><Relationship Id="rId49" Type="http://schemas.openxmlformats.org/officeDocument/2006/relationships/customXml" Target="../ink/ink236.xml"/><Relationship Id="rId114" Type="http://schemas.openxmlformats.org/officeDocument/2006/relationships/image" Target="../media/image247.png"/><Relationship Id="rId275" Type="http://schemas.openxmlformats.org/officeDocument/2006/relationships/customXml" Target="../ink/ink351.xml"/><Relationship Id="rId60" Type="http://schemas.openxmlformats.org/officeDocument/2006/relationships/image" Target="../media/image220.png"/><Relationship Id="rId81" Type="http://schemas.openxmlformats.org/officeDocument/2006/relationships/customXml" Target="../ink/ink252.xml"/><Relationship Id="rId135" Type="http://schemas.openxmlformats.org/officeDocument/2006/relationships/customXml" Target="../ink/ink279.xml"/><Relationship Id="rId156" Type="http://schemas.openxmlformats.org/officeDocument/2006/relationships/image" Target="../media/image268.png"/><Relationship Id="rId177" Type="http://schemas.openxmlformats.org/officeDocument/2006/relationships/customXml" Target="../ink/ink300.xml"/><Relationship Id="rId198" Type="http://schemas.openxmlformats.org/officeDocument/2006/relationships/customXml" Target="../ink/ink311.xml"/><Relationship Id="rId202" Type="http://schemas.openxmlformats.org/officeDocument/2006/relationships/customXml" Target="../ink/ink313.xml"/><Relationship Id="rId223" Type="http://schemas.openxmlformats.org/officeDocument/2006/relationships/image" Target="../media/image301.png"/><Relationship Id="rId244" Type="http://schemas.openxmlformats.org/officeDocument/2006/relationships/customXml" Target="../ink/ink335.xml"/><Relationship Id="rId18" Type="http://schemas.openxmlformats.org/officeDocument/2006/relationships/image" Target="../media/image198.png"/><Relationship Id="rId39" Type="http://schemas.openxmlformats.org/officeDocument/2006/relationships/customXml" Target="../ink/ink231.xml"/><Relationship Id="rId265" Type="http://schemas.openxmlformats.org/officeDocument/2006/relationships/customXml" Target="../ink/ink346.xml"/><Relationship Id="rId286" Type="http://schemas.openxmlformats.org/officeDocument/2006/relationships/image" Target="../media/image333.png"/><Relationship Id="rId50" Type="http://schemas.openxmlformats.org/officeDocument/2006/relationships/image" Target="../media/image215.png"/><Relationship Id="rId104" Type="http://schemas.openxmlformats.org/officeDocument/2006/relationships/image" Target="../media/image242.png"/><Relationship Id="rId125" Type="http://schemas.openxmlformats.org/officeDocument/2006/relationships/customXml" Target="../ink/ink274.xml"/><Relationship Id="rId146" Type="http://schemas.openxmlformats.org/officeDocument/2006/relationships/image" Target="../media/image263.png"/><Relationship Id="rId167" Type="http://schemas.openxmlformats.org/officeDocument/2006/relationships/customXml" Target="../ink/ink295.xml"/><Relationship Id="rId188" Type="http://schemas.openxmlformats.org/officeDocument/2006/relationships/image" Target="../media/image284.png"/><Relationship Id="rId71" Type="http://schemas.openxmlformats.org/officeDocument/2006/relationships/customXml" Target="../ink/ink247.xml"/><Relationship Id="rId92" Type="http://schemas.openxmlformats.org/officeDocument/2006/relationships/image" Target="../media/image236.png"/><Relationship Id="rId213" Type="http://schemas.openxmlformats.org/officeDocument/2006/relationships/image" Target="../media/image296.png"/><Relationship Id="rId234" Type="http://schemas.openxmlformats.org/officeDocument/2006/relationships/customXml" Target="../ink/ink330.xml"/><Relationship Id="rId2" Type="http://schemas.openxmlformats.org/officeDocument/2006/relationships/notesSlide" Target="../notesSlides/notesSlide12.xml"/><Relationship Id="rId29" Type="http://schemas.openxmlformats.org/officeDocument/2006/relationships/customXml" Target="../ink/ink226.xml"/><Relationship Id="rId255" Type="http://schemas.openxmlformats.org/officeDocument/2006/relationships/image" Target="../media/image318.png"/><Relationship Id="rId276" Type="http://schemas.openxmlformats.org/officeDocument/2006/relationships/image" Target="../media/image328.png"/><Relationship Id="rId40" Type="http://schemas.openxmlformats.org/officeDocument/2006/relationships/image" Target="../media/image209.png"/><Relationship Id="rId115" Type="http://schemas.openxmlformats.org/officeDocument/2006/relationships/customXml" Target="../ink/ink269.xml"/><Relationship Id="rId136" Type="http://schemas.openxmlformats.org/officeDocument/2006/relationships/image" Target="../media/image258.png"/><Relationship Id="rId157" Type="http://schemas.openxmlformats.org/officeDocument/2006/relationships/customXml" Target="../ink/ink290.xml"/><Relationship Id="rId178" Type="http://schemas.openxmlformats.org/officeDocument/2006/relationships/image" Target="../media/image279.png"/><Relationship Id="rId61" Type="http://schemas.openxmlformats.org/officeDocument/2006/relationships/customXml" Target="../ink/ink242.xml"/><Relationship Id="rId82" Type="http://schemas.openxmlformats.org/officeDocument/2006/relationships/image" Target="../media/image231.png"/><Relationship Id="rId199" Type="http://schemas.openxmlformats.org/officeDocument/2006/relationships/image" Target="../media/image289.png"/><Relationship Id="rId203" Type="http://schemas.openxmlformats.org/officeDocument/2006/relationships/image" Target="../media/image291.png"/><Relationship Id="rId19" Type="http://schemas.openxmlformats.org/officeDocument/2006/relationships/customXml" Target="../ink/ink221.xml"/><Relationship Id="rId224" Type="http://schemas.openxmlformats.org/officeDocument/2006/relationships/customXml" Target="../ink/ink325.xml"/><Relationship Id="rId245" Type="http://schemas.openxmlformats.org/officeDocument/2006/relationships/image" Target="../media/image313.png"/><Relationship Id="rId266" Type="http://schemas.openxmlformats.org/officeDocument/2006/relationships/image" Target="../media/image323.png"/><Relationship Id="rId287" Type="http://schemas.openxmlformats.org/officeDocument/2006/relationships/customXml" Target="../ink/ink357.xml"/><Relationship Id="rId30" Type="http://schemas.openxmlformats.org/officeDocument/2006/relationships/image" Target="../media/image204.png"/><Relationship Id="rId105" Type="http://schemas.openxmlformats.org/officeDocument/2006/relationships/customXml" Target="../ink/ink264.xml"/><Relationship Id="rId126" Type="http://schemas.openxmlformats.org/officeDocument/2006/relationships/image" Target="../media/image253.png"/><Relationship Id="rId147" Type="http://schemas.openxmlformats.org/officeDocument/2006/relationships/customXml" Target="../ink/ink285.xml"/><Relationship Id="rId168" Type="http://schemas.openxmlformats.org/officeDocument/2006/relationships/image" Target="../media/image274.png"/><Relationship Id="rId51" Type="http://schemas.openxmlformats.org/officeDocument/2006/relationships/customXml" Target="../ink/ink237.xml"/><Relationship Id="rId72" Type="http://schemas.openxmlformats.org/officeDocument/2006/relationships/image" Target="../media/image226.png"/><Relationship Id="rId93" Type="http://schemas.openxmlformats.org/officeDocument/2006/relationships/customXml" Target="../ink/ink258.xml"/><Relationship Id="rId189" Type="http://schemas.openxmlformats.org/officeDocument/2006/relationships/customXml" Target="../ink/ink306.xml"/><Relationship Id="rId3" Type="http://schemas.openxmlformats.org/officeDocument/2006/relationships/customXml" Target="../ink/ink213.xml"/><Relationship Id="rId214" Type="http://schemas.openxmlformats.org/officeDocument/2006/relationships/customXml" Target="../ink/ink319.xml"/><Relationship Id="rId235" Type="http://schemas.openxmlformats.org/officeDocument/2006/relationships/image" Target="../media/image307.png"/><Relationship Id="rId256" Type="http://schemas.openxmlformats.org/officeDocument/2006/relationships/customXml" Target="../ink/ink341.xml"/><Relationship Id="rId277" Type="http://schemas.openxmlformats.org/officeDocument/2006/relationships/customXml" Target="../ink/ink352.xml"/><Relationship Id="rId116" Type="http://schemas.openxmlformats.org/officeDocument/2006/relationships/image" Target="../media/image248.png"/><Relationship Id="rId137" Type="http://schemas.openxmlformats.org/officeDocument/2006/relationships/customXml" Target="../ink/ink280.xml"/><Relationship Id="rId158" Type="http://schemas.openxmlformats.org/officeDocument/2006/relationships/image" Target="../media/image269.png"/><Relationship Id="rId20" Type="http://schemas.openxmlformats.org/officeDocument/2006/relationships/image" Target="../media/image199.png"/><Relationship Id="rId41" Type="http://schemas.openxmlformats.org/officeDocument/2006/relationships/customXml" Target="../ink/ink232.xml"/><Relationship Id="rId62" Type="http://schemas.openxmlformats.org/officeDocument/2006/relationships/image" Target="../media/image221.png"/><Relationship Id="rId83" Type="http://schemas.openxmlformats.org/officeDocument/2006/relationships/customXml" Target="../ink/ink253.xml"/><Relationship Id="rId179" Type="http://schemas.openxmlformats.org/officeDocument/2006/relationships/customXml" Target="../ink/ink301.xml"/><Relationship Id="rId190" Type="http://schemas.openxmlformats.org/officeDocument/2006/relationships/image" Target="../media/image285.png"/><Relationship Id="rId204" Type="http://schemas.openxmlformats.org/officeDocument/2006/relationships/customXml" Target="../ink/ink314.xml"/><Relationship Id="rId225" Type="http://schemas.openxmlformats.org/officeDocument/2006/relationships/image" Target="../media/image302.png"/><Relationship Id="rId246" Type="http://schemas.openxmlformats.org/officeDocument/2006/relationships/customXml" Target="../ink/ink336.xml"/><Relationship Id="rId267" Type="http://schemas.openxmlformats.org/officeDocument/2006/relationships/customXml" Target="../ink/ink347.xml"/><Relationship Id="rId288" Type="http://schemas.openxmlformats.org/officeDocument/2006/relationships/image" Target="../media/image334.png"/><Relationship Id="rId106" Type="http://schemas.openxmlformats.org/officeDocument/2006/relationships/image" Target="../media/image243.png"/><Relationship Id="rId127" Type="http://schemas.openxmlformats.org/officeDocument/2006/relationships/customXml" Target="../ink/ink275.xml"/><Relationship Id="rId10" Type="http://schemas.openxmlformats.org/officeDocument/2006/relationships/image" Target="../media/image194.png"/><Relationship Id="rId31" Type="http://schemas.openxmlformats.org/officeDocument/2006/relationships/customXml" Target="../ink/ink227.xml"/><Relationship Id="rId52" Type="http://schemas.openxmlformats.org/officeDocument/2006/relationships/image" Target="../media/image216.png"/><Relationship Id="rId73" Type="http://schemas.openxmlformats.org/officeDocument/2006/relationships/customXml" Target="../ink/ink248.xml"/><Relationship Id="rId94" Type="http://schemas.openxmlformats.org/officeDocument/2006/relationships/image" Target="../media/image237.png"/><Relationship Id="rId148" Type="http://schemas.openxmlformats.org/officeDocument/2006/relationships/image" Target="../media/image264.png"/><Relationship Id="rId169" Type="http://schemas.openxmlformats.org/officeDocument/2006/relationships/customXml" Target="../ink/ink296.xml"/><Relationship Id="rId4" Type="http://schemas.openxmlformats.org/officeDocument/2006/relationships/image" Target="../media/image191.png"/><Relationship Id="rId180" Type="http://schemas.openxmlformats.org/officeDocument/2006/relationships/image" Target="../media/image280.png"/><Relationship Id="rId215" Type="http://schemas.openxmlformats.org/officeDocument/2006/relationships/image" Target="../media/image297.png"/><Relationship Id="rId236" Type="http://schemas.openxmlformats.org/officeDocument/2006/relationships/customXml" Target="../ink/ink331.xml"/><Relationship Id="rId257" Type="http://schemas.openxmlformats.org/officeDocument/2006/relationships/image" Target="../media/image319.png"/><Relationship Id="rId278" Type="http://schemas.openxmlformats.org/officeDocument/2006/relationships/image" Target="../media/image329.png"/><Relationship Id="rId42" Type="http://schemas.openxmlformats.org/officeDocument/2006/relationships/image" Target="../media/image211.png"/><Relationship Id="rId84" Type="http://schemas.openxmlformats.org/officeDocument/2006/relationships/image" Target="../media/image232.png"/><Relationship Id="rId138" Type="http://schemas.openxmlformats.org/officeDocument/2006/relationships/image" Target="../media/image259.png"/><Relationship Id="rId191" Type="http://schemas.openxmlformats.org/officeDocument/2006/relationships/customXml" Target="../ink/ink307.xml"/><Relationship Id="rId205" Type="http://schemas.openxmlformats.org/officeDocument/2006/relationships/image" Target="../media/image292.png"/><Relationship Id="rId247" Type="http://schemas.openxmlformats.org/officeDocument/2006/relationships/image" Target="../media/image314.png"/><Relationship Id="rId107" Type="http://schemas.openxmlformats.org/officeDocument/2006/relationships/customXml" Target="../ink/ink265.xml"/><Relationship Id="rId289" Type="http://schemas.openxmlformats.org/officeDocument/2006/relationships/customXml" Target="../ink/ink358.xml"/><Relationship Id="rId11" Type="http://schemas.openxmlformats.org/officeDocument/2006/relationships/customXml" Target="../ink/ink217.xml"/><Relationship Id="rId53" Type="http://schemas.openxmlformats.org/officeDocument/2006/relationships/customXml" Target="../ink/ink238.xml"/><Relationship Id="rId149" Type="http://schemas.openxmlformats.org/officeDocument/2006/relationships/customXml" Target="../ink/ink286.xml"/><Relationship Id="rId95" Type="http://schemas.openxmlformats.org/officeDocument/2006/relationships/customXml" Target="../ink/ink259.xml"/><Relationship Id="rId160" Type="http://schemas.openxmlformats.org/officeDocument/2006/relationships/image" Target="../media/image270.png"/><Relationship Id="rId216" Type="http://schemas.openxmlformats.org/officeDocument/2006/relationships/customXml" Target="../ink/ink320.xml"/><Relationship Id="rId258" Type="http://schemas.openxmlformats.org/officeDocument/2006/relationships/customXml" Target="../ink/ink342.xml"/><Relationship Id="rId22" Type="http://schemas.openxmlformats.org/officeDocument/2006/relationships/image" Target="../media/image200.png"/><Relationship Id="rId64" Type="http://schemas.openxmlformats.org/officeDocument/2006/relationships/image" Target="../media/image222.png"/><Relationship Id="rId118" Type="http://schemas.openxmlformats.org/officeDocument/2006/relationships/image" Target="../media/image249.png"/><Relationship Id="rId171" Type="http://schemas.openxmlformats.org/officeDocument/2006/relationships/customXml" Target="../ink/ink297.xml"/><Relationship Id="rId227" Type="http://schemas.openxmlformats.org/officeDocument/2006/relationships/image" Target="../media/image303.png"/><Relationship Id="rId269" Type="http://schemas.openxmlformats.org/officeDocument/2006/relationships/customXml" Target="../ink/ink348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95.png"/><Relationship Id="rId21" Type="http://schemas.openxmlformats.org/officeDocument/2006/relationships/image" Target="../media/image347.png"/><Relationship Id="rId42" Type="http://schemas.openxmlformats.org/officeDocument/2006/relationships/customXml" Target="../ink/ink381.xml"/><Relationship Id="rId63" Type="http://schemas.openxmlformats.org/officeDocument/2006/relationships/image" Target="../media/image368.png"/><Relationship Id="rId84" Type="http://schemas.openxmlformats.org/officeDocument/2006/relationships/customXml" Target="../ink/ink402.xml"/><Relationship Id="rId138" Type="http://schemas.openxmlformats.org/officeDocument/2006/relationships/customXml" Target="../ink/ink429.xml"/><Relationship Id="rId159" Type="http://schemas.openxmlformats.org/officeDocument/2006/relationships/image" Target="../media/image417.png"/><Relationship Id="rId170" Type="http://schemas.openxmlformats.org/officeDocument/2006/relationships/customXml" Target="../ink/ink445.xml"/><Relationship Id="rId191" Type="http://schemas.openxmlformats.org/officeDocument/2006/relationships/image" Target="../media/image433.png"/><Relationship Id="rId205" Type="http://schemas.openxmlformats.org/officeDocument/2006/relationships/image" Target="../media/image440.png"/><Relationship Id="rId226" Type="http://schemas.openxmlformats.org/officeDocument/2006/relationships/customXml" Target="../ink/ink473.xml"/><Relationship Id="rId107" Type="http://schemas.openxmlformats.org/officeDocument/2006/relationships/image" Target="../media/image390.png"/><Relationship Id="rId11" Type="http://schemas.openxmlformats.org/officeDocument/2006/relationships/image" Target="../media/image342.png"/><Relationship Id="rId32" Type="http://schemas.openxmlformats.org/officeDocument/2006/relationships/customXml" Target="../ink/ink376.xml"/><Relationship Id="rId53" Type="http://schemas.openxmlformats.org/officeDocument/2006/relationships/image" Target="../media/image363.png"/><Relationship Id="rId74" Type="http://schemas.openxmlformats.org/officeDocument/2006/relationships/customXml" Target="../ink/ink397.xml"/><Relationship Id="rId128" Type="http://schemas.openxmlformats.org/officeDocument/2006/relationships/customXml" Target="../ink/ink424.xml"/><Relationship Id="rId149" Type="http://schemas.openxmlformats.org/officeDocument/2006/relationships/image" Target="../media/image412.png"/><Relationship Id="rId5" Type="http://schemas.openxmlformats.org/officeDocument/2006/relationships/image" Target="../media/image339.png"/><Relationship Id="rId95" Type="http://schemas.openxmlformats.org/officeDocument/2006/relationships/image" Target="../media/image384.png"/><Relationship Id="rId160" Type="http://schemas.openxmlformats.org/officeDocument/2006/relationships/customXml" Target="../ink/ink440.xml"/><Relationship Id="rId181" Type="http://schemas.openxmlformats.org/officeDocument/2006/relationships/image" Target="../media/image428.png"/><Relationship Id="rId216" Type="http://schemas.openxmlformats.org/officeDocument/2006/relationships/customXml" Target="../ink/ink468.xml"/><Relationship Id="rId237" Type="http://schemas.openxmlformats.org/officeDocument/2006/relationships/image" Target="../media/image456.png"/><Relationship Id="rId22" Type="http://schemas.openxmlformats.org/officeDocument/2006/relationships/customXml" Target="../ink/ink371.xml"/><Relationship Id="rId43" Type="http://schemas.openxmlformats.org/officeDocument/2006/relationships/image" Target="../media/image358.png"/><Relationship Id="rId64" Type="http://schemas.openxmlformats.org/officeDocument/2006/relationships/customXml" Target="../ink/ink392.xml"/><Relationship Id="rId118" Type="http://schemas.openxmlformats.org/officeDocument/2006/relationships/customXml" Target="../ink/ink419.xml"/><Relationship Id="rId139" Type="http://schemas.openxmlformats.org/officeDocument/2006/relationships/image" Target="../media/image406.png"/><Relationship Id="rId85" Type="http://schemas.openxmlformats.org/officeDocument/2006/relationships/image" Target="../media/image379.png"/><Relationship Id="rId150" Type="http://schemas.openxmlformats.org/officeDocument/2006/relationships/customXml" Target="../ink/ink435.xml"/><Relationship Id="rId171" Type="http://schemas.openxmlformats.org/officeDocument/2006/relationships/image" Target="../media/image423.png"/><Relationship Id="rId192" Type="http://schemas.openxmlformats.org/officeDocument/2006/relationships/customXml" Target="../ink/ink456.xml"/><Relationship Id="rId206" Type="http://schemas.openxmlformats.org/officeDocument/2006/relationships/customXml" Target="../ink/ink463.xml"/><Relationship Id="rId227" Type="http://schemas.openxmlformats.org/officeDocument/2006/relationships/image" Target="../media/image451.png"/><Relationship Id="rId12" Type="http://schemas.openxmlformats.org/officeDocument/2006/relationships/customXml" Target="../ink/ink366.xml"/><Relationship Id="rId33" Type="http://schemas.openxmlformats.org/officeDocument/2006/relationships/image" Target="../media/image353.png"/><Relationship Id="rId108" Type="http://schemas.openxmlformats.org/officeDocument/2006/relationships/customXml" Target="../ink/ink414.xml"/><Relationship Id="rId129" Type="http://schemas.openxmlformats.org/officeDocument/2006/relationships/image" Target="../media/image401.png"/><Relationship Id="rId54" Type="http://schemas.openxmlformats.org/officeDocument/2006/relationships/customXml" Target="../ink/ink387.xml"/><Relationship Id="rId75" Type="http://schemas.openxmlformats.org/officeDocument/2006/relationships/image" Target="../media/image374.png"/><Relationship Id="rId96" Type="http://schemas.openxmlformats.org/officeDocument/2006/relationships/customXml" Target="../ink/ink408.xml"/><Relationship Id="rId140" Type="http://schemas.openxmlformats.org/officeDocument/2006/relationships/customXml" Target="../ink/ink430.xml"/><Relationship Id="rId161" Type="http://schemas.openxmlformats.org/officeDocument/2006/relationships/image" Target="../media/image418.png"/><Relationship Id="rId182" Type="http://schemas.openxmlformats.org/officeDocument/2006/relationships/customXml" Target="../ink/ink451.xml"/><Relationship Id="rId217" Type="http://schemas.openxmlformats.org/officeDocument/2006/relationships/image" Target="../media/image446.png"/><Relationship Id="rId6" Type="http://schemas.openxmlformats.org/officeDocument/2006/relationships/customXml" Target="../ink/ink363.xml"/><Relationship Id="rId23" Type="http://schemas.openxmlformats.org/officeDocument/2006/relationships/image" Target="../media/image348.png"/><Relationship Id="rId119" Type="http://schemas.openxmlformats.org/officeDocument/2006/relationships/image" Target="../media/image396.png"/><Relationship Id="rId44" Type="http://schemas.openxmlformats.org/officeDocument/2006/relationships/customXml" Target="../ink/ink382.xml"/><Relationship Id="rId65" Type="http://schemas.openxmlformats.org/officeDocument/2006/relationships/image" Target="../media/image369.png"/><Relationship Id="rId86" Type="http://schemas.openxmlformats.org/officeDocument/2006/relationships/customXml" Target="../ink/ink403.xml"/><Relationship Id="rId130" Type="http://schemas.openxmlformats.org/officeDocument/2006/relationships/customXml" Target="../ink/ink425.xml"/><Relationship Id="rId151" Type="http://schemas.openxmlformats.org/officeDocument/2006/relationships/image" Target="../media/image413.png"/><Relationship Id="rId172" Type="http://schemas.openxmlformats.org/officeDocument/2006/relationships/customXml" Target="../ink/ink446.xml"/><Relationship Id="rId193" Type="http://schemas.openxmlformats.org/officeDocument/2006/relationships/image" Target="../media/image434.png"/><Relationship Id="rId207" Type="http://schemas.openxmlformats.org/officeDocument/2006/relationships/image" Target="../media/image441.png"/><Relationship Id="rId228" Type="http://schemas.openxmlformats.org/officeDocument/2006/relationships/customXml" Target="../ink/ink474.xml"/><Relationship Id="rId13" Type="http://schemas.openxmlformats.org/officeDocument/2006/relationships/image" Target="../media/image343.png"/><Relationship Id="rId109" Type="http://schemas.openxmlformats.org/officeDocument/2006/relationships/image" Target="../media/image391.png"/><Relationship Id="rId34" Type="http://schemas.openxmlformats.org/officeDocument/2006/relationships/customXml" Target="../ink/ink377.xml"/><Relationship Id="rId55" Type="http://schemas.openxmlformats.org/officeDocument/2006/relationships/image" Target="../media/image364.png"/><Relationship Id="rId76" Type="http://schemas.openxmlformats.org/officeDocument/2006/relationships/customXml" Target="../ink/ink398.xml"/><Relationship Id="rId97" Type="http://schemas.openxmlformats.org/officeDocument/2006/relationships/image" Target="../media/image385.png"/><Relationship Id="rId120" Type="http://schemas.openxmlformats.org/officeDocument/2006/relationships/customXml" Target="../ink/ink420.xml"/><Relationship Id="rId141" Type="http://schemas.openxmlformats.org/officeDocument/2006/relationships/image" Target="../media/image407.png"/><Relationship Id="rId7" Type="http://schemas.openxmlformats.org/officeDocument/2006/relationships/image" Target="../media/image340.png"/><Relationship Id="rId162" Type="http://schemas.openxmlformats.org/officeDocument/2006/relationships/customXml" Target="../ink/ink441.xml"/><Relationship Id="rId183" Type="http://schemas.openxmlformats.org/officeDocument/2006/relationships/image" Target="../media/image429.png"/><Relationship Id="rId218" Type="http://schemas.openxmlformats.org/officeDocument/2006/relationships/customXml" Target="../ink/ink469.xml"/><Relationship Id="rId24" Type="http://schemas.openxmlformats.org/officeDocument/2006/relationships/customXml" Target="../ink/ink372.xml"/><Relationship Id="rId45" Type="http://schemas.openxmlformats.org/officeDocument/2006/relationships/image" Target="../media/image359.png"/><Relationship Id="rId66" Type="http://schemas.openxmlformats.org/officeDocument/2006/relationships/customXml" Target="../ink/ink393.xml"/><Relationship Id="rId87" Type="http://schemas.openxmlformats.org/officeDocument/2006/relationships/image" Target="../media/image380.png"/><Relationship Id="rId110" Type="http://schemas.openxmlformats.org/officeDocument/2006/relationships/customXml" Target="../ink/ink415.xml"/><Relationship Id="rId131" Type="http://schemas.openxmlformats.org/officeDocument/2006/relationships/image" Target="../media/image402.png"/><Relationship Id="rId152" Type="http://schemas.openxmlformats.org/officeDocument/2006/relationships/customXml" Target="../ink/ink436.xml"/><Relationship Id="rId173" Type="http://schemas.openxmlformats.org/officeDocument/2006/relationships/image" Target="../media/image424.png"/><Relationship Id="rId194" Type="http://schemas.openxmlformats.org/officeDocument/2006/relationships/customXml" Target="../ink/ink457.xml"/><Relationship Id="rId208" Type="http://schemas.openxmlformats.org/officeDocument/2006/relationships/customXml" Target="../ink/ink464.xml"/><Relationship Id="rId229" Type="http://schemas.openxmlformats.org/officeDocument/2006/relationships/image" Target="../media/image452.png"/><Relationship Id="rId14" Type="http://schemas.openxmlformats.org/officeDocument/2006/relationships/customXml" Target="../ink/ink367.xml"/><Relationship Id="rId35" Type="http://schemas.openxmlformats.org/officeDocument/2006/relationships/image" Target="../media/image354.png"/><Relationship Id="rId56" Type="http://schemas.openxmlformats.org/officeDocument/2006/relationships/customXml" Target="../ink/ink388.xml"/><Relationship Id="rId77" Type="http://schemas.openxmlformats.org/officeDocument/2006/relationships/image" Target="../media/image375.png"/><Relationship Id="rId100" Type="http://schemas.openxmlformats.org/officeDocument/2006/relationships/customXml" Target="../ink/ink410.xml"/><Relationship Id="rId8" Type="http://schemas.openxmlformats.org/officeDocument/2006/relationships/customXml" Target="../ink/ink364.xml"/><Relationship Id="rId98" Type="http://schemas.openxmlformats.org/officeDocument/2006/relationships/customXml" Target="../ink/ink409.xml"/><Relationship Id="rId121" Type="http://schemas.openxmlformats.org/officeDocument/2006/relationships/image" Target="../media/image397.png"/><Relationship Id="rId142" Type="http://schemas.openxmlformats.org/officeDocument/2006/relationships/customXml" Target="../ink/ink431.xml"/><Relationship Id="rId163" Type="http://schemas.openxmlformats.org/officeDocument/2006/relationships/image" Target="../media/image419.png"/><Relationship Id="rId184" Type="http://schemas.openxmlformats.org/officeDocument/2006/relationships/customXml" Target="../ink/ink452.xml"/><Relationship Id="rId219" Type="http://schemas.openxmlformats.org/officeDocument/2006/relationships/image" Target="../media/image447.png"/><Relationship Id="rId230" Type="http://schemas.openxmlformats.org/officeDocument/2006/relationships/customXml" Target="../ink/ink475.xml"/><Relationship Id="rId25" Type="http://schemas.openxmlformats.org/officeDocument/2006/relationships/image" Target="../media/image349.png"/><Relationship Id="rId46" Type="http://schemas.openxmlformats.org/officeDocument/2006/relationships/customXml" Target="../ink/ink383.xml"/><Relationship Id="rId67" Type="http://schemas.openxmlformats.org/officeDocument/2006/relationships/image" Target="../media/image370.png"/><Relationship Id="rId88" Type="http://schemas.openxmlformats.org/officeDocument/2006/relationships/customXml" Target="../ink/ink404.xml"/><Relationship Id="rId111" Type="http://schemas.openxmlformats.org/officeDocument/2006/relationships/image" Target="../media/image392.png"/><Relationship Id="rId132" Type="http://schemas.openxmlformats.org/officeDocument/2006/relationships/customXml" Target="../ink/ink426.xml"/><Relationship Id="rId153" Type="http://schemas.openxmlformats.org/officeDocument/2006/relationships/image" Target="../media/image414.png"/><Relationship Id="rId174" Type="http://schemas.openxmlformats.org/officeDocument/2006/relationships/customXml" Target="../ink/ink447.xml"/><Relationship Id="rId195" Type="http://schemas.openxmlformats.org/officeDocument/2006/relationships/image" Target="../media/image435.png"/><Relationship Id="rId209" Type="http://schemas.openxmlformats.org/officeDocument/2006/relationships/image" Target="../media/image442.png"/><Relationship Id="rId190" Type="http://schemas.openxmlformats.org/officeDocument/2006/relationships/customXml" Target="../ink/ink455.xml"/><Relationship Id="rId204" Type="http://schemas.openxmlformats.org/officeDocument/2006/relationships/customXml" Target="../ink/ink462.xml"/><Relationship Id="rId220" Type="http://schemas.openxmlformats.org/officeDocument/2006/relationships/customXml" Target="../ink/ink470.xml"/><Relationship Id="rId225" Type="http://schemas.openxmlformats.org/officeDocument/2006/relationships/image" Target="../media/image450.png"/><Relationship Id="rId15" Type="http://schemas.openxmlformats.org/officeDocument/2006/relationships/image" Target="../media/image344.png"/><Relationship Id="rId36" Type="http://schemas.openxmlformats.org/officeDocument/2006/relationships/customXml" Target="../ink/ink378.xml"/><Relationship Id="rId57" Type="http://schemas.openxmlformats.org/officeDocument/2006/relationships/image" Target="../media/image365.png"/><Relationship Id="rId106" Type="http://schemas.openxmlformats.org/officeDocument/2006/relationships/customXml" Target="../ink/ink413.xml"/><Relationship Id="rId127" Type="http://schemas.openxmlformats.org/officeDocument/2006/relationships/image" Target="../media/image400.png"/><Relationship Id="rId10" Type="http://schemas.openxmlformats.org/officeDocument/2006/relationships/customXml" Target="../ink/ink365.xml"/><Relationship Id="rId31" Type="http://schemas.openxmlformats.org/officeDocument/2006/relationships/image" Target="../media/image352.png"/><Relationship Id="rId52" Type="http://schemas.openxmlformats.org/officeDocument/2006/relationships/customXml" Target="../ink/ink386.xml"/><Relationship Id="rId73" Type="http://schemas.openxmlformats.org/officeDocument/2006/relationships/image" Target="../media/image373.png"/><Relationship Id="rId78" Type="http://schemas.openxmlformats.org/officeDocument/2006/relationships/customXml" Target="../ink/ink399.xml"/><Relationship Id="rId94" Type="http://schemas.openxmlformats.org/officeDocument/2006/relationships/customXml" Target="../ink/ink407.xml"/><Relationship Id="rId99" Type="http://schemas.openxmlformats.org/officeDocument/2006/relationships/image" Target="../media/image386.png"/><Relationship Id="rId101" Type="http://schemas.openxmlformats.org/officeDocument/2006/relationships/image" Target="../media/image387.png"/><Relationship Id="rId122" Type="http://schemas.openxmlformats.org/officeDocument/2006/relationships/customXml" Target="../ink/ink421.xml"/><Relationship Id="rId143" Type="http://schemas.openxmlformats.org/officeDocument/2006/relationships/image" Target="../media/image408.png"/><Relationship Id="rId148" Type="http://schemas.openxmlformats.org/officeDocument/2006/relationships/customXml" Target="../ink/ink434.xml"/><Relationship Id="rId164" Type="http://schemas.openxmlformats.org/officeDocument/2006/relationships/customXml" Target="../ink/ink442.xml"/><Relationship Id="rId169" Type="http://schemas.openxmlformats.org/officeDocument/2006/relationships/image" Target="../media/image422.png"/><Relationship Id="rId185" Type="http://schemas.openxmlformats.org/officeDocument/2006/relationships/image" Target="../media/image430.png"/><Relationship Id="rId4" Type="http://schemas.openxmlformats.org/officeDocument/2006/relationships/customXml" Target="../ink/ink362.xml"/><Relationship Id="rId9" Type="http://schemas.openxmlformats.org/officeDocument/2006/relationships/image" Target="../media/image341.png"/><Relationship Id="rId180" Type="http://schemas.openxmlformats.org/officeDocument/2006/relationships/customXml" Target="../ink/ink450.xml"/><Relationship Id="rId210" Type="http://schemas.openxmlformats.org/officeDocument/2006/relationships/customXml" Target="../ink/ink465.xml"/><Relationship Id="rId215" Type="http://schemas.openxmlformats.org/officeDocument/2006/relationships/image" Target="../media/image445.png"/><Relationship Id="rId236" Type="http://schemas.openxmlformats.org/officeDocument/2006/relationships/customXml" Target="../ink/ink478.xml"/><Relationship Id="rId26" Type="http://schemas.openxmlformats.org/officeDocument/2006/relationships/customXml" Target="../ink/ink373.xml"/><Relationship Id="rId231" Type="http://schemas.openxmlformats.org/officeDocument/2006/relationships/image" Target="../media/image453.png"/><Relationship Id="rId47" Type="http://schemas.openxmlformats.org/officeDocument/2006/relationships/image" Target="../media/image360.png"/><Relationship Id="rId68" Type="http://schemas.openxmlformats.org/officeDocument/2006/relationships/customXml" Target="../ink/ink394.xml"/><Relationship Id="rId89" Type="http://schemas.openxmlformats.org/officeDocument/2006/relationships/image" Target="../media/image381.png"/><Relationship Id="rId112" Type="http://schemas.openxmlformats.org/officeDocument/2006/relationships/customXml" Target="../ink/ink416.xml"/><Relationship Id="rId133" Type="http://schemas.openxmlformats.org/officeDocument/2006/relationships/image" Target="../media/image403.png"/><Relationship Id="rId154" Type="http://schemas.openxmlformats.org/officeDocument/2006/relationships/customXml" Target="../ink/ink437.xml"/><Relationship Id="rId175" Type="http://schemas.openxmlformats.org/officeDocument/2006/relationships/image" Target="../media/image425.png"/><Relationship Id="rId196" Type="http://schemas.openxmlformats.org/officeDocument/2006/relationships/customXml" Target="../ink/ink458.xml"/><Relationship Id="rId200" Type="http://schemas.openxmlformats.org/officeDocument/2006/relationships/customXml" Target="../ink/ink460.xml"/><Relationship Id="rId16" Type="http://schemas.openxmlformats.org/officeDocument/2006/relationships/customXml" Target="../ink/ink368.xml"/><Relationship Id="rId221" Type="http://schemas.openxmlformats.org/officeDocument/2006/relationships/image" Target="../media/image448.png"/><Relationship Id="rId37" Type="http://schemas.openxmlformats.org/officeDocument/2006/relationships/image" Target="../media/image355.png"/><Relationship Id="rId58" Type="http://schemas.openxmlformats.org/officeDocument/2006/relationships/customXml" Target="../ink/ink389.xml"/><Relationship Id="rId79" Type="http://schemas.openxmlformats.org/officeDocument/2006/relationships/image" Target="../media/image376.png"/><Relationship Id="rId102" Type="http://schemas.openxmlformats.org/officeDocument/2006/relationships/customXml" Target="../ink/ink411.xml"/><Relationship Id="rId123" Type="http://schemas.openxmlformats.org/officeDocument/2006/relationships/image" Target="../media/image398.png"/><Relationship Id="rId144" Type="http://schemas.openxmlformats.org/officeDocument/2006/relationships/customXml" Target="../ink/ink432.xml"/><Relationship Id="rId90" Type="http://schemas.openxmlformats.org/officeDocument/2006/relationships/customXml" Target="../ink/ink405.xml"/><Relationship Id="rId165" Type="http://schemas.openxmlformats.org/officeDocument/2006/relationships/image" Target="../media/image420.png"/><Relationship Id="rId186" Type="http://schemas.openxmlformats.org/officeDocument/2006/relationships/customXml" Target="../ink/ink453.xml"/><Relationship Id="rId211" Type="http://schemas.openxmlformats.org/officeDocument/2006/relationships/image" Target="../media/image443.png"/><Relationship Id="rId232" Type="http://schemas.openxmlformats.org/officeDocument/2006/relationships/customXml" Target="../ink/ink476.xml"/><Relationship Id="rId27" Type="http://schemas.openxmlformats.org/officeDocument/2006/relationships/image" Target="../media/image350.png"/><Relationship Id="rId48" Type="http://schemas.openxmlformats.org/officeDocument/2006/relationships/customXml" Target="../ink/ink384.xml"/><Relationship Id="rId69" Type="http://schemas.openxmlformats.org/officeDocument/2006/relationships/image" Target="../media/image371.png"/><Relationship Id="rId113" Type="http://schemas.openxmlformats.org/officeDocument/2006/relationships/image" Target="../media/image393.png"/><Relationship Id="rId134" Type="http://schemas.openxmlformats.org/officeDocument/2006/relationships/customXml" Target="../ink/ink427.xml"/><Relationship Id="rId80" Type="http://schemas.openxmlformats.org/officeDocument/2006/relationships/customXml" Target="../ink/ink400.xml"/><Relationship Id="rId155" Type="http://schemas.openxmlformats.org/officeDocument/2006/relationships/image" Target="../media/image415.png"/><Relationship Id="rId176" Type="http://schemas.openxmlformats.org/officeDocument/2006/relationships/customXml" Target="../ink/ink448.xml"/><Relationship Id="rId197" Type="http://schemas.openxmlformats.org/officeDocument/2006/relationships/image" Target="../media/image436.png"/><Relationship Id="rId201" Type="http://schemas.openxmlformats.org/officeDocument/2006/relationships/image" Target="../media/image438.png"/><Relationship Id="rId222" Type="http://schemas.openxmlformats.org/officeDocument/2006/relationships/customXml" Target="../ink/ink471.xml"/><Relationship Id="rId17" Type="http://schemas.openxmlformats.org/officeDocument/2006/relationships/image" Target="../media/image345.png"/><Relationship Id="rId38" Type="http://schemas.openxmlformats.org/officeDocument/2006/relationships/customXml" Target="../ink/ink379.xml"/><Relationship Id="rId59" Type="http://schemas.openxmlformats.org/officeDocument/2006/relationships/image" Target="../media/image366.png"/><Relationship Id="rId103" Type="http://schemas.openxmlformats.org/officeDocument/2006/relationships/image" Target="../media/image388.png"/><Relationship Id="rId124" Type="http://schemas.openxmlformats.org/officeDocument/2006/relationships/customXml" Target="../ink/ink422.xml"/><Relationship Id="rId70" Type="http://schemas.openxmlformats.org/officeDocument/2006/relationships/customXml" Target="../ink/ink395.xml"/><Relationship Id="rId91" Type="http://schemas.openxmlformats.org/officeDocument/2006/relationships/image" Target="../media/image382.png"/><Relationship Id="rId145" Type="http://schemas.openxmlformats.org/officeDocument/2006/relationships/image" Target="../media/image409.png"/><Relationship Id="rId166" Type="http://schemas.openxmlformats.org/officeDocument/2006/relationships/customXml" Target="../ink/ink443.xml"/><Relationship Id="rId187" Type="http://schemas.openxmlformats.org/officeDocument/2006/relationships/image" Target="../media/image431.png"/><Relationship Id="rId1" Type="http://schemas.openxmlformats.org/officeDocument/2006/relationships/slideLayout" Target="../slideLayouts/slideLayout10.xml"/><Relationship Id="rId212" Type="http://schemas.openxmlformats.org/officeDocument/2006/relationships/customXml" Target="../ink/ink466.xml"/><Relationship Id="rId233" Type="http://schemas.openxmlformats.org/officeDocument/2006/relationships/image" Target="../media/image454.png"/><Relationship Id="rId28" Type="http://schemas.openxmlformats.org/officeDocument/2006/relationships/customXml" Target="../ink/ink374.xml"/><Relationship Id="rId49" Type="http://schemas.openxmlformats.org/officeDocument/2006/relationships/image" Target="../media/image361.png"/><Relationship Id="rId114" Type="http://schemas.openxmlformats.org/officeDocument/2006/relationships/customXml" Target="../ink/ink417.xml"/><Relationship Id="rId60" Type="http://schemas.openxmlformats.org/officeDocument/2006/relationships/customXml" Target="../ink/ink390.xml"/><Relationship Id="rId81" Type="http://schemas.openxmlformats.org/officeDocument/2006/relationships/image" Target="../media/image377.png"/><Relationship Id="rId135" Type="http://schemas.openxmlformats.org/officeDocument/2006/relationships/image" Target="../media/image404.png"/><Relationship Id="rId156" Type="http://schemas.openxmlformats.org/officeDocument/2006/relationships/customXml" Target="../ink/ink438.xml"/><Relationship Id="rId177" Type="http://schemas.openxmlformats.org/officeDocument/2006/relationships/image" Target="../media/image426.png"/><Relationship Id="rId198" Type="http://schemas.openxmlformats.org/officeDocument/2006/relationships/customXml" Target="../ink/ink459.xml"/><Relationship Id="rId202" Type="http://schemas.openxmlformats.org/officeDocument/2006/relationships/customXml" Target="../ink/ink461.xml"/><Relationship Id="rId223" Type="http://schemas.openxmlformats.org/officeDocument/2006/relationships/image" Target="../media/image449.png"/><Relationship Id="rId18" Type="http://schemas.openxmlformats.org/officeDocument/2006/relationships/customXml" Target="../ink/ink369.xml"/><Relationship Id="rId39" Type="http://schemas.openxmlformats.org/officeDocument/2006/relationships/image" Target="../media/image356.png"/><Relationship Id="rId50" Type="http://schemas.openxmlformats.org/officeDocument/2006/relationships/customXml" Target="../ink/ink385.xml"/><Relationship Id="rId104" Type="http://schemas.openxmlformats.org/officeDocument/2006/relationships/customXml" Target="../ink/ink412.xml"/><Relationship Id="rId125" Type="http://schemas.openxmlformats.org/officeDocument/2006/relationships/image" Target="../media/image399.png"/><Relationship Id="rId146" Type="http://schemas.openxmlformats.org/officeDocument/2006/relationships/customXml" Target="../ink/ink433.xml"/><Relationship Id="rId167" Type="http://schemas.openxmlformats.org/officeDocument/2006/relationships/image" Target="../media/image421.png"/><Relationship Id="rId188" Type="http://schemas.openxmlformats.org/officeDocument/2006/relationships/customXml" Target="../ink/ink454.xml"/><Relationship Id="rId71" Type="http://schemas.openxmlformats.org/officeDocument/2006/relationships/image" Target="../media/image372.png"/><Relationship Id="rId92" Type="http://schemas.openxmlformats.org/officeDocument/2006/relationships/customXml" Target="../ink/ink406.xml"/><Relationship Id="rId213" Type="http://schemas.openxmlformats.org/officeDocument/2006/relationships/image" Target="../media/image444.png"/><Relationship Id="rId234" Type="http://schemas.openxmlformats.org/officeDocument/2006/relationships/customXml" Target="../ink/ink477.xml"/><Relationship Id="rId2" Type="http://schemas.openxmlformats.org/officeDocument/2006/relationships/customXml" Target="../ink/ink361.xml"/><Relationship Id="rId29" Type="http://schemas.openxmlformats.org/officeDocument/2006/relationships/image" Target="../media/image351.png"/><Relationship Id="rId40" Type="http://schemas.openxmlformats.org/officeDocument/2006/relationships/customXml" Target="../ink/ink380.xml"/><Relationship Id="rId115" Type="http://schemas.openxmlformats.org/officeDocument/2006/relationships/image" Target="../media/image394.png"/><Relationship Id="rId136" Type="http://schemas.openxmlformats.org/officeDocument/2006/relationships/customXml" Target="../ink/ink428.xml"/><Relationship Id="rId157" Type="http://schemas.openxmlformats.org/officeDocument/2006/relationships/image" Target="../media/image416.png"/><Relationship Id="rId178" Type="http://schemas.openxmlformats.org/officeDocument/2006/relationships/customXml" Target="../ink/ink449.xml"/><Relationship Id="rId61" Type="http://schemas.openxmlformats.org/officeDocument/2006/relationships/image" Target="../media/image367.png"/><Relationship Id="rId82" Type="http://schemas.openxmlformats.org/officeDocument/2006/relationships/customXml" Target="../ink/ink401.xml"/><Relationship Id="rId199" Type="http://schemas.openxmlformats.org/officeDocument/2006/relationships/image" Target="../media/image437.png"/><Relationship Id="rId203" Type="http://schemas.openxmlformats.org/officeDocument/2006/relationships/image" Target="../media/image439.png"/><Relationship Id="rId19" Type="http://schemas.openxmlformats.org/officeDocument/2006/relationships/image" Target="../media/image346.png"/><Relationship Id="rId224" Type="http://schemas.openxmlformats.org/officeDocument/2006/relationships/customXml" Target="../ink/ink472.xml"/><Relationship Id="rId30" Type="http://schemas.openxmlformats.org/officeDocument/2006/relationships/customXml" Target="../ink/ink375.xml"/><Relationship Id="rId105" Type="http://schemas.openxmlformats.org/officeDocument/2006/relationships/image" Target="../media/image389.png"/><Relationship Id="rId126" Type="http://schemas.openxmlformats.org/officeDocument/2006/relationships/customXml" Target="../ink/ink423.xml"/><Relationship Id="rId147" Type="http://schemas.openxmlformats.org/officeDocument/2006/relationships/image" Target="../media/image411.png"/><Relationship Id="rId168" Type="http://schemas.openxmlformats.org/officeDocument/2006/relationships/customXml" Target="../ink/ink444.xml"/><Relationship Id="rId51" Type="http://schemas.openxmlformats.org/officeDocument/2006/relationships/image" Target="../media/image362.png"/><Relationship Id="rId72" Type="http://schemas.openxmlformats.org/officeDocument/2006/relationships/customXml" Target="../ink/ink396.xml"/><Relationship Id="rId93" Type="http://schemas.openxmlformats.org/officeDocument/2006/relationships/image" Target="../media/image383.png"/><Relationship Id="rId189" Type="http://schemas.openxmlformats.org/officeDocument/2006/relationships/image" Target="../media/image432.png"/><Relationship Id="rId3" Type="http://schemas.openxmlformats.org/officeDocument/2006/relationships/image" Target="../media/image338.png"/><Relationship Id="rId214" Type="http://schemas.openxmlformats.org/officeDocument/2006/relationships/customXml" Target="../ink/ink467.xml"/><Relationship Id="rId235" Type="http://schemas.openxmlformats.org/officeDocument/2006/relationships/image" Target="../media/image455.png"/><Relationship Id="rId116" Type="http://schemas.openxmlformats.org/officeDocument/2006/relationships/customXml" Target="../ink/ink418.xml"/><Relationship Id="rId137" Type="http://schemas.openxmlformats.org/officeDocument/2006/relationships/image" Target="../media/image405.png"/><Relationship Id="rId158" Type="http://schemas.openxmlformats.org/officeDocument/2006/relationships/customXml" Target="../ink/ink439.xml"/><Relationship Id="rId20" Type="http://schemas.openxmlformats.org/officeDocument/2006/relationships/customXml" Target="../ink/ink370.xml"/><Relationship Id="rId41" Type="http://schemas.openxmlformats.org/officeDocument/2006/relationships/image" Target="../media/image357.png"/><Relationship Id="rId62" Type="http://schemas.openxmlformats.org/officeDocument/2006/relationships/customXml" Target="../ink/ink391.xml"/><Relationship Id="rId83" Type="http://schemas.openxmlformats.org/officeDocument/2006/relationships/image" Target="../media/image378.png"/><Relationship Id="rId179" Type="http://schemas.openxmlformats.org/officeDocument/2006/relationships/image" Target="../media/image427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15.png"/><Relationship Id="rId21" Type="http://schemas.openxmlformats.org/officeDocument/2006/relationships/image" Target="../media/image466.png"/><Relationship Id="rId42" Type="http://schemas.openxmlformats.org/officeDocument/2006/relationships/customXml" Target="../ink/ink499.xml"/><Relationship Id="rId63" Type="http://schemas.openxmlformats.org/officeDocument/2006/relationships/image" Target="../media/image487.png"/><Relationship Id="rId84" Type="http://schemas.openxmlformats.org/officeDocument/2006/relationships/customXml" Target="../ink/ink520.xml"/><Relationship Id="rId138" Type="http://schemas.openxmlformats.org/officeDocument/2006/relationships/customXml" Target="../ink/ink547.xml"/><Relationship Id="rId159" Type="http://schemas.openxmlformats.org/officeDocument/2006/relationships/image" Target="../media/image535.png"/><Relationship Id="rId170" Type="http://schemas.openxmlformats.org/officeDocument/2006/relationships/customXml" Target="../ink/ink563.xml"/><Relationship Id="rId191" Type="http://schemas.openxmlformats.org/officeDocument/2006/relationships/image" Target="../media/image551.png"/><Relationship Id="rId205" Type="http://schemas.openxmlformats.org/officeDocument/2006/relationships/image" Target="../media/image558.png"/><Relationship Id="rId226" Type="http://schemas.openxmlformats.org/officeDocument/2006/relationships/customXml" Target="../ink/ink591.xml"/><Relationship Id="rId107" Type="http://schemas.openxmlformats.org/officeDocument/2006/relationships/image" Target="../media/image509.png"/><Relationship Id="rId11" Type="http://schemas.openxmlformats.org/officeDocument/2006/relationships/image" Target="../media/image461.png"/><Relationship Id="rId32" Type="http://schemas.openxmlformats.org/officeDocument/2006/relationships/customXml" Target="../ink/ink494.xml"/><Relationship Id="rId53" Type="http://schemas.openxmlformats.org/officeDocument/2006/relationships/image" Target="../media/image482.png"/><Relationship Id="rId74" Type="http://schemas.openxmlformats.org/officeDocument/2006/relationships/customXml" Target="../ink/ink515.xml"/><Relationship Id="rId128" Type="http://schemas.openxmlformats.org/officeDocument/2006/relationships/customXml" Target="../ink/ink542.xml"/><Relationship Id="rId149" Type="http://schemas.openxmlformats.org/officeDocument/2006/relationships/image" Target="../media/image530.png"/><Relationship Id="rId5" Type="http://schemas.openxmlformats.org/officeDocument/2006/relationships/image" Target="../media/image458.png"/><Relationship Id="rId95" Type="http://schemas.openxmlformats.org/officeDocument/2006/relationships/image" Target="../media/image503.png"/><Relationship Id="rId160" Type="http://schemas.openxmlformats.org/officeDocument/2006/relationships/customXml" Target="../ink/ink558.xml"/><Relationship Id="rId181" Type="http://schemas.openxmlformats.org/officeDocument/2006/relationships/image" Target="../media/image546.png"/><Relationship Id="rId216" Type="http://schemas.openxmlformats.org/officeDocument/2006/relationships/customXml" Target="../ink/ink586.xml"/><Relationship Id="rId237" Type="http://schemas.openxmlformats.org/officeDocument/2006/relationships/image" Target="../media/image574.png"/><Relationship Id="rId22" Type="http://schemas.openxmlformats.org/officeDocument/2006/relationships/customXml" Target="../ink/ink489.xml"/><Relationship Id="rId43" Type="http://schemas.openxmlformats.org/officeDocument/2006/relationships/image" Target="../media/image477.png"/><Relationship Id="rId64" Type="http://schemas.openxmlformats.org/officeDocument/2006/relationships/customXml" Target="../ink/ink510.xml"/><Relationship Id="rId118" Type="http://schemas.openxmlformats.org/officeDocument/2006/relationships/customXml" Target="../ink/ink537.xml"/><Relationship Id="rId139" Type="http://schemas.openxmlformats.org/officeDocument/2006/relationships/image" Target="../media/image525.png"/><Relationship Id="rId85" Type="http://schemas.openxmlformats.org/officeDocument/2006/relationships/image" Target="../media/image498.png"/><Relationship Id="rId150" Type="http://schemas.openxmlformats.org/officeDocument/2006/relationships/customXml" Target="../ink/ink553.xml"/><Relationship Id="rId171" Type="http://schemas.openxmlformats.org/officeDocument/2006/relationships/image" Target="../media/image541.png"/><Relationship Id="rId192" Type="http://schemas.openxmlformats.org/officeDocument/2006/relationships/customXml" Target="../ink/ink574.xml"/><Relationship Id="rId206" Type="http://schemas.openxmlformats.org/officeDocument/2006/relationships/customXml" Target="../ink/ink581.xml"/><Relationship Id="rId227" Type="http://schemas.openxmlformats.org/officeDocument/2006/relationships/image" Target="../media/image569.png"/><Relationship Id="rId12" Type="http://schemas.openxmlformats.org/officeDocument/2006/relationships/customXml" Target="../ink/ink484.xml"/><Relationship Id="rId33" Type="http://schemas.openxmlformats.org/officeDocument/2006/relationships/image" Target="../media/image472.png"/><Relationship Id="rId108" Type="http://schemas.openxmlformats.org/officeDocument/2006/relationships/customXml" Target="../ink/ink532.xml"/><Relationship Id="rId129" Type="http://schemas.openxmlformats.org/officeDocument/2006/relationships/image" Target="../media/image521.png"/><Relationship Id="rId54" Type="http://schemas.openxmlformats.org/officeDocument/2006/relationships/customXml" Target="../ink/ink505.xml"/><Relationship Id="rId75" Type="http://schemas.openxmlformats.org/officeDocument/2006/relationships/image" Target="../media/image493.png"/><Relationship Id="rId96" Type="http://schemas.openxmlformats.org/officeDocument/2006/relationships/customXml" Target="../ink/ink526.xml"/><Relationship Id="rId140" Type="http://schemas.openxmlformats.org/officeDocument/2006/relationships/customXml" Target="../ink/ink548.xml"/><Relationship Id="rId161" Type="http://schemas.openxmlformats.org/officeDocument/2006/relationships/image" Target="../media/image536.png"/><Relationship Id="rId182" Type="http://schemas.openxmlformats.org/officeDocument/2006/relationships/customXml" Target="../ink/ink569.xml"/><Relationship Id="rId217" Type="http://schemas.openxmlformats.org/officeDocument/2006/relationships/image" Target="../media/image564.png"/><Relationship Id="rId6" Type="http://schemas.openxmlformats.org/officeDocument/2006/relationships/customXml" Target="../ink/ink481.xml"/><Relationship Id="rId238" Type="http://schemas.openxmlformats.org/officeDocument/2006/relationships/customXml" Target="../ink/ink597.xml"/><Relationship Id="rId23" Type="http://schemas.openxmlformats.org/officeDocument/2006/relationships/image" Target="../media/image467.png"/><Relationship Id="rId119" Type="http://schemas.openxmlformats.org/officeDocument/2006/relationships/image" Target="../media/image516.png"/><Relationship Id="rId44" Type="http://schemas.openxmlformats.org/officeDocument/2006/relationships/customXml" Target="../ink/ink500.xml"/><Relationship Id="rId65" Type="http://schemas.openxmlformats.org/officeDocument/2006/relationships/image" Target="../media/image488.png"/><Relationship Id="rId86" Type="http://schemas.openxmlformats.org/officeDocument/2006/relationships/customXml" Target="../ink/ink521.xml"/><Relationship Id="rId130" Type="http://schemas.openxmlformats.org/officeDocument/2006/relationships/customXml" Target="../ink/ink543.xml"/><Relationship Id="rId151" Type="http://schemas.openxmlformats.org/officeDocument/2006/relationships/image" Target="../media/image531.png"/><Relationship Id="rId172" Type="http://schemas.openxmlformats.org/officeDocument/2006/relationships/customXml" Target="../ink/ink564.xml"/><Relationship Id="rId193" Type="http://schemas.openxmlformats.org/officeDocument/2006/relationships/image" Target="../media/image552.png"/><Relationship Id="rId207" Type="http://schemas.openxmlformats.org/officeDocument/2006/relationships/image" Target="../media/image559.png"/><Relationship Id="rId228" Type="http://schemas.openxmlformats.org/officeDocument/2006/relationships/customXml" Target="../ink/ink592.xml"/><Relationship Id="rId13" Type="http://schemas.openxmlformats.org/officeDocument/2006/relationships/image" Target="../media/image462.png"/><Relationship Id="rId109" Type="http://schemas.openxmlformats.org/officeDocument/2006/relationships/image" Target="../media/image511.png"/><Relationship Id="rId34" Type="http://schemas.openxmlformats.org/officeDocument/2006/relationships/customXml" Target="../ink/ink495.xml"/><Relationship Id="rId55" Type="http://schemas.openxmlformats.org/officeDocument/2006/relationships/image" Target="../media/image483.png"/><Relationship Id="rId76" Type="http://schemas.openxmlformats.org/officeDocument/2006/relationships/customXml" Target="../ink/ink516.xml"/><Relationship Id="rId97" Type="http://schemas.openxmlformats.org/officeDocument/2006/relationships/image" Target="../media/image504.png"/><Relationship Id="rId120" Type="http://schemas.openxmlformats.org/officeDocument/2006/relationships/customXml" Target="../ink/ink538.xml"/><Relationship Id="rId141" Type="http://schemas.openxmlformats.org/officeDocument/2006/relationships/image" Target="../media/image526.png"/><Relationship Id="rId7" Type="http://schemas.openxmlformats.org/officeDocument/2006/relationships/image" Target="../media/image459.png"/><Relationship Id="rId162" Type="http://schemas.openxmlformats.org/officeDocument/2006/relationships/customXml" Target="../ink/ink559.xml"/><Relationship Id="rId183" Type="http://schemas.openxmlformats.org/officeDocument/2006/relationships/image" Target="../media/image547.png"/><Relationship Id="rId218" Type="http://schemas.openxmlformats.org/officeDocument/2006/relationships/customXml" Target="../ink/ink587.xml"/><Relationship Id="rId239" Type="http://schemas.openxmlformats.org/officeDocument/2006/relationships/image" Target="../media/image575.png"/><Relationship Id="rId24" Type="http://schemas.openxmlformats.org/officeDocument/2006/relationships/customXml" Target="../ink/ink490.xml"/><Relationship Id="rId45" Type="http://schemas.openxmlformats.org/officeDocument/2006/relationships/image" Target="../media/image478.png"/><Relationship Id="rId66" Type="http://schemas.openxmlformats.org/officeDocument/2006/relationships/customXml" Target="../ink/ink511.xml"/><Relationship Id="rId87" Type="http://schemas.openxmlformats.org/officeDocument/2006/relationships/image" Target="../media/image499.png"/><Relationship Id="rId110" Type="http://schemas.openxmlformats.org/officeDocument/2006/relationships/customXml" Target="../ink/ink533.xml"/><Relationship Id="rId131" Type="http://schemas.openxmlformats.org/officeDocument/2006/relationships/image" Target="../media/image384.png"/><Relationship Id="rId152" Type="http://schemas.openxmlformats.org/officeDocument/2006/relationships/customXml" Target="../ink/ink554.xml"/><Relationship Id="rId173" Type="http://schemas.openxmlformats.org/officeDocument/2006/relationships/image" Target="../media/image542.png"/><Relationship Id="rId194" Type="http://schemas.openxmlformats.org/officeDocument/2006/relationships/customXml" Target="../ink/ink575.xml"/><Relationship Id="rId208" Type="http://schemas.openxmlformats.org/officeDocument/2006/relationships/customXml" Target="../ink/ink582.xml"/><Relationship Id="rId229" Type="http://schemas.openxmlformats.org/officeDocument/2006/relationships/image" Target="../media/image570.png"/><Relationship Id="rId14" Type="http://schemas.openxmlformats.org/officeDocument/2006/relationships/customXml" Target="../ink/ink485.xml"/><Relationship Id="rId35" Type="http://schemas.openxmlformats.org/officeDocument/2006/relationships/image" Target="../media/image473.png"/><Relationship Id="rId56" Type="http://schemas.openxmlformats.org/officeDocument/2006/relationships/customXml" Target="../ink/ink506.xml"/><Relationship Id="rId77" Type="http://schemas.openxmlformats.org/officeDocument/2006/relationships/image" Target="../media/image494.png"/><Relationship Id="rId100" Type="http://schemas.openxmlformats.org/officeDocument/2006/relationships/customXml" Target="../ink/ink528.xml"/><Relationship Id="rId8" Type="http://schemas.openxmlformats.org/officeDocument/2006/relationships/customXml" Target="../ink/ink482.xml"/><Relationship Id="rId98" Type="http://schemas.openxmlformats.org/officeDocument/2006/relationships/customXml" Target="../ink/ink527.xml"/><Relationship Id="rId121" Type="http://schemas.openxmlformats.org/officeDocument/2006/relationships/image" Target="../media/image517.png"/><Relationship Id="rId142" Type="http://schemas.openxmlformats.org/officeDocument/2006/relationships/customXml" Target="../ink/ink549.xml"/><Relationship Id="rId163" Type="http://schemas.openxmlformats.org/officeDocument/2006/relationships/image" Target="../media/image537.png"/><Relationship Id="rId184" Type="http://schemas.openxmlformats.org/officeDocument/2006/relationships/customXml" Target="../ink/ink570.xml"/><Relationship Id="rId219" Type="http://schemas.openxmlformats.org/officeDocument/2006/relationships/image" Target="../media/image565.png"/><Relationship Id="rId230" Type="http://schemas.openxmlformats.org/officeDocument/2006/relationships/customXml" Target="../ink/ink593.xml"/><Relationship Id="rId25" Type="http://schemas.openxmlformats.org/officeDocument/2006/relationships/image" Target="../media/image468.png"/><Relationship Id="rId46" Type="http://schemas.openxmlformats.org/officeDocument/2006/relationships/customXml" Target="../ink/ink501.xml"/><Relationship Id="rId67" Type="http://schemas.openxmlformats.org/officeDocument/2006/relationships/image" Target="../media/image489.png"/><Relationship Id="rId88" Type="http://schemas.openxmlformats.org/officeDocument/2006/relationships/customXml" Target="../ink/ink522.xml"/><Relationship Id="rId111" Type="http://schemas.openxmlformats.org/officeDocument/2006/relationships/image" Target="../media/image512.png"/><Relationship Id="rId132" Type="http://schemas.openxmlformats.org/officeDocument/2006/relationships/customXml" Target="../ink/ink544.xml"/><Relationship Id="rId153" Type="http://schemas.openxmlformats.org/officeDocument/2006/relationships/image" Target="../media/image532.png"/><Relationship Id="rId174" Type="http://schemas.openxmlformats.org/officeDocument/2006/relationships/customXml" Target="../ink/ink565.xml"/><Relationship Id="rId195" Type="http://schemas.openxmlformats.org/officeDocument/2006/relationships/image" Target="../media/image553.png"/><Relationship Id="rId209" Type="http://schemas.openxmlformats.org/officeDocument/2006/relationships/image" Target="../media/image560.png"/><Relationship Id="rId190" Type="http://schemas.openxmlformats.org/officeDocument/2006/relationships/customXml" Target="../ink/ink573.xml"/><Relationship Id="rId204" Type="http://schemas.openxmlformats.org/officeDocument/2006/relationships/customXml" Target="../ink/ink580.xml"/><Relationship Id="rId220" Type="http://schemas.openxmlformats.org/officeDocument/2006/relationships/customXml" Target="../ink/ink588.xml"/><Relationship Id="rId225" Type="http://schemas.openxmlformats.org/officeDocument/2006/relationships/image" Target="../media/image568.png"/><Relationship Id="rId15" Type="http://schemas.openxmlformats.org/officeDocument/2006/relationships/image" Target="../media/image463.png"/><Relationship Id="rId36" Type="http://schemas.openxmlformats.org/officeDocument/2006/relationships/customXml" Target="../ink/ink496.xml"/><Relationship Id="rId57" Type="http://schemas.openxmlformats.org/officeDocument/2006/relationships/image" Target="../media/image484.png"/><Relationship Id="rId106" Type="http://schemas.openxmlformats.org/officeDocument/2006/relationships/customXml" Target="../ink/ink531.xml"/><Relationship Id="rId127" Type="http://schemas.openxmlformats.org/officeDocument/2006/relationships/image" Target="../media/image520.png"/><Relationship Id="rId10" Type="http://schemas.openxmlformats.org/officeDocument/2006/relationships/customXml" Target="../ink/ink483.xml"/><Relationship Id="rId31" Type="http://schemas.openxmlformats.org/officeDocument/2006/relationships/image" Target="../media/image471.png"/><Relationship Id="rId52" Type="http://schemas.openxmlformats.org/officeDocument/2006/relationships/customXml" Target="../ink/ink504.xml"/><Relationship Id="rId73" Type="http://schemas.openxmlformats.org/officeDocument/2006/relationships/image" Target="../media/image492.png"/><Relationship Id="rId78" Type="http://schemas.openxmlformats.org/officeDocument/2006/relationships/customXml" Target="../ink/ink517.xml"/><Relationship Id="rId94" Type="http://schemas.openxmlformats.org/officeDocument/2006/relationships/customXml" Target="../ink/ink525.xml"/><Relationship Id="rId99" Type="http://schemas.openxmlformats.org/officeDocument/2006/relationships/image" Target="../media/image505.png"/><Relationship Id="rId101" Type="http://schemas.openxmlformats.org/officeDocument/2006/relationships/image" Target="../media/image506.png"/><Relationship Id="rId122" Type="http://schemas.openxmlformats.org/officeDocument/2006/relationships/customXml" Target="../ink/ink539.xml"/><Relationship Id="rId143" Type="http://schemas.openxmlformats.org/officeDocument/2006/relationships/image" Target="../media/image527.png"/><Relationship Id="rId148" Type="http://schemas.openxmlformats.org/officeDocument/2006/relationships/customXml" Target="../ink/ink552.xml"/><Relationship Id="rId164" Type="http://schemas.openxmlformats.org/officeDocument/2006/relationships/customXml" Target="../ink/ink560.xml"/><Relationship Id="rId169" Type="http://schemas.openxmlformats.org/officeDocument/2006/relationships/image" Target="../media/image540.png"/><Relationship Id="rId185" Type="http://schemas.openxmlformats.org/officeDocument/2006/relationships/image" Target="../media/image548.png"/><Relationship Id="rId4" Type="http://schemas.openxmlformats.org/officeDocument/2006/relationships/customXml" Target="../ink/ink480.xml"/><Relationship Id="rId9" Type="http://schemas.openxmlformats.org/officeDocument/2006/relationships/image" Target="../media/image460.png"/><Relationship Id="rId180" Type="http://schemas.openxmlformats.org/officeDocument/2006/relationships/customXml" Target="../ink/ink568.xml"/><Relationship Id="rId210" Type="http://schemas.openxmlformats.org/officeDocument/2006/relationships/customXml" Target="../ink/ink583.xml"/><Relationship Id="rId215" Type="http://schemas.openxmlformats.org/officeDocument/2006/relationships/image" Target="../media/image563.png"/><Relationship Id="rId236" Type="http://schemas.openxmlformats.org/officeDocument/2006/relationships/customXml" Target="../ink/ink596.xml"/><Relationship Id="rId26" Type="http://schemas.openxmlformats.org/officeDocument/2006/relationships/customXml" Target="../ink/ink491.xml"/><Relationship Id="rId231" Type="http://schemas.openxmlformats.org/officeDocument/2006/relationships/image" Target="../media/image571.png"/><Relationship Id="rId47" Type="http://schemas.openxmlformats.org/officeDocument/2006/relationships/image" Target="../media/image479.png"/><Relationship Id="rId68" Type="http://schemas.openxmlformats.org/officeDocument/2006/relationships/customXml" Target="../ink/ink512.xml"/><Relationship Id="rId89" Type="http://schemas.openxmlformats.org/officeDocument/2006/relationships/image" Target="../media/image500.png"/><Relationship Id="rId112" Type="http://schemas.openxmlformats.org/officeDocument/2006/relationships/customXml" Target="../ink/ink534.xml"/><Relationship Id="rId133" Type="http://schemas.openxmlformats.org/officeDocument/2006/relationships/image" Target="../media/image522.png"/><Relationship Id="rId154" Type="http://schemas.openxmlformats.org/officeDocument/2006/relationships/customXml" Target="../ink/ink555.xml"/><Relationship Id="rId175" Type="http://schemas.openxmlformats.org/officeDocument/2006/relationships/image" Target="../media/image543.png"/><Relationship Id="rId196" Type="http://schemas.openxmlformats.org/officeDocument/2006/relationships/customXml" Target="../ink/ink576.xml"/><Relationship Id="rId200" Type="http://schemas.openxmlformats.org/officeDocument/2006/relationships/customXml" Target="../ink/ink578.xml"/><Relationship Id="rId16" Type="http://schemas.openxmlformats.org/officeDocument/2006/relationships/customXml" Target="../ink/ink486.xml"/><Relationship Id="rId221" Type="http://schemas.openxmlformats.org/officeDocument/2006/relationships/image" Target="../media/image566.png"/><Relationship Id="rId37" Type="http://schemas.openxmlformats.org/officeDocument/2006/relationships/image" Target="../media/image474.png"/><Relationship Id="rId58" Type="http://schemas.openxmlformats.org/officeDocument/2006/relationships/customXml" Target="../ink/ink507.xml"/><Relationship Id="rId79" Type="http://schemas.openxmlformats.org/officeDocument/2006/relationships/image" Target="../media/image495.png"/><Relationship Id="rId102" Type="http://schemas.openxmlformats.org/officeDocument/2006/relationships/customXml" Target="../ink/ink529.xml"/><Relationship Id="rId123" Type="http://schemas.openxmlformats.org/officeDocument/2006/relationships/image" Target="../media/image518.png"/><Relationship Id="rId144" Type="http://schemas.openxmlformats.org/officeDocument/2006/relationships/customXml" Target="../ink/ink550.xml"/><Relationship Id="rId90" Type="http://schemas.openxmlformats.org/officeDocument/2006/relationships/customXml" Target="../ink/ink523.xml"/><Relationship Id="rId165" Type="http://schemas.openxmlformats.org/officeDocument/2006/relationships/image" Target="../media/image538.png"/><Relationship Id="rId186" Type="http://schemas.openxmlformats.org/officeDocument/2006/relationships/customXml" Target="../ink/ink571.xml"/><Relationship Id="rId211" Type="http://schemas.openxmlformats.org/officeDocument/2006/relationships/image" Target="../media/image561.png"/><Relationship Id="rId232" Type="http://schemas.openxmlformats.org/officeDocument/2006/relationships/customXml" Target="../ink/ink594.xml"/><Relationship Id="rId27" Type="http://schemas.openxmlformats.org/officeDocument/2006/relationships/image" Target="../media/image469.png"/><Relationship Id="rId48" Type="http://schemas.openxmlformats.org/officeDocument/2006/relationships/customXml" Target="../ink/ink502.xml"/><Relationship Id="rId69" Type="http://schemas.openxmlformats.org/officeDocument/2006/relationships/image" Target="../media/image490.png"/><Relationship Id="rId113" Type="http://schemas.openxmlformats.org/officeDocument/2006/relationships/image" Target="../media/image513.png"/><Relationship Id="rId134" Type="http://schemas.openxmlformats.org/officeDocument/2006/relationships/customXml" Target="../ink/ink545.xml"/><Relationship Id="rId80" Type="http://schemas.openxmlformats.org/officeDocument/2006/relationships/customXml" Target="../ink/ink518.xml"/><Relationship Id="rId155" Type="http://schemas.openxmlformats.org/officeDocument/2006/relationships/image" Target="../media/image533.png"/><Relationship Id="rId176" Type="http://schemas.openxmlformats.org/officeDocument/2006/relationships/customXml" Target="../ink/ink566.xml"/><Relationship Id="rId197" Type="http://schemas.openxmlformats.org/officeDocument/2006/relationships/image" Target="../media/image554.png"/><Relationship Id="rId201" Type="http://schemas.openxmlformats.org/officeDocument/2006/relationships/image" Target="../media/image556.png"/><Relationship Id="rId222" Type="http://schemas.openxmlformats.org/officeDocument/2006/relationships/customXml" Target="../ink/ink589.xml"/><Relationship Id="rId17" Type="http://schemas.openxmlformats.org/officeDocument/2006/relationships/image" Target="../media/image464.png"/><Relationship Id="rId38" Type="http://schemas.openxmlformats.org/officeDocument/2006/relationships/customXml" Target="../ink/ink497.xml"/><Relationship Id="rId59" Type="http://schemas.openxmlformats.org/officeDocument/2006/relationships/image" Target="../media/image485.png"/><Relationship Id="rId103" Type="http://schemas.openxmlformats.org/officeDocument/2006/relationships/image" Target="../media/image507.png"/><Relationship Id="rId124" Type="http://schemas.openxmlformats.org/officeDocument/2006/relationships/customXml" Target="../ink/ink540.xml"/><Relationship Id="rId70" Type="http://schemas.openxmlformats.org/officeDocument/2006/relationships/customXml" Target="../ink/ink513.xml"/><Relationship Id="rId91" Type="http://schemas.openxmlformats.org/officeDocument/2006/relationships/image" Target="../media/image501.png"/><Relationship Id="rId145" Type="http://schemas.openxmlformats.org/officeDocument/2006/relationships/image" Target="../media/image528.png"/><Relationship Id="rId166" Type="http://schemas.openxmlformats.org/officeDocument/2006/relationships/customXml" Target="../ink/ink561.xml"/><Relationship Id="rId187" Type="http://schemas.openxmlformats.org/officeDocument/2006/relationships/image" Target="../media/image549.png"/><Relationship Id="rId1" Type="http://schemas.openxmlformats.org/officeDocument/2006/relationships/slideLayout" Target="../slideLayouts/slideLayout10.xml"/><Relationship Id="rId212" Type="http://schemas.openxmlformats.org/officeDocument/2006/relationships/customXml" Target="../ink/ink584.xml"/><Relationship Id="rId233" Type="http://schemas.openxmlformats.org/officeDocument/2006/relationships/image" Target="../media/image572.png"/><Relationship Id="rId28" Type="http://schemas.openxmlformats.org/officeDocument/2006/relationships/customXml" Target="../ink/ink492.xml"/><Relationship Id="rId49" Type="http://schemas.openxmlformats.org/officeDocument/2006/relationships/image" Target="../media/image480.png"/><Relationship Id="rId114" Type="http://schemas.openxmlformats.org/officeDocument/2006/relationships/customXml" Target="../ink/ink535.xml"/><Relationship Id="rId60" Type="http://schemas.openxmlformats.org/officeDocument/2006/relationships/customXml" Target="../ink/ink508.xml"/><Relationship Id="rId81" Type="http://schemas.openxmlformats.org/officeDocument/2006/relationships/image" Target="../media/image496.png"/><Relationship Id="rId135" Type="http://schemas.openxmlformats.org/officeDocument/2006/relationships/image" Target="../media/image523.png"/><Relationship Id="rId156" Type="http://schemas.openxmlformats.org/officeDocument/2006/relationships/customXml" Target="../ink/ink556.xml"/><Relationship Id="rId177" Type="http://schemas.openxmlformats.org/officeDocument/2006/relationships/image" Target="../media/image544.png"/><Relationship Id="rId198" Type="http://schemas.openxmlformats.org/officeDocument/2006/relationships/customXml" Target="../ink/ink577.xml"/><Relationship Id="rId202" Type="http://schemas.openxmlformats.org/officeDocument/2006/relationships/customXml" Target="../ink/ink579.xml"/><Relationship Id="rId223" Type="http://schemas.openxmlformats.org/officeDocument/2006/relationships/image" Target="../media/image567.png"/><Relationship Id="rId18" Type="http://schemas.openxmlformats.org/officeDocument/2006/relationships/customXml" Target="../ink/ink487.xml"/><Relationship Id="rId39" Type="http://schemas.openxmlformats.org/officeDocument/2006/relationships/image" Target="../media/image475.png"/><Relationship Id="rId50" Type="http://schemas.openxmlformats.org/officeDocument/2006/relationships/customXml" Target="../ink/ink503.xml"/><Relationship Id="rId104" Type="http://schemas.openxmlformats.org/officeDocument/2006/relationships/customXml" Target="../ink/ink530.xml"/><Relationship Id="rId125" Type="http://schemas.openxmlformats.org/officeDocument/2006/relationships/image" Target="../media/image519.png"/><Relationship Id="rId146" Type="http://schemas.openxmlformats.org/officeDocument/2006/relationships/customXml" Target="../ink/ink551.xml"/><Relationship Id="rId167" Type="http://schemas.openxmlformats.org/officeDocument/2006/relationships/image" Target="../media/image539.png"/><Relationship Id="rId188" Type="http://schemas.openxmlformats.org/officeDocument/2006/relationships/customXml" Target="../ink/ink572.xml"/><Relationship Id="rId71" Type="http://schemas.openxmlformats.org/officeDocument/2006/relationships/image" Target="../media/image491.png"/><Relationship Id="rId92" Type="http://schemas.openxmlformats.org/officeDocument/2006/relationships/customXml" Target="../ink/ink524.xml"/><Relationship Id="rId213" Type="http://schemas.openxmlformats.org/officeDocument/2006/relationships/image" Target="../media/image562.png"/><Relationship Id="rId234" Type="http://schemas.openxmlformats.org/officeDocument/2006/relationships/customXml" Target="../ink/ink595.xml"/><Relationship Id="rId2" Type="http://schemas.openxmlformats.org/officeDocument/2006/relationships/customXml" Target="../ink/ink479.xml"/><Relationship Id="rId29" Type="http://schemas.openxmlformats.org/officeDocument/2006/relationships/image" Target="../media/image470.png"/><Relationship Id="rId40" Type="http://schemas.openxmlformats.org/officeDocument/2006/relationships/customXml" Target="../ink/ink498.xml"/><Relationship Id="rId115" Type="http://schemas.openxmlformats.org/officeDocument/2006/relationships/image" Target="../media/image514.png"/><Relationship Id="rId136" Type="http://schemas.openxmlformats.org/officeDocument/2006/relationships/customXml" Target="../ink/ink546.xml"/><Relationship Id="rId157" Type="http://schemas.openxmlformats.org/officeDocument/2006/relationships/image" Target="../media/image534.png"/><Relationship Id="rId178" Type="http://schemas.openxmlformats.org/officeDocument/2006/relationships/customXml" Target="../ink/ink567.xml"/><Relationship Id="rId61" Type="http://schemas.openxmlformats.org/officeDocument/2006/relationships/image" Target="../media/image486.png"/><Relationship Id="rId82" Type="http://schemas.openxmlformats.org/officeDocument/2006/relationships/customXml" Target="../ink/ink519.xml"/><Relationship Id="rId199" Type="http://schemas.openxmlformats.org/officeDocument/2006/relationships/image" Target="../media/image555.png"/><Relationship Id="rId203" Type="http://schemas.openxmlformats.org/officeDocument/2006/relationships/image" Target="../media/image557.png"/><Relationship Id="rId19" Type="http://schemas.openxmlformats.org/officeDocument/2006/relationships/image" Target="../media/image465.png"/><Relationship Id="rId224" Type="http://schemas.openxmlformats.org/officeDocument/2006/relationships/customXml" Target="../ink/ink590.xml"/><Relationship Id="rId30" Type="http://schemas.openxmlformats.org/officeDocument/2006/relationships/customXml" Target="../ink/ink493.xml"/><Relationship Id="rId105" Type="http://schemas.openxmlformats.org/officeDocument/2006/relationships/image" Target="../media/image508.png"/><Relationship Id="rId126" Type="http://schemas.openxmlformats.org/officeDocument/2006/relationships/customXml" Target="../ink/ink541.xml"/><Relationship Id="rId147" Type="http://schemas.openxmlformats.org/officeDocument/2006/relationships/image" Target="../media/image529.png"/><Relationship Id="rId168" Type="http://schemas.openxmlformats.org/officeDocument/2006/relationships/customXml" Target="../ink/ink562.xml"/><Relationship Id="rId51" Type="http://schemas.openxmlformats.org/officeDocument/2006/relationships/image" Target="../media/image481.png"/><Relationship Id="rId72" Type="http://schemas.openxmlformats.org/officeDocument/2006/relationships/customXml" Target="../ink/ink514.xml"/><Relationship Id="rId93" Type="http://schemas.openxmlformats.org/officeDocument/2006/relationships/image" Target="../media/image502.png"/><Relationship Id="rId189" Type="http://schemas.openxmlformats.org/officeDocument/2006/relationships/image" Target="../media/image550.png"/><Relationship Id="rId3" Type="http://schemas.openxmlformats.org/officeDocument/2006/relationships/image" Target="../media/image457.png"/><Relationship Id="rId214" Type="http://schemas.openxmlformats.org/officeDocument/2006/relationships/customXml" Target="../ink/ink585.xml"/><Relationship Id="rId235" Type="http://schemas.openxmlformats.org/officeDocument/2006/relationships/image" Target="../media/image573.png"/><Relationship Id="rId116" Type="http://schemas.openxmlformats.org/officeDocument/2006/relationships/customXml" Target="../ink/ink536.xml"/><Relationship Id="rId137" Type="http://schemas.openxmlformats.org/officeDocument/2006/relationships/image" Target="../media/image524.png"/><Relationship Id="rId158" Type="http://schemas.openxmlformats.org/officeDocument/2006/relationships/customXml" Target="../ink/ink557.xml"/><Relationship Id="rId20" Type="http://schemas.openxmlformats.org/officeDocument/2006/relationships/customXml" Target="../ink/ink488.xml"/><Relationship Id="rId41" Type="http://schemas.openxmlformats.org/officeDocument/2006/relationships/image" Target="../media/image476.png"/><Relationship Id="rId62" Type="http://schemas.openxmlformats.org/officeDocument/2006/relationships/customXml" Target="../ink/ink509.xml"/><Relationship Id="rId83" Type="http://schemas.openxmlformats.org/officeDocument/2006/relationships/image" Target="../media/image497.png"/><Relationship Id="rId179" Type="http://schemas.openxmlformats.org/officeDocument/2006/relationships/image" Target="../media/image545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34.png"/><Relationship Id="rId21" Type="http://schemas.openxmlformats.org/officeDocument/2006/relationships/image" Target="../media/image585.png"/><Relationship Id="rId42" Type="http://schemas.openxmlformats.org/officeDocument/2006/relationships/customXml" Target="../ink/ink618.xml"/><Relationship Id="rId63" Type="http://schemas.openxmlformats.org/officeDocument/2006/relationships/image" Target="../media/image606.png"/><Relationship Id="rId84" Type="http://schemas.openxmlformats.org/officeDocument/2006/relationships/customXml" Target="../ink/ink639.xml"/><Relationship Id="rId138" Type="http://schemas.openxmlformats.org/officeDocument/2006/relationships/customXml" Target="../ink/ink666.xml"/><Relationship Id="rId107" Type="http://schemas.openxmlformats.org/officeDocument/2006/relationships/image" Target="../media/image629.png"/><Relationship Id="rId11" Type="http://schemas.openxmlformats.org/officeDocument/2006/relationships/image" Target="../media/image580.png"/><Relationship Id="rId32" Type="http://schemas.openxmlformats.org/officeDocument/2006/relationships/customXml" Target="../ink/ink613.xml"/><Relationship Id="rId53" Type="http://schemas.openxmlformats.org/officeDocument/2006/relationships/image" Target="../media/image601.png"/><Relationship Id="rId74" Type="http://schemas.openxmlformats.org/officeDocument/2006/relationships/customXml" Target="../ink/ink634.xml"/><Relationship Id="rId128" Type="http://schemas.openxmlformats.org/officeDocument/2006/relationships/customXml" Target="../ink/ink661.xml"/><Relationship Id="rId149" Type="http://schemas.openxmlformats.org/officeDocument/2006/relationships/image" Target="../media/image649.png"/><Relationship Id="rId5" Type="http://schemas.openxmlformats.org/officeDocument/2006/relationships/image" Target="../media/image577.png"/><Relationship Id="rId95" Type="http://schemas.openxmlformats.org/officeDocument/2006/relationships/image" Target="../media/image623.png"/><Relationship Id="rId22" Type="http://schemas.openxmlformats.org/officeDocument/2006/relationships/customXml" Target="../ink/ink608.xml"/><Relationship Id="rId27" Type="http://schemas.openxmlformats.org/officeDocument/2006/relationships/image" Target="../media/image588.png"/><Relationship Id="rId43" Type="http://schemas.openxmlformats.org/officeDocument/2006/relationships/image" Target="../media/image596.png"/><Relationship Id="rId48" Type="http://schemas.openxmlformats.org/officeDocument/2006/relationships/customXml" Target="../ink/ink621.xml"/><Relationship Id="rId64" Type="http://schemas.openxmlformats.org/officeDocument/2006/relationships/customXml" Target="../ink/ink629.xml"/><Relationship Id="rId69" Type="http://schemas.openxmlformats.org/officeDocument/2006/relationships/image" Target="../media/image609.png"/><Relationship Id="rId113" Type="http://schemas.openxmlformats.org/officeDocument/2006/relationships/image" Target="../media/image632.png"/><Relationship Id="rId118" Type="http://schemas.openxmlformats.org/officeDocument/2006/relationships/customXml" Target="../ink/ink656.xml"/><Relationship Id="rId134" Type="http://schemas.openxmlformats.org/officeDocument/2006/relationships/customXml" Target="../ink/ink664.xml"/><Relationship Id="rId139" Type="http://schemas.openxmlformats.org/officeDocument/2006/relationships/image" Target="../media/image645.png"/><Relationship Id="rId80" Type="http://schemas.openxmlformats.org/officeDocument/2006/relationships/customXml" Target="../ink/ink637.xml"/><Relationship Id="rId85" Type="http://schemas.openxmlformats.org/officeDocument/2006/relationships/image" Target="../media/image618.png"/><Relationship Id="rId150" Type="http://schemas.openxmlformats.org/officeDocument/2006/relationships/customXml" Target="../ink/ink672.xml"/><Relationship Id="rId155" Type="http://schemas.openxmlformats.org/officeDocument/2006/relationships/image" Target="../media/image652.png"/><Relationship Id="rId12" Type="http://schemas.openxmlformats.org/officeDocument/2006/relationships/customXml" Target="../ink/ink603.xml"/><Relationship Id="rId17" Type="http://schemas.openxmlformats.org/officeDocument/2006/relationships/image" Target="../media/image583.png"/><Relationship Id="rId33" Type="http://schemas.openxmlformats.org/officeDocument/2006/relationships/image" Target="../media/image591.png"/><Relationship Id="rId38" Type="http://schemas.openxmlformats.org/officeDocument/2006/relationships/customXml" Target="../ink/ink616.xml"/><Relationship Id="rId59" Type="http://schemas.openxmlformats.org/officeDocument/2006/relationships/image" Target="../media/image604.png"/><Relationship Id="rId103" Type="http://schemas.openxmlformats.org/officeDocument/2006/relationships/image" Target="../media/image627.png"/><Relationship Id="rId108" Type="http://schemas.openxmlformats.org/officeDocument/2006/relationships/customXml" Target="../ink/ink651.xml"/><Relationship Id="rId124" Type="http://schemas.openxmlformats.org/officeDocument/2006/relationships/customXml" Target="../ink/ink659.xml"/><Relationship Id="rId129" Type="http://schemas.openxmlformats.org/officeDocument/2006/relationships/image" Target="../media/image640.png"/><Relationship Id="rId54" Type="http://schemas.openxmlformats.org/officeDocument/2006/relationships/customXml" Target="../ink/ink624.xml"/><Relationship Id="rId70" Type="http://schemas.openxmlformats.org/officeDocument/2006/relationships/customXml" Target="../ink/ink632.xml"/><Relationship Id="rId75" Type="http://schemas.openxmlformats.org/officeDocument/2006/relationships/image" Target="../media/image613.png"/><Relationship Id="rId91" Type="http://schemas.openxmlformats.org/officeDocument/2006/relationships/image" Target="../media/image621.png"/><Relationship Id="rId96" Type="http://schemas.openxmlformats.org/officeDocument/2006/relationships/customXml" Target="../ink/ink645.xml"/><Relationship Id="rId140" Type="http://schemas.openxmlformats.org/officeDocument/2006/relationships/customXml" Target="../ink/ink667.xml"/><Relationship Id="rId145" Type="http://schemas.openxmlformats.org/officeDocument/2006/relationships/image" Target="../media/image648.png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600.xml"/><Relationship Id="rId23" Type="http://schemas.openxmlformats.org/officeDocument/2006/relationships/image" Target="../media/image586.png"/><Relationship Id="rId28" Type="http://schemas.openxmlformats.org/officeDocument/2006/relationships/customXml" Target="../ink/ink611.xml"/><Relationship Id="rId49" Type="http://schemas.openxmlformats.org/officeDocument/2006/relationships/image" Target="../media/image599.png"/><Relationship Id="rId114" Type="http://schemas.openxmlformats.org/officeDocument/2006/relationships/customXml" Target="../ink/ink654.xml"/><Relationship Id="rId119" Type="http://schemas.openxmlformats.org/officeDocument/2006/relationships/image" Target="../media/image635.png"/><Relationship Id="rId44" Type="http://schemas.openxmlformats.org/officeDocument/2006/relationships/customXml" Target="../ink/ink619.xml"/><Relationship Id="rId60" Type="http://schemas.openxmlformats.org/officeDocument/2006/relationships/customXml" Target="../ink/ink627.xml"/><Relationship Id="rId65" Type="http://schemas.openxmlformats.org/officeDocument/2006/relationships/image" Target="../media/image607.png"/><Relationship Id="rId81" Type="http://schemas.openxmlformats.org/officeDocument/2006/relationships/image" Target="../media/image616.png"/><Relationship Id="rId86" Type="http://schemas.openxmlformats.org/officeDocument/2006/relationships/customXml" Target="../ink/ink640.xml"/><Relationship Id="rId130" Type="http://schemas.openxmlformats.org/officeDocument/2006/relationships/customXml" Target="../ink/ink662.xml"/><Relationship Id="rId135" Type="http://schemas.openxmlformats.org/officeDocument/2006/relationships/image" Target="../media/image643.png"/><Relationship Id="rId151" Type="http://schemas.openxmlformats.org/officeDocument/2006/relationships/image" Target="../media/image650.png"/><Relationship Id="rId13" Type="http://schemas.openxmlformats.org/officeDocument/2006/relationships/image" Target="../media/image581.png"/><Relationship Id="rId18" Type="http://schemas.openxmlformats.org/officeDocument/2006/relationships/customXml" Target="../ink/ink606.xml"/><Relationship Id="rId39" Type="http://schemas.openxmlformats.org/officeDocument/2006/relationships/image" Target="../media/image594.png"/><Relationship Id="rId109" Type="http://schemas.openxmlformats.org/officeDocument/2006/relationships/image" Target="../media/image630.png"/><Relationship Id="rId34" Type="http://schemas.openxmlformats.org/officeDocument/2006/relationships/customXml" Target="../ink/ink614.xml"/><Relationship Id="rId50" Type="http://schemas.openxmlformats.org/officeDocument/2006/relationships/customXml" Target="../ink/ink622.xml"/><Relationship Id="rId55" Type="http://schemas.openxmlformats.org/officeDocument/2006/relationships/image" Target="../media/image602.png"/><Relationship Id="rId76" Type="http://schemas.openxmlformats.org/officeDocument/2006/relationships/customXml" Target="../ink/ink635.xml"/><Relationship Id="rId97" Type="http://schemas.openxmlformats.org/officeDocument/2006/relationships/image" Target="../media/image624.png"/><Relationship Id="rId104" Type="http://schemas.openxmlformats.org/officeDocument/2006/relationships/customXml" Target="../ink/ink649.xml"/><Relationship Id="rId120" Type="http://schemas.openxmlformats.org/officeDocument/2006/relationships/customXml" Target="../ink/ink657.xml"/><Relationship Id="rId125" Type="http://schemas.openxmlformats.org/officeDocument/2006/relationships/image" Target="../media/image638.png"/><Relationship Id="rId141" Type="http://schemas.openxmlformats.org/officeDocument/2006/relationships/image" Target="../media/image646.png"/><Relationship Id="rId146" Type="http://schemas.openxmlformats.org/officeDocument/2006/relationships/customXml" Target="../ink/ink670.xml"/><Relationship Id="rId7" Type="http://schemas.openxmlformats.org/officeDocument/2006/relationships/image" Target="../media/image578.png"/><Relationship Id="rId71" Type="http://schemas.openxmlformats.org/officeDocument/2006/relationships/image" Target="../media/image611.png"/><Relationship Id="rId92" Type="http://schemas.openxmlformats.org/officeDocument/2006/relationships/customXml" Target="../ink/ink643.xml"/><Relationship Id="rId2" Type="http://schemas.openxmlformats.org/officeDocument/2006/relationships/customXml" Target="../ink/ink598.xml"/><Relationship Id="rId29" Type="http://schemas.openxmlformats.org/officeDocument/2006/relationships/image" Target="../media/image589.png"/><Relationship Id="rId24" Type="http://schemas.openxmlformats.org/officeDocument/2006/relationships/customXml" Target="../ink/ink609.xml"/><Relationship Id="rId40" Type="http://schemas.openxmlformats.org/officeDocument/2006/relationships/customXml" Target="../ink/ink617.xml"/><Relationship Id="rId45" Type="http://schemas.openxmlformats.org/officeDocument/2006/relationships/image" Target="../media/image597.png"/><Relationship Id="rId66" Type="http://schemas.openxmlformats.org/officeDocument/2006/relationships/customXml" Target="../ink/ink630.xml"/><Relationship Id="rId87" Type="http://schemas.openxmlformats.org/officeDocument/2006/relationships/image" Target="../media/image619.png"/><Relationship Id="rId110" Type="http://schemas.openxmlformats.org/officeDocument/2006/relationships/customXml" Target="../ink/ink652.xml"/><Relationship Id="rId115" Type="http://schemas.openxmlformats.org/officeDocument/2006/relationships/image" Target="../media/image633.png"/><Relationship Id="rId131" Type="http://schemas.openxmlformats.org/officeDocument/2006/relationships/image" Target="../media/image641.png"/><Relationship Id="rId136" Type="http://schemas.openxmlformats.org/officeDocument/2006/relationships/customXml" Target="../ink/ink665.xml"/><Relationship Id="rId61" Type="http://schemas.openxmlformats.org/officeDocument/2006/relationships/image" Target="../media/image605.png"/><Relationship Id="rId82" Type="http://schemas.openxmlformats.org/officeDocument/2006/relationships/customXml" Target="../ink/ink638.xml"/><Relationship Id="rId152" Type="http://schemas.openxmlformats.org/officeDocument/2006/relationships/customXml" Target="../ink/ink673.xml"/><Relationship Id="rId19" Type="http://schemas.openxmlformats.org/officeDocument/2006/relationships/image" Target="../media/image584.png"/><Relationship Id="rId14" Type="http://schemas.openxmlformats.org/officeDocument/2006/relationships/customXml" Target="../ink/ink604.xml"/><Relationship Id="rId30" Type="http://schemas.openxmlformats.org/officeDocument/2006/relationships/customXml" Target="../ink/ink612.xml"/><Relationship Id="rId35" Type="http://schemas.openxmlformats.org/officeDocument/2006/relationships/image" Target="../media/image592.png"/><Relationship Id="rId56" Type="http://schemas.openxmlformats.org/officeDocument/2006/relationships/customXml" Target="../ink/ink625.xml"/><Relationship Id="rId77" Type="http://schemas.openxmlformats.org/officeDocument/2006/relationships/image" Target="../media/image614.png"/><Relationship Id="rId100" Type="http://schemas.openxmlformats.org/officeDocument/2006/relationships/customXml" Target="../ink/ink647.xml"/><Relationship Id="rId105" Type="http://schemas.openxmlformats.org/officeDocument/2006/relationships/image" Target="../media/image628.png"/><Relationship Id="rId126" Type="http://schemas.openxmlformats.org/officeDocument/2006/relationships/customXml" Target="../ink/ink660.xml"/><Relationship Id="rId147" Type="http://schemas.openxmlformats.org/officeDocument/2006/relationships/image" Target="../media/image446.png"/><Relationship Id="rId8" Type="http://schemas.openxmlformats.org/officeDocument/2006/relationships/customXml" Target="../ink/ink601.xml"/><Relationship Id="rId51" Type="http://schemas.openxmlformats.org/officeDocument/2006/relationships/image" Target="../media/image600.png"/><Relationship Id="rId72" Type="http://schemas.openxmlformats.org/officeDocument/2006/relationships/customXml" Target="../ink/ink633.xml"/><Relationship Id="rId93" Type="http://schemas.openxmlformats.org/officeDocument/2006/relationships/image" Target="../media/image622.png"/><Relationship Id="rId98" Type="http://schemas.openxmlformats.org/officeDocument/2006/relationships/customXml" Target="../ink/ink646.xml"/><Relationship Id="rId121" Type="http://schemas.openxmlformats.org/officeDocument/2006/relationships/image" Target="../media/image636.png"/><Relationship Id="rId142" Type="http://schemas.openxmlformats.org/officeDocument/2006/relationships/customXml" Target="../ink/ink668.xml"/><Relationship Id="rId3" Type="http://schemas.openxmlformats.org/officeDocument/2006/relationships/image" Target="../media/image576.png"/><Relationship Id="rId25" Type="http://schemas.openxmlformats.org/officeDocument/2006/relationships/image" Target="../media/image587.png"/><Relationship Id="rId46" Type="http://schemas.openxmlformats.org/officeDocument/2006/relationships/customXml" Target="../ink/ink620.xml"/><Relationship Id="rId67" Type="http://schemas.openxmlformats.org/officeDocument/2006/relationships/image" Target="../media/image608.png"/><Relationship Id="rId116" Type="http://schemas.openxmlformats.org/officeDocument/2006/relationships/customXml" Target="../ink/ink655.xml"/><Relationship Id="rId137" Type="http://schemas.openxmlformats.org/officeDocument/2006/relationships/image" Target="../media/image644.png"/><Relationship Id="rId20" Type="http://schemas.openxmlformats.org/officeDocument/2006/relationships/customXml" Target="../ink/ink607.xml"/><Relationship Id="rId41" Type="http://schemas.openxmlformats.org/officeDocument/2006/relationships/image" Target="../media/image595.png"/><Relationship Id="rId62" Type="http://schemas.openxmlformats.org/officeDocument/2006/relationships/customXml" Target="../ink/ink628.xml"/><Relationship Id="rId83" Type="http://schemas.openxmlformats.org/officeDocument/2006/relationships/image" Target="../media/image617.png"/><Relationship Id="rId88" Type="http://schemas.openxmlformats.org/officeDocument/2006/relationships/customXml" Target="../ink/ink641.xml"/><Relationship Id="rId111" Type="http://schemas.openxmlformats.org/officeDocument/2006/relationships/image" Target="../media/image631.png"/><Relationship Id="rId132" Type="http://schemas.openxmlformats.org/officeDocument/2006/relationships/customXml" Target="../ink/ink663.xml"/><Relationship Id="rId153" Type="http://schemas.openxmlformats.org/officeDocument/2006/relationships/image" Target="../media/image651.png"/><Relationship Id="rId15" Type="http://schemas.openxmlformats.org/officeDocument/2006/relationships/image" Target="../media/image582.png"/><Relationship Id="rId36" Type="http://schemas.openxmlformats.org/officeDocument/2006/relationships/customXml" Target="../ink/ink615.xml"/><Relationship Id="rId57" Type="http://schemas.openxmlformats.org/officeDocument/2006/relationships/image" Target="../media/image603.png"/><Relationship Id="rId106" Type="http://schemas.openxmlformats.org/officeDocument/2006/relationships/customXml" Target="../ink/ink650.xml"/><Relationship Id="rId127" Type="http://schemas.openxmlformats.org/officeDocument/2006/relationships/image" Target="../media/image639.png"/><Relationship Id="rId10" Type="http://schemas.openxmlformats.org/officeDocument/2006/relationships/customXml" Target="../ink/ink602.xml"/><Relationship Id="rId31" Type="http://schemas.openxmlformats.org/officeDocument/2006/relationships/image" Target="../media/image590.png"/><Relationship Id="rId52" Type="http://schemas.openxmlformats.org/officeDocument/2006/relationships/customXml" Target="../ink/ink623.xml"/><Relationship Id="rId73" Type="http://schemas.openxmlformats.org/officeDocument/2006/relationships/image" Target="../media/image612.png"/><Relationship Id="rId78" Type="http://schemas.openxmlformats.org/officeDocument/2006/relationships/customXml" Target="../ink/ink636.xml"/><Relationship Id="rId94" Type="http://schemas.openxmlformats.org/officeDocument/2006/relationships/customXml" Target="../ink/ink644.xml"/><Relationship Id="rId99" Type="http://schemas.openxmlformats.org/officeDocument/2006/relationships/image" Target="../media/image625.png"/><Relationship Id="rId101" Type="http://schemas.openxmlformats.org/officeDocument/2006/relationships/image" Target="../media/image626.png"/><Relationship Id="rId122" Type="http://schemas.openxmlformats.org/officeDocument/2006/relationships/customXml" Target="../ink/ink658.xml"/><Relationship Id="rId143" Type="http://schemas.openxmlformats.org/officeDocument/2006/relationships/image" Target="../media/image647.png"/><Relationship Id="rId148" Type="http://schemas.openxmlformats.org/officeDocument/2006/relationships/customXml" Target="../ink/ink671.xml"/><Relationship Id="rId4" Type="http://schemas.openxmlformats.org/officeDocument/2006/relationships/customXml" Target="../ink/ink599.xml"/><Relationship Id="rId9" Type="http://schemas.openxmlformats.org/officeDocument/2006/relationships/image" Target="../media/image579.png"/><Relationship Id="rId26" Type="http://schemas.openxmlformats.org/officeDocument/2006/relationships/customXml" Target="../ink/ink610.xml"/><Relationship Id="rId47" Type="http://schemas.openxmlformats.org/officeDocument/2006/relationships/image" Target="../media/image598.png"/><Relationship Id="rId68" Type="http://schemas.openxmlformats.org/officeDocument/2006/relationships/customXml" Target="../ink/ink631.xml"/><Relationship Id="rId89" Type="http://schemas.openxmlformats.org/officeDocument/2006/relationships/image" Target="../media/image620.png"/><Relationship Id="rId112" Type="http://schemas.openxmlformats.org/officeDocument/2006/relationships/customXml" Target="../ink/ink653.xml"/><Relationship Id="rId133" Type="http://schemas.openxmlformats.org/officeDocument/2006/relationships/image" Target="../media/image642.png"/><Relationship Id="rId154" Type="http://schemas.openxmlformats.org/officeDocument/2006/relationships/customXml" Target="../ink/ink674.xml"/><Relationship Id="rId16" Type="http://schemas.openxmlformats.org/officeDocument/2006/relationships/customXml" Target="../ink/ink605.xml"/><Relationship Id="rId37" Type="http://schemas.openxmlformats.org/officeDocument/2006/relationships/image" Target="../media/image593.png"/><Relationship Id="rId58" Type="http://schemas.openxmlformats.org/officeDocument/2006/relationships/customXml" Target="../ink/ink626.xml"/><Relationship Id="rId79" Type="http://schemas.openxmlformats.org/officeDocument/2006/relationships/image" Target="../media/image615.png"/><Relationship Id="rId102" Type="http://schemas.openxmlformats.org/officeDocument/2006/relationships/customXml" Target="../ink/ink648.xml"/><Relationship Id="rId123" Type="http://schemas.openxmlformats.org/officeDocument/2006/relationships/image" Target="../media/image637.png"/><Relationship Id="rId144" Type="http://schemas.openxmlformats.org/officeDocument/2006/relationships/customXml" Target="../ink/ink669.xml"/><Relationship Id="rId90" Type="http://schemas.openxmlformats.org/officeDocument/2006/relationships/customXml" Target="../ink/ink642.xml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87.xml"/><Relationship Id="rId21" Type="http://schemas.openxmlformats.org/officeDocument/2006/relationships/image" Target="../media/image662.png"/><Relationship Id="rId42" Type="http://schemas.openxmlformats.org/officeDocument/2006/relationships/customXml" Target="../ink/ink695.xml"/><Relationship Id="rId47" Type="http://schemas.openxmlformats.org/officeDocument/2006/relationships/image" Target="../media/image675.png"/><Relationship Id="rId63" Type="http://schemas.openxmlformats.org/officeDocument/2006/relationships/image" Target="../media/image682.png"/><Relationship Id="rId68" Type="http://schemas.openxmlformats.org/officeDocument/2006/relationships/customXml" Target="../ink/ink708.xml"/><Relationship Id="rId84" Type="http://schemas.openxmlformats.org/officeDocument/2006/relationships/customXml" Target="../ink/ink716.xml"/><Relationship Id="rId89" Type="http://schemas.openxmlformats.org/officeDocument/2006/relationships/image" Target="../media/image695.png"/><Relationship Id="rId16" Type="http://schemas.openxmlformats.org/officeDocument/2006/relationships/customXml" Target="../ink/ink682.xml"/><Relationship Id="rId107" Type="http://schemas.openxmlformats.org/officeDocument/2006/relationships/image" Target="../media/image704.png"/><Relationship Id="rId11" Type="http://schemas.openxmlformats.org/officeDocument/2006/relationships/image" Target="../media/image657.png"/><Relationship Id="rId32" Type="http://schemas.openxmlformats.org/officeDocument/2006/relationships/customXml" Target="../ink/ink690.xml"/><Relationship Id="rId37" Type="http://schemas.openxmlformats.org/officeDocument/2006/relationships/image" Target="../media/image670.png"/><Relationship Id="rId53" Type="http://schemas.openxmlformats.org/officeDocument/2006/relationships/image" Target="../media/image678.png"/><Relationship Id="rId58" Type="http://schemas.openxmlformats.org/officeDocument/2006/relationships/customXml" Target="../ink/ink703.xml"/><Relationship Id="rId74" Type="http://schemas.openxmlformats.org/officeDocument/2006/relationships/customXml" Target="../ink/ink711.xml"/><Relationship Id="rId79" Type="http://schemas.openxmlformats.org/officeDocument/2006/relationships/image" Target="../media/image690.png"/><Relationship Id="rId102" Type="http://schemas.openxmlformats.org/officeDocument/2006/relationships/customXml" Target="../ink/ink725.xml"/><Relationship Id="rId5" Type="http://schemas.openxmlformats.org/officeDocument/2006/relationships/image" Target="../media/image654.png"/><Relationship Id="rId90" Type="http://schemas.openxmlformats.org/officeDocument/2006/relationships/customXml" Target="../ink/ink719.xml"/><Relationship Id="rId95" Type="http://schemas.openxmlformats.org/officeDocument/2006/relationships/image" Target="../media/image698.png"/><Relationship Id="rId22" Type="http://schemas.openxmlformats.org/officeDocument/2006/relationships/customXml" Target="../ink/ink685.xml"/><Relationship Id="rId27" Type="http://schemas.openxmlformats.org/officeDocument/2006/relationships/image" Target="../media/image665.png"/><Relationship Id="rId43" Type="http://schemas.openxmlformats.org/officeDocument/2006/relationships/image" Target="../media/image673.png"/><Relationship Id="rId48" Type="http://schemas.openxmlformats.org/officeDocument/2006/relationships/customXml" Target="../ink/ink698.xml"/><Relationship Id="rId64" Type="http://schemas.openxmlformats.org/officeDocument/2006/relationships/customXml" Target="../ink/ink706.xml"/><Relationship Id="rId69" Type="http://schemas.openxmlformats.org/officeDocument/2006/relationships/image" Target="../media/image685.png"/><Relationship Id="rId80" Type="http://schemas.openxmlformats.org/officeDocument/2006/relationships/customXml" Target="../ink/ink714.xml"/><Relationship Id="rId85" Type="http://schemas.openxmlformats.org/officeDocument/2006/relationships/image" Target="../media/image693.png"/><Relationship Id="rId12" Type="http://schemas.openxmlformats.org/officeDocument/2006/relationships/customXml" Target="../ink/ink680.xml"/><Relationship Id="rId17" Type="http://schemas.openxmlformats.org/officeDocument/2006/relationships/image" Target="../media/image660.png"/><Relationship Id="rId33" Type="http://schemas.openxmlformats.org/officeDocument/2006/relationships/image" Target="../media/image668.png"/><Relationship Id="rId38" Type="http://schemas.openxmlformats.org/officeDocument/2006/relationships/customXml" Target="../ink/ink693.xml"/><Relationship Id="rId59" Type="http://schemas.openxmlformats.org/officeDocument/2006/relationships/image" Target="../media/image680.png"/><Relationship Id="rId103" Type="http://schemas.openxmlformats.org/officeDocument/2006/relationships/image" Target="../media/image702.png"/><Relationship Id="rId20" Type="http://schemas.openxmlformats.org/officeDocument/2006/relationships/customXml" Target="../ink/ink684.xml"/><Relationship Id="rId41" Type="http://schemas.openxmlformats.org/officeDocument/2006/relationships/image" Target="../media/image672.png"/><Relationship Id="rId54" Type="http://schemas.openxmlformats.org/officeDocument/2006/relationships/customXml" Target="../ink/ink701.xml"/><Relationship Id="rId62" Type="http://schemas.openxmlformats.org/officeDocument/2006/relationships/customXml" Target="../ink/ink705.xml"/><Relationship Id="rId70" Type="http://schemas.openxmlformats.org/officeDocument/2006/relationships/customXml" Target="../ink/ink709.xml"/><Relationship Id="rId75" Type="http://schemas.openxmlformats.org/officeDocument/2006/relationships/image" Target="../media/image688.png"/><Relationship Id="rId83" Type="http://schemas.openxmlformats.org/officeDocument/2006/relationships/image" Target="../media/image692.png"/><Relationship Id="rId88" Type="http://schemas.openxmlformats.org/officeDocument/2006/relationships/customXml" Target="../ink/ink718.xml"/><Relationship Id="rId91" Type="http://schemas.openxmlformats.org/officeDocument/2006/relationships/image" Target="../media/image696.png"/><Relationship Id="rId96" Type="http://schemas.openxmlformats.org/officeDocument/2006/relationships/customXml" Target="../ink/ink722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677.xml"/><Relationship Id="rId15" Type="http://schemas.openxmlformats.org/officeDocument/2006/relationships/image" Target="../media/image659.png"/><Relationship Id="rId23" Type="http://schemas.openxmlformats.org/officeDocument/2006/relationships/image" Target="../media/image663.png"/><Relationship Id="rId28" Type="http://schemas.openxmlformats.org/officeDocument/2006/relationships/customXml" Target="../ink/ink688.xml"/><Relationship Id="rId36" Type="http://schemas.openxmlformats.org/officeDocument/2006/relationships/customXml" Target="../ink/ink692.xml"/><Relationship Id="rId49" Type="http://schemas.openxmlformats.org/officeDocument/2006/relationships/image" Target="../media/image676.png"/><Relationship Id="rId57" Type="http://schemas.openxmlformats.org/officeDocument/2006/relationships/image" Target="../media/image679.png"/><Relationship Id="rId106" Type="http://schemas.openxmlformats.org/officeDocument/2006/relationships/customXml" Target="../ink/ink727.xml"/><Relationship Id="rId10" Type="http://schemas.openxmlformats.org/officeDocument/2006/relationships/customXml" Target="../ink/ink679.xml"/><Relationship Id="rId31" Type="http://schemas.openxmlformats.org/officeDocument/2006/relationships/image" Target="../media/image667.png"/><Relationship Id="rId44" Type="http://schemas.openxmlformats.org/officeDocument/2006/relationships/customXml" Target="../ink/ink696.xml"/><Relationship Id="rId52" Type="http://schemas.openxmlformats.org/officeDocument/2006/relationships/customXml" Target="../ink/ink700.xml"/><Relationship Id="rId60" Type="http://schemas.openxmlformats.org/officeDocument/2006/relationships/customXml" Target="../ink/ink704.xml"/><Relationship Id="rId65" Type="http://schemas.openxmlformats.org/officeDocument/2006/relationships/image" Target="../media/image683.png"/><Relationship Id="rId73" Type="http://schemas.openxmlformats.org/officeDocument/2006/relationships/image" Target="../media/image687.png"/><Relationship Id="rId78" Type="http://schemas.openxmlformats.org/officeDocument/2006/relationships/customXml" Target="../ink/ink713.xml"/><Relationship Id="rId81" Type="http://schemas.openxmlformats.org/officeDocument/2006/relationships/image" Target="../media/image691.png"/><Relationship Id="rId86" Type="http://schemas.openxmlformats.org/officeDocument/2006/relationships/customXml" Target="../ink/ink717.xml"/><Relationship Id="rId94" Type="http://schemas.openxmlformats.org/officeDocument/2006/relationships/customXml" Target="../ink/ink721.xml"/><Relationship Id="rId99" Type="http://schemas.openxmlformats.org/officeDocument/2006/relationships/image" Target="../media/image700.png"/><Relationship Id="rId101" Type="http://schemas.openxmlformats.org/officeDocument/2006/relationships/image" Target="../media/image701.png"/><Relationship Id="rId4" Type="http://schemas.openxmlformats.org/officeDocument/2006/relationships/customXml" Target="../ink/ink676.xml"/><Relationship Id="rId9" Type="http://schemas.openxmlformats.org/officeDocument/2006/relationships/image" Target="../media/image656.png"/><Relationship Id="rId13" Type="http://schemas.openxmlformats.org/officeDocument/2006/relationships/image" Target="../media/image658.png"/><Relationship Id="rId18" Type="http://schemas.openxmlformats.org/officeDocument/2006/relationships/customXml" Target="../ink/ink683.xml"/><Relationship Id="rId39" Type="http://schemas.openxmlformats.org/officeDocument/2006/relationships/image" Target="../media/image671.png"/><Relationship Id="rId34" Type="http://schemas.openxmlformats.org/officeDocument/2006/relationships/customXml" Target="../ink/ink691.xml"/><Relationship Id="rId50" Type="http://schemas.openxmlformats.org/officeDocument/2006/relationships/customXml" Target="../ink/ink699.xml"/><Relationship Id="rId55" Type="http://schemas.openxmlformats.org/officeDocument/2006/relationships/image" Target="../media/image384.png"/><Relationship Id="rId76" Type="http://schemas.openxmlformats.org/officeDocument/2006/relationships/customXml" Target="../ink/ink712.xml"/><Relationship Id="rId97" Type="http://schemas.openxmlformats.org/officeDocument/2006/relationships/image" Target="../media/image699.png"/><Relationship Id="rId104" Type="http://schemas.openxmlformats.org/officeDocument/2006/relationships/customXml" Target="../ink/ink726.xml"/><Relationship Id="rId7" Type="http://schemas.openxmlformats.org/officeDocument/2006/relationships/image" Target="../media/image655.png"/><Relationship Id="rId71" Type="http://schemas.openxmlformats.org/officeDocument/2006/relationships/image" Target="../media/image686.png"/><Relationship Id="rId92" Type="http://schemas.openxmlformats.org/officeDocument/2006/relationships/customXml" Target="../ink/ink720.xml"/><Relationship Id="rId2" Type="http://schemas.openxmlformats.org/officeDocument/2006/relationships/customXml" Target="../ink/ink675.xml"/><Relationship Id="rId29" Type="http://schemas.openxmlformats.org/officeDocument/2006/relationships/image" Target="../media/image666.png"/><Relationship Id="rId24" Type="http://schemas.openxmlformats.org/officeDocument/2006/relationships/customXml" Target="../ink/ink686.xml"/><Relationship Id="rId40" Type="http://schemas.openxmlformats.org/officeDocument/2006/relationships/customXml" Target="../ink/ink694.xml"/><Relationship Id="rId45" Type="http://schemas.openxmlformats.org/officeDocument/2006/relationships/image" Target="../media/image674.png"/><Relationship Id="rId66" Type="http://schemas.openxmlformats.org/officeDocument/2006/relationships/customXml" Target="../ink/ink707.xml"/><Relationship Id="rId87" Type="http://schemas.openxmlformats.org/officeDocument/2006/relationships/image" Target="../media/image694.png"/><Relationship Id="rId61" Type="http://schemas.openxmlformats.org/officeDocument/2006/relationships/image" Target="../media/image681.png"/><Relationship Id="rId82" Type="http://schemas.openxmlformats.org/officeDocument/2006/relationships/customXml" Target="../ink/ink715.xml"/><Relationship Id="rId19" Type="http://schemas.openxmlformats.org/officeDocument/2006/relationships/image" Target="../media/image661.png"/><Relationship Id="rId14" Type="http://schemas.openxmlformats.org/officeDocument/2006/relationships/customXml" Target="../ink/ink681.xml"/><Relationship Id="rId30" Type="http://schemas.openxmlformats.org/officeDocument/2006/relationships/customXml" Target="../ink/ink689.xml"/><Relationship Id="rId35" Type="http://schemas.openxmlformats.org/officeDocument/2006/relationships/image" Target="../media/image669.png"/><Relationship Id="rId56" Type="http://schemas.openxmlformats.org/officeDocument/2006/relationships/customXml" Target="../ink/ink702.xml"/><Relationship Id="rId77" Type="http://schemas.openxmlformats.org/officeDocument/2006/relationships/image" Target="../media/image689.png"/><Relationship Id="rId100" Type="http://schemas.openxmlformats.org/officeDocument/2006/relationships/customXml" Target="../ink/ink724.xml"/><Relationship Id="rId105" Type="http://schemas.openxmlformats.org/officeDocument/2006/relationships/image" Target="../media/image703.png"/><Relationship Id="rId8" Type="http://schemas.openxmlformats.org/officeDocument/2006/relationships/customXml" Target="../ink/ink678.xml"/><Relationship Id="rId51" Type="http://schemas.openxmlformats.org/officeDocument/2006/relationships/image" Target="../media/image677.png"/><Relationship Id="rId72" Type="http://schemas.openxmlformats.org/officeDocument/2006/relationships/customXml" Target="../ink/ink710.xml"/><Relationship Id="rId93" Type="http://schemas.openxmlformats.org/officeDocument/2006/relationships/image" Target="../media/image697.png"/><Relationship Id="rId98" Type="http://schemas.openxmlformats.org/officeDocument/2006/relationships/customXml" Target="../ink/ink723.xml"/><Relationship Id="rId3" Type="http://schemas.openxmlformats.org/officeDocument/2006/relationships/image" Target="../media/image653.png"/><Relationship Id="rId25" Type="http://schemas.openxmlformats.org/officeDocument/2006/relationships/image" Target="../media/image664.png"/><Relationship Id="rId46" Type="http://schemas.openxmlformats.org/officeDocument/2006/relationships/customXml" Target="../ink/ink697.xml"/><Relationship Id="rId67" Type="http://schemas.openxmlformats.org/officeDocument/2006/relationships/image" Target="../media/image684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63.png"/><Relationship Id="rId21" Type="http://schemas.openxmlformats.org/officeDocument/2006/relationships/image" Target="../media/image715.png"/><Relationship Id="rId42" Type="http://schemas.openxmlformats.org/officeDocument/2006/relationships/customXml" Target="../ink/ink748.xml"/><Relationship Id="rId63" Type="http://schemas.openxmlformats.org/officeDocument/2006/relationships/image" Target="../media/image736.png"/><Relationship Id="rId84" Type="http://schemas.openxmlformats.org/officeDocument/2006/relationships/customXml" Target="../ink/ink769.xml"/><Relationship Id="rId138" Type="http://schemas.openxmlformats.org/officeDocument/2006/relationships/customXml" Target="../ink/ink796.xml"/><Relationship Id="rId159" Type="http://schemas.openxmlformats.org/officeDocument/2006/relationships/image" Target="../media/image783.png"/><Relationship Id="rId107" Type="http://schemas.openxmlformats.org/officeDocument/2006/relationships/image" Target="../media/image758.png"/><Relationship Id="rId11" Type="http://schemas.openxmlformats.org/officeDocument/2006/relationships/image" Target="../media/image709.png"/><Relationship Id="rId32" Type="http://schemas.openxmlformats.org/officeDocument/2006/relationships/customXml" Target="../ink/ink743.xml"/><Relationship Id="rId53" Type="http://schemas.openxmlformats.org/officeDocument/2006/relationships/image" Target="../media/image731.png"/><Relationship Id="rId74" Type="http://schemas.openxmlformats.org/officeDocument/2006/relationships/customXml" Target="../ink/ink764.xml"/><Relationship Id="rId128" Type="http://schemas.openxmlformats.org/officeDocument/2006/relationships/customXml" Target="../ink/ink791.xml"/><Relationship Id="rId149" Type="http://schemas.openxmlformats.org/officeDocument/2006/relationships/image" Target="../media/image779.png"/><Relationship Id="rId5" Type="http://schemas.openxmlformats.org/officeDocument/2006/relationships/image" Target="../media/image706.png"/><Relationship Id="rId95" Type="http://schemas.openxmlformats.org/officeDocument/2006/relationships/image" Target="../media/image752.png"/><Relationship Id="rId160" Type="http://schemas.openxmlformats.org/officeDocument/2006/relationships/customXml" Target="../ink/ink807.xml"/><Relationship Id="rId22" Type="http://schemas.openxmlformats.org/officeDocument/2006/relationships/customXml" Target="../ink/ink738.xml"/><Relationship Id="rId43" Type="http://schemas.openxmlformats.org/officeDocument/2006/relationships/image" Target="../media/image726.png"/><Relationship Id="rId64" Type="http://schemas.openxmlformats.org/officeDocument/2006/relationships/customXml" Target="../ink/ink759.xml"/><Relationship Id="rId118" Type="http://schemas.openxmlformats.org/officeDocument/2006/relationships/customXml" Target="../ink/ink786.xml"/><Relationship Id="rId139" Type="http://schemas.openxmlformats.org/officeDocument/2006/relationships/image" Target="../media/image774.png"/><Relationship Id="rId85" Type="http://schemas.openxmlformats.org/officeDocument/2006/relationships/image" Target="../media/image747.png"/><Relationship Id="rId150" Type="http://schemas.openxmlformats.org/officeDocument/2006/relationships/customXml" Target="../ink/ink802.xml"/><Relationship Id="rId12" Type="http://schemas.openxmlformats.org/officeDocument/2006/relationships/customXml" Target="../ink/ink733.xml"/><Relationship Id="rId17" Type="http://schemas.openxmlformats.org/officeDocument/2006/relationships/image" Target="../media/image713.png"/><Relationship Id="rId33" Type="http://schemas.openxmlformats.org/officeDocument/2006/relationships/image" Target="../media/image721.png"/><Relationship Id="rId38" Type="http://schemas.openxmlformats.org/officeDocument/2006/relationships/customXml" Target="../ink/ink746.xml"/><Relationship Id="rId59" Type="http://schemas.openxmlformats.org/officeDocument/2006/relationships/image" Target="../media/image734.png"/><Relationship Id="rId103" Type="http://schemas.openxmlformats.org/officeDocument/2006/relationships/image" Target="../media/image756.png"/><Relationship Id="rId108" Type="http://schemas.openxmlformats.org/officeDocument/2006/relationships/customXml" Target="../ink/ink781.xml"/><Relationship Id="rId124" Type="http://schemas.openxmlformats.org/officeDocument/2006/relationships/customXml" Target="../ink/ink789.xml"/><Relationship Id="rId129" Type="http://schemas.openxmlformats.org/officeDocument/2006/relationships/image" Target="../media/image769.png"/><Relationship Id="rId54" Type="http://schemas.openxmlformats.org/officeDocument/2006/relationships/customXml" Target="../ink/ink754.xml"/><Relationship Id="rId70" Type="http://schemas.openxmlformats.org/officeDocument/2006/relationships/customXml" Target="../ink/ink762.xml"/><Relationship Id="rId75" Type="http://schemas.openxmlformats.org/officeDocument/2006/relationships/image" Target="../media/image742.png"/><Relationship Id="rId91" Type="http://schemas.openxmlformats.org/officeDocument/2006/relationships/image" Target="../media/image750.png"/><Relationship Id="rId96" Type="http://schemas.openxmlformats.org/officeDocument/2006/relationships/customXml" Target="../ink/ink775.xml"/><Relationship Id="rId140" Type="http://schemas.openxmlformats.org/officeDocument/2006/relationships/customXml" Target="../ink/ink797.xml"/><Relationship Id="rId145" Type="http://schemas.openxmlformats.org/officeDocument/2006/relationships/image" Target="../media/image777.png"/><Relationship Id="rId161" Type="http://schemas.openxmlformats.org/officeDocument/2006/relationships/image" Target="../media/image784.png"/><Relationship Id="rId166" Type="http://schemas.openxmlformats.org/officeDocument/2006/relationships/customXml" Target="../ink/ink810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730.xml"/><Relationship Id="rId23" Type="http://schemas.openxmlformats.org/officeDocument/2006/relationships/image" Target="../media/image716.png"/><Relationship Id="rId28" Type="http://schemas.openxmlformats.org/officeDocument/2006/relationships/customXml" Target="../ink/ink741.xml"/><Relationship Id="rId49" Type="http://schemas.openxmlformats.org/officeDocument/2006/relationships/image" Target="../media/image729.png"/><Relationship Id="rId114" Type="http://schemas.openxmlformats.org/officeDocument/2006/relationships/customXml" Target="../ink/ink784.xml"/><Relationship Id="rId119" Type="http://schemas.openxmlformats.org/officeDocument/2006/relationships/image" Target="../media/image764.png"/><Relationship Id="rId44" Type="http://schemas.openxmlformats.org/officeDocument/2006/relationships/customXml" Target="../ink/ink749.xml"/><Relationship Id="rId60" Type="http://schemas.openxmlformats.org/officeDocument/2006/relationships/customXml" Target="../ink/ink757.xml"/><Relationship Id="rId65" Type="http://schemas.openxmlformats.org/officeDocument/2006/relationships/image" Target="../media/image737.png"/><Relationship Id="rId81" Type="http://schemas.openxmlformats.org/officeDocument/2006/relationships/image" Target="../media/image745.png"/><Relationship Id="rId86" Type="http://schemas.openxmlformats.org/officeDocument/2006/relationships/customXml" Target="../ink/ink770.xml"/><Relationship Id="rId130" Type="http://schemas.openxmlformats.org/officeDocument/2006/relationships/customXml" Target="../ink/ink792.xml"/><Relationship Id="rId135" Type="http://schemas.openxmlformats.org/officeDocument/2006/relationships/image" Target="../media/image772.png"/><Relationship Id="rId151" Type="http://schemas.openxmlformats.org/officeDocument/2006/relationships/image" Target="../media/image780.png"/><Relationship Id="rId156" Type="http://schemas.openxmlformats.org/officeDocument/2006/relationships/customXml" Target="../ink/ink805.xml"/><Relationship Id="rId13" Type="http://schemas.openxmlformats.org/officeDocument/2006/relationships/image" Target="../media/image711.png"/><Relationship Id="rId18" Type="http://schemas.openxmlformats.org/officeDocument/2006/relationships/customXml" Target="../ink/ink736.xml"/><Relationship Id="rId39" Type="http://schemas.openxmlformats.org/officeDocument/2006/relationships/image" Target="../media/image724.png"/><Relationship Id="rId109" Type="http://schemas.openxmlformats.org/officeDocument/2006/relationships/image" Target="../media/image759.png"/><Relationship Id="rId34" Type="http://schemas.openxmlformats.org/officeDocument/2006/relationships/customXml" Target="../ink/ink744.xml"/><Relationship Id="rId50" Type="http://schemas.openxmlformats.org/officeDocument/2006/relationships/customXml" Target="../ink/ink752.xml"/><Relationship Id="rId55" Type="http://schemas.openxmlformats.org/officeDocument/2006/relationships/image" Target="../media/image732.png"/><Relationship Id="rId76" Type="http://schemas.openxmlformats.org/officeDocument/2006/relationships/customXml" Target="../ink/ink765.xml"/><Relationship Id="rId97" Type="http://schemas.openxmlformats.org/officeDocument/2006/relationships/image" Target="../media/image753.png"/><Relationship Id="rId104" Type="http://schemas.openxmlformats.org/officeDocument/2006/relationships/customXml" Target="../ink/ink779.xml"/><Relationship Id="rId120" Type="http://schemas.openxmlformats.org/officeDocument/2006/relationships/customXml" Target="../ink/ink787.xml"/><Relationship Id="rId125" Type="http://schemas.openxmlformats.org/officeDocument/2006/relationships/image" Target="../media/image767.png"/><Relationship Id="rId141" Type="http://schemas.openxmlformats.org/officeDocument/2006/relationships/image" Target="../media/image775.png"/><Relationship Id="rId146" Type="http://schemas.openxmlformats.org/officeDocument/2006/relationships/customXml" Target="../ink/ink800.xml"/><Relationship Id="rId167" Type="http://schemas.openxmlformats.org/officeDocument/2006/relationships/image" Target="../media/image787.png"/><Relationship Id="rId7" Type="http://schemas.openxmlformats.org/officeDocument/2006/relationships/image" Target="../media/image707.png"/><Relationship Id="rId71" Type="http://schemas.openxmlformats.org/officeDocument/2006/relationships/image" Target="../media/image740.png"/><Relationship Id="rId92" Type="http://schemas.openxmlformats.org/officeDocument/2006/relationships/customXml" Target="../ink/ink773.xml"/><Relationship Id="rId162" Type="http://schemas.openxmlformats.org/officeDocument/2006/relationships/customXml" Target="../ink/ink808.xml"/><Relationship Id="rId2" Type="http://schemas.openxmlformats.org/officeDocument/2006/relationships/customXml" Target="../ink/ink728.xml"/><Relationship Id="rId29" Type="http://schemas.openxmlformats.org/officeDocument/2006/relationships/image" Target="../media/image719.png"/><Relationship Id="rId24" Type="http://schemas.openxmlformats.org/officeDocument/2006/relationships/customXml" Target="../ink/ink739.xml"/><Relationship Id="rId40" Type="http://schemas.openxmlformats.org/officeDocument/2006/relationships/customXml" Target="../ink/ink747.xml"/><Relationship Id="rId45" Type="http://schemas.openxmlformats.org/officeDocument/2006/relationships/image" Target="../media/image727.png"/><Relationship Id="rId66" Type="http://schemas.openxmlformats.org/officeDocument/2006/relationships/customXml" Target="../ink/ink760.xml"/><Relationship Id="rId87" Type="http://schemas.openxmlformats.org/officeDocument/2006/relationships/image" Target="../media/image748.png"/><Relationship Id="rId110" Type="http://schemas.openxmlformats.org/officeDocument/2006/relationships/customXml" Target="../ink/ink782.xml"/><Relationship Id="rId115" Type="http://schemas.openxmlformats.org/officeDocument/2006/relationships/image" Target="../media/image762.png"/><Relationship Id="rId131" Type="http://schemas.openxmlformats.org/officeDocument/2006/relationships/image" Target="../media/image770.png"/><Relationship Id="rId136" Type="http://schemas.openxmlformats.org/officeDocument/2006/relationships/customXml" Target="../ink/ink795.xml"/><Relationship Id="rId157" Type="http://schemas.openxmlformats.org/officeDocument/2006/relationships/image" Target="../media/image782.png"/><Relationship Id="rId61" Type="http://schemas.openxmlformats.org/officeDocument/2006/relationships/image" Target="../media/image735.png"/><Relationship Id="rId82" Type="http://schemas.openxmlformats.org/officeDocument/2006/relationships/customXml" Target="../ink/ink768.xml"/><Relationship Id="rId152" Type="http://schemas.openxmlformats.org/officeDocument/2006/relationships/customXml" Target="../ink/ink803.xml"/><Relationship Id="rId19" Type="http://schemas.openxmlformats.org/officeDocument/2006/relationships/image" Target="../media/image714.png"/><Relationship Id="rId14" Type="http://schemas.openxmlformats.org/officeDocument/2006/relationships/customXml" Target="../ink/ink734.xml"/><Relationship Id="rId30" Type="http://schemas.openxmlformats.org/officeDocument/2006/relationships/customXml" Target="../ink/ink742.xml"/><Relationship Id="rId35" Type="http://schemas.openxmlformats.org/officeDocument/2006/relationships/image" Target="../media/image722.png"/><Relationship Id="rId56" Type="http://schemas.openxmlformats.org/officeDocument/2006/relationships/customXml" Target="../ink/ink755.xml"/><Relationship Id="rId77" Type="http://schemas.openxmlformats.org/officeDocument/2006/relationships/image" Target="../media/image743.png"/><Relationship Id="rId100" Type="http://schemas.openxmlformats.org/officeDocument/2006/relationships/customXml" Target="../ink/ink777.xml"/><Relationship Id="rId105" Type="http://schemas.openxmlformats.org/officeDocument/2006/relationships/image" Target="../media/image757.png"/><Relationship Id="rId126" Type="http://schemas.openxmlformats.org/officeDocument/2006/relationships/customXml" Target="../ink/ink790.xml"/><Relationship Id="rId147" Type="http://schemas.openxmlformats.org/officeDocument/2006/relationships/image" Target="../media/image778.png"/><Relationship Id="rId8" Type="http://schemas.openxmlformats.org/officeDocument/2006/relationships/customXml" Target="../ink/ink731.xml"/><Relationship Id="rId51" Type="http://schemas.openxmlformats.org/officeDocument/2006/relationships/image" Target="../media/image730.png"/><Relationship Id="rId72" Type="http://schemas.openxmlformats.org/officeDocument/2006/relationships/customXml" Target="../ink/ink763.xml"/><Relationship Id="rId93" Type="http://schemas.openxmlformats.org/officeDocument/2006/relationships/image" Target="../media/image751.png"/><Relationship Id="rId98" Type="http://schemas.openxmlformats.org/officeDocument/2006/relationships/customXml" Target="../ink/ink776.xml"/><Relationship Id="rId121" Type="http://schemas.openxmlformats.org/officeDocument/2006/relationships/image" Target="../media/image765.png"/><Relationship Id="rId142" Type="http://schemas.openxmlformats.org/officeDocument/2006/relationships/customXml" Target="../ink/ink798.xml"/><Relationship Id="rId163" Type="http://schemas.openxmlformats.org/officeDocument/2006/relationships/image" Target="../media/image785.png"/><Relationship Id="rId3" Type="http://schemas.openxmlformats.org/officeDocument/2006/relationships/image" Target="../media/image705.png"/><Relationship Id="rId25" Type="http://schemas.openxmlformats.org/officeDocument/2006/relationships/image" Target="../media/image717.png"/><Relationship Id="rId46" Type="http://schemas.openxmlformats.org/officeDocument/2006/relationships/customXml" Target="../ink/ink750.xml"/><Relationship Id="rId67" Type="http://schemas.openxmlformats.org/officeDocument/2006/relationships/image" Target="../media/image738.png"/><Relationship Id="rId116" Type="http://schemas.openxmlformats.org/officeDocument/2006/relationships/customXml" Target="../ink/ink785.xml"/><Relationship Id="rId137" Type="http://schemas.openxmlformats.org/officeDocument/2006/relationships/image" Target="../media/image773.png"/><Relationship Id="rId158" Type="http://schemas.openxmlformats.org/officeDocument/2006/relationships/customXml" Target="../ink/ink806.xml"/><Relationship Id="rId20" Type="http://schemas.openxmlformats.org/officeDocument/2006/relationships/customXml" Target="../ink/ink737.xml"/><Relationship Id="rId41" Type="http://schemas.openxmlformats.org/officeDocument/2006/relationships/image" Target="../media/image725.png"/><Relationship Id="rId62" Type="http://schemas.openxmlformats.org/officeDocument/2006/relationships/customXml" Target="../ink/ink758.xml"/><Relationship Id="rId83" Type="http://schemas.openxmlformats.org/officeDocument/2006/relationships/image" Target="../media/image746.png"/><Relationship Id="rId88" Type="http://schemas.openxmlformats.org/officeDocument/2006/relationships/customXml" Target="../ink/ink771.xml"/><Relationship Id="rId111" Type="http://schemas.openxmlformats.org/officeDocument/2006/relationships/image" Target="../media/image760.png"/><Relationship Id="rId132" Type="http://schemas.openxmlformats.org/officeDocument/2006/relationships/customXml" Target="../ink/ink793.xml"/><Relationship Id="rId153" Type="http://schemas.openxmlformats.org/officeDocument/2006/relationships/image" Target="../media/image446.png"/><Relationship Id="rId15" Type="http://schemas.openxmlformats.org/officeDocument/2006/relationships/image" Target="../media/image712.png"/><Relationship Id="rId36" Type="http://schemas.openxmlformats.org/officeDocument/2006/relationships/customXml" Target="../ink/ink745.xml"/><Relationship Id="rId57" Type="http://schemas.openxmlformats.org/officeDocument/2006/relationships/image" Target="../media/image733.png"/><Relationship Id="rId106" Type="http://schemas.openxmlformats.org/officeDocument/2006/relationships/customXml" Target="../ink/ink780.xml"/><Relationship Id="rId127" Type="http://schemas.openxmlformats.org/officeDocument/2006/relationships/image" Target="../media/image768.png"/><Relationship Id="rId10" Type="http://schemas.openxmlformats.org/officeDocument/2006/relationships/customXml" Target="../ink/ink732.xml"/><Relationship Id="rId31" Type="http://schemas.openxmlformats.org/officeDocument/2006/relationships/image" Target="../media/image720.png"/><Relationship Id="rId52" Type="http://schemas.openxmlformats.org/officeDocument/2006/relationships/customXml" Target="../ink/ink753.xml"/><Relationship Id="rId73" Type="http://schemas.openxmlformats.org/officeDocument/2006/relationships/image" Target="../media/image741.png"/><Relationship Id="rId78" Type="http://schemas.openxmlformats.org/officeDocument/2006/relationships/customXml" Target="../ink/ink766.xml"/><Relationship Id="rId94" Type="http://schemas.openxmlformats.org/officeDocument/2006/relationships/customXml" Target="../ink/ink774.xml"/><Relationship Id="rId99" Type="http://schemas.openxmlformats.org/officeDocument/2006/relationships/image" Target="../media/image754.png"/><Relationship Id="rId101" Type="http://schemas.openxmlformats.org/officeDocument/2006/relationships/image" Target="../media/image755.png"/><Relationship Id="rId122" Type="http://schemas.openxmlformats.org/officeDocument/2006/relationships/customXml" Target="../ink/ink788.xml"/><Relationship Id="rId143" Type="http://schemas.openxmlformats.org/officeDocument/2006/relationships/image" Target="../media/image776.png"/><Relationship Id="rId148" Type="http://schemas.openxmlformats.org/officeDocument/2006/relationships/customXml" Target="../ink/ink801.xml"/><Relationship Id="rId164" Type="http://schemas.openxmlformats.org/officeDocument/2006/relationships/customXml" Target="../ink/ink809.xml"/><Relationship Id="rId4" Type="http://schemas.openxmlformats.org/officeDocument/2006/relationships/customXml" Target="../ink/ink729.xml"/><Relationship Id="rId9" Type="http://schemas.openxmlformats.org/officeDocument/2006/relationships/image" Target="../media/image708.png"/><Relationship Id="rId26" Type="http://schemas.openxmlformats.org/officeDocument/2006/relationships/customXml" Target="../ink/ink740.xml"/><Relationship Id="rId47" Type="http://schemas.openxmlformats.org/officeDocument/2006/relationships/image" Target="../media/image728.png"/><Relationship Id="rId68" Type="http://schemas.openxmlformats.org/officeDocument/2006/relationships/customXml" Target="../ink/ink761.xml"/><Relationship Id="rId89" Type="http://schemas.openxmlformats.org/officeDocument/2006/relationships/image" Target="../media/image749.png"/><Relationship Id="rId112" Type="http://schemas.openxmlformats.org/officeDocument/2006/relationships/customXml" Target="../ink/ink783.xml"/><Relationship Id="rId133" Type="http://schemas.openxmlformats.org/officeDocument/2006/relationships/image" Target="../media/image771.png"/><Relationship Id="rId154" Type="http://schemas.openxmlformats.org/officeDocument/2006/relationships/customXml" Target="../ink/ink804.xml"/><Relationship Id="rId16" Type="http://schemas.openxmlformats.org/officeDocument/2006/relationships/customXml" Target="../ink/ink735.xml"/><Relationship Id="rId37" Type="http://schemas.openxmlformats.org/officeDocument/2006/relationships/image" Target="../media/image723.png"/><Relationship Id="rId58" Type="http://schemas.openxmlformats.org/officeDocument/2006/relationships/customXml" Target="../ink/ink756.xml"/><Relationship Id="rId79" Type="http://schemas.openxmlformats.org/officeDocument/2006/relationships/image" Target="../media/image744.png"/><Relationship Id="rId102" Type="http://schemas.openxmlformats.org/officeDocument/2006/relationships/customXml" Target="../ink/ink778.xml"/><Relationship Id="rId123" Type="http://schemas.openxmlformats.org/officeDocument/2006/relationships/image" Target="../media/image766.png"/><Relationship Id="rId144" Type="http://schemas.openxmlformats.org/officeDocument/2006/relationships/customXml" Target="../ink/ink799.xml"/><Relationship Id="rId90" Type="http://schemas.openxmlformats.org/officeDocument/2006/relationships/customXml" Target="../ink/ink772.xml"/><Relationship Id="rId165" Type="http://schemas.openxmlformats.org/officeDocument/2006/relationships/image" Target="../media/image786.png"/><Relationship Id="rId27" Type="http://schemas.openxmlformats.org/officeDocument/2006/relationships/image" Target="../media/image718.png"/><Relationship Id="rId48" Type="http://schemas.openxmlformats.org/officeDocument/2006/relationships/customXml" Target="../ink/ink751.xml"/><Relationship Id="rId69" Type="http://schemas.openxmlformats.org/officeDocument/2006/relationships/image" Target="../media/image739.png"/><Relationship Id="rId113" Type="http://schemas.openxmlformats.org/officeDocument/2006/relationships/image" Target="../media/image761.png"/><Relationship Id="rId134" Type="http://schemas.openxmlformats.org/officeDocument/2006/relationships/customXml" Target="../ink/ink794.xml"/><Relationship Id="rId80" Type="http://schemas.openxmlformats.org/officeDocument/2006/relationships/customXml" Target="../ink/ink767.xml"/><Relationship Id="rId155" Type="http://schemas.openxmlformats.org/officeDocument/2006/relationships/image" Target="../media/image781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46.png"/><Relationship Id="rId21" Type="http://schemas.openxmlformats.org/officeDocument/2006/relationships/image" Target="../media/image797.png"/><Relationship Id="rId42" Type="http://schemas.openxmlformats.org/officeDocument/2006/relationships/customXml" Target="../ink/ink831.xml"/><Relationship Id="rId63" Type="http://schemas.openxmlformats.org/officeDocument/2006/relationships/image" Target="../media/image819.png"/><Relationship Id="rId84" Type="http://schemas.openxmlformats.org/officeDocument/2006/relationships/customXml" Target="../ink/ink852.xml"/><Relationship Id="rId138" Type="http://schemas.openxmlformats.org/officeDocument/2006/relationships/customXml" Target="../ink/ink879.xml"/><Relationship Id="rId159" Type="http://schemas.openxmlformats.org/officeDocument/2006/relationships/image" Target="../media/image867.png"/><Relationship Id="rId170" Type="http://schemas.openxmlformats.org/officeDocument/2006/relationships/customXml" Target="../ink/ink895.xml"/><Relationship Id="rId191" Type="http://schemas.openxmlformats.org/officeDocument/2006/relationships/image" Target="../media/image883.png"/><Relationship Id="rId205" Type="http://schemas.openxmlformats.org/officeDocument/2006/relationships/image" Target="../media/image890.png"/><Relationship Id="rId226" Type="http://schemas.openxmlformats.org/officeDocument/2006/relationships/customXml" Target="../ink/ink923.xml"/><Relationship Id="rId107" Type="http://schemas.openxmlformats.org/officeDocument/2006/relationships/image" Target="../media/image841.png"/><Relationship Id="rId11" Type="http://schemas.openxmlformats.org/officeDocument/2006/relationships/image" Target="../media/image792.png"/><Relationship Id="rId32" Type="http://schemas.openxmlformats.org/officeDocument/2006/relationships/customXml" Target="../ink/ink826.xml"/><Relationship Id="rId53" Type="http://schemas.openxmlformats.org/officeDocument/2006/relationships/image" Target="../media/image814.png"/><Relationship Id="rId74" Type="http://schemas.openxmlformats.org/officeDocument/2006/relationships/customXml" Target="../ink/ink847.xml"/><Relationship Id="rId128" Type="http://schemas.openxmlformats.org/officeDocument/2006/relationships/customXml" Target="../ink/ink874.xml"/><Relationship Id="rId149" Type="http://schemas.openxmlformats.org/officeDocument/2006/relationships/image" Target="../media/image862.png"/><Relationship Id="rId5" Type="http://schemas.openxmlformats.org/officeDocument/2006/relationships/image" Target="../media/image789.png"/><Relationship Id="rId95" Type="http://schemas.openxmlformats.org/officeDocument/2006/relationships/image" Target="../media/image835.png"/><Relationship Id="rId160" Type="http://schemas.openxmlformats.org/officeDocument/2006/relationships/customXml" Target="../ink/ink890.xml"/><Relationship Id="rId181" Type="http://schemas.openxmlformats.org/officeDocument/2006/relationships/image" Target="../media/image878.png"/><Relationship Id="rId216" Type="http://schemas.openxmlformats.org/officeDocument/2006/relationships/customXml" Target="../ink/ink918.xml"/><Relationship Id="rId22" Type="http://schemas.openxmlformats.org/officeDocument/2006/relationships/customXml" Target="../ink/ink821.xml"/><Relationship Id="rId43" Type="http://schemas.openxmlformats.org/officeDocument/2006/relationships/image" Target="../media/image808.png"/><Relationship Id="rId64" Type="http://schemas.openxmlformats.org/officeDocument/2006/relationships/customXml" Target="../ink/ink842.xml"/><Relationship Id="rId118" Type="http://schemas.openxmlformats.org/officeDocument/2006/relationships/customXml" Target="../ink/ink869.xml"/><Relationship Id="rId139" Type="http://schemas.openxmlformats.org/officeDocument/2006/relationships/image" Target="../media/image857.png"/><Relationship Id="rId85" Type="http://schemas.openxmlformats.org/officeDocument/2006/relationships/image" Target="../media/image830.png"/><Relationship Id="rId150" Type="http://schemas.openxmlformats.org/officeDocument/2006/relationships/customXml" Target="../ink/ink885.xml"/><Relationship Id="rId171" Type="http://schemas.openxmlformats.org/officeDocument/2006/relationships/image" Target="../media/image873.png"/><Relationship Id="rId192" Type="http://schemas.openxmlformats.org/officeDocument/2006/relationships/customXml" Target="../ink/ink906.xml"/><Relationship Id="rId206" Type="http://schemas.openxmlformats.org/officeDocument/2006/relationships/customXml" Target="../ink/ink913.xml"/><Relationship Id="rId227" Type="http://schemas.openxmlformats.org/officeDocument/2006/relationships/image" Target="../media/image901.png"/><Relationship Id="rId12" Type="http://schemas.openxmlformats.org/officeDocument/2006/relationships/customXml" Target="../ink/ink816.xml"/><Relationship Id="rId33" Type="http://schemas.openxmlformats.org/officeDocument/2006/relationships/image" Target="../media/image803.png"/><Relationship Id="rId108" Type="http://schemas.openxmlformats.org/officeDocument/2006/relationships/customXml" Target="../ink/ink864.xml"/><Relationship Id="rId129" Type="http://schemas.openxmlformats.org/officeDocument/2006/relationships/image" Target="../media/image852.png"/><Relationship Id="rId54" Type="http://schemas.openxmlformats.org/officeDocument/2006/relationships/customXml" Target="../ink/ink837.xml"/><Relationship Id="rId75" Type="http://schemas.openxmlformats.org/officeDocument/2006/relationships/image" Target="../media/image825.png"/><Relationship Id="rId96" Type="http://schemas.openxmlformats.org/officeDocument/2006/relationships/customXml" Target="../ink/ink858.xml"/><Relationship Id="rId140" Type="http://schemas.openxmlformats.org/officeDocument/2006/relationships/customXml" Target="../ink/ink880.xml"/><Relationship Id="rId161" Type="http://schemas.openxmlformats.org/officeDocument/2006/relationships/image" Target="../media/image868.png"/><Relationship Id="rId182" Type="http://schemas.openxmlformats.org/officeDocument/2006/relationships/customXml" Target="../ink/ink901.xml"/><Relationship Id="rId217" Type="http://schemas.openxmlformats.org/officeDocument/2006/relationships/image" Target="../media/image896.png"/><Relationship Id="rId6" Type="http://schemas.openxmlformats.org/officeDocument/2006/relationships/customXml" Target="../ink/ink813.xml"/><Relationship Id="rId23" Type="http://schemas.openxmlformats.org/officeDocument/2006/relationships/image" Target="../media/image798.png"/><Relationship Id="rId119" Type="http://schemas.openxmlformats.org/officeDocument/2006/relationships/image" Target="../media/image847.png"/><Relationship Id="rId44" Type="http://schemas.openxmlformats.org/officeDocument/2006/relationships/customXml" Target="../ink/ink832.xml"/><Relationship Id="rId65" Type="http://schemas.openxmlformats.org/officeDocument/2006/relationships/image" Target="../media/image820.png"/><Relationship Id="rId86" Type="http://schemas.openxmlformats.org/officeDocument/2006/relationships/customXml" Target="../ink/ink853.xml"/><Relationship Id="rId130" Type="http://schemas.openxmlformats.org/officeDocument/2006/relationships/customXml" Target="../ink/ink875.xml"/><Relationship Id="rId151" Type="http://schemas.openxmlformats.org/officeDocument/2006/relationships/image" Target="../media/image863.png"/><Relationship Id="rId172" Type="http://schemas.openxmlformats.org/officeDocument/2006/relationships/customXml" Target="../ink/ink896.xml"/><Relationship Id="rId193" Type="http://schemas.openxmlformats.org/officeDocument/2006/relationships/image" Target="../media/image884.png"/><Relationship Id="rId207" Type="http://schemas.openxmlformats.org/officeDocument/2006/relationships/image" Target="../media/image891.png"/><Relationship Id="rId228" Type="http://schemas.openxmlformats.org/officeDocument/2006/relationships/customXml" Target="../ink/ink924.xml"/><Relationship Id="rId13" Type="http://schemas.openxmlformats.org/officeDocument/2006/relationships/image" Target="../media/image793.png"/><Relationship Id="rId109" Type="http://schemas.openxmlformats.org/officeDocument/2006/relationships/image" Target="../media/image842.png"/><Relationship Id="rId34" Type="http://schemas.openxmlformats.org/officeDocument/2006/relationships/customXml" Target="../ink/ink827.xml"/><Relationship Id="rId55" Type="http://schemas.openxmlformats.org/officeDocument/2006/relationships/image" Target="../media/image815.png"/><Relationship Id="rId76" Type="http://schemas.openxmlformats.org/officeDocument/2006/relationships/customXml" Target="../ink/ink848.xml"/><Relationship Id="rId97" Type="http://schemas.openxmlformats.org/officeDocument/2006/relationships/image" Target="../media/image836.png"/><Relationship Id="rId120" Type="http://schemas.openxmlformats.org/officeDocument/2006/relationships/customXml" Target="../ink/ink870.xml"/><Relationship Id="rId141" Type="http://schemas.openxmlformats.org/officeDocument/2006/relationships/image" Target="../media/image858.png"/><Relationship Id="rId7" Type="http://schemas.openxmlformats.org/officeDocument/2006/relationships/image" Target="../media/image790.png"/><Relationship Id="rId162" Type="http://schemas.openxmlformats.org/officeDocument/2006/relationships/customXml" Target="../ink/ink891.xml"/><Relationship Id="rId183" Type="http://schemas.openxmlformats.org/officeDocument/2006/relationships/image" Target="../media/image879.png"/><Relationship Id="rId218" Type="http://schemas.openxmlformats.org/officeDocument/2006/relationships/customXml" Target="../ink/ink919.xml"/><Relationship Id="rId24" Type="http://schemas.openxmlformats.org/officeDocument/2006/relationships/customXml" Target="../ink/ink822.xml"/><Relationship Id="rId45" Type="http://schemas.openxmlformats.org/officeDocument/2006/relationships/image" Target="../media/image809.png"/><Relationship Id="rId66" Type="http://schemas.openxmlformats.org/officeDocument/2006/relationships/customXml" Target="../ink/ink843.xml"/><Relationship Id="rId87" Type="http://schemas.openxmlformats.org/officeDocument/2006/relationships/image" Target="../media/image831.png"/><Relationship Id="rId110" Type="http://schemas.openxmlformats.org/officeDocument/2006/relationships/customXml" Target="../ink/ink865.xml"/><Relationship Id="rId131" Type="http://schemas.openxmlformats.org/officeDocument/2006/relationships/image" Target="../media/image853.png"/><Relationship Id="rId152" Type="http://schemas.openxmlformats.org/officeDocument/2006/relationships/customXml" Target="../ink/ink886.xml"/><Relationship Id="rId173" Type="http://schemas.openxmlformats.org/officeDocument/2006/relationships/image" Target="../media/image874.png"/><Relationship Id="rId194" Type="http://schemas.openxmlformats.org/officeDocument/2006/relationships/customXml" Target="../ink/ink907.xml"/><Relationship Id="rId208" Type="http://schemas.openxmlformats.org/officeDocument/2006/relationships/customXml" Target="../ink/ink914.xml"/><Relationship Id="rId229" Type="http://schemas.openxmlformats.org/officeDocument/2006/relationships/image" Target="../media/image902.png"/><Relationship Id="rId14" Type="http://schemas.openxmlformats.org/officeDocument/2006/relationships/customXml" Target="../ink/ink817.xml"/><Relationship Id="rId35" Type="http://schemas.openxmlformats.org/officeDocument/2006/relationships/image" Target="../media/image804.png"/><Relationship Id="rId56" Type="http://schemas.openxmlformats.org/officeDocument/2006/relationships/customXml" Target="../ink/ink838.xml"/><Relationship Id="rId77" Type="http://schemas.openxmlformats.org/officeDocument/2006/relationships/image" Target="../media/image826.png"/><Relationship Id="rId100" Type="http://schemas.openxmlformats.org/officeDocument/2006/relationships/customXml" Target="../ink/ink860.xml"/><Relationship Id="rId8" Type="http://schemas.openxmlformats.org/officeDocument/2006/relationships/customXml" Target="../ink/ink814.xml"/><Relationship Id="rId98" Type="http://schemas.openxmlformats.org/officeDocument/2006/relationships/customXml" Target="../ink/ink859.xml"/><Relationship Id="rId121" Type="http://schemas.openxmlformats.org/officeDocument/2006/relationships/image" Target="../media/image848.png"/><Relationship Id="rId142" Type="http://schemas.openxmlformats.org/officeDocument/2006/relationships/customXml" Target="../ink/ink881.xml"/><Relationship Id="rId163" Type="http://schemas.openxmlformats.org/officeDocument/2006/relationships/image" Target="../media/image869.png"/><Relationship Id="rId184" Type="http://schemas.openxmlformats.org/officeDocument/2006/relationships/customXml" Target="../ink/ink902.xml"/><Relationship Id="rId219" Type="http://schemas.openxmlformats.org/officeDocument/2006/relationships/image" Target="../media/image897.png"/><Relationship Id="rId25" Type="http://schemas.openxmlformats.org/officeDocument/2006/relationships/image" Target="../media/image799.png"/><Relationship Id="rId46" Type="http://schemas.openxmlformats.org/officeDocument/2006/relationships/customXml" Target="../ink/ink833.xml"/><Relationship Id="rId67" Type="http://schemas.openxmlformats.org/officeDocument/2006/relationships/image" Target="../media/image821.png"/><Relationship Id="rId116" Type="http://schemas.openxmlformats.org/officeDocument/2006/relationships/customXml" Target="../ink/ink868.xml"/><Relationship Id="rId137" Type="http://schemas.openxmlformats.org/officeDocument/2006/relationships/image" Target="../media/image856.png"/><Relationship Id="rId158" Type="http://schemas.openxmlformats.org/officeDocument/2006/relationships/customXml" Target="../ink/ink889.xml"/><Relationship Id="rId20" Type="http://schemas.openxmlformats.org/officeDocument/2006/relationships/customXml" Target="../ink/ink820.xml"/><Relationship Id="rId41" Type="http://schemas.openxmlformats.org/officeDocument/2006/relationships/image" Target="../media/image807.png"/><Relationship Id="rId62" Type="http://schemas.openxmlformats.org/officeDocument/2006/relationships/customXml" Target="../ink/ink841.xml"/><Relationship Id="rId83" Type="http://schemas.openxmlformats.org/officeDocument/2006/relationships/image" Target="../media/image829.png"/><Relationship Id="rId88" Type="http://schemas.openxmlformats.org/officeDocument/2006/relationships/customXml" Target="../ink/ink854.xml"/><Relationship Id="rId111" Type="http://schemas.openxmlformats.org/officeDocument/2006/relationships/image" Target="../media/image843.png"/><Relationship Id="rId132" Type="http://schemas.openxmlformats.org/officeDocument/2006/relationships/customXml" Target="../ink/ink876.xml"/><Relationship Id="rId153" Type="http://schemas.openxmlformats.org/officeDocument/2006/relationships/image" Target="../media/image864.png"/><Relationship Id="rId174" Type="http://schemas.openxmlformats.org/officeDocument/2006/relationships/customXml" Target="../ink/ink897.xml"/><Relationship Id="rId179" Type="http://schemas.openxmlformats.org/officeDocument/2006/relationships/image" Target="../media/image877.png"/><Relationship Id="rId195" Type="http://schemas.openxmlformats.org/officeDocument/2006/relationships/image" Target="../media/image885.png"/><Relationship Id="rId209" Type="http://schemas.openxmlformats.org/officeDocument/2006/relationships/image" Target="../media/image892.png"/><Relationship Id="rId190" Type="http://schemas.openxmlformats.org/officeDocument/2006/relationships/customXml" Target="../ink/ink905.xml"/><Relationship Id="rId204" Type="http://schemas.openxmlformats.org/officeDocument/2006/relationships/customXml" Target="../ink/ink912.xml"/><Relationship Id="rId220" Type="http://schemas.openxmlformats.org/officeDocument/2006/relationships/customXml" Target="../ink/ink920.xml"/><Relationship Id="rId225" Type="http://schemas.openxmlformats.org/officeDocument/2006/relationships/image" Target="../media/image900.png"/><Relationship Id="rId15" Type="http://schemas.openxmlformats.org/officeDocument/2006/relationships/image" Target="../media/image794.png"/><Relationship Id="rId36" Type="http://schemas.openxmlformats.org/officeDocument/2006/relationships/customXml" Target="../ink/ink828.xml"/><Relationship Id="rId57" Type="http://schemas.openxmlformats.org/officeDocument/2006/relationships/image" Target="../media/image816.png"/><Relationship Id="rId106" Type="http://schemas.openxmlformats.org/officeDocument/2006/relationships/customXml" Target="../ink/ink863.xml"/><Relationship Id="rId127" Type="http://schemas.openxmlformats.org/officeDocument/2006/relationships/image" Target="../media/image851.png"/><Relationship Id="rId10" Type="http://schemas.openxmlformats.org/officeDocument/2006/relationships/customXml" Target="../ink/ink815.xml"/><Relationship Id="rId31" Type="http://schemas.openxmlformats.org/officeDocument/2006/relationships/image" Target="../media/image802.png"/><Relationship Id="rId52" Type="http://schemas.openxmlformats.org/officeDocument/2006/relationships/customXml" Target="../ink/ink836.xml"/><Relationship Id="rId73" Type="http://schemas.openxmlformats.org/officeDocument/2006/relationships/image" Target="../media/image824.png"/><Relationship Id="rId78" Type="http://schemas.openxmlformats.org/officeDocument/2006/relationships/customXml" Target="../ink/ink849.xml"/><Relationship Id="rId94" Type="http://schemas.openxmlformats.org/officeDocument/2006/relationships/customXml" Target="../ink/ink857.xml"/><Relationship Id="rId99" Type="http://schemas.openxmlformats.org/officeDocument/2006/relationships/image" Target="../media/image837.png"/><Relationship Id="rId101" Type="http://schemas.openxmlformats.org/officeDocument/2006/relationships/image" Target="../media/image838.png"/><Relationship Id="rId122" Type="http://schemas.openxmlformats.org/officeDocument/2006/relationships/customXml" Target="../ink/ink871.xml"/><Relationship Id="rId143" Type="http://schemas.openxmlformats.org/officeDocument/2006/relationships/image" Target="../media/image859.png"/><Relationship Id="rId148" Type="http://schemas.openxmlformats.org/officeDocument/2006/relationships/customXml" Target="../ink/ink884.xml"/><Relationship Id="rId164" Type="http://schemas.openxmlformats.org/officeDocument/2006/relationships/customXml" Target="../ink/ink892.xml"/><Relationship Id="rId169" Type="http://schemas.openxmlformats.org/officeDocument/2006/relationships/image" Target="../media/image872.png"/><Relationship Id="rId185" Type="http://schemas.openxmlformats.org/officeDocument/2006/relationships/image" Target="../media/image880.png"/><Relationship Id="rId4" Type="http://schemas.openxmlformats.org/officeDocument/2006/relationships/customXml" Target="../ink/ink812.xml"/><Relationship Id="rId9" Type="http://schemas.openxmlformats.org/officeDocument/2006/relationships/image" Target="../media/image791.png"/><Relationship Id="rId180" Type="http://schemas.openxmlformats.org/officeDocument/2006/relationships/customXml" Target="../ink/ink900.xml"/><Relationship Id="rId210" Type="http://schemas.openxmlformats.org/officeDocument/2006/relationships/customXml" Target="../ink/ink915.xml"/><Relationship Id="rId215" Type="http://schemas.openxmlformats.org/officeDocument/2006/relationships/image" Target="../media/image895.png"/><Relationship Id="rId26" Type="http://schemas.openxmlformats.org/officeDocument/2006/relationships/customXml" Target="../ink/ink823.xml"/><Relationship Id="rId47" Type="http://schemas.openxmlformats.org/officeDocument/2006/relationships/image" Target="../media/image811.png"/><Relationship Id="rId68" Type="http://schemas.openxmlformats.org/officeDocument/2006/relationships/customXml" Target="../ink/ink844.xml"/><Relationship Id="rId89" Type="http://schemas.openxmlformats.org/officeDocument/2006/relationships/image" Target="../media/image832.png"/><Relationship Id="rId112" Type="http://schemas.openxmlformats.org/officeDocument/2006/relationships/customXml" Target="../ink/ink866.xml"/><Relationship Id="rId133" Type="http://schemas.openxmlformats.org/officeDocument/2006/relationships/image" Target="../media/image854.png"/><Relationship Id="rId154" Type="http://schemas.openxmlformats.org/officeDocument/2006/relationships/customXml" Target="../ink/ink887.xml"/><Relationship Id="rId175" Type="http://schemas.openxmlformats.org/officeDocument/2006/relationships/image" Target="../media/image875.png"/><Relationship Id="rId196" Type="http://schemas.openxmlformats.org/officeDocument/2006/relationships/customXml" Target="../ink/ink908.xml"/><Relationship Id="rId200" Type="http://schemas.openxmlformats.org/officeDocument/2006/relationships/customXml" Target="../ink/ink910.xml"/><Relationship Id="rId16" Type="http://schemas.openxmlformats.org/officeDocument/2006/relationships/customXml" Target="../ink/ink818.xml"/><Relationship Id="rId221" Type="http://schemas.openxmlformats.org/officeDocument/2006/relationships/image" Target="../media/image898.png"/><Relationship Id="rId37" Type="http://schemas.openxmlformats.org/officeDocument/2006/relationships/image" Target="../media/image805.png"/><Relationship Id="rId58" Type="http://schemas.openxmlformats.org/officeDocument/2006/relationships/customXml" Target="../ink/ink839.xml"/><Relationship Id="rId79" Type="http://schemas.openxmlformats.org/officeDocument/2006/relationships/image" Target="../media/image827.png"/><Relationship Id="rId102" Type="http://schemas.openxmlformats.org/officeDocument/2006/relationships/customXml" Target="../ink/ink861.xml"/><Relationship Id="rId123" Type="http://schemas.openxmlformats.org/officeDocument/2006/relationships/image" Target="../media/image849.png"/><Relationship Id="rId144" Type="http://schemas.openxmlformats.org/officeDocument/2006/relationships/customXml" Target="../ink/ink882.xml"/><Relationship Id="rId90" Type="http://schemas.openxmlformats.org/officeDocument/2006/relationships/customXml" Target="../ink/ink855.xml"/><Relationship Id="rId165" Type="http://schemas.openxmlformats.org/officeDocument/2006/relationships/image" Target="../media/image870.png"/><Relationship Id="rId186" Type="http://schemas.openxmlformats.org/officeDocument/2006/relationships/customXml" Target="../ink/ink903.xml"/><Relationship Id="rId211" Type="http://schemas.openxmlformats.org/officeDocument/2006/relationships/image" Target="../media/image893.png"/><Relationship Id="rId27" Type="http://schemas.openxmlformats.org/officeDocument/2006/relationships/image" Target="../media/image800.png"/><Relationship Id="rId48" Type="http://schemas.openxmlformats.org/officeDocument/2006/relationships/customXml" Target="../ink/ink834.xml"/><Relationship Id="rId69" Type="http://schemas.openxmlformats.org/officeDocument/2006/relationships/image" Target="../media/image822.png"/><Relationship Id="rId113" Type="http://schemas.openxmlformats.org/officeDocument/2006/relationships/image" Target="../media/image844.png"/><Relationship Id="rId134" Type="http://schemas.openxmlformats.org/officeDocument/2006/relationships/customXml" Target="../ink/ink877.xml"/><Relationship Id="rId80" Type="http://schemas.openxmlformats.org/officeDocument/2006/relationships/customXml" Target="../ink/ink850.xml"/><Relationship Id="rId155" Type="http://schemas.openxmlformats.org/officeDocument/2006/relationships/image" Target="../media/image865.png"/><Relationship Id="rId176" Type="http://schemas.openxmlformats.org/officeDocument/2006/relationships/customXml" Target="../ink/ink898.xml"/><Relationship Id="rId197" Type="http://schemas.openxmlformats.org/officeDocument/2006/relationships/image" Target="../media/image886.png"/><Relationship Id="rId201" Type="http://schemas.openxmlformats.org/officeDocument/2006/relationships/image" Target="../media/image888.png"/><Relationship Id="rId222" Type="http://schemas.openxmlformats.org/officeDocument/2006/relationships/customXml" Target="../ink/ink921.xml"/><Relationship Id="rId17" Type="http://schemas.openxmlformats.org/officeDocument/2006/relationships/image" Target="../media/image795.png"/><Relationship Id="rId38" Type="http://schemas.openxmlformats.org/officeDocument/2006/relationships/customXml" Target="../ink/ink829.xml"/><Relationship Id="rId59" Type="http://schemas.openxmlformats.org/officeDocument/2006/relationships/image" Target="../media/image817.png"/><Relationship Id="rId103" Type="http://schemas.openxmlformats.org/officeDocument/2006/relationships/image" Target="../media/image839.png"/><Relationship Id="rId124" Type="http://schemas.openxmlformats.org/officeDocument/2006/relationships/customXml" Target="../ink/ink872.xml"/><Relationship Id="rId70" Type="http://schemas.openxmlformats.org/officeDocument/2006/relationships/customXml" Target="../ink/ink845.xml"/><Relationship Id="rId91" Type="http://schemas.openxmlformats.org/officeDocument/2006/relationships/image" Target="../media/image833.png"/><Relationship Id="rId145" Type="http://schemas.openxmlformats.org/officeDocument/2006/relationships/image" Target="../media/image860.png"/><Relationship Id="rId166" Type="http://schemas.openxmlformats.org/officeDocument/2006/relationships/customXml" Target="../ink/ink893.xml"/><Relationship Id="rId187" Type="http://schemas.openxmlformats.org/officeDocument/2006/relationships/image" Target="../media/image881.png"/><Relationship Id="rId1" Type="http://schemas.openxmlformats.org/officeDocument/2006/relationships/slideLayout" Target="../slideLayouts/slideLayout10.xml"/><Relationship Id="rId212" Type="http://schemas.openxmlformats.org/officeDocument/2006/relationships/customXml" Target="../ink/ink916.xml"/><Relationship Id="rId28" Type="http://schemas.openxmlformats.org/officeDocument/2006/relationships/customXml" Target="../ink/ink824.xml"/><Relationship Id="rId49" Type="http://schemas.openxmlformats.org/officeDocument/2006/relationships/image" Target="../media/image812.png"/><Relationship Id="rId114" Type="http://schemas.openxmlformats.org/officeDocument/2006/relationships/customXml" Target="../ink/ink867.xml"/><Relationship Id="rId60" Type="http://schemas.openxmlformats.org/officeDocument/2006/relationships/customXml" Target="../ink/ink840.xml"/><Relationship Id="rId81" Type="http://schemas.openxmlformats.org/officeDocument/2006/relationships/image" Target="../media/image828.png"/><Relationship Id="rId135" Type="http://schemas.openxmlformats.org/officeDocument/2006/relationships/image" Target="../media/image855.png"/><Relationship Id="rId156" Type="http://schemas.openxmlformats.org/officeDocument/2006/relationships/customXml" Target="../ink/ink888.xml"/><Relationship Id="rId177" Type="http://schemas.openxmlformats.org/officeDocument/2006/relationships/image" Target="../media/image876.png"/><Relationship Id="rId198" Type="http://schemas.openxmlformats.org/officeDocument/2006/relationships/customXml" Target="../ink/ink909.xml"/><Relationship Id="rId202" Type="http://schemas.openxmlformats.org/officeDocument/2006/relationships/customXml" Target="../ink/ink911.xml"/><Relationship Id="rId223" Type="http://schemas.openxmlformats.org/officeDocument/2006/relationships/image" Target="../media/image899.png"/><Relationship Id="rId18" Type="http://schemas.openxmlformats.org/officeDocument/2006/relationships/customXml" Target="../ink/ink819.xml"/><Relationship Id="rId39" Type="http://schemas.openxmlformats.org/officeDocument/2006/relationships/image" Target="../media/image806.png"/><Relationship Id="rId50" Type="http://schemas.openxmlformats.org/officeDocument/2006/relationships/customXml" Target="../ink/ink835.xml"/><Relationship Id="rId104" Type="http://schemas.openxmlformats.org/officeDocument/2006/relationships/customXml" Target="../ink/ink862.xml"/><Relationship Id="rId125" Type="http://schemas.openxmlformats.org/officeDocument/2006/relationships/image" Target="../media/image850.png"/><Relationship Id="rId146" Type="http://schemas.openxmlformats.org/officeDocument/2006/relationships/customXml" Target="../ink/ink883.xml"/><Relationship Id="rId167" Type="http://schemas.openxmlformats.org/officeDocument/2006/relationships/image" Target="../media/image871.png"/><Relationship Id="rId188" Type="http://schemas.openxmlformats.org/officeDocument/2006/relationships/customXml" Target="../ink/ink904.xml"/><Relationship Id="rId71" Type="http://schemas.openxmlformats.org/officeDocument/2006/relationships/image" Target="../media/image823.png"/><Relationship Id="rId92" Type="http://schemas.openxmlformats.org/officeDocument/2006/relationships/customXml" Target="../ink/ink856.xml"/><Relationship Id="rId213" Type="http://schemas.openxmlformats.org/officeDocument/2006/relationships/image" Target="../media/image894.png"/><Relationship Id="rId2" Type="http://schemas.openxmlformats.org/officeDocument/2006/relationships/customXml" Target="../ink/ink811.xml"/><Relationship Id="rId29" Type="http://schemas.openxmlformats.org/officeDocument/2006/relationships/image" Target="../media/image801.png"/><Relationship Id="rId40" Type="http://schemas.openxmlformats.org/officeDocument/2006/relationships/customXml" Target="../ink/ink830.xml"/><Relationship Id="rId115" Type="http://schemas.openxmlformats.org/officeDocument/2006/relationships/image" Target="../media/image845.png"/><Relationship Id="rId136" Type="http://schemas.openxmlformats.org/officeDocument/2006/relationships/customXml" Target="../ink/ink878.xml"/><Relationship Id="rId157" Type="http://schemas.openxmlformats.org/officeDocument/2006/relationships/image" Target="../media/image866.png"/><Relationship Id="rId178" Type="http://schemas.openxmlformats.org/officeDocument/2006/relationships/customXml" Target="../ink/ink899.xml"/><Relationship Id="rId61" Type="http://schemas.openxmlformats.org/officeDocument/2006/relationships/image" Target="../media/image818.png"/><Relationship Id="rId82" Type="http://schemas.openxmlformats.org/officeDocument/2006/relationships/customXml" Target="../ink/ink851.xml"/><Relationship Id="rId199" Type="http://schemas.openxmlformats.org/officeDocument/2006/relationships/image" Target="../media/image887.png"/><Relationship Id="rId203" Type="http://schemas.openxmlformats.org/officeDocument/2006/relationships/image" Target="../media/image889.png"/><Relationship Id="rId19" Type="http://schemas.openxmlformats.org/officeDocument/2006/relationships/image" Target="../media/image796.png"/><Relationship Id="rId224" Type="http://schemas.openxmlformats.org/officeDocument/2006/relationships/customXml" Target="../ink/ink922.xml"/><Relationship Id="rId30" Type="http://schemas.openxmlformats.org/officeDocument/2006/relationships/customXml" Target="../ink/ink825.xml"/><Relationship Id="rId105" Type="http://schemas.openxmlformats.org/officeDocument/2006/relationships/image" Target="../media/image840.png"/><Relationship Id="rId126" Type="http://schemas.openxmlformats.org/officeDocument/2006/relationships/customXml" Target="../ink/ink873.xml"/><Relationship Id="rId147" Type="http://schemas.openxmlformats.org/officeDocument/2006/relationships/image" Target="../media/image861.png"/><Relationship Id="rId168" Type="http://schemas.openxmlformats.org/officeDocument/2006/relationships/customXml" Target="../ink/ink894.xml"/><Relationship Id="rId51" Type="http://schemas.openxmlformats.org/officeDocument/2006/relationships/image" Target="../media/image813.png"/><Relationship Id="rId72" Type="http://schemas.openxmlformats.org/officeDocument/2006/relationships/customXml" Target="../ink/ink846.xml"/><Relationship Id="rId93" Type="http://schemas.openxmlformats.org/officeDocument/2006/relationships/image" Target="../media/image834.png"/><Relationship Id="rId189" Type="http://schemas.openxmlformats.org/officeDocument/2006/relationships/image" Target="../media/image882.png"/><Relationship Id="rId3" Type="http://schemas.openxmlformats.org/officeDocument/2006/relationships/image" Target="../media/image788.png"/><Relationship Id="rId214" Type="http://schemas.openxmlformats.org/officeDocument/2006/relationships/customXml" Target="../ink/ink917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37.xml"/><Relationship Id="rId117" Type="http://schemas.openxmlformats.org/officeDocument/2006/relationships/image" Target="../media/image961.png"/><Relationship Id="rId21" Type="http://schemas.openxmlformats.org/officeDocument/2006/relationships/image" Target="../media/image913.png"/><Relationship Id="rId42" Type="http://schemas.openxmlformats.org/officeDocument/2006/relationships/customXml" Target="../ink/ink945.xml"/><Relationship Id="rId47" Type="http://schemas.openxmlformats.org/officeDocument/2006/relationships/image" Target="../media/image926.png"/><Relationship Id="rId63" Type="http://schemas.openxmlformats.org/officeDocument/2006/relationships/image" Target="../media/image934.png"/><Relationship Id="rId68" Type="http://schemas.openxmlformats.org/officeDocument/2006/relationships/customXml" Target="../ink/ink958.xml"/><Relationship Id="rId84" Type="http://schemas.openxmlformats.org/officeDocument/2006/relationships/customXml" Target="../ink/ink966.xml"/><Relationship Id="rId89" Type="http://schemas.openxmlformats.org/officeDocument/2006/relationships/image" Target="../media/image947.png"/><Relationship Id="rId112" Type="http://schemas.openxmlformats.org/officeDocument/2006/relationships/customXml" Target="../ink/ink980.xml"/><Relationship Id="rId16" Type="http://schemas.openxmlformats.org/officeDocument/2006/relationships/customXml" Target="../ink/ink932.xml"/><Relationship Id="rId107" Type="http://schemas.openxmlformats.org/officeDocument/2006/relationships/image" Target="../media/image956.png"/><Relationship Id="rId11" Type="http://schemas.openxmlformats.org/officeDocument/2006/relationships/image" Target="../media/image907.png"/><Relationship Id="rId32" Type="http://schemas.openxmlformats.org/officeDocument/2006/relationships/customXml" Target="../ink/ink940.xml"/><Relationship Id="rId37" Type="http://schemas.openxmlformats.org/officeDocument/2006/relationships/image" Target="../media/image921.png"/><Relationship Id="rId53" Type="http://schemas.openxmlformats.org/officeDocument/2006/relationships/image" Target="../media/image929.png"/><Relationship Id="rId58" Type="http://schemas.openxmlformats.org/officeDocument/2006/relationships/customXml" Target="../ink/ink953.xml"/><Relationship Id="rId74" Type="http://schemas.openxmlformats.org/officeDocument/2006/relationships/customXml" Target="../ink/ink961.xml"/><Relationship Id="rId79" Type="http://schemas.openxmlformats.org/officeDocument/2006/relationships/image" Target="../media/image942.png"/><Relationship Id="rId102" Type="http://schemas.openxmlformats.org/officeDocument/2006/relationships/customXml" Target="../ink/ink975.xml"/><Relationship Id="rId123" Type="http://schemas.openxmlformats.org/officeDocument/2006/relationships/image" Target="../media/image964.png"/><Relationship Id="rId5" Type="http://schemas.openxmlformats.org/officeDocument/2006/relationships/image" Target="../media/image904.png"/><Relationship Id="rId90" Type="http://schemas.openxmlformats.org/officeDocument/2006/relationships/customXml" Target="../ink/ink969.xml"/><Relationship Id="rId95" Type="http://schemas.openxmlformats.org/officeDocument/2006/relationships/image" Target="../media/image950.png"/><Relationship Id="rId22" Type="http://schemas.openxmlformats.org/officeDocument/2006/relationships/customXml" Target="../ink/ink935.xml"/><Relationship Id="rId27" Type="http://schemas.openxmlformats.org/officeDocument/2006/relationships/image" Target="../media/image916.png"/><Relationship Id="rId43" Type="http://schemas.openxmlformats.org/officeDocument/2006/relationships/image" Target="../media/image924.png"/><Relationship Id="rId48" Type="http://schemas.openxmlformats.org/officeDocument/2006/relationships/customXml" Target="../ink/ink948.xml"/><Relationship Id="rId64" Type="http://schemas.openxmlformats.org/officeDocument/2006/relationships/customXml" Target="../ink/ink956.xml"/><Relationship Id="rId69" Type="http://schemas.openxmlformats.org/officeDocument/2006/relationships/image" Target="../media/image937.png"/><Relationship Id="rId113" Type="http://schemas.openxmlformats.org/officeDocument/2006/relationships/image" Target="../media/image959.png"/><Relationship Id="rId118" Type="http://schemas.openxmlformats.org/officeDocument/2006/relationships/customXml" Target="../ink/ink983.xml"/><Relationship Id="rId80" Type="http://schemas.openxmlformats.org/officeDocument/2006/relationships/customXml" Target="../ink/ink964.xml"/><Relationship Id="rId85" Type="http://schemas.openxmlformats.org/officeDocument/2006/relationships/image" Target="../media/image945.png"/><Relationship Id="rId12" Type="http://schemas.openxmlformats.org/officeDocument/2006/relationships/customXml" Target="../ink/ink930.xml"/><Relationship Id="rId17" Type="http://schemas.openxmlformats.org/officeDocument/2006/relationships/image" Target="../media/image911.png"/><Relationship Id="rId33" Type="http://schemas.openxmlformats.org/officeDocument/2006/relationships/image" Target="../media/image919.png"/><Relationship Id="rId38" Type="http://schemas.openxmlformats.org/officeDocument/2006/relationships/customXml" Target="../ink/ink943.xml"/><Relationship Id="rId59" Type="http://schemas.openxmlformats.org/officeDocument/2006/relationships/image" Target="../media/image932.png"/><Relationship Id="rId103" Type="http://schemas.openxmlformats.org/officeDocument/2006/relationships/image" Target="../media/image954.png"/><Relationship Id="rId108" Type="http://schemas.openxmlformats.org/officeDocument/2006/relationships/customXml" Target="../ink/ink978.xml"/><Relationship Id="rId54" Type="http://schemas.openxmlformats.org/officeDocument/2006/relationships/customXml" Target="../ink/ink951.xml"/><Relationship Id="rId70" Type="http://schemas.openxmlformats.org/officeDocument/2006/relationships/customXml" Target="../ink/ink959.xml"/><Relationship Id="rId75" Type="http://schemas.openxmlformats.org/officeDocument/2006/relationships/image" Target="../media/image940.png"/><Relationship Id="rId91" Type="http://schemas.openxmlformats.org/officeDocument/2006/relationships/image" Target="../media/image948.png"/><Relationship Id="rId96" Type="http://schemas.openxmlformats.org/officeDocument/2006/relationships/customXml" Target="../ink/ink972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927.xml"/><Relationship Id="rId23" Type="http://schemas.openxmlformats.org/officeDocument/2006/relationships/image" Target="../media/image914.png"/><Relationship Id="rId28" Type="http://schemas.openxmlformats.org/officeDocument/2006/relationships/customXml" Target="../ink/ink938.xml"/><Relationship Id="rId49" Type="http://schemas.openxmlformats.org/officeDocument/2006/relationships/image" Target="../media/image927.png"/><Relationship Id="rId114" Type="http://schemas.openxmlformats.org/officeDocument/2006/relationships/customXml" Target="../ink/ink981.xml"/><Relationship Id="rId119" Type="http://schemas.openxmlformats.org/officeDocument/2006/relationships/image" Target="../media/image962.png"/><Relationship Id="rId44" Type="http://schemas.openxmlformats.org/officeDocument/2006/relationships/customXml" Target="../ink/ink946.xml"/><Relationship Id="rId60" Type="http://schemas.openxmlformats.org/officeDocument/2006/relationships/customXml" Target="../ink/ink954.xml"/><Relationship Id="rId65" Type="http://schemas.openxmlformats.org/officeDocument/2006/relationships/image" Target="../media/image935.png"/><Relationship Id="rId81" Type="http://schemas.openxmlformats.org/officeDocument/2006/relationships/image" Target="../media/image943.png"/><Relationship Id="rId86" Type="http://schemas.openxmlformats.org/officeDocument/2006/relationships/customXml" Target="../ink/ink967.xml"/><Relationship Id="rId4" Type="http://schemas.openxmlformats.org/officeDocument/2006/relationships/customXml" Target="../ink/ink926.xml"/><Relationship Id="rId9" Type="http://schemas.openxmlformats.org/officeDocument/2006/relationships/image" Target="../media/image906.png"/><Relationship Id="rId13" Type="http://schemas.openxmlformats.org/officeDocument/2006/relationships/image" Target="../media/image908.png"/><Relationship Id="rId18" Type="http://schemas.openxmlformats.org/officeDocument/2006/relationships/customXml" Target="../ink/ink933.xml"/><Relationship Id="rId39" Type="http://schemas.openxmlformats.org/officeDocument/2006/relationships/image" Target="../media/image922.png"/><Relationship Id="rId109" Type="http://schemas.openxmlformats.org/officeDocument/2006/relationships/image" Target="../media/image957.png"/><Relationship Id="rId34" Type="http://schemas.openxmlformats.org/officeDocument/2006/relationships/customXml" Target="../ink/ink941.xml"/><Relationship Id="rId50" Type="http://schemas.openxmlformats.org/officeDocument/2006/relationships/customXml" Target="../ink/ink949.xml"/><Relationship Id="rId55" Type="http://schemas.openxmlformats.org/officeDocument/2006/relationships/image" Target="../media/image930.png"/><Relationship Id="rId76" Type="http://schemas.openxmlformats.org/officeDocument/2006/relationships/customXml" Target="../ink/ink962.xml"/><Relationship Id="rId97" Type="http://schemas.openxmlformats.org/officeDocument/2006/relationships/image" Target="../media/image951.png"/><Relationship Id="rId104" Type="http://schemas.openxmlformats.org/officeDocument/2006/relationships/customXml" Target="../ink/ink976.xml"/><Relationship Id="rId120" Type="http://schemas.openxmlformats.org/officeDocument/2006/relationships/customXml" Target="../ink/ink984.xml"/><Relationship Id="rId7" Type="http://schemas.openxmlformats.org/officeDocument/2006/relationships/image" Target="../media/image905.png"/><Relationship Id="rId71" Type="http://schemas.openxmlformats.org/officeDocument/2006/relationships/image" Target="../media/image938.png"/><Relationship Id="rId92" Type="http://schemas.openxmlformats.org/officeDocument/2006/relationships/customXml" Target="../ink/ink970.xml"/><Relationship Id="rId2" Type="http://schemas.openxmlformats.org/officeDocument/2006/relationships/customXml" Target="../ink/ink925.xml"/><Relationship Id="rId29" Type="http://schemas.openxmlformats.org/officeDocument/2006/relationships/image" Target="../media/image917.png"/><Relationship Id="rId24" Type="http://schemas.openxmlformats.org/officeDocument/2006/relationships/customXml" Target="../ink/ink936.xml"/><Relationship Id="rId40" Type="http://schemas.openxmlformats.org/officeDocument/2006/relationships/customXml" Target="../ink/ink944.xml"/><Relationship Id="rId45" Type="http://schemas.openxmlformats.org/officeDocument/2006/relationships/image" Target="../media/image925.png"/><Relationship Id="rId66" Type="http://schemas.openxmlformats.org/officeDocument/2006/relationships/customXml" Target="../ink/ink957.xml"/><Relationship Id="rId87" Type="http://schemas.openxmlformats.org/officeDocument/2006/relationships/image" Target="../media/image946.png"/><Relationship Id="rId110" Type="http://schemas.openxmlformats.org/officeDocument/2006/relationships/customXml" Target="../ink/ink979.xml"/><Relationship Id="rId115" Type="http://schemas.openxmlformats.org/officeDocument/2006/relationships/image" Target="../media/image960.png"/><Relationship Id="rId61" Type="http://schemas.openxmlformats.org/officeDocument/2006/relationships/image" Target="../media/image933.png"/><Relationship Id="rId82" Type="http://schemas.openxmlformats.org/officeDocument/2006/relationships/customXml" Target="../ink/ink965.xml"/><Relationship Id="rId19" Type="http://schemas.openxmlformats.org/officeDocument/2006/relationships/image" Target="../media/image912.png"/><Relationship Id="rId14" Type="http://schemas.openxmlformats.org/officeDocument/2006/relationships/customXml" Target="../ink/ink931.xml"/><Relationship Id="rId30" Type="http://schemas.openxmlformats.org/officeDocument/2006/relationships/customXml" Target="../ink/ink939.xml"/><Relationship Id="rId35" Type="http://schemas.openxmlformats.org/officeDocument/2006/relationships/image" Target="../media/image920.png"/><Relationship Id="rId56" Type="http://schemas.openxmlformats.org/officeDocument/2006/relationships/customXml" Target="../ink/ink952.xml"/><Relationship Id="rId77" Type="http://schemas.openxmlformats.org/officeDocument/2006/relationships/image" Target="../media/image941.png"/><Relationship Id="rId100" Type="http://schemas.openxmlformats.org/officeDocument/2006/relationships/customXml" Target="../ink/ink974.xml"/><Relationship Id="rId105" Type="http://schemas.openxmlformats.org/officeDocument/2006/relationships/image" Target="../media/image955.png"/><Relationship Id="rId8" Type="http://schemas.openxmlformats.org/officeDocument/2006/relationships/customXml" Target="../ink/ink928.xml"/><Relationship Id="rId51" Type="http://schemas.openxmlformats.org/officeDocument/2006/relationships/image" Target="../media/image928.png"/><Relationship Id="rId72" Type="http://schemas.openxmlformats.org/officeDocument/2006/relationships/customXml" Target="../ink/ink960.xml"/><Relationship Id="rId93" Type="http://schemas.openxmlformats.org/officeDocument/2006/relationships/image" Target="../media/image949.png"/><Relationship Id="rId98" Type="http://schemas.openxmlformats.org/officeDocument/2006/relationships/customXml" Target="../ink/ink973.xml"/><Relationship Id="rId121" Type="http://schemas.openxmlformats.org/officeDocument/2006/relationships/image" Target="../media/image963.png"/><Relationship Id="rId3" Type="http://schemas.openxmlformats.org/officeDocument/2006/relationships/image" Target="../media/image903.png"/><Relationship Id="rId25" Type="http://schemas.openxmlformats.org/officeDocument/2006/relationships/image" Target="../media/image915.png"/><Relationship Id="rId46" Type="http://schemas.openxmlformats.org/officeDocument/2006/relationships/customXml" Target="../ink/ink947.xml"/><Relationship Id="rId67" Type="http://schemas.openxmlformats.org/officeDocument/2006/relationships/image" Target="../media/image936.png"/><Relationship Id="rId116" Type="http://schemas.openxmlformats.org/officeDocument/2006/relationships/customXml" Target="../ink/ink982.xml"/><Relationship Id="rId20" Type="http://schemas.openxmlformats.org/officeDocument/2006/relationships/customXml" Target="../ink/ink934.xml"/><Relationship Id="rId41" Type="http://schemas.openxmlformats.org/officeDocument/2006/relationships/image" Target="../media/image923.png"/><Relationship Id="rId62" Type="http://schemas.openxmlformats.org/officeDocument/2006/relationships/customXml" Target="../ink/ink955.xml"/><Relationship Id="rId83" Type="http://schemas.openxmlformats.org/officeDocument/2006/relationships/image" Target="../media/image944.png"/><Relationship Id="rId88" Type="http://schemas.openxmlformats.org/officeDocument/2006/relationships/customXml" Target="../ink/ink968.xml"/><Relationship Id="rId111" Type="http://schemas.openxmlformats.org/officeDocument/2006/relationships/image" Target="../media/image958.png"/><Relationship Id="rId15" Type="http://schemas.openxmlformats.org/officeDocument/2006/relationships/image" Target="../media/image909.png"/><Relationship Id="rId36" Type="http://schemas.openxmlformats.org/officeDocument/2006/relationships/customXml" Target="../ink/ink942.xml"/><Relationship Id="rId57" Type="http://schemas.openxmlformats.org/officeDocument/2006/relationships/image" Target="../media/image931.png"/><Relationship Id="rId106" Type="http://schemas.openxmlformats.org/officeDocument/2006/relationships/customXml" Target="../ink/ink977.xml"/><Relationship Id="rId10" Type="http://schemas.openxmlformats.org/officeDocument/2006/relationships/customXml" Target="../ink/ink929.xml"/><Relationship Id="rId31" Type="http://schemas.openxmlformats.org/officeDocument/2006/relationships/image" Target="../media/image918.png"/><Relationship Id="rId52" Type="http://schemas.openxmlformats.org/officeDocument/2006/relationships/customXml" Target="../ink/ink950.xml"/><Relationship Id="rId73" Type="http://schemas.openxmlformats.org/officeDocument/2006/relationships/image" Target="../media/image939.png"/><Relationship Id="rId78" Type="http://schemas.openxmlformats.org/officeDocument/2006/relationships/customXml" Target="../ink/ink963.xml"/><Relationship Id="rId94" Type="http://schemas.openxmlformats.org/officeDocument/2006/relationships/customXml" Target="../ink/ink971.xml"/><Relationship Id="rId99" Type="http://schemas.openxmlformats.org/officeDocument/2006/relationships/image" Target="../media/image952.png"/><Relationship Id="rId101" Type="http://schemas.openxmlformats.org/officeDocument/2006/relationships/image" Target="../media/image953.png"/><Relationship Id="rId122" Type="http://schemas.openxmlformats.org/officeDocument/2006/relationships/customXml" Target="../ink/ink98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8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6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0.png"/><Relationship Id="rId13" Type="http://schemas.openxmlformats.org/officeDocument/2006/relationships/customXml" Target="../ink/ink992.xml"/><Relationship Id="rId18" Type="http://schemas.openxmlformats.org/officeDocument/2006/relationships/image" Target="../media/image1810.png"/><Relationship Id="rId3" Type="http://schemas.openxmlformats.org/officeDocument/2006/relationships/customXml" Target="../ink/ink987.xml"/><Relationship Id="rId21" Type="http://schemas.openxmlformats.org/officeDocument/2006/relationships/customXml" Target="../ink/ink996.xml"/><Relationship Id="rId7" Type="http://schemas.openxmlformats.org/officeDocument/2006/relationships/customXml" Target="../ink/ink989.xml"/><Relationship Id="rId12" Type="http://schemas.openxmlformats.org/officeDocument/2006/relationships/image" Target="../media/image1510.png"/><Relationship Id="rId17" Type="http://schemas.openxmlformats.org/officeDocument/2006/relationships/customXml" Target="../ink/ink994.xml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710.png"/><Relationship Id="rId20" Type="http://schemas.openxmlformats.org/officeDocument/2006/relationships/image" Target="../media/image19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10.png"/><Relationship Id="rId11" Type="http://schemas.openxmlformats.org/officeDocument/2006/relationships/customXml" Target="../ink/ink991.xml"/><Relationship Id="rId24" Type="http://schemas.openxmlformats.org/officeDocument/2006/relationships/image" Target="../media/image2110.png"/><Relationship Id="rId5" Type="http://schemas.openxmlformats.org/officeDocument/2006/relationships/customXml" Target="../ink/ink988.xml"/><Relationship Id="rId15" Type="http://schemas.openxmlformats.org/officeDocument/2006/relationships/customXml" Target="../ink/ink993.xml"/><Relationship Id="rId23" Type="http://schemas.openxmlformats.org/officeDocument/2006/relationships/customXml" Target="../ink/ink997.xml"/><Relationship Id="rId10" Type="http://schemas.openxmlformats.org/officeDocument/2006/relationships/image" Target="../media/image1410.png"/><Relationship Id="rId19" Type="http://schemas.openxmlformats.org/officeDocument/2006/relationships/customXml" Target="../ink/ink995.xml"/><Relationship Id="rId4" Type="http://schemas.openxmlformats.org/officeDocument/2006/relationships/image" Target="../media/image1110.png"/><Relationship Id="rId9" Type="http://schemas.openxmlformats.org/officeDocument/2006/relationships/customXml" Target="../ink/ink990.xml"/><Relationship Id="rId14" Type="http://schemas.openxmlformats.org/officeDocument/2006/relationships/image" Target="../media/image1610.png"/><Relationship Id="rId22" Type="http://schemas.openxmlformats.org/officeDocument/2006/relationships/image" Target="../media/image200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99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00.png"/><Relationship Id="rId5" Type="http://schemas.openxmlformats.org/officeDocument/2006/relationships/customXml" Target="../ink/ink999.xml"/><Relationship Id="rId4" Type="http://schemas.openxmlformats.org/officeDocument/2006/relationships/image" Target="../media/image220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0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00.png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12.xml"/><Relationship Id="rId21" Type="http://schemas.openxmlformats.org/officeDocument/2006/relationships/image" Target="../media/image975.png"/><Relationship Id="rId42" Type="http://schemas.openxmlformats.org/officeDocument/2006/relationships/customXml" Target="../ink/ink1020.xml"/><Relationship Id="rId47" Type="http://schemas.openxmlformats.org/officeDocument/2006/relationships/image" Target="../media/image988.png"/><Relationship Id="rId63" Type="http://schemas.openxmlformats.org/officeDocument/2006/relationships/image" Target="../media/image996.png"/><Relationship Id="rId68" Type="http://schemas.openxmlformats.org/officeDocument/2006/relationships/customXml" Target="../ink/ink1033.xml"/><Relationship Id="rId7" Type="http://schemas.openxmlformats.org/officeDocument/2006/relationships/image" Target="../media/image968.png"/><Relationship Id="rId71" Type="http://schemas.openxmlformats.org/officeDocument/2006/relationships/image" Target="../media/image1000.png"/><Relationship Id="rId2" Type="http://schemas.openxmlformats.org/officeDocument/2006/relationships/notesSlide" Target="../notesSlides/notesSlide18.xml"/><Relationship Id="rId16" Type="http://schemas.openxmlformats.org/officeDocument/2006/relationships/customXml" Target="../ink/ink1007.xml"/><Relationship Id="rId29" Type="http://schemas.openxmlformats.org/officeDocument/2006/relationships/image" Target="../media/image979.png"/><Relationship Id="rId11" Type="http://schemas.openxmlformats.org/officeDocument/2006/relationships/image" Target="../media/image970.png"/><Relationship Id="rId24" Type="http://schemas.openxmlformats.org/officeDocument/2006/relationships/customXml" Target="../ink/ink1011.xml"/><Relationship Id="rId32" Type="http://schemas.openxmlformats.org/officeDocument/2006/relationships/customXml" Target="../ink/ink1015.xml"/><Relationship Id="rId37" Type="http://schemas.openxmlformats.org/officeDocument/2006/relationships/image" Target="../media/image983.png"/><Relationship Id="rId40" Type="http://schemas.openxmlformats.org/officeDocument/2006/relationships/customXml" Target="../ink/ink1019.xml"/><Relationship Id="rId45" Type="http://schemas.openxmlformats.org/officeDocument/2006/relationships/image" Target="../media/image987.png"/><Relationship Id="rId53" Type="http://schemas.openxmlformats.org/officeDocument/2006/relationships/image" Target="../media/image991.png"/><Relationship Id="rId58" Type="http://schemas.openxmlformats.org/officeDocument/2006/relationships/customXml" Target="../ink/ink1028.xml"/><Relationship Id="rId66" Type="http://schemas.openxmlformats.org/officeDocument/2006/relationships/customXml" Target="../ink/ink1032.xml"/><Relationship Id="rId5" Type="http://schemas.openxmlformats.org/officeDocument/2006/relationships/image" Target="../media/image967.png"/><Relationship Id="rId61" Type="http://schemas.openxmlformats.org/officeDocument/2006/relationships/image" Target="../media/image995.png"/><Relationship Id="rId19" Type="http://schemas.openxmlformats.org/officeDocument/2006/relationships/image" Target="../media/image974.png"/><Relationship Id="rId14" Type="http://schemas.openxmlformats.org/officeDocument/2006/relationships/customXml" Target="../ink/ink1006.xml"/><Relationship Id="rId22" Type="http://schemas.openxmlformats.org/officeDocument/2006/relationships/customXml" Target="../ink/ink1010.xml"/><Relationship Id="rId27" Type="http://schemas.openxmlformats.org/officeDocument/2006/relationships/image" Target="../media/image978.png"/><Relationship Id="rId30" Type="http://schemas.openxmlformats.org/officeDocument/2006/relationships/customXml" Target="../ink/ink1014.xml"/><Relationship Id="rId35" Type="http://schemas.openxmlformats.org/officeDocument/2006/relationships/image" Target="../media/image982.png"/><Relationship Id="rId43" Type="http://schemas.openxmlformats.org/officeDocument/2006/relationships/image" Target="../media/image986.png"/><Relationship Id="rId48" Type="http://schemas.openxmlformats.org/officeDocument/2006/relationships/customXml" Target="../ink/ink1023.xml"/><Relationship Id="rId56" Type="http://schemas.openxmlformats.org/officeDocument/2006/relationships/customXml" Target="../ink/ink1027.xml"/><Relationship Id="rId64" Type="http://schemas.openxmlformats.org/officeDocument/2006/relationships/customXml" Target="../ink/ink1031.xml"/><Relationship Id="rId69" Type="http://schemas.openxmlformats.org/officeDocument/2006/relationships/image" Target="../media/image999.png"/><Relationship Id="rId8" Type="http://schemas.openxmlformats.org/officeDocument/2006/relationships/customXml" Target="../ink/ink1003.xml"/><Relationship Id="rId51" Type="http://schemas.openxmlformats.org/officeDocument/2006/relationships/image" Target="../media/image990.png"/><Relationship Id="rId3" Type="http://schemas.openxmlformats.org/officeDocument/2006/relationships/image" Target="../media/image966.png"/><Relationship Id="rId12" Type="http://schemas.openxmlformats.org/officeDocument/2006/relationships/customXml" Target="../ink/ink1005.xml"/><Relationship Id="rId17" Type="http://schemas.openxmlformats.org/officeDocument/2006/relationships/image" Target="../media/image973.png"/><Relationship Id="rId25" Type="http://schemas.openxmlformats.org/officeDocument/2006/relationships/image" Target="../media/image977.png"/><Relationship Id="rId33" Type="http://schemas.openxmlformats.org/officeDocument/2006/relationships/image" Target="../media/image981.png"/><Relationship Id="rId38" Type="http://schemas.openxmlformats.org/officeDocument/2006/relationships/customXml" Target="../ink/ink1018.xml"/><Relationship Id="rId46" Type="http://schemas.openxmlformats.org/officeDocument/2006/relationships/customXml" Target="../ink/ink1022.xml"/><Relationship Id="rId59" Type="http://schemas.openxmlformats.org/officeDocument/2006/relationships/image" Target="../media/image994.png"/><Relationship Id="rId67" Type="http://schemas.openxmlformats.org/officeDocument/2006/relationships/image" Target="../media/image998.png"/><Relationship Id="rId20" Type="http://schemas.openxmlformats.org/officeDocument/2006/relationships/customXml" Target="../ink/ink1009.xml"/><Relationship Id="rId41" Type="http://schemas.openxmlformats.org/officeDocument/2006/relationships/image" Target="../media/image985.png"/><Relationship Id="rId54" Type="http://schemas.openxmlformats.org/officeDocument/2006/relationships/customXml" Target="../ink/ink1026.xml"/><Relationship Id="rId62" Type="http://schemas.openxmlformats.org/officeDocument/2006/relationships/customXml" Target="../ink/ink1030.xml"/><Relationship Id="rId70" Type="http://schemas.openxmlformats.org/officeDocument/2006/relationships/customXml" Target="../ink/ink1034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002.xml"/><Relationship Id="rId15" Type="http://schemas.openxmlformats.org/officeDocument/2006/relationships/image" Target="../media/image972.png"/><Relationship Id="rId23" Type="http://schemas.openxmlformats.org/officeDocument/2006/relationships/image" Target="../media/image976.png"/><Relationship Id="rId28" Type="http://schemas.openxmlformats.org/officeDocument/2006/relationships/customXml" Target="../ink/ink1013.xml"/><Relationship Id="rId36" Type="http://schemas.openxmlformats.org/officeDocument/2006/relationships/customXml" Target="../ink/ink1017.xml"/><Relationship Id="rId49" Type="http://schemas.openxmlformats.org/officeDocument/2006/relationships/image" Target="../media/image989.png"/><Relationship Id="rId57" Type="http://schemas.openxmlformats.org/officeDocument/2006/relationships/image" Target="../media/image993.png"/><Relationship Id="rId10" Type="http://schemas.openxmlformats.org/officeDocument/2006/relationships/customXml" Target="../ink/ink1004.xml"/><Relationship Id="rId31" Type="http://schemas.openxmlformats.org/officeDocument/2006/relationships/image" Target="../media/image980.png"/><Relationship Id="rId44" Type="http://schemas.openxmlformats.org/officeDocument/2006/relationships/customXml" Target="../ink/ink1021.xml"/><Relationship Id="rId52" Type="http://schemas.openxmlformats.org/officeDocument/2006/relationships/customXml" Target="../ink/ink1025.xml"/><Relationship Id="rId60" Type="http://schemas.openxmlformats.org/officeDocument/2006/relationships/customXml" Target="../ink/ink1029.xml"/><Relationship Id="rId65" Type="http://schemas.openxmlformats.org/officeDocument/2006/relationships/image" Target="../media/image997.png"/><Relationship Id="rId4" Type="http://schemas.openxmlformats.org/officeDocument/2006/relationships/customXml" Target="../ink/ink1001.xml"/><Relationship Id="rId9" Type="http://schemas.openxmlformats.org/officeDocument/2006/relationships/image" Target="../media/image969.png"/><Relationship Id="rId13" Type="http://schemas.openxmlformats.org/officeDocument/2006/relationships/image" Target="../media/image971.png"/><Relationship Id="rId18" Type="http://schemas.openxmlformats.org/officeDocument/2006/relationships/customXml" Target="../ink/ink1008.xml"/><Relationship Id="rId39" Type="http://schemas.openxmlformats.org/officeDocument/2006/relationships/image" Target="../media/image984.png"/><Relationship Id="rId34" Type="http://schemas.openxmlformats.org/officeDocument/2006/relationships/customXml" Target="../ink/ink1016.xml"/><Relationship Id="rId50" Type="http://schemas.openxmlformats.org/officeDocument/2006/relationships/customXml" Target="../ink/ink1024.xml"/><Relationship Id="rId55" Type="http://schemas.openxmlformats.org/officeDocument/2006/relationships/image" Target="../media/image99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00.png"/><Relationship Id="rId4" Type="http://schemas.openxmlformats.org/officeDocument/2006/relationships/customXml" Target="../ink/ink103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583644C7-D4DF-543E-6801-D112434A16B3}"/>
              </a:ext>
            </a:extLst>
          </p:cNvPr>
          <p:cNvSpPr txBox="1">
            <a:spLocks/>
          </p:cNvSpPr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GB" dirty="0">
                <a:solidFill>
                  <a:srgbClr val="FF0000"/>
                </a:solidFill>
              </a:rPr>
              <a:t>Regression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Machine Learning</a:t>
            </a:r>
          </a:p>
        </p:txBody>
      </p:sp>
      <p:sp>
        <p:nvSpPr>
          <p:cNvPr id="3" name="Google Shape;55;p13">
            <a:extLst>
              <a:ext uri="{FF2B5EF4-FFF2-40B4-BE49-F238E27FC236}">
                <a16:creationId xmlns:a16="http://schemas.microsoft.com/office/drawing/2014/main" id="{931FCB0E-A5A6-B716-2963-FEF651776A9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Science at Zindua School | By Chris Aloo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D8F52D25-38D8-2A86-85C8-0846A3BDF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BEF3944A-EAD5-EE28-C376-A58B05C4B2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Regression Intuition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47DB140-3CE5-A333-2682-DAE22A2876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34392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B875EE1-DDC3-C65B-8B44-0BFCFF20A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C876A14-EF1C-6390-94B3-1A59864337BA}"/>
                  </a:ext>
                </a:extLst>
              </p14:cNvPr>
              <p14:cNvContentPartPr/>
              <p14:nvPr/>
            </p14:nvContentPartPr>
            <p14:xfrm>
              <a:off x="704520" y="578520"/>
              <a:ext cx="8271360" cy="4566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C876A14-EF1C-6390-94B3-1A59864337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5160" y="569160"/>
                <a:ext cx="8290080" cy="458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0749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EC9A13BF-38D0-4C73-D612-D0F2DD59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ADF8602-D36B-577E-411E-1C8295F296F4}"/>
              </a:ext>
            </a:extLst>
          </p:cNvPr>
          <p:cNvGrpSpPr/>
          <p:nvPr/>
        </p:nvGrpSpPr>
        <p:grpSpPr>
          <a:xfrm>
            <a:off x="611865" y="733620"/>
            <a:ext cx="2277360" cy="880200"/>
            <a:chOff x="611865" y="733620"/>
            <a:chExt cx="2277360" cy="88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F248CB4-5C06-8F66-CE43-A87F7555A66F}"/>
                    </a:ext>
                  </a:extLst>
                </p14:cNvPr>
                <p14:cNvContentPartPr/>
                <p14:nvPr/>
              </p14:nvContentPartPr>
              <p14:xfrm>
                <a:off x="611865" y="733620"/>
                <a:ext cx="306000" cy="4838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F248CB4-5C06-8F66-CE43-A87F7555A66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05745" y="727500"/>
                  <a:ext cx="31824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DF2523E-18CA-FEEC-BCA5-B01393B7D329}"/>
                    </a:ext>
                  </a:extLst>
                </p14:cNvPr>
                <p14:cNvContentPartPr/>
                <p14:nvPr/>
              </p14:nvContentPartPr>
              <p14:xfrm>
                <a:off x="981225" y="1013700"/>
                <a:ext cx="140760" cy="1900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DF2523E-18CA-FEEC-BCA5-B01393B7D32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75105" y="1007580"/>
                  <a:ext cx="1530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9FFB114-0FAB-C586-9366-C0CC0E1908AF}"/>
                    </a:ext>
                  </a:extLst>
                </p14:cNvPr>
                <p14:cNvContentPartPr/>
                <p14:nvPr/>
              </p14:nvContentPartPr>
              <p14:xfrm>
                <a:off x="1081665" y="1009380"/>
                <a:ext cx="286560" cy="604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9FFB114-0FAB-C586-9366-C0CC0E1908A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75545" y="1003260"/>
                  <a:ext cx="29880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1A8451E-9DE1-E45E-98AE-7345F731002D}"/>
                    </a:ext>
                  </a:extLst>
                </p14:cNvPr>
                <p14:cNvContentPartPr/>
                <p14:nvPr/>
              </p14:nvContentPartPr>
              <p14:xfrm>
                <a:off x="1394145" y="1046460"/>
                <a:ext cx="70560" cy="129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1A8451E-9DE1-E45E-98AE-7345F731002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88025" y="1040340"/>
                  <a:ext cx="828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0D769FD-BC4F-9535-0474-E10124C8F9AC}"/>
                    </a:ext>
                  </a:extLst>
                </p14:cNvPr>
                <p14:cNvContentPartPr/>
                <p14:nvPr/>
              </p14:nvContentPartPr>
              <p14:xfrm>
                <a:off x="1577745" y="995340"/>
                <a:ext cx="129240" cy="187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0D769FD-BC4F-9535-0474-E10124C8F9A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71625" y="989220"/>
                  <a:ext cx="1414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D7FBDE4-5E9B-CA88-1275-8B7B308F6E0B}"/>
                    </a:ext>
                  </a:extLst>
                </p14:cNvPr>
                <p14:cNvContentPartPr/>
                <p14:nvPr/>
              </p14:nvContentPartPr>
              <p14:xfrm>
                <a:off x="1875465" y="921180"/>
                <a:ext cx="161640" cy="212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D7FBDE4-5E9B-CA88-1275-8B7B308F6E0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69345" y="915060"/>
                  <a:ext cx="1738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98BD9EE-F3E3-15DB-FC26-C9D96E67B0E3}"/>
                    </a:ext>
                  </a:extLst>
                </p14:cNvPr>
                <p14:cNvContentPartPr/>
                <p14:nvPr/>
              </p14:nvContentPartPr>
              <p14:xfrm>
                <a:off x="2046825" y="948180"/>
                <a:ext cx="178200" cy="194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98BD9EE-F3E3-15DB-FC26-C9D96E67B0E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040705" y="942060"/>
                  <a:ext cx="1904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054615A-8FD7-4F0F-36C5-D8E42B27729A}"/>
                    </a:ext>
                  </a:extLst>
                </p14:cNvPr>
                <p14:cNvContentPartPr/>
                <p14:nvPr/>
              </p14:nvContentPartPr>
              <p14:xfrm>
                <a:off x="2348505" y="1046460"/>
                <a:ext cx="32040" cy="47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054615A-8FD7-4F0F-36C5-D8E42B27729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42385" y="1040340"/>
                  <a:ext cx="442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46E6DD2-D4DA-5DFB-639A-46248C023F48}"/>
                    </a:ext>
                  </a:extLst>
                </p14:cNvPr>
                <p14:cNvContentPartPr/>
                <p14:nvPr/>
              </p14:nvContentPartPr>
              <p14:xfrm>
                <a:off x="2246265" y="886980"/>
                <a:ext cx="642960" cy="209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46E6DD2-D4DA-5DFB-639A-46248C023F4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240145" y="880860"/>
                  <a:ext cx="655200" cy="22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95C3D2B-BA10-3AF5-3FFA-BB4A36019E8D}"/>
                  </a:ext>
                </a:extLst>
              </p14:cNvPr>
              <p14:cNvContentPartPr/>
              <p14:nvPr/>
            </p14:nvContentPartPr>
            <p14:xfrm>
              <a:off x="6053625" y="1053300"/>
              <a:ext cx="1565280" cy="846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95C3D2B-BA10-3AF5-3FFA-BB4A36019E8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047505" y="1047180"/>
                <a:ext cx="1577520" cy="9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3367ABB-D6D9-3966-B1FE-6727B9F9FDC4}"/>
              </a:ext>
            </a:extLst>
          </p:cNvPr>
          <p:cNvGrpSpPr/>
          <p:nvPr/>
        </p:nvGrpSpPr>
        <p:grpSpPr>
          <a:xfrm>
            <a:off x="687825" y="3588780"/>
            <a:ext cx="2396520" cy="912240"/>
            <a:chOff x="687825" y="3588780"/>
            <a:chExt cx="2396520" cy="91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D61319D-6644-6A67-A144-489268604A98}"/>
                    </a:ext>
                  </a:extLst>
                </p14:cNvPr>
                <p14:cNvContentPartPr/>
                <p14:nvPr/>
              </p14:nvContentPartPr>
              <p14:xfrm>
                <a:off x="687825" y="3810540"/>
                <a:ext cx="465480" cy="679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D61319D-6644-6A67-A144-489268604A9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81705" y="3804420"/>
                  <a:ext cx="477720" cy="69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23616C6-4780-5D35-0C99-B0A39A3E045B}"/>
                    </a:ext>
                  </a:extLst>
                </p14:cNvPr>
                <p14:cNvContentPartPr/>
                <p14:nvPr/>
              </p14:nvContentPartPr>
              <p14:xfrm>
                <a:off x="1243305" y="3588780"/>
                <a:ext cx="82080" cy="686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23616C6-4780-5D35-0C99-B0A39A3E045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237185" y="3582660"/>
                  <a:ext cx="94320" cy="69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3808451-E3EF-9B15-D839-3F31E137DB6B}"/>
                    </a:ext>
                  </a:extLst>
                </p14:cNvPr>
                <p14:cNvContentPartPr/>
                <p14:nvPr/>
              </p14:nvContentPartPr>
              <p14:xfrm>
                <a:off x="1386225" y="4114020"/>
                <a:ext cx="184320" cy="2422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3808451-E3EF-9B15-D839-3F31E137DB6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380105" y="4107900"/>
                  <a:ext cx="1965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1E6C4BF-3735-8D4C-A84D-575269FAE207}"/>
                    </a:ext>
                  </a:extLst>
                </p14:cNvPr>
                <p14:cNvContentPartPr/>
                <p14:nvPr/>
              </p14:nvContentPartPr>
              <p14:xfrm>
                <a:off x="1595025" y="4120860"/>
                <a:ext cx="177120" cy="176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1E6C4BF-3735-8D4C-A84D-575269FAE20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588905" y="4114740"/>
                  <a:ext cx="1893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215F5E7-9824-2E1A-1C2A-068656976082}"/>
                    </a:ext>
                  </a:extLst>
                </p14:cNvPr>
                <p14:cNvContentPartPr/>
                <p14:nvPr/>
              </p14:nvContentPartPr>
              <p14:xfrm>
                <a:off x="1803105" y="4101420"/>
                <a:ext cx="150480" cy="210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215F5E7-9824-2E1A-1C2A-06865697608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796985" y="4095300"/>
                  <a:ext cx="1627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5BA44C8-E4ED-08F7-2E9E-2F31A0452111}"/>
                    </a:ext>
                  </a:extLst>
                </p14:cNvPr>
                <p14:cNvContentPartPr/>
                <p14:nvPr/>
              </p14:nvContentPartPr>
              <p14:xfrm>
                <a:off x="2017305" y="3906300"/>
                <a:ext cx="204480" cy="502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5BA44C8-E4ED-08F7-2E9E-2F31A045211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011185" y="3900180"/>
                  <a:ext cx="21672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12BB5AE-BE97-3525-5E15-CFD5713B258E}"/>
                    </a:ext>
                  </a:extLst>
                </p14:cNvPr>
                <p14:cNvContentPartPr/>
                <p14:nvPr/>
              </p14:nvContentPartPr>
              <p14:xfrm>
                <a:off x="2198385" y="4196820"/>
                <a:ext cx="141120" cy="55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12BB5AE-BE97-3525-5E15-CFD5713B258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192265" y="4190700"/>
                  <a:ext cx="1533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D1CE6F2-4969-84AF-FAA0-B96E6164D7A2}"/>
                    </a:ext>
                  </a:extLst>
                </p14:cNvPr>
                <p14:cNvContentPartPr/>
                <p14:nvPr/>
              </p14:nvContentPartPr>
              <p14:xfrm>
                <a:off x="2347785" y="3972900"/>
                <a:ext cx="161640" cy="307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D1CE6F2-4969-84AF-FAA0-B96E6164D7A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341665" y="3966780"/>
                  <a:ext cx="1738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5347DB8-4806-3CE8-1A56-6B7A06B77E73}"/>
                    </a:ext>
                  </a:extLst>
                </p14:cNvPr>
                <p14:cNvContentPartPr/>
                <p14:nvPr/>
              </p14:nvContentPartPr>
              <p14:xfrm>
                <a:off x="2536425" y="4106820"/>
                <a:ext cx="189000" cy="1335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5347DB8-4806-3CE8-1A56-6B7A06B77E7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530305" y="4100700"/>
                  <a:ext cx="2012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ACAC78F-634D-7292-2963-A8DB5C361ABD}"/>
                    </a:ext>
                  </a:extLst>
                </p14:cNvPr>
                <p14:cNvContentPartPr/>
                <p14:nvPr/>
              </p14:nvContentPartPr>
              <p14:xfrm>
                <a:off x="2767545" y="4070820"/>
                <a:ext cx="230400" cy="132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ACAC78F-634D-7292-2963-A8DB5C361AB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761425" y="4064700"/>
                  <a:ext cx="2426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5B2F8CB-3C4B-B8C0-04C3-4E3B5AB5F1D2}"/>
                    </a:ext>
                  </a:extLst>
                </p14:cNvPr>
                <p14:cNvContentPartPr/>
                <p14:nvPr/>
              </p14:nvContentPartPr>
              <p14:xfrm>
                <a:off x="3029985" y="3831420"/>
                <a:ext cx="54360" cy="457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5B2F8CB-3C4B-B8C0-04C3-4E3B5AB5F1D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023865" y="3825300"/>
                  <a:ext cx="6660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8069595-8463-3583-3DFD-50D474F0B553}"/>
                    </a:ext>
                  </a:extLst>
                </p14:cNvPr>
                <p14:cNvContentPartPr/>
                <p14:nvPr/>
              </p14:nvContentPartPr>
              <p14:xfrm>
                <a:off x="1704825" y="4375020"/>
                <a:ext cx="1185480" cy="1260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8069595-8463-3583-3DFD-50D474F0B55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698705" y="4368900"/>
                  <a:ext cx="119772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D8415E03-D283-C56C-F1A2-B6917974B233}"/>
              </a:ext>
            </a:extLst>
          </p:cNvPr>
          <p:cNvGrpSpPr/>
          <p:nvPr/>
        </p:nvGrpSpPr>
        <p:grpSpPr>
          <a:xfrm>
            <a:off x="3492945" y="366060"/>
            <a:ext cx="5478840" cy="4515840"/>
            <a:chOff x="3492945" y="366060"/>
            <a:chExt cx="5478840" cy="451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92CABAF-D695-8734-C0F0-93C4DA48D8A7}"/>
                    </a:ext>
                  </a:extLst>
                </p14:cNvPr>
                <p14:cNvContentPartPr/>
                <p14:nvPr/>
              </p14:nvContentPartPr>
              <p14:xfrm>
                <a:off x="3924945" y="764220"/>
                <a:ext cx="327600" cy="360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92CABAF-D695-8734-C0F0-93C4DA48D8A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918825" y="758100"/>
                  <a:ext cx="33984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ED9735C-DD96-FB4C-7B5D-EB75D6CA1AD4}"/>
                    </a:ext>
                  </a:extLst>
                </p14:cNvPr>
                <p14:cNvContentPartPr/>
                <p14:nvPr/>
              </p14:nvContentPartPr>
              <p14:xfrm>
                <a:off x="3676905" y="1183260"/>
                <a:ext cx="512640" cy="200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ED9735C-DD96-FB4C-7B5D-EB75D6CA1AD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670785" y="1177140"/>
                  <a:ext cx="5248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FED7F07-31AB-BAA2-9287-D0896A0B0B66}"/>
                    </a:ext>
                  </a:extLst>
                </p14:cNvPr>
                <p14:cNvContentPartPr/>
                <p14:nvPr/>
              </p14:nvContentPartPr>
              <p14:xfrm>
                <a:off x="4261545" y="1039620"/>
                <a:ext cx="32760" cy="8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FED7F07-31AB-BAA2-9287-D0896A0B0B6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255425" y="1033500"/>
                  <a:ext cx="450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A949F26-3228-6674-A109-9A356D0ABC0E}"/>
                    </a:ext>
                  </a:extLst>
                </p14:cNvPr>
                <p14:cNvContentPartPr/>
                <p14:nvPr/>
              </p14:nvContentPartPr>
              <p14:xfrm>
                <a:off x="4002345" y="1047540"/>
                <a:ext cx="300960" cy="375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A949F26-3228-6674-A109-9A356D0ABC0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996225" y="1041420"/>
                  <a:ext cx="31320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A984062-FD5C-83E3-93B9-D3EE12246C62}"/>
                    </a:ext>
                  </a:extLst>
                </p14:cNvPr>
                <p14:cNvContentPartPr/>
                <p14:nvPr/>
              </p14:nvContentPartPr>
              <p14:xfrm>
                <a:off x="4730985" y="683220"/>
                <a:ext cx="567360" cy="399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A984062-FD5C-83E3-93B9-D3EE12246C6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724865" y="677100"/>
                  <a:ext cx="5796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01D7C94-628A-16D4-57B2-502689AE0373}"/>
                    </a:ext>
                  </a:extLst>
                </p14:cNvPr>
                <p14:cNvContentPartPr/>
                <p14:nvPr/>
              </p14:nvContentPartPr>
              <p14:xfrm>
                <a:off x="4376025" y="816780"/>
                <a:ext cx="1024920" cy="88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01D7C94-628A-16D4-57B2-502689AE037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369905" y="810660"/>
                  <a:ext cx="1037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FB249DE-74CF-0D05-9D62-3FFD4E18B199}"/>
                    </a:ext>
                  </a:extLst>
                </p14:cNvPr>
                <p14:cNvContentPartPr/>
                <p14:nvPr/>
              </p14:nvContentPartPr>
              <p14:xfrm>
                <a:off x="5834745" y="563340"/>
                <a:ext cx="396000" cy="626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FB249DE-74CF-0D05-9D62-3FFD4E18B19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828625" y="557220"/>
                  <a:ext cx="40824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4D28E4F-5F67-5672-73AA-C141634B68FB}"/>
                    </a:ext>
                  </a:extLst>
                </p14:cNvPr>
                <p14:cNvContentPartPr/>
                <p14:nvPr/>
              </p14:nvContentPartPr>
              <p14:xfrm>
                <a:off x="6076665" y="908220"/>
                <a:ext cx="221400" cy="23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4D28E4F-5F67-5672-73AA-C141634B68F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070545" y="902100"/>
                  <a:ext cx="2336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79A4F96-9861-4E8C-398A-2A1BBEB62197}"/>
                    </a:ext>
                  </a:extLst>
                </p14:cNvPr>
                <p14:cNvContentPartPr/>
                <p14:nvPr/>
              </p14:nvContentPartPr>
              <p14:xfrm>
                <a:off x="6454305" y="770700"/>
                <a:ext cx="633960" cy="214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79A4F96-9861-4E8C-398A-2A1BBEB6219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448185" y="764580"/>
                  <a:ext cx="6462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5ADE8A9-4DCC-6619-5DAA-6FDF155BD63E}"/>
                    </a:ext>
                  </a:extLst>
                </p14:cNvPr>
                <p14:cNvContentPartPr/>
                <p14:nvPr/>
              </p14:nvContentPartPr>
              <p14:xfrm>
                <a:off x="7199145" y="892740"/>
                <a:ext cx="149040" cy="135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5ADE8A9-4DCC-6619-5DAA-6FDF155BD63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193025" y="886620"/>
                  <a:ext cx="1612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D1478F0-0244-136B-C809-B8863A6D99C4}"/>
                    </a:ext>
                  </a:extLst>
                </p14:cNvPr>
                <p14:cNvContentPartPr/>
                <p14:nvPr/>
              </p14:nvContentPartPr>
              <p14:xfrm>
                <a:off x="7474545" y="777180"/>
                <a:ext cx="680040" cy="174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D1478F0-0244-136B-C809-B8863A6D99C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468425" y="771060"/>
                  <a:ext cx="6922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597B794-4CF6-3E00-1C8B-DD93909B924B}"/>
                    </a:ext>
                  </a:extLst>
                </p14:cNvPr>
                <p14:cNvContentPartPr/>
                <p14:nvPr/>
              </p14:nvContentPartPr>
              <p14:xfrm>
                <a:off x="8044065" y="531300"/>
                <a:ext cx="414360" cy="517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597B794-4CF6-3E00-1C8B-DD93909B924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037945" y="525180"/>
                  <a:ext cx="42660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866C0B8-DCA0-E1FF-D9E7-A0093166B3B5}"/>
                    </a:ext>
                  </a:extLst>
                </p14:cNvPr>
                <p14:cNvContentPartPr/>
                <p14:nvPr/>
              </p14:nvContentPartPr>
              <p14:xfrm>
                <a:off x="3841425" y="1685100"/>
                <a:ext cx="572760" cy="634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866C0B8-DCA0-E1FF-D9E7-A0093166B3B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835305" y="1678980"/>
                  <a:ext cx="585000" cy="64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72A32B5-0AB5-8067-E9CE-F20DFA05B511}"/>
                    </a:ext>
                  </a:extLst>
                </p14:cNvPr>
                <p14:cNvContentPartPr/>
                <p14:nvPr/>
              </p14:nvContentPartPr>
              <p14:xfrm>
                <a:off x="4720185" y="1573500"/>
                <a:ext cx="421200" cy="445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72A32B5-0AB5-8067-E9CE-F20DFA05B51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714065" y="1567380"/>
                  <a:ext cx="43344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933BCDE-4A88-6698-626F-1DADB4B3CDA2}"/>
                    </a:ext>
                  </a:extLst>
                </p14:cNvPr>
                <p14:cNvContentPartPr/>
                <p14:nvPr/>
              </p14:nvContentPartPr>
              <p14:xfrm>
                <a:off x="4572225" y="1830900"/>
                <a:ext cx="527040" cy="95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933BCDE-4A88-6698-626F-1DADB4B3CDA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566105" y="1824780"/>
                  <a:ext cx="539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4559607-E086-4A34-6B93-0006A902C1D9}"/>
                    </a:ext>
                  </a:extLst>
                </p14:cNvPr>
                <p14:cNvContentPartPr/>
                <p14:nvPr/>
              </p14:nvContentPartPr>
              <p14:xfrm>
                <a:off x="5588505" y="1492140"/>
                <a:ext cx="46800" cy="689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4559607-E086-4A34-6B93-0006A902C1D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582385" y="1486020"/>
                  <a:ext cx="59040" cy="70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E5563A9-7A26-377C-110E-A0F13936DDB1}"/>
                    </a:ext>
                  </a:extLst>
                </p14:cNvPr>
                <p14:cNvContentPartPr/>
                <p14:nvPr/>
              </p14:nvContentPartPr>
              <p14:xfrm>
                <a:off x="5515785" y="1381620"/>
                <a:ext cx="570600" cy="467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E5563A9-7A26-377C-110E-A0F13936DDB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509665" y="1375500"/>
                  <a:ext cx="58284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AFE9706-F60E-C961-7D79-3E88372210BC}"/>
                    </a:ext>
                  </a:extLst>
                </p14:cNvPr>
                <p14:cNvContentPartPr/>
                <p14:nvPr/>
              </p14:nvContentPartPr>
              <p14:xfrm>
                <a:off x="5448105" y="1451460"/>
                <a:ext cx="11160" cy="673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AFE9706-F60E-C961-7D79-3E88372210B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441985" y="1445340"/>
                  <a:ext cx="23400" cy="68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E147A5B-30B9-37F9-2C38-3A07D60BE8CE}"/>
                    </a:ext>
                  </a:extLst>
                </p14:cNvPr>
                <p14:cNvContentPartPr/>
                <p14:nvPr/>
              </p14:nvContentPartPr>
              <p14:xfrm>
                <a:off x="5182065" y="2157420"/>
                <a:ext cx="941040" cy="149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E147A5B-30B9-37F9-2C38-3A07D60BE8C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175945" y="2151300"/>
                  <a:ext cx="9532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F8C4EC9-4CBB-B987-D0B5-9920721C9C45}"/>
                    </a:ext>
                  </a:extLst>
                </p14:cNvPr>
                <p14:cNvContentPartPr/>
                <p14:nvPr/>
              </p14:nvContentPartPr>
              <p14:xfrm>
                <a:off x="6410385" y="1243020"/>
                <a:ext cx="266400" cy="355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F8C4EC9-4CBB-B987-D0B5-9920721C9C4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404265" y="1236900"/>
                  <a:ext cx="2786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09C39A1-A3F1-4B45-878C-56EC82B6FFAE}"/>
                    </a:ext>
                  </a:extLst>
                </p14:cNvPr>
                <p14:cNvContentPartPr/>
                <p14:nvPr/>
              </p14:nvContentPartPr>
              <p14:xfrm>
                <a:off x="6500025" y="1206660"/>
                <a:ext cx="300600" cy="178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09C39A1-A3F1-4B45-878C-56EC82B6FFA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493905" y="1200540"/>
                  <a:ext cx="3128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4C6837D-C4FC-0223-94A5-D725EB87FF22}"/>
                    </a:ext>
                  </a:extLst>
                </p14:cNvPr>
                <p14:cNvContentPartPr/>
                <p14:nvPr/>
              </p14:nvContentPartPr>
              <p14:xfrm>
                <a:off x="6604065" y="2046900"/>
                <a:ext cx="17640" cy="341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4C6837D-C4FC-0223-94A5-D725EB87FF2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597945" y="2040780"/>
                  <a:ext cx="2988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8A28A18-38E6-314B-6123-E521D25732F2}"/>
                    </a:ext>
                  </a:extLst>
                </p14:cNvPr>
                <p14:cNvContentPartPr/>
                <p14:nvPr/>
              </p14:nvContentPartPr>
              <p14:xfrm>
                <a:off x="6792705" y="2130780"/>
                <a:ext cx="15840" cy="153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8A28A18-38E6-314B-6123-E521D25732F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786585" y="2124660"/>
                  <a:ext cx="280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D2BB54D-0009-1942-4134-F52DB4CE69DA}"/>
                    </a:ext>
                  </a:extLst>
                </p14:cNvPr>
                <p14:cNvContentPartPr/>
                <p14:nvPr/>
              </p14:nvContentPartPr>
              <p14:xfrm>
                <a:off x="6936345" y="2124660"/>
                <a:ext cx="10440" cy="128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D2BB54D-0009-1942-4134-F52DB4CE69D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930225" y="2118540"/>
                  <a:ext cx="226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343953A-5091-C8FF-82B9-18EF6AF18576}"/>
                    </a:ext>
                  </a:extLst>
                </p14:cNvPr>
                <p14:cNvContentPartPr/>
                <p14:nvPr/>
              </p14:nvContentPartPr>
              <p14:xfrm>
                <a:off x="7063425" y="2127900"/>
                <a:ext cx="97560" cy="101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343953A-5091-C8FF-82B9-18EF6AF1857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057305" y="2121780"/>
                  <a:ext cx="1098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0128DEF-A42D-6DA2-4130-9D4F7FA12927}"/>
                    </a:ext>
                  </a:extLst>
                </p14:cNvPr>
                <p14:cNvContentPartPr/>
                <p14:nvPr/>
              </p14:nvContentPartPr>
              <p14:xfrm>
                <a:off x="7211745" y="2093700"/>
                <a:ext cx="113760" cy="101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0128DEF-A42D-6DA2-4130-9D4F7FA1292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205625" y="2087580"/>
                  <a:ext cx="1260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ECE9E19-EBBA-CBC4-F7A0-D807569B0072}"/>
                    </a:ext>
                  </a:extLst>
                </p14:cNvPr>
                <p14:cNvContentPartPr/>
                <p14:nvPr/>
              </p14:nvContentPartPr>
              <p14:xfrm>
                <a:off x="7393545" y="2074260"/>
                <a:ext cx="144000" cy="97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ECE9E19-EBBA-CBC4-F7A0-D807569B007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387425" y="2068140"/>
                  <a:ext cx="156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33ADCEB-B396-5F69-D14E-259E7DE84C53}"/>
                    </a:ext>
                  </a:extLst>
                </p14:cNvPr>
                <p14:cNvContentPartPr/>
                <p14:nvPr/>
              </p14:nvContentPartPr>
              <p14:xfrm>
                <a:off x="7655625" y="2047260"/>
                <a:ext cx="110160" cy="99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33ADCEB-B396-5F69-D14E-259E7DE84C5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649505" y="2041140"/>
                  <a:ext cx="122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5E39CE9-70DE-2AF4-CA8F-A13A33589E7C}"/>
                    </a:ext>
                  </a:extLst>
                </p14:cNvPr>
                <p14:cNvContentPartPr/>
                <p14:nvPr/>
              </p14:nvContentPartPr>
              <p14:xfrm>
                <a:off x="7901865" y="1948980"/>
                <a:ext cx="21600" cy="128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5E39CE9-70DE-2AF4-CA8F-A13A33589E7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895745" y="1942860"/>
                  <a:ext cx="338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C876EF1-98E6-7BDB-0CE1-2863A68E556F}"/>
                    </a:ext>
                  </a:extLst>
                </p14:cNvPr>
                <p14:cNvContentPartPr/>
                <p14:nvPr/>
              </p14:nvContentPartPr>
              <p14:xfrm>
                <a:off x="7895385" y="2159580"/>
                <a:ext cx="33480" cy="36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C876EF1-98E6-7BDB-0CE1-2863A68E556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889265" y="2153460"/>
                  <a:ext cx="457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0A1A50F-87F8-C305-1A8B-7B3CE500F6A5}"/>
                    </a:ext>
                  </a:extLst>
                </p14:cNvPr>
                <p14:cNvContentPartPr/>
                <p14:nvPr/>
              </p14:nvContentPartPr>
              <p14:xfrm>
                <a:off x="6976305" y="2386020"/>
                <a:ext cx="1084320" cy="100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0A1A50F-87F8-C305-1A8B-7B3CE500F6A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970185" y="2379900"/>
                  <a:ext cx="10965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294F2DE-5F87-9841-8935-E0C8E6537D3D}"/>
                    </a:ext>
                  </a:extLst>
                </p14:cNvPr>
                <p14:cNvContentPartPr/>
                <p14:nvPr/>
              </p14:nvContentPartPr>
              <p14:xfrm>
                <a:off x="6452145" y="2790660"/>
                <a:ext cx="274320" cy="51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294F2DE-5F87-9841-8935-E0C8E6537D3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446025" y="2784540"/>
                  <a:ext cx="2865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A8D9C06-4715-EF63-E670-3C50DC050978}"/>
                    </a:ext>
                  </a:extLst>
                </p14:cNvPr>
                <p14:cNvContentPartPr/>
                <p14:nvPr/>
              </p14:nvContentPartPr>
              <p14:xfrm>
                <a:off x="6884865" y="2617500"/>
                <a:ext cx="11520" cy="201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A8D9C06-4715-EF63-E670-3C50DC05097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878745" y="2611380"/>
                  <a:ext cx="237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81F0DF0-EC6D-ABE5-56DD-FEFA6BCD0560}"/>
                    </a:ext>
                  </a:extLst>
                </p14:cNvPr>
                <p14:cNvContentPartPr/>
                <p14:nvPr/>
              </p14:nvContentPartPr>
              <p14:xfrm>
                <a:off x="6974865" y="2624700"/>
                <a:ext cx="192600" cy="127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81F0DF0-EC6D-ABE5-56DD-FEFA6BCD056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968745" y="2618580"/>
                  <a:ext cx="2048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FA2D892-1CB0-F2BF-FE9B-EF1E0BE3C8B0}"/>
                    </a:ext>
                  </a:extLst>
                </p14:cNvPr>
                <p14:cNvContentPartPr/>
                <p14:nvPr/>
              </p14:nvContentPartPr>
              <p14:xfrm>
                <a:off x="7063425" y="2675460"/>
                <a:ext cx="47160" cy="147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FA2D892-1CB0-F2BF-FE9B-EF1E0BE3C8B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057305" y="2669340"/>
                  <a:ext cx="594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8C23B14-2525-5B5D-C00F-38B4DB219A35}"/>
                    </a:ext>
                  </a:extLst>
                </p14:cNvPr>
                <p14:cNvContentPartPr/>
                <p14:nvPr/>
              </p14:nvContentPartPr>
              <p14:xfrm>
                <a:off x="7286985" y="2648820"/>
                <a:ext cx="135720" cy="179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8C23B14-2525-5B5D-C00F-38B4DB219A3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280865" y="2642700"/>
                  <a:ext cx="1479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5B83A3C-57EE-7A84-DBF3-7E049F210A0A}"/>
                    </a:ext>
                  </a:extLst>
                </p14:cNvPr>
                <p14:cNvContentPartPr/>
                <p14:nvPr/>
              </p14:nvContentPartPr>
              <p14:xfrm>
                <a:off x="7226505" y="2571060"/>
                <a:ext cx="258120" cy="76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5B83A3C-57EE-7A84-DBF3-7E049F210A0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220385" y="2564940"/>
                  <a:ext cx="2703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51058E9-8888-FF68-BF66-046C0E94F539}"/>
                    </a:ext>
                  </a:extLst>
                </p14:cNvPr>
                <p14:cNvContentPartPr/>
                <p14:nvPr/>
              </p14:nvContentPartPr>
              <p14:xfrm>
                <a:off x="6824385" y="2895780"/>
                <a:ext cx="788400" cy="107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51058E9-8888-FF68-BF66-046C0E94F53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818265" y="2889660"/>
                  <a:ext cx="8006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152D508-350E-C4CB-06AC-6A945BF3683F}"/>
                    </a:ext>
                  </a:extLst>
                </p14:cNvPr>
                <p14:cNvContentPartPr/>
                <p14:nvPr/>
              </p14:nvContentPartPr>
              <p14:xfrm>
                <a:off x="4025025" y="2803620"/>
                <a:ext cx="615240" cy="3780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152D508-350E-C4CB-06AC-6A945BF3683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018905" y="2797500"/>
                  <a:ext cx="62748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802EC51-ED34-9267-E88D-963B0309A994}"/>
                    </a:ext>
                  </a:extLst>
                </p14:cNvPr>
                <p14:cNvContentPartPr/>
                <p14:nvPr/>
              </p14:nvContentPartPr>
              <p14:xfrm>
                <a:off x="4689585" y="2735220"/>
                <a:ext cx="25920" cy="396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802EC51-ED34-9267-E88D-963B0309A99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683465" y="2729100"/>
                  <a:ext cx="3816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C0B18A7-DF4B-1F48-D181-B74FB3FE084E}"/>
                    </a:ext>
                  </a:extLst>
                </p14:cNvPr>
                <p14:cNvContentPartPr/>
                <p14:nvPr/>
              </p14:nvContentPartPr>
              <p14:xfrm>
                <a:off x="4571505" y="2821620"/>
                <a:ext cx="930960" cy="2606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C0B18A7-DF4B-1F48-D181-B74FB3FE084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565385" y="2815500"/>
                  <a:ext cx="9432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5D3D3DF-241B-F704-F517-06819B40984D}"/>
                    </a:ext>
                  </a:extLst>
                </p14:cNvPr>
                <p14:cNvContentPartPr/>
                <p14:nvPr/>
              </p14:nvContentPartPr>
              <p14:xfrm>
                <a:off x="5529465" y="2755020"/>
                <a:ext cx="218520" cy="290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5D3D3DF-241B-F704-F517-06819B40984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523345" y="2748900"/>
                  <a:ext cx="2307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BDEA142-089A-F502-612B-5C23ECFDC3E3}"/>
                    </a:ext>
                  </a:extLst>
                </p14:cNvPr>
                <p14:cNvContentPartPr/>
                <p14:nvPr/>
              </p14:nvContentPartPr>
              <p14:xfrm>
                <a:off x="4351545" y="3192780"/>
                <a:ext cx="1623240" cy="2120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BDEA142-089A-F502-612B-5C23ECFDC3E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345425" y="3186660"/>
                  <a:ext cx="16354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380B5B0-7642-79FB-6416-B1007F04246B}"/>
                    </a:ext>
                  </a:extLst>
                </p14:cNvPr>
                <p14:cNvContentPartPr/>
                <p14:nvPr/>
              </p14:nvContentPartPr>
              <p14:xfrm>
                <a:off x="3492945" y="548580"/>
                <a:ext cx="546840" cy="2909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380B5B0-7642-79FB-6416-B1007F04246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486825" y="542460"/>
                  <a:ext cx="559080" cy="29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4BC4B44-B9A0-3C01-65B4-6CC352841272}"/>
                    </a:ext>
                  </a:extLst>
                </p14:cNvPr>
                <p14:cNvContentPartPr/>
                <p14:nvPr/>
              </p14:nvContentPartPr>
              <p14:xfrm>
                <a:off x="7214265" y="366060"/>
                <a:ext cx="1757520" cy="3114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4BC4B44-B9A0-3C01-65B4-6CC35284127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208145" y="359940"/>
                  <a:ext cx="1769760" cy="31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6DB0CA8-5E19-0A91-4E88-46CAF065AC2D}"/>
                    </a:ext>
                  </a:extLst>
                </p14:cNvPr>
                <p14:cNvContentPartPr/>
                <p14:nvPr/>
              </p14:nvContentPartPr>
              <p14:xfrm>
                <a:off x="3611385" y="4009980"/>
                <a:ext cx="341640" cy="82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6DB0CA8-5E19-0A91-4E88-46CAF065AC2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605265" y="4003860"/>
                  <a:ext cx="3538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EE31D09-9B6A-F269-8D74-D4BDC4798AF3}"/>
                    </a:ext>
                  </a:extLst>
                </p14:cNvPr>
                <p14:cNvContentPartPr/>
                <p14:nvPr/>
              </p14:nvContentPartPr>
              <p14:xfrm>
                <a:off x="4401945" y="3736380"/>
                <a:ext cx="230760" cy="4320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EE31D09-9B6A-F269-8D74-D4BDC4798AF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395825" y="3730260"/>
                  <a:ext cx="24300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1803F95-7D82-D83C-BC21-355FBC85731A}"/>
                    </a:ext>
                  </a:extLst>
                </p14:cNvPr>
                <p14:cNvContentPartPr/>
                <p14:nvPr/>
              </p14:nvContentPartPr>
              <p14:xfrm>
                <a:off x="4715145" y="3980820"/>
                <a:ext cx="8280" cy="133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1803F95-7D82-D83C-BC21-355FBC85731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709025" y="3974700"/>
                  <a:ext cx="205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7FE194E-7E24-FD1B-6551-1F1FAA48C46E}"/>
                    </a:ext>
                  </a:extLst>
                </p14:cNvPr>
                <p14:cNvContentPartPr/>
                <p14:nvPr/>
              </p14:nvContentPartPr>
              <p14:xfrm>
                <a:off x="4794345" y="3822780"/>
                <a:ext cx="49680" cy="17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7FE194E-7E24-FD1B-6551-1F1FAA48C46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788225" y="3816660"/>
                  <a:ext cx="619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DEAF7F2-923F-ADB7-7892-8CB4FC4B1B03}"/>
                    </a:ext>
                  </a:extLst>
                </p14:cNvPr>
                <p14:cNvContentPartPr/>
                <p14:nvPr/>
              </p14:nvContentPartPr>
              <p14:xfrm>
                <a:off x="4796865" y="3939780"/>
                <a:ext cx="235800" cy="195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DEAF7F2-923F-ADB7-7892-8CB4FC4B1B0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790745" y="3933660"/>
                  <a:ext cx="2480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6A25D52-D988-C48F-823F-CD1D900D1057}"/>
                    </a:ext>
                  </a:extLst>
                </p14:cNvPr>
                <p14:cNvContentPartPr/>
                <p14:nvPr/>
              </p14:nvContentPartPr>
              <p14:xfrm>
                <a:off x="5144625" y="3888660"/>
                <a:ext cx="347760" cy="192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6A25D52-D988-C48F-823F-CD1D900D105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138505" y="3882540"/>
                  <a:ext cx="3600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38672B7-4AAA-36B6-9123-27AEFA72F0D0}"/>
                    </a:ext>
                  </a:extLst>
                </p14:cNvPr>
                <p14:cNvContentPartPr/>
                <p14:nvPr/>
              </p14:nvContentPartPr>
              <p14:xfrm>
                <a:off x="5481585" y="3889380"/>
                <a:ext cx="198720" cy="153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38672B7-4AAA-36B6-9123-27AEFA72F0D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475465" y="3883260"/>
                  <a:ext cx="2109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507A04A-3E5E-B332-4150-61EA41B78218}"/>
                    </a:ext>
                  </a:extLst>
                </p14:cNvPr>
                <p14:cNvContentPartPr/>
                <p14:nvPr/>
              </p14:nvContentPartPr>
              <p14:xfrm>
                <a:off x="5835105" y="3667260"/>
                <a:ext cx="54360" cy="308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507A04A-3E5E-B332-4150-61EA41B7821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828985" y="3661140"/>
                  <a:ext cx="6660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DDC2714-8DC8-523D-F28C-496A10C14B3B}"/>
                    </a:ext>
                  </a:extLst>
                </p14:cNvPr>
                <p14:cNvContentPartPr/>
                <p14:nvPr/>
              </p14:nvContentPartPr>
              <p14:xfrm>
                <a:off x="5713785" y="3842220"/>
                <a:ext cx="258840" cy="67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DDC2714-8DC8-523D-F28C-496A10C14B3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707665" y="3836100"/>
                  <a:ext cx="2710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9FC0077-EB3B-CC88-1BC4-E316CA0A680D}"/>
                    </a:ext>
                  </a:extLst>
                </p14:cNvPr>
                <p14:cNvContentPartPr/>
                <p14:nvPr/>
              </p14:nvContentPartPr>
              <p14:xfrm>
                <a:off x="5967945" y="3800820"/>
                <a:ext cx="167760" cy="239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9FC0077-EB3B-CC88-1BC4-E316CA0A680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961825" y="3794700"/>
                  <a:ext cx="1800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0CDC584-3315-2FE2-7D3C-D721B6DA42A3}"/>
                    </a:ext>
                  </a:extLst>
                </p14:cNvPr>
                <p14:cNvContentPartPr/>
                <p14:nvPr/>
              </p14:nvContentPartPr>
              <p14:xfrm>
                <a:off x="6081705" y="3451260"/>
                <a:ext cx="495720" cy="878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0CDC584-3315-2FE2-7D3C-D721B6DA42A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075585" y="3445140"/>
                  <a:ext cx="507960" cy="89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43547EE-D035-71F4-62B3-E301C2E6885F}"/>
                    </a:ext>
                  </a:extLst>
                </p14:cNvPr>
                <p14:cNvContentPartPr/>
                <p14:nvPr/>
              </p14:nvContentPartPr>
              <p14:xfrm>
                <a:off x="6503265" y="3667260"/>
                <a:ext cx="365040" cy="387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43547EE-D035-71F4-62B3-E301C2E6885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497145" y="3661140"/>
                  <a:ext cx="37728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EC6AB05-99D2-8337-7349-0A616DC628B1}"/>
                    </a:ext>
                  </a:extLst>
                </p14:cNvPr>
                <p14:cNvContentPartPr/>
                <p14:nvPr/>
              </p14:nvContentPartPr>
              <p14:xfrm>
                <a:off x="6745905" y="3873180"/>
                <a:ext cx="233280" cy="1299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EC6AB05-99D2-8337-7349-0A616DC628B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739785" y="3867060"/>
                  <a:ext cx="2455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8D4277D-9C47-655A-4D1E-7071748DF888}"/>
                    </a:ext>
                  </a:extLst>
                </p14:cNvPr>
                <p14:cNvContentPartPr/>
                <p14:nvPr/>
              </p14:nvContentPartPr>
              <p14:xfrm>
                <a:off x="7059825" y="3647820"/>
                <a:ext cx="68760" cy="3128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8D4277D-9C47-655A-4D1E-7071748DF88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053705" y="3641700"/>
                  <a:ext cx="810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617120E-BA7F-2C62-3073-0E4B20B71D48}"/>
                    </a:ext>
                  </a:extLst>
                </p14:cNvPr>
                <p14:cNvContentPartPr/>
                <p14:nvPr/>
              </p14:nvContentPartPr>
              <p14:xfrm>
                <a:off x="6984225" y="3827100"/>
                <a:ext cx="208800" cy="73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617120E-BA7F-2C62-3073-0E4B20B71D4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978105" y="3820980"/>
                  <a:ext cx="2210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4FD8FDB-9F6E-2332-DDA1-9608255752A5}"/>
                    </a:ext>
                  </a:extLst>
                </p14:cNvPr>
                <p14:cNvContentPartPr/>
                <p14:nvPr/>
              </p14:nvContentPartPr>
              <p14:xfrm>
                <a:off x="7189785" y="3834660"/>
                <a:ext cx="248040" cy="113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4FD8FDB-9F6E-2332-DDA1-9608255752A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183665" y="3828540"/>
                  <a:ext cx="2602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7558F78-737E-023A-0A35-4C76220899B3}"/>
                    </a:ext>
                  </a:extLst>
                </p14:cNvPr>
                <p14:cNvContentPartPr/>
                <p14:nvPr/>
              </p14:nvContentPartPr>
              <p14:xfrm>
                <a:off x="7197705" y="3724140"/>
                <a:ext cx="271080" cy="288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7558F78-737E-023A-0A35-4C76220899B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191585" y="3718020"/>
                  <a:ext cx="2833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FB36945-4CE2-0767-0A19-CD67798F14B6}"/>
                    </a:ext>
                  </a:extLst>
                </p14:cNvPr>
                <p14:cNvContentPartPr/>
                <p14:nvPr/>
              </p14:nvContentPartPr>
              <p14:xfrm>
                <a:off x="7227225" y="3765180"/>
                <a:ext cx="426600" cy="5421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FB36945-4CE2-0767-0A19-CD67798F14B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221105" y="3759060"/>
                  <a:ext cx="43884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30CA108-EAA2-E9E9-6EFC-56857B4A2245}"/>
                    </a:ext>
                  </a:extLst>
                </p14:cNvPr>
                <p14:cNvContentPartPr/>
                <p14:nvPr/>
              </p14:nvContentPartPr>
              <p14:xfrm>
                <a:off x="7755705" y="3597420"/>
                <a:ext cx="746640" cy="3682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30CA108-EAA2-E9E9-6EFC-56857B4A224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749585" y="3591300"/>
                  <a:ext cx="75888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49F6D4E-E944-268E-1CCE-ED33F0A31603}"/>
                    </a:ext>
                  </a:extLst>
                </p14:cNvPr>
                <p14:cNvContentPartPr/>
                <p14:nvPr/>
              </p14:nvContentPartPr>
              <p14:xfrm>
                <a:off x="6683625" y="4082340"/>
                <a:ext cx="1448640" cy="117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49F6D4E-E944-268E-1CCE-ED33F0A3160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677505" y="4076220"/>
                  <a:ext cx="14608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72D93D3-B6E8-48C9-C058-7EA83304BFE3}"/>
                    </a:ext>
                  </a:extLst>
                </p14:cNvPr>
                <p14:cNvContentPartPr/>
                <p14:nvPr/>
              </p14:nvContentPartPr>
              <p14:xfrm>
                <a:off x="3990465" y="4468980"/>
                <a:ext cx="327960" cy="1612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72D93D3-B6E8-48C9-C058-7EA83304BFE3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984345" y="4462860"/>
                  <a:ext cx="3402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1C1A301-FD2A-1573-7534-776082325B8D}"/>
                    </a:ext>
                  </a:extLst>
                </p14:cNvPr>
                <p14:cNvContentPartPr/>
                <p14:nvPr/>
              </p14:nvContentPartPr>
              <p14:xfrm>
                <a:off x="4448745" y="4582740"/>
                <a:ext cx="17640" cy="1796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1C1A301-FD2A-1573-7534-776082325B8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442625" y="4576620"/>
                  <a:ext cx="298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F07FE11-7EE2-9717-9DCD-96BF234A7EFC}"/>
                    </a:ext>
                  </a:extLst>
                </p14:cNvPr>
                <p14:cNvContentPartPr/>
                <p14:nvPr/>
              </p14:nvContentPartPr>
              <p14:xfrm>
                <a:off x="4609305" y="4344420"/>
                <a:ext cx="240840" cy="2505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F07FE11-7EE2-9717-9DCD-96BF234A7EFC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603185" y="4338300"/>
                  <a:ext cx="2530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04952E7-5475-4A07-0B91-EE24234888EB}"/>
                    </a:ext>
                  </a:extLst>
                </p14:cNvPr>
                <p14:cNvContentPartPr/>
                <p14:nvPr/>
              </p14:nvContentPartPr>
              <p14:xfrm>
                <a:off x="4987305" y="4528020"/>
                <a:ext cx="61920" cy="188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04952E7-5475-4A07-0B91-EE24234888E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981185" y="4521900"/>
                  <a:ext cx="741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F568FAC-39B4-771F-A080-457FF3244246}"/>
                    </a:ext>
                  </a:extLst>
                </p14:cNvPr>
                <p14:cNvContentPartPr/>
                <p14:nvPr/>
              </p14:nvContentPartPr>
              <p14:xfrm>
                <a:off x="5175585" y="4394460"/>
                <a:ext cx="247680" cy="1821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F568FAC-39B4-771F-A080-457FF324424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169465" y="4388340"/>
                  <a:ext cx="2599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4AE7821-B7F5-DD0A-4A50-4FD8A3AF71BC}"/>
                    </a:ext>
                  </a:extLst>
                </p14:cNvPr>
                <p14:cNvContentPartPr/>
                <p14:nvPr/>
              </p14:nvContentPartPr>
              <p14:xfrm>
                <a:off x="5688585" y="4183860"/>
                <a:ext cx="178920" cy="3661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4AE7821-B7F5-DD0A-4A50-4FD8A3AF71B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682465" y="4177740"/>
                  <a:ext cx="19116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03067E7-2098-9B15-D34D-79FC3430C5C7}"/>
                    </a:ext>
                  </a:extLst>
                </p14:cNvPr>
                <p14:cNvContentPartPr/>
                <p14:nvPr/>
              </p14:nvContentPartPr>
              <p14:xfrm>
                <a:off x="5579505" y="4529820"/>
                <a:ext cx="15120" cy="2152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03067E7-2098-9B15-D34D-79FC3430C5C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573385" y="4523700"/>
                  <a:ext cx="273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69BDCE0-0782-3DE0-0F21-6807E954CDEA}"/>
                    </a:ext>
                  </a:extLst>
                </p14:cNvPr>
                <p14:cNvContentPartPr/>
                <p14:nvPr/>
              </p14:nvContentPartPr>
              <p14:xfrm>
                <a:off x="4383585" y="4783980"/>
                <a:ext cx="1452240" cy="979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69BDCE0-0782-3DE0-0F21-6807E954CDE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377465" y="4777860"/>
                  <a:ext cx="14644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F09A6B0-A1FA-733D-2317-0CB726328CDD}"/>
                    </a:ext>
                  </a:extLst>
                </p14:cNvPr>
                <p14:cNvContentPartPr/>
                <p14:nvPr/>
              </p14:nvContentPartPr>
              <p14:xfrm>
                <a:off x="6506865" y="4358820"/>
                <a:ext cx="59040" cy="193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F09A6B0-A1FA-733D-2317-0CB726328CD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500745" y="4352700"/>
                  <a:ext cx="712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9932093-C900-CB1F-7B8C-5CD25AF65E2D}"/>
                    </a:ext>
                  </a:extLst>
                </p14:cNvPr>
                <p14:cNvContentPartPr/>
                <p14:nvPr/>
              </p14:nvContentPartPr>
              <p14:xfrm>
                <a:off x="6401745" y="4322100"/>
                <a:ext cx="292320" cy="338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9932093-C900-CB1F-7B8C-5CD25AF65E2D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395625" y="4315980"/>
                  <a:ext cx="3045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97972A2-6865-00FF-E048-14FB1E42EE4E}"/>
                    </a:ext>
                  </a:extLst>
                </p14:cNvPr>
                <p14:cNvContentPartPr/>
                <p14:nvPr/>
              </p14:nvContentPartPr>
              <p14:xfrm>
                <a:off x="6492105" y="4482660"/>
                <a:ext cx="70200" cy="23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97972A2-6865-00FF-E048-14FB1E42EE4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485985" y="4476540"/>
                  <a:ext cx="824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BEB7283-72DA-F225-8C60-42FDF873B659}"/>
                    </a:ext>
                  </a:extLst>
                </p14:cNvPr>
                <p14:cNvContentPartPr/>
                <p14:nvPr/>
              </p14:nvContentPartPr>
              <p14:xfrm>
                <a:off x="6624945" y="4471500"/>
                <a:ext cx="186120" cy="88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BEB7283-72DA-F225-8C60-42FDF873B65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618825" y="4465380"/>
                  <a:ext cx="1983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8C04976-1BF0-4A0C-7B2E-C832AAD60BBB}"/>
                    </a:ext>
                  </a:extLst>
                </p14:cNvPr>
                <p14:cNvContentPartPr/>
                <p14:nvPr/>
              </p14:nvContentPartPr>
              <p14:xfrm>
                <a:off x="6821145" y="4313820"/>
                <a:ext cx="48960" cy="241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8C04976-1BF0-4A0C-7B2E-C832AAD60BB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815025" y="4307700"/>
                  <a:ext cx="612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183638F-4A1B-FDD8-489A-C33919812D89}"/>
                    </a:ext>
                  </a:extLst>
                </p14:cNvPr>
                <p14:cNvContentPartPr/>
                <p14:nvPr/>
              </p14:nvContentPartPr>
              <p14:xfrm>
                <a:off x="6874785" y="4423620"/>
                <a:ext cx="132120" cy="101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183638F-4A1B-FDD8-489A-C33919812D8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868665" y="4417500"/>
                  <a:ext cx="144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46581F1-BDA7-651C-07A8-6F004CA2A3C3}"/>
                    </a:ext>
                  </a:extLst>
                </p14:cNvPr>
                <p14:cNvContentPartPr/>
                <p14:nvPr/>
              </p14:nvContentPartPr>
              <p14:xfrm>
                <a:off x="7054785" y="4392660"/>
                <a:ext cx="202680" cy="139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46581F1-BDA7-651C-07A8-6F004CA2A3C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048665" y="4386540"/>
                  <a:ext cx="2149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DB513E0-7ABC-2E09-ED60-02D4C3ED32F5}"/>
                    </a:ext>
                  </a:extLst>
                </p14:cNvPr>
                <p14:cNvContentPartPr/>
                <p14:nvPr/>
              </p14:nvContentPartPr>
              <p14:xfrm>
                <a:off x="7344225" y="4127700"/>
                <a:ext cx="135360" cy="6152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DB513E0-7ABC-2E09-ED60-02D4C3ED32F5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338105" y="4121580"/>
                  <a:ext cx="147600" cy="62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D77C434-678E-8A45-A704-80E7B1CA6148}"/>
                    </a:ext>
                  </a:extLst>
                </p14:cNvPr>
                <p14:cNvContentPartPr/>
                <p14:nvPr/>
              </p14:nvContentPartPr>
              <p14:xfrm>
                <a:off x="7667865" y="4371060"/>
                <a:ext cx="20880" cy="1702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D77C434-678E-8A45-A704-80E7B1CA614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661745" y="4364940"/>
                  <a:ext cx="331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B8EC9E6-2C64-8775-7DC3-79A920EEBD06}"/>
                    </a:ext>
                  </a:extLst>
                </p14:cNvPr>
                <p14:cNvContentPartPr/>
                <p14:nvPr/>
              </p14:nvContentPartPr>
              <p14:xfrm>
                <a:off x="7485345" y="4253700"/>
                <a:ext cx="348840" cy="432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B8EC9E6-2C64-8775-7DC3-79A920EEBD0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479225" y="4247580"/>
                  <a:ext cx="3610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60300DA-C0DA-C67B-2AA2-E1834C5D97D1}"/>
                    </a:ext>
                  </a:extLst>
                </p14:cNvPr>
                <p14:cNvContentPartPr/>
                <p14:nvPr/>
              </p14:nvContentPartPr>
              <p14:xfrm>
                <a:off x="7776585" y="4295100"/>
                <a:ext cx="317880" cy="1922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60300DA-C0DA-C67B-2AA2-E1834C5D97D1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770465" y="4288980"/>
                  <a:ext cx="3301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0992572-C6F4-3EFF-908F-DF0AF6DF8F35}"/>
                    </a:ext>
                  </a:extLst>
                </p14:cNvPr>
                <p14:cNvContentPartPr/>
                <p14:nvPr/>
              </p14:nvContentPartPr>
              <p14:xfrm>
                <a:off x="8158545" y="4279980"/>
                <a:ext cx="258840" cy="164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0992572-C6F4-3EFF-908F-DF0AF6DF8F3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152425" y="4273860"/>
                  <a:ext cx="271080" cy="177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79145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67AC7F20-4DC8-D0C6-46AE-C8203F300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5F58F5D-6391-CFA4-6FB3-EBC676533A5E}"/>
                  </a:ext>
                </a:extLst>
              </p14:cNvPr>
              <p14:cNvContentPartPr/>
              <p14:nvPr/>
            </p14:nvContentPartPr>
            <p14:xfrm>
              <a:off x="562680" y="543960"/>
              <a:ext cx="7127640" cy="3895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5F58F5D-6391-CFA4-6FB3-EBC676533A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3320" y="534600"/>
                <a:ext cx="7146360" cy="39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9D6FB26-A674-9206-933D-A47678EC3C6C}"/>
                  </a:ext>
                </a:extLst>
              </p14:cNvPr>
              <p14:cNvContentPartPr/>
              <p14:nvPr/>
            </p14:nvContentPartPr>
            <p14:xfrm>
              <a:off x="613440" y="207000"/>
              <a:ext cx="7082640" cy="4656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9D6FB26-A674-9206-933D-A47678EC3C6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4080" y="197640"/>
                <a:ext cx="7101360" cy="467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5297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8678BDEB-19AD-43BF-3452-AE7D24DF9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032B339-A437-45F2-A167-F2747C13BB0C}"/>
                  </a:ext>
                </a:extLst>
              </p14:cNvPr>
              <p14:cNvContentPartPr/>
              <p14:nvPr/>
            </p14:nvContentPartPr>
            <p14:xfrm>
              <a:off x="711000" y="294840"/>
              <a:ext cx="7655040" cy="2833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032B339-A437-45F2-A167-F2747C13BB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1640" y="285480"/>
                <a:ext cx="7673760" cy="28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4F57BE6-ECDB-B8AF-97E7-FE2C26D6AF3D}"/>
                  </a:ext>
                </a:extLst>
              </p14:cNvPr>
              <p14:cNvContentPartPr/>
              <p14:nvPr/>
            </p14:nvContentPartPr>
            <p14:xfrm>
              <a:off x="1477665" y="3432540"/>
              <a:ext cx="9720" cy="237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4F57BE6-ECDB-B8AF-97E7-FE2C26D6AF3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71545" y="3426420"/>
                <a:ext cx="21960" cy="24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A4DE8638-A514-5476-CFAD-3D1D80D2E2E2}"/>
              </a:ext>
            </a:extLst>
          </p:cNvPr>
          <p:cNvGrpSpPr/>
          <p:nvPr/>
        </p:nvGrpSpPr>
        <p:grpSpPr>
          <a:xfrm>
            <a:off x="1917585" y="3396900"/>
            <a:ext cx="691200" cy="288720"/>
            <a:chOff x="1917585" y="3396900"/>
            <a:chExt cx="691200" cy="28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3BCDFE4-02CE-82D6-76E8-F065F97F0094}"/>
                    </a:ext>
                  </a:extLst>
                </p14:cNvPr>
                <p14:cNvContentPartPr/>
                <p14:nvPr/>
              </p14:nvContentPartPr>
              <p14:xfrm>
                <a:off x="1917585" y="3438300"/>
                <a:ext cx="255600" cy="222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3BCDFE4-02CE-82D6-76E8-F065F97F009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911465" y="3432180"/>
                  <a:ext cx="2678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DEEEDE2-AF6F-F438-D4E1-FC15085F8EE7}"/>
                    </a:ext>
                  </a:extLst>
                </p14:cNvPr>
                <p14:cNvContentPartPr/>
                <p14:nvPr/>
              </p14:nvContentPartPr>
              <p14:xfrm>
                <a:off x="2379465" y="3396900"/>
                <a:ext cx="229320" cy="288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DEEEDE2-AF6F-F438-D4E1-FC15085F8EE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73345" y="3390780"/>
                  <a:ext cx="241560" cy="30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50F5FA4-F79B-65DD-E0D0-4A714F0F9604}"/>
                  </a:ext>
                </a:extLst>
              </p14:cNvPr>
              <p14:cNvContentPartPr/>
              <p14:nvPr/>
            </p14:nvContentPartPr>
            <p14:xfrm>
              <a:off x="1472985" y="3877500"/>
              <a:ext cx="9720" cy="209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50F5FA4-F79B-65DD-E0D0-4A714F0F960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66865" y="3871380"/>
                <a:ext cx="2196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446CF06-AF5D-87A3-5C0C-4AA8E0E783D7}"/>
                  </a:ext>
                </a:extLst>
              </p14:cNvPr>
              <p14:cNvContentPartPr/>
              <p14:nvPr/>
            </p14:nvContentPartPr>
            <p14:xfrm>
              <a:off x="1944945" y="3903420"/>
              <a:ext cx="187920" cy="226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446CF06-AF5D-87A3-5C0C-4AA8E0E783D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38825" y="3897300"/>
                <a:ext cx="20016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72C50F2-D409-D953-388C-26C70A816F5D}"/>
                  </a:ext>
                </a:extLst>
              </p14:cNvPr>
              <p14:cNvContentPartPr/>
              <p14:nvPr/>
            </p14:nvContentPartPr>
            <p14:xfrm>
              <a:off x="1179585" y="3224460"/>
              <a:ext cx="376200" cy="1268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72C50F2-D409-D953-388C-26C70A816F5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73465" y="3218340"/>
                <a:ext cx="388440" cy="12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8062FB5-F36D-7CE8-62FE-A5DE1A7D7130}"/>
                  </a:ext>
                </a:extLst>
              </p14:cNvPr>
              <p14:cNvContentPartPr/>
              <p14:nvPr/>
            </p14:nvContentPartPr>
            <p14:xfrm>
              <a:off x="801945" y="3570060"/>
              <a:ext cx="289800" cy="338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8062FB5-F36D-7CE8-62FE-A5DE1A7D713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95825" y="3563940"/>
                <a:ext cx="3020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5D2C9B9-7363-36D8-F8F1-EF8490C70D72}"/>
                  </a:ext>
                </a:extLst>
              </p14:cNvPr>
              <p14:cNvContentPartPr/>
              <p14:nvPr/>
            </p14:nvContentPartPr>
            <p14:xfrm>
              <a:off x="854865" y="4096020"/>
              <a:ext cx="328320" cy="57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5D2C9B9-7363-36D8-F8F1-EF8490C70D7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48745" y="4089900"/>
                <a:ext cx="34056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39BC0A9-84C4-887C-AC85-5969811721EA}"/>
                  </a:ext>
                </a:extLst>
              </p14:cNvPr>
              <p14:cNvContentPartPr/>
              <p14:nvPr/>
            </p14:nvContentPartPr>
            <p14:xfrm>
              <a:off x="1402785" y="3031500"/>
              <a:ext cx="1080" cy="1000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39BC0A9-84C4-887C-AC85-5969811721E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396665" y="3025380"/>
                <a:ext cx="1332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8739610-8470-9790-8AA0-914EB00B71A9}"/>
                  </a:ext>
                </a:extLst>
              </p14:cNvPr>
              <p14:cNvContentPartPr/>
              <p14:nvPr/>
            </p14:nvContentPartPr>
            <p14:xfrm>
              <a:off x="2086785" y="3062820"/>
              <a:ext cx="17280" cy="2084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8739610-8470-9790-8AA0-914EB00B71A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080665" y="3056700"/>
                <a:ext cx="29520" cy="22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6EE871A7-BF5C-0D37-6B68-72CEC6DA9466}"/>
              </a:ext>
            </a:extLst>
          </p:cNvPr>
          <p:cNvGrpSpPr/>
          <p:nvPr/>
        </p:nvGrpSpPr>
        <p:grpSpPr>
          <a:xfrm>
            <a:off x="2364705" y="3016020"/>
            <a:ext cx="234360" cy="70200"/>
            <a:chOff x="2364705" y="3016020"/>
            <a:chExt cx="234360" cy="7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B1BB615-F45F-1582-5653-41186D6B6C89}"/>
                    </a:ext>
                  </a:extLst>
                </p14:cNvPr>
                <p14:cNvContentPartPr/>
                <p14:nvPr/>
              </p14:nvContentPartPr>
              <p14:xfrm>
                <a:off x="2364705" y="3065340"/>
                <a:ext cx="3600" cy="12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B1BB615-F45F-1582-5653-41186D6B6C8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58585" y="3059220"/>
                  <a:ext cx="158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63D2A54-1B67-8DCA-8816-4C3BE7AECBD3}"/>
                    </a:ext>
                  </a:extLst>
                </p14:cNvPr>
                <p14:cNvContentPartPr/>
                <p14:nvPr/>
              </p14:nvContentPartPr>
              <p14:xfrm>
                <a:off x="2569545" y="3016020"/>
                <a:ext cx="29520" cy="70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63D2A54-1B67-8DCA-8816-4C3BE7AECBD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563425" y="3009900"/>
                  <a:ext cx="41760" cy="8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0EA51D6-712C-AFCA-EC10-68818F1FE733}"/>
                  </a:ext>
                </a:extLst>
              </p14:cNvPr>
              <p14:cNvContentPartPr/>
              <p14:nvPr/>
            </p14:nvContentPartPr>
            <p14:xfrm>
              <a:off x="3673305" y="3513900"/>
              <a:ext cx="217800" cy="2995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0EA51D6-712C-AFCA-EC10-68818F1FE73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667185" y="3507780"/>
                <a:ext cx="230040" cy="31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283F2E9D-DFD1-4864-826F-DB26D259E273}"/>
              </a:ext>
            </a:extLst>
          </p:cNvPr>
          <p:cNvGrpSpPr/>
          <p:nvPr/>
        </p:nvGrpSpPr>
        <p:grpSpPr>
          <a:xfrm>
            <a:off x="4862025" y="3740700"/>
            <a:ext cx="231480" cy="185040"/>
            <a:chOff x="4862025" y="3740700"/>
            <a:chExt cx="231480" cy="18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7F2ED50-6D0B-678D-DA61-785D72290D1D}"/>
                    </a:ext>
                  </a:extLst>
                </p14:cNvPr>
                <p14:cNvContentPartPr/>
                <p14:nvPr/>
              </p14:nvContentPartPr>
              <p14:xfrm>
                <a:off x="4862025" y="3740700"/>
                <a:ext cx="231480" cy="19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7F2ED50-6D0B-678D-DA61-785D72290D1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855905" y="3734580"/>
                  <a:ext cx="2437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674A864-0411-5519-6B30-9F133CC7C4BD}"/>
                    </a:ext>
                  </a:extLst>
                </p14:cNvPr>
                <p14:cNvContentPartPr/>
                <p14:nvPr/>
              </p14:nvContentPartPr>
              <p14:xfrm>
                <a:off x="4862745" y="3898740"/>
                <a:ext cx="193320" cy="27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674A864-0411-5519-6B30-9F133CC7C4B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856625" y="3892620"/>
                  <a:ext cx="20556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AF19CD8-5AAF-F030-D679-DF0EB5F1A009}"/>
              </a:ext>
            </a:extLst>
          </p:cNvPr>
          <p:cNvGrpSpPr/>
          <p:nvPr/>
        </p:nvGrpSpPr>
        <p:grpSpPr>
          <a:xfrm>
            <a:off x="5138505" y="4520100"/>
            <a:ext cx="1315080" cy="234360"/>
            <a:chOff x="5138505" y="4520100"/>
            <a:chExt cx="1315080" cy="23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700C261-D397-D586-5619-C27E98AA2E6A}"/>
                    </a:ext>
                  </a:extLst>
                </p14:cNvPr>
                <p14:cNvContentPartPr/>
                <p14:nvPr/>
              </p14:nvContentPartPr>
              <p14:xfrm>
                <a:off x="5165505" y="4601460"/>
                <a:ext cx="136080" cy="19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700C261-D397-D586-5619-C27E98AA2E6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159385" y="4595340"/>
                  <a:ext cx="1483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44E9E7C-8CAD-5C52-717E-BF09435BF8D5}"/>
                    </a:ext>
                  </a:extLst>
                </p14:cNvPr>
                <p14:cNvContentPartPr/>
                <p14:nvPr/>
              </p14:nvContentPartPr>
              <p14:xfrm>
                <a:off x="5138505" y="4659420"/>
                <a:ext cx="289080" cy="95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44E9E7C-8CAD-5C52-717E-BF09435BF8D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132385" y="4653300"/>
                  <a:ext cx="3013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17A4F5E-3612-BB75-A652-48CAF9F47AF4}"/>
                    </a:ext>
                  </a:extLst>
                </p14:cNvPr>
                <p14:cNvContentPartPr/>
                <p14:nvPr/>
              </p14:nvContentPartPr>
              <p14:xfrm>
                <a:off x="5517225" y="4548900"/>
                <a:ext cx="237600" cy="174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17A4F5E-3612-BB75-A652-48CAF9F47AF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511105" y="4542780"/>
                  <a:ext cx="2498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6526CBB-F7AF-7286-275F-46993483F4E5}"/>
                    </a:ext>
                  </a:extLst>
                </p14:cNvPr>
                <p14:cNvContentPartPr/>
                <p14:nvPr/>
              </p14:nvContentPartPr>
              <p14:xfrm>
                <a:off x="5769945" y="4520100"/>
                <a:ext cx="253800" cy="215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6526CBB-F7AF-7286-275F-46993483F4E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763825" y="4513980"/>
                  <a:ext cx="2660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ACD445A-3DBF-12C3-C40D-26154864139C}"/>
                    </a:ext>
                  </a:extLst>
                </p14:cNvPr>
                <p14:cNvContentPartPr/>
                <p14:nvPr/>
              </p14:nvContentPartPr>
              <p14:xfrm>
                <a:off x="5893785" y="4561860"/>
                <a:ext cx="194040" cy="66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ACD445A-3DBF-12C3-C40D-26154864139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887665" y="4555740"/>
                  <a:ext cx="2062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6D7F84B-1E61-DE88-A1B7-B407B0F274B9}"/>
                    </a:ext>
                  </a:extLst>
                </p14:cNvPr>
                <p14:cNvContentPartPr/>
                <p14:nvPr/>
              </p14:nvContentPartPr>
              <p14:xfrm>
                <a:off x="6120225" y="4545660"/>
                <a:ext cx="333360" cy="142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6D7F84B-1E61-DE88-A1B7-B407B0F274B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114105" y="4539540"/>
                  <a:ext cx="345600" cy="15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D1341BC-D1E8-56F5-5966-7E9F0D36BDE8}"/>
                  </a:ext>
                </a:extLst>
              </p14:cNvPr>
              <p14:cNvContentPartPr/>
              <p14:nvPr/>
            </p14:nvContentPartPr>
            <p14:xfrm>
              <a:off x="3528225" y="4582380"/>
              <a:ext cx="393840" cy="5313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D1341BC-D1E8-56F5-5966-7E9F0D36BDE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522105" y="4576260"/>
                <a:ext cx="406080" cy="54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FA75488D-C605-8202-87BA-4462F7F2C87A}"/>
              </a:ext>
            </a:extLst>
          </p:cNvPr>
          <p:cNvGrpSpPr/>
          <p:nvPr/>
        </p:nvGrpSpPr>
        <p:grpSpPr>
          <a:xfrm>
            <a:off x="1607985" y="4573020"/>
            <a:ext cx="721800" cy="548280"/>
            <a:chOff x="1607985" y="4573020"/>
            <a:chExt cx="721800" cy="54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92BE6B2-5388-F718-0120-8A66DC2C3101}"/>
                    </a:ext>
                  </a:extLst>
                </p14:cNvPr>
                <p14:cNvContentPartPr/>
                <p14:nvPr/>
              </p14:nvContentPartPr>
              <p14:xfrm>
                <a:off x="1607985" y="4608660"/>
                <a:ext cx="179280" cy="196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92BE6B2-5388-F718-0120-8A66DC2C310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601865" y="4602540"/>
                  <a:ext cx="1915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3A329E7-3F6A-C4CE-30FC-53A1629A0F8C}"/>
                    </a:ext>
                  </a:extLst>
                </p14:cNvPr>
                <p14:cNvContentPartPr/>
                <p14:nvPr/>
              </p14:nvContentPartPr>
              <p14:xfrm>
                <a:off x="1826145" y="4612620"/>
                <a:ext cx="106200" cy="116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3A329E7-3F6A-C4CE-30FC-53A1629A0F8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820025" y="4606500"/>
                  <a:ext cx="1184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F58D971-5420-6B17-42AC-58588E6DAAE2}"/>
                    </a:ext>
                  </a:extLst>
                </p14:cNvPr>
                <p14:cNvContentPartPr/>
                <p14:nvPr/>
              </p14:nvContentPartPr>
              <p14:xfrm>
                <a:off x="1822905" y="4643940"/>
                <a:ext cx="132480" cy="94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F58D971-5420-6B17-42AC-58588E6DAAE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816785" y="4637820"/>
                  <a:ext cx="1447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F96EAFA-AE19-A4FC-8F2C-C96F90686D11}"/>
                    </a:ext>
                  </a:extLst>
                </p14:cNvPr>
                <p14:cNvContentPartPr/>
                <p14:nvPr/>
              </p14:nvContentPartPr>
              <p14:xfrm>
                <a:off x="1962945" y="4601460"/>
                <a:ext cx="187560" cy="259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F96EAFA-AE19-A4FC-8F2C-C96F90686D1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956825" y="4595340"/>
                  <a:ext cx="199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A1C7330-5F69-EBA1-7ADA-AF93F829ACB6}"/>
                    </a:ext>
                  </a:extLst>
                </p14:cNvPr>
                <p14:cNvContentPartPr/>
                <p14:nvPr/>
              </p14:nvContentPartPr>
              <p14:xfrm>
                <a:off x="1628865" y="4973340"/>
                <a:ext cx="550800" cy="33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A1C7330-5F69-EBA1-7ADA-AF93F829ACB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622745" y="4967220"/>
                  <a:ext cx="563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8036EFA-1094-D9A5-F03D-7F8CC8C85ACB}"/>
                    </a:ext>
                  </a:extLst>
                </p14:cNvPr>
                <p14:cNvContentPartPr/>
                <p14:nvPr/>
              </p14:nvContentPartPr>
              <p14:xfrm>
                <a:off x="1955745" y="4573020"/>
                <a:ext cx="374040" cy="5482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8036EFA-1094-D9A5-F03D-7F8CC8C85AC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949625" y="4566900"/>
                  <a:ext cx="386280" cy="56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FD83A7AB-BB3F-B1CF-917F-0F7425B29695}"/>
                  </a:ext>
                </a:extLst>
              </p14:cNvPr>
              <p14:cNvContentPartPr/>
              <p14:nvPr/>
            </p14:nvContentPartPr>
            <p14:xfrm>
              <a:off x="5411745" y="3268380"/>
              <a:ext cx="386280" cy="10486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FD83A7AB-BB3F-B1CF-917F-0F7425B29695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405625" y="3262260"/>
                <a:ext cx="398520" cy="10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6D35CFF-F000-9FD8-12CB-D555B74DB3C4}"/>
                  </a:ext>
                </a:extLst>
              </p14:cNvPr>
              <p14:cNvContentPartPr/>
              <p14:nvPr/>
            </p14:nvContentPartPr>
            <p14:xfrm>
              <a:off x="1499265" y="3592380"/>
              <a:ext cx="360" cy="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6D35CFF-F000-9FD8-12CB-D555B74DB3C4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493145" y="35862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6490D2F9-6938-A656-C42C-AC83E70830C7}"/>
                  </a:ext>
                </a:extLst>
              </p14:cNvPr>
              <p14:cNvContentPartPr/>
              <p14:nvPr/>
            </p14:nvContentPartPr>
            <p14:xfrm>
              <a:off x="3802185" y="3716940"/>
              <a:ext cx="14760" cy="108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6490D2F9-6938-A656-C42C-AC83E70830C7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796065" y="3710820"/>
                <a:ext cx="2700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7447615F-9D82-7DB1-DC83-2A0FEFC7C501}"/>
                  </a:ext>
                </a:extLst>
              </p14:cNvPr>
              <p14:cNvContentPartPr/>
              <p14:nvPr/>
            </p14:nvContentPartPr>
            <p14:xfrm>
              <a:off x="2070225" y="3626220"/>
              <a:ext cx="360" cy="3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7447615F-9D82-7DB1-DC83-2A0FEFC7C50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064105" y="36201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339459E9-51DD-1AA4-4B70-D94D8B8BA2F5}"/>
                  </a:ext>
                </a:extLst>
              </p14:cNvPr>
              <p14:cNvContentPartPr/>
              <p14:nvPr/>
            </p14:nvContentPartPr>
            <p14:xfrm>
              <a:off x="2500785" y="3589860"/>
              <a:ext cx="1080" cy="14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339459E9-51DD-1AA4-4B70-D94D8B8BA2F5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494665" y="3583740"/>
                <a:ext cx="13320" cy="1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E3B5CDFB-B6AA-16D2-94FD-8F5678546759}"/>
              </a:ext>
            </a:extLst>
          </p:cNvPr>
          <p:cNvGrpSpPr/>
          <p:nvPr/>
        </p:nvGrpSpPr>
        <p:grpSpPr>
          <a:xfrm>
            <a:off x="5652945" y="3413460"/>
            <a:ext cx="283320" cy="244440"/>
            <a:chOff x="5652945" y="3413460"/>
            <a:chExt cx="28332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4925292-B122-9EAF-7016-3747F2BBD7D3}"/>
                    </a:ext>
                  </a:extLst>
                </p14:cNvPr>
                <p14:cNvContentPartPr/>
                <p14:nvPr/>
              </p14:nvContentPartPr>
              <p14:xfrm>
                <a:off x="5652945" y="3451620"/>
                <a:ext cx="12240" cy="1454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4925292-B122-9EAF-7016-3747F2BBD7D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646825" y="3445500"/>
                  <a:ext cx="244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1CE2D42-FC37-EB2D-9FFA-91FFFCAD3D26}"/>
                    </a:ext>
                  </a:extLst>
                </p14:cNvPr>
                <p14:cNvContentPartPr/>
                <p14:nvPr/>
              </p14:nvContentPartPr>
              <p14:xfrm>
                <a:off x="5733585" y="3413460"/>
                <a:ext cx="202680" cy="2444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1CE2D42-FC37-EB2D-9FFA-91FFFCAD3D2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727465" y="3407340"/>
                  <a:ext cx="214920" cy="25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4355EE9-70A1-5823-B647-3A3A4A1443F0}"/>
                  </a:ext>
                </a:extLst>
              </p14:cNvPr>
              <p14:cNvContentPartPr/>
              <p14:nvPr/>
            </p14:nvContentPartPr>
            <p14:xfrm>
              <a:off x="1505025" y="3593100"/>
              <a:ext cx="2160" cy="3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4355EE9-70A1-5823-B647-3A3A4A1443F0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498905" y="3586980"/>
                <a:ext cx="144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C4E6AAF-586C-E074-B2F5-9B1EED838D37}"/>
                  </a:ext>
                </a:extLst>
              </p14:cNvPr>
              <p14:cNvContentPartPr/>
              <p14:nvPr/>
            </p14:nvContentPartPr>
            <p14:xfrm>
              <a:off x="3294585" y="3607860"/>
              <a:ext cx="219960" cy="2383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C4E6AAF-586C-E074-B2F5-9B1EED838D3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288465" y="3601740"/>
                <a:ext cx="23220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3238F19-CB18-DE1B-4DEA-1B04E0827BB0}"/>
                  </a:ext>
                </a:extLst>
              </p14:cNvPr>
              <p14:cNvContentPartPr/>
              <p14:nvPr/>
            </p14:nvContentPartPr>
            <p14:xfrm>
              <a:off x="3280185" y="3652860"/>
              <a:ext cx="266040" cy="1915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3238F19-CB18-DE1B-4DEA-1B04E0827BB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274065" y="3646740"/>
                <a:ext cx="27828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09873CC-3CAF-590E-EE26-914FFA91EEEB}"/>
                  </a:ext>
                </a:extLst>
              </p14:cNvPr>
              <p14:cNvContentPartPr/>
              <p14:nvPr/>
            </p14:nvContentPartPr>
            <p14:xfrm>
              <a:off x="3811905" y="3891900"/>
              <a:ext cx="14040" cy="1760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09873CC-3CAF-590E-EE26-914FFA91EEE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805785" y="3885780"/>
                <a:ext cx="2628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8696FB3-7536-526E-CC98-43209DF96E5C}"/>
                  </a:ext>
                </a:extLst>
              </p14:cNvPr>
              <p14:cNvContentPartPr/>
              <p14:nvPr/>
            </p14:nvContentPartPr>
            <p14:xfrm>
              <a:off x="3752865" y="4209420"/>
              <a:ext cx="141480" cy="2199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8696FB3-7536-526E-CC98-43209DF96E5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746745" y="4203300"/>
                <a:ext cx="15372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AD86159-5034-3124-BFE8-B8D99ED31E30}"/>
                  </a:ext>
                </a:extLst>
              </p14:cNvPr>
              <p14:cNvContentPartPr/>
              <p14:nvPr/>
            </p14:nvContentPartPr>
            <p14:xfrm>
              <a:off x="3580425" y="3397620"/>
              <a:ext cx="229320" cy="12240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AD86159-5034-3124-BFE8-B8D99ED31E3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574305" y="3391500"/>
                <a:ext cx="241560" cy="12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E8F75CB-0A49-DCD4-C5A2-1E7B622B157C}"/>
                  </a:ext>
                </a:extLst>
              </p14:cNvPr>
              <p14:cNvContentPartPr/>
              <p14:nvPr/>
            </p14:nvContentPartPr>
            <p14:xfrm>
              <a:off x="3699225" y="4693620"/>
              <a:ext cx="155880" cy="2617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E8F75CB-0A49-DCD4-C5A2-1E7B622B157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693105" y="4687500"/>
                <a:ext cx="16812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E9C2F47-D0F3-212A-3021-90FACF700F48}"/>
                  </a:ext>
                </a:extLst>
              </p14:cNvPr>
              <p14:cNvContentPartPr/>
              <p14:nvPr/>
            </p14:nvContentPartPr>
            <p14:xfrm>
              <a:off x="3864825" y="4700460"/>
              <a:ext cx="234360" cy="2127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E9C2F47-D0F3-212A-3021-90FACF700F4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858705" y="4694340"/>
                <a:ext cx="24660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B01411C-8A67-B22C-3DC7-4743495F794C}"/>
                  </a:ext>
                </a:extLst>
              </p14:cNvPr>
              <p14:cNvContentPartPr/>
              <p14:nvPr/>
            </p14:nvContentPartPr>
            <p14:xfrm>
              <a:off x="3936465" y="4713060"/>
              <a:ext cx="203400" cy="1670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B01411C-8A67-B22C-3DC7-4743495F794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930345" y="4706940"/>
                <a:ext cx="21564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62AAB5D-BC04-DA25-2CBE-3C4A195AE5D2}"/>
                  </a:ext>
                </a:extLst>
              </p14:cNvPr>
              <p14:cNvContentPartPr/>
              <p14:nvPr/>
            </p14:nvContentPartPr>
            <p14:xfrm>
              <a:off x="4203225" y="4715580"/>
              <a:ext cx="265320" cy="1580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62AAB5D-BC04-DA25-2CBE-3C4A195AE5D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197105" y="4709460"/>
                <a:ext cx="27756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CDC00BAA-E14B-73A6-5FED-1392A270ABC3}"/>
                  </a:ext>
                </a:extLst>
              </p14:cNvPr>
              <p14:cNvContentPartPr/>
              <p14:nvPr/>
            </p14:nvContentPartPr>
            <p14:xfrm>
              <a:off x="1992825" y="3635580"/>
              <a:ext cx="360" cy="3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CDC00BAA-E14B-73A6-5FED-1392A270ABC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986705" y="36294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25EAB01A-B80C-C4C3-085A-A62BC027D264}"/>
                  </a:ext>
                </a:extLst>
              </p14:cNvPr>
              <p14:cNvContentPartPr/>
              <p14:nvPr/>
            </p14:nvContentPartPr>
            <p14:xfrm>
              <a:off x="6223545" y="3367020"/>
              <a:ext cx="282960" cy="3081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25EAB01A-B80C-C4C3-085A-A62BC027D264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6217425" y="3360900"/>
                <a:ext cx="29520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4D0FBAF6-2427-70BE-9F46-6BDE00EDDF80}"/>
                  </a:ext>
                </a:extLst>
              </p14:cNvPr>
              <p14:cNvContentPartPr/>
              <p14:nvPr/>
            </p14:nvContentPartPr>
            <p14:xfrm>
              <a:off x="1489185" y="4091700"/>
              <a:ext cx="4680" cy="36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4D0FBAF6-2427-70BE-9F46-6BDE00EDDF80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483065" y="4085580"/>
                <a:ext cx="16920" cy="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2B7D691C-8ABF-160D-2D37-664010B62E3E}"/>
                  </a:ext>
                </a:extLst>
              </p14:cNvPr>
              <p14:cNvContentPartPr/>
              <p14:nvPr/>
            </p14:nvContentPartPr>
            <p14:xfrm>
              <a:off x="3809385" y="3744300"/>
              <a:ext cx="2880" cy="79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2B7D691C-8ABF-160D-2D37-664010B62E3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803265" y="3738180"/>
                <a:ext cx="1512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BEA46A13-C12D-1B66-E2FD-788D20F182DB}"/>
                  </a:ext>
                </a:extLst>
              </p14:cNvPr>
              <p14:cNvContentPartPr/>
              <p14:nvPr/>
            </p14:nvContentPartPr>
            <p14:xfrm>
              <a:off x="2079585" y="4152540"/>
              <a:ext cx="3600" cy="3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BEA46A13-C12D-1B66-E2FD-788D20F182D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073465" y="4146420"/>
                <a:ext cx="158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F8B1AE3C-AFC2-4184-58FA-0798AE075623}"/>
                  </a:ext>
                </a:extLst>
              </p14:cNvPr>
              <p14:cNvContentPartPr/>
              <p14:nvPr/>
            </p14:nvContentPartPr>
            <p14:xfrm>
              <a:off x="3823785" y="4016460"/>
              <a:ext cx="9720" cy="64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F8B1AE3C-AFC2-4184-58FA-0798AE075623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3817665" y="4010340"/>
                <a:ext cx="2196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AFEEDD3A-C3DF-F433-C70C-07406DB5AC54}"/>
                  </a:ext>
                </a:extLst>
              </p14:cNvPr>
              <p14:cNvContentPartPr/>
              <p14:nvPr/>
            </p14:nvContentPartPr>
            <p14:xfrm>
              <a:off x="2563065" y="4195020"/>
              <a:ext cx="3960" cy="3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AFEEDD3A-C3DF-F433-C70C-07406DB5AC54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556945" y="4188900"/>
                <a:ext cx="162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847D354F-08A7-1E76-DC50-CFE12739C6A6}"/>
              </a:ext>
            </a:extLst>
          </p:cNvPr>
          <p:cNvGrpSpPr/>
          <p:nvPr/>
        </p:nvGrpSpPr>
        <p:grpSpPr>
          <a:xfrm>
            <a:off x="5633505" y="3823860"/>
            <a:ext cx="485640" cy="296280"/>
            <a:chOff x="5633505" y="3823860"/>
            <a:chExt cx="485640" cy="29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3CAEF8F-37C0-D779-0158-C5B1A1D88F30}"/>
                    </a:ext>
                  </a:extLst>
                </p14:cNvPr>
                <p14:cNvContentPartPr/>
                <p14:nvPr/>
              </p14:nvContentPartPr>
              <p14:xfrm>
                <a:off x="5633505" y="3862020"/>
                <a:ext cx="212040" cy="258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3CAEF8F-37C0-D779-0158-C5B1A1D88F3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27385" y="3855900"/>
                  <a:ext cx="2242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44994A2-F200-9D0E-C928-04ADC75C103B}"/>
                    </a:ext>
                  </a:extLst>
                </p14:cNvPr>
                <p14:cNvContentPartPr/>
                <p14:nvPr/>
              </p14:nvContentPartPr>
              <p14:xfrm>
                <a:off x="5911785" y="3883260"/>
                <a:ext cx="135360" cy="231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44994A2-F200-9D0E-C928-04ADC75C103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905665" y="3877140"/>
                  <a:ext cx="1476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D4C796B-E3FC-4429-6EF9-10EF3869A78B}"/>
                    </a:ext>
                  </a:extLst>
                </p14:cNvPr>
                <p14:cNvContentPartPr/>
                <p14:nvPr/>
              </p14:nvContentPartPr>
              <p14:xfrm>
                <a:off x="5770305" y="3823860"/>
                <a:ext cx="348840" cy="109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D4C796B-E3FC-4429-6EF9-10EF3869A78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764185" y="3817740"/>
                  <a:ext cx="361080" cy="12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99FEF2D6-41B1-9647-8B1C-DEF593067FE9}"/>
                  </a:ext>
                </a:extLst>
              </p14:cNvPr>
              <p14:cNvContentPartPr/>
              <p14:nvPr/>
            </p14:nvContentPartPr>
            <p14:xfrm>
              <a:off x="1570185" y="4065060"/>
              <a:ext cx="52200" cy="172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99FEF2D6-41B1-9647-8B1C-DEF593067FE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564065" y="4058940"/>
                <a:ext cx="6444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267E90F5-6D0A-4547-16A8-5E039F89CCF1}"/>
                  </a:ext>
                </a:extLst>
              </p14:cNvPr>
              <p14:cNvContentPartPr/>
              <p14:nvPr/>
            </p14:nvContentPartPr>
            <p14:xfrm>
              <a:off x="2065185" y="4201140"/>
              <a:ext cx="1080" cy="39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267E90F5-6D0A-4547-16A8-5E039F89CCF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059065" y="4195020"/>
                <a:ext cx="13320" cy="1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B9076158-4241-D6B9-4E92-0E75F226D58B}"/>
              </a:ext>
            </a:extLst>
          </p:cNvPr>
          <p:cNvGrpSpPr/>
          <p:nvPr/>
        </p:nvGrpSpPr>
        <p:grpSpPr>
          <a:xfrm>
            <a:off x="4091985" y="3306900"/>
            <a:ext cx="459360" cy="1148040"/>
            <a:chOff x="4091985" y="3306900"/>
            <a:chExt cx="459360" cy="11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1F16B68-84A9-786F-8F78-56BA1E37716D}"/>
                    </a:ext>
                  </a:extLst>
                </p14:cNvPr>
                <p14:cNvContentPartPr/>
                <p14:nvPr/>
              </p14:nvContentPartPr>
              <p14:xfrm>
                <a:off x="4091985" y="3524340"/>
                <a:ext cx="200880" cy="90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1F16B68-84A9-786F-8F78-56BA1E37716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085865" y="3518220"/>
                  <a:ext cx="2131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5FB5A80-755C-3195-B171-257A0068F2B4}"/>
                    </a:ext>
                  </a:extLst>
                </p14:cNvPr>
                <p14:cNvContentPartPr/>
                <p14:nvPr/>
              </p14:nvContentPartPr>
              <p14:xfrm>
                <a:off x="4150665" y="3832860"/>
                <a:ext cx="47160" cy="225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5FB5A80-755C-3195-B171-257A0068F2B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144545" y="3826740"/>
                  <a:ext cx="594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122537E-7BEA-A3D3-3D05-0AE376EDAF35}"/>
                    </a:ext>
                  </a:extLst>
                </p14:cNvPr>
                <p14:cNvContentPartPr/>
                <p14:nvPr/>
              </p14:nvContentPartPr>
              <p14:xfrm>
                <a:off x="4227345" y="4380420"/>
                <a:ext cx="14760" cy="74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122537E-7BEA-A3D3-3D05-0AE376EDAF3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221225" y="4374300"/>
                  <a:ext cx="270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B7976C5-D30A-F5CB-B44B-BE69E6EDBC1F}"/>
                    </a:ext>
                  </a:extLst>
                </p14:cNvPr>
                <p14:cNvContentPartPr/>
                <p14:nvPr/>
              </p14:nvContentPartPr>
              <p14:xfrm>
                <a:off x="4274505" y="3306900"/>
                <a:ext cx="276840" cy="1133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B7976C5-D30A-F5CB-B44B-BE69E6EDBC1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268385" y="3300780"/>
                  <a:ext cx="289080" cy="11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D0330AF-4643-5117-61A6-33E0F0100903}"/>
                    </a:ext>
                  </a:extLst>
                </p14:cNvPr>
                <p14:cNvContentPartPr/>
                <p14:nvPr/>
              </p14:nvContentPartPr>
              <p14:xfrm>
                <a:off x="4186665" y="3607500"/>
                <a:ext cx="6120" cy="14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D0330AF-4643-5117-61A6-33E0F010090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180545" y="3601380"/>
                  <a:ext cx="183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10F0C81-64A0-884F-5AA7-447C6C7D9F54}"/>
                    </a:ext>
                  </a:extLst>
                </p14:cNvPr>
                <p14:cNvContentPartPr/>
                <p14:nvPr/>
              </p14:nvContentPartPr>
              <p14:xfrm>
                <a:off x="4173705" y="4001340"/>
                <a:ext cx="360" cy="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10F0C81-64A0-884F-5AA7-447C6C7D9F5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167585" y="39952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88B15E1-3BE9-EC0C-CCFB-B5CECC361F08}"/>
                    </a:ext>
                  </a:extLst>
                </p14:cNvPr>
                <p14:cNvContentPartPr/>
                <p14:nvPr/>
              </p14:nvContentPartPr>
              <p14:xfrm>
                <a:off x="4201065" y="3977940"/>
                <a:ext cx="360" cy="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88B15E1-3BE9-EC0C-CCFB-B5CECC361F0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194945" y="39718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8292791-1D9C-F5D5-2FB9-10C4A9EC358C}"/>
                    </a:ext>
                  </a:extLst>
                </p14:cNvPr>
                <p14:cNvContentPartPr/>
                <p14:nvPr/>
              </p14:nvContentPartPr>
              <p14:xfrm>
                <a:off x="4265865" y="3667620"/>
                <a:ext cx="360" cy="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8292791-1D9C-F5D5-2FB9-10C4A9EC358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259745" y="36615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69CF838-FFFB-723C-9E4A-3EBC813641AE}"/>
                    </a:ext>
                  </a:extLst>
                </p14:cNvPr>
                <p14:cNvContentPartPr/>
                <p14:nvPr/>
              </p14:nvContentPartPr>
              <p14:xfrm>
                <a:off x="4212945" y="4078020"/>
                <a:ext cx="360" cy="2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69CF838-FFFB-723C-9E4A-3EBC813641A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206825" y="4071900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1EC9360-760B-3F1F-73A2-B8A3BBD55438}"/>
              </a:ext>
            </a:extLst>
          </p:cNvPr>
          <p:cNvGrpSpPr/>
          <p:nvPr/>
        </p:nvGrpSpPr>
        <p:grpSpPr>
          <a:xfrm>
            <a:off x="2429505" y="3309780"/>
            <a:ext cx="460440" cy="1171800"/>
            <a:chOff x="2429505" y="3309780"/>
            <a:chExt cx="460440" cy="117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557D9D3-DFC6-A6C7-38A8-57CF9233E869}"/>
                    </a:ext>
                  </a:extLst>
                </p14:cNvPr>
                <p14:cNvContentPartPr/>
                <p14:nvPr/>
              </p14:nvContentPartPr>
              <p14:xfrm>
                <a:off x="2470905" y="3851580"/>
                <a:ext cx="135000" cy="279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557D9D3-DFC6-A6C7-38A8-57CF9233E86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464785" y="3845460"/>
                  <a:ext cx="1472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0E734AA-7883-9754-D6C9-9CB0269614E1}"/>
                    </a:ext>
                  </a:extLst>
                </p14:cNvPr>
                <p14:cNvContentPartPr/>
                <p14:nvPr/>
              </p14:nvContentPartPr>
              <p14:xfrm>
                <a:off x="2429505" y="3845100"/>
                <a:ext cx="137160" cy="28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0E734AA-7883-9754-D6C9-9CB0269614E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423385" y="3838980"/>
                  <a:ext cx="1494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B1E356B-7DB8-E340-B05E-93C4BB84783E}"/>
                    </a:ext>
                  </a:extLst>
                </p14:cNvPr>
                <p14:cNvContentPartPr/>
                <p14:nvPr/>
              </p14:nvContentPartPr>
              <p14:xfrm>
                <a:off x="2628585" y="3309780"/>
                <a:ext cx="261360" cy="1171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B1E356B-7DB8-E340-B05E-93C4BB84783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622465" y="3303660"/>
                  <a:ext cx="273600" cy="11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F929F20-0246-0C8A-2AEC-FC9504295121}"/>
                    </a:ext>
                  </a:extLst>
                </p14:cNvPr>
                <p14:cNvContentPartPr/>
                <p14:nvPr/>
              </p14:nvContentPartPr>
              <p14:xfrm>
                <a:off x="2539665" y="4164420"/>
                <a:ext cx="3600" cy="10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F929F20-0246-0C8A-2AEC-FC950429512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533545" y="4158300"/>
                  <a:ext cx="15840" cy="1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8B4F088-C373-FC24-9A27-D61EC431EC65}"/>
              </a:ext>
            </a:extLst>
          </p:cNvPr>
          <p:cNvGrpSpPr/>
          <p:nvPr/>
        </p:nvGrpSpPr>
        <p:grpSpPr>
          <a:xfrm>
            <a:off x="6288345" y="3214020"/>
            <a:ext cx="574560" cy="1010520"/>
            <a:chOff x="6288345" y="3214020"/>
            <a:chExt cx="574560" cy="101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8CEA78D-A5E0-126E-0419-F72B70434DD7}"/>
                    </a:ext>
                  </a:extLst>
                </p14:cNvPr>
                <p14:cNvContentPartPr/>
                <p14:nvPr/>
              </p14:nvContentPartPr>
              <p14:xfrm>
                <a:off x="6288345" y="3920340"/>
                <a:ext cx="28440" cy="1702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8CEA78D-A5E0-126E-0419-F72B70434DD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282225" y="3914220"/>
                  <a:ext cx="406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8CF8D2D-CF2E-E71B-9C8B-EE3F9447E52D}"/>
                    </a:ext>
                  </a:extLst>
                </p14:cNvPr>
                <p14:cNvContentPartPr/>
                <p14:nvPr/>
              </p14:nvContentPartPr>
              <p14:xfrm>
                <a:off x="6371865" y="3966420"/>
                <a:ext cx="204840" cy="150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8CF8D2D-CF2E-E71B-9C8B-EE3F9447E52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365745" y="3960300"/>
                  <a:ext cx="2170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720D59F-2226-ABB9-5818-5746DB1077D9}"/>
                    </a:ext>
                  </a:extLst>
                </p14:cNvPr>
                <p14:cNvContentPartPr/>
                <p14:nvPr/>
              </p14:nvContentPartPr>
              <p14:xfrm>
                <a:off x="6337665" y="3901260"/>
                <a:ext cx="192240" cy="74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720D59F-2226-ABB9-5818-5746DB1077D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31545" y="3895140"/>
                  <a:ext cx="2044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5BD6397-6E44-8132-2D48-1D2925FC5284}"/>
                    </a:ext>
                  </a:extLst>
                </p14:cNvPr>
                <p14:cNvContentPartPr/>
                <p14:nvPr/>
              </p14:nvContentPartPr>
              <p14:xfrm>
                <a:off x="6480225" y="3214020"/>
                <a:ext cx="382680" cy="10105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5BD6397-6E44-8132-2D48-1D2925FC528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474105" y="3207900"/>
                  <a:ext cx="394920" cy="10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C3FADA3-0DB5-5450-18C5-1DCCFF5A8A7E}"/>
              </a:ext>
            </a:extLst>
          </p:cNvPr>
          <p:cNvGrpSpPr/>
          <p:nvPr/>
        </p:nvGrpSpPr>
        <p:grpSpPr>
          <a:xfrm>
            <a:off x="5348385" y="4871100"/>
            <a:ext cx="942840" cy="203040"/>
            <a:chOff x="5348385" y="4871100"/>
            <a:chExt cx="94284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AE2E99D-3EFC-6FD0-925E-5459974FD602}"/>
                    </a:ext>
                  </a:extLst>
                </p14:cNvPr>
                <p14:cNvContentPartPr/>
                <p14:nvPr/>
              </p14:nvContentPartPr>
              <p14:xfrm>
                <a:off x="5348385" y="4871100"/>
                <a:ext cx="942840" cy="203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AE2E99D-3EFC-6FD0-925E-5459974FD60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342265" y="4864980"/>
                  <a:ext cx="9550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933C69D-5DB3-9359-2B91-F61832D20504}"/>
                    </a:ext>
                  </a:extLst>
                </p14:cNvPr>
                <p14:cNvContentPartPr/>
                <p14:nvPr/>
              </p14:nvContentPartPr>
              <p14:xfrm>
                <a:off x="5743665" y="4914660"/>
                <a:ext cx="494640" cy="68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933C69D-5DB3-9359-2B91-F61832D2050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737545" y="4908540"/>
                  <a:ext cx="506880" cy="81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5523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7D18478F-1416-8CE9-BA35-39FD7814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734BEFDA-A1E4-03EA-A5FE-83A7DD3084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Representation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10766574-838B-B901-7C64-8350FD9174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84525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BD26E72-E4D8-5887-2588-F7234B33B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57E4159-1572-9AA0-BDE1-2EBAF5DADC54}"/>
                  </a:ext>
                </a:extLst>
              </p14:cNvPr>
              <p14:cNvContentPartPr/>
              <p14:nvPr/>
            </p14:nvContentPartPr>
            <p14:xfrm>
              <a:off x="640440" y="596520"/>
              <a:ext cx="8410680" cy="4385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57E4159-1572-9AA0-BDE1-2EBAF5DADC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1080" y="587160"/>
                <a:ext cx="8429400" cy="440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6140C31-1B1E-6325-EFA2-C0960E7CDBCE}"/>
                  </a:ext>
                </a:extLst>
              </p14:cNvPr>
              <p14:cNvContentPartPr/>
              <p14:nvPr/>
            </p14:nvContentPartPr>
            <p14:xfrm>
              <a:off x="716400" y="72360"/>
              <a:ext cx="6002280" cy="409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6140C31-1B1E-6325-EFA2-C0960E7CDBC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7040" y="63000"/>
                <a:ext cx="6021000" cy="42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0CEEF06F-0AF9-BAB3-87B2-85F682965CAB}"/>
              </a:ext>
            </a:extLst>
          </p:cNvPr>
          <p:cNvGrpSpPr/>
          <p:nvPr/>
        </p:nvGrpSpPr>
        <p:grpSpPr>
          <a:xfrm>
            <a:off x="1782585" y="4718100"/>
            <a:ext cx="865800" cy="371520"/>
            <a:chOff x="1782585" y="4718100"/>
            <a:chExt cx="865800" cy="37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4BF38C6-6F0F-61EF-9612-AD6095A52010}"/>
                    </a:ext>
                  </a:extLst>
                </p14:cNvPr>
                <p14:cNvContentPartPr/>
                <p14:nvPr/>
              </p14:nvContentPartPr>
              <p14:xfrm>
                <a:off x="1782585" y="4850580"/>
                <a:ext cx="61920" cy="65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4BF38C6-6F0F-61EF-9612-AD6095A5201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76465" y="4844460"/>
                  <a:ext cx="741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B9FD82B-D71B-C0B1-FF89-17C16DF7E5C5}"/>
                    </a:ext>
                  </a:extLst>
                </p14:cNvPr>
                <p14:cNvContentPartPr/>
                <p14:nvPr/>
              </p14:nvContentPartPr>
              <p14:xfrm>
                <a:off x="2113065" y="4806300"/>
                <a:ext cx="132840" cy="173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B9FD82B-D71B-C0B1-FF89-17C16DF7E5C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106945" y="4800180"/>
                  <a:ext cx="1450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30AF169-6E97-4C46-4EA7-FF09B5FCD930}"/>
                    </a:ext>
                  </a:extLst>
                </p14:cNvPr>
                <p14:cNvContentPartPr/>
                <p14:nvPr/>
              </p14:nvContentPartPr>
              <p14:xfrm>
                <a:off x="2336625" y="4794420"/>
                <a:ext cx="155880" cy="164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30AF169-6E97-4C46-4EA7-FF09B5FCD93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330505" y="4788300"/>
                  <a:ext cx="1681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0446A1F-04DF-CD46-F2DF-2CAF597C06AA}"/>
                    </a:ext>
                  </a:extLst>
                </p14:cNvPr>
                <p14:cNvContentPartPr/>
                <p14:nvPr/>
              </p14:nvContentPartPr>
              <p14:xfrm>
                <a:off x="2363985" y="4803780"/>
                <a:ext cx="145440" cy="132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0446A1F-04DF-CD46-F2DF-2CAF597C06A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57865" y="4797660"/>
                  <a:ext cx="1576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80A949A-463E-A324-C14D-B310B6EB0EA0}"/>
                    </a:ext>
                  </a:extLst>
                </p14:cNvPr>
                <p14:cNvContentPartPr/>
                <p14:nvPr/>
              </p14:nvContentPartPr>
              <p14:xfrm>
                <a:off x="2629305" y="4775700"/>
                <a:ext cx="19080" cy="166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80A949A-463E-A324-C14D-B310B6EB0EA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623185" y="4769580"/>
                  <a:ext cx="313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5C12F5E-914F-12E6-0CFF-9404BEC1C963}"/>
                    </a:ext>
                  </a:extLst>
                </p14:cNvPr>
                <p14:cNvContentPartPr/>
                <p14:nvPr/>
              </p14:nvContentPartPr>
              <p14:xfrm>
                <a:off x="2000385" y="4718100"/>
                <a:ext cx="256320" cy="371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5C12F5E-914F-12E6-0CFF-9404BEC1C96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94265" y="4711980"/>
                  <a:ext cx="268560" cy="38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B8280DA-8346-4368-9ECB-E8D97C8F8139}"/>
              </a:ext>
            </a:extLst>
          </p:cNvPr>
          <p:cNvGrpSpPr/>
          <p:nvPr/>
        </p:nvGrpSpPr>
        <p:grpSpPr>
          <a:xfrm>
            <a:off x="923985" y="4673820"/>
            <a:ext cx="578160" cy="465840"/>
            <a:chOff x="923985" y="4673820"/>
            <a:chExt cx="578160" cy="46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BB9ACE7-3C1F-862A-ED3A-DA97A56DE4DB}"/>
                    </a:ext>
                  </a:extLst>
                </p14:cNvPr>
                <p14:cNvContentPartPr/>
                <p14:nvPr/>
              </p14:nvContentPartPr>
              <p14:xfrm>
                <a:off x="923985" y="4792620"/>
                <a:ext cx="18360" cy="200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BB9ACE7-3C1F-862A-ED3A-DA97A56DE4D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17865" y="4786500"/>
                  <a:ext cx="306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9E4706E-7B20-59D4-DD49-4C7D07F28F74}"/>
                    </a:ext>
                  </a:extLst>
                </p14:cNvPr>
                <p14:cNvContentPartPr/>
                <p14:nvPr/>
              </p14:nvContentPartPr>
              <p14:xfrm>
                <a:off x="1003185" y="4790820"/>
                <a:ext cx="196560" cy="204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9E4706E-7B20-59D4-DD49-4C7D07F28F7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97065" y="4784700"/>
                  <a:ext cx="2088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3F5682E-0BFA-292C-7A20-185A97AED468}"/>
                    </a:ext>
                  </a:extLst>
                </p14:cNvPr>
                <p14:cNvContentPartPr/>
                <p14:nvPr/>
              </p14:nvContentPartPr>
              <p14:xfrm>
                <a:off x="1089585" y="4835100"/>
                <a:ext cx="108720" cy="129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3F5682E-0BFA-292C-7A20-185A97AED46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83465" y="4828980"/>
                  <a:ext cx="1209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00C30D9-5E4D-F856-A021-7951803B5E7D}"/>
                    </a:ext>
                  </a:extLst>
                </p14:cNvPr>
                <p14:cNvContentPartPr/>
                <p14:nvPr/>
              </p14:nvContentPartPr>
              <p14:xfrm>
                <a:off x="1309545" y="4785420"/>
                <a:ext cx="192600" cy="198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00C30D9-5E4D-F856-A021-7951803B5E7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303425" y="4779300"/>
                  <a:ext cx="2048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3CAF652-F7A1-A73F-A9E0-38562FCB933B}"/>
                    </a:ext>
                  </a:extLst>
                </p14:cNvPr>
                <p14:cNvContentPartPr/>
                <p14:nvPr/>
              </p14:nvContentPartPr>
              <p14:xfrm>
                <a:off x="1272105" y="4673820"/>
                <a:ext cx="182880" cy="465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3CAF652-F7A1-A73F-A9E0-38562FCB933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265985" y="4667700"/>
                  <a:ext cx="195120" cy="47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03297AD-4263-BAB2-F8B6-269F15D962EE}"/>
              </a:ext>
            </a:extLst>
          </p:cNvPr>
          <p:cNvGrpSpPr/>
          <p:nvPr/>
        </p:nvGrpSpPr>
        <p:grpSpPr>
          <a:xfrm>
            <a:off x="2907585" y="4632060"/>
            <a:ext cx="1012320" cy="379800"/>
            <a:chOff x="2907585" y="4632060"/>
            <a:chExt cx="1012320" cy="37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D709DD0-5EC5-42F3-6619-625400826A6B}"/>
                    </a:ext>
                  </a:extLst>
                </p14:cNvPr>
                <p14:cNvContentPartPr/>
                <p14:nvPr/>
              </p14:nvContentPartPr>
              <p14:xfrm>
                <a:off x="2907585" y="4745460"/>
                <a:ext cx="304920" cy="48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D709DD0-5EC5-42F3-6619-625400826A6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901465" y="4739340"/>
                  <a:ext cx="3171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2D5E6C3-98D5-6D18-71DF-DA45CCCDA31B}"/>
                    </a:ext>
                  </a:extLst>
                </p14:cNvPr>
                <p14:cNvContentPartPr/>
                <p14:nvPr/>
              </p14:nvContentPartPr>
              <p14:xfrm>
                <a:off x="3011985" y="4871820"/>
                <a:ext cx="226800" cy="44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2D5E6C3-98D5-6D18-71DF-DA45CCCDA31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005865" y="4865700"/>
                  <a:ext cx="2390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FAA8469-CC1A-4478-9DB4-4DC103FF6299}"/>
                    </a:ext>
                  </a:extLst>
                </p14:cNvPr>
                <p14:cNvContentPartPr/>
                <p14:nvPr/>
              </p14:nvContentPartPr>
              <p14:xfrm>
                <a:off x="3406185" y="4658700"/>
                <a:ext cx="26640" cy="353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FAA8469-CC1A-4478-9DB4-4DC103FF629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400065" y="4652580"/>
                  <a:ext cx="388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26854E2-5215-EE29-B98D-68311C4F0046}"/>
                    </a:ext>
                  </a:extLst>
                </p14:cNvPr>
                <p14:cNvContentPartPr/>
                <p14:nvPr/>
              </p14:nvContentPartPr>
              <p14:xfrm>
                <a:off x="3490065" y="4747980"/>
                <a:ext cx="240480" cy="204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26854E2-5215-EE29-B98D-68311C4F004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483945" y="4741860"/>
                  <a:ext cx="2527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F2FD3D2-D9A4-0E33-EA10-14563F109B44}"/>
                    </a:ext>
                  </a:extLst>
                </p14:cNvPr>
                <p14:cNvContentPartPr/>
                <p14:nvPr/>
              </p14:nvContentPartPr>
              <p14:xfrm>
                <a:off x="3531825" y="4708020"/>
                <a:ext cx="200880" cy="186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F2FD3D2-D9A4-0E33-EA10-14563F109B4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525705" y="4701900"/>
                  <a:ext cx="2131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81364CB-E6D4-6CAF-5040-376FFDD1EBE5}"/>
                    </a:ext>
                  </a:extLst>
                </p14:cNvPr>
                <p14:cNvContentPartPr/>
                <p14:nvPr/>
              </p14:nvContentPartPr>
              <p14:xfrm>
                <a:off x="3881745" y="4632060"/>
                <a:ext cx="38160" cy="309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81364CB-E6D4-6CAF-5040-376FFDD1EBE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875625" y="4625940"/>
                  <a:ext cx="50400" cy="32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A5B6C40-FC1B-79D7-B442-018C47C08CF4}"/>
                  </a:ext>
                </a:extLst>
              </p14:cNvPr>
              <p14:cNvContentPartPr/>
              <p14:nvPr/>
            </p14:nvContentPartPr>
            <p14:xfrm>
              <a:off x="1137105" y="3849060"/>
              <a:ext cx="17280" cy="39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A5B6C40-FC1B-79D7-B442-018C47C08CF4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130985" y="3842940"/>
                <a:ext cx="2952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778B11E-E1F3-A30A-9BFF-CBA705E18C45}"/>
                  </a:ext>
                </a:extLst>
              </p14:cNvPr>
              <p14:cNvContentPartPr/>
              <p14:nvPr/>
            </p14:nvContentPartPr>
            <p14:xfrm>
              <a:off x="1254465" y="4450980"/>
              <a:ext cx="383760" cy="759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778B11E-E1F3-A30A-9BFF-CBA705E18C4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248345" y="4444860"/>
                <a:ext cx="396000" cy="8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314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9F14406D-6152-EB1C-6B8C-39AD3FD63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1D5FD21-D3B6-B79E-705F-DB049052D034}"/>
                  </a:ext>
                </a:extLst>
              </p14:cNvPr>
              <p14:cNvContentPartPr/>
              <p14:nvPr/>
            </p14:nvContentPartPr>
            <p14:xfrm>
              <a:off x="308520" y="280800"/>
              <a:ext cx="8747640" cy="4088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1D5FD21-D3B6-B79E-705F-DB049052D0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9160" y="271440"/>
                <a:ext cx="8766360" cy="410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6D340A-12DA-BB92-1765-AD36FACB99BA}"/>
                  </a:ext>
                </a:extLst>
              </p14:cNvPr>
              <p14:cNvContentPartPr/>
              <p14:nvPr/>
            </p14:nvContentPartPr>
            <p14:xfrm>
              <a:off x="1006200" y="190080"/>
              <a:ext cx="1710720" cy="285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6D340A-12DA-BB92-1765-AD36FACB99B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6840" y="180720"/>
                <a:ext cx="172944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B526EF7-B3FD-A3E8-4058-B98634AD30D2}"/>
                  </a:ext>
                </a:extLst>
              </p14:cNvPr>
              <p14:cNvContentPartPr/>
              <p14:nvPr/>
            </p14:nvContentPartPr>
            <p14:xfrm>
              <a:off x="2956680" y="224280"/>
              <a:ext cx="4192560" cy="1694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B526EF7-B3FD-A3E8-4058-B98634AD30D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47320" y="214920"/>
                <a:ext cx="4211280" cy="171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6522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E7096B6-B582-EA8E-4064-171323F98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9ECFEE5-CCA5-B454-4DAB-AB7421453484}"/>
                  </a:ext>
                </a:extLst>
              </p14:cNvPr>
              <p14:cNvContentPartPr/>
              <p14:nvPr/>
            </p14:nvContentPartPr>
            <p14:xfrm>
              <a:off x="122400" y="537120"/>
              <a:ext cx="8888400" cy="4159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9ECFEE5-CCA5-B454-4DAB-AB742145348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040" y="527760"/>
                <a:ext cx="8907120" cy="417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1508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89E84E2C-053D-3FFD-C1D6-DAE27730E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B88A3ED1-9572-0AEC-C0A1-36280C58BD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Cost Function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78566638-B002-8F79-F8A7-82D56A213E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861849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7B3B24FB-3AEC-25E0-166A-9B6EA707D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8781094-3020-9ECB-CE75-7475C294EFAD}"/>
                  </a:ext>
                </a:extLst>
              </p14:cNvPr>
              <p14:cNvContentPartPr/>
              <p14:nvPr/>
            </p14:nvContentPartPr>
            <p14:xfrm>
              <a:off x="5500305" y="256260"/>
              <a:ext cx="304560" cy="1418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8781094-3020-9ECB-CE75-7475C294EFA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94185" y="250140"/>
                <a:ext cx="3168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B2E7281-B861-EF7E-489B-B7AC72BBCCB9}"/>
                  </a:ext>
                </a:extLst>
              </p14:cNvPr>
              <p14:cNvContentPartPr/>
              <p14:nvPr/>
            </p14:nvContentPartPr>
            <p14:xfrm>
              <a:off x="6301305" y="38460"/>
              <a:ext cx="208080" cy="360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B2E7281-B861-EF7E-489B-B7AC72BBCCB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95185" y="32340"/>
                <a:ext cx="22032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ED4DD73-5664-F372-FD1C-2D2616006C6C}"/>
                  </a:ext>
                </a:extLst>
              </p14:cNvPr>
              <p14:cNvContentPartPr/>
              <p14:nvPr/>
            </p14:nvContentPartPr>
            <p14:xfrm>
              <a:off x="6637545" y="243300"/>
              <a:ext cx="329040" cy="2304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ED4DD73-5664-F372-FD1C-2D2616006C6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31425" y="237180"/>
                <a:ext cx="34128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4B48074-4A8E-3ED4-4A86-05982E05221B}"/>
                  </a:ext>
                </a:extLst>
              </p14:cNvPr>
              <p14:cNvContentPartPr/>
              <p14:nvPr/>
            </p14:nvContentPartPr>
            <p14:xfrm>
              <a:off x="6952545" y="66540"/>
              <a:ext cx="114480" cy="378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4B48074-4A8E-3ED4-4A86-05982E05221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46425" y="60420"/>
                <a:ext cx="12672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8AC4CA5-BFC9-47BB-23FF-4089EBBB9F1F}"/>
                  </a:ext>
                </a:extLst>
              </p14:cNvPr>
              <p14:cNvContentPartPr/>
              <p14:nvPr/>
            </p14:nvContentPartPr>
            <p14:xfrm>
              <a:off x="7021665" y="92100"/>
              <a:ext cx="200880" cy="3049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8AC4CA5-BFC9-47BB-23FF-4089EBBB9F1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15545" y="85980"/>
                <a:ext cx="21312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79ECE8B-5D0A-529D-CB54-A50B05EF8668}"/>
                  </a:ext>
                </a:extLst>
              </p14:cNvPr>
              <p14:cNvContentPartPr/>
              <p14:nvPr/>
            </p14:nvContentPartPr>
            <p14:xfrm>
              <a:off x="6934545" y="210180"/>
              <a:ext cx="679680" cy="2196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79ECE8B-5D0A-529D-CB54-A50B05EF866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28425" y="204060"/>
                <a:ext cx="6919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B7E1F59-2FEE-6FD6-B1B0-F887B49BA692}"/>
                  </a:ext>
                </a:extLst>
              </p14:cNvPr>
              <p14:cNvContentPartPr/>
              <p14:nvPr/>
            </p14:nvContentPartPr>
            <p14:xfrm>
              <a:off x="7855785" y="132060"/>
              <a:ext cx="83880" cy="3009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B7E1F59-2FEE-6FD6-B1B0-F887B49BA69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849665" y="125940"/>
                <a:ext cx="961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DDD0A72-586F-8A36-1CE1-AFE7CB6B995D}"/>
                  </a:ext>
                </a:extLst>
              </p14:cNvPr>
              <p14:cNvContentPartPr/>
              <p14:nvPr/>
            </p14:nvContentPartPr>
            <p14:xfrm>
              <a:off x="7782345" y="106500"/>
              <a:ext cx="752400" cy="2826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DDD0A72-586F-8A36-1CE1-AFE7CB6B995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76225" y="100380"/>
                <a:ext cx="764640" cy="29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05D0D85D-F3FC-A4DA-1978-B787D99386FE}"/>
              </a:ext>
            </a:extLst>
          </p:cNvPr>
          <p:cNvGrpSpPr/>
          <p:nvPr/>
        </p:nvGrpSpPr>
        <p:grpSpPr>
          <a:xfrm>
            <a:off x="143505" y="35940"/>
            <a:ext cx="4950000" cy="2553840"/>
            <a:chOff x="143505" y="35940"/>
            <a:chExt cx="4950000" cy="255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036302B-67C1-A2A9-6A22-0D53565BCE99}"/>
                    </a:ext>
                  </a:extLst>
                </p14:cNvPr>
                <p14:cNvContentPartPr/>
                <p14:nvPr/>
              </p14:nvContentPartPr>
              <p14:xfrm>
                <a:off x="403785" y="92820"/>
                <a:ext cx="52200" cy="463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036302B-67C1-A2A9-6A22-0D53565BCE9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97665" y="86700"/>
                  <a:ext cx="6444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91EEF5E-8134-703C-3F16-911500E51E63}"/>
                    </a:ext>
                  </a:extLst>
                </p14:cNvPr>
                <p14:cNvContentPartPr/>
                <p14:nvPr/>
              </p14:nvContentPartPr>
              <p14:xfrm>
                <a:off x="429705" y="45300"/>
                <a:ext cx="21600" cy="263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91EEF5E-8134-703C-3F16-911500E51E6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23585" y="39180"/>
                  <a:ext cx="338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B1A1D3E-8551-DECB-2895-211153E13E53}"/>
                    </a:ext>
                  </a:extLst>
                </p14:cNvPr>
                <p14:cNvContentPartPr/>
                <p14:nvPr/>
              </p14:nvContentPartPr>
              <p14:xfrm>
                <a:off x="587745" y="111540"/>
                <a:ext cx="35280" cy="328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B1A1D3E-8551-DECB-2895-211153E13E5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81625" y="105420"/>
                  <a:ext cx="475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8E4F14F-9299-2E67-7275-B8516BDFF20A}"/>
                    </a:ext>
                  </a:extLst>
                </p14:cNvPr>
                <p14:cNvContentPartPr/>
                <p14:nvPr/>
              </p14:nvContentPartPr>
              <p14:xfrm>
                <a:off x="445905" y="318540"/>
                <a:ext cx="424080" cy="146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8E4F14F-9299-2E67-7275-B8516BDFF20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39785" y="312420"/>
                  <a:ext cx="4363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39A032E-53D8-E6CC-E71B-57D6ED2E9E75}"/>
                    </a:ext>
                  </a:extLst>
                </p14:cNvPr>
                <p14:cNvContentPartPr/>
                <p14:nvPr/>
              </p14:nvContentPartPr>
              <p14:xfrm>
                <a:off x="958905" y="238260"/>
                <a:ext cx="237960" cy="204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39A032E-53D8-E6CC-E71B-57D6ED2E9E7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52785" y="232140"/>
                  <a:ext cx="2502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8653F26-9EAD-9218-62B9-C7DF7176F3FB}"/>
                    </a:ext>
                  </a:extLst>
                </p14:cNvPr>
                <p14:cNvContentPartPr/>
                <p14:nvPr/>
              </p14:nvContentPartPr>
              <p14:xfrm>
                <a:off x="1629225" y="56100"/>
                <a:ext cx="346680" cy="433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8653F26-9EAD-9218-62B9-C7DF7176F3F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23105" y="49980"/>
                  <a:ext cx="35892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C420680-BA78-BDAA-CB2A-DA380B17CEBD}"/>
                    </a:ext>
                  </a:extLst>
                </p14:cNvPr>
                <p14:cNvContentPartPr/>
                <p14:nvPr/>
              </p14:nvContentPartPr>
              <p14:xfrm>
                <a:off x="2308545" y="258420"/>
                <a:ext cx="596880" cy="288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C420680-BA78-BDAA-CB2A-DA380B17CEB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302425" y="252300"/>
                  <a:ext cx="6091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EF8B1AA-0FC4-39CC-4EC9-E096C96489CF}"/>
                    </a:ext>
                  </a:extLst>
                </p14:cNvPr>
                <p14:cNvContentPartPr/>
                <p14:nvPr/>
              </p14:nvContentPartPr>
              <p14:xfrm>
                <a:off x="3189825" y="35940"/>
                <a:ext cx="607680" cy="420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EF8B1AA-0FC4-39CC-4EC9-E096C96489C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183705" y="29820"/>
                  <a:ext cx="61992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8CCFA8A-09C6-A726-8873-9211A04FC3C7}"/>
                    </a:ext>
                  </a:extLst>
                </p14:cNvPr>
                <p14:cNvContentPartPr/>
                <p14:nvPr/>
              </p14:nvContentPartPr>
              <p14:xfrm>
                <a:off x="3665025" y="186780"/>
                <a:ext cx="1303920" cy="246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8CCFA8A-09C6-A726-8873-9211A04FC3C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658905" y="180660"/>
                  <a:ext cx="13161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4DF1BAE-336D-3074-8147-9548FE9CDBFB}"/>
                    </a:ext>
                  </a:extLst>
                </p14:cNvPr>
                <p14:cNvContentPartPr/>
                <p14:nvPr/>
              </p14:nvContentPartPr>
              <p14:xfrm>
                <a:off x="4911345" y="243660"/>
                <a:ext cx="182160" cy="164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4DF1BAE-336D-3074-8147-9548FE9CDBF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905225" y="237540"/>
                  <a:ext cx="1944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5196AD7-1433-0C2B-605D-92B2F1428FC1}"/>
                    </a:ext>
                  </a:extLst>
                </p14:cNvPr>
                <p14:cNvContentPartPr/>
                <p14:nvPr/>
              </p14:nvContentPartPr>
              <p14:xfrm>
                <a:off x="667305" y="638220"/>
                <a:ext cx="193680" cy="1928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5196AD7-1433-0C2B-605D-92B2F1428FC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61185" y="632100"/>
                  <a:ext cx="205920" cy="19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9D09B59-A209-CBBD-C2E6-26CD4AB70AEA}"/>
                    </a:ext>
                  </a:extLst>
                </p14:cNvPr>
                <p14:cNvContentPartPr/>
                <p14:nvPr/>
              </p14:nvContentPartPr>
              <p14:xfrm>
                <a:off x="233865" y="2130780"/>
                <a:ext cx="2832840" cy="140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9D09B59-A209-CBBD-C2E6-26CD4AB70AE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27745" y="2124660"/>
                  <a:ext cx="28450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70B326E-74C4-2BFB-9B25-8243A4647A35}"/>
                    </a:ext>
                  </a:extLst>
                </p14:cNvPr>
                <p14:cNvContentPartPr/>
                <p14:nvPr/>
              </p14:nvContentPartPr>
              <p14:xfrm>
                <a:off x="143505" y="758820"/>
                <a:ext cx="386280" cy="455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70B326E-74C4-2BFB-9B25-8243A4647A3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37385" y="752700"/>
                  <a:ext cx="39852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732D1B6-82EE-CBB8-0370-0E159997DBDA}"/>
                    </a:ext>
                  </a:extLst>
                </p14:cNvPr>
                <p14:cNvContentPartPr/>
                <p14:nvPr/>
              </p14:nvContentPartPr>
              <p14:xfrm>
                <a:off x="2637945" y="2357940"/>
                <a:ext cx="195120" cy="215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732D1B6-82EE-CBB8-0370-0E159997DBD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631825" y="2351820"/>
                  <a:ext cx="2073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348D12B-788F-F72B-CF69-EF24EC20BA58}"/>
                    </a:ext>
                  </a:extLst>
                </p14:cNvPr>
                <p14:cNvContentPartPr/>
                <p14:nvPr/>
              </p14:nvContentPartPr>
              <p14:xfrm>
                <a:off x="2626065" y="2374140"/>
                <a:ext cx="210600" cy="2156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348D12B-788F-F72B-CF69-EF24EC20BA5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619945" y="2368020"/>
                  <a:ext cx="2228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66F5100-06DE-645C-49C7-E729B1C096AD}"/>
                    </a:ext>
                  </a:extLst>
                </p14:cNvPr>
                <p14:cNvContentPartPr/>
                <p14:nvPr/>
              </p14:nvContentPartPr>
              <p14:xfrm>
                <a:off x="1097505" y="1818300"/>
                <a:ext cx="179640" cy="178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66F5100-06DE-645C-49C7-E729B1C096A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91385" y="1812180"/>
                  <a:ext cx="1918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8D8060F-7861-A16E-FE0F-F6635B87D6E7}"/>
                    </a:ext>
                  </a:extLst>
                </p14:cNvPr>
                <p14:cNvContentPartPr/>
                <p14:nvPr/>
              </p14:nvContentPartPr>
              <p14:xfrm>
                <a:off x="1561545" y="1667820"/>
                <a:ext cx="131400" cy="107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8D8060F-7861-A16E-FE0F-F6635B87D6E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555425" y="1661700"/>
                  <a:ext cx="1436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AC1CE2D-0FA7-957E-A2E7-75DCB6E2DF20}"/>
                    </a:ext>
                  </a:extLst>
                </p14:cNvPr>
                <p14:cNvContentPartPr/>
                <p14:nvPr/>
              </p14:nvContentPartPr>
              <p14:xfrm>
                <a:off x="1973745" y="1325820"/>
                <a:ext cx="224640" cy="196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AC1CE2D-0FA7-957E-A2E7-75DCB6E2DF2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967625" y="1319700"/>
                  <a:ext cx="2368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4733830-6D3C-D5C5-B46F-773881F0E645}"/>
                    </a:ext>
                  </a:extLst>
                </p14:cNvPr>
                <p14:cNvContentPartPr/>
                <p14:nvPr/>
              </p14:nvContentPartPr>
              <p14:xfrm>
                <a:off x="2517345" y="1147260"/>
                <a:ext cx="243720" cy="145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4733830-6D3C-D5C5-B46F-773881F0E64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511225" y="1141140"/>
                  <a:ext cx="2559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8A87FBE-185C-0206-2D3B-06115210A229}"/>
                    </a:ext>
                  </a:extLst>
                </p14:cNvPr>
                <p14:cNvContentPartPr/>
                <p14:nvPr/>
              </p14:nvContentPartPr>
              <p14:xfrm>
                <a:off x="2442825" y="800220"/>
                <a:ext cx="142200" cy="123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8A87FBE-185C-0206-2D3B-06115210A22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436705" y="794100"/>
                  <a:ext cx="1544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5AD3059-0BBB-7D0D-A376-601F1D2DDC8F}"/>
                    </a:ext>
                  </a:extLst>
                </p14:cNvPr>
                <p14:cNvContentPartPr/>
                <p14:nvPr/>
              </p14:nvContentPartPr>
              <p14:xfrm>
                <a:off x="1739025" y="865020"/>
                <a:ext cx="132480" cy="129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5AD3059-0BBB-7D0D-A376-601F1D2DDC8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732905" y="858900"/>
                  <a:ext cx="1447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ABED94D-55CF-5AAA-29EE-9FA8E966D6C9}"/>
                    </a:ext>
                  </a:extLst>
                </p14:cNvPr>
                <p14:cNvContentPartPr/>
                <p14:nvPr/>
              </p14:nvContentPartPr>
              <p14:xfrm>
                <a:off x="1899225" y="1101180"/>
                <a:ext cx="128160" cy="124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ABED94D-55CF-5AAA-29EE-9FA8E966D6C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893105" y="1095060"/>
                  <a:ext cx="1404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FA1F89E-7FF7-3920-9655-0AD753CA957E}"/>
                    </a:ext>
                  </a:extLst>
                </p14:cNvPr>
                <p14:cNvContentPartPr/>
                <p14:nvPr/>
              </p14:nvContentPartPr>
              <p14:xfrm>
                <a:off x="1325745" y="1329420"/>
                <a:ext cx="164160" cy="152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FA1F89E-7FF7-3920-9655-0AD753CA957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319625" y="1323300"/>
                  <a:ext cx="1764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D066E53-DA38-BF05-E015-F18CDA41B1F0}"/>
                    </a:ext>
                  </a:extLst>
                </p14:cNvPr>
                <p14:cNvContentPartPr/>
                <p14:nvPr/>
              </p14:nvContentPartPr>
              <p14:xfrm>
                <a:off x="1413225" y="1087140"/>
                <a:ext cx="94680" cy="108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D066E53-DA38-BF05-E015-F18CDA41B1F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407105" y="1081020"/>
                  <a:ext cx="1069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1EEB4D2-1629-A94A-BA38-AA8702D86FB2}"/>
                    </a:ext>
                  </a:extLst>
                </p14:cNvPr>
                <p14:cNvContentPartPr/>
                <p14:nvPr/>
              </p14:nvContentPartPr>
              <p14:xfrm>
                <a:off x="962865" y="1706700"/>
                <a:ext cx="66240" cy="134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1EEB4D2-1629-A94A-BA38-AA8702D86FB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56745" y="1700580"/>
                  <a:ext cx="784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D2D93D2-1F16-AB1B-D0EE-78DEFC9FBD9F}"/>
                    </a:ext>
                  </a:extLst>
                </p14:cNvPr>
                <p14:cNvContentPartPr/>
                <p14:nvPr/>
              </p14:nvContentPartPr>
              <p14:xfrm>
                <a:off x="1201905" y="1580340"/>
                <a:ext cx="79200" cy="114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D2D93D2-1F16-AB1B-D0EE-78DEFC9FBD9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95785" y="1574220"/>
                  <a:ext cx="91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E8167E8-C28C-34DF-706F-1B5D94218976}"/>
                    </a:ext>
                  </a:extLst>
                </p14:cNvPr>
                <p14:cNvContentPartPr/>
                <p14:nvPr/>
              </p14:nvContentPartPr>
              <p14:xfrm>
                <a:off x="2745585" y="800940"/>
                <a:ext cx="119160" cy="109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E8167E8-C28C-34DF-706F-1B5D9421897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739465" y="794820"/>
                  <a:ext cx="13140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F48A43C-4E57-BE4D-0105-D8346FEA31C5}"/>
              </a:ext>
            </a:extLst>
          </p:cNvPr>
          <p:cNvGrpSpPr/>
          <p:nvPr/>
        </p:nvGrpSpPr>
        <p:grpSpPr>
          <a:xfrm>
            <a:off x="486945" y="507900"/>
            <a:ext cx="3758040" cy="1589040"/>
            <a:chOff x="486945" y="507900"/>
            <a:chExt cx="3758040" cy="158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646F1B9-B253-3746-A1C9-28F33A8ADDC5}"/>
                    </a:ext>
                  </a:extLst>
                </p14:cNvPr>
                <p14:cNvContentPartPr/>
                <p14:nvPr/>
              </p14:nvContentPartPr>
              <p14:xfrm>
                <a:off x="486945" y="507900"/>
                <a:ext cx="2882160" cy="1589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646F1B9-B253-3746-A1C9-28F33A8ADDC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80825" y="501780"/>
                  <a:ext cx="2894400" cy="16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58C7D61-61AD-2989-C0D0-34732ACB7993}"/>
                    </a:ext>
                  </a:extLst>
                </p14:cNvPr>
                <p14:cNvContentPartPr/>
                <p14:nvPr/>
              </p14:nvContentPartPr>
              <p14:xfrm>
                <a:off x="3033225" y="631740"/>
                <a:ext cx="657000" cy="63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58C7D61-61AD-2989-C0D0-34732ACB799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027105" y="625620"/>
                  <a:ext cx="6692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7CAC32F-1203-BB4B-F0A7-E8E53A9CB7CE}"/>
                    </a:ext>
                  </a:extLst>
                </p14:cNvPr>
                <p14:cNvContentPartPr/>
                <p14:nvPr/>
              </p14:nvContentPartPr>
              <p14:xfrm>
                <a:off x="3818025" y="578100"/>
                <a:ext cx="352080" cy="338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7CAC32F-1203-BB4B-F0A7-E8E53A9CB7C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811905" y="571980"/>
                  <a:ext cx="36432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9B865F0-40BD-F121-AA10-EA55E63CFB42}"/>
                    </a:ext>
                  </a:extLst>
                </p14:cNvPr>
                <p14:cNvContentPartPr/>
                <p14:nvPr/>
              </p14:nvContentPartPr>
              <p14:xfrm>
                <a:off x="4210425" y="659820"/>
                <a:ext cx="34560" cy="302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9B865F0-40BD-F121-AA10-EA55E63CFB4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204305" y="653700"/>
                  <a:ext cx="46800" cy="31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03B2D24-AE55-7360-9D89-3BBCF91CE2C8}"/>
              </a:ext>
            </a:extLst>
          </p:cNvPr>
          <p:cNvGrpSpPr/>
          <p:nvPr/>
        </p:nvGrpSpPr>
        <p:grpSpPr>
          <a:xfrm>
            <a:off x="1348065" y="656580"/>
            <a:ext cx="1875960" cy="1496160"/>
            <a:chOff x="1348065" y="656580"/>
            <a:chExt cx="1875960" cy="149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D98D854-0701-1925-2ABC-97CE4CB3E12F}"/>
                    </a:ext>
                  </a:extLst>
                </p14:cNvPr>
                <p14:cNvContentPartPr/>
                <p14:nvPr/>
              </p14:nvContentPartPr>
              <p14:xfrm>
                <a:off x="1348065" y="656580"/>
                <a:ext cx="514440" cy="1496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D98D854-0701-1925-2ABC-97CE4CB3E12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341945" y="650460"/>
                  <a:ext cx="526680" cy="15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0650E42-FE3C-1DB6-8BF4-FE018BBFC756}"/>
                    </a:ext>
                  </a:extLst>
                </p14:cNvPr>
                <p14:cNvContentPartPr/>
                <p14:nvPr/>
              </p14:nvContentPartPr>
              <p14:xfrm>
                <a:off x="1467225" y="1690500"/>
                <a:ext cx="884880" cy="94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0650E42-FE3C-1DB6-8BF4-FE018BBFC75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461105" y="1684380"/>
                  <a:ext cx="8971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BC0195B-A531-FE42-FAAD-83A70E5EFC03}"/>
                    </a:ext>
                  </a:extLst>
                </p14:cNvPr>
                <p14:cNvContentPartPr/>
                <p14:nvPr/>
              </p14:nvContentPartPr>
              <p14:xfrm>
                <a:off x="2434185" y="1519500"/>
                <a:ext cx="375120" cy="404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BC0195B-A531-FE42-FAAD-83A70E5EFC0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428065" y="1513380"/>
                  <a:ext cx="38736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6C90D6C-28E3-8627-E576-F644919EB84B}"/>
                    </a:ext>
                  </a:extLst>
                </p14:cNvPr>
                <p14:cNvContentPartPr/>
                <p14:nvPr/>
              </p14:nvContentPartPr>
              <p14:xfrm>
                <a:off x="2834145" y="1525980"/>
                <a:ext cx="389880" cy="283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6C90D6C-28E3-8627-E576-F644919EB84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828025" y="1519860"/>
                  <a:ext cx="40212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50B7E0A5-D2F0-EFA9-2079-6B527EE952A5}"/>
              </a:ext>
            </a:extLst>
          </p:cNvPr>
          <p:cNvGrpSpPr/>
          <p:nvPr/>
        </p:nvGrpSpPr>
        <p:grpSpPr>
          <a:xfrm>
            <a:off x="4388265" y="579900"/>
            <a:ext cx="4614480" cy="2188080"/>
            <a:chOff x="4388265" y="579900"/>
            <a:chExt cx="4614480" cy="21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6F0397C-A88C-F7A0-2D93-5B446BB46B76}"/>
                    </a:ext>
                  </a:extLst>
                </p14:cNvPr>
                <p14:cNvContentPartPr/>
                <p14:nvPr/>
              </p14:nvContentPartPr>
              <p14:xfrm>
                <a:off x="5110065" y="646860"/>
                <a:ext cx="54000" cy="1846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6F0397C-A88C-F7A0-2D93-5B446BB46B7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101065" y="637860"/>
                  <a:ext cx="71640" cy="18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D090AB6-9ABD-D4D2-217E-A8D70924FFEE}"/>
                    </a:ext>
                  </a:extLst>
                </p14:cNvPr>
                <p14:cNvContentPartPr/>
                <p14:nvPr/>
              </p14:nvContentPartPr>
              <p14:xfrm>
                <a:off x="4388265" y="2112780"/>
                <a:ext cx="2264040" cy="288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D090AB6-9ABD-D4D2-217E-A8D70924FFE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379625" y="2103780"/>
                  <a:ext cx="22816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7FBECA4-2B3F-835B-E7F8-E65D25751BDA}"/>
                    </a:ext>
                  </a:extLst>
                </p14:cNvPr>
                <p14:cNvContentPartPr/>
                <p14:nvPr/>
              </p14:nvContentPartPr>
              <p14:xfrm>
                <a:off x="5677785" y="658020"/>
                <a:ext cx="315720" cy="212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7FBECA4-2B3F-835B-E7F8-E65D25751BD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668785" y="649020"/>
                  <a:ext cx="3333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3790F69-51A3-46C2-1834-6B06AA80E635}"/>
                    </a:ext>
                  </a:extLst>
                </p14:cNvPr>
                <p14:cNvContentPartPr/>
                <p14:nvPr/>
              </p14:nvContentPartPr>
              <p14:xfrm>
                <a:off x="6005025" y="707700"/>
                <a:ext cx="139680" cy="129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3790F69-51A3-46C2-1834-6B06AA80E63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996385" y="699060"/>
                  <a:ext cx="1573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8D4B645-F1BD-655C-5C82-3A3A844FB743}"/>
                    </a:ext>
                  </a:extLst>
                </p14:cNvPr>
                <p14:cNvContentPartPr/>
                <p14:nvPr/>
              </p14:nvContentPartPr>
              <p14:xfrm>
                <a:off x="6176385" y="658380"/>
                <a:ext cx="52200" cy="191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8D4B645-F1BD-655C-5C82-3A3A844FB74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167385" y="649740"/>
                  <a:ext cx="698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6D869A4-D7AD-1BEC-D181-46D5C49492E0}"/>
                    </a:ext>
                  </a:extLst>
                </p14:cNvPr>
                <p14:cNvContentPartPr/>
                <p14:nvPr/>
              </p14:nvContentPartPr>
              <p14:xfrm>
                <a:off x="6145065" y="743700"/>
                <a:ext cx="188280" cy="41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6D869A4-D7AD-1BEC-D181-46D5C49492E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136425" y="735060"/>
                  <a:ext cx="2059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FF4B964-866E-DBF9-680C-20B5553D6BE7}"/>
                    </a:ext>
                  </a:extLst>
                </p14:cNvPr>
                <p14:cNvContentPartPr/>
                <p14:nvPr/>
              </p14:nvContentPartPr>
              <p14:xfrm>
                <a:off x="6441705" y="579900"/>
                <a:ext cx="54000" cy="232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FF4B964-866E-DBF9-680C-20B5553D6BE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432705" y="571260"/>
                  <a:ext cx="716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416124F-A1B0-7C4A-5D05-D64511FCF2EF}"/>
                    </a:ext>
                  </a:extLst>
                </p14:cNvPr>
                <p14:cNvContentPartPr/>
                <p14:nvPr/>
              </p14:nvContentPartPr>
              <p14:xfrm>
                <a:off x="6386265" y="725340"/>
                <a:ext cx="512640" cy="104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416124F-A1B0-7C4A-5D05-D64511FCF2E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377265" y="716340"/>
                  <a:ext cx="530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416F0F4-A892-726D-C01E-30BCE275A8F2}"/>
                    </a:ext>
                  </a:extLst>
                </p14:cNvPr>
                <p14:cNvContentPartPr/>
                <p14:nvPr/>
              </p14:nvContentPartPr>
              <p14:xfrm>
                <a:off x="6890625" y="588540"/>
                <a:ext cx="880200" cy="263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416F0F4-A892-726D-C01E-30BCE275A8F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881985" y="579540"/>
                  <a:ext cx="8978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E290F06-CF2E-7A7B-5268-6AA287F9946A}"/>
                    </a:ext>
                  </a:extLst>
                </p14:cNvPr>
                <p14:cNvContentPartPr/>
                <p14:nvPr/>
              </p14:nvContentPartPr>
              <p14:xfrm>
                <a:off x="4865985" y="2119620"/>
                <a:ext cx="2372040" cy="213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E290F06-CF2E-7A7B-5268-6AA287F9946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856985" y="2110620"/>
                  <a:ext cx="23896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0A8BBC0-6F35-0644-03CF-6823AB3C7413}"/>
                    </a:ext>
                  </a:extLst>
                </p14:cNvPr>
                <p14:cNvContentPartPr/>
                <p14:nvPr/>
              </p14:nvContentPartPr>
              <p14:xfrm>
                <a:off x="6999345" y="2315100"/>
                <a:ext cx="191520" cy="1584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0A8BBC0-6F35-0644-03CF-6823AB3C741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990345" y="2306100"/>
                  <a:ext cx="2091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225DBF0-CCEE-4B27-8193-D000E558DAD5}"/>
                    </a:ext>
                  </a:extLst>
                </p14:cNvPr>
                <p14:cNvContentPartPr/>
                <p14:nvPr/>
              </p14:nvContentPartPr>
              <p14:xfrm>
                <a:off x="7002585" y="2334180"/>
                <a:ext cx="280440" cy="211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225DBF0-CCEE-4B27-8193-D000E558DAD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993585" y="2325540"/>
                  <a:ext cx="2980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1813843-E7F8-5292-3D7A-64E975FC6281}"/>
                    </a:ext>
                  </a:extLst>
                </p14:cNvPr>
                <p14:cNvContentPartPr/>
                <p14:nvPr/>
              </p14:nvContentPartPr>
              <p14:xfrm>
                <a:off x="4698945" y="723900"/>
                <a:ext cx="219960" cy="434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1813843-E7F8-5292-3D7A-64E975FC628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690305" y="715260"/>
                  <a:ext cx="23760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0A5EE7E-046F-52CE-4050-9F209BBBD472}"/>
                    </a:ext>
                  </a:extLst>
                </p14:cNvPr>
                <p14:cNvContentPartPr/>
                <p14:nvPr/>
              </p14:nvContentPartPr>
              <p14:xfrm>
                <a:off x="4733145" y="1014060"/>
                <a:ext cx="2310480" cy="1288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0A5EE7E-046F-52CE-4050-9F209BBBD47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724505" y="1005060"/>
                  <a:ext cx="2328120" cy="13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FB549D8-FA71-23E6-032A-B1A19176F85A}"/>
                    </a:ext>
                  </a:extLst>
                </p14:cNvPr>
                <p14:cNvContentPartPr/>
                <p14:nvPr/>
              </p14:nvContentPartPr>
              <p14:xfrm>
                <a:off x="7000785" y="1018740"/>
                <a:ext cx="280440" cy="3099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FB549D8-FA71-23E6-032A-B1A19176F85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991785" y="1009740"/>
                  <a:ext cx="2980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5D555B3-97E5-00CE-86DD-A3BCD42D6C90}"/>
                    </a:ext>
                  </a:extLst>
                </p14:cNvPr>
                <p14:cNvContentPartPr/>
                <p14:nvPr/>
              </p14:nvContentPartPr>
              <p14:xfrm>
                <a:off x="7341705" y="1050060"/>
                <a:ext cx="3600" cy="3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5D555B3-97E5-00CE-86DD-A3BCD42D6C9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333065" y="1041420"/>
                  <a:ext cx="21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3A29F68-ABFE-A35C-8987-9468EBA0D635}"/>
                    </a:ext>
                  </a:extLst>
                </p14:cNvPr>
                <p14:cNvContentPartPr/>
                <p14:nvPr/>
              </p14:nvContentPartPr>
              <p14:xfrm>
                <a:off x="7344585" y="1020900"/>
                <a:ext cx="176760" cy="410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3A29F68-ABFE-A35C-8987-9468EBA0D63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335945" y="1011900"/>
                  <a:ext cx="1944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ECB1F39-C9A7-D19E-7147-8BD963AF04F3}"/>
                    </a:ext>
                  </a:extLst>
                </p14:cNvPr>
                <p14:cNvContentPartPr/>
                <p14:nvPr/>
              </p14:nvContentPartPr>
              <p14:xfrm>
                <a:off x="7393905" y="1115940"/>
                <a:ext cx="102960" cy="198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ECB1F39-C9A7-D19E-7147-8BD963AF04F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385265" y="1107300"/>
                  <a:ext cx="120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9CCFC8E-50BD-0D79-BCD5-8C84A9266B49}"/>
                    </a:ext>
                  </a:extLst>
                </p14:cNvPr>
                <p14:cNvContentPartPr/>
                <p14:nvPr/>
              </p14:nvContentPartPr>
              <p14:xfrm>
                <a:off x="7610625" y="922260"/>
                <a:ext cx="319320" cy="266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9CCFC8E-50BD-0D79-BCD5-8C84A9266B4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601625" y="913620"/>
                  <a:ext cx="3369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485F935-6B07-91A1-FF44-CE60F1A731CF}"/>
                    </a:ext>
                  </a:extLst>
                </p14:cNvPr>
                <p14:cNvContentPartPr/>
                <p14:nvPr/>
              </p14:nvContentPartPr>
              <p14:xfrm>
                <a:off x="7934985" y="1189380"/>
                <a:ext cx="2160" cy="9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485F935-6B07-91A1-FF44-CE60F1A731C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925985" y="1180740"/>
                  <a:ext cx="198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CB34E81-E736-F316-4769-64D7BE979CC5}"/>
                    </a:ext>
                  </a:extLst>
                </p14:cNvPr>
                <p14:cNvContentPartPr/>
                <p14:nvPr/>
              </p14:nvContentPartPr>
              <p14:xfrm>
                <a:off x="7886385" y="1185780"/>
                <a:ext cx="154080" cy="1047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CB34E81-E736-F316-4769-64D7BE979CC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877745" y="1177140"/>
                  <a:ext cx="1717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D6C6D74-4254-0952-B16F-4A66142E60FA}"/>
                    </a:ext>
                  </a:extLst>
                </p14:cNvPr>
                <p14:cNvContentPartPr/>
                <p14:nvPr/>
              </p14:nvContentPartPr>
              <p14:xfrm>
                <a:off x="8195985" y="1056180"/>
                <a:ext cx="105480" cy="20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D6C6D74-4254-0952-B16F-4A66142E60F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186985" y="1047540"/>
                  <a:ext cx="1231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71A1D1F-1687-A845-A74E-7DBB30A25BB2}"/>
                    </a:ext>
                  </a:extLst>
                </p14:cNvPr>
                <p14:cNvContentPartPr/>
                <p14:nvPr/>
              </p14:nvContentPartPr>
              <p14:xfrm>
                <a:off x="8180865" y="964380"/>
                <a:ext cx="45720" cy="301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71A1D1F-1687-A845-A74E-7DBB30A25BB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172225" y="955380"/>
                  <a:ext cx="633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FE23E47-ECFD-FD79-9991-247844AC1AE0}"/>
                    </a:ext>
                  </a:extLst>
                </p14:cNvPr>
                <p14:cNvContentPartPr/>
                <p14:nvPr/>
              </p14:nvContentPartPr>
              <p14:xfrm>
                <a:off x="8067105" y="1051500"/>
                <a:ext cx="275040" cy="39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FE23E47-ECFD-FD79-9991-247844AC1AE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058105" y="1042500"/>
                  <a:ext cx="2926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F806AC7-3639-24ED-0CC3-6F190DEC13FC}"/>
                    </a:ext>
                  </a:extLst>
                </p14:cNvPr>
                <p14:cNvContentPartPr/>
                <p14:nvPr/>
              </p14:nvContentPartPr>
              <p14:xfrm>
                <a:off x="8409105" y="933060"/>
                <a:ext cx="275040" cy="276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F806AC7-3639-24ED-0CC3-6F190DEC13F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400105" y="924060"/>
                  <a:ext cx="2926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EB5B400-CD4F-0C4B-10F9-4F62B2084759}"/>
                    </a:ext>
                  </a:extLst>
                </p14:cNvPr>
                <p14:cNvContentPartPr/>
                <p14:nvPr/>
              </p14:nvContentPartPr>
              <p14:xfrm>
                <a:off x="8634825" y="1134660"/>
                <a:ext cx="39600" cy="245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EB5B400-CD4F-0C4B-10F9-4F62B208475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625825" y="1126020"/>
                  <a:ext cx="572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E3A5239-7DDE-70CF-F3E2-25E2F331D1A5}"/>
                    </a:ext>
                  </a:extLst>
                </p14:cNvPr>
                <p14:cNvContentPartPr/>
                <p14:nvPr/>
              </p14:nvContentPartPr>
              <p14:xfrm>
                <a:off x="8744265" y="956100"/>
                <a:ext cx="182880" cy="1990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E3A5239-7DDE-70CF-F3E2-25E2F331D1A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735625" y="947460"/>
                  <a:ext cx="2005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D20F182-350C-DF9E-D69E-ADB2706D4752}"/>
                    </a:ext>
                  </a:extLst>
                </p14:cNvPr>
                <p14:cNvContentPartPr/>
                <p14:nvPr/>
              </p14:nvContentPartPr>
              <p14:xfrm>
                <a:off x="8798265" y="1008300"/>
                <a:ext cx="177840" cy="1141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D20F182-350C-DF9E-D69E-ADB2706D475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789625" y="999660"/>
                  <a:ext cx="1954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34DED2-9194-C173-BF20-A36E5D38D225}"/>
                    </a:ext>
                  </a:extLst>
                </p14:cNvPr>
                <p14:cNvContentPartPr/>
                <p14:nvPr/>
              </p14:nvContentPartPr>
              <p14:xfrm>
                <a:off x="8996265" y="1142220"/>
                <a:ext cx="6480" cy="1666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34DED2-9194-C173-BF20-A36E5D38D22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987625" y="1133580"/>
                  <a:ext cx="241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0B3960F-52B4-FB0F-38B7-C3900B2A376A}"/>
                    </a:ext>
                  </a:extLst>
                </p14:cNvPr>
                <p14:cNvContentPartPr/>
                <p14:nvPr/>
              </p14:nvContentPartPr>
              <p14:xfrm>
                <a:off x="5510745" y="2423820"/>
                <a:ext cx="161640" cy="1785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0B3960F-52B4-FB0F-38B7-C3900B2A376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502105" y="2415180"/>
                  <a:ext cx="1792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9E97AD9-6A9A-3356-ACC5-E148A33DFAE4}"/>
                    </a:ext>
                  </a:extLst>
                </p14:cNvPr>
                <p14:cNvContentPartPr/>
                <p14:nvPr/>
              </p14:nvContentPartPr>
              <p14:xfrm>
                <a:off x="5480505" y="2481780"/>
                <a:ext cx="277920" cy="864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9E97AD9-6A9A-3356-ACC5-E148A33DFAE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471505" y="2473140"/>
                  <a:ext cx="2955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C5B32FB-C4C1-FD9F-939E-CAE877541A5E}"/>
                    </a:ext>
                  </a:extLst>
                </p14:cNvPr>
                <p14:cNvContentPartPr/>
                <p14:nvPr/>
              </p14:nvContentPartPr>
              <p14:xfrm>
                <a:off x="5799105" y="2591940"/>
                <a:ext cx="6480" cy="961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C5B32FB-C4C1-FD9F-939E-CAE877541A5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790105" y="2583300"/>
                  <a:ext cx="241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B31B82E-F4BF-AC4E-3705-1AA87A5B6E8A}"/>
                    </a:ext>
                  </a:extLst>
                </p14:cNvPr>
                <p14:cNvContentPartPr/>
                <p14:nvPr/>
              </p14:nvContentPartPr>
              <p14:xfrm>
                <a:off x="5863905" y="2616420"/>
                <a:ext cx="91080" cy="79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B31B82E-F4BF-AC4E-3705-1AA87A5B6E8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854905" y="2607420"/>
                  <a:ext cx="1087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0763A3E-9C74-F987-0A59-ADA3DE01DE06}"/>
                    </a:ext>
                  </a:extLst>
                </p14:cNvPr>
                <p14:cNvContentPartPr/>
                <p14:nvPr/>
              </p14:nvContentPartPr>
              <p14:xfrm>
                <a:off x="5882985" y="2652420"/>
                <a:ext cx="85680" cy="309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0763A3E-9C74-F987-0A59-ADA3DE01DE0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874345" y="2643780"/>
                  <a:ext cx="1033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27728AB-3F6F-062B-6300-D1CFBCC992F6}"/>
                    </a:ext>
                  </a:extLst>
                </p14:cNvPr>
                <p14:cNvContentPartPr/>
                <p14:nvPr/>
              </p14:nvContentPartPr>
              <p14:xfrm>
                <a:off x="5793345" y="2438940"/>
                <a:ext cx="43200" cy="637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27728AB-3F6F-062B-6300-D1CFBCC992F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784705" y="2429940"/>
                  <a:ext cx="608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C256A67-89BB-59C5-A238-E2EF9C501283}"/>
                    </a:ext>
                  </a:extLst>
                </p14:cNvPr>
                <p14:cNvContentPartPr/>
                <p14:nvPr/>
              </p14:nvContentPartPr>
              <p14:xfrm>
                <a:off x="6017985" y="2545500"/>
                <a:ext cx="173160" cy="2224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C256A67-89BB-59C5-A238-E2EF9C50128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008985" y="2536500"/>
                  <a:ext cx="1908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C0EDA47-17D1-158D-0C6E-9E335F6C25A3}"/>
                    </a:ext>
                  </a:extLst>
                </p14:cNvPr>
                <p14:cNvContentPartPr/>
                <p14:nvPr/>
              </p14:nvContentPartPr>
              <p14:xfrm>
                <a:off x="6597945" y="2376660"/>
                <a:ext cx="120960" cy="1854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C0EDA47-17D1-158D-0C6E-9E335F6C25A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588945" y="2368020"/>
                  <a:ext cx="1386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2A28065-04A8-E74C-A8E5-D3058AA16FC3}"/>
                    </a:ext>
                  </a:extLst>
                </p14:cNvPr>
                <p14:cNvContentPartPr/>
                <p14:nvPr/>
              </p14:nvContentPartPr>
              <p14:xfrm>
                <a:off x="6572385" y="2432820"/>
                <a:ext cx="162360" cy="106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2A28065-04A8-E74C-A8E5-D3058AA16FC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563385" y="2423820"/>
                  <a:ext cx="1800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EB1E435-E0E1-B6F9-E3B4-AC7E24ADF2E8}"/>
                    </a:ext>
                  </a:extLst>
                </p14:cNvPr>
                <p14:cNvContentPartPr/>
                <p14:nvPr/>
              </p14:nvContentPartPr>
              <p14:xfrm>
                <a:off x="6816465" y="2590140"/>
                <a:ext cx="4680" cy="950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EB1E435-E0E1-B6F9-E3B4-AC7E24ADF2E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807465" y="2581500"/>
                  <a:ext cx="223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41F0D2B-C0C3-356A-47E3-29D1C0B3DFC0}"/>
                    </a:ext>
                  </a:extLst>
                </p14:cNvPr>
                <p14:cNvContentPartPr/>
                <p14:nvPr/>
              </p14:nvContentPartPr>
              <p14:xfrm>
                <a:off x="6781905" y="2508780"/>
                <a:ext cx="38160" cy="26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41F0D2B-C0C3-356A-47E3-29D1C0B3DFC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773265" y="2499780"/>
                  <a:ext cx="55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A9D8172-C2DE-AA44-CEF3-23C77A700AC9}"/>
                    </a:ext>
                  </a:extLst>
                </p14:cNvPr>
                <p14:cNvContentPartPr/>
                <p14:nvPr/>
              </p14:nvContentPartPr>
              <p14:xfrm>
                <a:off x="6872985" y="2587260"/>
                <a:ext cx="50040" cy="381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A9D8172-C2DE-AA44-CEF3-23C77A700AC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863985" y="2578260"/>
                  <a:ext cx="676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91EDE92-BEB3-DF24-2701-D5D5B7DFB39B}"/>
                    </a:ext>
                  </a:extLst>
                </p14:cNvPr>
                <p14:cNvContentPartPr/>
                <p14:nvPr/>
              </p14:nvContentPartPr>
              <p14:xfrm>
                <a:off x="6864705" y="2621460"/>
                <a:ext cx="120600" cy="464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91EDE92-BEB3-DF24-2701-D5D5B7DFB39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856065" y="2612460"/>
                  <a:ext cx="1382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19B125A-862D-10FE-79FD-7E87CACB149D}"/>
                    </a:ext>
                  </a:extLst>
                </p14:cNvPr>
                <p14:cNvContentPartPr/>
                <p14:nvPr/>
              </p14:nvContentPartPr>
              <p14:xfrm>
                <a:off x="6980985" y="2554860"/>
                <a:ext cx="145440" cy="1663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19B125A-862D-10FE-79FD-7E87CACB149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971985" y="2545860"/>
                  <a:ext cx="1630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2560255-A6AE-15C2-5304-92638BDBA8AE}"/>
                    </a:ext>
                  </a:extLst>
                </p14:cNvPr>
                <p14:cNvContentPartPr/>
                <p14:nvPr/>
              </p14:nvContentPartPr>
              <p14:xfrm>
                <a:off x="5675265" y="2166780"/>
                <a:ext cx="44640" cy="2984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2560255-A6AE-15C2-5304-92638BDBA8A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666265" y="2158140"/>
                  <a:ext cx="622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063839B-A96B-D172-8D6A-E82D253BE822}"/>
                    </a:ext>
                  </a:extLst>
                </p14:cNvPr>
                <p14:cNvContentPartPr/>
                <p14:nvPr/>
              </p14:nvContentPartPr>
              <p14:xfrm>
                <a:off x="5218425" y="2073180"/>
                <a:ext cx="136440" cy="1069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063839B-A96B-D172-8D6A-E82D253BE82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209425" y="2064180"/>
                  <a:ext cx="154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708E9B3-2F18-2573-ED30-6A7D89AF5E37}"/>
                    </a:ext>
                  </a:extLst>
                </p14:cNvPr>
                <p14:cNvContentPartPr/>
                <p14:nvPr/>
              </p14:nvContentPartPr>
              <p14:xfrm>
                <a:off x="5441265" y="1885260"/>
                <a:ext cx="150120" cy="975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708E9B3-2F18-2573-ED30-6A7D89AF5E3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432265" y="1876620"/>
                  <a:ext cx="1677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5C6D2C5-D7BD-E025-04DD-D369A8C802C2}"/>
                    </a:ext>
                  </a:extLst>
                </p14:cNvPr>
                <p14:cNvContentPartPr/>
                <p14:nvPr/>
              </p14:nvContentPartPr>
              <p14:xfrm>
                <a:off x="5768145" y="1772940"/>
                <a:ext cx="87120" cy="968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5C6D2C5-D7BD-E025-04DD-D369A8C802C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759505" y="1764300"/>
                  <a:ext cx="104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53B3D33-1CE7-9BC5-4E50-24D0B18CEBD6}"/>
                    </a:ext>
                  </a:extLst>
                </p14:cNvPr>
                <p14:cNvContentPartPr/>
                <p14:nvPr/>
              </p14:nvContentPartPr>
              <p14:xfrm>
                <a:off x="6123825" y="1646220"/>
                <a:ext cx="120240" cy="1083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53B3D33-1CE7-9BC5-4E50-24D0B18CEBD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114825" y="1637220"/>
                  <a:ext cx="1378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827A3D9-07BE-1D85-A9CB-FCA94C294AAC}"/>
                    </a:ext>
                  </a:extLst>
                </p14:cNvPr>
                <p14:cNvContentPartPr/>
                <p14:nvPr/>
              </p14:nvContentPartPr>
              <p14:xfrm>
                <a:off x="6394185" y="1455780"/>
                <a:ext cx="142200" cy="1036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827A3D9-07BE-1D85-A9CB-FCA94C294AA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385185" y="1446780"/>
                  <a:ext cx="159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B435BE5-CAF8-62EB-1C9C-F4540FBC60F2}"/>
                    </a:ext>
                  </a:extLst>
                </p14:cNvPr>
                <p14:cNvContentPartPr/>
                <p14:nvPr/>
              </p14:nvContentPartPr>
              <p14:xfrm>
                <a:off x="6707745" y="1240860"/>
                <a:ext cx="121680" cy="1026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B435BE5-CAF8-62EB-1C9C-F4540FBC60F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699105" y="1231860"/>
                  <a:ext cx="1393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3CEF7A4-8C55-E087-6CB4-0550B2A30FA8}"/>
                    </a:ext>
                  </a:extLst>
                </p14:cNvPr>
                <p14:cNvContentPartPr/>
                <p14:nvPr/>
              </p14:nvContentPartPr>
              <p14:xfrm>
                <a:off x="5644665" y="1768980"/>
                <a:ext cx="56880" cy="5580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3CEF7A4-8C55-E087-6CB4-0550B2A30FA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636025" y="1760340"/>
                  <a:ext cx="7452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65BE77B-600E-7286-A798-BB5BBCC335E0}"/>
                    </a:ext>
                  </a:extLst>
                </p14:cNvPr>
                <p14:cNvContentPartPr/>
                <p14:nvPr/>
              </p14:nvContentPartPr>
              <p14:xfrm>
                <a:off x="4925745" y="1775460"/>
                <a:ext cx="713880" cy="518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65BE77B-600E-7286-A798-BB5BBCC335E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916745" y="1766460"/>
                  <a:ext cx="7315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4FC07EE-5F3F-C566-AD10-44CB14DDEA49}"/>
                    </a:ext>
                  </a:extLst>
                </p14:cNvPr>
                <p14:cNvContentPartPr/>
                <p14:nvPr/>
              </p14:nvContentPartPr>
              <p14:xfrm>
                <a:off x="4640625" y="1693020"/>
                <a:ext cx="360" cy="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4FC07EE-5F3F-C566-AD10-44CB14DDEA4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631625" y="16843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B255922-2273-5495-F45A-F9FEB3334DAE}"/>
                    </a:ext>
                  </a:extLst>
                </p14:cNvPr>
                <p14:cNvContentPartPr/>
                <p14:nvPr/>
              </p14:nvContentPartPr>
              <p14:xfrm>
                <a:off x="4493745" y="1719300"/>
                <a:ext cx="289800" cy="2340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B255922-2273-5495-F45A-F9FEB3334DA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484745" y="1710660"/>
                  <a:ext cx="3074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4CE61E6-E132-825B-B855-1D4419B42604}"/>
                    </a:ext>
                  </a:extLst>
                </p14:cNvPr>
                <p14:cNvContentPartPr/>
                <p14:nvPr/>
              </p14:nvContentPartPr>
              <p14:xfrm>
                <a:off x="4814865" y="1902180"/>
                <a:ext cx="11520" cy="874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4CE61E6-E132-825B-B855-1D4419B4260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806225" y="1893540"/>
                  <a:ext cx="291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A239640-1284-F81A-30E6-B92A680D97BD}"/>
                    </a:ext>
                  </a:extLst>
                </p14:cNvPr>
                <p14:cNvContentPartPr/>
                <p14:nvPr/>
              </p14:nvContentPartPr>
              <p14:xfrm>
                <a:off x="4803705" y="1870500"/>
                <a:ext cx="14760" cy="64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A239640-1284-F81A-30E6-B92A680D97B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794705" y="1861860"/>
                  <a:ext cx="324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9AE4798-9AB9-72FA-69DB-051DB5D44B17}"/>
                    </a:ext>
                  </a:extLst>
                </p14:cNvPr>
                <p14:cNvContentPartPr/>
                <p14:nvPr/>
              </p14:nvContentPartPr>
              <p14:xfrm>
                <a:off x="4798305" y="1799580"/>
                <a:ext cx="32400" cy="399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9AE4798-9AB9-72FA-69DB-051DB5D44B1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789305" y="1790940"/>
                  <a:ext cx="500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D2C6C44-A3A5-8AD3-5AF9-7A64C48B6DD1}"/>
                    </a:ext>
                  </a:extLst>
                </p14:cNvPr>
                <p14:cNvContentPartPr/>
                <p14:nvPr/>
              </p14:nvContentPartPr>
              <p14:xfrm>
                <a:off x="6341985" y="2200980"/>
                <a:ext cx="3600" cy="1216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D2C6C44-A3A5-8AD3-5AF9-7A64C48B6DD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332985" y="2192340"/>
                  <a:ext cx="212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A453CF0-47B8-7E43-EA76-2C1A3D50F17F}"/>
                    </a:ext>
                  </a:extLst>
                </p14:cNvPr>
                <p14:cNvContentPartPr/>
                <p14:nvPr/>
              </p14:nvContentPartPr>
              <p14:xfrm>
                <a:off x="6300225" y="2112780"/>
                <a:ext cx="6120" cy="2318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A453CF0-47B8-7E43-EA76-2C1A3D50F17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291225" y="2103780"/>
                  <a:ext cx="237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1DBB39D-A01A-041D-4F97-AA1C2569A555}"/>
                    </a:ext>
                  </a:extLst>
                </p14:cNvPr>
                <p14:cNvContentPartPr/>
                <p14:nvPr/>
              </p14:nvContentPartPr>
              <p14:xfrm>
                <a:off x="6165225" y="1670700"/>
                <a:ext cx="34200" cy="1260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1DBB39D-A01A-041D-4F97-AA1C2569A55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156225" y="1662060"/>
                  <a:ext cx="518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A020B6D-770C-7962-1786-8933FAA84652}"/>
                    </a:ext>
                  </a:extLst>
                </p14:cNvPr>
                <p14:cNvContentPartPr/>
                <p14:nvPr/>
              </p14:nvContentPartPr>
              <p14:xfrm>
                <a:off x="6154425" y="1678980"/>
                <a:ext cx="22320" cy="2563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A020B6D-770C-7962-1786-8933FAA8465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145785" y="1669980"/>
                  <a:ext cx="399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7C24CED-454F-E794-7D14-670D7CA77C21}"/>
                    </a:ext>
                  </a:extLst>
                </p14:cNvPr>
                <p14:cNvContentPartPr/>
                <p14:nvPr/>
              </p14:nvContentPartPr>
              <p14:xfrm>
                <a:off x="6140745" y="1794540"/>
                <a:ext cx="64800" cy="585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7C24CED-454F-E794-7D14-670D7CA77C2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132105" y="1785900"/>
                  <a:ext cx="8244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BDD52A8-E550-5128-DC7C-13E776902D02}"/>
                    </a:ext>
                  </a:extLst>
                </p14:cNvPr>
                <p14:cNvContentPartPr/>
                <p14:nvPr/>
              </p14:nvContentPartPr>
              <p14:xfrm>
                <a:off x="6140385" y="1646940"/>
                <a:ext cx="11520" cy="21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BDD52A8-E550-5128-DC7C-13E776902D0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131385" y="1638300"/>
                  <a:ext cx="291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DDCB8D2-57A2-0F85-426B-B15B96EED316}"/>
                    </a:ext>
                  </a:extLst>
                </p14:cNvPr>
                <p14:cNvContentPartPr/>
                <p14:nvPr/>
              </p14:nvContentPartPr>
              <p14:xfrm>
                <a:off x="5132385" y="1624260"/>
                <a:ext cx="1004040" cy="604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DDCB8D2-57A2-0F85-426B-B15B96EED31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123385" y="1615260"/>
                  <a:ext cx="10216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610FC98-2919-A1A9-BB81-1B912B0FB91D}"/>
                    </a:ext>
                  </a:extLst>
                </p14:cNvPr>
                <p14:cNvContentPartPr/>
                <p14:nvPr/>
              </p14:nvContentPartPr>
              <p14:xfrm>
                <a:off x="5116185" y="1622100"/>
                <a:ext cx="76320" cy="15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610FC98-2919-A1A9-BB81-1B912B0FB91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107185" y="1613460"/>
                  <a:ext cx="939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E3CDED5-3CD6-3C92-433C-836B7673EBA6}"/>
                    </a:ext>
                  </a:extLst>
                </p14:cNvPr>
                <p14:cNvContentPartPr/>
                <p14:nvPr/>
              </p14:nvContentPartPr>
              <p14:xfrm>
                <a:off x="5186025" y="1612380"/>
                <a:ext cx="1080" cy="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E3CDED5-3CD6-3C92-433C-836B7673EBA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177025" y="1603380"/>
                  <a:ext cx="18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DFD466E-D46C-2751-1CCE-F9B3C5C499DF}"/>
                    </a:ext>
                  </a:extLst>
                </p14:cNvPr>
                <p14:cNvContentPartPr/>
                <p14:nvPr/>
              </p14:nvContentPartPr>
              <p14:xfrm>
                <a:off x="5120505" y="1619580"/>
                <a:ext cx="1080" cy="14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DFD466E-D46C-2751-1CCE-F9B3C5C499D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111865" y="1610940"/>
                  <a:ext cx="187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3CF985D-E2F0-D0B9-E85B-DB42A95C3DA3}"/>
                    </a:ext>
                  </a:extLst>
                </p14:cNvPr>
                <p14:cNvContentPartPr/>
                <p14:nvPr/>
              </p14:nvContentPartPr>
              <p14:xfrm>
                <a:off x="5052825" y="1600500"/>
                <a:ext cx="140400" cy="518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3CF985D-E2F0-D0B9-E85B-DB42A95C3DA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043825" y="1591860"/>
                  <a:ext cx="1580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814AAAA-987B-5326-13D5-E4ABC81861F9}"/>
                    </a:ext>
                  </a:extLst>
                </p14:cNvPr>
                <p14:cNvContentPartPr/>
                <p14:nvPr/>
              </p14:nvContentPartPr>
              <p14:xfrm>
                <a:off x="5076225" y="1433820"/>
                <a:ext cx="1057320" cy="2646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814AAAA-987B-5326-13D5-E4ABC81861F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067585" y="1424820"/>
                  <a:ext cx="10749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EF68F40-9636-5DCA-46B1-784C3E63DBA9}"/>
                    </a:ext>
                  </a:extLst>
                </p14:cNvPr>
                <p14:cNvContentPartPr/>
                <p14:nvPr/>
              </p14:nvContentPartPr>
              <p14:xfrm>
                <a:off x="5058585" y="1387740"/>
                <a:ext cx="157320" cy="878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EF68F40-9636-5DCA-46B1-784C3E63DBA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049585" y="1378740"/>
                  <a:ext cx="1749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52F1BBD-E030-1C76-9E46-A772DF60B672}"/>
                    </a:ext>
                  </a:extLst>
                </p14:cNvPr>
                <p14:cNvContentPartPr/>
                <p14:nvPr/>
              </p14:nvContentPartPr>
              <p14:xfrm>
                <a:off x="4609665" y="1357500"/>
                <a:ext cx="156600" cy="1807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52F1BBD-E030-1C76-9E46-A772DF60B67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601025" y="1348860"/>
                  <a:ext cx="1742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61F62DD-0CC2-8994-D8EC-1BB1FB7DF3A2}"/>
                    </a:ext>
                  </a:extLst>
                </p14:cNvPr>
                <p14:cNvContentPartPr/>
                <p14:nvPr/>
              </p14:nvContentPartPr>
              <p14:xfrm>
                <a:off x="4661865" y="1246260"/>
                <a:ext cx="124920" cy="864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61F62DD-0CC2-8994-D8EC-1BB1FB7DF3A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652865" y="1237260"/>
                  <a:ext cx="1425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3C57166-9395-7853-CBF0-4E355B2BECC7}"/>
                    </a:ext>
                  </a:extLst>
                </p14:cNvPr>
                <p14:cNvContentPartPr/>
                <p14:nvPr/>
              </p14:nvContentPartPr>
              <p14:xfrm>
                <a:off x="6131025" y="1667100"/>
                <a:ext cx="9720" cy="21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3C57166-9395-7853-CBF0-4E355B2BECC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122025" y="1658100"/>
                  <a:ext cx="273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2481B22-B91F-EB8C-871D-7611687429D1}"/>
                    </a:ext>
                  </a:extLst>
                </p14:cNvPr>
                <p14:cNvContentPartPr/>
                <p14:nvPr/>
              </p14:nvContentPartPr>
              <p14:xfrm>
                <a:off x="6083145" y="1657020"/>
                <a:ext cx="125280" cy="946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2481B22-B91F-EB8C-871D-7611687429D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074505" y="1648020"/>
                  <a:ext cx="142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99A0A26-6DB7-B36F-5EC1-6EFAA6D7E3B0}"/>
                    </a:ext>
                  </a:extLst>
                </p14:cNvPr>
                <p14:cNvContentPartPr/>
                <p14:nvPr/>
              </p14:nvContentPartPr>
              <p14:xfrm>
                <a:off x="5094945" y="1591500"/>
                <a:ext cx="160920" cy="766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99A0A26-6DB7-B36F-5EC1-6EFAA6D7E3B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086305" y="1582500"/>
                  <a:ext cx="1785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04916D4-2A4D-5CFF-9D7E-5A9C76F568A6}"/>
                    </a:ext>
                  </a:extLst>
                </p14:cNvPr>
                <p14:cNvContentPartPr/>
                <p14:nvPr/>
              </p14:nvContentPartPr>
              <p14:xfrm>
                <a:off x="4903785" y="1564140"/>
                <a:ext cx="141120" cy="1641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04916D4-2A4D-5CFF-9D7E-5A9C76F568A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894785" y="1555500"/>
                  <a:ext cx="15876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915B82B-1499-7B46-60E2-F4CDC1EB8EBD}"/>
              </a:ext>
            </a:extLst>
          </p:cNvPr>
          <p:cNvGrpSpPr/>
          <p:nvPr/>
        </p:nvGrpSpPr>
        <p:grpSpPr>
          <a:xfrm>
            <a:off x="23625" y="2835300"/>
            <a:ext cx="2517480" cy="1716480"/>
            <a:chOff x="23625" y="2835300"/>
            <a:chExt cx="2517480" cy="171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0154ED4-A60A-DCFE-B1B0-7252FC9074D3}"/>
                    </a:ext>
                  </a:extLst>
                </p14:cNvPr>
                <p14:cNvContentPartPr/>
                <p14:nvPr/>
              </p14:nvContentPartPr>
              <p14:xfrm>
                <a:off x="523665" y="2918100"/>
                <a:ext cx="59400" cy="16336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0154ED4-A60A-DCFE-B1B0-7252FC9074D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14665" y="2909460"/>
                  <a:ext cx="77040" cy="165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7D4BB38-6C02-D051-1A29-9355C247A8AC}"/>
                    </a:ext>
                  </a:extLst>
                </p14:cNvPr>
                <p14:cNvContentPartPr/>
                <p14:nvPr/>
              </p14:nvContentPartPr>
              <p14:xfrm>
                <a:off x="99945" y="3973980"/>
                <a:ext cx="2441160" cy="1054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7D4BB38-6C02-D051-1A29-9355C247A8A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0945" y="3965340"/>
                  <a:ext cx="24588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60606BE-CF36-2E9A-528E-4299CE1AE1DA}"/>
                    </a:ext>
                  </a:extLst>
                </p14:cNvPr>
                <p14:cNvContentPartPr/>
                <p14:nvPr/>
              </p14:nvContentPartPr>
              <p14:xfrm>
                <a:off x="185265" y="2835300"/>
                <a:ext cx="1540440" cy="10792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60606BE-CF36-2E9A-528E-4299CE1AE1D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76265" y="2826660"/>
                  <a:ext cx="1558080" cy="10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9B74939-63C4-C766-9953-7AC6347DA4C9}"/>
                    </a:ext>
                  </a:extLst>
                </p14:cNvPr>
                <p14:cNvContentPartPr/>
                <p14:nvPr/>
              </p14:nvContentPartPr>
              <p14:xfrm>
                <a:off x="1029105" y="3552420"/>
                <a:ext cx="118800" cy="1375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9B74939-63C4-C766-9953-7AC6347DA4C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20465" y="3543780"/>
                  <a:ext cx="1364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20B412D-7135-E495-7366-64F4A092A1F5}"/>
                    </a:ext>
                  </a:extLst>
                </p14:cNvPr>
                <p14:cNvContentPartPr/>
                <p14:nvPr/>
              </p14:nvContentPartPr>
              <p14:xfrm>
                <a:off x="1022985" y="3126180"/>
                <a:ext cx="83520" cy="12578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20B412D-7135-E495-7366-64F4A092A1F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14345" y="3117540"/>
                  <a:ext cx="101160" cy="12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057E785-732B-701D-CE02-EA797295D591}"/>
                    </a:ext>
                  </a:extLst>
                </p14:cNvPr>
                <p14:cNvContentPartPr/>
                <p14:nvPr/>
              </p14:nvContentPartPr>
              <p14:xfrm>
                <a:off x="86265" y="3290700"/>
                <a:ext cx="954720" cy="759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057E785-732B-701D-CE02-EA797295D59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7265" y="3281700"/>
                  <a:ext cx="9723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1B7F7CD-57BF-FC00-CEC4-C24A3E0891FF}"/>
                    </a:ext>
                  </a:extLst>
                </p14:cNvPr>
                <p14:cNvContentPartPr/>
                <p14:nvPr/>
              </p14:nvContentPartPr>
              <p14:xfrm>
                <a:off x="83025" y="3224460"/>
                <a:ext cx="166320" cy="3232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1B7F7CD-57BF-FC00-CEC4-C24A3E0891F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4385" y="3215820"/>
                  <a:ext cx="1839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4564A04-C46D-DC1A-87BF-A9D7B91A4329}"/>
                    </a:ext>
                  </a:extLst>
                </p14:cNvPr>
                <p14:cNvContentPartPr/>
                <p14:nvPr/>
              </p14:nvContentPartPr>
              <p14:xfrm>
                <a:off x="346545" y="3479700"/>
                <a:ext cx="16560" cy="140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4564A04-C46D-DC1A-87BF-A9D7B91A432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37545" y="3471060"/>
                  <a:ext cx="342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F20B562-E14F-3C82-E493-8D0C33E778E8}"/>
                    </a:ext>
                  </a:extLst>
                </p14:cNvPr>
                <p14:cNvContentPartPr/>
                <p14:nvPr/>
              </p14:nvContentPartPr>
              <p14:xfrm>
                <a:off x="288585" y="3343620"/>
                <a:ext cx="39600" cy="277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F20B562-E14F-3C82-E493-8D0C33E778E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79585" y="3334620"/>
                  <a:ext cx="572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E39FE2E-ED09-492B-0E20-589295DC2E13}"/>
                    </a:ext>
                  </a:extLst>
                </p14:cNvPr>
                <p14:cNvContentPartPr/>
                <p14:nvPr/>
              </p14:nvContentPartPr>
              <p14:xfrm>
                <a:off x="111105" y="2974260"/>
                <a:ext cx="169920" cy="1584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E39FE2E-ED09-492B-0E20-589295DC2E1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2105" y="2965260"/>
                  <a:ext cx="1875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B5CBB35-4CFE-121D-068C-3166D2256F4A}"/>
                    </a:ext>
                  </a:extLst>
                </p14:cNvPr>
                <p14:cNvContentPartPr/>
                <p14:nvPr/>
              </p14:nvContentPartPr>
              <p14:xfrm>
                <a:off x="1076625" y="3610020"/>
                <a:ext cx="3600" cy="14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B5CBB35-4CFE-121D-068C-3166D2256F4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67625" y="3601020"/>
                  <a:ext cx="212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98E8263-358C-DE6B-FF17-982E72FD6322}"/>
                    </a:ext>
                  </a:extLst>
                </p14:cNvPr>
                <p14:cNvContentPartPr/>
                <p14:nvPr/>
              </p14:nvContentPartPr>
              <p14:xfrm>
                <a:off x="392985" y="3579060"/>
                <a:ext cx="723960" cy="723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98E8263-358C-DE6B-FF17-982E72FD632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84345" y="3570060"/>
                  <a:ext cx="7416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F03B654-D25D-D21F-5BF0-525B87DE499A}"/>
                    </a:ext>
                  </a:extLst>
                </p14:cNvPr>
                <p14:cNvContentPartPr/>
                <p14:nvPr/>
              </p14:nvContentPartPr>
              <p14:xfrm>
                <a:off x="23625" y="3575100"/>
                <a:ext cx="149040" cy="2127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F03B654-D25D-D21F-5BF0-525B87DE499A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4985" y="3566100"/>
                  <a:ext cx="16668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FF374CB2-58D5-245B-77C0-A2B0578A26FB}"/>
              </a:ext>
            </a:extLst>
          </p:cNvPr>
          <p:cNvGrpSpPr/>
          <p:nvPr/>
        </p:nvGrpSpPr>
        <p:grpSpPr>
          <a:xfrm>
            <a:off x="2447505" y="2893260"/>
            <a:ext cx="1425240" cy="882000"/>
            <a:chOff x="2447505" y="2893260"/>
            <a:chExt cx="1425240" cy="88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CCF53C0-DAA7-731D-9073-4F91F5FDDD5A}"/>
                    </a:ext>
                  </a:extLst>
                </p14:cNvPr>
                <p14:cNvContentPartPr/>
                <p14:nvPr/>
              </p14:nvContentPartPr>
              <p14:xfrm>
                <a:off x="2447505" y="3168660"/>
                <a:ext cx="524880" cy="5270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CCF53C0-DAA7-731D-9073-4F91F5FDDD5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438505" y="3159660"/>
                  <a:ext cx="54252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5771373-0083-6550-7E00-BA89547923F6}"/>
                    </a:ext>
                  </a:extLst>
                </p14:cNvPr>
                <p14:cNvContentPartPr/>
                <p14:nvPr/>
              </p14:nvContentPartPr>
              <p14:xfrm>
                <a:off x="3129705" y="3379620"/>
                <a:ext cx="141120" cy="453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5771373-0083-6550-7E00-BA89547923F6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120705" y="3370620"/>
                  <a:ext cx="1587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0234B7E-B0E7-601E-E6FA-1FA5AF7DECA3}"/>
                    </a:ext>
                  </a:extLst>
                </p14:cNvPr>
                <p14:cNvContentPartPr/>
                <p14:nvPr/>
              </p14:nvContentPartPr>
              <p14:xfrm>
                <a:off x="3381345" y="3201420"/>
                <a:ext cx="200520" cy="4215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0234B7E-B0E7-601E-E6FA-1FA5AF7DECA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372345" y="3192780"/>
                  <a:ext cx="21816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83D8A46-7751-6CAC-CD5E-3A4EAF4ABEB3}"/>
                    </a:ext>
                  </a:extLst>
                </p14:cNvPr>
                <p14:cNvContentPartPr/>
                <p14:nvPr/>
              </p14:nvContentPartPr>
              <p14:xfrm>
                <a:off x="3362265" y="2901540"/>
                <a:ext cx="251640" cy="3070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83D8A46-7751-6CAC-CD5E-3A4EAF4ABEB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353265" y="2892540"/>
                  <a:ext cx="2692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DAC9E65-6B76-4A87-A777-35D7F9172011}"/>
                    </a:ext>
                  </a:extLst>
                </p14:cNvPr>
                <p14:cNvContentPartPr/>
                <p14:nvPr/>
              </p14:nvContentPartPr>
              <p14:xfrm>
                <a:off x="3630105" y="2894700"/>
                <a:ext cx="242640" cy="8326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DAC9E65-6B76-4A87-A777-35D7F9172011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621465" y="2885700"/>
                  <a:ext cx="260280" cy="85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175F75B-21AC-2260-0FE1-05DD4BEE4D0F}"/>
                    </a:ext>
                  </a:extLst>
                </p14:cNvPr>
                <p14:cNvContentPartPr/>
                <p14:nvPr/>
              </p14:nvContentPartPr>
              <p14:xfrm>
                <a:off x="2469105" y="2893260"/>
                <a:ext cx="195840" cy="8820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175F75B-21AC-2260-0FE1-05DD4BEE4D0F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460465" y="2884620"/>
                  <a:ext cx="213480" cy="89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D0175C46-FAC8-DDCF-A440-D1A48B664D3D}"/>
              </a:ext>
            </a:extLst>
          </p:cNvPr>
          <p:cNvGrpSpPr/>
          <p:nvPr/>
        </p:nvGrpSpPr>
        <p:grpSpPr>
          <a:xfrm>
            <a:off x="4109625" y="3054540"/>
            <a:ext cx="1432440" cy="453600"/>
            <a:chOff x="4109625" y="3054540"/>
            <a:chExt cx="1432440" cy="45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3FF4E04-1144-17E7-5E2C-859FCD33DB2B}"/>
                    </a:ext>
                  </a:extLst>
                </p14:cNvPr>
                <p14:cNvContentPartPr/>
                <p14:nvPr/>
              </p14:nvContentPartPr>
              <p14:xfrm>
                <a:off x="4146345" y="3210060"/>
                <a:ext cx="197640" cy="619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3FF4E04-1144-17E7-5E2C-859FCD33DB2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137345" y="3201420"/>
                  <a:ext cx="2152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5376BC7-CA92-5A7D-AB7D-964B86F2A4E0}"/>
                    </a:ext>
                  </a:extLst>
                </p14:cNvPr>
                <p14:cNvContentPartPr/>
                <p14:nvPr/>
              </p14:nvContentPartPr>
              <p14:xfrm>
                <a:off x="4109625" y="3402660"/>
                <a:ext cx="86400" cy="241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5376BC7-CA92-5A7D-AB7D-964B86F2A4E0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100625" y="3393660"/>
                  <a:ext cx="104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3EA2302-F3FF-3CDA-526C-95F7CAAB67C4}"/>
                    </a:ext>
                  </a:extLst>
                </p14:cNvPr>
                <p14:cNvContentPartPr/>
                <p14:nvPr/>
              </p14:nvContentPartPr>
              <p14:xfrm>
                <a:off x="4260825" y="3382140"/>
                <a:ext cx="7920" cy="39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3EA2302-F3FF-3CDA-526C-95F7CAAB67C4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251825" y="3373140"/>
                  <a:ext cx="255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75C72A5-F129-1CC2-D05E-BD4F03D3A664}"/>
                    </a:ext>
                  </a:extLst>
                </p14:cNvPr>
                <p14:cNvContentPartPr/>
                <p14:nvPr/>
              </p14:nvContentPartPr>
              <p14:xfrm>
                <a:off x="4516065" y="3092700"/>
                <a:ext cx="175320" cy="3092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75C72A5-F129-1CC2-D05E-BD4F03D3A664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4507425" y="3083700"/>
                  <a:ext cx="1929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7791A40-DCE1-9CCD-D7C4-A37B0C8CBC50}"/>
                    </a:ext>
                  </a:extLst>
                </p14:cNvPr>
                <p14:cNvContentPartPr/>
                <p14:nvPr/>
              </p14:nvContentPartPr>
              <p14:xfrm>
                <a:off x="4523625" y="3133020"/>
                <a:ext cx="139320" cy="1148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7791A40-DCE1-9CCD-D7C4-A37B0C8CBC50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4514625" y="3124380"/>
                  <a:ext cx="1569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EF42CFD-869E-BE25-0C45-B6E1F3E8EEEA}"/>
                    </a:ext>
                  </a:extLst>
                </p14:cNvPr>
                <p14:cNvContentPartPr/>
                <p14:nvPr/>
              </p14:nvContentPartPr>
              <p14:xfrm>
                <a:off x="4509225" y="3054540"/>
                <a:ext cx="203400" cy="543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EF42CFD-869E-BE25-0C45-B6E1F3E8EEEA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4500225" y="3045900"/>
                  <a:ext cx="2210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9089D65-0E35-9F8A-7CB7-6B4E8E2A1FD5}"/>
                    </a:ext>
                  </a:extLst>
                </p14:cNvPr>
                <p14:cNvContentPartPr/>
                <p14:nvPr/>
              </p14:nvContentPartPr>
              <p14:xfrm>
                <a:off x="4761945" y="3239940"/>
                <a:ext cx="177120" cy="1407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9089D65-0E35-9F8A-7CB7-6B4E8E2A1FD5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4753305" y="3230940"/>
                  <a:ext cx="1947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34FB394-575A-3434-19EB-0BBAE85DD9D4}"/>
                    </a:ext>
                  </a:extLst>
                </p14:cNvPr>
                <p14:cNvContentPartPr/>
                <p14:nvPr/>
              </p14:nvContentPartPr>
              <p14:xfrm>
                <a:off x="4943025" y="3273780"/>
                <a:ext cx="55080" cy="1036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34FB394-575A-3434-19EB-0BBAE85DD9D4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4934385" y="3264780"/>
                  <a:ext cx="727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562AA90-3631-E0AC-FA59-E387F175A8B0}"/>
                    </a:ext>
                  </a:extLst>
                </p14:cNvPr>
                <p14:cNvContentPartPr/>
                <p14:nvPr/>
              </p14:nvContentPartPr>
              <p14:xfrm>
                <a:off x="4853745" y="3169020"/>
                <a:ext cx="688320" cy="2372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562AA90-3631-E0AC-FA59-E387F175A8B0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4845105" y="3160380"/>
                  <a:ext cx="7059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D220F1C-A815-CE67-E289-2C966C00AA58}"/>
                    </a:ext>
                  </a:extLst>
                </p14:cNvPr>
                <p14:cNvContentPartPr/>
                <p14:nvPr/>
              </p14:nvContentPartPr>
              <p14:xfrm>
                <a:off x="4656825" y="3416340"/>
                <a:ext cx="802080" cy="918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D220F1C-A815-CE67-E289-2C966C00AA58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4647825" y="3407340"/>
                  <a:ext cx="819720" cy="109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86571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9474B0D-1E25-BB8E-378B-D5587D29E8FA}"/>
                  </a:ext>
                </a:extLst>
              </p14:cNvPr>
              <p14:cNvContentPartPr/>
              <p14:nvPr/>
            </p14:nvContentPartPr>
            <p14:xfrm>
              <a:off x="756585" y="315660"/>
              <a:ext cx="141480" cy="2291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9474B0D-1E25-BB8E-378B-D5587D29E8F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7945" y="306660"/>
                <a:ext cx="159120" cy="230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0CFD803-D510-794B-7CE8-7E5E1BF186F0}"/>
                  </a:ext>
                </a:extLst>
              </p14:cNvPr>
              <p14:cNvContentPartPr/>
              <p14:nvPr/>
            </p14:nvContentPartPr>
            <p14:xfrm>
              <a:off x="462825" y="2351820"/>
              <a:ext cx="3300840" cy="150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0CFD803-D510-794B-7CE8-7E5E1BF186F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3825" y="2342820"/>
                <a:ext cx="331848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CF34B3F-2F5F-C87C-17B3-E05968F135C3}"/>
                  </a:ext>
                </a:extLst>
              </p14:cNvPr>
              <p14:cNvContentPartPr/>
              <p14:nvPr/>
            </p14:nvContentPartPr>
            <p14:xfrm>
              <a:off x="1159065" y="2008380"/>
              <a:ext cx="158040" cy="187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CF34B3F-2F5F-C87C-17B3-E05968F135C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50425" y="1999740"/>
                <a:ext cx="17568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3E96485-9735-B5F0-2691-00C73255EEC3}"/>
                  </a:ext>
                </a:extLst>
              </p14:cNvPr>
              <p14:cNvContentPartPr/>
              <p14:nvPr/>
            </p14:nvContentPartPr>
            <p14:xfrm>
              <a:off x="1649745" y="1668180"/>
              <a:ext cx="138960" cy="158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3E96485-9735-B5F0-2691-00C73255EEC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41105" y="1659180"/>
                <a:ext cx="156600" cy="17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89BA3567-4988-6788-5FF6-13DC0E74609A}"/>
              </a:ext>
            </a:extLst>
          </p:cNvPr>
          <p:cNvGrpSpPr/>
          <p:nvPr/>
        </p:nvGrpSpPr>
        <p:grpSpPr>
          <a:xfrm>
            <a:off x="2075265" y="782580"/>
            <a:ext cx="1341000" cy="597960"/>
            <a:chOff x="2075265" y="782580"/>
            <a:chExt cx="1341000" cy="59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963014-27FD-D4E3-A5C1-BB23AD3592CA}"/>
                    </a:ext>
                  </a:extLst>
                </p14:cNvPr>
                <p14:cNvContentPartPr/>
                <p14:nvPr/>
              </p14:nvContentPartPr>
              <p14:xfrm>
                <a:off x="2075265" y="1181460"/>
                <a:ext cx="111600" cy="197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963014-27FD-D4E3-A5C1-BB23AD3592C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66265" y="1172820"/>
                  <a:ext cx="1292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56D9FB5-0A69-382B-379F-C76609F68765}"/>
                    </a:ext>
                  </a:extLst>
                </p14:cNvPr>
                <p14:cNvContentPartPr/>
                <p14:nvPr/>
              </p14:nvContentPartPr>
              <p14:xfrm>
                <a:off x="2671065" y="782580"/>
                <a:ext cx="177840" cy="171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56D9FB5-0A69-382B-379F-C76609F6876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62425" y="773940"/>
                  <a:ext cx="1954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A9317FC-AF4D-1C09-A927-18327BADEB72}"/>
                    </a:ext>
                  </a:extLst>
                </p14:cNvPr>
                <p14:cNvContentPartPr/>
                <p14:nvPr/>
              </p14:nvContentPartPr>
              <p14:xfrm>
                <a:off x="3227265" y="878340"/>
                <a:ext cx="189000" cy="187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A9317FC-AF4D-1C09-A927-18327BADEB7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18625" y="869700"/>
                  <a:ext cx="2066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5807B39-F997-A344-4B59-20F4D0A3F85D}"/>
                    </a:ext>
                  </a:extLst>
                </p14:cNvPr>
                <p14:cNvContentPartPr/>
                <p14:nvPr/>
              </p14:nvContentPartPr>
              <p14:xfrm>
                <a:off x="2727585" y="1258860"/>
                <a:ext cx="150480" cy="121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5807B39-F997-A344-4B59-20F4D0A3F85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18585" y="1249860"/>
                  <a:ext cx="16812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C787D54-654A-6F1E-FE76-1BA99D5CF125}"/>
              </a:ext>
            </a:extLst>
          </p:cNvPr>
          <p:cNvGrpSpPr/>
          <p:nvPr/>
        </p:nvGrpSpPr>
        <p:grpSpPr>
          <a:xfrm>
            <a:off x="457785" y="213060"/>
            <a:ext cx="3502800" cy="2504520"/>
            <a:chOff x="457785" y="213060"/>
            <a:chExt cx="3502800" cy="250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DEA6B75-65F1-C509-4D7C-3A81B8142F18}"/>
                    </a:ext>
                  </a:extLst>
                </p14:cNvPr>
                <p14:cNvContentPartPr/>
                <p14:nvPr/>
              </p14:nvContentPartPr>
              <p14:xfrm>
                <a:off x="457785" y="366060"/>
                <a:ext cx="3076200" cy="2351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DEA6B75-65F1-C509-4D7C-3A81B8142F1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51665" y="359940"/>
                  <a:ext cx="3088440" cy="23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18ED726-50FF-CCF4-8408-B8042E344D5C}"/>
                    </a:ext>
                  </a:extLst>
                </p14:cNvPr>
                <p14:cNvContentPartPr/>
                <p14:nvPr/>
              </p14:nvContentPartPr>
              <p14:xfrm>
                <a:off x="3636225" y="213060"/>
                <a:ext cx="272160" cy="246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18ED726-50FF-CCF4-8408-B8042E344D5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30105" y="206940"/>
                  <a:ext cx="2844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655044A-70D4-9A90-D99C-E943B272EEDC}"/>
                    </a:ext>
                  </a:extLst>
                </p14:cNvPr>
                <p14:cNvContentPartPr/>
                <p14:nvPr/>
              </p14:nvContentPartPr>
              <p14:xfrm>
                <a:off x="3926025" y="304500"/>
                <a:ext cx="34560" cy="195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655044A-70D4-9A90-D99C-E943B272EED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19905" y="298380"/>
                  <a:ext cx="46800" cy="20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55FF2D0-A1E2-048C-25C8-E33617394306}"/>
              </a:ext>
            </a:extLst>
          </p:cNvPr>
          <p:cNvGrpSpPr/>
          <p:nvPr/>
        </p:nvGrpSpPr>
        <p:grpSpPr>
          <a:xfrm>
            <a:off x="507105" y="553980"/>
            <a:ext cx="4170960" cy="1795320"/>
            <a:chOff x="507105" y="553980"/>
            <a:chExt cx="4170960" cy="179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1E9F5E7-87DB-D87A-C110-79242AA72300}"/>
                    </a:ext>
                  </a:extLst>
                </p14:cNvPr>
                <p14:cNvContentPartPr/>
                <p14:nvPr/>
              </p14:nvContentPartPr>
              <p14:xfrm>
                <a:off x="507105" y="698700"/>
                <a:ext cx="3485520" cy="1650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1E9F5E7-87DB-D87A-C110-79242AA7230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0985" y="692580"/>
                  <a:ext cx="3497760" cy="166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A287411-A3A3-63AA-C653-8BF3A575DEB3}"/>
                    </a:ext>
                  </a:extLst>
                </p14:cNvPr>
                <p14:cNvContentPartPr/>
                <p14:nvPr/>
              </p14:nvContentPartPr>
              <p14:xfrm>
                <a:off x="4154265" y="553980"/>
                <a:ext cx="268200" cy="271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A287411-A3A3-63AA-C653-8BF3A575DEB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48145" y="547860"/>
                  <a:ext cx="2804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16C850F-D252-E5F9-0DB8-4F9F962DA5F4}"/>
                    </a:ext>
                  </a:extLst>
                </p14:cNvPr>
                <p14:cNvContentPartPr/>
                <p14:nvPr/>
              </p14:nvContentPartPr>
              <p14:xfrm>
                <a:off x="4441185" y="665220"/>
                <a:ext cx="236880" cy="213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16C850F-D252-E5F9-0DB8-4F9F962DA5F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35065" y="659100"/>
                  <a:ext cx="249120" cy="22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88AB8FB-219F-6FFB-7B54-7FA7D4E1E8BF}"/>
              </a:ext>
            </a:extLst>
          </p:cNvPr>
          <p:cNvGrpSpPr/>
          <p:nvPr/>
        </p:nvGrpSpPr>
        <p:grpSpPr>
          <a:xfrm>
            <a:off x="5384385" y="204420"/>
            <a:ext cx="2759400" cy="458640"/>
            <a:chOff x="5384385" y="204420"/>
            <a:chExt cx="2759400" cy="45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54CD68B-0B10-EC73-845B-7ED80257B59F}"/>
                    </a:ext>
                  </a:extLst>
                </p14:cNvPr>
                <p14:cNvContentPartPr/>
                <p14:nvPr/>
              </p14:nvContentPartPr>
              <p14:xfrm>
                <a:off x="5384385" y="246180"/>
                <a:ext cx="229680" cy="307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54CD68B-0B10-EC73-845B-7ED80257B59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378265" y="240060"/>
                  <a:ext cx="2419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3558A58-6B26-B88C-F961-801CAD042570}"/>
                    </a:ext>
                  </a:extLst>
                </p14:cNvPr>
                <p14:cNvContentPartPr/>
                <p14:nvPr/>
              </p14:nvContentPartPr>
              <p14:xfrm>
                <a:off x="5650425" y="452100"/>
                <a:ext cx="142920" cy="166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3558A58-6B26-B88C-F961-801CAD04257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644305" y="445980"/>
                  <a:ext cx="1551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D6CAC0F-04E5-179D-851C-0579DFC5E3CB}"/>
                    </a:ext>
                  </a:extLst>
                </p14:cNvPr>
                <p14:cNvContentPartPr/>
                <p14:nvPr/>
              </p14:nvContentPartPr>
              <p14:xfrm>
                <a:off x="5982705" y="393420"/>
                <a:ext cx="166680" cy="19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D6CAC0F-04E5-179D-851C-0579DFC5E3C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976585" y="387300"/>
                  <a:ext cx="1789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DC55B27-6E34-5D50-7E68-3FE0AE4755E6}"/>
                    </a:ext>
                  </a:extLst>
                </p14:cNvPr>
                <p14:cNvContentPartPr/>
                <p14:nvPr/>
              </p14:nvContentPartPr>
              <p14:xfrm>
                <a:off x="6016185" y="435900"/>
                <a:ext cx="158400" cy="48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DC55B27-6E34-5D50-7E68-3FE0AE4755E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010065" y="429780"/>
                  <a:ext cx="1706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70027E4-43B7-215B-F85B-51551DAE37A5}"/>
                    </a:ext>
                  </a:extLst>
                </p14:cNvPr>
                <p14:cNvContentPartPr/>
                <p14:nvPr/>
              </p14:nvContentPartPr>
              <p14:xfrm>
                <a:off x="6285465" y="237900"/>
                <a:ext cx="223200" cy="246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70027E4-43B7-215B-F85B-51551DAE37A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79345" y="231780"/>
                  <a:ext cx="2354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4B2F33A-E01E-3BD3-4BF8-2F5CB2A6C4C3}"/>
                    </a:ext>
                  </a:extLst>
                </p14:cNvPr>
                <p14:cNvContentPartPr/>
                <p14:nvPr/>
              </p14:nvContentPartPr>
              <p14:xfrm>
                <a:off x="6514065" y="341940"/>
                <a:ext cx="148320" cy="167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4B2F33A-E01E-3BD3-4BF8-2F5CB2A6C4C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07945" y="335820"/>
                  <a:ext cx="1605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4BBC2D7-5233-0993-AA89-FDF9C5DDBB30}"/>
                    </a:ext>
                  </a:extLst>
                </p14:cNvPr>
                <p14:cNvContentPartPr/>
                <p14:nvPr/>
              </p14:nvContentPartPr>
              <p14:xfrm>
                <a:off x="6703065" y="344460"/>
                <a:ext cx="79560" cy="1814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4BBC2D7-5233-0993-AA89-FDF9C5DDBB3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696945" y="338340"/>
                  <a:ext cx="918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80C501F-1B75-2715-39CF-8DFBBDCB815D}"/>
                    </a:ext>
                  </a:extLst>
                </p14:cNvPr>
                <p14:cNvContentPartPr/>
                <p14:nvPr/>
              </p14:nvContentPartPr>
              <p14:xfrm>
                <a:off x="6638985" y="364260"/>
                <a:ext cx="279360" cy="100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80C501F-1B75-2715-39CF-8DFBBDCB815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32865" y="358140"/>
                  <a:ext cx="2916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879AFB3-D78B-8319-8312-5AB3A92B1F97}"/>
                    </a:ext>
                  </a:extLst>
                </p14:cNvPr>
                <p14:cNvContentPartPr/>
                <p14:nvPr/>
              </p14:nvContentPartPr>
              <p14:xfrm>
                <a:off x="7025625" y="255900"/>
                <a:ext cx="30240" cy="256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879AFB3-D78B-8319-8312-5AB3A92B1F9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19505" y="249780"/>
                  <a:ext cx="424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67AE67A-94EC-AF83-DC60-0AA18D248B4A}"/>
                    </a:ext>
                  </a:extLst>
                </p14:cNvPr>
                <p14:cNvContentPartPr/>
                <p14:nvPr/>
              </p14:nvContentPartPr>
              <p14:xfrm>
                <a:off x="6966945" y="356700"/>
                <a:ext cx="467280" cy="130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67AE67A-94EC-AF83-DC60-0AA18D248B4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60825" y="350580"/>
                  <a:ext cx="4795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178FB56-8D27-9BEB-A304-C41F2ADE7299}"/>
                    </a:ext>
                  </a:extLst>
                </p14:cNvPr>
                <p14:cNvContentPartPr/>
                <p14:nvPr/>
              </p14:nvContentPartPr>
              <p14:xfrm>
                <a:off x="7446105" y="204420"/>
                <a:ext cx="697680" cy="271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178FB56-8D27-9BEB-A304-C41F2ADE729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39985" y="198300"/>
                  <a:ext cx="7099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081F141-046D-2B4B-2910-2545033BA861}"/>
                    </a:ext>
                  </a:extLst>
                </p14:cNvPr>
                <p14:cNvContentPartPr/>
                <p14:nvPr/>
              </p14:nvContentPartPr>
              <p14:xfrm>
                <a:off x="7158105" y="551100"/>
                <a:ext cx="879480" cy="111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081F141-046D-2B4B-2910-2545033BA86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51985" y="544980"/>
                  <a:ext cx="89172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D9480B9-280A-DB77-5FF7-CA2DDADF9F56}"/>
              </a:ext>
            </a:extLst>
          </p:cNvPr>
          <p:cNvGrpSpPr/>
          <p:nvPr/>
        </p:nvGrpSpPr>
        <p:grpSpPr>
          <a:xfrm>
            <a:off x="5310945" y="1168500"/>
            <a:ext cx="533160" cy="436320"/>
            <a:chOff x="5310945" y="1168500"/>
            <a:chExt cx="533160" cy="43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C01D35F-A7AD-4B20-1C45-163934DD0FDF}"/>
                    </a:ext>
                  </a:extLst>
                </p14:cNvPr>
                <p14:cNvContentPartPr/>
                <p14:nvPr/>
              </p14:nvContentPartPr>
              <p14:xfrm>
                <a:off x="5550705" y="1168500"/>
                <a:ext cx="15480" cy="329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C01D35F-A7AD-4B20-1C45-163934DD0FD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44585" y="1162380"/>
                  <a:ext cx="2772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8B9CE40-C863-7CCC-F6AD-CBE6BCFE0A5E}"/>
                    </a:ext>
                  </a:extLst>
                </p14:cNvPr>
                <p14:cNvContentPartPr/>
                <p14:nvPr/>
              </p14:nvContentPartPr>
              <p14:xfrm>
                <a:off x="5310945" y="1571340"/>
                <a:ext cx="533160" cy="33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8B9CE40-C863-7CCC-F6AD-CBE6BCFE0A5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04825" y="1565220"/>
                  <a:ext cx="54540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479F334-AC6C-77E1-AFC9-0ED1BBAC604C}"/>
                  </a:ext>
                </a:extLst>
              </p14:cNvPr>
              <p14:cNvContentPartPr/>
              <p14:nvPr/>
            </p14:nvContentPartPr>
            <p14:xfrm>
              <a:off x="5432625" y="1831260"/>
              <a:ext cx="282600" cy="1699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479F334-AC6C-77E1-AFC9-0ED1BBAC604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426505" y="1825140"/>
                <a:ext cx="29484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5956625-1B9B-65C5-8934-A93F4846AF9F}"/>
                  </a:ext>
                </a:extLst>
              </p14:cNvPr>
              <p14:cNvContentPartPr/>
              <p14:nvPr/>
            </p14:nvContentPartPr>
            <p14:xfrm>
              <a:off x="523305" y="3256140"/>
              <a:ext cx="2290680" cy="180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5956625-1B9B-65C5-8934-A93F4846AF9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17185" y="3250020"/>
                <a:ext cx="230292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0D24DE9-9B16-B96B-0570-374C5CFE53FF}"/>
                  </a:ext>
                </a:extLst>
              </p14:cNvPr>
              <p14:cNvContentPartPr/>
              <p14:nvPr/>
            </p14:nvContentPartPr>
            <p14:xfrm>
              <a:off x="813465" y="3016020"/>
              <a:ext cx="117360" cy="18903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0D24DE9-9B16-B96B-0570-374C5CFE53F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07345" y="3009900"/>
                <a:ext cx="129600" cy="19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5134AC7-4687-0536-E018-81778612A1F8}"/>
                  </a:ext>
                </a:extLst>
              </p14:cNvPr>
              <p14:cNvContentPartPr/>
              <p14:nvPr/>
            </p14:nvContentPartPr>
            <p14:xfrm>
              <a:off x="674505" y="3368460"/>
              <a:ext cx="17280" cy="1173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5134AC7-4687-0536-E018-81778612A1F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68385" y="3362340"/>
                <a:ext cx="2952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53B5808-49B8-B0B0-30F0-6B9FEA2D05DF}"/>
                  </a:ext>
                </a:extLst>
              </p14:cNvPr>
              <p14:cNvContentPartPr/>
              <p14:nvPr/>
            </p14:nvContentPartPr>
            <p14:xfrm>
              <a:off x="647505" y="3590580"/>
              <a:ext cx="91440" cy="1429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53B5808-49B8-B0B0-30F0-6B9FEA2D05D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41385" y="3584460"/>
                <a:ext cx="10368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38A9532-EB40-60DF-F1A6-85213610D481}"/>
                  </a:ext>
                </a:extLst>
              </p14:cNvPr>
              <p14:cNvContentPartPr/>
              <p14:nvPr/>
            </p14:nvContentPartPr>
            <p14:xfrm>
              <a:off x="666225" y="3864180"/>
              <a:ext cx="95040" cy="1630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38A9532-EB40-60DF-F1A6-85213610D48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60105" y="3858060"/>
                <a:ext cx="1072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56DEA37-4FBB-1A7B-A694-57ACEE3897B4}"/>
                  </a:ext>
                </a:extLst>
              </p14:cNvPr>
              <p14:cNvContentPartPr/>
              <p14:nvPr/>
            </p14:nvContentPartPr>
            <p14:xfrm>
              <a:off x="972585" y="2927100"/>
              <a:ext cx="184680" cy="2113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56DEA37-4FBB-1A7B-A694-57ACEE3897B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66465" y="2920980"/>
                <a:ext cx="19692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5465E55-1BFF-0849-1603-333773B0385B}"/>
                  </a:ext>
                </a:extLst>
              </p14:cNvPr>
              <p14:cNvContentPartPr/>
              <p14:nvPr/>
            </p14:nvContentPartPr>
            <p14:xfrm>
              <a:off x="984465" y="2947260"/>
              <a:ext cx="165960" cy="1584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5465E55-1BFF-0849-1603-333773B0385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78345" y="2941140"/>
                <a:ext cx="1782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6B8A7A0-A4DC-A492-E773-B784CC271DB2}"/>
                  </a:ext>
                </a:extLst>
              </p14:cNvPr>
              <p14:cNvContentPartPr/>
              <p14:nvPr/>
            </p14:nvContentPartPr>
            <p14:xfrm>
              <a:off x="1259505" y="3121860"/>
              <a:ext cx="7920" cy="824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6B8A7A0-A4DC-A492-E773-B784CC271DB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253385" y="3115740"/>
                <a:ext cx="2016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78D8D66-0FDC-D556-CE16-795D3B163405}"/>
                  </a:ext>
                </a:extLst>
              </p14:cNvPr>
              <p14:cNvContentPartPr/>
              <p14:nvPr/>
            </p14:nvContentPartPr>
            <p14:xfrm>
              <a:off x="1492425" y="3014220"/>
              <a:ext cx="118080" cy="1350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78D8D66-0FDC-D556-CE16-795D3B16340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486305" y="3008100"/>
                <a:ext cx="13032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958EEDF-C3D3-4E70-DCFE-EC04A9A52EC5}"/>
                  </a:ext>
                </a:extLst>
              </p14:cNvPr>
              <p14:cNvContentPartPr/>
              <p14:nvPr/>
            </p14:nvContentPartPr>
            <p14:xfrm>
              <a:off x="1435185" y="3007380"/>
              <a:ext cx="181440" cy="8244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958EEDF-C3D3-4E70-DCFE-EC04A9A52EC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429065" y="3001260"/>
                <a:ext cx="19368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78C7A75-EB9F-FD78-4C41-EC7280C35606}"/>
                  </a:ext>
                </a:extLst>
              </p14:cNvPr>
              <p14:cNvContentPartPr/>
              <p14:nvPr/>
            </p14:nvContentPartPr>
            <p14:xfrm>
              <a:off x="1679985" y="3110700"/>
              <a:ext cx="115560" cy="1144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78C7A75-EB9F-FD78-4C41-EC7280C3560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673865" y="3104580"/>
                <a:ext cx="1278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0C475EEE-228D-6084-870A-ED1471554547}"/>
                  </a:ext>
                </a:extLst>
              </p14:cNvPr>
              <p14:cNvContentPartPr/>
              <p14:nvPr/>
            </p14:nvContentPartPr>
            <p14:xfrm>
              <a:off x="2039625" y="2938980"/>
              <a:ext cx="118080" cy="2412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0C475EEE-228D-6084-870A-ED147155454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033505" y="2932860"/>
                <a:ext cx="13032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745A5DAF-649B-939C-A152-32F04BB265EB}"/>
                  </a:ext>
                </a:extLst>
              </p14:cNvPr>
              <p14:cNvContentPartPr/>
              <p14:nvPr/>
            </p14:nvContentPartPr>
            <p14:xfrm>
              <a:off x="2019825" y="3049140"/>
              <a:ext cx="127440" cy="1112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745A5DAF-649B-939C-A152-32F04BB265E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013705" y="3043020"/>
                <a:ext cx="13968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90F43CF-E40D-4444-0FAA-D4BF1FA05F4C}"/>
                  </a:ext>
                </a:extLst>
              </p14:cNvPr>
              <p14:cNvContentPartPr/>
              <p14:nvPr/>
            </p14:nvContentPartPr>
            <p14:xfrm>
              <a:off x="2208825" y="3112140"/>
              <a:ext cx="99000" cy="16848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90F43CF-E40D-4444-0FAA-D4BF1FA05F4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202705" y="3106020"/>
                <a:ext cx="11124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50E4915-AF7B-061F-8536-7A654B6C1AF0}"/>
                  </a:ext>
                </a:extLst>
              </p14:cNvPr>
              <p14:cNvContentPartPr/>
              <p14:nvPr/>
            </p14:nvContentPartPr>
            <p14:xfrm>
              <a:off x="2459745" y="3121860"/>
              <a:ext cx="131040" cy="4464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50E4915-AF7B-061F-8536-7A654B6C1AF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453625" y="3115740"/>
                <a:ext cx="14328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9DF4F90-749C-B8C5-4700-4A770FDAF0B5}"/>
                  </a:ext>
                </a:extLst>
              </p14:cNvPr>
              <p14:cNvContentPartPr/>
              <p14:nvPr/>
            </p14:nvContentPartPr>
            <p14:xfrm>
              <a:off x="2704545" y="2921700"/>
              <a:ext cx="178560" cy="2649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9DF4F90-749C-B8C5-4700-4A770FDAF0B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698425" y="2915580"/>
                <a:ext cx="19080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85BADD8-81F1-BF2D-4CAB-B483426546F4}"/>
                  </a:ext>
                </a:extLst>
              </p14:cNvPr>
              <p14:cNvContentPartPr/>
              <p14:nvPr/>
            </p14:nvContentPartPr>
            <p14:xfrm>
              <a:off x="2689425" y="3024300"/>
              <a:ext cx="162720" cy="979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85BADD8-81F1-BF2D-4CAB-B483426546F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683305" y="3018180"/>
                <a:ext cx="17496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3E45808E-FD50-68A9-CC3E-37767575E71D}"/>
                  </a:ext>
                </a:extLst>
              </p14:cNvPr>
              <p14:cNvContentPartPr/>
              <p14:nvPr/>
            </p14:nvContentPartPr>
            <p14:xfrm>
              <a:off x="2947905" y="3151380"/>
              <a:ext cx="1440" cy="3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3E45808E-FD50-68A9-CC3E-37767575E71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941785" y="3145260"/>
                <a:ext cx="136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30D8868C-C189-8373-B3F0-862F8618A295}"/>
                  </a:ext>
                </a:extLst>
              </p14:cNvPr>
              <p14:cNvContentPartPr/>
              <p14:nvPr/>
            </p14:nvContentPartPr>
            <p14:xfrm>
              <a:off x="2929545" y="3058140"/>
              <a:ext cx="150840" cy="1159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30D8868C-C189-8373-B3F0-862F8618A29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923425" y="3052020"/>
                <a:ext cx="16308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DB003BB-DC8B-A2AA-FEFF-38E571D95F1E}"/>
                  </a:ext>
                </a:extLst>
              </p14:cNvPr>
              <p14:cNvContentPartPr/>
              <p14:nvPr/>
            </p14:nvContentPartPr>
            <p14:xfrm>
              <a:off x="2202705" y="3082980"/>
              <a:ext cx="82440" cy="525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ADB003BB-DC8B-A2AA-FEFF-38E571D95F1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196585" y="3076860"/>
                <a:ext cx="9468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E5002A7A-3C14-11B5-CAD8-D46D552043C7}"/>
                  </a:ext>
                </a:extLst>
              </p14:cNvPr>
              <p14:cNvContentPartPr/>
              <p14:nvPr/>
            </p14:nvContentPartPr>
            <p14:xfrm>
              <a:off x="1151865" y="2798940"/>
              <a:ext cx="68040" cy="1980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E5002A7A-3C14-11B5-CAD8-D46D552043C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145745" y="2792820"/>
                <a:ext cx="8028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8F0F7B1-DB7F-CF45-C3F0-C567AB337FF4}"/>
                  </a:ext>
                </a:extLst>
              </p14:cNvPr>
              <p14:cNvContentPartPr/>
              <p14:nvPr/>
            </p14:nvContentPartPr>
            <p14:xfrm>
              <a:off x="3178305" y="2867340"/>
              <a:ext cx="150480" cy="20937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8F0F7B1-DB7F-CF45-C3F0-C567AB337FF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172185" y="2861220"/>
                <a:ext cx="162720" cy="21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9B6B66A4-00E7-E681-5EBD-1F1C69377628}"/>
                  </a:ext>
                </a:extLst>
              </p14:cNvPr>
              <p14:cNvContentPartPr/>
              <p14:nvPr/>
            </p14:nvContentPartPr>
            <p14:xfrm>
              <a:off x="2700945" y="3276300"/>
              <a:ext cx="666000" cy="349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9B6B66A4-00E7-E681-5EBD-1F1C6937762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694825" y="3270180"/>
                <a:ext cx="6782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FBEABA44-672D-2E81-663B-BBBC73D4754A}"/>
                  </a:ext>
                </a:extLst>
              </p14:cNvPr>
              <p14:cNvContentPartPr/>
              <p14:nvPr/>
            </p14:nvContentPartPr>
            <p14:xfrm>
              <a:off x="796545" y="2663220"/>
              <a:ext cx="2721960" cy="14544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FBEABA44-672D-2E81-663B-BBBC73D4754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90425" y="2657100"/>
                <a:ext cx="273420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BFE55883-0C8D-6C89-5BBA-91928EABA1B9}"/>
                  </a:ext>
                </a:extLst>
              </p14:cNvPr>
              <p14:cNvContentPartPr/>
              <p14:nvPr/>
            </p14:nvContentPartPr>
            <p14:xfrm>
              <a:off x="5576265" y="1737300"/>
              <a:ext cx="304920" cy="2466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BFE55883-0C8D-6C89-5BBA-91928EABA1B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570145" y="1731180"/>
                <a:ext cx="31716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0F6F5D04-035A-EC12-66EC-E5B6EE3FFDE8}"/>
                  </a:ext>
                </a:extLst>
              </p14:cNvPr>
              <p14:cNvContentPartPr/>
              <p14:nvPr/>
            </p14:nvContentPartPr>
            <p14:xfrm>
              <a:off x="6215625" y="908940"/>
              <a:ext cx="332280" cy="2163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0F6F5D04-035A-EC12-66EC-E5B6EE3FFDE8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209505" y="902820"/>
                <a:ext cx="34452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1A90F054-391E-0E2F-0CF8-4BCFCE38DC16}"/>
                  </a:ext>
                </a:extLst>
              </p14:cNvPr>
              <p14:cNvContentPartPr/>
              <p14:nvPr/>
            </p14:nvContentPartPr>
            <p14:xfrm>
              <a:off x="1279665" y="2406900"/>
              <a:ext cx="57960" cy="10332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1A90F054-391E-0E2F-0CF8-4BCFCE38DC1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273545" y="2400780"/>
                <a:ext cx="70200" cy="11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EDC6D743-BC5F-FA6A-CC15-759B450A0BF9}"/>
              </a:ext>
            </a:extLst>
          </p:cNvPr>
          <p:cNvGrpSpPr/>
          <p:nvPr/>
        </p:nvGrpSpPr>
        <p:grpSpPr>
          <a:xfrm>
            <a:off x="3771585" y="2293140"/>
            <a:ext cx="322560" cy="329400"/>
            <a:chOff x="3771585" y="2293140"/>
            <a:chExt cx="322560" cy="32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9461154-0E11-1070-D159-57E3E3249A30}"/>
                    </a:ext>
                  </a:extLst>
                </p14:cNvPr>
                <p14:cNvContentPartPr/>
                <p14:nvPr/>
              </p14:nvContentPartPr>
              <p14:xfrm>
                <a:off x="3795705" y="2293140"/>
                <a:ext cx="237600" cy="2563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9461154-0E11-1070-D159-57E3E3249A3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789585" y="2287020"/>
                  <a:ext cx="2498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8B9F615-74B3-EF83-5E4F-BE97A55C5F7D}"/>
                    </a:ext>
                  </a:extLst>
                </p14:cNvPr>
                <p14:cNvContentPartPr/>
                <p14:nvPr/>
              </p14:nvContentPartPr>
              <p14:xfrm>
                <a:off x="3771585" y="2338860"/>
                <a:ext cx="196920" cy="1368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8B9F615-74B3-EF83-5E4F-BE97A55C5F7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765465" y="2332740"/>
                  <a:ext cx="2091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BDF539D-8115-3E19-5074-91630BBA17E6}"/>
                    </a:ext>
                  </a:extLst>
                </p14:cNvPr>
                <p14:cNvContentPartPr/>
                <p14:nvPr/>
              </p14:nvContentPartPr>
              <p14:xfrm>
                <a:off x="4078305" y="2552340"/>
                <a:ext cx="15840" cy="70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BDF539D-8115-3E19-5074-91630BBA17E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072185" y="2546220"/>
                  <a:ext cx="28080" cy="8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FE00CA2B-FFC1-E189-969E-B99578F86DBE}"/>
                  </a:ext>
                </a:extLst>
              </p14:cNvPr>
              <p14:cNvContentPartPr/>
              <p14:nvPr/>
            </p14:nvContentPartPr>
            <p14:xfrm>
              <a:off x="1286145" y="2419140"/>
              <a:ext cx="72720" cy="1047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FE00CA2B-FFC1-E189-969E-B99578F86DBE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280025" y="2413020"/>
                <a:ext cx="8496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5D89DBBC-B3CF-56C5-11C1-0949B4597A8E}"/>
                  </a:ext>
                </a:extLst>
              </p14:cNvPr>
              <p14:cNvContentPartPr/>
              <p14:nvPr/>
            </p14:nvContentPartPr>
            <p14:xfrm>
              <a:off x="6103665" y="1614540"/>
              <a:ext cx="670680" cy="1659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5D89DBBC-B3CF-56C5-11C1-0949B4597A8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097545" y="1608420"/>
                <a:ext cx="682920" cy="17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39B3BE7-9729-88A8-407D-9D19FA2A438D}"/>
              </a:ext>
            </a:extLst>
          </p:cNvPr>
          <p:cNvGrpSpPr/>
          <p:nvPr/>
        </p:nvGrpSpPr>
        <p:grpSpPr>
          <a:xfrm>
            <a:off x="7000785" y="1303140"/>
            <a:ext cx="957600" cy="466560"/>
            <a:chOff x="7000785" y="1303140"/>
            <a:chExt cx="957600" cy="46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866F10E-F040-1B4A-4F4B-FDB21415803B}"/>
                    </a:ext>
                  </a:extLst>
                </p14:cNvPr>
                <p14:cNvContentPartPr/>
                <p14:nvPr/>
              </p14:nvContentPartPr>
              <p14:xfrm>
                <a:off x="7000785" y="1303140"/>
                <a:ext cx="361440" cy="4665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866F10E-F040-1B4A-4F4B-FDB21415803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94665" y="1297020"/>
                  <a:ext cx="37368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BC8B85E-3FB0-5EC4-F91D-7BD9B33DD7C3}"/>
                    </a:ext>
                  </a:extLst>
                </p14:cNvPr>
                <p14:cNvContentPartPr/>
                <p14:nvPr/>
              </p14:nvContentPartPr>
              <p14:xfrm>
                <a:off x="7492905" y="1609140"/>
                <a:ext cx="8280" cy="950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BC8B85E-3FB0-5EC4-F91D-7BD9B33DD7C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486785" y="1603020"/>
                  <a:ext cx="205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7565F72-F7CB-7BE9-C681-B8DE6C6EE73D}"/>
                    </a:ext>
                  </a:extLst>
                </p14:cNvPr>
                <p14:cNvContentPartPr/>
                <p14:nvPr/>
              </p14:nvContentPartPr>
              <p14:xfrm>
                <a:off x="7494345" y="1500420"/>
                <a:ext cx="37800" cy="475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7565F72-F7CB-7BE9-C681-B8DE6C6EE73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88225" y="1494300"/>
                  <a:ext cx="50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94C6843-D227-D00A-3DB5-4F20C1D99FEC}"/>
                    </a:ext>
                  </a:extLst>
                </p14:cNvPr>
                <p14:cNvContentPartPr/>
                <p14:nvPr/>
              </p14:nvContentPartPr>
              <p14:xfrm>
                <a:off x="7742025" y="1415820"/>
                <a:ext cx="216360" cy="370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94C6843-D227-D00A-3DB5-4F20C1D99FE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735905" y="1409700"/>
                  <a:ext cx="22860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CE0C6D22-8988-21D6-41BB-B7B7E8D66895}"/>
              </a:ext>
            </a:extLst>
          </p:cNvPr>
          <p:cNvGrpSpPr/>
          <p:nvPr/>
        </p:nvGrpSpPr>
        <p:grpSpPr>
          <a:xfrm>
            <a:off x="564705" y="4200060"/>
            <a:ext cx="430560" cy="948240"/>
            <a:chOff x="564705" y="4200060"/>
            <a:chExt cx="430560" cy="94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AB29D70-786B-8A7A-601B-58D52F202E38}"/>
                    </a:ext>
                  </a:extLst>
                </p14:cNvPr>
                <p14:cNvContentPartPr/>
                <p14:nvPr/>
              </p14:nvContentPartPr>
              <p14:xfrm>
                <a:off x="625545" y="4200060"/>
                <a:ext cx="160920" cy="237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AB29D70-786B-8A7A-601B-58D52F202E3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19425" y="4193940"/>
                  <a:ext cx="1731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E2DC9BE-7659-5528-CBB7-04848F0610E7}"/>
                    </a:ext>
                  </a:extLst>
                </p14:cNvPr>
                <p14:cNvContentPartPr/>
                <p14:nvPr/>
              </p14:nvContentPartPr>
              <p14:xfrm>
                <a:off x="681345" y="4553940"/>
                <a:ext cx="119880" cy="141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E2DC9BE-7659-5528-CBB7-04848F0610E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75225" y="4547820"/>
                  <a:ext cx="1321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1F2C246-8451-D1CC-FDE2-3A019A918DDA}"/>
                    </a:ext>
                  </a:extLst>
                </p14:cNvPr>
                <p14:cNvContentPartPr/>
                <p14:nvPr/>
              </p14:nvContentPartPr>
              <p14:xfrm>
                <a:off x="765945" y="4533420"/>
                <a:ext cx="52560" cy="23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1F2C246-8451-D1CC-FDE2-3A019A918DD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59825" y="4527300"/>
                  <a:ext cx="648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78BFE67-24F3-4585-28E4-2F5AFF988FB3}"/>
                    </a:ext>
                  </a:extLst>
                </p14:cNvPr>
                <p14:cNvContentPartPr/>
                <p14:nvPr/>
              </p14:nvContentPartPr>
              <p14:xfrm>
                <a:off x="697185" y="4929780"/>
                <a:ext cx="182520" cy="1299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78BFE67-24F3-4585-28E4-2F5AFF988FB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91065" y="4923660"/>
                  <a:ext cx="1947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0B38921-A9E7-C8DB-F235-EE1EADBCD243}"/>
                    </a:ext>
                  </a:extLst>
                </p14:cNvPr>
                <p14:cNvContentPartPr/>
                <p14:nvPr/>
              </p14:nvContentPartPr>
              <p14:xfrm>
                <a:off x="564705" y="4766700"/>
                <a:ext cx="430560" cy="3816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0B38921-A9E7-C8DB-F235-EE1EADBCD24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58585" y="4760580"/>
                  <a:ext cx="442800" cy="39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962925BD-32F1-C71F-6851-497AE2E3FA72}"/>
                  </a:ext>
                </a:extLst>
              </p14:cNvPr>
              <p14:cNvContentPartPr/>
              <p14:nvPr/>
            </p14:nvContentPartPr>
            <p14:xfrm>
              <a:off x="7956225" y="1250580"/>
              <a:ext cx="389520" cy="62316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962925BD-32F1-C71F-6851-497AE2E3FA72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950105" y="1244460"/>
                <a:ext cx="401760" cy="63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4A4BFB9-AA99-A24B-4B0B-B7304D63159E}"/>
              </a:ext>
            </a:extLst>
          </p:cNvPr>
          <p:cNvGrpSpPr/>
          <p:nvPr/>
        </p:nvGrpSpPr>
        <p:grpSpPr>
          <a:xfrm>
            <a:off x="6143265" y="1038540"/>
            <a:ext cx="904320" cy="1233000"/>
            <a:chOff x="6143265" y="1038540"/>
            <a:chExt cx="904320" cy="123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B5E0F71-24CA-982B-8D76-351D240C956E}"/>
                    </a:ext>
                  </a:extLst>
                </p14:cNvPr>
                <p14:cNvContentPartPr/>
                <p14:nvPr/>
              </p14:nvContentPartPr>
              <p14:xfrm>
                <a:off x="6143265" y="1075260"/>
                <a:ext cx="613440" cy="7239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B5E0F71-24CA-982B-8D76-351D240C956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137145" y="1069140"/>
                  <a:ext cx="625680" cy="73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145E20B-9571-81E1-F0B0-F2EEAFD9AE38}"/>
                    </a:ext>
                  </a:extLst>
                </p14:cNvPr>
                <p14:cNvContentPartPr/>
                <p14:nvPr/>
              </p14:nvContentPartPr>
              <p14:xfrm>
                <a:off x="6168825" y="2088660"/>
                <a:ext cx="31320" cy="134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145E20B-9571-81E1-F0B0-F2EEAFD9AE3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162705" y="2082540"/>
                  <a:ext cx="43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62E8E1C-0DEB-243B-DE0A-AB5EB584E587}"/>
                    </a:ext>
                  </a:extLst>
                </p14:cNvPr>
                <p14:cNvContentPartPr/>
                <p14:nvPr/>
              </p14:nvContentPartPr>
              <p14:xfrm>
                <a:off x="6152625" y="1954740"/>
                <a:ext cx="97560" cy="496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62E8E1C-0DEB-243B-DE0A-AB5EB584E58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146505" y="1948620"/>
                  <a:ext cx="1098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49CA474-756F-3D37-1FEC-426C2C817834}"/>
                    </a:ext>
                  </a:extLst>
                </p14:cNvPr>
                <p14:cNvContentPartPr/>
                <p14:nvPr/>
              </p14:nvContentPartPr>
              <p14:xfrm>
                <a:off x="6297705" y="2081820"/>
                <a:ext cx="185760" cy="277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49CA474-756F-3D37-1FEC-426C2C81783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291585" y="2075700"/>
                  <a:ext cx="198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5266C84-E3B6-7A67-419A-F8D53753A148}"/>
                    </a:ext>
                  </a:extLst>
                </p14:cNvPr>
                <p14:cNvContentPartPr/>
                <p14:nvPr/>
              </p14:nvContentPartPr>
              <p14:xfrm>
                <a:off x="6371145" y="2133300"/>
                <a:ext cx="201960" cy="66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5266C84-E3B6-7A67-419A-F8D53753A14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365025" y="2127180"/>
                  <a:ext cx="214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9DB2984-77C8-5340-D4DC-5A692CAEB751}"/>
                    </a:ext>
                  </a:extLst>
                </p14:cNvPr>
                <p14:cNvContentPartPr/>
                <p14:nvPr/>
              </p14:nvContentPartPr>
              <p14:xfrm>
                <a:off x="6644025" y="2027100"/>
                <a:ext cx="74520" cy="244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9DB2984-77C8-5340-D4DC-5A692CAEB75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637905" y="2020980"/>
                  <a:ext cx="867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B4D7C4C-DEC0-7887-53F3-3E566FA7FBF2}"/>
                    </a:ext>
                  </a:extLst>
                </p14:cNvPr>
                <p14:cNvContentPartPr/>
                <p14:nvPr/>
              </p14:nvContentPartPr>
              <p14:xfrm>
                <a:off x="6861825" y="1038540"/>
                <a:ext cx="185760" cy="9813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B4D7C4C-DEC0-7887-53F3-3E566FA7FBF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855705" y="1032420"/>
                  <a:ext cx="198000" cy="99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982D4CF6-DE90-50BE-4415-CD9C0F842664}"/>
              </a:ext>
            </a:extLst>
          </p:cNvPr>
          <p:cNvGrpSpPr/>
          <p:nvPr/>
        </p:nvGrpSpPr>
        <p:grpSpPr>
          <a:xfrm>
            <a:off x="8141625" y="773580"/>
            <a:ext cx="737640" cy="1237680"/>
            <a:chOff x="8141625" y="773580"/>
            <a:chExt cx="737640" cy="123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B3AEE20-A2C4-C118-3E97-0636EC6493C7}"/>
                    </a:ext>
                  </a:extLst>
                </p14:cNvPr>
                <p14:cNvContentPartPr/>
                <p14:nvPr/>
              </p14:nvContentPartPr>
              <p14:xfrm>
                <a:off x="8499105" y="1664220"/>
                <a:ext cx="9720" cy="1209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B3AEE20-A2C4-C118-3E97-0636EC6493C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492985" y="1658100"/>
                  <a:ext cx="219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F985B84-1FC4-64A6-E736-714B156E9BD3}"/>
                    </a:ext>
                  </a:extLst>
                </p14:cNvPr>
                <p14:cNvContentPartPr/>
                <p14:nvPr/>
              </p14:nvContentPartPr>
              <p14:xfrm>
                <a:off x="8462745" y="1513380"/>
                <a:ext cx="10800" cy="108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F985B84-1FC4-64A6-E736-714B156E9BD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456625" y="1507260"/>
                  <a:ext cx="230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9AB334B-F0F1-BE76-28CA-F1E00B284B39}"/>
                    </a:ext>
                  </a:extLst>
                </p14:cNvPr>
                <p14:cNvContentPartPr/>
                <p14:nvPr/>
              </p14:nvContentPartPr>
              <p14:xfrm>
                <a:off x="8141625" y="1083540"/>
                <a:ext cx="158040" cy="1051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9AB334B-F0F1-BE76-28CA-F1E00B284B3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35505" y="1077420"/>
                  <a:ext cx="1702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8F078B6-7683-7C1B-1091-986823F9D965}"/>
                    </a:ext>
                  </a:extLst>
                </p14:cNvPr>
                <p14:cNvContentPartPr/>
                <p14:nvPr/>
              </p14:nvContentPartPr>
              <p14:xfrm>
                <a:off x="8333505" y="1006860"/>
                <a:ext cx="446040" cy="10044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8F078B6-7683-7C1B-1091-986823F9D96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327385" y="1000740"/>
                  <a:ext cx="458280" cy="10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5882749-DE10-8B03-BE74-2D6FEB1B3105}"/>
                    </a:ext>
                  </a:extLst>
                </p14:cNvPr>
                <p14:cNvContentPartPr/>
                <p14:nvPr/>
              </p14:nvContentPartPr>
              <p14:xfrm>
                <a:off x="8487225" y="773580"/>
                <a:ext cx="392040" cy="2095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5882749-DE10-8B03-BE74-2D6FEB1B310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481105" y="767460"/>
                  <a:ext cx="40428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FD1D6876-87D9-1B4C-39FD-B7E74182C0BE}"/>
              </a:ext>
            </a:extLst>
          </p:cNvPr>
          <p:cNvGrpSpPr/>
          <p:nvPr/>
        </p:nvGrpSpPr>
        <p:grpSpPr>
          <a:xfrm>
            <a:off x="4771665" y="2786340"/>
            <a:ext cx="857160" cy="473760"/>
            <a:chOff x="4771665" y="2786340"/>
            <a:chExt cx="857160" cy="47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D2BE024-5792-B0EE-9357-CF147DE7750C}"/>
                    </a:ext>
                  </a:extLst>
                </p14:cNvPr>
                <p14:cNvContentPartPr/>
                <p14:nvPr/>
              </p14:nvContentPartPr>
              <p14:xfrm>
                <a:off x="4771665" y="2786340"/>
                <a:ext cx="379080" cy="473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D2BE024-5792-B0EE-9357-CF147DE7750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765545" y="2780220"/>
                  <a:ext cx="39132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5F441A8-A415-EEE5-7731-B7EA64FB0C0C}"/>
                    </a:ext>
                  </a:extLst>
                </p14:cNvPr>
                <p14:cNvContentPartPr/>
                <p14:nvPr/>
              </p14:nvContentPartPr>
              <p14:xfrm>
                <a:off x="5109345" y="2921700"/>
                <a:ext cx="519480" cy="1897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5F441A8-A415-EEE5-7731-B7EA64FB0C0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103225" y="2915580"/>
                  <a:ext cx="5317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12D217A-F3F9-39DA-39B1-161BFBEA1A8A}"/>
                    </a:ext>
                  </a:extLst>
                </p14:cNvPr>
                <p14:cNvContentPartPr/>
                <p14:nvPr/>
              </p14:nvContentPartPr>
              <p14:xfrm>
                <a:off x="4934385" y="3171180"/>
                <a:ext cx="694440" cy="687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12D217A-F3F9-39DA-39B1-161BFBEA1A8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928265" y="3165060"/>
                  <a:ext cx="70668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F96EDA6A-68CD-B40A-76CB-FAFEBA340EFB}"/>
              </a:ext>
            </a:extLst>
          </p:cNvPr>
          <p:cNvGrpSpPr/>
          <p:nvPr/>
        </p:nvGrpSpPr>
        <p:grpSpPr>
          <a:xfrm>
            <a:off x="490545" y="844140"/>
            <a:ext cx="2845800" cy="1817640"/>
            <a:chOff x="490545" y="844140"/>
            <a:chExt cx="2845800" cy="181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AA51EA6-D78B-E786-9501-FCE098CFCA98}"/>
                    </a:ext>
                  </a:extLst>
                </p14:cNvPr>
                <p14:cNvContentPartPr/>
                <p14:nvPr/>
              </p14:nvContentPartPr>
              <p14:xfrm>
                <a:off x="2129265" y="2347140"/>
                <a:ext cx="17640" cy="1648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AA51EA6-D78B-E786-9501-FCE098CFCA9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123145" y="2341020"/>
                  <a:ext cx="298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517DBEB-5E9E-F446-FBD2-0E162F2646F4}"/>
                    </a:ext>
                  </a:extLst>
                </p14:cNvPr>
                <p14:cNvContentPartPr/>
                <p14:nvPr/>
              </p14:nvContentPartPr>
              <p14:xfrm>
                <a:off x="1290105" y="2406900"/>
                <a:ext cx="360" cy="8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517DBEB-5E9E-F446-FBD2-0E162F2646F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283985" y="2400780"/>
                  <a:ext cx="126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A55EC30-9D8D-A076-DC83-D9A71BA656F5}"/>
                    </a:ext>
                  </a:extLst>
                </p14:cNvPr>
                <p14:cNvContentPartPr/>
                <p14:nvPr/>
              </p14:nvContentPartPr>
              <p14:xfrm>
                <a:off x="1281465" y="2382420"/>
                <a:ext cx="12960" cy="222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A55EC30-9D8D-A076-DC83-D9A71BA656F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275345" y="2376300"/>
                  <a:ext cx="252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A8B677E-8E79-C250-C162-7D8D38227BFF}"/>
                    </a:ext>
                  </a:extLst>
                </p14:cNvPr>
                <p14:cNvContentPartPr/>
                <p14:nvPr/>
              </p14:nvContentPartPr>
              <p14:xfrm>
                <a:off x="1311345" y="2658180"/>
                <a:ext cx="2880" cy="3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A8B677E-8E79-C250-C162-7D8D38227BF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305225" y="2652060"/>
                  <a:ext cx="151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ACAEB9D-E89B-C5C9-2973-941EE9A1AFD1}"/>
                    </a:ext>
                  </a:extLst>
                </p14:cNvPr>
                <p14:cNvContentPartPr/>
                <p14:nvPr/>
              </p14:nvContentPartPr>
              <p14:xfrm>
                <a:off x="1353105" y="2613900"/>
                <a:ext cx="2160" cy="2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ACAEB9D-E89B-C5C9-2973-941EE9A1AFD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346985" y="2607780"/>
                  <a:ext cx="144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6AC2ADA-A187-6FA4-9674-61F5A606547F}"/>
                    </a:ext>
                  </a:extLst>
                </p14:cNvPr>
                <p14:cNvContentPartPr/>
                <p14:nvPr/>
              </p14:nvContentPartPr>
              <p14:xfrm>
                <a:off x="1287585" y="2627220"/>
                <a:ext cx="17640" cy="21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6AC2ADA-A187-6FA4-9674-61F5A606547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281465" y="2621100"/>
                  <a:ext cx="298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FADEB94-85D4-BC73-0EB8-F9B7CB95677A}"/>
                    </a:ext>
                  </a:extLst>
                </p14:cNvPr>
                <p14:cNvContentPartPr/>
                <p14:nvPr/>
              </p14:nvContentPartPr>
              <p14:xfrm>
                <a:off x="1661625" y="2378100"/>
                <a:ext cx="42840" cy="154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FADEB94-85D4-BC73-0EB8-F9B7CB95677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655505" y="2371980"/>
                  <a:ext cx="550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D109F05-C57E-51B3-7F0F-786EC990D2F6}"/>
                    </a:ext>
                  </a:extLst>
                </p14:cNvPr>
                <p14:cNvContentPartPr/>
                <p14:nvPr/>
              </p14:nvContentPartPr>
              <p14:xfrm>
                <a:off x="1252305" y="2364060"/>
                <a:ext cx="96480" cy="1573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D109F05-C57E-51B3-7F0F-786EC990D2F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246185" y="2357940"/>
                  <a:ext cx="1087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A43DD7C-1587-47A6-6837-8E551C883DEF}"/>
                    </a:ext>
                  </a:extLst>
                </p14:cNvPr>
                <p14:cNvContentPartPr/>
                <p14:nvPr/>
              </p14:nvContentPartPr>
              <p14:xfrm>
                <a:off x="1283265" y="2539380"/>
                <a:ext cx="1080" cy="158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A43DD7C-1587-47A6-6837-8E551C883DE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277145" y="2533260"/>
                  <a:ext cx="133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E032A39-DBF3-88A6-9F69-DA77C9F11EF4}"/>
                    </a:ext>
                  </a:extLst>
                </p14:cNvPr>
                <p14:cNvContentPartPr/>
                <p14:nvPr/>
              </p14:nvContentPartPr>
              <p14:xfrm>
                <a:off x="1274985" y="2120340"/>
                <a:ext cx="29160" cy="3002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E032A39-DBF3-88A6-9F69-DA77C9F11EF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268865" y="2114220"/>
                  <a:ext cx="414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5FB0810-193A-D8B7-9143-1D22FD3C155A}"/>
                    </a:ext>
                  </a:extLst>
                </p14:cNvPr>
                <p14:cNvContentPartPr/>
                <p14:nvPr/>
              </p14:nvContentPartPr>
              <p14:xfrm>
                <a:off x="803385" y="2126820"/>
                <a:ext cx="471600" cy="914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5FB0810-193A-D8B7-9143-1D22FD3C155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97265" y="2120700"/>
                  <a:ext cx="4838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9CD4FA2-76AE-3344-2FD4-10BD02231DF0}"/>
                    </a:ext>
                  </a:extLst>
                </p14:cNvPr>
                <p14:cNvContentPartPr/>
                <p14:nvPr/>
              </p14:nvContentPartPr>
              <p14:xfrm>
                <a:off x="670185" y="2037900"/>
                <a:ext cx="605880" cy="87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9CD4FA2-76AE-3344-2FD4-10BD02231DF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64065" y="2031780"/>
                  <a:ext cx="6181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0C58EF5-9239-7ABD-9030-45EE904FFB17}"/>
                    </a:ext>
                  </a:extLst>
                </p14:cNvPr>
                <p14:cNvContentPartPr/>
                <p14:nvPr/>
              </p14:nvContentPartPr>
              <p14:xfrm>
                <a:off x="1677465" y="1773660"/>
                <a:ext cx="128160" cy="6321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0C58EF5-9239-7ABD-9030-45EE904FFB1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671345" y="1767540"/>
                  <a:ext cx="14040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A92CA0B-F0C5-4F44-E3EC-ECCD73114601}"/>
                    </a:ext>
                  </a:extLst>
                </p14:cNvPr>
                <p14:cNvContentPartPr/>
                <p14:nvPr/>
              </p14:nvContentPartPr>
              <p14:xfrm>
                <a:off x="803385" y="1748100"/>
                <a:ext cx="894960" cy="993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A92CA0B-F0C5-4F44-E3EC-ECCD7311460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97265" y="1741980"/>
                  <a:ext cx="9072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ABA57D2-44D3-88C7-4975-AF5757F12246}"/>
                    </a:ext>
                  </a:extLst>
                </p14:cNvPr>
                <p14:cNvContentPartPr/>
                <p14:nvPr/>
              </p14:nvContentPartPr>
              <p14:xfrm>
                <a:off x="2106225" y="1420860"/>
                <a:ext cx="163080" cy="10760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ABA57D2-44D3-88C7-4975-AF5757F1224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100105" y="1414740"/>
                  <a:ext cx="175320" cy="10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F501848-B625-3BF0-0F61-6BFDEC4B9A86}"/>
                    </a:ext>
                  </a:extLst>
                </p14:cNvPr>
                <p14:cNvContentPartPr/>
                <p14:nvPr/>
              </p14:nvContentPartPr>
              <p14:xfrm>
                <a:off x="670185" y="1483140"/>
                <a:ext cx="1474560" cy="1634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F501848-B625-3BF0-0F61-6BFDEC4B9A8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64065" y="1477020"/>
                  <a:ext cx="1486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1A80171-355A-AFDF-A969-C0E4655D9711}"/>
                    </a:ext>
                  </a:extLst>
                </p14:cNvPr>
                <p14:cNvContentPartPr/>
                <p14:nvPr/>
              </p14:nvContentPartPr>
              <p14:xfrm>
                <a:off x="490545" y="1257420"/>
                <a:ext cx="1517760" cy="252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1A80171-355A-AFDF-A969-C0E4655D971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84425" y="1251300"/>
                  <a:ext cx="1530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6B5C2AE-7D45-D382-B827-6833359E005C}"/>
                    </a:ext>
                  </a:extLst>
                </p14:cNvPr>
                <p14:cNvContentPartPr/>
                <p14:nvPr/>
              </p14:nvContentPartPr>
              <p14:xfrm>
                <a:off x="630945" y="1324380"/>
                <a:ext cx="50400" cy="4057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6B5C2AE-7D45-D382-B827-6833359E005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24825" y="1318260"/>
                  <a:ext cx="6264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B983A2A-8724-3847-CC4D-DACBC1197BA5}"/>
                    </a:ext>
                  </a:extLst>
                </p14:cNvPr>
                <p14:cNvContentPartPr/>
                <p14:nvPr/>
              </p14:nvContentPartPr>
              <p14:xfrm>
                <a:off x="575505" y="1275780"/>
                <a:ext cx="157680" cy="1306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B983A2A-8724-3847-CC4D-DACBC1197BA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69385" y="1269660"/>
                  <a:ext cx="169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132000F-BB89-87C5-D92F-936029C952D0}"/>
                    </a:ext>
                  </a:extLst>
                </p14:cNvPr>
                <p14:cNvContentPartPr/>
                <p14:nvPr/>
              </p14:nvContentPartPr>
              <p14:xfrm>
                <a:off x="584145" y="1487460"/>
                <a:ext cx="222480" cy="159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132000F-BB89-87C5-D92F-936029C952D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78025" y="1481340"/>
                  <a:ext cx="2347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F226220-63D5-C129-35EB-484ADCBDA7F8}"/>
                    </a:ext>
                  </a:extLst>
                </p14:cNvPr>
                <p14:cNvContentPartPr/>
                <p14:nvPr/>
              </p14:nvContentPartPr>
              <p14:xfrm>
                <a:off x="2792385" y="1308180"/>
                <a:ext cx="106920" cy="11178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F226220-63D5-C129-35EB-484ADCBDA7F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86265" y="1302060"/>
                  <a:ext cx="119160" cy="11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08A8B63-4E81-CDFA-2C3C-E1952FB9BB01}"/>
                    </a:ext>
                  </a:extLst>
                </p14:cNvPr>
                <p14:cNvContentPartPr/>
                <p14:nvPr/>
              </p14:nvContentPartPr>
              <p14:xfrm>
                <a:off x="2774385" y="1351740"/>
                <a:ext cx="360" cy="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08A8B63-4E81-CDFA-2C3C-E1952FB9BB0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68265" y="13456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26961AF-24CA-83E8-8DEE-7A531060E591}"/>
                    </a:ext>
                  </a:extLst>
                </p14:cNvPr>
                <p14:cNvContentPartPr/>
                <p14:nvPr/>
              </p14:nvContentPartPr>
              <p14:xfrm>
                <a:off x="2772585" y="1029900"/>
                <a:ext cx="33480" cy="3078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26961AF-24CA-83E8-8DEE-7A531060E59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766465" y="1023780"/>
                  <a:ext cx="457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D73D35D-2E78-9ACB-8ED2-D1A9F20CE145}"/>
                    </a:ext>
                  </a:extLst>
                </p14:cNvPr>
                <p14:cNvContentPartPr/>
                <p14:nvPr/>
              </p14:nvContentPartPr>
              <p14:xfrm>
                <a:off x="508185" y="1016580"/>
                <a:ext cx="2265120" cy="2084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D73D35D-2E78-9ACB-8ED2-D1A9F20CE14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02065" y="1010460"/>
                  <a:ext cx="22773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51441A2-FB93-73D8-2EE9-F31D0CA2EA48}"/>
                    </a:ext>
                  </a:extLst>
                </p14:cNvPr>
                <p14:cNvContentPartPr/>
                <p14:nvPr/>
              </p14:nvContentPartPr>
              <p14:xfrm>
                <a:off x="2632905" y="1250220"/>
                <a:ext cx="171360" cy="543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51441A2-FB93-73D8-2EE9-F31D0CA2EA4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626785" y="1244100"/>
                  <a:ext cx="1836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F6CB3F6-38ED-6C45-225F-2BC335BD493D}"/>
                    </a:ext>
                  </a:extLst>
                </p14:cNvPr>
                <p14:cNvContentPartPr/>
                <p14:nvPr/>
              </p14:nvContentPartPr>
              <p14:xfrm>
                <a:off x="2776185" y="1236900"/>
                <a:ext cx="279360" cy="669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F6CB3F6-38ED-6C45-225F-2BC335BD493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770065" y="1230780"/>
                  <a:ext cx="2916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B8E783B-292C-280F-2AF9-876A0959F7A2}"/>
                    </a:ext>
                  </a:extLst>
                </p14:cNvPr>
                <p14:cNvContentPartPr/>
                <p14:nvPr/>
              </p14:nvContentPartPr>
              <p14:xfrm>
                <a:off x="2706345" y="933420"/>
                <a:ext cx="325440" cy="694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B8E783B-292C-280F-2AF9-876A0959F7A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700225" y="927300"/>
                  <a:ext cx="3376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1F5AE14-0FF7-B60F-67C9-3DE15BA7BDE7}"/>
                    </a:ext>
                  </a:extLst>
                </p14:cNvPr>
                <p14:cNvContentPartPr/>
                <p14:nvPr/>
              </p14:nvContentPartPr>
              <p14:xfrm>
                <a:off x="2926665" y="1018380"/>
                <a:ext cx="116640" cy="2296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1F5AE14-0FF7-B60F-67C9-3DE15BA7BDE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920545" y="1012260"/>
                  <a:ext cx="1288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78E2D58-B3A6-A43F-F289-56305639D0B3}"/>
                    </a:ext>
                  </a:extLst>
                </p14:cNvPr>
                <p14:cNvContentPartPr/>
                <p14:nvPr/>
              </p14:nvContentPartPr>
              <p14:xfrm>
                <a:off x="2751705" y="844140"/>
                <a:ext cx="42840" cy="4086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78E2D58-B3A6-A43F-F289-56305639D0B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745585" y="838020"/>
                  <a:ext cx="5508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B75AAEF-32AE-0EC2-A938-1FE084A662A0}"/>
                    </a:ext>
                  </a:extLst>
                </p14:cNvPr>
                <p14:cNvContentPartPr/>
                <p14:nvPr/>
              </p14:nvContentPartPr>
              <p14:xfrm>
                <a:off x="3251745" y="945300"/>
                <a:ext cx="84600" cy="16149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B75AAEF-32AE-0EC2-A938-1FE084A662A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245625" y="939180"/>
                  <a:ext cx="96840" cy="162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894434B1-E2F0-42D7-26C2-3247D192DF26}"/>
              </a:ext>
            </a:extLst>
          </p:cNvPr>
          <p:cNvGrpSpPr/>
          <p:nvPr/>
        </p:nvGrpSpPr>
        <p:grpSpPr>
          <a:xfrm>
            <a:off x="7063425" y="2198100"/>
            <a:ext cx="1580400" cy="178560"/>
            <a:chOff x="7063425" y="2198100"/>
            <a:chExt cx="1580400" cy="17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7BA4769-14BD-A700-7CF8-222F2190888D}"/>
                    </a:ext>
                  </a:extLst>
                </p14:cNvPr>
                <p14:cNvContentPartPr/>
                <p14:nvPr/>
              </p14:nvContentPartPr>
              <p14:xfrm>
                <a:off x="7063425" y="2198100"/>
                <a:ext cx="1580400" cy="514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7BA4769-14BD-A700-7CF8-222F2190888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057305" y="2191980"/>
                  <a:ext cx="15926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948EDE6-B529-9255-B887-905DE62EB42A}"/>
                    </a:ext>
                  </a:extLst>
                </p14:cNvPr>
                <p14:cNvContentPartPr/>
                <p14:nvPr/>
              </p14:nvContentPartPr>
              <p14:xfrm>
                <a:off x="7258185" y="2289180"/>
                <a:ext cx="1203840" cy="874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948EDE6-B529-9255-B887-905DE62EB42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252065" y="2283060"/>
                  <a:ext cx="1216080" cy="99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75087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68B2FB75-C5AC-FEE3-6F29-D031BB969319}"/>
                  </a:ext>
                </a:extLst>
              </p14:cNvPr>
              <p14:cNvContentPartPr/>
              <p14:nvPr/>
            </p14:nvContentPartPr>
            <p14:xfrm>
              <a:off x="3094785" y="362820"/>
              <a:ext cx="1459800" cy="9108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68B2FB75-C5AC-FEE3-6F29-D031BB9693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88665" y="356700"/>
                <a:ext cx="147204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5F2778C1-5F5F-55E3-FC66-543F8FC7BD81}"/>
                  </a:ext>
                </a:extLst>
              </p14:cNvPr>
              <p14:cNvContentPartPr/>
              <p14:nvPr/>
            </p14:nvContentPartPr>
            <p14:xfrm>
              <a:off x="5030145" y="582060"/>
              <a:ext cx="237600" cy="9108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5F2778C1-5F5F-55E3-FC66-543F8FC7BD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24025" y="575940"/>
                <a:ext cx="24984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9964EB4-0AED-F22D-15A9-BA8BB9E607BA}"/>
                  </a:ext>
                </a:extLst>
              </p14:cNvPr>
              <p14:cNvContentPartPr/>
              <p14:nvPr/>
            </p14:nvContentPartPr>
            <p14:xfrm>
              <a:off x="504585" y="513660"/>
              <a:ext cx="36000" cy="231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9964EB4-0AED-F22D-15A9-BA8BB9E607B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8465" y="507540"/>
                <a:ext cx="4824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D29D2F2-2F46-44DF-68C9-FC51CEEDDC53}"/>
                  </a:ext>
                </a:extLst>
              </p14:cNvPr>
              <p14:cNvContentPartPr/>
              <p14:nvPr/>
            </p14:nvContentPartPr>
            <p14:xfrm>
              <a:off x="518625" y="976620"/>
              <a:ext cx="154440" cy="182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D29D2F2-2F46-44DF-68C9-FC51CEEDDC5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2505" y="970500"/>
                <a:ext cx="16668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95933A1-673E-B8C3-735B-223524F786AF}"/>
                  </a:ext>
                </a:extLst>
              </p14:cNvPr>
              <p14:cNvContentPartPr/>
              <p14:nvPr/>
            </p14:nvContentPartPr>
            <p14:xfrm>
              <a:off x="556425" y="1337340"/>
              <a:ext cx="212400" cy="244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95933A1-673E-B8C3-735B-223524F786A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0305" y="1331220"/>
                <a:ext cx="22464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C72B574-BC92-3DE5-5EA0-08B0DC2AD896}"/>
                  </a:ext>
                </a:extLst>
              </p14:cNvPr>
              <p14:cNvContentPartPr/>
              <p14:nvPr/>
            </p14:nvContentPartPr>
            <p14:xfrm>
              <a:off x="545265" y="1914060"/>
              <a:ext cx="232200" cy="1850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C72B574-BC92-3DE5-5EA0-08B0DC2AD89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9145" y="1907940"/>
                <a:ext cx="24444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0C4C3E9-B9B8-854B-BD7B-DD54E927EAF0}"/>
                  </a:ext>
                </a:extLst>
              </p14:cNvPr>
              <p14:cNvContentPartPr/>
              <p14:nvPr/>
            </p14:nvContentPartPr>
            <p14:xfrm>
              <a:off x="693225" y="2029980"/>
              <a:ext cx="3600" cy="81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0C4C3E9-B9B8-854B-BD7B-DD54E927EAF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87105" y="2023860"/>
                <a:ext cx="158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1C6A46F-F88D-EF36-45C6-004078A06CE8}"/>
                  </a:ext>
                </a:extLst>
              </p14:cNvPr>
              <p14:cNvContentPartPr/>
              <p14:nvPr/>
            </p14:nvContentPartPr>
            <p14:xfrm>
              <a:off x="181665" y="368940"/>
              <a:ext cx="2046960" cy="117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1C6A46F-F88D-EF36-45C6-004078A06CE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5545" y="362820"/>
                <a:ext cx="205920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2094E0A-9BEA-03B7-0380-FC22AB7DFEAF}"/>
                  </a:ext>
                </a:extLst>
              </p14:cNvPr>
              <p14:cNvContentPartPr/>
              <p14:nvPr/>
            </p14:nvContentPartPr>
            <p14:xfrm>
              <a:off x="909225" y="83820"/>
              <a:ext cx="261000" cy="27460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2094E0A-9BEA-03B7-0380-FC22AB7DFEA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3105" y="77700"/>
                <a:ext cx="273240" cy="27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B6BC576-01F0-A6F0-0D6D-A18202F03799}"/>
                  </a:ext>
                </a:extLst>
              </p14:cNvPr>
              <p14:cNvContentPartPr/>
              <p14:nvPr/>
            </p14:nvContentPartPr>
            <p14:xfrm>
              <a:off x="1093905" y="98220"/>
              <a:ext cx="189720" cy="3265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B6BC576-01F0-A6F0-0D6D-A18202F0379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87785" y="92100"/>
                <a:ext cx="20196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4D87CC4-9797-FD2A-AEE7-71D03D3E603D}"/>
                  </a:ext>
                </a:extLst>
              </p14:cNvPr>
              <p14:cNvContentPartPr/>
              <p14:nvPr/>
            </p14:nvContentPartPr>
            <p14:xfrm>
              <a:off x="1013625" y="182820"/>
              <a:ext cx="240120" cy="2224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4D87CC4-9797-FD2A-AEE7-71D03D3E603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07505" y="176700"/>
                <a:ext cx="25236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CABF0C2-D54F-F8D0-F13A-C5EFFB6747F5}"/>
                  </a:ext>
                </a:extLst>
              </p14:cNvPr>
              <p14:cNvContentPartPr/>
              <p14:nvPr/>
            </p14:nvContentPartPr>
            <p14:xfrm>
              <a:off x="1048545" y="625620"/>
              <a:ext cx="258840" cy="2264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CABF0C2-D54F-F8D0-F13A-C5EFFB6747F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42425" y="619500"/>
                <a:ext cx="27108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C198ACC-C347-8244-E7F4-7A0FBC256216}"/>
                  </a:ext>
                </a:extLst>
              </p14:cNvPr>
              <p14:cNvContentPartPr/>
              <p14:nvPr/>
            </p14:nvContentPartPr>
            <p14:xfrm>
              <a:off x="1335465" y="621660"/>
              <a:ext cx="149040" cy="1494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C198ACC-C347-8244-E7F4-7A0FBC25621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29345" y="615540"/>
                <a:ext cx="16128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44FA5C4-A546-A93C-3BB7-0FFF8A04EBE3}"/>
                  </a:ext>
                </a:extLst>
              </p14:cNvPr>
              <p14:cNvContentPartPr/>
              <p14:nvPr/>
            </p14:nvContentPartPr>
            <p14:xfrm>
              <a:off x="1138905" y="1024500"/>
              <a:ext cx="208440" cy="1767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44FA5C4-A546-A93C-3BB7-0FFF8A04EBE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32785" y="1018380"/>
                <a:ext cx="22068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BCCA804-A695-603B-DF73-B1CCB03BEDD4}"/>
                  </a:ext>
                </a:extLst>
              </p14:cNvPr>
              <p14:cNvContentPartPr/>
              <p14:nvPr/>
            </p14:nvContentPartPr>
            <p14:xfrm>
              <a:off x="1242945" y="905700"/>
              <a:ext cx="187200" cy="345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BCCA804-A695-603B-DF73-B1CCB03BEDD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236825" y="899580"/>
                <a:ext cx="1994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9EF661D-3852-FD54-A79A-89BC58FC5535}"/>
                  </a:ext>
                </a:extLst>
              </p14:cNvPr>
              <p14:cNvContentPartPr/>
              <p14:nvPr/>
            </p14:nvContentPartPr>
            <p14:xfrm>
              <a:off x="1160505" y="924420"/>
              <a:ext cx="169200" cy="500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9EF661D-3852-FD54-A79A-89BC58FC553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54385" y="918300"/>
                <a:ext cx="1814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9FD4744-946D-BE18-B723-2A687FD2F3E0}"/>
                  </a:ext>
                </a:extLst>
              </p14:cNvPr>
              <p14:cNvContentPartPr/>
              <p14:nvPr/>
            </p14:nvContentPartPr>
            <p14:xfrm>
              <a:off x="1397025" y="975900"/>
              <a:ext cx="163800" cy="1879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9FD4744-946D-BE18-B723-2A687FD2F3E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390905" y="969780"/>
                <a:ext cx="17604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E7B4C2E-1235-02DD-2B4A-4A97F4E9F9A6}"/>
                  </a:ext>
                </a:extLst>
              </p14:cNvPr>
              <p14:cNvContentPartPr/>
              <p14:nvPr/>
            </p14:nvContentPartPr>
            <p14:xfrm>
              <a:off x="1245465" y="1358940"/>
              <a:ext cx="112320" cy="2401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E7B4C2E-1235-02DD-2B4A-4A97F4E9F9A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239345" y="1352820"/>
                <a:ext cx="12456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EB937E3-BDCB-5F41-C772-48A6C21DE379}"/>
                  </a:ext>
                </a:extLst>
              </p14:cNvPr>
              <p14:cNvContentPartPr/>
              <p14:nvPr/>
            </p14:nvContentPartPr>
            <p14:xfrm>
              <a:off x="1435185" y="1355340"/>
              <a:ext cx="109080" cy="1382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EB937E3-BDCB-5F41-C772-48A6C21DE37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429065" y="1349220"/>
                <a:ext cx="12132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16330FF-686B-7A6C-2EAA-A12E49F9A9AF}"/>
                  </a:ext>
                </a:extLst>
              </p14:cNvPr>
              <p14:cNvContentPartPr/>
              <p14:nvPr/>
            </p14:nvContentPartPr>
            <p14:xfrm>
              <a:off x="1278225" y="1868700"/>
              <a:ext cx="150480" cy="2610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16330FF-686B-7A6C-2EAA-A12E49F9A9A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272105" y="1862580"/>
                <a:ext cx="1627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422B158-4F66-A9AE-6FD7-2B4DD157887D}"/>
                  </a:ext>
                </a:extLst>
              </p14:cNvPr>
              <p14:cNvContentPartPr/>
              <p14:nvPr/>
            </p14:nvContentPartPr>
            <p14:xfrm>
              <a:off x="1577385" y="1855020"/>
              <a:ext cx="116640" cy="1800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422B158-4F66-A9AE-6FD7-2B4DD157887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571265" y="1848900"/>
                <a:ext cx="12888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11A35E9-DF63-0835-DCB9-DB9517582402}"/>
                  </a:ext>
                </a:extLst>
              </p14:cNvPr>
              <p14:cNvContentPartPr/>
              <p14:nvPr/>
            </p14:nvContentPartPr>
            <p14:xfrm>
              <a:off x="1640745" y="139260"/>
              <a:ext cx="309600" cy="24501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11A35E9-DF63-0835-DCB9-DB951758240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634625" y="133140"/>
                <a:ext cx="321840" cy="246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3286165-2442-9F02-D49F-786A7E51A520}"/>
                  </a:ext>
                </a:extLst>
              </p14:cNvPr>
              <p14:cNvContentPartPr/>
              <p14:nvPr/>
            </p14:nvContentPartPr>
            <p14:xfrm>
              <a:off x="1873665" y="82740"/>
              <a:ext cx="285120" cy="3463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3286165-2442-9F02-D49F-786A7E51A52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867545" y="76620"/>
                <a:ext cx="29736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2DE778E-B65A-6951-F6A1-DFD192F1612B}"/>
                  </a:ext>
                </a:extLst>
              </p14:cNvPr>
              <p14:cNvContentPartPr/>
              <p14:nvPr/>
            </p14:nvContentPartPr>
            <p14:xfrm>
              <a:off x="2340225" y="104700"/>
              <a:ext cx="196200" cy="269280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2DE778E-B65A-6951-F6A1-DFD192F1612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334105" y="98580"/>
                <a:ext cx="208440" cy="270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BF45DAD-9A4B-8F08-A538-749B984DFCF3}"/>
                  </a:ext>
                </a:extLst>
              </p14:cNvPr>
              <p14:cNvContentPartPr/>
              <p14:nvPr/>
            </p14:nvContentPartPr>
            <p14:xfrm>
              <a:off x="1908945" y="568380"/>
              <a:ext cx="155520" cy="1879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BF45DAD-9A4B-8F08-A538-749B984DFCF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902825" y="562260"/>
                <a:ext cx="16776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5F5EADD-2939-9DE3-D004-5B55B58A458E}"/>
                  </a:ext>
                </a:extLst>
              </p14:cNvPr>
              <p14:cNvContentPartPr/>
              <p14:nvPr/>
            </p14:nvContentPartPr>
            <p14:xfrm>
              <a:off x="1828665" y="483780"/>
              <a:ext cx="412920" cy="1198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5F5EADD-2939-9DE3-D004-5B55B58A458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822545" y="477660"/>
                <a:ext cx="42516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5986C52-15D8-18EF-7F48-83D553C4D449}"/>
                  </a:ext>
                </a:extLst>
              </p14:cNvPr>
              <p14:cNvContentPartPr/>
              <p14:nvPr/>
            </p14:nvContentPartPr>
            <p14:xfrm>
              <a:off x="1942425" y="964380"/>
              <a:ext cx="33480" cy="2462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5986C52-15D8-18EF-7F48-83D553C4D44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936305" y="958260"/>
                <a:ext cx="4572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CF5B81D-D3F5-BC3E-E357-01204D6BB48C}"/>
                  </a:ext>
                </a:extLst>
              </p14:cNvPr>
              <p14:cNvContentPartPr/>
              <p14:nvPr/>
            </p14:nvContentPartPr>
            <p14:xfrm>
              <a:off x="2090385" y="1003260"/>
              <a:ext cx="169560" cy="1522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CF5B81D-D3F5-BC3E-E357-01204D6BB48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084265" y="997140"/>
                <a:ext cx="18180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5F211F3-1EF6-1AE8-8D8C-86AB6BA2F56F}"/>
                  </a:ext>
                </a:extLst>
              </p14:cNvPr>
              <p14:cNvContentPartPr/>
              <p14:nvPr/>
            </p14:nvContentPartPr>
            <p14:xfrm>
              <a:off x="2097585" y="1388820"/>
              <a:ext cx="133920" cy="1713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5F211F3-1EF6-1AE8-8D8C-86AB6BA2F56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091465" y="1382700"/>
                <a:ext cx="14616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CDA91D3-9B6C-1343-DB49-FC32FCCF455D}"/>
                  </a:ext>
                </a:extLst>
              </p14:cNvPr>
              <p14:cNvContentPartPr/>
              <p14:nvPr/>
            </p14:nvContentPartPr>
            <p14:xfrm>
              <a:off x="2061945" y="1331940"/>
              <a:ext cx="254520" cy="590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CDA91D3-9B6C-1343-DB49-FC32FCCF455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055825" y="1325820"/>
                <a:ext cx="26676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A982938-167E-54F3-16F5-9DCB26EDF9E7}"/>
                  </a:ext>
                </a:extLst>
              </p14:cNvPr>
              <p14:cNvContentPartPr/>
              <p14:nvPr/>
            </p14:nvContentPartPr>
            <p14:xfrm>
              <a:off x="2098305" y="1765020"/>
              <a:ext cx="47160" cy="2635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A982938-167E-54F3-16F5-9DCB26EDF9E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092185" y="1758900"/>
                <a:ext cx="5940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63ACAC9-EE54-D0C4-D6FB-97F79B0580CC}"/>
                  </a:ext>
                </a:extLst>
              </p14:cNvPr>
              <p14:cNvContentPartPr/>
              <p14:nvPr/>
            </p14:nvContentPartPr>
            <p14:xfrm>
              <a:off x="2236905" y="1830180"/>
              <a:ext cx="134640" cy="1861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63ACAC9-EE54-D0C4-D6FB-97F79B0580C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230785" y="1824060"/>
                <a:ext cx="14688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0939EE6-2D44-E25D-5CE5-B4F575BC93A0}"/>
                  </a:ext>
                </a:extLst>
              </p14:cNvPr>
              <p14:cNvContentPartPr/>
              <p14:nvPr/>
            </p14:nvContentPartPr>
            <p14:xfrm>
              <a:off x="2280105" y="1709220"/>
              <a:ext cx="167760" cy="892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0939EE6-2D44-E25D-5CE5-B4F575BC93A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273985" y="1703100"/>
                <a:ext cx="1800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67D5711F-D673-B3F3-ECD4-5EC8794CB666}"/>
                  </a:ext>
                </a:extLst>
              </p14:cNvPr>
              <p14:cNvContentPartPr/>
              <p14:nvPr/>
            </p14:nvContentPartPr>
            <p14:xfrm>
              <a:off x="2648385" y="189300"/>
              <a:ext cx="145800" cy="3016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67D5711F-D673-B3F3-ECD4-5EC8794CB66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642265" y="183180"/>
                <a:ext cx="15804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627B151F-7823-BFCB-0839-368452368446}"/>
                  </a:ext>
                </a:extLst>
              </p14:cNvPr>
              <p14:cNvContentPartPr/>
              <p14:nvPr/>
            </p14:nvContentPartPr>
            <p14:xfrm>
              <a:off x="2666025" y="23700"/>
              <a:ext cx="125280" cy="10980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627B151F-7823-BFCB-0839-36845236844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659905" y="17580"/>
                <a:ext cx="13752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CAAE7BA-48D6-24DA-AE75-31C79F236884}"/>
                  </a:ext>
                </a:extLst>
              </p14:cNvPr>
              <p14:cNvContentPartPr/>
              <p14:nvPr/>
            </p14:nvContentPartPr>
            <p14:xfrm>
              <a:off x="2196585" y="256980"/>
              <a:ext cx="1163880" cy="1587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CAAE7BA-48D6-24DA-AE75-31C79F23688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190465" y="250860"/>
                <a:ext cx="117612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A4EE69A-13A0-94C9-2BDD-0A9B6F94A75A}"/>
                  </a:ext>
                </a:extLst>
              </p14:cNvPr>
              <p14:cNvContentPartPr/>
              <p14:nvPr/>
            </p14:nvContentPartPr>
            <p14:xfrm>
              <a:off x="3113505" y="51060"/>
              <a:ext cx="216360" cy="28771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A4EE69A-13A0-94C9-2BDD-0A9B6F94A75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107385" y="44940"/>
                <a:ext cx="228600" cy="28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A826BC4-1179-B6FB-940D-801CF13AD23F}"/>
                  </a:ext>
                </a:extLst>
              </p14:cNvPr>
              <p14:cNvContentPartPr/>
              <p14:nvPr/>
            </p14:nvContentPartPr>
            <p14:xfrm>
              <a:off x="2660265" y="500700"/>
              <a:ext cx="156960" cy="2592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A826BC4-1179-B6FB-940D-801CF13AD23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654145" y="494580"/>
                <a:ext cx="16920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2F6641C-9029-31C5-B0FB-AE5B0DF58A80}"/>
                  </a:ext>
                </a:extLst>
              </p14:cNvPr>
              <p14:cNvContentPartPr/>
              <p14:nvPr/>
            </p14:nvContentPartPr>
            <p14:xfrm>
              <a:off x="2705625" y="928740"/>
              <a:ext cx="45720" cy="2221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2F6641C-9029-31C5-B0FB-AE5B0DF58A8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699505" y="922620"/>
                <a:ext cx="5796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0654945-297A-83B9-48B7-D011A22743FD}"/>
                  </a:ext>
                </a:extLst>
              </p14:cNvPr>
              <p14:cNvContentPartPr/>
              <p14:nvPr/>
            </p14:nvContentPartPr>
            <p14:xfrm>
              <a:off x="2790585" y="904260"/>
              <a:ext cx="158040" cy="2671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0654945-297A-83B9-48B7-D011A22743F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784465" y="898140"/>
                <a:ext cx="17028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53ED47D-080B-8EBF-46B0-DA0438C9AE16}"/>
                  </a:ext>
                </a:extLst>
              </p14:cNvPr>
              <p14:cNvContentPartPr/>
              <p14:nvPr/>
            </p14:nvContentPartPr>
            <p14:xfrm>
              <a:off x="2731905" y="1327620"/>
              <a:ext cx="178920" cy="3452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53ED47D-080B-8EBF-46B0-DA0438C9AE1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725785" y="1321500"/>
                <a:ext cx="19116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F6D38CF-32AD-1BB4-268C-B45CD2FAB5BF}"/>
                  </a:ext>
                </a:extLst>
              </p14:cNvPr>
              <p14:cNvContentPartPr/>
              <p14:nvPr/>
            </p14:nvContentPartPr>
            <p14:xfrm>
              <a:off x="2864025" y="1817580"/>
              <a:ext cx="29520" cy="61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F6D38CF-32AD-1BB4-268C-B45CD2FAB5B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857905" y="1811460"/>
                <a:ext cx="41760" cy="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81FF911-17E0-A519-5199-A06CDCBDA43F}"/>
                  </a:ext>
                </a:extLst>
              </p14:cNvPr>
              <p14:cNvContentPartPr/>
              <p14:nvPr/>
            </p14:nvContentPartPr>
            <p14:xfrm>
              <a:off x="2728305" y="1766460"/>
              <a:ext cx="33480" cy="29592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81FF911-17E0-A519-5199-A06CDCBDA43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722185" y="1760340"/>
                <a:ext cx="4572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5B7FC75-AA48-50E5-034B-F84465C7BB34}"/>
                  </a:ext>
                </a:extLst>
              </p14:cNvPr>
              <p14:cNvContentPartPr/>
              <p14:nvPr/>
            </p14:nvContentPartPr>
            <p14:xfrm>
              <a:off x="2905425" y="1759260"/>
              <a:ext cx="210960" cy="2340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5B7FC75-AA48-50E5-034B-F84465C7BB3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899305" y="1753140"/>
                <a:ext cx="2232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6ACAF3D-3442-ED88-FD22-B80DE8AB764A}"/>
                  </a:ext>
                </a:extLst>
              </p14:cNvPr>
              <p14:cNvContentPartPr/>
              <p14:nvPr/>
            </p14:nvContentPartPr>
            <p14:xfrm>
              <a:off x="500625" y="2122140"/>
              <a:ext cx="3438720" cy="2743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6ACAF3D-3442-ED88-FD22-B80DE8AB764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94505" y="2116020"/>
                <a:ext cx="345096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BD2ED6E-B7F6-3AA0-9A03-83D0BB4FCF92}"/>
                  </a:ext>
                </a:extLst>
              </p14:cNvPr>
              <p14:cNvContentPartPr/>
              <p14:nvPr/>
            </p14:nvContentPartPr>
            <p14:xfrm>
              <a:off x="254025" y="16500"/>
              <a:ext cx="311400" cy="29786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BD2ED6E-B7F6-3AA0-9A03-83D0BB4FCF9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47905" y="10380"/>
                <a:ext cx="323640" cy="29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66B4996A-C7D7-A5A5-28D5-B712B8881FE9}"/>
                  </a:ext>
                </a:extLst>
              </p14:cNvPr>
              <p14:cNvContentPartPr/>
              <p14:nvPr/>
            </p14:nvContentPartPr>
            <p14:xfrm>
              <a:off x="23985" y="-36780"/>
              <a:ext cx="3740400" cy="460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66B4996A-C7D7-A5A5-28D5-B712B8881FE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7865" y="-42900"/>
                <a:ext cx="375264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39894EB2-2E89-D085-EC41-3C6841E9364B}"/>
                  </a:ext>
                </a:extLst>
              </p14:cNvPr>
              <p14:cNvContentPartPr/>
              <p14:nvPr/>
            </p14:nvContentPartPr>
            <p14:xfrm>
              <a:off x="2766105" y="292980"/>
              <a:ext cx="12240" cy="79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39894EB2-2E89-D085-EC41-3C6841E9364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759985" y="286860"/>
                <a:ext cx="2448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49B34CE-7923-DEB3-6F6A-6794B71896B7}"/>
                  </a:ext>
                </a:extLst>
              </p14:cNvPr>
              <p14:cNvContentPartPr/>
              <p14:nvPr/>
            </p14:nvContentPartPr>
            <p14:xfrm>
              <a:off x="1965825" y="300540"/>
              <a:ext cx="225720" cy="1080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49B34CE-7923-DEB3-6F6A-6794B71896B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959705" y="294420"/>
                <a:ext cx="23796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F85C04F-D754-0B19-CD0B-D3EBB9E79630}"/>
                  </a:ext>
                </a:extLst>
              </p14:cNvPr>
              <p14:cNvContentPartPr/>
              <p14:nvPr/>
            </p14:nvContentPartPr>
            <p14:xfrm>
              <a:off x="1194345" y="471540"/>
              <a:ext cx="41400" cy="867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F85C04F-D754-0B19-CD0B-D3EBB9E7963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188225" y="465420"/>
                <a:ext cx="5364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ECFF4F5E-672E-71A6-A100-4BC9A8E2FC35}"/>
                  </a:ext>
                </a:extLst>
              </p14:cNvPr>
              <p14:cNvContentPartPr/>
              <p14:nvPr/>
            </p14:nvContentPartPr>
            <p14:xfrm>
              <a:off x="3373425" y="140700"/>
              <a:ext cx="192600" cy="29160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ECFF4F5E-672E-71A6-A100-4BC9A8E2FC35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367305" y="134580"/>
                <a:ext cx="20484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4142C8F6-CD9E-8633-40D8-82DF0970D1A4}"/>
                  </a:ext>
                </a:extLst>
              </p14:cNvPr>
              <p14:cNvContentPartPr/>
              <p14:nvPr/>
            </p14:nvContentPartPr>
            <p14:xfrm>
              <a:off x="3692385" y="191100"/>
              <a:ext cx="153000" cy="421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4142C8F6-CD9E-8633-40D8-82DF0970D1A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686265" y="184980"/>
                <a:ext cx="16524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AC120C6-FDB5-36AC-06DA-7479469FFC83}"/>
                  </a:ext>
                </a:extLst>
              </p14:cNvPr>
              <p14:cNvContentPartPr/>
              <p14:nvPr/>
            </p14:nvContentPartPr>
            <p14:xfrm>
              <a:off x="3928545" y="133860"/>
              <a:ext cx="192240" cy="28152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AC120C6-FDB5-36AC-06DA-7479469FFC8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922425" y="127740"/>
                <a:ext cx="20448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EACFF9A5-99A7-0BA0-EFF5-55B42392513C}"/>
                  </a:ext>
                </a:extLst>
              </p14:cNvPr>
              <p14:cNvContentPartPr/>
              <p14:nvPr/>
            </p14:nvContentPartPr>
            <p14:xfrm>
              <a:off x="4008825" y="-10140"/>
              <a:ext cx="150480" cy="957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EACFF9A5-99A7-0BA0-EFF5-55B42392513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002705" y="-16260"/>
                <a:ext cx="16272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CD2EEF47-DBD7-4404-ACBF-CB5CD930C933}"/>
                  </a:ext>
                </a:extLst>
              </p14:cNvPr>
              <p14:cNvContentPartPr/>
              <p14:nvPr/>
            </p14:nvContentPartPr>
            <p14:xfrm>
              <a:off x="3550185" y="541740"/>
              <a:ext cx="294120" cy="1699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CD2EEF47-DBD7-4404-ACBF-CB5CD930C93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544065" y="535620"/>
                <a:ext cx="30636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5B235AC9-FF38-0BCC-A080-6B35C27EAFCA}"/>
                  </a:ext>
                </a:extLst>
              </p14:cNvPr>
              <p14:cNvContentPartPr/>
              <p14:nvPr/>
            </p14:nvContentPartPr>
            <p14:xfrm>
              <a:off x="3461625" y="1025220"/>
              <a:ext cx="220680" cy="309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5B235AC9-FF38-0BCC-A080-6B35C27EAFC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455505" y="1019100"/>
                <a:ext cx="2329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CE688527-8B9B-5DFC-9B04-CD0E1E5B2623}"/>
                  </a:ext>
                </a:extLst>
              </p14:cNvPr>
              <p14:cNvContentPartPr/>
              <p14:nvPr/>
            </p14:nvContentPartPr>
            <p14:xfrm>
              <a:off x="3724785" y="914700"/>
              <a:ext cx="139320" cy="24228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CE688527-8B9B-5DFC-9B04-CD0E1E5B262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718665" y="908580"/>
                <a:ext cx="1515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81C1173-A5AF-10B2-EACF-43562DA9555D}"/>
                  </a:ext>
                </a:extLst>
              </p14:cNvPr>
              <p14:cNvContentPartPr/>
              <p14:nvPr/>
            </p14:nvContentPartPr>
            <p14:xfrm>
              <a:off x="3496905" y="1497180"/>
              <a:ext cx="142200" cy="543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81C1173-A5AF-10B2-EACF-43562DA9555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490785" y="1491060"/>
                <a:ext cx="15444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B95525D8-B6AF-13C4-236E-0F3177560642}"/>
                  </a:ext>
                </a:extLst>
              </p14:cNvPr>
              <p14:cNvContentPartPr/>
              <p14:nvPr/>
            </p14:nvContentPartPr>
            <p14:xfrm>
              <a:off x="3752865" y="1339500"/>
              <a:ext cx="236880" cy="3297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B95525D8-B6AF-13C4-236E-0F317756064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746745" y="1333380"/>
                <a:ext cx="24912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40929703-70D1-8D5F-B5D6-490F5D14B992}"/>
                  </a:ext>
                </a:extLst>
              </p14:cNvPr>
              <p14:cNvContentPartPr/>
              <p14:nvPr/>
            </p14:nvContentPartPr>
            <p14:xfrm>
              <a:off x="3768345" y="1817220"/>
              <a:ext cx="223200" cy="20772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40929703-70D1-8D5F-B5D6-490F5D14B99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762225" y="1811100"/>
                <a:ext cx="23544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4C4BFCD2-AD5D-8D34-AE42-BD019FA68930}"/>
                  </a:ext>
                </a:extLst>
              </p14:cNvPr>
              <p14:cNvContentPartPr/>
              <p14:nvPr/>
            </p14:nvContentPartPr>
            <p14:xfrm>
              <a:off x="3753945" y="1688700"/>
              <a:ext cx="298080" cy="10512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4C4BFCD2-AD5D-8D34-AE42-BD019FA6893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747825" y="1682580"/>
                <a:ext cx="31032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030FA061-C28A-472E-4EE8-8823B4C37A72}"/>
                  </a:ext>
                </a:extLst>
              </p14:cNvPr>
              <p14:cNvContentPartPr/>
              <p14:nvPr/>
            </p14:nvContentPartPr>
            <p14:xfrm>
              <a:off x="4336785" y="115860"/>
              <a:ext cx="271800" cy="215172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030FA061-C28A-472E-4EE8-8823B4C37A72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330665" y="109740"/>
                <a:ext cx="284040" cy="21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05B86262-A9EB-8FFF-A47E-835DF130275A}"/>
                  </a:ext>
                </a:extLst>
              </p14:cNvPr>
              <p14:cNvContentPartPr/>
              <p14:nvPr/>
            </p14:nvContentPartPr>
            <p14:xfrm>
              <a:off x="2767545" y="349860"/>
              <a:ext cx="522000" cy="3600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05B86262-A9EB-8FFF-A47E-835DF130275A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761425" y="343740"/>
                <a:ext cx="53424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9E2480ED-DDBE-9A87-7EDF-2CFC0C6240D1}"/>
                  </a:ext>
                </a:extLst>
              </p14:cNvPr>
              <p14:cNvContentPartPr/>
              <p14:nvPr/>
            </p14:nvContentPartPr>
            <p14:xfrm>
              <a:off x="5830065" y="397020"/>
              <a:ext cx="235440" cy="30312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9E2480ED-DDBE-9A87-7EDF-2CFC0C6240D1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823945" y="390900"/>
                <a:ext cx="24768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6E785228-DB52-4A0C-94A2-F0404C59F2E4}"/>
                  </a:ext>
                </a:extLst>
              </p14:cNvPr>
              <p14:cNvContentPartPr/>
              <p14:nvPr/>
            </p14:nvContentPartPr>
            <p14:xfrm>
              <a:off x="6037425" y="655500"/>
              <a:ext cx="360" cy="216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6E785228-DB52-4A0C-94A2-F0404C59F2E4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031305" y="649380"/>
                <a:ext cx="12600" cy="1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592A98D4-CA86-895B-49A6-1EA4417296D4}"/>
              </a:ext>
            </a:extLst>
          </p:cNvPr>
          <p:cNvGrpSpPr/>
          <p:nvPr/>
        </p:nvGrpSpPr>
        <p:grpSpPr>
          <a:xfrm>
            <a:off x="4570065" y="24060"/>
            <a:ext cx="4489920" cy="3635280"/>
            <a:chOff x="4570065" y="24060"/>
            <a:chExt cx="4489920" cy="363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CD346A0-BB5E-D046-DAA4-A0B6B9EE203B}"/>
                    </a:ext>
                  </a:extLst>
                </p14:cNvPr>
                <p14:cNvContentPartPr/>
                <p14:nvPr/>
              </p14:nvContentPartPr>
              <p14:xfrm>
                <a:off x="4570065" y="86340"/>
                <a:ext cx="86760" cy="2224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CD346A0-BB5E-D046-DAA4-A0B6B9EE203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563945" y="80220"/>
                  <a:ext cx="990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08C1A0E-CD93-676E-B362-2E8A42265A93}"/>
                    </a:ext>
                  </a:extLst>
                </p14:cNvPr>
                <p14:cNvContentPartPr/>
                <p14:nvPr/>
              </p14:nvContentPartPr>
              <p14:xfrm>
                <a:off x="5317425" y="81660"/>
                <a:ext cx="56520" cy="2188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08C1A0E-CD93-676E-B362-2E8A42265A9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311305" y="75540"/>
                  <a:ext cx="687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656E251-9DC2-09B7-0F1D-75F85AAA774F}"/>
                    </a:ext>
                  </a:extLst>
                </p14:cNvPr>
                <p14:cNvContentPartPr/>
                <p14:nvPr/>
              </p14:nvContentPartPr>
              <p14:xfrm>
                <a:off x="4935825" y="454980"/>
                <a:ext cx="242280" cy="197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656E251-9DC2-09B7-0F1D-75F85AAA774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929705" y="448860"/>
                  <a:ext cx="2545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88BF46A-8745-58F7-9552-2747C09A7E1D}"/>
                    </a:ext>
                  </a:extLst>
                </p14:cNvPr>
                <p14:cNvContentPartPr/>
                <p14:nvPr/>
              </p14:nvContentPartPr>
              <p14:xfrm>
                <a:off x="5050305" y="937380"/>
                <a:ext cx="120960" cy="327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88BF46A-8745-58F7-9552-2747C09A7E1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044185" y="931260"/>
                  <a:ext cx="1332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DBD7491-9B36-BC05-E85A-3715B279D558}"/>
                    </a:ext>
                  </a:extLst>
                </p14:cNvPr>
                <p14:cNvContentPartPr/>
                <p14:nvPr/>
              </p14:nvContentPartPr>
              <p14:xfrm>
                <a:off x="5002425" y="1456500"/>
                <a:ext cx="146520" cy="1911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DBD7491-9B36-BC05-E85A-3715B279D55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996305" y="1450380"/>
                  <a:ext cx="158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2659FB3-7F4C-FA2E-C4A0-DE0B30723EC8}"/>
                    </a:ext>
                  </a:extLst>
                </p14:cNvPr>
                <p14:cNvContentPartPr/>
                <p14:nvPr/>
              </p14:nvContentPartPr>
              <p14:xfrm>
                <a:off x="5142465" y="1591860"/>
                <a:ext cx="5400" cy="113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2659FB3-7F4C-FA2E-C4A0-DE0B30723EC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36345" y="1585740"/>
                  <a:ext cx="176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FCDE241-2168-74F0-86A9-564BE8736204}"/>
                    </a:ext>
                  </a:extLst>
                </p14:cNvPr>
                <p14:cNvContentPartPr/>
                <p14:nvPr/>
              </p14:nvContentPartPr>
              <p14:xfrm>
                <a:off x="5101065" y="1903620"/>
                <a:ext cx="108000" cy="2455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FCDE241-2168-74F0-86A9-564BE873620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094945" y="1897500"/>
                  <a:ext cx="1202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26639BD-E3C4-3B17-B3C0-2C98EAFDC894}"/>
                    </a:ext>
                  </a:extLst>
                </p14:cNvPr>
                <p14:cNvContentPartPr/>
                <p14:nvPr/>
              </p14:nvContentPartPr>
              <p14:xfrm>
                <a:off x="5103585" y="1866900"/>
                <a:ext cx="175320" cy="52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26639BD-E3C4-3B17-B3C0-2C98EAFDC89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097465" y="1860780"/>
                  <a:ext cx="1875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AD54644-BBD7-6737-E44E-81EDB692116E}"/>
                    </a:ext>
                  </a:extLst>
                </p14:cNvPr>
                <p14:cNvContentPartPr/>
                <p14:nvPr/>
              </p14:nvContentPartPr>
              <p14:xfrm>
                <a:off x="5026545" y="1592220"/>
                <a:ext cx="291600" cy="54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AD54644-BBD7-6737-E44E-81EDB692116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020425" y="1586100"/>
                  <a:ext cx="3038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AA7C2F6-2DA0-A3D3-A6D8-13D90F8610D1}"/>
                    </a:ext>
                  </a:extLst>
                </p14:cNvPr>
                <p14:cNvContentPartPr/>
                <p14:nvPr/>
              </p14:nvContentPartPr>
              <p14:xfrm>
                <a:off x="5138505" y="1535700"/>
                <a:ext cx="29520" cy="1728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AA7C2F6-2DA0-A3D3-A6D8-13D90F8610D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132385" y="1529580"/>
                  <a:ext cx="417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DC86759-F319-6F8F-06DC-90AA44AD5F00}"/>
                    </a:ext>
                  </a:extLst>
                </p14:cNvPr>
                <p14:cNvContentPartPr/>
                <p14:nvPr/>
              </p14:nvContentPartPr>
              <p14:xfrm>
                <a:off x="4892625" y="2242020"/>
                <a:ext cx="601560" cy="1058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DC86759-F319-6F8F-06DC-90AA44AD5F0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86505" y="2235900"/>
                  <a:ext cx="6138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9A9D4EC-3D91-F681-414C-3FB148436050}"/>
                    </a:ext>
                  </a:extLst>
                </p14:cNvPr>
                <p14:cNvContentPartPr/>
                <p14:nvPr/>
              </p14:nvContentPartPr>
              <p14:xfrm>
                <a:off x="5141025" y="2814420"/>
                <a:ext cx="2880" cy="235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9A9D4EC-3D91-F681-414C-3FB14843605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134905" y="2808300"/>
                  <a:ext cx="151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9B98B0D-1C19-B012-3355-F2E52B45D70C}"/>
                    </a:ext>
                  </a:extLst>
                </p14:cNvPr>
                <p14:cNvContentPartPr/>
                <p14:nvPr/>
              </p14:nvContentPartPr>
              <p14:xfrm>
                <a:off x="5268105" y="2729820"/>
                <a:ext cx="231120" cy="3175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9B98B0D-1C19-B012-3355-F2E52B45D70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261985" y="2723700"/>
                  <a:ext cx="2433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F9C5509-82C8-1A4C-BA3B-0A5A26A7FCE9}"/>
                    </a:ext>
                  </a:extLst>
                </p14:cNvPr>
                <p14:cNvContentPartPr/>
                <p14:nvPr/>
              </p14:nvContentPartPr>
              <p14:xfrm>
                <a:off x="5314905" y="2764020"/>
                <a:ext cx="404280" cy="596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F9C5509-82C8-1A4C-BA3B-0A5A26A7FCE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308785" y="2757900"/>
                  <a:ext cx="416520" cy="60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F5856A7-6266-ABF6-408E-8F145025C45A}"/>
                    </a:ext>
                  </a:extLst>
                </p14:cNvPr>
                <p14:cNvContentPartPr/>
                <p14:nvPr/>
              </p14:nvContentPartPr>
              <p14:xfrm>
                <a:off x="5471145" y="3083700"/>
                <a:ext cx="284040" cy="4068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F5856A7-6266-ABF6-408E-8F145025C45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465025" y="3077580"/>
                  <a:ext cx="29628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DE89604-3E6D-DEBA-AE2D-D854E18A7B7F}"/>
                    </a:ext>
                  </a:extLst>
                </p14:cNvPr>
                <p14:cNvContentPartPr/>
                <p14:nvPr/>
              </p14:nvContentPartPr>
              <p14:xfrm>
                <a:off x="5906025" y="2732700"/>
                <a:ext cx="208440" cy="68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DE89604-3E6D-DEBA-AE2D-D854E18A7B7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99905" y="2726580"/>
                  <a:ext cx="2206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BFD4BB8-86F4-D8F8-12EB-EC608E3E3140}"/>
                    </a:ext>
                  </a:extLst>
                </p14:cNvPr>
                <p14:cNvContentPartPr/>
                <p14:nvPr/>
              </p14:nvContentPartPr>
              <p14:xfrm>
                <a:off x="6016905" y="2900100"/>
                <a:ext cx="80640" cy="14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BFD4BB8-86F4-D8F8-12EB-EC608E3E314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010785" y="2893980"/>
                  <a:ext cx="928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75CAAC4-F96F-D875-30B4-2F99ACCC6CC4}"/>
                    </a:ext>
                  </a:extLst>
                </p14:cNvPr>
                <p14:cNvContentPartPr/>
                <p14:nvPr/>
              </p14:nvContentPartPr>
              <p14:xfrm>
                <a:off x="6374025" y="2671860"/>
                <a:ext cx="230040" cy="3052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75CAAC4-F96F-D875-30B4-2F99ACCC6CC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367905" y="2665740"/>
                  <a:ext cx="2422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A1581A0-9328-B365-4C6A-C35829914165}"/>
                    </a:ext>
                  </a:extLst>
                </p14:cNvPr>
                <p14:cNvContentPartPr/>
                <p14:nvPr/>
              </p14:nvContentPartPr>
              <p14:xfrm>
                <a:off x="6531345" y="2824140"/>
                <a:ext cx="47520" cy="2512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A1581A0-9328-B365-4C6A-C3582991416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525225" y="2818020"/>
                  <a:ext cx="597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AB2CE77-349F-981F-A686-857218357433}"/>
                    </a:ext>
                  </a:extLst>
                </p14:cNvPr>
                <p14:cNvContentPartPr/>
                <p14:nvPr/>
              </p14:nvContentPartPr>
              <p14:xfrm>
                <a:off x="6646905" y="2957340"/>
                <a:ext cx="26640" cy="334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AB2CE77-349F-981F-A686-85721835743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640785" y="2951220"/>
                  <a:ext cx="388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BCDE369-5A8A-2106-5D14-BB4808B71BF5}"/>
                    </a:ext>
                  </a:extLst>
                </p14:cNvPr>
                <p14:cNvContentPartPr/>
                <p14:nvPr/>
              </p14:nvContentPartPr>
              <p14:xfrm>
                <a:off x="6738345" y="2775540"/>
                <a:ext cx="153000" cy="2116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BCDE369-5A8A-2106-5D14-BB4808B71BF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732225" y="2769420"/>
                  <a:ext cx="1652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D3A98BD-E19C-1624-5786-943EDA5C676F}"/>
                    </a:ext>
                  </a:extLst>
                </p14:cNvPr>
                <p14:cNvContentPartPr/>
                <p14:nvPr/>
              </p14:nvContentPartPr>
              <p14:xfrm>
                <a:off x="6787665" y="2647380"/>
                <a:ext cx="264960" cy="727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D3A98BD-E19C-1624-5786-943EDA5C676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781545" y="2641260"/>
                  <a:ext cx="2772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CA04802-5E2A-DB1F-FC64-303940290EC1}"/>
                    </a:ext>
                  </a:extLst>
                </p14:cNvPr>
                <p14:cNvContentPartPr/>
                <p14:nvPr/>
              </p14:nvContentPartPr>
              <p14:xfrm>
                <a:off x="6499305" y="3133740"/>
                <a:ext cx="340920" cy="619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CA04802-5E2A-DB1F-FC64-303940290EC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493185" y="3127620"/>
                  <a:ext cx="3531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D445D7A-6E1D-F569-E601-1A92E49B35FB}"/>
                    </a:ext>
                  </a:extLst>
                </p14:cNvPr>
                <p14:cNvContentPartPr/>
                <p14:nvPr/>
              </p14:nvContentPartPr>
              <p14:xfrm>
                <a:off x="6254145" y="2402220"/>
                <a:ext cx="644040" cy="1328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D445D7A-6E1D-F569-E601-1A92E49B35F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248025" y="2396100"/>
                  <a:ext cx="6562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B7B586B-BEAB-7403-DE67-8FF163A5521B}"/>
                    </a:ext>
                  </a:extLst>
                </p14:cNvPr>
                <p14:cNvContentPartPr/>
                <p14:nvPr/>
              </p14:nvContentPartPr>
              <p14:xfrm>
                <a:off x="5115465" y="3352260"/>
                <a:ext cx="2323800" cy="3070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B7B586B-BEAB-7403-DE67-8FF163A5521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109345" y="3346140"/>
                  <a:ext cx="23360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E17B13F-EF8A-E89D-7C52-0773D2EDD5CE}"/>
                    </a:ext>
                  </a:extLst>
                </p14:cNvPr>
                <p14:cNvContentPartPr/>
                <p14:nvPr/>
              </p14:nvContentPartPr>
              <p14:xfrm>
                <a:off x="4926465" y="2308260"/>
                <a:ext cx="2132640" cy="2556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E17B13F-EF8A-E89D-7C52-0773D2EDD5C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920345" y="2302140"/>
                  <a:ext cx="21448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D12130E-14B8-E828-176B-2D6097363A2C}"/>
                    </a:ext>
                  </a:extLst>
                </p14:cNvPr>
                <p14:cNvContentPartPr/>
                <p14:nvPr/>
              </p14:nvContentPartPr>
              <p14:xfrm>
                <a:off x="7403985" y="2608860"/>
                <a:ext cx="350280" cy="3308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D12130E-14B8-E828-176B-2D6097363A2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397865" y="2602740"/>
                  <a:ext cx="3625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03D2A28-A7A9-38F1-8D21-1E8FADD77E92}"/>
                    </a:ext>
                  </a:extLst>
                </p14:cNvPr>
                <p14:cNvContentPartPr/>
                <p14:nvPr/>
              </p14:nvContentPartPr>
              <p14:xfrm>
                <a:off x="7693065" y="2581500"/>
                <a:ext cx="534960" cy="2635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03D2A28-A7A9-38F1-8D21-1E8FADD77E9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686945" y="2575380"/>
                  <a:ext cx="5472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AFF8F4A-0DE8-CD41-93DC-0F5971C04011}"/>
                    </a:ext>
                  </a:extLst>
                </p14:cNvPr>
                <p14:cNvContentPartPr/>
                <p14:nvPr/>
              </p14:nvContentPartPr>
              <p14:xfrm>
                <a:off x="7623225" y="2933940"/>
                <a:ext cx="596160" cy="1566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AFF8F4A-0DE8-CD41-93DC-0F5971C0401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617105" y="2927820"/>
                  <a:ext cx="6084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DB662BF-B4D5-7C09-4C48-FD651CBAC5D7}"/>
                    </a:ext>
                  </a:extLst>
                </p14:cNvPr>
                <p14:cNvContentPartPr/>
                <p14:nvPr/>
              </p14:nvContentPartPr>
              <p14:xfrm>
                <a:off x="7785585" y="3072180"/>
                <a:ext cx="268560" cy="89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DB662BF-B4D5-7C09-4C48-FD651CBAC5D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779465" y="3066060"/>
                  <a:ext cx="2808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819A194-CAB2-8A46-D7A3-6B4112BE44BF}"/>
                    </a:ext>
                  </a:extLst>
                </p14:cNvPr>
                <p14:cNvContentPartPr/>
                <p14:nvPr/>
              </p14:nvContentPartPr>
              <p14:xfrm>
                <a:off x="5349825" y="276420"/>
                <a:ext cx="1249560" cy="957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819A194-CAB2-8A46-D7A3-6B4112BE44B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343705" y="270300"/>
                  <a:ext cx="12618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9738950-2BF8-9F7C-509F-F38C97E9FEDC}"/>
                    </a:ext>
                  </a:extLst>
                </p14:cNvPr>
                <p14:cNvContentPartPr/>
                <p14:nvPr/>
              </p14:nvContentPartPr>
              <p14:xfrm>
                <a:off x="6423345" y="24060"/>
                <a:ext cx="111240" cy="17553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9738950-2BF8-9F7C-509F-F38C97E9FED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417225" y="17940"/>
                  <a:ext cx="123480" cy="176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4D4F122-2749-5271-1CD7-2E80C8418D34}"/>
                    </a:ext>
                  </a:extLst>
                </p14:cNvPr>
                <p14:cNvContentPartPr/>
                <p14:nvPr/>
              </p14:nvContentPartPr>
              <p14:xfrm>
                <a:off x="5405625" y="122700"/>
                <a:ext cx="215640" cy="23112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4D4F122-2749-5271-1CD7-2E80C8418D3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399505" y="116580"/>
                  <a:ext cx="227880" cy="23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B3822CD-54B4-22B4-A7E9-B3274ABAA9BC}"/>
                    </a:ext>
                  </a:extLst>
                </p14:cNvPr>
                <p14:cNvContentPartPr/>
                <p14:nvPr/>
              </p14:nvContentPartPr>
              <p14:xfrm>
                <a:off x="5702265" y="816780"/>
                <a:ext cx="264240" cy="4024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B3822CD-54B4-22B4-A7E9-B3274ABAA9B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696145" y="810660"/>
                  <a:ext cx="27648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E3D12ED-104A-BBC9-122B-72C76BE28EE4}"/>
                    </a:ext>
                  </a:extLst>
                </p14:cNvPr>
                <p14:cNvContentPartPr/>
                <p14:nvPr/>
              </p14:nvContentPartPr>
              <p14:xfrm>
                <a:off x="6031305" y="872580"/>
                <a:ext cx="246960" cy="2840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E3D12ED-104A-BBC9-122B-72C76BE28EE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025185" y="866460"/>
                  <a:ext cx="2592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9BF2899-D3D1-8EAD-6860-688DA794D8F1}"/>
                    </a:ext>
                  </a:extLst>
                </p14:cNvPr>
                <p14:cNvContentPartPr/>
                <p14:nvPr/>
              </p14:nvContentPartPr>
              <p14:xfrm>
                <a:off x="5791545" y="1302060"/>
                <a:ext cx="54000" cy="2649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9BF2899-D3D1-8EAD-6860-688DA794D8F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785425" y="1295940"/>
                  <a:ext cx="662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43866EA-1236-CA3C-B4F9-8444C25D7A3F}"/>
                    </a:ext>
                  </a:extLst>
                </p14:cNvPr>
                <p14:cNvContentPartPr/>
                <p14:nvPr/>
              </p14:nvContentPartPr>
              <p14:xfrm>
                <a:off x="6024825" y="1342020"/>
                <a:ext cx="144720" cy="2509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43866EA-1236-CA3C-B4F9-8444C25D7A3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018705" y="1335900"/>
                  <a:ext cx="1569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81E24F0-FD46-9026-CED2-22BA915E4AD4}"/>
                    </a:ext>
                  </a:extLst>
                </p14:cNvPr>
                <p14:cNvContentPartPr/>
                <p14:nvPr/>
              </p14:nvContentPartPr>
              <p14:xfrm>
                <a:off x="5864265" y="1916940"/>
                <a:ext cx="206280" cy="219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81E24F0-FD46-9026-CED2-22BA915E4AD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858145" y="1910820"/>
                  <a:ext cx="2185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3B3EB0F-4769-F12A-87E9-756F0E5885C2}"/>
                    </a:ext>
                  </a:extLst>
                </p14:cNvPr>
                <p14:cNvContentPartPr/>
                <p14:nvPr/>
              </p14:nvContentPartPr>
              <p14:xfrm>
                <a:off x="6154065" y="1909740"/>
                <a:ext cx="148320" cy="1432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3B3EB0F-4769-F12A-87E9-756F0E5885C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147945" y="1903620"/>
                  <a:ext cx="1605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81446CE-598A-435B-CCF1-14F329C15D98}"/>
                    </a:ext>
                  </a:extLst>
                </p14:cNvPr>
                <p14:cNvContentPartPr/>
                <p14:nvPr/>
              </p14:nvContentPartPr>
              <p14:xfrm>
                <a:off x="6116625" y="1749900"/>
                <a:ext cx="284400" cy="1350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81446CE-598A-435B-CCF1-14F329C15D9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110505" y="1743780"/>
                  <a:ext cx="2966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AB2D72E-6AAF-DA8E-B14A-A1E312EACB25}"/>
                    </a:ext>
                  </a:extLst>
                </p14:cNvPr>
                <p14:cNvContentPartPr/>
                <p14:nvPr/>
              </p14:nvContentPartPr>
              <p14:xfrm>
                <a:off x="6159465" y="1853940"/>
                <a:ext cx="52200" cy="338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AB2D72E-6AAF-DA8E-B14A-A1E312EACB2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153345" y="1847820"/>
                  <a:ext cx="644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560C61A-CE15-5BE6-29C6-A1C17E29338D}"/>
                    </a:ext>
                  </a:extLst>
                </p14:cNvPr>
                <p14:cNvContentPartPr/>
                <p14:nvPr/>
              </p14:nvContentPartPr>
              <p14:xfrm>
                <a:off x="6196185" y="1884900"/>
                <a:ext cx="3600" cy="14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560C61A-CE15-5BE6-29C6-A1C17E29338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190065" y="1878780"/>
                  <a:ext cx="1584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A4B8D20-26E6-4B42-EAFA-9EE1A79B47FF}"/>
                    </a:ext>
                  </a:extLst>
                </p14:cNvPr>
                <p14:cNvContentPartPr/>
                <p14:nvPr/>
              </p14:nvContentPartPr>
              <p14:xfrm>
                <a:off x="7504785" y="1738740"/>
                <a:ext cx="132840" cy="2617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A4B8D20-26E6-4B42-EAFA-9EE1A79B47F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498665" y="1732620"/>
                  <a:ext cx="1450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C0EEFEB-623A-60B4-32B6-265729C43B3B}"/>
                    </a:ext>
                  </a:extLst>
                </p14:cNvPr>
                <p14:cNvContentPartPr/>
                <p14:nvPr/>
              </p14:nvContentPartPr>
              <p14:xfrm>
                <a:off x="7728705" y="1713540"/>
                <a:ext cx="167040" cy="1281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C0EEFEB-623A-60B4-32B6-265729C43B3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722585" y="1707420"/>
                  <a:ext cx="1792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3D48CA3-8058-7D1A-96C9-B3A71307B6A2}"/>
                    </a:ext>
                  </a:extLst>
                </p14:cNvPr>
                <p14:cNvContentPartPr/>
                <p14:nvPr/>
              </p14:nvContentPartPr>
              <p14:xfrm>
                <a:off x="7828425" y="1700580"/>
                <a:ext cx="31320" cy="4093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3D48CA3-8058-7D1A-96C9-B3A71307B6A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822305" y="1694460"/>
                  <a:ext cx="4356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423588C-CD9D-B2B7-6A10-A8C71F831C78}"/>
                    </a:ext>
                  </a:extLst>
                </p14:cNvPr>
                <p14:cNvContentPartPr/>
                <p14:nvPr/>
              </p14:nvContentPartPr>
              <p14:xfrm>
                <a:off x="7118145" y="1554420"/>
                <a:ext cx="881280" cy="5839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423588C-CD9D-B2B7-6A10-A8C71F831C7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112025" y="1548300"/>
                  <a:ext cx="893520" cy="5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684E84C-57D6-DE04-E0D3-70ECD69BE90E}"/>
                    </a:ext>
                  </a:extLst>
                </p14:cNvPr>
                <p14:cNvContentPartPr/>
                <p14:nvPr/>
              </p14:nvContentPartPr>
              <p14:xfrm>
                <a:off x="8073945" y="1839540"/>
                <a:ext cx="194040" cy="568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684E84C-57D6-DE04-E0D3-70ECD69BE90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067825" y="1833420"/>
                  <a:ext cx="2062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4821F97-BEF2-752F-78BE-E63F011ED4AE}"/>
                    </a:ext>
                  </a:extLst>
                </p14:cNvPr>
                <p14:cNvContentPartPr/>
                <p14:nvPr/>
              </p14:nvContentPartPr>
              <p14:xfrm>
                <a:off x="8125425" y="1876980"/>
                <a:ext cx="248040" cy="936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4821F97-BEF2-752F-78BE-E63F011ED4A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119305" y="1870860"/>
                  <a:ext cx="2602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24B9E3E-F38E-F507-9462-D75391196118}"/>
                    </a:ext>
                  </a:extLst>
                </p14:cNvPr>
                <p14:cNvContentPartPr/>
                <p14:nvPr/>
              </p14:nvContentPartPr>
              <p14:xfrm>
                <a:off x="8429985" y="1640820"/>
                <a:ext cx="216000" cy="2887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24B9E3E-F38E-F507-9462-D7539119611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423865" y="1634700"/>
                  <a:ext cx="2282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B3AB14A-90D1-6104-F1AD-0C2D770FC861}"/>
                    </a:ext>
                  </a:extLst>
                </p14:cNvPr>
                <p14:cNvContentPartPr/>
                <p14:nvPr/>
              </p14:nvContentPartPr>
              <p14:xfrm>
                <a:off x="8746785" y="1798500"/>
                <a:ext cx="12960" cy="46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B3AB14A-90D1-6104-F1AD-0C2D770FC86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740665" y="1792380"/>
                  <a:ext cx="252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B6350D5-B6D1-F762-5CA8-2C7C076E701E}"/>
                    </a:ext>
                  </a:extLst>
                </p14:cNvPr>
                <p14:cNvContentPartPr/>
                <p14:nvPr/>
              </p14:nvContentPartPr>
              <p14:xfrm>
                <a:off x="8873145" y="1606620"/>
                <a:ext cx="37800" cy="3776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B6350D5-B6D1-F762-5CA8-2C7C076E701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867025" y="1600500"/>
                  <a:ext cx="5004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FF83A7F-7E57-FA75-7F83-9FBD584529F9}"/>
                    </a:ext>
                  </a:extLst>
                </p14:cNvPr>
                <p14:cNvContentPartPr/>
                <p14:nvPr/>
              </p14:nvContentPartPr>
              <p14:xfrm>
                <a:off x="8325585" y="1342740"/>
                <a:ext cx="734400" cy="10782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FF83A7F-7E57-FA75-7F83-9FBD584529F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319465" y="1336620"/>
                  <a:ext cx="746640" cy="10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FF76AAB-EA77-AA72-403E-34E18272DF2A}"/>
                    </a:ext>
                  </a:extLst>
                </p14:cNvPr>
                <p14:cNvContentPartPr/>
                <p14:nvPr/>
              </p14:nvContentPartPr>
              <p14:xfrm>
                <a:off x="6253065" y="2403660"/>
                <a:ext cx="1057320" cy="10285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FF76AAB-EA77-AA72-403E-34E18272DF2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246945" y="2397540"/>
                  <a:ext cx="1069560" cy="10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8B9402D-E5B7-5D0D-833E-CCC20AF62E60}"/>
                    </a:ext>
                  </a:extLst>
                </p14:cNvPr>
                <p14:cNvContentPartPr/>
                <p14:nvPr/>
              </p14:nvContentPartPr>
              <p14:xfrm>
                <a:off x="7169265" y="3060660"/>
                <a:ext cx="1113120" cy="3528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8B9402D-E5B7-5D0D-833E-CCC20AF62E6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163145" y="3054540"/>
                  <a:ext cx="1125360" cy="365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93798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FFD069C-E7B6-FC4F-FD39-7404E1F49DD7}"/>
                  </a:ext>
                </a:extLst>
              </p14:cNvPr>
              <p14:cNvContentPartPr/>
              <p14:nvPr/>
            </p14:nvContentPartPr>
            <p14:xfrm>
              <a:off x="1077345" y="508620"/>
              <a:ext cx="52560" cy="591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FFD069C-E7B6-FC4F-FD39-7404E1F49D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1225" y="502500"/>
                <a:ext cx="64800" cy="6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DC867D1-6F8D-A3C7-D81B-9371DE4E6509}"/>
                  </a:ext>
                </a:extLst>
              </p14:cNvPr>
              <p14:cNvContentPartPr/>
              <p14:nvPr/>
            </p14:nvContentPartPr>
            <p14:xfrm>
              <a:off x="689265" y="1272900"/>
              <a:ext cx="750960" cy="105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DC867D1-6F8D-A3C7-D81B-9371DE4E650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3145" y="1266780"/>
                <a:ext cx="76320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237E1DA-2141-83EE-E90E-7D2AB042BD34}"/>
                  </a:ext>
                </a:extLst>
              </p14:cNvPr>
              <p14:cNvContentPartPr/>
              <p14:nvPr/>
            </p14:nvContentPartPr>
            <p14:xfrm>
              <a:off x="738945" y="1750620"/>
              <a:ext cx="279000" cy="375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237E1DA-2141-83EE-E90E-7D2AB042BD3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2825" y="1744500"/>
                <a:ext cx="29124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1AC45FB-AA09-2CED-963C-838B049CE2EF}"/>
                  </a:ext>
                </a:extLst>
              </p14:cNvPr>
              <p14:cNvContentPartPr/>
              <p14:nvPr/>
            </p14:nvContentPartPr>
            <p14:xfrm>
              <a:off x="1156905" y="1776540"/>
              <a:ext cx="415440" cy="291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1AC45FB-AA09-2CED-963C-838B049CE2E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50785" y="1770420"/>
                <a:ext cx="42768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78318CF-2CD8-DDEA-7EA0-61EDF39A7264}"/>
                  </a:ext>
                </a:extLst>
              </p14:cNvPr>
              <p14:cNvContentPartPr/>
              <p14:nvPr/>
            </p14:nvContentPartPr>
            <p14:xfrm>
              <a:off x="1945665" y="473700"/>
              <a:ext cx="1252080" cy="1221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78318CF-2CD8-DDEA-7EA0-61EDF39A726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39545" y="467580"/>
                <a:ext cx="1264320" cy="12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0EDCD71-C410-4E57-0DA7-61F7B7C985B9}"/>
                  </a:ext>
                </a:extLst>
              </p14:cNvPr>
              <p14:cNvContentPartPr/>
              <p14:nvPr/>
            </p14:nvContentPartPr>
            <p14:xfrm>
              <a:off x="2263185" y="2066700"/>
              <a:ext cx="37080" cy="2206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0EDCD71-C410-4E57-0DA7-61F7B7C985B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57065" y="2060580"/>
                <a:ext cx="4932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982B809-70C1-1B23-1C6C-EEFE4686EBC8}"/>
                  </a:ext>
                </a:extLst>
              </p14:cNvPr>
              <p14:cNvContentPartPr/>
              <p14:nvPr/>
            </p14:nvContentPartPr>
            <p14:xfrm>
              <a:off x="2180385" y="1924860"/>
              <a:ext cx="124920" cy="730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982B809-70C1-1B23-1C6C-EEFE4686EBC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74265" y="1918740"/>
                <a:ext cx="13716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EDCD0D3-5A73-832A-EE5A-8D15CF40BAD0}"/>
                  </a:ext>
                </a:extLst>
              </p14:cNvPr>
              <p14:cNvContentPartPr/>
              <p14:nvPr/>
            </p14:nvContentPartPr>
            <p14:xfrm>
              <a:off x="2501505" y="2099100"/>
              <a:ext cx="248040" cy="352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EDCD0D3-5A73-832A-EE5A-8D15CF40BAD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95385" y="2092980"/>
                <a:ext cx="26028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CD87353-9091-BE54-6B59-DC58888B9FB7}"/>
                  </a:ext>
                </a:extLst>
              </p14:cNvPr>
              <p14:cNvContentPartPr/>
              <p14:nvPr/>
            </p14:nvContentPartPr>
            <p14:xfrm>
              <a:off x="2480985" y="2208540"/>
              <a:ext cx="331560" cy="123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CD87353-9091-BE54-6B59-DC58888B9FB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74865" y="2202420"/>
                <a:ext cx="3438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6CC3697-A42F-6E72-8344-724807B5E78A}"/>
                  </a:ext>
                </a:extLst>
              </p14:cNvPr>
              <p14:cNvContentPartPr/>
              <p14:nvPr/>
            </p14:nvContentPartPr>
            <p14:xfrm>
              <a:off x="2936025" y="2055540"/>
              <a:ext cx="37080" cy="3607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6CC3697-A42F-6E72-8344-724807B5E78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929905" y="2049420"/>
                <a:ext cx="4932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C441829-7A92-DDDC-C290-B1C4133C66D8}"/>
                  </a:ext>
                </a:extLst>
              </p14:cNvPr>
              <p14:cNvContentPartPr/>
              <p14:nvPr/>
            </p14:nvContentPartPr>
            <p14:xfrm>
              <a:off x="2111985" y="245820"/>
              <a:ext cx="592560" cy="3315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C441829-7A92-DDDC-C290-B1C4133C66D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105865" y="239700"/>
                <a:ext cx="604800" cy="34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B3018FBC-82F0-D341-D6C0-5BE67E92421D}"/>
              </a:ext>
            </a:extLst>
          </p:cNvPr>
          <p:cNvGrpSpPr/>
          <p:nvPr/>
        </p:nvGrpSpPr>
        <p:grpSpPr>
          <a:xfrm>
            <a:off x="3184425" y="233940"/>
            <a:ext cx="3499200" cy="1602360"/>
            <a:chOff x="3184425" y="233940"/>
            <a:chExt cx="3499200" cy="160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D741776-D27B-39C6-A0F6-9A172625E2A3}"/>
                    </a:ext>
                  </a:extLst>
                </p14:cNvPr>
                <p14:cNvContentPartPr/>
                <p14:nvPr/>
              </p14:nvContentPartPr>
              <p14:xfrm>
                <a:off x="3449745" y="821820"/>
                <a:ext cx="425520" cy="765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D741776-D27B-39C6-A0F6-9A172625E2A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43625" y="815700"/>
                  <a:ext cx="437760" cy="77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F2D8803-7656-2A2B-6497-3AA8B8C54D6B}"/>
                    </a:ext>
                  </a:extLst>
                </p14:cNvPr>
                <p14:cNvContentPartPr/>
                <p14:nvPr/>
              </p14:nvContentPartPr>
              <p14:xfrm>
                <a:off x="4078305" y="1247340"/>
                <a:ext cx="30240" cy="84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F2D8803-7656-2A2B-6497-3AA8B8C54D6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72185" y="1241220"/>
                  <a:ext cx="424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2EE7123-366E-C3B3-19D2-18975F50070A}"/>
                    </a:ext>
                  </a:extLst>
                </p14:cNvPr>
                <p14:cNvContentPartPr/>
                <p14:nvPr/>
              </p14:nvContentPartPr>
              <p14:xfrm>
                <a:off x="4070385" y="1056180"/>
                <a:ext cx="43920" cy="15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2EE7123-366E-C3B3-19D2-18975F50070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64265" y="1050060"/>
                  <a:ext cx="561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AADC32D-DC39-5F8C-3875-B6B53D17BF8B}"/>
                    </a:ext>
                  </a:extLst>
                </p14:cNvPr>
                <p14:cNvContentPartPr/>
                <p14:nvPr/>
              </p14:nvContentPartPr>
              <p14:xfrm>
                <a:off x="4365945" y="1027020"/>
                <a:ext cx="384480" cy="48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AADC32D-DC39-5F8C-3875-B6B53D17BF8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59825" y="1020900"/>
                  <a:ext cx="3967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F74F86D-C8EF-DF18-38D8-2F2CBF4340B9}"/>
                    </a:ext>
                  </a:extLst>
                </p14:cNvPr>
                <p14:cNvContentPartPr/>
                <p14:nvPr/>
              </p14:nvContentPartPr>
              <p14:xfrm>
                <a:off x="4887225" y="743340"/>
                <a:ext cx="411120" cy="835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F74F86D-C8EF-DF18-38D8-2F2CBF4340B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81105" y="737220"/>
                  <a:ext cx="423360" cy="84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31E078B-6328-EB5C-D170-CA0EFCDBAEFD}"/>
                    </a:ext>
                  </a:extLst>
                </p14:cNvPr>
                <p14:cNvContentPartPr/>
                <p14:nvPr/>
              </p14:nvContentPartPr>
              <p14:xfrm>
                <a:off x="5484105" y="1261020"/>
                <a:ext cx="52560" cy="156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31E078B-6328-EB5C-D170-CA0EFCDBAEF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477985" y="1254900"/>
                  <a:ext cx="648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123FCA3-B8CA-B429-9121-16A6D66F46D5}"/>
                    </a:ext>
                  </a:extLst>
                </p14:cNvPr>
                <p14:cNvContentPartPr/>
                <p14:nvPr/>
              </p14:nvContentPartPr>
              <p14:xfrm>
                <a:off x="5444865" y="1009020"/>
                <a:ext cx="63360" cy="55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123FCA3-B8CA-B429-9121-16A6D66F46D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38745" y="1002900"/>
                  <a:ext cx="756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F218BE0-9002-3A0C-81A4-8416FECD7257}"/>
                    </a:ext>
                  </a:extLst>
                </p14:cNvPr>
                <p14:cNvContentPartPr/>
                <p14:nvPr/>
              </p14:nvContentPartPr>
              <p14:xfrm>
                <a:off x="5018625" y="467580"/>
                <a:ext cx="332640" cy="268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F218BE0-9002-3A0C-81A4-8416FECD725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12505" y="461460"/>
                  <a:ext cx="3448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7CFFB5-3E63-C1DE-EDDB-397F186B6EF9}"/>
                    </a:ext>
                  </a:extLst>
                </p14:cNvPr>
                <p14:cNvContentPartPr/>
                <p14:nvPr/>
              </p14:nvContentPartPr>
              <p14:xfrm>
                <a:off x="5376465" y="332940"/>
                <a:ext cx="584280" cy="1424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7CFFB5-3E63-C1DE-EDDB-397F186B6EF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70345" y="326820"/>
                  <a:ext cx="596520" cy="14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5B8F231-9E58-48EC-4591-1FE9507FF5AF}"/>
                    </a:ext>
                  </a:extLst>
                </p14:cNvPr>
                <p14:cNvContentPartPr/>
                <p14:nvPr/>
              </p14:nvContentPartPr>
              <p14:xfrm>
                <a:off x="3184425" y="481260"/>
                <a:ext cx="268200" cy="1355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5B8F231-9E58-48EC-4591-1FE9507FF5A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8305" y="475140"/>
                  <a:ext cx="280440" cy="13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20DC4DF-3E9C-DDA8-6ECE-0D6896D2ADC4}"/>
                    </a:ext>
                  </a:extLst>
                </p14:cNvPr>
                <p14:cNvContentPartPr/>
                <p14:nvPr/>
              </p14:nvContentPartPr>
              <p14:xfrm>
                <a:off x="5912505" y="233940"/>
                <a:ext cx="431640" cy="291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20DC4DF-3E9C-DDA8-6ECE-0D6896D2ADC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06385" y="227820"/>
                  <a:ext cx="4438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F4F6035-8ED6-E3EC-9FA4-D8A13656137B}"/>
                    </a:ext>
                  </a:extLst>
                </p14:cNvPr>
                <p14:cNvContentPartPr/>
                <p14:nvPr/>
              </p14:nvContentPartPr>
              <p14:xfrm>
                <a:off x="6195105" y="1017660"/>
                <a:ext cx="401760" cy="66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F4F6035-8ED6-E3EC-9FA4-D8A13656137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88985" y="1011540"/>
                  <a:ext cx="4140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13EBB47-C178-728A-FBD3-A040EFCB3D3F}"/>
                    </a:ext>
                  </a:extLst>
                </p14:cNvPr>
                <p14:cNvContentPartPr/>
                <p14:nvPr/>
              </p14:nvContentPartPr>
              <p14:xfrm>
                <a:off x="6339465" y="1189020"/>
                <a:ext cx="344160" cy="128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13EBB47-C178-728A-FBD3-A040EFCB3D3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33345" y="1182900"/>
                  <a:ext cx="356400" cy="14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05DE0BE-7349-2E55-5F54-2B2439B0D19C}"/>
                  </a:ext>
                </a:extLst>
              </p14:cNvPr>
              <p14:cNvContentPartPr/>
              <p14:nvPr/>
            </p14:nvContentPartPr>
            <p14:xfrm>
              <a:off x="7284465" y="1425540"/>
              <a:ext cx="1259640" cy="1634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05DE0BE-7349-2E55-5F54-2B2439B0D19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278345" y="1419420"/>
                <a:ext cx="1271880" cy="17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74D1FEA1-AE60-5EEB-7A59-4939B95551F4}"/>
              </a:ext>
            </a:extLst>
          </p:cNvPr>
          <p:cNvGrpSpPr/>
          <p:nvPr/>
        </p:nvGrpSpPr>
        <p:grpSpPr>
          <a:xfrm>
            <a:off x="7132545" y="546420"/>
            <a:ext cx="1881000" cy="685080"/>
            <a:chOff x="7132545" y="546420"/>
            <a:chExt cx="1881000" cy="68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8CD0C4E-2EF3-1EAA-6496-2BFE632C8123}"/>
                    </a:ext>
                  </a:extLst>
                </p14:cNvPr>
                <p14:cNvContentPartPr/>
                <p14:nvPr/>
              </p14:nvContentPartPr>
              <p14:xfrm>
                <a:off x="7132545" y="546420"/>
                <a:ext cx="30240" cy="685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8CD0C4E-2EF3-1EAA-6496-2BFE632C812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26425" y="540300"/>
                  <a:ext cx="4248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80B0CAE-1803-9399-E620-C5C9612600B1}"/>
                    </a:ext>
                  </a:extLst>
                </p14:cNvPr>
                <p14:cNvContentPartPr/>
                <p14:nvPr/>
              </p14:nvContentPartPr>
              <p14:xfrm>
                <a:off x="7298145" y="991380"/>
                <a:ext cx="251280" cy="138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80B0CAE-1803-9399-E620-C5C9612600B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92025" y="985260"/>
                  <a:ext cx="2635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D74AD39-58AE-6E9C-B09A-9C98A345BBD5}"/>
                    </a:ext>
                  </a:extLst>
                </p14:cNvPr>
                <p14:cNvContentPartPr/>
                <p14:nvPr/>
              </p14:nvContentPartPr>
              <p14:xfrm>
                <a:off x="7599465" y="896340"/>
                <a:ext cx="233640" cy="303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D74AD39-58AE-6E9C-B09A-9C98A345BBD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593345" y="890220"/>
                  <a:ext cx="2458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0958356-7320-B56E-5821-6EFFC1D80FDF}"/>
                    </a:ext>
                  </a:extLst>
                </p14:cNvPr>
                <p14:cNvContentPartPr/>
                <p14:nvPr/>
              </p14:nvContentPartPr>
              <p14:xfrm>
                <a:off x="7790625" y="911460"/>
                <a:ext cx="258840" cy="298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0958356-7320-B56E-5821-6EFFC1D80FD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784505" y="905340"/>
                  <a:ext cx="27108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A0B56D8-5100-9CA9-7D10-D9A7460A7689}"/>
                    </a:ext>
                  </a:extLst>
                </p14:cNvPr>
                <p14:cNvContentPartPr/>
                <p14:nvPr/>
              </p14:nvContentPartPr>
              <p14:xfrm>
                <a:off x="8322705" y="622380"/>
                <a:ext cx="135360" cy="480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A0B56D8-5100-9CA9-7D10-D9A7460A768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16585" y="616260"/>
                  <a:ext cx="14760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15A7DCF-DF51-E778-28E6-E5020D4C751C}"/>
                    </a:ext>
                  </a:extLst>
                </p14:cNvPr>
                <p14:cNvContentPartPr/>
                <p14:nvPr/>
              </p14:nvContentPartPr>
              <p14:xfrm>
                <a:off x="8255745" y="890940"/>
                <a:ext cx="626040" cy="198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15A7DCF-DF51-E778-28E6-E5020D4C751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249625" y="884820"/>
                  <a:ext cx="6382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4334231-6B87-5784-6061-1A8B8F060524}"/>
                    </a:ext>
                  </a:extLst>
                </p14:cNvPr>
                <p14:cNvContentPartPr/>
                <p14:nvPr/>
              </p14:nvContentPartPr>
              <p14:xfrm>
                <a:off x="8861265" y="872220"/>
                <a:ext cx="152280" cy="207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4334231-6B87-5784-6061-1A8B8F06052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55145" y="866100"/>
                  <a:ext cx="1645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74565C2-82ED-B517-8434-638E8DCCEBBC}"/>
                    </a:ext>
                  </a:extLst>
                </p14:cNvPr>
                <p14:cNvContentPartPr/>
                <p14:nvPr/>
              </p14:nvContentPartPr>
              <p14:xfrm>
                <a:off x="8958465" y="1049340"/>
                <a:ext cx="32760" cy="14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74565C2-82ED-B517-8434-638E8DCCEBB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952345" y="1043220"/>
                  <a:ext cx="4500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B66F6CA-4762-0E29-4E5D-E4EE2D5AC9A2}"/>
              </a:ext>
            </a:extLst>
          </p:cNvPr>
          <p:cNvGrpSpPr/>
          <p:nvPr/>
        </p:nvGrpSpPr>
        <p:grpSpPr>
          <a:xfrm>
            <a:off x="671985" y="2928900"/>
            <a:ext cx="1230480" cy="522720"/>
            <a:chOff x="671985" y="2928900"/>
            <a:chExt cx="1230480" cy="52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77DBDE0-604A-7CBC-A9E0-CFB029E52371}"/>
                    </a:ext>
                  </a:extLst>
                </p14:cNvPr>
                <p14:cNvContentPartPr/>
                <p14:nvPr/>
              </p14:nvContentPartPr>
              <p14:xfrm>
                <a:off x="671985" y="2928900"/>
                <a:ext cx="416160" cy="439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77DBDE0-604A-7CBC-A9E0-CFB029E5237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5865" y="2922780"/>
                  <a:ext cx="42840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1175868-7F9A-07AB-772D-5165696FE09A}"/>
                    </a:ext>
                  </a:extLst>
                </p14:cNvPr>
                <p14:cNvContentPartPr/>
                <p14:nvPr/>
              </p14:nvContentPartPr>
              <p14:xfrm>
                <a:off x="1205505" y="3220140"/>
                <a:ext cx="14760" cy="231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1175868-7F9A-07AB-772D-5165696FE09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99385" y="3214020"/>
                  <a:ext cx="270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27A44BD-A313-1CD5-23C3-44061FE2F7E4}"/>
                    </a:ext>
                  </a:extLst>
                </p14:cNvPr>
                <p14:cNvContentPartPr/>
                <p14:nvPr/>
              </p14:nvContentPartPr>
              <p14:xfrm>
                <a:off x="1455705" y="3097380"/>
                <a:ext cx="426960" cy="27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27A44BD-A313-1CD5-23C3-44061FE2F7E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49585" y="3091260"/>
                  <a:ext cx="4392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05F7843-0087-1D36-E35D-6293D98BEA0C}"/>
                    </a:ext>
                  </a:extLst>
                </p14:cNvPr>
                <p14:cNvContentPartPr/>
                <p14:nvPr/>
              </p14:nvContentPartPr>
              <p14:xfrm>
                <a:off x="1728945" y="3214020"/>
                <a:ext cx="173520" cy="61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05F7843-0087-1D36-E35D-6293D98BEA0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22825" y="3207900"/>
                  <a:ext cx="185760" cy="7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9F4DBEE-B918-FD88-25D8-3CFA28B01167}"/>
                  </a:ext>
                </a:extLst>
              </p14:cNvPr>
              <p14:cNvContentPartPr/>
              <p14:nvPr/>
            </p14:nvContentPartPr>
            <p14:xfrm>
              <a:off x="2315025" y="2749980"/>
              <a:ext cx="576720" cy="5911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9F4DBEE-B918-FD88-25D8-3CFA28B0116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308905" y="2743860"/>
                <a:ext cx="588960" cy="60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F5B22B48-8AAF-974B-1F34-06229CBEDE72}"/>
              </a:ext>
            </a:extLst>
          </p:cNvPr>
          <p:cNvGrpSpPr/>
          <p:nvPr/>
        </p:nvGrpSpPr>
        <p:grpSpPr>
          <a:xfrm>
            <a:off x="2911185" y="2595180"/>
            <a:ext cx="2805480" cy="859680"/>
            <a:chOff x="2911185" y="2595180"/>
            <a:chExt cx="2805480" cy="85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5B9DE16-4829-F340-439F-8EA8BE5FAD8B}"/>
                    </a:ext>
                  </a:extLst>
                </p14:cNvPr>
                <p14:cNvContentPartPr/>
                <p14:nvPr/>
              </p14:nvContentPartPr>
              <p14:xfrm>
                <a:off x="2911185" y="3188460"/>
                <a:ext cx="193320" cy="266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5B9DE16-4829-F340-439F-8EA8BE5FAD8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905065" y="3182340"/>
                  <a:ext cx="2055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68FFFE0-19D3-27A2-8277-C9F6DBB6E2CB}"/>
                    </a:ext>
                  </a:extLst>
                </p14:cNvPr>
                <p14:cNvContentPartPr/>
                <p14:nvPr/>
              </p14:nvContentPartPr>
              <p14:xfrm>
                <a:off x="3284865" y="2941860"/>
                <a:ext cx="383040" cy="94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68FFFE0-19D3-27A2-8277-C9F6DBB6E2C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278745" y="2935740"/>
                  <a:ext cx="3952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4172680-6853-F209-EBCA-4C20559FC0A5}"/>
                    </a:ext>
                  </a:extLst>
                </p14:cNvPr>
                <p14:cNvContentPartPr/>
                <p14:nvPr/>
              </p14:nvContentPartPr>
              <p14:xfrm>
                <a:off x="3443265" y="2826660"/>
                <a:ext cx="59400" cy="317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4172680-6853-F209-EBCA-4C20559FC0A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437145" y="2820540"/>
                  <a:ext cx="716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5F0FE53-3EFA-FE3B-FE06-E13E81248136}"/>
                    </a:ext>
                  </a:extLst>
                </p14:cNvPr>
                <p14:cNvContentPartPr/>
                <p14:nvPr/>
              </p14:nvContentPartPr>
              <p14:xfrm>
                <a:off x="3869145" y="2606340"/>
                <a:ext cx="528120" cy="517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5F0FE53-3EFA-FE3B-FE06-E13E8124813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63025" y="2600220"/>
                  <a:ext cx="54036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AA17B6B-016F-B508-357E-F04EDEB8C8EE}"/>
                    </a:ext>
                  </a:extLst>
                </p14:cNvPr>
                <p14:cNvContentPartPr/>
                <p14:nvPr/>
              </p14:nvContentPartPr>
              <p14:xfrm>
                <a:off x="4450185" y="3057060"/>
                <a:ext cx="48240" cy="241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AA17B6B-016F-B508-357E-F04EDEB8C8E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44065" y="3050940"/>
                  <a:ext cx="604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D2B727E-5672-6077-78C9-C153C91AE88F}"/>
                    </a:ext>
                  </a:extLst>
                </p14:cNvPr>
                <p14:cNvContentPartPr/>
                <p14:nvPr/>
              </p14:nvContentPartPr>
              <p14:xfrm>
                <a:off x="4642425" y="2595180"/>
                <a:ext cx="375840" cy="469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D2B727E-5672-6077-78C9-C153C91AE88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636305" y="2589060"/>
                  <a:ext cx="38808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BFCEC8F-5BB4-1B8A-1078-7F8CC72B1DE5}"/>
                    </a:ext>
                  </a:extLst>
                </p14:cNvPr>
                <p14:cNvContentPartPr/>
                <p14:nvPr/>
              </p14:nvContentPartPr>
              <p14:xfrm>
                <a:off x="4576905" y="2734140"/>
                <a:ext cx="368280" cy="259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BFCEC8F-5BB4-1B8A-1078-7F8CC72B1DE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70785" y="2728020"/>
                  <a:ext cx="3805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3B59659-888C-1E3E-9E71-548E791DEA15}"/>
                    </a:ext>
                  </a:extLst>
                </p14:cNvPr>
                <p14:cNvContentPartPr/>
                <p14:nvPr/>
              </p14:nvContentPartPr>
              <p14:xfrm>
                <a:off x="5119425" y="2938980"/>
                <a:ext cx="33480" cy="375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3B59659-888C-1E3E-9E71-548E791DEA1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113305" y="2932860"/>
                  <a:ext cx="457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F5C2CE1-C8D1-340C-AF13-50EB9D2E0F9D}"/>
                    </a:ext>
                  </a:extLst>
                </p14:cNvPr>
                <p14:cNvContentPartPr/>
                <p14:nvPr/>
              </p14:nvContentPartPr>
              <p14:xfrm>
                <a:off x="5409945" y="2760780"/>
                <a:ext cx="306720" cy="88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F5C2CE1-C8D1-340C-AF13-50EB9D2E0F9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403825" y="2754660"/>
                  <a:ext cx="3189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CD3984F-529F-5479-4C29-F167C41C52F1}"/>
                    </a:ext>
                  </a:extLst>
                </p14:cNvPr>
                <p14:cNvContentPartPr/>
                <p14:nvPr/>
              </p14:nvContentPartPr>
              <p14:xfrm>
                <a:off x="5567625" y="2615700"/>
                <a:ext cx="73080" cy="458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CD3984F-529F-5479-4C29-F167C41C52F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561505" y="2609580"/>
                  <a:ext cx="85320" cy="47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F7A1357-BB29-4CFD-ED40-4B08AD811682}"/>
              </a:ext>
            </a:extLst>
          </p:cNvPr>
          <p:cNvGrpSpPr/>
          <p:nvPr/>
        </p:nvGrpSpPr>
        <p:grpSpPr>
          <a:xfrm>
            <a:off x="6067305" y="2475660"/>
            <a:ext cx="1488960" cy="625320"/>
            <a:chOff x="6067305" y="2475660"/>
            <a:chExt cx="1488960" cy="62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75A6EC8-96CD-08DC-8520-71D75883609A}"/>
                    </a:ext>
                  </a:extLst>
                </p14:cNvPr>
                <p14:cNvContentPartPr/>
                <p14:nvPr/>
              </p14:nvContentPartPr>
              <p14:xfrm>
                <a:off x="6067305" y="2475660"/>
                <a:ext cx="466920" cy="624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75A6EC8-96CD-08DC-8520-71D75883609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061185" y="2469540"/>
                  <a:ext cx="479160" cy="63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112531C-0060-9D75-F138-257ACA14233B}"/>
                    </a:ext>
                  </a:extLst>
                </p14:cNvPr>
                <p14:cNvContentPartPr/>
                <p14:nvPr/>
              </p14:nvContentPartPr>
              <p14:xfrm>
                <a:off x="6673905" y="2887500"/>
                <a:ext cx="326520" cy="213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112531C-0060-9D75-F138-257ACA14233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67785" y="2881380"/>
                  <a:ext cx="3387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F1C8990-950A-F504-7C50-5254830F0A7A}"/>
                    </a:ext>
                  </a:extLst>
                </p14:cNvPr>
                <p14:cNvContentPartPr/>
                <p14:nvPr/>
              </p14:nvContentPartPr>
              <p14:xfrm>
                <a:off x="6979545" y="2521740"/>
                <a:ext cx="381240" cy="4136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F1C8990-950A-F504-7C50-5254830F0A7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973425" y="2515620"/>
                  <a:ext cx="39348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2425A6D-7A46-6865-EA45-3E1CBEAC5CAD}"/>
                    </a:ext>
                  </a:extLst>
                </p14:cNvPr>
                <p14:cNvContentPartPr/>
                <p14:nvPr/>
              </p14:nvContentPartPr>
              <p14:xfrm>
                <a:off x="6961185" y="2607060"/>
                <a:ext cx="349560" cy="310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2425A6D-7A46-6865-EA45-3E1CBEAC5CA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55065" y="2600940"/>
                  <a:ext cx="3618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FC7FA55-0F42-5998-DB6F-A0B7E51FA8F9}"/>
                    </a:ext>
                  </a:extLst>
                </p14:cNvPr>
                <p14:cNvContentPartPr/>
                <p14:nvPr/>
              </p14:nvContentPartPr>
              <p14:xfrm>
                <a:off x="7393905" y="2883540"/>
                <a:ext cx="162360" cy="1609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FC7FA55-0F42-5998-DB6F-A0B7E51FA8F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87785" y="2877420"/>
                  <a:ext cx="174600" cy="17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F0D0B2C7-5540-20E4-DB77-EE952DE6E21F}"/>
                  </a:ext>
                </a:extLst>
              </p14:cNvPr>
              <p14:cNvContentPartPr/>
              <p14:nvPr/>
            </p14:nvContentPartPr>
            <p14:xfrm>
              <a:off x="2655585" y="3799380"/>
              <a:ext cx="386280" cy="4078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F0D0B2C7-5540-20E4-DB77-EE952DE6E21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649465" y="3793260"/>
                <a:ext cx="398520" cy="42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67095ED4-92D2-5BEA-ADC3-44D11045F58D}"/>
              </a:ext>
            </a:extLst>
          </p:cNvPr>
          <p:cNvGrpSpPr/>
          <p:nvPr/>
        </p:nvGrpSpPr>
        <p:grpSpPr>
          <a:xfrm>
            <a:off x="3426705" y="3905580"/>
            <a:ext cx="258120" cy="198360"/>
            <a:chOff x="3426705" y="3905580"/>
            <a:chExt cx="258120" cy="19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77BE82E-7AA5-222B-4F36-D0B7893D215D}"/>
                    </a:ext>
                  </a:extLst>
                </p14:cNvPr>
                <p14:cNvContentPartPr/>
                <p14:nvPr/>
              </p14:nvContentPartPr>
              <p14:xfrm>
                <a:off x="3426705" y="3905580"/>
                <a:ext cx="258120" cy="63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77BE82E-7AA5-222B-4F36-D0B7893D215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20585" y="3899460"/>
                  <a:ext cx="2703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2DBD596-B02C-230D-2E39-FC496322ADE1}"/>
                    </a:ext>
                  </a:extLst>
                </p14:cNvPr>
                <p14:cNvContentPartPr/>
                <p14:nvPr/>
              </p14:nvContentPartPr>
              <p14:xfrm>
                <a:off x="3524265" y="4054980"/>
                <a:ext cx="138600" cy="48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2DBD596-B02C-230D-2E39-FC496322ADE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518145" y="4048860"/>
                  <a:ext cx="15084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4C74BB3-ACA0-1692-FF32-19F76CC787B9}"/>
              </a:ext>
            </a:extLst>
          </p:cNvPr>
          <p:cNvGrpSpPr/>
          <p:nvPr/>
        </p:nvGrpSpPr>
        <p:grpSpPr>
          <a:xfrm>
            <a:off x="4090545" y="3467820"/>
            <a:ext cx="1360800" cy="1479960"/>
            <a:chOff x="4090545" y="3467820"/>
            <a:chExt cx="1360800" cy="147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0250DD7-CE5B-4935-3C3F-E96CFA91821D}"/>
                    </a:ext>
                  </a:extLst>
                </p14:cNvPr>
                <p14:cNvContentPartPr/>
                <p14:nvPr/>
              </p14:nvContentPartPr>
              <p14:xfrm>
                <a:off x="4090545" y="3545940"/>
                <a:ext cx="503640" cy="1229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0250DD7-CE5B-4935-3C3F-E96CFA91821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84425" y="3539820"/>
                  <a:ext cx="515880" cy="12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5D1A39F-527C-1630-3B15-52E7FB98AE1C}"/>
                    </a:ext>
                  </a:extLst>
                </p14:cNvPr>
                <p14:cNvContentPartPr/>
                <p14:nvPr/>
              </p14:nvContentPartPr>
              <p14:xfrm>
                <a:off x="4498065" y="3719460"/>
                <a:ext cx="282960" cy="300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5D1A39F-527C-1630-3B15-52E7FB98AE1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491945" y="3713340"/>
                  <a:ext cx="2952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8B28AB9-D045-3FF6-6BDD-202841DB4006}"/>
                    </a:ext>
                  </a:extLst>
                </p14:cNvPr>
                <p14:cNvContentPartPr/>
                <p14:nvPr/>
              </p14:nvContentPartPr>
              <p14:xfrm>
                <a:off x="4694625" y="4209060"/>
                <a:ext cx="180360" cy="191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8B28AB9-D045-3FF6-6BDD-202841DB400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688505" y="4202940"/>
                  <a:ext cx="1926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0F092D4-4869-A1CE-521C-407736430B2D}"/>
                    </a:ext>
                  </a:extLst>
                </p14:cNvPr>
                <p14:cNvContentPartPr/>
                <p14:nvPr/>
              </p14:nvContentPartPr>
              <p14:xfrm>
                <a:off x="4817385" y="4521180"/>
                <a:ext cx="7200" cy="97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0F092D4-4869-A1CE-521C-407736430B2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811265" y="4515060"/>
                  <a:ext cx="194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9278A65-B51A-6427-3E18-7BD0A2EEBB54}"/>
                    </a:ext>
                  </a:extLst>
                </p14:cNvPr>
                <p14:cNvContentPartPr/>
                <p14:nvPr/>
              </p14:nvContentPartPr>
              <p14:xfrm>
                <a:off x="5022945" y="3467820"/>
                <a:ext cx="428400" cy="14799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9278A65-B51A-6427-3E18-7BD0A2EEBB5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016825" y="3461700"/>
                  <a:ext cx="440640" cy="149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A042764-5929-DE4E-57A6-DFCF6182A15C}"/>
              </a:ext>
            </a:extLst>
          </p:cNvPr>
          <p:cNvGrpSpPr/>
          <p:nvPr/>
        </p:nvGrpSpPr>
        <p:grpSpPr>
          <a:xfrm>
            <a:off x="5913585" y="3730620"/>
            <a:ext cx="252360" cy="190800"/>
            <a:chOff x="5913585" y="3730620"/>
            <a:chExt cx="252360" cy="19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FDDDBEA-9DDD-100A-34FD-AD927F4588E3}"/>
                    </a:ext>
                  </a:extLst>
                </p14:cNvPr>
                <p14:cNvContentPartPr/>
                <p14:nvPr/>
              </p14:nvContentPartPr>
              <p14:xfrm>
                <a:off x="5913585" y="3730620"/>
                <a:ext cx="252360" cy="259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FDDDBEA-9DDD-100A-34FD-AD927F4588E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907465" y="3724500"/>
                  <a:ext cx="264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EAD03FB-3917-FD25-92C5-AA1AF366BBA7}"/>
                    </a:ext>
                  </a:extLst>
                </p14:cNvPr>
                <p14:cNvContentPartPr/>
                <p14:nvPr/>
              </p14:nvContentPartPr>
              <p14:xfrm>
                <a:off x="5991345" y="3899820"/>
                <a:ext cx="109800" cy="21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EAD03FB-3917-FD25-92C5-AA1AF366BBA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985225" y="3893700"/>
                  <a:ext cx="12204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1AB399C-6B14-E7FC-CCB8-8DF2089C24DF}"/>
              </a:ext>
            </a:extLst>
          </p:cNvPr>
          <p:cNvGrpSpPr/>
          <p:nvPr/>
        </p:nvGrpSpPr>
        <p:grpSpPr>
          <a:xfrm>
            <a:off x="6517305" y="3637740"/>
            <a:ext cx="2580840" cy="913320"/>
            <a:chOff x="6517305" y="3637740"/>
            <a:chExt cx="2580840" cy="91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6E01448-CBAE-C670-5BF9-78510C955DE3}"/>
                    </a:ext>
                  </a:extLst>
                </p14:cNvPr>
                <p14:cNvContentPartPr/>
                <p14:nvPr/>
              </p14:nvContentPartPr>
              <p14:xfrm>
                <a:off x="6517305" y="3640980"/>
                <a:ext cx="286920" cy="547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6E01448-CBAE-C670-5BF9-78510C955DE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511185" y="3634860"/>
                  <a:ext cx="29916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DA3CA00-2550-955B-966D-4F419B42DB1B}"/>
                    </a:ext>
                  </a:extLst>
                </p14:cNvPr>
                <p14:cNvContentPartPr/>
                <p14:nvPr/>
              </p14:nvContentPartPr>
              <p14:xfrm>
                <a:off x="6942825" y="3913500"/>
                <a:ext cx="164160" cy="27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DA3CA00-2550-955B-966D-4F419B42DB1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936705" y="3907380"/>
                  <a:ext cx="1764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59692A3-F048-314B-4432-3CA2D2BEE8D0}"/>
                    </a:ext>
                  </a:extLst>
                </p14:cNvPr>
                <p14:cNvContentPartPr/>
                <p14:nvPr/>
              </p14:nvContentPartPr>
              <p14:xfrm>
                <a:off x="7056585" y="3838980"/>
                <a:ext cx="48960" cy="322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59692A3-F048-314B-4432-3CA2D2BEE8D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50465" y="3832860"/>
                  <a:ext cx="612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11C7FB1-6735-5B2A-0DCB-6920B27C14A4}"/>
                    </a:ext>
                  </a:extLst>
                </p14:cNvPr>
                <p14:cNvContentPartPr/>
                <p14:nvPr/>
              </p14:nvContentPartPr>
              <p14:xfrm>
                <a:off x="7294545" y="3758700"/>
                <a:ext cx="330840" cy="270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11C7FB1-6735-5B2A-0DCB-6920B27C14A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288425" y="3752580"/>
                  <a:ext cx="3430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821F4ED-EAD1-FED7-9D69-58BDC1E7DCD5}"/>
                    </a:ext>
                  </a:extLst>
                </p14:cNvPr>
                <p14:cNvContentPartPr/>
                <p14:nvPr/>
              </p14:nvContentPartPr>
              <p14:xfrm>
                <a:off x="7646265" y="3750060"/>
                <a:ext cx="192240" cy="195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821F4ED-EAD1-FED7-9D69-58BDC1E7DCD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640145" y="3743940"/>
                  <a:ext cx="2044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956A013-698F-F797-A42E-C6A94B96FAE1}"/>
                    </a:ext>
                  </a:extLst>
                </p14:cNvPr>
                <p14:cNvContentPartPr/>
                <p14:nvPr/>
              </p14:nvContentPartPr>
              <p14:xfrm>
                <a:off x="7633665" y="3769860"/>
                <a:ext cx="206280" cy="182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956A013-698F-F797-A42E-C6A94B96FAE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627545" y="3763740"/>
                  <a:ext cx="2185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54CB134-4B74-0ACA-A450-5CBD9CD1A0CA}"/>
                    </a:ext>
                  </a:extLst>
                </p14:cNvPr>
                <p14:cNvContentPartPr/>
                <p14:nvPr/>
              </p14:nvContentPartPr>
              <p14:xfrm>
                <a:off x="8007705" y="3952380"/>
                <a:ext cx="30240" cy="183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54CB134-4B74-0ACA-A450-5CBD9CD1A0C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001585" y="3946260"/>
                  <a:ext cx="424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8C4C22C-EE0A-D438-9AFD-C5198E8108C6}"/>
                    </a:ext>
                  </a:extLst>
                </p14:cNvPr>
                <p14:cNvContentPartPr/>
                <p14:nvPr/>
              </p14:nvContentPartPr>
              <p14:xfrm>
                <a:off x="8138025" y="3716940"/>
                <a:ext cx="229320" cy="93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8C4C22C-EE0A-D438-9AFD-C5198E8108C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131905" y="3710820"/>
                  <a:ext cx="2415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98A0B42-3ECD-0096-0687-B8DFAC5FB97E}"/>
                    </a:ext>
                  </a:extLst>
                </p14:cNvPr>
                <p14:cNvContentPartPr/>
                <p14:nvPr/>
              </p14:nvContentPartPr>
              <p14:xfrm>
                <a:off x="8228745" y="3670860"/>
                <a:ext cx="47520" cy="348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98A0B42-3ECD-0096-0687-B8DFAC5FB97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222625" y="3664740"/>
                  <a:ext cx="5976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9079483-C185-76A4-2E96-1DB2342AACAF}"/>
                    </a:ext>
                  </a:extLst>
                </p14:cNvPr>
                <p14:cNvContentPartPr/>
                <p14:nvPr/>
              </p14:nvContentPartPr>
              <p14:xfrm>
                <a:off x="8793585" y="3637740"/>
                <a:ext cx="360" cy="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9079483-C185-76A4-2E96-1DB2342AACA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787465" y="36316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F186ABF-B086-1DFC-E91B-32B247E8010A}"/>
                    </a:ext>
                  </a:extLst>
                </p14:cNvPr>
                <p14:cNvContentPartPr/>
                <p14:nvPr/>
              </p14:nvContentPartPr>
              <p14:xfrm>
                <a:off x="8571105" y="3667620"/>
                <a:ext cx="174600" cy="225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F186ABF-B086-1DFC-E91B-32B247E8010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564985" y="3661500"/>
                  <a:ext cx="1868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8FD214B-9D73-ABFB-0166-77328EF39205}"/>
                    </a:ext>
                  </a:extLst>
                </p14:cNvPr>
                <p14:cNvContentPartPr/>
                <p14:nvPr/>
              </p14:nvContentPartPr>
              <p14:xfrm>
                <a:off x="8557065" y="3709380"/>
                <a:ext cx="172800" cy="186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8FD214B-9D73-ABFB-0166-77328EF3920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550945" y="3703260"/>
                  <a:ext cx="1850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BEAF1AB-A8A9-60F3-9887-D22E9A7E7121}"/>
                    </a:ext>
                  </a:extLst>
                </p14:cNvPr>
                <p14:cNvContentPartPr/>
                <p14:nvPr/>
              </p14:nvContentPartPr>
              <p14:xfrm>
                <a:off x="8817705" y="3869580"/>
                <a:ext cx="280440" cy="1530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BEAF1AB-A8A9-60F3-9887-D22E9A7E712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811585" y="3863460"/>
                  <a:ext cx="2926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0C0A942-542B-93D2-F9D5-B311A2C63A91}"/>
                    </a:ext>
                  </a:extLst>
                </p14:cNvPr>
                <p14:cNvContentPartPr/>
                <p14:nvPr/>
              </p14:nvContentPartPr>
              <p14:xfrm>
                <a:off x="6594705" y="4245420"/>
                <a:ext cx="2053800" cy="3056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0C0A942-542B-93D2-F9D5-B311A2C63A9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588585" y="4239300"/>
                  <a:ext cx="2066040" cy="317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01039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FF45C1B-41D2-1271-8F31-0E6219892D97}"/>
              </a:ext>
            </a:extLst>
          </p:cNvPr>
          <p:cNvGrpSpPr/>
          <p:nvPr/>
        </p:nvGrpSpPr>
        <p:grpSpPr>
          <a:xfrm>
            <a:off x="458505" y="405660"/>
            <a:ext cx="673920" cy="566280"/>
            <a:chOff x="458505" y="405660"/>
            <a:chExt cx="673920" cy="56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D65F3DE-1FEE-6D40-E0A9-BB7389C90B6F}"/>
                    </a:ext>
                  </a:extLst>
                </p14:cNvPr>
                <p14:cNvContentPartPr/>
                <p14:nvPr/>
              </p14:nvContentPartPr>
              <p14:xfrm>
                <a:off x="458505" y="405660"/>
                <a:ext cx="394920" cy="541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D65F3DE-1FEE-6D40-E0A9-BB7389C90B6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2385" y="399540"/>
                  <a:ext cx="40716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D120280-0771-399D-6C91-6A7B5A529F3A}"/>
                    </a:ext>
                  </a:extLst>
                </p14:cNvPr>
                <p14:cNvContentPartPr/>
                <p14:nvPr/>
              </p14:nvContentPartPr>
              <p14:xfrm>
                <a:off x="965025" y="739380"/>
                <a:ext cx="167400" cy="232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D120280-0771-399D-6C91-6A7B5A529F3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58905" y="733260"/>
                  <a:ext cx="179640" cy="24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EAF9D5A-5C7A-2731-EB09-00CB5BCEF49C}"/>
                  </a:ext>
                </a:extLst>
              </p14:cNvPr>
              <p14:cNvContentPartPr/>
              <p14:nvPr/>
            </p14:nvContentPartPr>
            <p14:xfrm>
              <a:off x="1588905" y="677820"/>
              <a:ext cx="318600" cy="47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EAF9D5A-5C7A-2731-EB09-00CB5BCEF49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82785" y="671700"/>
                <a:ext cx="33084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ED263D5-311E-F77F-9615-BDF821D63352}"/>
                  </a:ext>
                </a:extLst>
              </p14:cNvPr>
              <p14:cNvContentPartPr/>
              <p14:nvPr/>
            </p14:nvContentPartPr>
            <p14:xfrm>
              <a:off x="1732905" y="764220"/>
              <a:ext cx="401760" cy="116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ED263D5-311E-F77F-9615-BDF821D6335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26785" y="758100"/>
                <a:ext cx="41400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56BB01FB-B096-1E97-6809-F2C40EF7933F}"/>
              </a:ext>
            </a:extLst>
          </p:cNvPr>
          <p:cNvGrpSpPr/>
          <p:nvPr/>
        </p:nvGrpSpPr>
        <p:grpSpPr>
          <a:xfrm>
            <a:off x="2419065" y="278940"/>
            <a:ext cx="4822200" cy="741240"/>
            <a:chOff x="2419065" y="278940"/>
            <a:chExt cx="4822200" cy="74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72CAFA2-C0F3-3159-35A4-EB287A71363D}"/>
                    </a:ext>
                  </a:extLst>
                </p14:cNvPr>
                <p14:cNvContentPartPr/>
                <p14:nvPr/>
              </p14:nvContentPartPr>
              <p14:xfrm>
                <a:off x="2419065" y="403500"/>
                <a:ext cx="478440" cy="516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72CAFA2-C0F3-3159-35A4-EB287A71363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12945" y="397380"/>
                  <a:ext cx="49068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EAB8052-1614-FFDB-E370-3DED2D35FF2A}"/>
                    </a:ext>
                  </a:extLst>
                </p14:cNvPr>
                <p14:cNvContentPartPr/>
                <p14:nvPr/>
              </p14:nvContentPartPr>
              <p14:xfrm>
                <a:off x="2907945" y="831540"/>
                <a:ext cx="243000" cy="183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EAB8052-1614-FFDB-E370-3DED2D35FF2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01825" y="825420"/>
                  <a:ext cx="2552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33426DF-D222-690D-3E36-6606DDE515F2}"/>
                    </a:ext>
                  </a:extLst>
                </p14:cNvPr>
                <p14:cNvContentPartPr/>
                <p14:nvPr/>
              </p14:nvContentPartPr>
              <p14:xfrm>
                <a:off x="3248505" y="545340"/>
                <a:ext cx="429840" cy="147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33426DF-D222-690D-3E36-6606DDE515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42385" y="539220"/>
                  <a:ext cx="4420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118566D-5968-4178-DA9F-B34211A88990}"/>
                    </a:ext>
                  </a:extLst>
                </p14:cNvPr>
                <p14:cNvContentPartPr/>
                <p14:nvPr/>
              </p14:nvContentPartPr>
              <p14:xfrm>
                <a:off x="3503385" y="481260"/>
                <a:ext cx="88920" cy="386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118566D-5968-4178-DA9F-B34211A8899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497265" y="475140"/>
                  <a:ext cx="10116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CB3DF82-B7B2-E4FB-E518-98BC1F16B0D7}"/>
                    </a:ext>
                  </a:extLst>
                </p14:cNvPr>
                <p14:cNvContentPartPr/>
                <p14:nvPr/>
              </p14:nvContentPartPr>
              <p14:xfrm>
                <a:off x="3919545" y="337980"/>
                <a:ext cx="389880" cy="478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CB3DF82-B7B2-E4FB-E518-98BC1F16B0D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13425" y="331860"/>
                  <a:ext cx="40212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46B5E36-CB35-0AAC-E73C-36E8AFB668EC}"/>
                    </a:ext>
                  </a:extLst>
                </p14:cNvPr>
                <p14:cNvContentPartPr/>
                <p14:nvPr/>
              </p14:nvContentPartPr>
              <p14:xfrm>
                <a:off x="4401585" y="722820"/>
                <a:ext cx="10440" cy="297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46B5E36-CB35-0AAC-E73C-36E8AFB668E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95465" y="716700"/>
                  <a:ext cx="226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7633CE7-8C21-C043-80B4-91A74C73A2CB}"/>
                    </a:ext>
                  </a:extLst>
                </p14:cNvPr>
                <p14:cNvContentPartPr/>
                <p14:nvPr/>
              </p14:nvContentPartPr>
              <p14:xfrm>
                <a:off x="4592025" y="461820"/>
                <a:ext cx="294840" cy="308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7633CE7-8C21-C043-80B4-91A74C73A2C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85905" y="455700"/>
                  <a:ext cx="3070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011F774-834E-AAC6-DAFA-2752469B864D}"/>
                    </a:ext>
                  </a:extLst>
                </p14:cNvPr>
                <p14:cNvContentPartPr/>
                <p14:nvPr/>
              </p14:nvContentPartPr>
              <p14:xfrm>
                <a:off x="4684905" y="490620"/>
                <a:ext cx="245160" cy="231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011F774-834E-AAC6-DAFA-2752469B864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78785" y="484500"/>
                  <a:ext cx="2574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8B583CD-84E1-51AA-3C77-DDD01370D3C1}"/>
                    </a:ext>
                  </a:extLst>
                </p14:cNvPr>
                <p14:cNvContentPartPr/>
                <p14:nvPr/>
              </p14:nvContentPartPr>
              <p14:xfrm>
                <a:off x="5056425" y="705180"/>
                <a:ext cx="15840" cy="176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8B583CD-84E1-51AA-3C77-DDD01370D3C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50305" y="699060"/>
                  <a:ext cx="280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938110E-558F-B099-DB45-E6060FA9F019}"/>
                    </a:ext>
                  </a:extLst>
                </p14:cNvPr>
                <p14:cNvContentPartPr/>
                <p14:nvPr/>
              </p14:nvContentPartPr>
              <p14:xfrm>
                <a:off x="5439105" y="278940"/>
                <a:ext cx="29520" cy="546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938110E-558F-B099-DB45-E6060FA9F01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32985" y="272820"/>
                  <a:ext cx="4176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29665E4-D550-116F-82DF-720467B7112E}"/>
                    </a:ext>
                  </a:extLst>
                </p14:cNvPr>
                <p14:cNvContentPartPr/>
                <p14:nvPr/>
              </p14:nvContentPartPr>
              <p14:xfrm>
                <a:off x="5260545" y="520860"/>
                <a:ext cx="367560" cy="42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29665E4-D550-116F-82DF-720467B7112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54425" y="514740"/>
                  <a:ext cx="3798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3711215-7A7F-616F-659C-1A86E1A6924A}"/>
                    </a:ext>
                  </a:extLst>
                </p14:cNvPr>
                <p14:cNvContentPartPr/>
                <p14:nvPr/>
              </p14:nvContentPartPr>
              <p14:xfrm>
                <a:off x="5862825" y="298380"/>
                <a:ext cx="429120" cy="440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3711215-7A7F-616F-659C-1A86E1A6924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56705" y="292260"/>
                  <a:ext cx="44136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5D6DCCC-0A92-5CDB-C587-CAC624AEEB98}"/>
                    </a:ext>
                  </a:extLst>
                </p14:cNvPr>
                <p14:cNvContentPartPr/>
                <p14:nvPr/>
              </p14:nvContentPartPr>
              <p14:xfrm>
                <a:off x="6281505" y="668460"/>
                <a:ext cx="243000" cy="174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5D6DCCC-0A92-5CDB-C587-CAC624AEEB9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275385" y="662340"/>
                  <a:ext cx="2552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E4FBACF-AA6D-3833-3820-A076A0185E25}"/>
                    </a:ext>
                  </a:extLst>
                </p14:cNvPr>
                <p14:cNvContentPartPr/>
                <p14:nvPr/>
              </p14:nvContentPartPr>
              <p14:xfrm>
                <a:off x="6542505" y="280020"/>
                <a:ext cx="240120" cy="461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E4FBACF-AA6D-3833-3820-A076A0185E2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536385" y="273900"/>
                  <a:ext cx="25236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7CB4D66-98DA-F916-D5E4-ADEAAADDCDDB}"/>
                    </a:ext>
                  </a:extLst>
                </p14:cNvPr>
                <p14:cNvContentPartPr/>
                <p14:nvPr/>
              </p14:nvContentPartPr>
              <p14:xfrm>
                <a:off x="6547905" y="311700"/>
                <a:ext cx="397440" cy="332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7CB4D66-98DA-F916-D5E4-ADEAAADDCDD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41785" y="305580"/>
                  <a:ext cx="40968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057C0C0-610F-0210-F6E5-3EFCE4F5435B}"/>
                    </a:ext>
                  </a:extLst>
                </p14:cNvPr>
                <p14:cNvContentPartPr/>
                <p14:nvPr/>
              </p14:nvContentPartPr>
              <p14:xfrm>
                <a:off x="6990345" y="597540"/>
                <a:ext cx="250920" cy="148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057C0C0-610F-0210-F6E5-3EFCE4F5435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84225" y="591420"/>
                  <a:ext cx="26316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F5062AD-3B18-8CCD-12B9-BB70F0569944}"/>
              </a:ext>
            </a:extLst>
          </p:cNvPr>
          <p:cNvGrpSpPr/>
          <p:nvPr/>
        </p:nvGrpSpPr>
        <p:grpSpPr>
          <a:xfrm>
            <a:off x="1312065" y="1356060"/>
            <a:ext cx="1080720" cy="571320"/>
            <a:chOff x="1312065" y="1356060"/>
            <a:chExt cx="1080720" cy="57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75A5A4C-76E2-4E5B-B6D2-B7A6759B3FFC}"/>
                    </a:ext>
                  </a:extLst>
                </p14:cNvPr>
                <p14:cNvContentPartPr/>
                <p14:nvPr/>
              </p14:nvContentPartPr>
              <p14:xfrm>
                <a:off x="1312065" y="1356060"/>
                <a:ext cx="513720" cy="571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75A5A4C-76E2-4E5B-B6D2-B7A6759B3FF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305945" y="1349940"/>
                  <a:ext cx="52596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1EB47C0-11C5-7D8E-B9C5-E91FC7DFD8C3}"/>
                    </a:ext>
                  </a:extLst>
                </p14:cNvPr>
                <p14:cNvContentPartPr/>
                <p14:nvPr/>
              </p14:nvContentPartPr>
              <p14:xfrm>
                <a:off x="2062665" y="1582500"/>
                <a:ext cx="209520" cy="49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1EB47C0-11C5-7D8E-B9C5-E91FC7DFD8C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056545" y="1576380"/>
                  <a:ext cx="2217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33F3033-3216-743F-D6C1-AF331000FC72}"/>
                    </a:ext>
                  </a:extLst>
                </p14:cNvPr>
                <p14:cNvContentPartPr/>
                <p14:nvPr/>
              </p14:nvContentPartPr>
              <p14:xfrm>
                <a:off x="2154105" y="1732980"/>
                <a:ext cx="238680" cy="37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33F3033-3216-743F-D6C1-AF331000FC7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147985" y="1726860"/>
                  <a:ext cx="25092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CD8301C-0DFA-2AB2-D1B3-C29CF8399873}"/>
              </a:ext>
            </a:extLst>
          </p:cNvPr>
          <p:cNvGrpSpPr/>
          <p:nvPr/>
        </p:nvGrpSpPr>
        <p:grpSpPr>
          <a:xfrm>
            <a:off x="2722545" y="1216740"/>
            <a:ext cx="1229040" cy="1344240"/>
            <a:chOff x="2722545" y="1216740"/>
            <a:chExt cx="1229040" cy="134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A259680-7EB1-BCBD-3459-CA3FC3688BB6}"/>
                    </a:ext>
                  </a:extLst>
                </p14:cNvPr>
                <p14:cNvContentPartPr/>
                <p14:nvPr/>
              </p14:nvContentPartPr>
              <p14:xfrm>
                <a:off x="2722545" y="1322220"/>
                <a:ext cx="554400" cy="1127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A259680-7EB1-BCBD-3459-CA3FC3688B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16425" y="1316100"/>
                  <a:ext cx="566640" cy="11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0C9B528-1B60-A7A4-3321-52BE586ED604}"/>
                    </a:ext>
                  </a:extLst>
                </p14:cNvPr>
                <p14:cNvContentPartPr/>
                <p14:nvPr/>
              </p14:nvContentPartPr>
              <p14:xfrm>
                <a:off x="3111705" y="1483500"/>
                <a:ext cx="214560" cy="307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0C9B528-1B60-A7A4-3321-52BE586ED60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05585" y="1477380"/>
                  <a:ext cx="2268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445F606-C9FE-DDB4-0493-B6ACD4BC47D4}"/>
                    </a:ext>
                  </a:extLst>
                </p14:cNvPr>
                <p14:cNvContentPartPr/>
                <p14:nvPr/>
              </p14:nvContentPartPr>
              <p14:xfrm>
                <a:off x="3091545" y="1957260"/>
                <a:ext cx="210240" cy="312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445F606-C9FE-DDB4-0493-B6ACD4BC47D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85425" y="1951140"/>
                  <a:ext cx="2224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E4629A7-26BC-FA7E-7D0E-1B8D8C0CC881}"/>
                    </a:ext>
                  </a:extLst>
                </p14:cNvPr>
                <p14:cNvContentPartPr/>
                <p14:nvPr/>
              </p14:nvContentPartPr>
              <p14:xfrm>
                <a:off x="3366225" y="2306820"/>
                <a:ext cx="360" cy="2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E4629A7-26BC-FA7E-7D0E-1B8D8C0CC88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60105" y="2300700"/>
                  <a:ext cx="1260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5738F61-02F6-367A-430A-477987B2CFD4}"/>
                    </a:ext>
                  </a:extLst>
                </p14:cNvPr>
                <p14:cNvContentPartPr/>
                <p14:nvPr/>
              </p14:nvContentPartPr>
              <p14:xfrm>
                <a:off x="3348225" y="2285940"/>
                <a:ext cx="132840" cy="197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5738F61-02F6-367A-430A-477987B2CFD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42105" y="2279820"/>
                  <a:ext cx="1450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5248E7B-8E2D-16A5-5A9C-602118D60F1D}"/>
                    </a:ext>
                  </a:extLst>
                </p14:cNvPr>
                <p14:cNvContentPartPr/>
                <p14:nvPr/>
              </p14:nvContentPartPr>
              <p14:xfrm>
                <a:off x="3531825" y="1216740"/>
                <a:ext cx="419760" cy="1344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5248E7B-8E2D-16A5-5A9C-602118D60F1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25705" y="1210620"/>
                  <a:ext cx="432000" cy="135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09512D1-E9AA-5C6B-D814-6DF27C8144BE}"/>
                  </a:ext>
                </a:extLst>
              </p14:cNvPr>
              <p14:cNvContentPartPr/>
              <p14:nvPr/>
            </p14:nvContentPartPr>
            <p14:xfrm>
              <a:off x="4419585" y="1605540"/>
              <a:ext cx="327240" cy="360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09512D1-E9AA-5C6B-D814-6DF27C8144B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413465" y="1599420"/>
                <a:ext cx="33948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91408D2-C406-4306-E379-9141E1368732}"/>
                  </a:ext>
                </a:extLst>
              </p14:cNvPr>
              <p14:cNvContentPartPr/>
              <p14:nvPr/>
            </p14:nvContentPartPr>
            <p14:xfrm>
              <a:off x="4643505" y="1815060"/>
              <a:ext cx="82440" cy="244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91408D2-C406-4306-E379-9141E136873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637385" y="1808940"/>
                <a:ext cx="94680" cy="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11727350-6135-3438-273F-166E0E31FE5B}"/>
              </a:ext>
            </a:extLst>
          </p:cNvPr>
          <p:cNvGrpSpPr/>
          <p:nvPr/>
        </p:nvGrpSpPr>
        <p:grpSpPr>
          <a:xfrm>
            <a:off x="5432625" y="1279740"/>
            <a:ext cx="3520800" cy="1077840"/>
            <a:chOff x="5432625" y="1279740"/>
            <a:chExt cx="3520800" cy="107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838D233-70E1-6CF8-533C-531C41E2A835}"/>
                    </a:ext>
                  </a:extLst>
                </p14:cNvPr>
                <p14:cNvContentPartPr/>
                <p14:nvPr/>
              </p14:nvContentPartPr>
              <p14:xfrm>
                <a:off x="5432625" y="1401060"/>
                <a:ext cx="414360" cy="275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838D233-70E1-6CF8-533C-531C41E2A83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26505" y="1394940"/>
                  <a:ext cx="4266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D17E67D-AF4D-8A9B-1D20-C484B643D8ED}"/>
                    </a:ext>
                  </a:extLst>
                </p14:cNvPr>
                <p14:cNvContentPartPr/>
                <p14:nvPr/>
              </p14:nvContentPartPr>
              <p14:xfrm>
                <a:off x="5502825" y="1388820"/>
                <a:ext cx="460440" cy="682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D17E67D-AF4D-8A9B-1D20-C484B643D8E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496705" y="1382700"/>
                  <a:ext cx="47268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278BD8E-8060-53A9-77AE-D0D563E130C7}"/>
                    </a:ext>
                  </a:extLst>
                </p14:cNvPr>
                <p14:cNvContentPartPr/>
                <p14:nvPr/>
              </p14:nvContentPartPr>
              <p14:xfrm>
                <a:off x="6217425" y="1497540"/>
                <a:ext cx="215280" cy="119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278BD8E-8060-53A9-77AE-D0D563E130C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11305" y="1491420"/>
                  <a:ext cx="2275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B526B21-237D-B6C0-27CE-F75A95194C64}"/>
                    </a:ext>
                  </a:extLst>
                </p14:cNvPr>
                <p14:cNvContentPartPr/>
                <p14:nvPr/>
              </p14:nvContentPartPr>
              <p14:xfrm>
                <a:off x="6379425" y="1387020"/>
                <a:ext cx="20880" cy="455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B526B21-237D-B6C0-27CE-F75A95194C6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373305" y="1380900"/>
                  <a:ext cx="3312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9258C76-EA30-AD85-82AD-3497F8010713}"/>
                    </a:ext>
                  </a:extLst>
                </p14:cNvPr>
                <p14:cNvContentPartPr/>
                <p14:nvPr/>
              </p14:nvContentPartPr>
              <p14:xfrm>
                <a:off x="6617385" y="1371180"/>
                <a:ext cx="352440" cy="307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9258C76-EA30-AD85-82AD-3497F801071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611265" y="1365060"/>
                  <a:ext cx="36468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130BACD-1D0F-2054-7743-235521944114}"/>
                    </a:ext>
                  </a:extLst>
                </p14:cNvPr>
                <p14:cNvContentPartPr/>
                <p14:nvPr/>
              </p14:nvContentPartPr>
              <p14:xfrm>
                <a:off x="6868665" y="1419780"/>
                <a:ext cx="30240" cy="359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130BACD-1D0F-2054-7743-23552194411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862545" y="1413660"/>
                  <a:ext cx="4248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FA3FE57-5762-3925-E857-0104805BEABE}"/>
                    </a:ext>
                  </a:extLst>
                </p14:cNvPr>
                <p14:cNvContentPartPr/>
                <p14:nvPr/>
              </p14:nvContentPartPr>
              <p14:xfrm>
                <a:off x="7103385" y="1279740"/>
                <a:ext cx="262440" cy="417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FA3FE57-5762-3925-E857-0104805BEAB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97265" y="1273620"/>
                  <a:ext cx="27468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5E930A3-FD37-B258-79BF-462D163DA9F5}"/>
                    </a:ext>
                  </a:extLst>
                </p14:cNvPr>
                <p14:cNvContentPartPr/>
                <p14:nvPr/>
              </p14:nvContentPartPr>
              <p14:xfrm>
                <a:off x="7148025" y="1398900"/>
                <a:ext cx="260640" cy="298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5E930A3-FD37-B258-79BF-462D163DA9F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141905" y="1392780"/>
                  <a:ext cx="27288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D2DDFF7-B940-FAB0-6C6A-A10BC271526B}"/>
                    </a:ext>
                  </a:extLst>
                </p14:cNvPr>
                <p14:cNvContentPartPr/>
                <p14:nvPr/>
              </p14:nvContentPartPr>
              <p14:xfrm>
                <a:off x="7435665" y="1686900"/>
                <a:ext cx="20880" cy="184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D2DDFF7-B940-FAB0-6C6A-A10BC271526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429545" y="1680780"/>
                  <a:ext cx="331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CAE0D0C-C213-5466-4F76-4B3A0417CF3A}"/>
                    </a:ext>
                  </a:extLst>
                </p14:cNvPr>
                <p14:cNvContentPartPr/>
                <p14:nvPr/>
              </p14:nvContentPartPr>
              <p14:xfrm>
                <a:off x="7550145" y="1457220"/>
                <a:ext cx="260640" cy="57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CAE0D0C-C213-5466-4F76-4B3A0417CF3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544025" y="1451100"/>
                  <a:ext cx="2728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B13B504-1DB3-8F58-1DF9-472A4C8FFCA4}"/>
                    </a:ext>
                  </a:extLst>
                </p14:cNvPr>
                <p14:cNvContentPartPr/>
                <p14:nvPr/>
              </p14:nvContentPartPr>
              <p14:xfrm>
                <a:off x="7667865" y="1353180"/>
                <a:ext cx="114120" cy="354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B13B504-1DB3-8F58-1DF9-472A4C8FFCA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661745" y="1347060"/>
                  <a:ext cx="12636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ED70066-FDD9-42C5-D817-5223BB110BC9}"/>
                    </a:ext>
                  </a:extLst>
                </p14:cNvPr>
                <p14:cNvContentPartPr/>
                <p14:nvPr/>
              </p14:nvContentPartPr>
              <p14:xfrm>
                <a:off x="8166105" y="1302420"/>
                <a:ext cx="240480" cy="421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ED70066-FDD9-42C5-D817-5223BB110BC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159985" y="1296300"/>
                  <a:ext cx="25272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5CC3128-2CA9-FCAB-165C-F4CF81A594B4}"/>
                    </a:ext>
                  </a:extLst>
                </p14:cNvPr>
                <p14:cNvContentPartPr/>
                <p14:nvPr/>
              </p14:nvContentPartPr>
              <p14:xfrm>
                <a:off x="8419905" y="1312860"/>
                <a:ext cx="296640" cy="316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5CC3128-2CA9-FCAB-165C-F4CF81A594B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13785" y="1306740"/>
                  <a:ext cx="3088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2FCD633-5CD8-E8E8-63DE-7E4641F7FA1A}"/>
                    </a:ext>
                  </a:extLst>
                </p14:cNvPr>
                <p14:cNvContentPartPr/>
                <p14:nvPr/>
              </p14:nvContentPartPr>
              <p14:xfrm>
                <a:off x="8494785" y="1348860"/>
                <a:ext cx="253080" cy="268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2FCD633-5CD8-E8E8-63DE-7E4641F7FA1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88665" y="1342740"/>
                  <a:ext cx="2653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70CB238-2A53-87B3-ABEF-90562B7D72BE}"/>
                    </a:ext>
                  </a:extLst>
                </p14:cNvPr>
                <p14:cNvContentPartPr/>
                <p14:nvPr/>
              </p14:nvContentPartPr>
              <p14:xfrm>
                <a:off x="8721945" y="1630740"/>
                <a:ext cx="231480" cy="1270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70CB238-2A53-87B3-ABEF-90562B7D72B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715825" y="1624620"/>
                  <a:ext cx="2437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28A1B3F-2D1E-44CD-1BB8-63A9E8829AC3}"/>
                    </a:ext>
                  </a:extLst>
                </p14:cNvPr>
                <p14:cNvContentPartPr/>
                <p14:nvPr/>
              </p14:nvContentPartPr>
              <p14:xfrm>
                <a:off x="5857065" y="2022420"/>
                <a:ext cx="2604240" cy="335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28A1B3F-2D1E-44CD-1BB8-63A9E8829AC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50945" y="2016300"/>
                  <a:ext cx="261648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A2B7B33-C4DC-23B3-6C65-63F0DD68B3AD}"/>
                    </a:ext>
                  </a:extLst>
                </p14:cNvPr>
                <p14:cNvContentPartPr/>
                <p14:nvPr/>
              </p14:nvContentPartPr>
              <p14:xfrm>
                <a:off x="5519025" y="1345260"/>
                <a:ext cx="303120" cy="68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A2B7B33-C4DC-23B3-6C65-63F0DD68B3A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512905" y="1339140"/>
                  <a:ext cx="31536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C4B3C52-CA19-C428-814C-519FCE6D06D6}"/>
              </a:ext>
            </a:extLst>
          </p:cNvPr>
          <p:cNvGrpSpPr/>
          <p:nvPr/>
        </p:nvGrpSpPr>
        <p:grpSpPr>
          <a:xfrm>
            <a:off x="364185" y="2991900"/>
            <a:ext cx="645120" cy="844920"/>
            <a:chOff x="364185" y="2991900"/>
            <a:chExt cx="645120" cy="84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7627072-CC9C-88B1-9B69-F36B40F04412}"/>
                    </a:ext>
                  </a:extLst>
                </p14:cNvPr>
                <p14:cNvContentPartPr/>
                <p14:nvPr/>
              </p14:nvContentPartPr>
              <p14:xfrm>
                <a:off x="364185" y="2991900"/>
                <a:ext cx="432720" cy="700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7627072-CC9C-88B1-9B69-F36B40F0441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8065" y="2985780"/>
                  <a:ext cx="444960" cy="71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D3324AD-420E-1CDD-819E-11C6C46650A5}"/>
                    </a:ext>
                  </a:extLst>
                </p14:cNvPr>
                <p14:cNvContentPartPr/>
                <p14:nvPr/>
              </p14:nvContentPartPr>
              <p14:xfrm>
                <a:off x="997065" y="3503460"/>
                <a:ext cx="12240" cy="333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D3324AD-420E-1CDD-819E-11C6C46650A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90945" y="3497340"/>
                  <a:ext cx="24480" cy="34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AF2F407-5782-B5F9-B746-6F44E0F7D312}"/>
                  </a:ext>
                </a:extLst>
              </p14:cNvPr>
              <p14:cNvContentPartPr/>
              <p14:nvPr/>
            </p14:nvContentPartPr>
            <p14:xfrm>
              <a:off x="1440225" y="3109260"/>
              <a:ext cx="384120" cy="6559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AF2F407-5782-B5F9-B746-6F44E0F7D31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434105" y="3103140"/>
                <a:ext cx="396360" cy="66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B02315AE-C4A9-F7D6-D020-9BF5B66ADF69}"/>
              </a:ext>
            </a:extLst>
          </p:cNvPr>
          <p:cNvGrpSpPr/>
          <p:nvPr/>
        </p:nvGrpSpPr>
        <p:grpSpPr>
          <a:xfrm>
            <a:off x="2150505" y="2938260"/>
            <a:ext cx="729720" cy="828720"/>
            <a:chOff x="2150505" y="2938260"/>
            <a:chExt cx="729720" cy="82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5C51622-CFED-64B5-DFE5-C28D03495C24}"/>
                    </a:ext>
                  </a:extLst>
                </p14:cNvPr>
                <p14:cNvContentPartPr/>
                <p14:nvPr/>
              </p14:nvContentPartPr>
              <p14:xfrm>
                <a:off x="2150505" y="2938260"/>
                <a:ext cx="343800" cy="650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5C51622-CFED-64B5-DFE5-C28D03495C2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144385" y="2932140"/>
                  <a:ext cx="35604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434DBCD-9A7C-9F2A-64EA-1A2D1529DC0F}"/>
                    </a:ext>
                  </a:extLst>
                </p14:cNvPr>
                <p14:cNvContentPartPr/>
                <p14:nvPr/>
              </p14:nvContentPartPr>
              <p14:xfrm>
                <a:off x="2610945" y="3482580"/>
                <a:ext cx="269280" cy="284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434DBCD-9A7C-9F2A-64EA-1A2D1529DC0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604825" y="3476460"/>
                  <a:ext cx="281520" cy="296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09296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1E105F63-241E-F974-B8DC-7AA7B3623982}"/>
              </a:ext>
            </a:extLst>
          </p:cNvPr>
          <p:cNvGrpSpPr/>
          <p:nvPr/>
        </p:nvGrpSpPr>
        <p:grpSpPr>
          <a:xfrm>
            <a:off x="315225" y="294060"/>
            <a:ext cx="1113480" cy="848520"/>
            <a:chOff x="315225" y="294060"/>
            <a:chExt cx="1113480" cy="84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43053EB-C875-5D50-733F-8F845715D31A}"/>
                    </a:ext>
                  </a:extLst>
                </p14:cNvPr>
                <p14:cNvContentPartPr/>
                <p14:nvPr/>
              </p14:nvContentPartPr>
              <p14:xfrm>
                <a:off x="315225" y="294060"/>
                <a:ext cx="399600" cy="5878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43053EB-C875-5D50-733F-8F845715D31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9105" y="287940"/>
                  <a:ext cx="41184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2C63A9B-A958-925A-5FE9-9393D0D383FB}"/>
                    </a:ext>
                  </a:extLst>
                </p14:cNvPr>
                <p14:cNvContentPartPr/>
                <p14:nvPr/>
              </p14:nvContentPartPr>
              <p14:xfrm>
                <a:off x="799425" y="599700"/>
                <a:ext cx="120240" cy="235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2C63A9B-A958-925A-5FE9-9393D0D383F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93305" y="593580"/>
                  <a:ext cx="1324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9EE35D1-6F31-664D-146E-FD5CEC536F63}"/>
                    </a:ext>
                  </a:extLst>
                </p14:cNvPr>
                <p14:cNvContentPartPr/>
                <p14:nvPr/>
              </p14:nvContentPartPr>
              <p14:xfrm>
                <a:off x="1007865" y="628860"/>
                <a:ext cx="300240" cy="126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9EE35D1-6F31-664D-146E-FD5CEC536F6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01745" y="622740"/>
                  <a:ext cx="3124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45A4731-08B0-B6C8-0352-8D4398BAB3DF}"/>
                    </a:ext>
                  </a:extLst>
                </p14:cNvPr>
                <p14:cNvContentPartPr/>
                <p14:nvPr/>
              </p14:nvContentPartPr>
              <p14:xfrm>
                <a:off x="1349865" y="356700"/>
                <a:ext cx="74520" cy="550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45A4731-08B0-B6C8-0352-8D4398BAB3D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43745" y="350580"/>
                  <a:ext cx="86760" cy="5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06B890B-B1ED-4492-BEA5-420E67F34473}"/>
                    </a:ext>
                  </a:extLst>
                </p14:cNvPr>
                <p14:cNvContentPartPr/>
                <p14:nvPr/>
              </p14:nvContentPartPr>
              <p14:xfrm>
                <a:off x="401265" y="1062660"/>
                <a:ext cx="1027440" cy="79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06B890B-B1ED-4492-BEA5-420E67F344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5145" y="1056540"/>
                  <a:ext cx="1039680" cy="9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382482F-0138-5106-18F1-EA41E264CD6A}"/>
                  </a:ext>
                </a:extLst>
              </p14:cNvPr>
              <p14:cNvContentPartPr/>
              <p14:nvPr/>
            </p14:nvContentPartPr>
            <p14:xfrm>
              <a:off x="2017305" y="658020"/>
              <a:ext cx="321480" cy="40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382482F-0138-5106-18F1-EA41E264CD6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11185" y="651900"/>
                <a:ext cx="333720" cy="5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BECD8668-010D-649A-0DC1-3DC9A761A2DF}"/>
              </a:ext>
            </a:extLst>
          </p:cNvPr>
          <p:cNvGrpSpPr/>
          <p:nvPr/>
        </p:nvGrpSpPr>
        <p:grpSpPr>
          <a:xfrm>
            <a:off x="2816505" y="98940"/>
            <a:ext cx="1893960" cy="744120"/>
            <a:chOff x="2816505" y="98940"/>
            <a:chExt cx="1893960" cy="74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C99574D-27D8-5FBC-7B11-191BD46B7D11}"/>
                    </a:ext>
                  </a:extLst>
                </p14:cNvPr>
                <p14:cNvContentPartPr/>
                <p14:nvPr/>
              </p14:nvContentPartPr>
              <p14:xfrm>
                <a:off x="2816505" y="424020"/>
                <a:ext cx="336960" cy="419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C99574D-27D8-5FBC-7B11-191BD46B7D1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10385" y="417900"/>
                  <a:ext cx="34920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A0759BA-3E01-566B-64B9-C327118BDDDB}"/>
                    </a:ext>
                  </a:extLst>
                </p14:cNvPr>
                <p14:cNvContentPartPr/>
                <p14:nvPr/>
              </p14:nvContentPartPr>
              <p14:xfrm>
                <a:off x="3329505" y="98940"/>
                <a:ext cx="277560" cy="674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A0759BA-3E01-566B-64B9-C327118BDDD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23385" y="92820"/>
                  <a:ext cx="289800" cy="68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9F0E492-742E-BAD3-70B4-A3178C30D37C}"/>
                    </a:ext>
                  </a:extLst>
                </p14:cNvPr>
                <p14:cNvContentPartPr/>
                <p14:nvPr/>
              </p14:nvContentPartPr>
              <p14:xfrm>
                <a:off x="3744225" y="264900"/>
                <a:ext cx="254520" cy="566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9F0E492-742E-BAD3-70B4-A3178C30D37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738105" y="258780"/>
                  <a:ext cx="26676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26020F6-92F2-1B20-2B41-8E11E191EF5A}"/>
                    </a:ext>
                  </a:extLst>
                </p14:cNvPr>
                <p14:cNvContentPartPr/>
                <p14:nvPr/>
              </p14:nvContentPartPr>
              <p14:xfrm>
                <a:off x="4051665" y="633900"/>
                <a:ext cx="306000" cy="127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26020F6-92F2-1B20-2B41-8E11E191EF5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45545" y="627780"/>
                  <a:ext cx="3182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70E9E6E-027D-1CD9-FABC-B6C017556884}"/>
                    </a:ext>
                  </a:extLst>
                </p14:cNvPr>
                <p14:cNvContentPartPr/>
                <p14:nvPr/>
              </p14:nvContentPartPr>
              <p14:xfrm>
                <a:off x="4363065" y="584220"/>
                <a:ext cx="48960" cy="175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70E9E6E-027D-1CD9-FABC-B6C01755688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56945" y="578100"/>
                  <a:ext cx="612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C22EAF7-955C-D163-14E5-0A709F9A89C8}"/>
                    </a:ext>
                  </a:extLst>
                </p14:cNvPr>
                <p14:cNvContentPartPr/>
                <p14:nvPr/>
              </p14:nvContentPartPr>
              <p14:xfrm>
                <a:off x="4301865" y="458220"/>
                <a:ext cx="408600" cy="230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C22EAF7-955C-D163-14E5-0A709F9A89C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95745" y="452100"/>
                  <a:ext cx="42084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54A3A5C-AD6E-A925-227E-19FDD4512472}"/>
              </a:ext>
            </a:extLst>
          </p:cNvPr>
          <p:cNvGrpSpPr/>
          <p:nvPr/>
        </p:nvGrpSpPr>
        <p:grpSpPr>
          <a:xfrm>
            <a:off x="5127345" y="231780"/>
            <a:ext cx="1391760" cy="471600"/>
            <a:chOff x="5127345" y="231780"/>
            <a:chExt cx="1391760" cy="47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3C0E4EE-3830-DD07-034F-3635D03F8772}"/>
                    </a:ext>
                  </a:extLst>
                </p14:cNvPr>
                <p14:cNvContentPartPr/>
                <p14:nvPr/>
              </p14:nvContentPartPr>
              <p14:xfrm>
                <a:off x="5127345" y="494220"/>
                <a:ext cx="104400" cy="1922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3C0E4EE-3830-DD07-034F-3635D03F877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21225" y="488100"/>
                  <a:ext cx="1166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8B73E44-9C6C-F1BD-90C1-8DFFD38A98FF}"/>
                    </a:ext>
                  </a:extLst>
                </p14:cNvPr>
                <p14:cNvContentPartPr/>
                <p14:nvPr/>
              </p14:nvContentPartPr>
              <p14:xfrm>
                <a:off x="5289705" y="538140"/>
                <a:ext cx="294840" cy="165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8B73E44-9C6C-F1BD-90C1-8DFFD38A98F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83585" y="532020"/>
                  <a:ext cx="3070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6CDD4C9-36F1-ADA7-07F0-747A6D5D5D15}"/>
                    </a:ext>
                  </a:extLst>
                </p14:cNvPr>
                <p14:cNvContentPartPr/>
                <p14:nvPr/>
              </p14:nvContentPartPr>
              <p14:xfrm>
                <a:off x="5639625" y="231780"/>
                <a:ext cx="79920" cy="446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6CDD4C9-36F1-ADA7-07F0-747A6D5D5D1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33505" y="225660"/>
                  <a:ext cx="9216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97462F4-7A20-8265-AB89-E92FE2CCB015}"/>
                    </a:ext>
                  </a:extLst>
                </p14:cNvPr>
                <p14:cNvContentPartPr/>
                <p14:nvPr/>
              </p14:nvContentPartPr>
              <p14:xfrm>
                <a:off x="5781105" y="450300"/>
                <a:ext cx="133560" cy="239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97462F4-7A20-8265-AB89-E92FE2CCB01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74985" y="444180"/>
                  <a:ext cx="145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3F7BFAF-B90F-0073-3299-62CBDBCEBF82}"/>
                    </a:ext>
                  </a:extLst>
                </p14:cNvPr>
                <p14:cNvContentPartPr/>
                <p14:nvPr/>
              </p14:nvContentPartPr>
              <p14:xfrm>
                <a:off x="6069825" y="378660"/>
                <a:ext cx="283680" cy="279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3F7BFAF-B90F-0073-3299-62CBDBCEBF8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63705" y="372540"/>
                  <a:ext cx="2959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98FF809-3BF3-4763-CF68-A40D2FC4974F}"/>
                    </a:ext>
                  </a:extLst>
                </p14:cNvPr>
                <p14:cNvContentPartPr/>
                <p14:nvPr/>
              </p14:nvContentPartPr>
              <p14:xfrm>
                <a:off x="6311385" y="378660"/>
                <a:ext cx="207720" cy="283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98FF809-3BF3-4763-CF68-A40D2FC4974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05265" y="372540"/>
                  <a:ext cx="219960" cy="29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A2134B0-CF1D-CEAA-8FE4-B1D0B2243D70}"/>
              </a:ext>
            </a:extLst>
          </p:cNvPr>
          <p:cNvGrpSpPr/>
          <p:nvPr/>
        </p:nvGrpSpPr>
        <p:grpSpPr>
          <a:xfrm>
            <a:off x="7013745" y="103980"/>
            <a:ext cx="1038600" cy="561960"/>
            <a:chOff x="7013745" y="103980"/>
            <a:chExt cx="1038600" cy="56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3D077D6-DDAB-A508-2703-0063A073A656}"/>
                    </a:ext>
                  </a:extLst>
                </p14:cNvPr>
                <p14:cNvContentPartPr/>
                <p14:nvPr/>
              </p14:nvContentPartPr>
              <p14:xfrm>
                <a:off x="7117425" y="103980"/>
                <a:ext cx="175320" cy="479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3D077D6-DDAB-A508-2703-0063A073A65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111305" y="97860"/>
                  <a:ext cx="18756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7E0EAC4-0303-9F76-9BD0-6070FC65EFC7}"/>
                    </a:ext>
                  </a:extLst>
                </p14:cNvPr>
                <p14:cNvContentPartPr/>
                <p14:nvPr/>
              </p14:nvContentPartPr>
              <p14:xfrm>
                <a:off x="7013745" y="411420"/>
                <a:ext cx="529920" cy="2545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7E0EAC4-0303-9F76-9BD0-6070FC65EFC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007625" y="405300"/>
                  <a:ext cx="5421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42A2E3F-B141-5588-FE77-ED9190C5CC83}"/>
                    </a:ext>
                  </a:extLst>
                </p14:cNvPr>
                <p14:cNvContentPartPr/>
                <p14:nvPr/>
              </p14:nvContentPartPr>
              <p14:xfrm>
                <a:off x="7573185" y="191820"/>
                <a:ext cx="479160" cy="350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42A2E3F-B141-5588-FE77-ED9190C5CC8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567065" y="185700"/>
                  <a:ext cx="491400" cy="36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8F7F3E60-70BC-0617-FD0B-D1FF5561727C}"/>
                  </a:ext>
                </a:extLst>
              </p14:cNvPr>
              <p14:cNvContentPartPr/>
              <p14:nvPr/>
            </p14:nvContentPartPr>
            <p14:xfrm>
              <a:off x="1471545" y="1262100"/>
              <a:ext cx="737280" cy="3430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8F7F3E60-70BC-0617-FD0B-D1FF5561727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465425" y="1255980"/>
                <a:ext cx="749520" cy="35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05832897-714E-9777-71CB-399EE3EE9028}"/>
              </a:ext>
            </a:extLst>
          </p:cNvPr>
          <p:cNvGrpSpPr/>
          <p:nvPr/>
        </p:nvGrpSpPr>
        <p:grpSpPr>
          <a:xfrm>
            <a:off x="849465" y="1077060"/>
            <a:ext cx="8337240" cy="2067120"/>
            <a:chOff x="849465" y="1077060"/>
            <a:chExt cx="8337240" cy="206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AF57A52-559D-407E-84B7-B629D5890AE0}"/>
                    </a:ext>
                  </a:extLst>
                </p14:cNvPr>
                <p14:cNvContentPartPr/>
                <p14:nvPr/>
              </p14:nvContentPartPr>
              <p14:xfrm>
                <a:off x="1488825" y="1272540"/>
                <a:ext cx="618840" cy="736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AF57A52-559D-407E-84B7-B629D5890AE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482705" y="1266420"/>
                  <a:ext cx="631080" cy="74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98AF237-0793-E82E-0F8E-CC2D7A2BFE19}"/>
                    </a:ext>
                  </a:extLst>
                </p14:cNvPr>
                <p14:cNvContentPartPr/>
                <p14:nvPr/>
              </p14:nvContentPartPr>
              <p14:xfrm>
                <a:off x="2178945" y="1712820"/>
                <a:ext cx="184680" cy="213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98AF237-0793-E82E-0F8E-CC2D7A2BFE1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172825" y="1706700"/>
                  <a:ext cx="1969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6AF8C27-28A9-C934-73FE-D9B5DE38628B}"/>
                    </a:ext>
                  </a:extLst>
                </p14:cNvPr>
                <p14:cNvContentPartPr/>
                <p14:nvPr/>
              </p14:nvContentPartPr>
              <p14:xfrm>
                <a:off x="2619225" y="1765020"/>
                <a:ext cx="93600" cy="352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6AF8C27-28A9-C934-73FE-D9B5DE38628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613105" y="1758900"/>
                  <a:ext cx="10584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A2DAA5E-EFCA-11BA-9802-D6552ECEE66E}"/>
                    </a:ext>
                  </a:extLst>
                </p14:cNvPr>
                <p14:cNvContentPartPr/>
                <p14:nvPr/>
              </p14:nvContentPartPr>
              <p14:xfrm>
                <a:off x="3047265" y="1302420"/>
                <a:ext cx="445680" cy="446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A2DAA5E-EFCA-11BA-9802-D6552ECEE66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41145" y="1296300"/>
                  <a:ext cx="45792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974B90E-696D-23D4-8612-22587B7478FF}"/>
                    </a:ext>
                  </a:extLst>
                </p14:cNvPr>
                <p14:cNvContentPartPr/>
                <p14:nvPr/>
              </p14:nvContentPartPr>
              <p14:xfrm>
                <a:off x="3515625" y="1720020"/>
                <a:ext cx="34560" cy="396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974B90E-696D-23D4-8612-22587B7478F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09505" y="1713900"/>
                  <a:ext cx="468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9BDD056-E50D-F131-AFC9-D89E00B928C0}"/>
                    </a:ext>
                  </a:extLst>
                </p14:cNvPr>
                <p14:cNvContentPartPr/>
                <p14:nvPr/>
              </p14:nvContentPartPr>
              <p14:xfrm>
                <a:off x="4034745" y="1547220"/>
                <a:ext cx="157680" cy="269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9BDD056-E50D-F131-AFC9-D89E00B928C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028625" y="1541100"/>
                  <a:ext cx="1699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E01C48D-5171-0304-91CD-706519E3729D}"/>
                    </a:ext>
                  </a:extLst>
                </p14:cNvPr>
                <p14:cNvContentPartPr/>
                <p14:nvPr/>
              </p14:nvContentPartPr>
              <p14:xfrm>
                <a:off x="849465" y="2390700"/>
                <a:ext cx="529920" cy="385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E01C48D-5171-0304-91CD-706519E3729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43345" y="2384580"/>
                  <a:ext cx="5421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4D89A9C-5824-910D-FBEB-4A34508F6DD1}"/>
                    </a:ext>
                  </a:extLst>
                </p14:cNvPr>
                <p14:cNvContentPartPr/>
                <p14:nvPr/>
              </p14:nvContentPartPr>
              <p14:xfrm>
                <a:off x="1469385" y="2459100"/>
                <a:ext cx="125640" cy="238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4D89A9C-5824-910D-FBEB-4A34508F6DD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463265" y="2452980"/>
                  <a:ext cx="1378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D91B132-9C92-0FFF-AFE0-B7555942137E}"/>
                    </a:ext>
                  </a:extLst>
                </p14:cNvPr>
                <p14:cNvContentPartPr/>
                <p14:nvPr/>
              </p14:nvContentPartPr>
              <p14:xfrm>
                <a:off x="1664865" y="2334540"/>
                <a:ext cx="84960" cy="340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D91B132-9C92-0FFF-AFE0-B7555942137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658745" y="2328420"/>
                  <a:ext cx="9720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783A1D3-0D2A-CB64-AAD8-C3CF462C7579}"/>
                    </a:ext>
                  </a:extLst>
                </p14:cNvPr>
                <p14:cNvContentPartPr/>
                <p14:nvPr/>
              </p14:nvContentPartPr>
              <p14:xfrm>
                <a:off x="1607625" y="2396100"/>
                <a:ext cx="316080" cy="112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783A1D3-0D2A-CB64-AAD8-C3CF462C757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601505" y="2389980"/>
                  <a:ext cx="3283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2965DF2-51CE-1405-2E60-626597F2910A}"/>
                    </a:ext>
                  </a:extLst>
                </p14:cNvPr>
                <p14:cNvContentPartPr/>
                <p14:nvPr/>
              </p14:nvContentPartPr>
              <p14:xfrm>
                <a:off x="2279385" y="2213940"/>
                <a:ext cx="80640" cy="407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2965DF2-51CE-1405-2E60-626597F2910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273265" y="2207820"/>
                  <a:ext cx="9288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D45E101-1006-9538-5C60-5C9837AB6047}"/>
                    </a:ext>
                  </a:extLst>
                </p14:cNvPr>
                <p14:cNvContentPartPr/>
                <p14:nvPr/>
              </p14:nvContentPartPr>
              <p14:xfrm>
                <a:off x="2155905" y="2424180"/>
                <a:ext cx="756360" cy="215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D45E101-1006-9538-5C60-5C9837AB604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149785" y="2418060"/>
                  <a:ext cx="7686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37FB44E-CEB9-849A-C045-9477962756C3}"/>
                    </a:ext>
                  </a:extLst>
                </p14:cNvPr>
                <p14:cNvContentPartPr/>
                <p14:nvPr/>
              </p14:nvContentPartPr>
              <p14:xfrm>
                <a:off x="2907225" y="2221860"/>
                <a:ext cx="331200" cy="375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37FB44E-CEB9-849A-C045-9477962756C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901105" y="2215740"/>
                  <a:ext cx="34344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4021F52-FB3F-25E1-AA70-463ED70CB575}"/>
                    </a:ext>
                  </a:extLst>
                </p14:cNvPr>
                <p14:cNvContentPartPr/>
                <p14:nvPr/>
              </p14:nvContentPartPr>
              <p14:xfrm>
                <a:off x="3206745" y="2319780"/>
                <a:ext cx="723240" cy="176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4021F52-FB3F-25E1-AA70-463ED70CB57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200625" y="2313660"/>
                  <a:ext cx="7354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CEB1C58-532C-B284-F556-37DED8FBBCFA}"/>
                    </a:ext>
                  </a:extLst>
                </p14:cNvPr>
                <p14:cNvContentPartPr/>
                <p14:nvPr/>
              </p14:nvContentPartPr>
              <p14:xfrm>
                <a:off x="5527665" y="1199100"/>
                <a:ext cx="479880" cy="223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CEB1C58-532C-B284-F556-37DED8FBBCF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521545" y="1192980"/>
                  <a:ext cx="4921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F797107-479D-EC3F-A260-661F3B799676}"/>
                    </a:ext>
                  </a:extLst>
                </p14:cNvPr>
                <p14:cNvContentPartPr/>
                <p14:nvPr/>
              </p14:nvContentPartPr>
              <p14:xfrm>
                <a:off x="5797665" y="1077780"/>
                <a:ext cx="88920" cy="511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F797107-479D-EC3F-A260-661F3B79967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791545" y="1071660"/>
                  <a:ext cx="10116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7624207-5316-CE9B-CD09-4707270035CA}"/>
                    </a:ext>
                  </a:extLst>
                </p14:cNvPr>
                <p14:cNvContentPartPr/>
                <p14:nvPr/>
              </p14:nvContentPartPr>
              <p14:xfrm>
                <a:off x="6043905" y="1099020"/>
                <a:ext cx="282960" cy="453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7624207-5316-CE9B-CD09-4707270035C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037785" y="1092900"/>
                  <a:ext cx="29520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5D9704B-F2AE-3152-F9B8-9A02353066FA}"/>
                    </a:ext>
                  </a:extLst>
                </p14:cNvPr>
                <p14:cNvContentPartPr/>
                <p14:nvPr/>
              </p14:nvContentPartPr>
              <p14:xfrm>
                <a:off x="6354585" y="1385580"/>
                <a:ext cx="261000" cy="124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5D9704B-F2AE-3152-F9B8-9A02353066F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48465" y="1379460"/>
                  <a:ext cx="2732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AB73340-CC2C-9E10-EF68-DED66E36B258}"/>
                    </a:ext>
                  </a:extLst>
                </p14:cNvPr>
                <p14:cNvContentPartPr/>
                <p14:nvPr/>
              </p14:nvContentPartPr>
              <p14:xfrm>
                <a:off x="6713505" y="1437060"/>
                <a:ext cx="3960" cy="8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AB73340-CC2C-9E10-EF68-DED66E36B25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707385" y="1430940"/>
                  <a:ext cx="162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FF30F13-976F-6422-A487-37CB35A6215A}"/>
                    </a:ext>
                  </a:extLst>
                </p14:cNvPr>
                <p14:cNvContentPartPr/>
                <p14:nvPr/>
              </p14:nvContentPartPr>
              <p14:xfrm>
                <a:off x="6718545" y="1107660"/>
                <a:ext cx="43920" cy="436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FF30F13-976F-6422-A487-37CB35A6215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712425" y="1101540"/>
                  <a:ext cx="5616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A609C79-EE52-A1BD-8C89-75F3322AE6F3}"/>
                    </a:ext>
                  </a:extLst>
                </p14:cNvPr>
                <p14:cNvContentPartPr/>
                <p14:nvPr/>
              </p14:nvContentPartPr>
              <p14:xfrm>
                <a:off x="6628905" y="1345260"/>
                <a:ext cx="314280" cy="57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A609C79-EE52-A1BD-8C89-75F3322AE6F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622785" y="1339140"/>
                  <a:ext cx="3265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1A86499-C1C8-F14F-5B49-52D0696A5331}"/>
                    </a:ext>
                  </a:extLst>
                </p14:cNvPr>
                <p14:cNvContentPartPr/>
                <p14:nvPr/>
              </p14:nvContentPartPr>
              <p14:xfrm>
                <a:off x="7244505" y="1377300"/>
                <a:ext cx="12240" cy="129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1A86499-C1C8-F14F-5B49-52D0696A533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238385" y="1371180"/>
                  <a:ext cx="244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CFC604E-13B7-510F-DCEB-0260A00D796D}"/>
                    </a:ext>
                  </a:extLst>
                </p14:cNvPr>
                <p14:cNvContentPartPr/>
                <p14:nvPr/>
              </p14:nvContentPartPr>
              <p14:xfrm>
                <a:off x="7165665" y="1228980"/>
                <a:ext cx="508680" cy="172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CFC604E-13B7-510F-DCEB-0260A00D796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159545" y="1222860"/>
                  <a:ext cx="5209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5A86BB3-F91A-21F3-401B-0A3F75B8B4B2}"/>
                    </a:ext>
                  </a:extLst>
                </p14:cNvPr>
                <p14:cNvContentPartPr/>
                <p14:nvPr/>
              </p14:nvContentPartPr>
              <p14:xfrm>
                <a:off x="7721865" y="1205220"/>
                <a:ext cx="80280" cy="179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5A86BB3-F91A-21F3-401B-0A3F75B8B4B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715745" y="1199100"/>
                  <a:ext cx="925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B46BAE2-F712-DCD3-02BE-CC0060AB904D}"/>
                    </a:ext>
                  </a:extLst>
                </p14:cNvPr>
                <p14:cNvContentPartPr/>
                <p14:nvPr/>
              </p14:nvContentPartPr>
              <p14:xfrm>
                <a:off x="7147305" y="1249500"/>
                <a:ext cx="678240" cy="195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B46BAE2-F712-DCD3-02BE-CC0060AB904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41185" y="1243380"/>
                  <a:ext cx="6904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8A885F3-B106-31DB-553C-0F21DDC04717}"/>
                    </a:ext>
                  </a:extLst>
                </p14:cNvPr>
                <p14:cNvContentPartPr/>
                <p14:nvPr/>
              </p14:nvContentPartPr>
              <p14:xfrm>
                <a:off x="7874505" y="1294500"/>
                <a:ext cx="41400" cy="92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8A885F3-B106-31DB-553C-0F21DDC0471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868385" y="1288380"/>
                  <a:ext cx="536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98D02FE-8BE4-9464-62B2-E32D484F22A2}"/>
                    </a:ext>
                  </a:extLst>
                </p14:cNvPr>
                <p14:cNvContentPartPr/>
                <p14:nvPr/>
              </p14:nvContentPartPr>
              <p14:xfrm>
                <a:off x="7847865" y="1158060"/>
                <a:ext cx="405000" cy="162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98D02FE-8BE4-9464-62B2-E32D484F22A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41745" y="1151940"/>
                  <a:ext cx="4172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A68533C-CF69-3A3D-3EE7-282F89E52EB1}"/>
                    </a:ext>
                  </a:extLst>
                </p14:cNvPr>
                <p14:cNvContentPartPr/>
                <p14:nvPr/>
              </p14:nvContentPartPr>
              <p14:xfrm>
                <a:off x="8294625" y="1271820"/>
                <a:ext cx="7200" cy="52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A68533C-CF69-3A3D-3EE7-282F89E52EB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288505" y="1265700"/>
                  <a:ext cx="194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BF57773-694E-EF1B-5041-B0887E8A2CC0}"/>
                    </a:ext>
                  </a:extLst>
                </p14:cNvPr>
                <p14:cNvContentPartPr/>
                <p14:nvPr/>
              </p14:nvContentPartPr>
              <p14:xfrm>
                <a:off x="8235585" y="1118820"/>
                <a:ext cx="183240" cy="45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BF57773-694E-EF1B-5041-B0887E8A2CC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29465" y="1112700"/>
                  <a:ext cx="1954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BE29C01-097F-8EBF-2E4D-2CBD68584D4C}"/>
                    </a:ext>
                  </a:extLst>
                </p14:cNvPr>
                <p14:cNvContentPartPr/>
                <p14:nvPr/>
              </p14:nvContentPartPr>
              <p14:xfrm>
                <a:off x="8409465" y="1130700"/>
                <a:ext cx="290520" cy="172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BE29C01-097F-8EBF-2E4D-2CBD68584D4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403345" y="1124580"/>
                  <a:ext cx="3027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C50235D-7D2D-36BD-8FD1-7EA1103DFEEB}"/>
                    </a:ext>
                  </a:extLst>
                </p14:cNvPr>
                <p14:cNvContentPartPr/>
                <p14:nvPr/>
              </p14:nvContentPartPr>
              <p14:xfrm>
                <a:off x="8812665" y="1247700"/>
                <a:ext cx="2160" cy="22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C50235D-7D2D-36BD-8FD1-7EA1103DFEE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806545" y="1241580"/>
                  <a:ext cx="14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BE0568F-CEBA-BE42-EDB6-04686A3048FE}"/>
                    </a:ext>
                  </a:extLst>
                </p14:cNvPr>
                <p14:cNvContentPartPr/>
                <p14:nvPr/>
              </p14:nvContentPartPr>
              <p14:xfrm>
                <a:off x="8749305" y="1077060"/>
                <a:ext cx="437400" cy="185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BE0568F-CEBA-BE42-EDB6-04686A3048F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743185" y="1070940"/>
                  <a:ext cx="4496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FBF533B-7C46-7B3A-A593-EB5E1713DDE1}"/>
                    </a:ext>
                  </a:extLst>
                </p14:cNvPr>
                <p14:cNvContentPartPr/>
                <p14:nvPr/>
              </p14:nvContentPartPr>
              <p14:xfrm>
                <a:off x="4494465" y="1219260"/>
                <a:ext cx="396720" cy="490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FBF533B-7C46-7B3A-A593-EB5E1713DDE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488345" y="1213140"/>
                  <a:ext cx="40896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F9E813F-2E1A-729E-D30F-B62A64058E27}"/>
                    </a:ext>
                  </a:extLst>
                </p14:cNvPr>
                <p14:cNvContentPartPr/>
                <p14:nvPr/>
              </p14:nvContentPartPr>
              <p14:xfrm>
                <a:off x="4958145" y="1617420"/>
                <a:ext cx="225720" cy="140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F9E813F-2E1A-729E-D30F-B62A64058E2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952025" y="1611300"/>
                  <a:ext cx="2379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EED8147-9F94-F12A-CDA2-8115B7D49EE2}"/>
                    </a:ext>
                  </a:extLst>
                </p14:cNvPr>
                <p14:cNvContentPartPr/>
                <p14:nvPr/>
              </p14:nvContentPartPr>
              <p14:xfrm>
                <a:off x="4674105" y="2279100"/>
                <a:ext cx="292320" cy="28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EED8147-9F94-F12A-CDA2-8115B7D49EE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667985" y="2272980"/>
                  <a:ext cx="304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8AA07F0-9F09-F9FC-E3CE-AD54694E33C9}"/>
                    </a:ext>
                  </a:extLst>
                </p14:cNvPr>
                <p14:cNvContentPartPr/>
                <p14:nvPr/>
              </p14:nvContentPartPr>
              <p14:xfrm>
                <a:off x="4827465" y="2391060"/>
                <a:ext cx="148680" cy="14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8AA07F0-9F09-F9FC-E3CE-AD54694E33C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821345" y="2384940"/>
                  <a:ext cx="160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D0F5A92-C5C5-8A25-5C25-AEF6B8665FBC}"/>
                    </a:ext>
                  </a:extLst>
                </p14:cNvPr>
                <p14:cNvContentPartPr/>
                <p14:nvPr/>
              </p14:nvContentPartPr>
              <p14:xfrm>
                <a:off x="5704425" y="1981740"/>
                <a:ext cx="21600" cy="271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D0F5A92-C5C5-8A25-5C25-AEF6B8665FB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698305" y="1975620"/>
                  <a:ext cx="338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7B65C4F-94EB-451E-F8A2-3D6BE70ED9AA}"/>
                    </a:ext>
                  </a:extLst>
                </p14:cNvPr>
                <p14:cNvContentPartPr/>
                <p14:nvPr/>
              </p14:nvContentPartPr>
              <p14:xfrm>
                <a:off x="5310945" y="2459820"/>
                <a:ext cx="488520" cy="30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7B65C4F-94EB-451E-F8A2-3D6BE70ED9A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304825" y="2453700"/>
                  <a:ext cx="5007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6C84FA5-FF1F-7766-1097-C30E6704E9F7}"/>
                    </a:ext>
                  </a:extLst>
                </p14:cNvPr>
                <p14:cNvContentPartPr/>
                <p14:nvPr/>
              </p14:nvContentPartPr>
              <p14:xfrm>
                <a:off x="5481225" y="2705340"/>
                <a:ext cx="259560" cy="1479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6C84FA5-FF1F-7766-1097-C30E6704E9F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475105" y="2699220"/>
                  <a:ext cx="2718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E482C4D-55C3-D6CF-39CB-F51216230468}"/>
                    </a:ext>
                  </a:extLst>
                </p14:cNvPr>
                <p14:cNvContentPartPr/>
                <p14:nvPr/>
              </p14:nvContentPartPr>
              <p14:xfrm>
                <a:off x="5780385" y="2689500"/>
                <a:ext cx="374760" cy="177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E482C4D-55C3-D6CF-39CB-F5121623046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774265" y="2683380"/>
                  <a:ext cx="3870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42C7FE3-7B66-5AB5-3E6A-54FAEAEB2049}"/>
                    </a:ext>
                  </a:extLst>
                </p14:cNvPr>
                <p14:cNvContentPartPr/>
                <p14:nvPr/>
              </p14:nvContentPartPr>
              <p14:xfrm>
                <a:off x="6373305" y="1952940"/>
                <a:ext cx="546840" cy="6566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42C7FE3-7B66-5AB5-3E6A-54FAEAEB204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367185" y="1946820"/>
                  <a:ext cx="559080" cy="66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1056060-1632-BE4C-9280-4D9B90299A8B}"/>
                    </a:ext>
                  </a:extLst>
                </p14:cNvPr>
                <p14:cNvContentPartPr/>
                <p14:nvPr/>
              </p14:nvContentPartPr>
              <p14:xfrm>
                <a:off x="6546105" y="2835660"/>
                <a:ext cx="20880" cy="66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1056060-1632-BE4C-9280-4D9B90299A8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539985" y="2829540"/>
                  <a:ext cx="331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8617711-3C2B-2DED-0FD3-1771B78633C2}"/>
                    </a:ext>
                  </a:extLst>
                </p14:cNvPr>
                <p14:cNvContentPartPr/>
                <p14:nvPr/>
              </p14:nvContentPartPr>
              <p14:xfrm>
                <a:off x="6401745" y="2671860"/>
                <a:ext cx="100440" cy="56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8617711-3C2B-2DED-0FD3-1771B78633C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95625" y="2665740"/>
                  <a:ext cx="1126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78D88FD-43A4-1BC8-03B0-FF68A424B82A}"/>
                    </a:ext>
                  </a:extLst>
                </p14:cNvPr>
                <p14:cNvContentPartPr/>
                <p14:nvPr/>
              </p14:nvContentPartPr>
              <p14:xfrm>
                <a:off x="6676785" y="2795340"/>
                <a:ext cx="113040" cy="158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78D88FD-43A4-1BC8-03B0-FF68A424B82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670665" y="2789220"/>
                  <a:ext cx="1252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BE43F3D-699E-8673-A2F9-9167245ED53B}"/>
                    </a:ext>
                  </a:extLst>
                </p14:cNvPr>
                <p14:cNvContentPartPr/>
                <p14:nvPr/>
              </p14:nvContentPartPr>
              <p14:xfrm>
                <a:off x="6744105" y="2894700"/>
                <a:ext cx="94320" cy="428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BE43F3D-699E-8673-A2F9-9167245ED53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737985" y="2888580"/>
                  <a:ext cx="1065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C4E6EA9-026E-8DA6-8437-890BD73EA9B2}"/>
                    </a:ext>
                  </a:extLst>
                </p14:cNvPr>
                <p14:cNvContentPartPr/>
                <p14:nvPr/>
              </p14:nvContentPartPr>
              <p14:xfrm>
                <a:off x="7021665" y="2735940"/>
                <a:ext cx="17640" cy="2181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C4E6EA9-026E-8DA6-8437-890BD73EA9B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015545" y="2729820"/>
                  <a:ext cx="298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F86EBCD-3F9F-48B9-D13B-035F0FECB8D1}"/>
                    </a:ext>
                  </a:extLst>
                </p14:cNvPr>
                <p14:cNvContentPartPr/>
                <p14:nvPr/>
              </p14:nvContentPartPr>
              <p14:xfrm>
                <a:off x="6411825" y="1775460"/>
                <a:ext cx="450360" cy="1479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F86EBCD-3F9F-48B9-D13B-035F0FECB8D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405705" y="1769340"/>
                  <a:ext cx="4626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99F6ED5-ACC4-95B5-833C-F4507270ABF7}"/>
                    </a:ext>
                  </a:extLst>
                </p14:cNvPr>
                <p14:cNvContentPartPr/>
                <p14:nvPr/>
              </p14:nvContentPartPr>
              <p14:xfrm>
                <a:off x="7115625" y="1891380"/>
                <a:ext cx="146520" cy="578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99F6ED5-ACC4-95B5-833C-F4507270ABF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109505" y="1885260"/>
                  <a:ext cx="15876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A72C5BC-CAAA-3DCD-7D10-7315B2DE8B24}"/>
                    </a:ext>
                  </a:extLst>
                </p14:cNvPr>
                <p14:cNvContentPartPr/>
                <p14:nvPr/>
              </p14:nvContentPartPr>
              <p14:xfrm>
                <a:off x="7392825" y="2077500"/>
                <a:ext cx="244080" cy="409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A72C5BC-CAAA-3DCD-7D10-7315B2DE8B2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386705" y="2071380"/>
                  <a:ext cx="25632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C5221EC-E9BC-E2E8-CF43-4952E280FBBF}"/>
                    </a:ext>
                  </a:extLst>
                </p14:cNvPr>
                <p14:cNvContentPartPr/>
                <p14:nvPr/>
              </p14:nvContentPartPr>
              <p14:xfrm>
                <a:off x="7861545" y="2310780"/>
                <a:ext cx="18360" cy="381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C5221EC-E9BC-E2E8-CF43-4952E280FBB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855425" y="2304660"/>
                  <a:ext cx="30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341BF74-9307-F273-0EBD-DA9C3A2FB2B8}"/>
                    </a:ext>
                  </a:extLst>
                </p14:cNvPr>
                <p14:cNvContentPartPr/>
                <p14:nvPr/>
              </p14:nvContentPartPr>
              <p14:xfrm>
                <a:off x="7791345" y="2119620"/>
                <a:ext cx="65880" cy="201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341BF74-9307-F273-0EBD-DA9C3A2FB2B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785225" y="2113500"/>
                  <a:ext cx="781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C15581E-183E-CC28-9F3B-F63B7A09A789}"/>
                    </a:ext>
                  </a:extLst>
                </p14:cNvPr>
                <p14:cNvContentPartPr/>
                <p14:nvPr/>
              </p14:nvContentPartPr>
              <p14:xfrm>
                <a:off x="8066385" y="2134020"/>
                <a:ext cx="272880" cy="45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C15581E-183E-CC28-9F3B-F63B7A09A78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060265" y="2127900"/>
                  <a:ext cx="2851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5DA5831-375A-2B31-7B1B-6CA0C1B27B37}"/>
                    </a:ext>
                  </a:extLst>
                </p14:cNvPr>
                <p14:cNvContentPartPr/>
                <p14:nvPr/>
              </p14:nvContentPartPr>
              <p14:xfrm>
                <a:off x="8333505" y="2043300"/>
                <a:ext cx="312480" cy="4870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5DA5831-375A-2B31-7B1B-6CA0C1B27B3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327385" y="2037180"/>
                  <a:ext cx="32472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41B70F9-B5E9-A419-7F7E-44ED0C2F337F}"/>
                    </a:ext>
                  </a:extLst>
                </p14:cNvPr>
                <p14:cNvContentPartPr/>
                <p14:nvPr/>
              </p14:nvContentPartPr>
              <p14:xfrm>
                <a:off x="8755425" y="2239140"/>
                <a:ext cx="360" cy="1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41B70F9-B5E9-A419-7F7E-44ED0C2F337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749305" y="2233020"/>
                  <a:ext cx="1260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93B23AF-D1FC-C66E-B82D-9DD9CC3DB75E}"/>
                    </a:ext>
                  </a:extLst>
                </p14:cNvPr>
                <p14:cNvContentPartPr/>
                <p14:nvPr/>
              </p14:nvContentPartPr>
              <p14:xfrm>
                <a:off x="8667585" y="2098740"/>
                <a:ext cx="69480" cy="31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93B23AF-D1FC-C66E-B82D-9DD9CC3DB75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661465" y="2092620"/>
                  <a:ext cx="817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856DCDD-6533-BF80-71C3-7101A0C63F0C}"/>
                    </a:ext>
                  </a:extLst>
                </p14:cNvPr>
                <p14:cNvContentPartPr/>
                <p14:nvPr/>
              </p14:nvContentPartPr>
              <p14:xfrm>
                <a:off x="8471745" y="1763220"/>
                <a:ext cx="300960" cy="138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856DCDD-6533-BF80-71C3-7101A0C63F0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65625" y="1757100"/>
                  <a:ext cx="3132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83749F0-BA70-5659-AA07-17837A332202}"/>
                    </a:ext>
                  </a:extLst>
                </p14:cNvPr>
                <p14:cNvContentPartPr/>
                <p14:nvPr/>
              </p14:nvContentPartPr>
              <p14:xfrm>
                <a:off x="8773425" y="1674300"/>
                <a:ext cx="263880" cy="858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83749F0-BA70-5659-AA07-17837A33220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767305" y="1668180"/>
                  <a:ext cx="276120" cy="87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70FDA29-8282-76D7-F0FD-DB436C282197}"/>
                    </a:ext>
                  </a:extLst>
                </p14:cNvPr>
                <p14:cNvContentPartPr/>
                <p14:nvPr/>
              </p14:nvContentPartPr>
              <p14:xfrm>
                <a:off x="8865585" y="1505460"/>
                <a:ext cx="240480" cy="171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70FDA29-8282-76D7-F0FD-DB436C28219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859465" y="1499340"/>
                  <a:ext cx="252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CEAAC6C-BA3A-5068-1265-CD0414B8A4B7}"/>
                    </a:ext>
                  </a:extLst>
                </p14:cNvPr>
                <p14:cNvContentPartPr/>
                <p14:nvPr/>
              </p14:nvContentPartPr>
              <p14:xfrm>
                <a:off x="5270625" y="3053100"/>
                <a:ext cx="2877120" cy="91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CEAAC6C-BA3A-5068-1265-CD0414B8A4B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264505" y="3046980"/>
                  <a:ext cx="28893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9E50361-8E23-024B-D866-0620E94907E5}"/>
                    </a:ext>
                  </a:extLst>
                </p14:cNvPr>
                <p14:cNvContentPartPr/>
                <p14:nvPr/>
              </p14:nvContentPartPr>
              <p14:xfrm>
                <a:off x="6406065" y="1620660"/>
                <a:ext cx="2085840" cy="52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9E50361-8E23-024B-D866-0620E94907E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399945" y="1614540"/>
                  <a:ext cx="20980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833B2C1-D89F-9B7E-2BCE-4E0BE0670D6B}"/>
                    </a:ext>
                  </a:extLst>
                </p14:cNvPr>
                <p14:cNvContentPartPr/>
                <p14:nvPr/>
              </p14:nvContentPartPr>
              <p14:xfrm>
                <a:off x="5448465" y="1534620"/>
                <a:ext cx="2796840" cy="184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833B2C1-D89F-9B7E-2BCE-4E0BE0670D6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442345" y="1528500"/>
                  <a:ext cx="2809080" cy="196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22907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DB5C43B-6AE2-F489-0D3D-2681A6972602}"/>
                  </a:ext>
                </a:extLst>
              </p14:cNvPr>
              <p14:cNvContentPartPr/>
              <p14:nvPr/>
            </p14:nvContentPartPr>
            <p14:xfrm>
              <a:off x="612225" y="2128980"/>
              <a:ext cx="1551240" cy="19270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DB5C43B-6AE2-F489-0D3D-2681A69726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6105" y="2122860"/>
                <a:ext cx="1563480" cy="19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B5ABE519-712F-55BD-6993-500FE9F22327}"/>
                  </a:ext>
                </a:extLst>
              </p14:cNvPr>
              <p14:cNvContentPartPr/>
              <p14:nvPr/>
            </p14:nvContentPartPr>
            <p14:xfrm>
              <a:off x="627705" y="3466380"/>
              <a:ext cx="1537560" cy="4734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B5ABE519-712F-55BD-6993-500FE9F223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1585" y="3460260"/>
                <a:ext cx="1549800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C2791D06-DF96-4B87-274F-7F5E3EF42D39}"/>
                  </a:ext>
                </a:extLst>
              </p14:cNvPr>
              <p14:cNvContentPartPr/>
              <p14:nvPr/>
            </p14:nvContentPartPr>
            <p14:xfrm>
              <a:off x="8680905" y="3008460"/>
              <a:ext cx="137520" cy="4107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C2791D06-DF96-4B87-274F-7F5E3EF42D3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74785" y="3002340"/>
                <a:ext cx="149760" cy="4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18DEC36-6B8F-6B57-24D1-3A8977173973}"/>
                  </a:ext>
                </a:extLst>
              </p14:cNvPr>
              <p14:cNvContentPartPr/>
              <p14:nvPr/>
            </p14:nvContentPartPr>
            <p14:xfrm>
              <a:off x="727425" y="3757620"/>
              <a:ext cx="158400" cy="24552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18DEC36-6B8F-6B57-24D1-3A897717397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1305" y="3751500"/>
                <a:ext cx="17064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C827D198-57A2-D0DE-E5B1-8E122173A6F6}"/>
                  </a:ext>
                </a:extLst>
              </p14:cNvPr>
              <p14:cNvContentPartPr/>
              <p14:nvPr/>
            </p14:nvContentPartPr>
            <p14:xfrm>
              <a:off x="613305" y="3708300"/>
              <a:ext cx="467640" cy="2444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C827D198-57A2-D0DE-E5B1-8E122173A6F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07185" y="3702180"/>
                <a:ext cx="47988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C2C90591-D69C-E99C-C158-6C427EE7741A}"/>
                  </a:ext>
                </a:extLst>
              </p14:cNvPr>
              <p14:cNvContentPartPr/>
              <p14:nvPr/>
            </p14:nvContentPartPr>
            <p14:xfrm>
              <a:off x="6274665" y="2069580"/>
              <a:ext cx="1311840" cy="23184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C2C90591-D69C-E99C-C158-6C427EE7741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268545" y="2063460"/>
                <a:ext cx="132408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54FE30C8-F41E-90D6-4DFE-0C30087F04E2}"/>
                  </a:ext>
                </a:extLst>
              </p14:cNvPr>
              <p14:cNvContentPartPr/>
              <p14:nvPr/>
            </p14:nvContentPartPr>
            <p14:xfrm>
              <a:off x="5472225" y="2716140"/>
              <a:ext cx="38160" cy="28620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54FE30C8-F41E-90D6-4DFE-0C30087F04E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466105" y="2710020"/>
                <a:ext cx="50400" cy="29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1F755472-11BF-D08A-4D9D-328BA7A7D23A}"/>
              </a:ext>
            </a:extLst>
          </p:cNvPr>
          <p:cNvGrpSpPr/>
          <p:nvPr/>
        </p:nvGrpSpPr>
        <p:grpSpPr>
          <a:xfrm>
            <a:off x="224865" y="127020"/>
            <a:ext cx="8933400" cy="4435200"/>
            <a:chOff x="224865" y="127020"/>
            <a:chExt cx="8933400" cy="443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12B4763-11AA-BC1F-DA03-9DA099334D9D}"/>
                    </a:ext>
                  </a:extLst>
                </p14:cNvPr>
                <p14:cNvContentPartPr/>
                <p14:nvPr/>
              </p14:nvContentPartPr>
              <p14:xfrm>
                <a:off x="698625" y="2220780"/>
                <a:ext cx="121680" cy="2176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12B4763-11AA-BC1F-DA03-9DA099334D9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92505" y="2214660"/>
                  <a:ext cx="133920" cy="21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66B80FA-81AA-FDC3-E654-6B2D3F21D3A8}"/>
                    </a:ext>
                  </a:extLst>
                </p14:cNvPr>
                <p14:cNvContentPartPr/>
                <p14:nvPr/>
              </p14:nvContentPartPr>
              <p14:xfrm>
                <a:off x="224865" y="3868860"/>
                <a:ext cx="2972880" cy="253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66B80FA-81AA-FDC3-E654-6B2D3F21D3A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8745" y="3862740"/>
                  <a:ext cx="29851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71406DF-E000-466E-3746-03FDFB40F48E}"/>
                    </a:ext>
                  </a:extLst>
                </p14:cNvPr>
                <p14:cNvContentPartPr/>
                <p14:nvPr/>
              </p14:nvContentPartPr>
              <p14:xfrm>
                <a:off x="2982825" y="4034100"/>
                <a:ext cx="194760" cy="166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71406DF-E000-466E-3746-03FDFB40F48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76705" y="4027980"/>
                  <a:ext cx="207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EF2BB39-D246-7F26-E258-CC2B1EFF2AE5}"/>
                    </a:ext>
                  </a:extLst>
                </p14:cNvPr>
                <p14:cNvContentPartPr/>
                <p14:nvPr/>
              </p14:nvContentPartPr>
              <p14:xfrm>
                <a:off x="3037545" y="4045980"/>
                <a:ext cx="192240" cy="178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EF2BB39-D246-7F26-E258-CC2B1EFF2AE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31425" y="4039860"/>
                  <a:ext cx="2044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2ADCEB8-7F31-9AFC-500E-71F9E147ADB0}"/>
                    </a:ext>
                  </a:extLst>
                </p14:cNvPr>
                <p14:cNvContentPartPr/>
                <p14:nvPr/>
              </p14:nvContentPartPr>
              <p14:xfrm>
                <a:off x="364545" y="2348220"/>
                <a:ext cx="245880" cy="321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2ADCEB8-7F31-9AFC-500E-71F9E147ADB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8425" y="2342100"/>
                  <a:ext cx="2581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F9E1838-C717-0FA3-6432-7000CC453F62}"/>
                    </a:ext>
                  </a:extLst>
                </p14:cNvPr>
                <p14:cNvContentPartPr/>
                <p14:nvPr/>
              </p14:nvContentPartPr>
              <p14:xfrm>
                <a:off x="1002825" y="3631620"/>
                <a:ext cx="122400" cy="176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F9E1838-C717-0FA3-6432-7000CC453F6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96705" y="3625500"/>
                  <a:ext cx="1346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6B1ACD9-76F2-8766-EACE-E58AB1C90370}"/>
                    </a:ext>
                  </a:extLst>
                </p14:cNvPr>
                <p14:cNvContentPartPr/>
                <p14:nvPr/>
              </p14:nvContentPartPr>
              <p14:xfrm>
                <a:off x="786465" y="1909020"/>
                <a:ext cx="1827360" cy="2005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6B1ACD9-76F2-8766-EACE-E58AB1C9037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0345" y="1902900"/>
                  <a:ext cx="1839600" cy="20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04C23FE-5F29-3519-0839-35FD049E1227}"/>
                    </a:ext>
                  </a:extLst>
                </p14:cNvPr>
                <p14:cNvContentPartPr/>
                <p14:nvPr/>
              </p14:nvContentPartPr>
              <p14:xfrm>
                <a:off x="787185" y="2544420"/>
                <a:ext cx="2393280" cy="1371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04C23FE-5F29-3519-0839-35FD049E122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1065" y="2538300"/>
                  <a:ext cx="2405520" cy="13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566041C-79B8-82F2-4261-DD2E2016C857}"/>
                    </a:ext>
                  </a:extLst>
                </p14:cNvPr>
                <p14:cNvContentPartPr/>
                <p14:nvPr/>
              </p14:nvContentPartPr>
              <p14:xfrm>
                <a:off x="741105" y="2321940"/>
                <a:ext cx="2232720" cy="1671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566041C-79B8-82F2-4261-DD2E2016C85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34985" y="2315820"/>
                  <a:ext cx="2244960" cy="168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A18066B-DD42-267F-050D-E9E42D010C5D}"/>
                    </a:ext>
                  </a:extLst>
                </p14:cNvPr>
                <p14:cNvContentPartPr/>
                <p14:nvPr/>
              </p14:nvContentPartPr>
              <p14:xfrm>
                <a:off x="595305" y="3125100"/>
                <a:ext cx="2567160" cy="787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A18066B-DD42-267F-050D-E9E42D010C5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9185" y="3118980"/>
                  <a:ext cx="2579400" cy="79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1AA2155-DB59-419E-C090-0D39021E6679}"/>
                    </a:ext>
                  </a:extLst>
                </p14:cNvPr>
                <p14:cNvContentPartPr/>
                <p14:nvPr/>
              </p14:nvContentPartPr>
              <p14:xfrm>
                <a:off x="635265" y="3477540"/>
                <a:ext cx="2597040" cy="477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1AA2155-DB59-419E-C090-0D39021E667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9145" y="3471420"/>
                  <a:ext cx="260928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58F96B5-445A-B429-E584-542804D6A438}"/>
                    </a:ext>
                  </a:extLst>
                </p14:cNvPr>
                <p14:cNvContentPartPr/>
                <p14:nvPr/>
              </p14:nvContentPartPr>
              <p14:xfrm>
                <a:off x="769545" y="3855900"/>
                <a:ext cx="2160" cy="39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58F96B5-445A-B429-E584-542804D6A43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63425" y="3849780"/>
                  <a:ext cx="1440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53481FC-8231-42D0-0515-E987E95A70BA}"/>
                    </a:ext>
                  </a:extLst>
                </p14:cNvPr>
                <p14:cNvContentPartPr/>
                <p14:nvPr/>
              </p14:nvContentPartPr>
              <p14:xfrm>
                <a:off x="794745" y="2679420"/>
                <a:ext cx="863640" cy="11408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53481FC-8231-42D0-0515-E987E95A70B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88625" y="2673300"/>
                  <a:ext cx="875880" cy="11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11EF094-BB4A-83C2-D24C-D0FBCB08B0CF}"/>
                    </a:ext>
                  </a:extLst>
                </p14:cNvPr>
                <p14:cNvContentPartPr/>
                <p14:nvPr/>
              </p14:nvContentPartPr>
              <p14:xfrm>
                <a:off x="879705" y="2614620"/>
                <a:ext cx="912960" cy="10886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11EF094-BB4A-83C2-D24C-D0FBCB08B0C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3585" y="2608500"/>
                  <a:ext cx="925200" cy="11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CC5E364-F92B-4671-7275-FA599695C3DA}"/>
                    </a:ext>
                  </a:extLst>
                </p14:cNvPr>
                <p14:cNvContentPartPr/>
                <p14:nvPr/>
              </p14:nvContentPartPr>
              <p14:xfrm>
                <a:off x="5010345" y="1062300"/>
                <a:ext cx="127800" cy="2247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CC5E364-F92B-4671-7275-FA599695C3D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04225" y="1056180"/>
                  <a:ext cx="140040" cy="22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4C50488-26C0-F850-DAFC-75E9F1E3397E}"/>
                    </a:ext>
                  </a:extLst>
                </p14:cNvPr>
                <p14:cNvContentPartPr/>
                <p14:nvPr/>
              </p14:nvContentPartPr>
              <p14:xfrm>
                <a:off x="4153185" y="2485740"/>
                <a:ext cx="4510440" cy="504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4C50488-26C0-F850-DAFC-75E9F1E3397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47065" y="2479620"/>
                  <a:ext cx="452268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1D9E717-D994-7DC8-66F6-DD2D4F025E1A}"/>
                    </a:ext>
                  </a:extLst>
                </p14:cNvPr>
                <p14:cNvContentPartPr/>
                <p14:nvPr/>
              </p14:nvContentPartPr>
              <p14:xfrm>
                <a:off x="8116065" y="2769420"/>
                <a:ext cx="478080" cy="382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1D9E717-D994-7DC8-66F6-DD2D4F025E1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109945" y="2763300"/>
                  <a:ext cx="49032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AC469CC-AA0F-D261-6ED1-E0153FC48534}"/>
                    </a:ext>
                  </a:extLst>
                </p14:cNvPr>
                <p14:cNvContentPartPr/>
                <p14:nvPr/>
              </p14:nvContentPartPr>
              <p14:xfrm>
                <a:off x="8644185" y="3031860"/>
                <a:ext cx="60120" cy="276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AC469CC-AA0F-D261-6ED1-E0153FC4853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638065" y="3025740"/>
                  <a:ext cx="723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E1B0AED-0434-2AE1-7BCF-91090F3E9C33}"/>
                    </a:ext>
                  </a:extLst>
                </p14:cNvPr>
                <p14:cNvContentPartPr/>
                <p14:nvPr/>
              </p14:nvContentPartPr>
              <p14:xfrm>
                <a:off x="8634105" y="3022500"/>
                <a:ext cx="207360" cy="303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E1B0AED-0434-2AE1-7BCF-91090F3E9C3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627985" y="3016380"/>
                  <a:ext cx="2196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66D7C04-6E71-40ED-1562-CD8182D45E25}"/>
                    </a:ext>
                  </a:extLst>
                </p14:cNvPr>
                <p14:cNvContentPartPr/>
                <p14:nvPr/>
              </p14:nvContentPartPr>
              <p14:xfrm>
                <a:off x="5505345" y="2701740"/>
                <a:ext cx="47520" cy="232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66D7C04-6E71-40ED-1562-CD8182D45E2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499225" y="2695620"/>
                  <a:ext cx="597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7C77C1E-565D-E2CC-492B-44AB31BFA97E}"/>
                    </a:ext>
                  </a:extLst>
                </p14:cNvPr>
                <p14:cNvContentPartPr/>
                <p14:nvPr/>
              </p14:nvContentPartPr>
              <p14:xfrm>
                <a:off x="5607225" y="3120060"/>
                <a:ext cx="4320" cy="10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7C77C1E-565D-E2CC-492B-44AB31BFA97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601105" y="3113940"/>
                  <a:ext cx="165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5BAA1C1-8069-F6AC-3B32-09ED0E500D0A}"/>
                    </a:ext>
                  </a:extLst>
                </p14:cNvPr>
                <p14:cNvContentPartPr/>
                <p14:nvPr/>
              </p14:nvContentPartPr>
              <p14:xfrm>
                <a:off x="5618025" y="3115740"/>
                <a:ext cx="55080" cy="238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5BAA1C1-8069-F6AC-3B32-09ED0E500D0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611905" y="3109620"/>
                  <a:ext cx="673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D344ED7-9455-72A4-C24B-6BDF03533754}"/>
                    </a:ext>
                  </a:extLst>
                </p14:cNvPr>
                <p14:cNvContentPartPr/>
                <p14:nvPr/>
              </p14:nvContentPartPr>
              <p14:xfrm>
                <a:off x="6048585" y="2711100"/>
                <a:ext cx="83160" cy="174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D344ED7-9455-72A4-C24B-6BDF0353375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042465" y="2704980"/>
                  <a:ext cx="95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B8D77B5-D98F-0E70-2CEE-985F3540B316}"/>
                    </a:ext>
                  </a:extLst>
                </p14:cNvPr>
                <p14:cNvContentPartPr/>
                <p14:nvPr/>
              </p14:nvContentPartPr>
              <p14:xfrm>
                <a:off x="6087825" y="3089820"/>
                <a:ext cx="162720" cy="182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B8D77B5-D98F-0E70-2CEE-985F3540B31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81705" y="3083700"/>
                  <a:ext cx="1749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3D8B767-E8E6-B21C-3B8D-42AB5862F7E8}"/>
                    </a:ext>
                  </a:extLst>
                </p14:cNvPr>
                <p14:cNvContentPartPr/>
                <p14:nvPr/>
              </p14:nvContentPartPr>
              <p14:xfrm>
                <a:off x="5609025" y="1803900"/>
                <a:ext cx="145080" cy="1152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3D8B767-E8E6-B21C-3B8D-42AB5862F7E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602905" y="1797780"/>
                  <a:ext cx="1573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D66599C-083F-BCEA-0434-8C5B2BCD0F9A}"/>
                    </a:ext>
                  </a:extLst>
                </p14:cNvPr>
                <p14:cNvContentPartPr/>
                <p14:nvPr/>
              </p14:nvContentPartPr>
              <p14:xfrm>
                <a:off x="6567345" y="2639460"/>
                <a:ext cx="36000" cy="1764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D66599C-083F-BCEA-0434-8C5B2BCD0F9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61225" y="2633340"/>
                  <a:ext cx="482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3C08065-630D-0603-C2BF-D99A52EBC2C0}"/>
                    </a:ext>
                  </a:extLst>
                </p14:cNvPr>
                <p14:cNvContentPartPr/>
                <p14:nvPr/>
              </p14:nvContentPartPr>
              <p14:xfrm>
                <a:off x="6614145" y="3035460"/>
                <a:ext cx="161640" cy="181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3C08065-630D-0603-C2BF-D99A52EBC2C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08025" y="3029340"/>
                  <a:ext cx="1738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7E48DFE-1214-3F4A-25B6-69F8E6A577D7}"/>
                    </a:ext>
                  </a:extLst>
                </p14:cNvPr>
                <p14:cNvContentPartPr/>
                <p14:nvPr/>
              </p14:nvContentPartPr>
              <p14:xfrm>
                <a:off x="6273585" y="2112780"/>
                <a:ext cx="1440" cy="54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7E48DFE-1214-3F4A-25B6-69F8E6A577D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67465" y="2106660"/>
                  <a:ext cx="1368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12C48AF-0527-22EF-25D3-981FCA1C426B}"/>
                    </a:ext>
                  </a:extLst>
                </p14:cNvPr>
                <p14:cNvContentPartPr/>
                <p14:nvPr/>
              </p14:nvContentPartPr>
              <p14:xfrm>
                <a:off x="6293385" y="2006940"/>
                <a:ext cx="100440" cy="1216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12C48AF-0527-22EF-25D3-981FCA1C426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287265" y="2000820"/>
                  <a:ext cx="1126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E9809E4-890D-7BE4-F451-ABFB6124A37D}"/>
                    </a:ext>
                  </a:extLst>
                </p14:cNvPr>
                <p14:cNvContentPartPr/>
                <p14:nvPr/>
              </p14:nvContentPartPr>
              <p14:xfrm>
                <a:off x="7108425" y="2532540"/>
                <a:ext cx="70200" cy="261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E9809E4-890D-7BE4-F451-ABFB6124A37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02305" y="2526420"/>
                  <a:ext cx="824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BF71EB0-44CA-8D29-6CFE-0A7186BBFD35}"/>
                    </a:ext>
                  </a:extLst>
                </p14:cNvPr>
                <p14:cNvContentPartPr/>
                <p14:nvPr/>
              </p14:nvContentPartPr>
              <p14:xfrm>
                <a:off x="7138305" y="2973180"/>
                <a:ext cx="131040" cy="150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BF71EB0-44CA-8D29-6CFE-0A7186BBFD3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32185" y="2967060"/>
                  <a:ext cx="1432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ACBE672-70E6-C27E-2838-6BDDD6EB193B}"/>
                    </a:ext>
                  </a:extLst>
                </p14:cNvPr>
                <p14:cNvContentPartPr/>
                <p14:nvPr/>
              </p14:nvContentPartPr>
              <p14:xfrm>
                <a:off x="6913305" y="2157420"/>
                <a:ext cx="134640" cy="1108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ACBE672-70E6-C27E-2838-6BDDD6EB193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07185" y="2151300"/>
                  <a:ext cx="1468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261DFEF-FADC-4B07-2D79-0EFD4E4264D3}"/>
                    </a:ext>
                  </a:extLst>
                </p14:cNvPr>
                <p14:cNvContentPartPr/>
                <p14:nvPr/>
              </p14:nvContentPartPr>
              <p14:xfrm>
                <a:off x="7740225" y="2495820"/>
                <a:ext cx="43200" cy="268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261DFEF-FADC-4B07-2D79-0EFD4E4264D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34105" y="2489700"/>
                  <a:ext cx="554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EBDD982-94A0-ACAE-F08E-118D55DED2B9}"/>
                    </a:ext>
                  </a:extLst>
                </p14:cNvPr>
                <p14:cNvContentPartPr/>
                <p14:nvPr/>
              </p14:nvContentPartPr>
              <p14:xfrm>
                <a:off x="7668585" y="2897220"/>
                <a:ext cx="150840" cy="150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EBDD982-94A0-ACAE-F08E-118D55DED2B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62465" y="2891100"/>
                  <a:ext cx="163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F1745A1-1EC5-FA34-5DFC-B481EAFD2952}"/>
                    </a:ext>
                  </a:extLst>
                </p14:cNvPr>
                <p14:cNvContentPartPr/>
                <p14:nvPr/>
              </p14:nvContentPartPr>
              <p14:xfrm>
                <a:off x="7717185" y="2787060"/>
                <a:ext cx="165240" cy="986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F1745A1-1EC5-FA34-5DFC-B481EAFD295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11065" y="2780940"/>
                  <a:ext cx="1774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63D41FC-61D0-11DF-2B19-55252AB94555}"/>
                    </a:ext>
                  </a:extLst>
                </p14:cNvPr>
                <p14:cNvContentPartPr/>
                <p14:nvPr/>
              </p14:nvContentPartPr>
              <p14:xfrm>
                <a:off x="8236305" y="2411580"/>
                <a:ext cx="22320" cy="1900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63D41FC-61D0-11DF-2B19-55252AB9455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230185" y="2405460"/>
                  <a:ext cx="345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356131D-63C7-EA14-FF7F-EC6C7BD6D49A}"/>
                    </a:ext>
                  </a:extLst>
                </p14:cNvPr>
                <p14:cNvContentPartPr/>
                <p14:nvPr/>
              </p14:nvContentPartPr>
              <p14:xfrm>
                <a:off x="8195985" y="3019980"/>
                <a:ext cx="70560" cy="1227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356131D-63C7-EA14-FF7F-EC6C7BD6D49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89865" y="3013860"/>
                  <a:ext cx="828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E44B3FA-15A2-768A-66CB-2902D729EFD2}"/>
                    </a:ext>
                  </a:extLst>
                </p14:cNvPr>
                <p14:cNvContentPartPr/>
                <p14:nvPr/>
              </p14:nvContentPartPr>
              <p14:xfrm>
                <a:off x="7941825" y="1226100"/>
                <a:ext cx="70200" cy="126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E44B3FA-15A2-768A-66CB-2902D729EFD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35705" y="1219980"/>
                  <a:ext cx="824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C62C707-9020-4BA8-1A39-C433E4D7C3B5}"/>
                    </a:ext>
                  </a:extLst>
                </p14:cNvPr>
                <p14:cNvContentPartPr/>
                <p14:nvPr/>
              </p14:nvContentPartPr>
              <p14:xfrm>
                <a:off x="8653905" y="2493300"/>
                <a:ext cx="27000" cy="1386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C62C707-9020-4BA8-1A39-C433E4D7C3B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647785" y="2487180"/>
                  <a:ext cx="392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71C03F7-C200-7866-C3EC-6830CDC34D36}"/>
                    </a:ext>
                  </a:extLst>
                </p14:cNvPr>
                <p14:cNvContentPartPr/>
                <p14:nvPr/>
              </p14:nvContentPartPr>
              <p14:xfrm>
                <a:off x="8277345" y="547500"/>
                <a:ext cx="87480" cy="1774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71C03F7-C200-7866-C3EC-6830CDC34D3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271225" y="541380"/>
                  <a:ext cx="997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03DDB91-5F72-74C6-04D5-95696B6A2B9B}"/>
                    </a:ext>
                  </a:extLst>
                </p14:cNvPr>
                <p14:cNvContentPartPr/>
                <p14:nvPr/>
              </p14:nvContentPartPr>
              <p14:xfrm>
                <a:off x="5047065" y="921540"/>
                <a:ext cx="939600" cy="10641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03DDB91-5F72-74C6-04D5-95696B6A2B9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040945" y="915420"/>
                  <a:ext cx="951840" cy="10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90494A0-7FBB-BB7B-E53D-AD7C9FBAAE5D}"/>
                    </a:ext>
                  </a:extLst>
                </p14:cNvPr>
                <p14:cNvContentPartPr/>
                <p14:nvPr/>
              </p14:nvContentPartPr>
              <p14:xfrm>
                <a:off x="5935905" y="480180"/>
                <a:ext cx="2455920" cy="17085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90494A0-7FBB-BB7B-E53D-AD7C9FBAAE5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929785" y="474060"/>
                  <a:ext cx="2468160" cy="172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67048FD-9D5E-FCAA-5726-0F39433A4C0A}"/>
                    </a:ext>
                  </a:extLst>
                </p14:cNvPr>
                <p14:cNvContentPartPr/>
                <p14:nvPr/>
              </p14:nvContentPartPr>
              <p14:xfrm>
                <a:off x="306585" y="308820"/>
                <a:ext cx="368280" cy="5767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67048FD-9D5E-FCAA-5726-0F39433A4C0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00465" y="302700"/>
                  <a:ext cx="38052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C858E03-069B-E166-8B2F-6C4C7445A149}"/>
                    </a:ext>
                  </a:extLst>
                </p14:cNvPr>
                <p14:cNvContentPartPr/>
                <p14:nvPr/>
              </p14:nvContentPartPr>
              <p14:xfrm>
                <a:off x="738585" y="623100"/>
                <a:ext cx="61920" cy="256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C858E03-069B-E166-8B2F-6C4C7445A14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32465" y="616980"/>
                  <a:ext cx="741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C8558FB-E98A-52B2-EF4A-E60EA22EAC05}"/>
                    </a:ext>
                  </a:extLst>
                </p14:cNvPr>
                <p14:cNvContentPartPr/>
                <p14:nvPr/>
              </p14:nvContentPartPr>
              <p14:xfrm>
                <a:off x="1039185" y="670620"/>
                <a:ext cx="17640" cy="67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C8558FB-E98A-52B2-EF4A-E60EA22EAC0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33065" y="664500"/>
                  <a:ext cx="298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8013A05-73D3-D4AE-10F6-C1A931724171}"/>
                    </a:ext>
                  </a:extLst>
                </p14:cNvPr>
                <p14:cNvContentPartPr/>
                <p14:nvPr/>
              </p14:nvContentPartPr>
              <p14:xfrm>
                <a:off x="907425" y="655500"/>
                <a:ext cx="328320" cy="210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8013A05-73D3-D4AE-10F6-C1A93172417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01305" y="649380"/>
                  <a:ext cx="3405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96A5F53-F51C-0EAF-B5E5-0A04B5585887}"/>
                    </a:ext>
                  </a:extLst>
                </p14:cNvPr>
                <p14:cNvContentPartPr/>
                <p14:nvPr/>
              </p14:nvContentPartPr>
              <p14:xfrm>
                <a:off x="1189305" y="304500"/>
                <a:ext cx="353160" cy="585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96A5F53-F51C-0EAF-B5E5-0A04B558588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83185" y="298380"/>
                  <a:ext cx="365400" cy="5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349373F-3D50-76C1-4788-C9B6E7B9A68B}"/>
                    </a:ext>
                  </a:extLst>
                </p14:cNvPr>
                <p14:cNvContentPartPr/>
                <p14:nvPr/>
              </p14:nvContentPartPr>
              <p14:xfrm>
                <a:off x="1567665" y="562620"/>
                <a:ext cx="512280" cy="315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349373F-3D50-76C1-4788-C9B6E7B9A68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561545" y="556500"/>
                  <a:ext cx="5245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DAE0607-6EAA-9B77-89F7-9E04C063930E}"/>
                    </a:ext>
                  </a:extLst>
                </p14:cNvPr>
                <p14:cNvContentPartPr/>
                <p14:nvPr/>
              </p14:nvContentPartPr>
              <p14:xfrm>
                <a:off x="2168505" y="312060"/>
                <a:ext cx="36360" cy="399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DAE0607-6EAA-9B77-89F7-9E04C063930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162385" y="305940"/>
                  <a:ext cx="4860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7F588B6-17F3-7140-874C-0D5185B37D4D}"/>
                    </a:ext>
                  </a:extLst>
                </p14:cNvPr>
                <p14:cNvContentPartPr/>
                <p14:nvPr/>
              </p14:nvContentPartPr>
              <p14:xfrm>
                <a:off x="2025945" y="127020"/>
                <a:ext cx="1098360" cy="622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7F588B6-17F3-7140-874C-0D5185B37D4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019825" y="120900"/>
                  <a:ext cx="111060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F4A3884-2FB7-3A0A-C6D1-A20C616B098C}"/>
                    </a:ext>
                  </a:extLst>
                </p14:cNvPr>
                <p14:cNvContentPartPr/>
                <p14:nvPr/>
              </p14:nvContentPartPr>
              <p14:xfrm>
                <a:off x="3070665" y="391260"/>
                <a:ext cx="475920" cy="380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F4A3884-2FB7-3A0A-C6D1-A20C616B098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064545" y="385140"/>
                  <a:ext cx="48816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1FBAF37-3581-2542-7B8D-18640E80A7EE}"/>
                    </a:ext>
                  </a:extLst>
                </p14:cNvPr>
                <p14:cNvContentPartPr/>
                <p14:nvPr/>
              </p14:nvContentPartPr>
              <p14:xfrm>
                <a:off x="3680145" y="442020"/>
                <a:ext cx="473760" cy="253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1FBAF37-3581-2542-7B8D-18640E80A7E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674025" y="435900"/>
                  <a:ext cx="4860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36FFCF6-B3A5-79F8-686C-B35553207C49}"/>
                    </a:ext>
                  </a:extLst>
                </p14:cNvPr>
                <p14:cNvContentPartPr/>
                <p14:nvPr/>
              </p14:nvContentPartPr>
              <p14:xfrm>
                <a:off x="4276305" y="265980"/>
                <a:ext cx="883080" cy="429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36FFCF6-B3A5-79F8-686C-B35553207C4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270185" y="259860"/>
                  <a:ext cx="89532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F081C35-1251-0055-E3C6-7F6AC7150158}"/>
                    </a:ext>
                  </a:extLst>
                </p14:cNvPr>
                <p14:cNvContentPartPr/>
                <p14:nvPr/>
              </p14:nvContentPartPr>
              <p14:xfrm>
                <a:off x="488385" y="1196220"/>
                <a:ext cx="421560" cy="572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F081C35-1251-0055-E3C6-7F6AC715015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82265" y="1190100"/>
                  <a:ext cx="433800" cy="58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F99D7EF-4157-B37B-2043-301C19F2225D}"/>
                    </a:ext>
                  </a:extLst>
                </p14:cNvPr>
                <p14:cNvContentPartPr/>
                <p14:nvPr/>
              </p14:nvContentPartPr>
              <p14:xfrm>
                <a:off x="1038465" y="1181100"/>
                <a:ext cx="136080" cy="576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F99D7EF-4157-B37B-2043-301C19F2225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32345" y="1174980"/>
                  <a:ext cx="14832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8ADBBE1-1A42-827D-E2E3-41DD64B37010}"/>
                    </a:ext>
                  </a:extLst>
                </p14:cNvPr>
                <p14:cNvContentPartPr/>
                <p14:nvPr/>
              </p14:nvContentPartPr>
              <p14:xfrm>
                <a:off x="1194345" y="1166340"/>
                <a:ext cx="425880" cy="417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8ADBBE1-1A42-827D-E2E3-41DD64B3701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88225" y="1160220"/>
                  <a:ext cx="43812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1E4B775-52EE-A0DC-4835-DC9F1DE734F0}"/>
                    </a:ext>
                  </a:extLst>
                </p14:cNvPr>
                <p14:cNvContentPartPr/>
                <p14:nvPr/>
              </p14:nvContentPartPr>
              <p14:xfrm>
                <a:off x="1646865" y="1532820"/>
                <a:ext cx="9000" cy="292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1E4B775-52EE-A0DC-4835-DC9F1DE734F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640745" y="1526700"/>
                  <a:ext cx="212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03081B2-CA85-51D1-6EBF-50284C4C2A40}"/>
                    </a:ext>
                  </a:extLst>
                </p14:cNvPr>
                <p14:cNvContentPartPr/>
                <p14:nvPr/>
              </p14:nvContentPartPr>
              <p14:xfrm>
                <a:off x="1619145" y="1552620"/>
                <a:ext cx="146520" cy="256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03081B2-CA85-51D1-6EBF-50284C4C2A4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613025" y="1546500"/>
                  <a:ext cx="1587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AACFBD6-F284-819E-7B3D-A7BDFE6540A4}"/>
                    </a:ext>
                  </a:extLst>
                </p14:cNvPr>
                <p14:cNvContentPartPr/>
                <p14:nvPr/>
              </p14:nvContentPartPr>
              <p14:xfrm>
                <a:off x="1965105" y="1479900"/>
                <a:ext cx="36360" cy="162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AACFBD6-F284-819E-7B3D-A7BDFE6540A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958985" y="1473780"/>
                  <a:ext cx="486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ECCEF06-6ED9-1503-191A-0111F119905E}"/>
                    </a:ext>
                  </a:extLst>
                </p14:cNvPr>
                <p14:cNvContentPartPr/>
                <p14:nvPr/>
              </p14:nvContentPartPr>
              <p14:xfrm>
                <a:off x="2050425" y="1083900"/>
                <a:ext cx="386280" cy="413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ECCEF06-6ED9-1503-191A-0111F119905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044305" y="1077780"/>
                  <a:ext cx="39852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EAE266F-E57F-0E18-1C97-9F37DA72810C}"/>
                    </a:ext>
                  </a:extLst>
                </p14:cNvPr>
                <p14:cNvContentPartPr/>
                <p14:nvPr/>
              </p14:nvContentPartPr>
              <p14:xfrm>
                <a:off x="2474145" y="1433820"/>
                <a:ext cx="6480" cy="216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EAE266F-E57F-0E18-1C97-9F37DA72810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468025" y="1427700"/>
                  <a:ext cx="187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78A4718-30DE-A5AE-825D-0786513A012A}"/>
                    </a:ext>
                  </a:extLst>
                </p14:cNvPr>
                <p14:cNvContentPartPr/>
                <p14:nvPr/>
              </p14:nvContentPartPr>
              <p14:xfrm>
                <a:off x="2451105" y="1117020"/>
                <a:ext cx="267120" cy="665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78A4718-30DE-A5AE-825D-0786513A012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444985" y="1110900"/>
                  <a:ext cx="279360" cy="67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9A569FC-0541-66A6-E0FB-65AF217DE701}"/>
                    </a:ext>
                  </a:extLst>
                </p14:cNvPr>
                <p14:cNvContentPartPr/>
                <p14:nvPr/>
              </p14:nvContentPartPr>
              <p14:xfrm>
                <a:off x="3082905" y="1224660"/>
                <a:ext cx="335880" cy="32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9A569FC-0541-66A6-E0FB-65AF217DE70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076785" y="1218540"/>
                  <a:ext cx="348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87ECB67-8E85-DA04-665B-3FFC295AA2CA}"/>
                    </a:ext>
                  </a:extLst>
                </p14:cNvPr>
                <p14:cNvContentPartPr/>
                <p14:nvPr/>
              </p14:nvContentPartPr>
              <p14:xfrm>
                <a:off x="3137625" y="1283700"/>
                <a:ext cx="411840" cy="110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87ECB67-8E85-DA04-665B-3FFC295AA2C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131505" y="1277580"/>
                  <a:ext cx="4240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28F856D-834E-0D23-7786-AD911310DB6F}"/>
                    </a:ext>
                  </a:extLst>
                </p14:cNvPr>
                <p14:cNvContentPartPr/>
                <p14:nvPr/>
              </p14:nvContentPartPr>
              <p14:xfrm>
                <a:off x="3881025" y="1307100"/>
                <a:ext cx="226440" cy="480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28F856D-834E-0D23-7786-AD911310DB6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874905" y="1300980"/>
                  <a:ext cx="23868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71A7212-AD4C-275A-D2D7-6E6F7D5BA2D0}"/>
                    </a:ext>
                  </a:extLst>
                </p14:cNvPr>
                <p14:cNvContentPartPr/>
                <p14:nvPr/>
              </p14:nvContentPartPr>
              <p14:xfrm>
                <a:off x="4270905" y="1156260"/>
                <a:ext cx="272160" cy="5324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71A7212-AD4C-275A-D2D7-6E6F7D5BA2D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264785" y="1150140"/>
                  <a:ext cx="28440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C9F5558-91FE-DDCE-0D9D-7B6C8A16D587}"/>
                    </a:ext>
                  </a:extLst>
                </p14:cNvPr>
                <p14:cNvContentPartPr/>
                <p14:nvPr/>
              </p14:nvContentPartPr>
              <p14:xfrm>
                <a:off x="4394385" y="1176780"/>
                <a:ext cx="286920" cy="300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C9F5558-91FE-DDCE-0D9D-7B6C8A16D58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388265" y="1170660"/>
                  <a:ext cx="2991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B65AE79-9857-2374-6DD1-5A61957B3945}"/>
                    </a:ext>
                  </a:extLst>
                </p14:cNvPr>
                <p14:cNvContentPartPr/>
                <p14:nvPr/>
              </p14:nvContentPartPr>
              <p14:xfrm>
                <a:off x="4660425" y="1434180"/>
                <a:ext cx="81360" cy="135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B65AE79-9857-2374-6DD1-5A61957B394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654305" y="1428060"/>
                  <a:ext cx="936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7453F93-9759-6633-43CA-627DC0680274}"/>
                    </a:ext>
                  </a:extLst>
                </p14:cNvPr>
                <p14:cNvContentPartPr/>
                <p14:nvPr/>
              </p14:nvContentPartPr>
              <p14:xfrm>
                <a:off x="4830345" y="1342380"/>
                <a:ext cx="45720" cy="3340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7453F93-9759-6633-43CA-627DC068027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24225" y="1336260"/>
                  <a:ext cx="5796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DBBC021-3CE0-A331-4DD6-1956DCCE39CD}"/>
                    </a:ext>
                  </a:extLst>
                </p14:cNvPr>
                <p14:cNvContentPartPr/>
                <p14:nvPr/>
              </p14:nvContentPartPr>
              <p14:xfrm>
                <a:off x="4718025" y="962580"/>
                <a:ext cx="244080" cy="299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DBBC021-3CE0-A331-4DD6-1956DCCE39C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711905" y="956460"/>
                  <a:ext cx="2563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04EE5CB-87C1-CF69-9382-10FD94E97C5D}"/>
                    </a:ext>
                  </a:extLst>
                </p14:cNvPr>
                <p14:cNvContentPartPr/>
                <p14:nvPr/>
              </p14:nvContentPartPr>
              <p14:xfrm>
                <a:off x="5047785" y="1099380"/>
                <a:ext cx="30960" cy="159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04EE5CB-87C1-CF69-9382-10FD94E97C5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041665" y="1093260"/>
                  <a:ext cx="432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66C3555-8C80-B5B9-6E93-C0D3C0DBBBAF}"/>
                    </a:ext>
                  </a:extLst>
                </p14:cNvPr>
                <p14:cNvContentPartPr/>
                <p14:nvPr/>
              </p14:nvContentPartPr>
              <p14:xfrm>
                <a:off x="4854105" y="860700"/>
                <a:ext cx="340200" cy="443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66C3555-8C80-B5B9-6E93-C0D3C0DBBBA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47985" y="854580"/>
                  <a:ext cx="35244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8DA4A6F-430D-D807-0012-4FD9FA5B4C95}"/>
                    </a:ext>
                  </a:extLst>
                </p14:cNvPr>
                <p14:cNvContentPartPr/>
                <p14:nvPr/>
              </p14:nvContentPartPr>
              <p14:xfrm>
                <a:off x="4155705" y="1566300"/>
                <a:ext cx="764280" cy="440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8DA4A6F-430D-D807-0012-4FD9FA5B4C9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149585" y="1560180"/>
                  <a:ext cx="77652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97D5A7A-48C0-679B-DCA6-F3B165A0BA0F}"/>
                    </a:ext>
                  </a:extLst>
                </p14:cNvPr>
                <p14:cNvContentPartPr/>
                <p14:nvPr/>
              </p14:nvContentPartPr>
              <p14:xfrm>
                <a:off x="5319945" y="1532460"/>
                <a:ext cx="62280" cy="105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97D5A7A-48C0-679B-DCA6-F3B165A0BA0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313825" y="1526340"/>
                  <a:ext cx="745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3BFBC8F-60F8-C988-012E-D54858298BDB}"/>
                    </a:ext>
                  </a:extLst>
                </p14:cNvPr>
                <p14:cNvContentPartPr/>
                <p14:nvPr/>
              </p14:nvContentPartPr>
              <p14:xfrm>
                <a:off x="5000625" y="944580"/>
                <a:ext cx="52560" cy="957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3BFBC8F-60F8-C988-012E-D54858298BD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994505" y="938460"/>
                  <a:ext cx="648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E647967-9B3D-C257-2609-F4524FBF66D7}"/>
                    </a:ext>
                  </a:extLst>
                </p14:cNvPr>
                <p14:cNvContentPartPr/>
                <p14:nvPr/>
              </p14:nvContentPartPr>
              <p14:xfrm>
                <a:off x="5048865" y="1062660"/>
                <a:ext cx="114840" cy="2401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E647967-9B3D-C257-2609-F4524FBF66D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042745" y="1056540"/>
                  <a:ext cx="1270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3C228AC-08C5-53C7-9EF4-2BF061DF168B}"/>
                    </a:ext>
                  </a:extLst>
                </p14:cNvPr>
                <p14:cNvContentPartPr/>
                <p14:nvPr/>
              </p14:nvContentPartPr>
              <p14:xfrm>
                <a:off x="3858705" y="475140"/>
                <a:ext cx="1316880" cy="8002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3C228AC-08C5-53C7-9EF4-2BF061DF168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852585" y="469020"/>
                  <a:ext cx="1329120" cy="81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A9B8109-8E9D-9E4A-E03E-5B9810651BCB}"/>
                    </a:ext>
                  </a:extLst>
                </p14:cNvPr>
                <p14:cNvContentPartPr/>
                <p14:nvPr/>
              </p14:nvContentPartPr>
              <p14:xfrm>
                <a:off x="4322385" y="762780"/>
                <a:ext cx="415440" cy="182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A9B8109-8E9D-9E4A-E03E-5B9810651BC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316265" y="756660"/>
                  <a:ext cx="4276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673DF72-96FD-1119-48C2-193BAD1599B1}"/>
                    </a:ext>
                  </a:extLst>
                </p14:cNvPr>
                <p14:cNvContentPartPr/>
                <p14:nvPr/>
              </p14:nvContentPartPr>
              <p14:xfrm>
                <a:off x="3779505" y="545700"/>
                <a:ext cx="1664280" cy="16149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673DF72-96FD-1119-48C2-193BAD1599B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773385" y="539580"/>
                  <a:ext cx="1676520" cy="162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069A887-94C9-9A27-9281-9873C83296C6}"/>
                    </a:ext>
                  </a:extLst>
                </p14:cNvPr>
                <p14:cNvContentPartPr/>
                <p14:nvPr/>
              </p14:nvContentPartPr>
              <p14:xfrm>
                <a:off x="4779225" y="2372340"/>
                <a:ext cx="668520" cy="1630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069A887-94C9-9A27-9281-9873C83296C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773105" y="2366220"/>
                  <a:ext cx="6807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4ED1359-D9F8-C79D-763D-FB5F42552732}"/>
                    </a:ext>
                  </a:extLst>
                </p14:cNvPr>
                <p14:cNvContentPartPr/>
                <p14:nvPr/>
              </p14:nvContentPartPr>
              <p14:xfrm>
                <a:off x="4702185" y="2476380"/>
                <a:ext cx="12960" cy="2404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4ED1359-D9F8-C79D-763D-FB5F4255273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696065" y="2470260"/>
                  <a:ext cx="252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F4637E8-34EC-8BAB-E427-E23591A99CDD}"/>
                    </a:ext>
                  </a:extLst>
                </p14:cNvPr>
                <p14:cNvContentPartPr/>
                <p14:nvPr/>
              </p14:nvContentPartPr>
              <p14:xfrm>
                <a:off x="4567905" y="2032500"/>
                <a:ext cx="255960" cy="2484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F4637E8-34EC-8BAB-E427-E23591A99CD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561785" y="2026380"/>
                  <a:ext cx="2682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1FF7509-B577-47C9-92D4-1211FCC8B21A}"/>
                    </a:ext>
                  </a:extLst>
                </p14:cNvPr>
                <p14:cNvContentPartPr/>
                <p14:nvPr/>
              </p14:nvContentPartPr>
              <p14:xfrm>
                <a:off x="4838265" y="1094340"/>
                <a:ext cx="355680" cy="1576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1FF7509-B577-47C9-92D4-1211FCC8B21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832145" y="1088220"/>
                  <a:ext cx="3679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7EE82E4-0F43-C4F2-1863-A23FD9688D8F}"/>
                    </a:ext>
                  </a:extLst>
                </p14:cNvPr>
                <p14:cNvContentPartPr/>
                <p14:nvPr/>
              </p14:nvContentPartPr>
              <p14:xfrm>
                <a:off x="5487705" y="993900"/>
                <a:ext cx="213120" cy="2545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7EE82E4-0F43-C4F2-1863-A23FD9688D8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481585" y="987780"/>
                  <a:ext cx="2253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4AD8CC5-2F76-6201-3F2B-438DA1867C48}"/>
                    </a:ext>
                  </a:extLst>
                </p14:cNvPr>
                <p14:cNvContentPartPr/>
                <p14:nvPr/>
              </p14:nvContentPartPr>
              <p14:xfrm>
                <a:off x="7604505" y="1866900"/>
                <a:ext cx="22680" cy="18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4AD8CC5-2F76-6201-3F2B-438DA1867C4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598385" y="1860780"/>
                  <a:ext cx="349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E3FE74C-D5B7-FB4D-1A17-D4A96D771F57}"/>
                    </a:ext>
                  </a:extLst>
                </p14:cNvPr>
                <p14:cNvContentPartPr/>
                <p14:nvPr/>
              </p14:nvContentPartPr>
              <p14:xfrm>
                <a:off x="7572465" y="1776180"/>
                <a:ext cx="123480" cy="1479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E3FE74C-D5B7-FB4D-1A17-D4A96D771F5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566345" y="1770060"/>
                  <a:ext cx="1357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FB94FE1-E60A-33F9-2826-6C03724853EF}"/>
                    </a:ext>
                  </a:extLst>
                </p14:cNvPr>
                <p14:cNvContentPartPr/>
                <p14:nvPr/>
              </p14:nvContentPartPr>
              <p14:xfrm>
                <a:off x="8546985" y="2056980"/>
                <a:ext cx="360" cy="72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FB94FE1-E60A-33F9-2826-6C03724853E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540865" y="2050860"/>
                  <a:ext cx="126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DEADAD0-7A02-4AEB-0439-E60333DDF688}"/>
                    </a:ext>
                  </a:extLst>
                </p14:cNvPr>
                <p14:cNvContentPartPr/>
                <p14:nvPr/>
              </p14:nvContentPartPr>
              <p14:xfrm>
                <a:off x="7762545" y="1956900"/>
                <a:ext cx="349560" cy="1918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DEADAD0-7A02-4AEB-0439-E60333DDF68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756425" y="1950780"/>
                  <a:ext cx="3618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9FA1350-699C-017B-BCD8-115BAAD45F34}"/>
                    </a:ext>
                  </a:extLst>
                </p14:cNvPr>
                <p14:cNvContentPartPr/>
                <p14:nvPr/>
              </p14:nvContentPartPr>
              <p14:xfrm>
                <a:off x="8086905" y="2030700"/>
                <a:ext cx="84960" cy="626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9FA1350-699C-017B-BCD8-115BAAD45F3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080785" y="2024580"/>
                  <a:ext cx="972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85C9765-9EA1-5193-5422-22A5E1B33D5F}"/>
                    </a:ext>
                  </a:extLst>
                </p14:cNvPr>
                <p14:cNvContentPartPr/>
                <p14:nvPr/>
              </p14:nvContentPartPr>
              <p14:xfrm>
                <a:off x="8054505" y="1867980"/>
                <a:ext cx="364680" cy="2307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85C9765-9EA1-5193-5422-22A5E1B33D5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048385" y="1861860"/>
                  <a:ext cx="3769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477336-3A65-EE72-41C0-8404910BF168}"/>
                    </a:ext>
                  </a:extLst>
                </p14:cNvPr>
                <p14:cNvContentPartPr/>
                <p14:nvPr/>
              </p14:nvContentPartPr>
              <p14:xfrm>
                <a:off x="8478585" y="1923060"/>
                <a:ext cx="55080" cy="806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477336-3A65-EE72-41C0-8404910BF16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472465" y="1916940"/>
                  <a:ext cx="673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2842416-AE07-200C-DC29-4F40EE267CDA}"/>
                    </a:ext>
                  </a:extLst>
                </p14:cNvPr>
                <p14:cNvContentPartPr/>
                <p14:nvPr/>
              </p14:nvContentPartPr>
              <p14:xfrm>
                <a:off x="8469225" y="1789500"/>
                <a:ext cx="689040" cy="1972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2842416-AE07-200C-DC29-4F40EE267CD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463105" y="1783380"/>
                  <a:ext cx="7012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D0376C8-6DFD-DE63-9C4A-9AB7CEFAB5FC}"/>
                    </a:ext>
                  </a:extLst>
                </p14:cNvPr>
                <p14:cNvContentPartPr/>
                <p14:nvPr/>
              </p14:nvContentPartPr>
              <p14:xfrm>
                <a:off x="7824105" y="2127180"/>
                <a:ext cx="1152720" cy="2026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D0376C8-6DFD-DE63-9C4A-9AB7CEFAB5F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817985" y="2121060"/>
                  <a:ext cx="11649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D0A50C8-4910-CDF9-68B3-25A628476327}"/>
                    </a:ext>
                  </a:extLst>
                </p14:cNvPr>
                <p14:cNvContentPartPr/>
                <p14:nvPr/>
              </p14:nvContentPartPr>
              <p14:xfrm>
                <a:off x="4044465" y="3808020"/>
                <a:ext cx="608400" cy="5403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D0A50C8-4910-CDF9-68B3-25A62847632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038345" y="3801900"/>
                  <a:ext cx="62064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D653F51-8F60-4D92-5A47-D5E9DA0DB93E}"/>
                    </a:ext>
                  </a:extLst>
                </p14:cNvPr>
                <p14:cNvContentPartPr/>
                <p14:nvPr/>
              </p14:nvContentPartPr>
              <p14:xfrm>
                <a:off x="4725225" y="4206900"/>
                <a:ext cx="6480" cy="2980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D653F51-8F60-4D92-5A47-D5E9DA0DB93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719105" y="4200780"/>
                  <a:ext cx="187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5AA3891-949A-0C60-552D-E35A24FF14EF}"/>
                    </a:ext>
                  </a:extLst>
                </p14:cNvPr>
                <p14:cNvContentPartPr/>
                <p14:nvPr/>
              </p14:nvContentPartPr>
              <p14:xfrm>
                <a:off x="5043465" y="3975420"/>
                <a:ext cx="249840" cy="234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5AA3891-949A-0C60-552D-E35A24FF14E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037345" y="3969300"/>
                  <a:ext cx="2620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7031B11-F581-38F1-EAA6-F15A81E489F0}"/>
                    </a:ext>
                  </a:extLst>
                </p14:cNvPr>
                <p14:cNvContentPartPr/>
                <p14:nvPr/>
              </p14:nvContentPartPr>
              <p14:xfrm>
                <a:off x="5147865" y="4087020"/>
                <a:ext cx="246240" cy="360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7031B11-F581-38F1-EAA6-F15A81E489F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141745" y="4080900"/>
                  <a:ext cx="2584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BE64872-38D4-9127-47E6-F14485C5BD85}"/>
                    </a:ext>
                  </a:extLst>
                </p14:cNvPr>
                <p14:cNvContentPartPr/>
                <p14:nvPr/>
              </p14:nvContentPartPr>
              <p14:xfrm>
                <a:off x="5566545" y="3735660"/>
                <a:ext cx="360720" cy="3250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BE64872-38D4-9127-47E6-F14485C5BD8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560425" y="3729540"/>
                  <a:ext cx="37296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9F6EC65-827E-A074-06A7-B0E2EA5B72F5}"/>
                    </a:ext>
                  </a:extLst>
                </p14:cNvPr>
                <p14:cNvContentPartPr/>
                <p14:nvPr/>
              </p14:nvContentPartPr>
              <p14:xfrm>
                <a:off x="5758065" y="3793620"/>
                <a:ext cx="47160" cy="4989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9F6EC65-827E-A074-06A7-B0E2EA5B72F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751945" y="3787500"/>
                  <a:ext cx="5940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1BE3111-AB30-EE58-4A9E-C168DF12029C}"/>
                    </a:ext>
                  </a:extLst>
                </p14:cNvPr>
                <p14:cNvContentPartPr/>
                <p14:nvPr/>
              </p14:nvContentPartPr>
              <p14:xfrm>
                <a:off x="5319585" y="4408860"/>
                <a:ext cx="698040" cy="889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1BE3111-AB30-EE58-4A9E-C168DF12029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313465" y="4402740"/>
                  <a:ext cx="710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3B7DA9E-CE8C-C83C-77B1-AE357EC03B0F}"/>
                    </a:ext>
                  </a:extLst>
                </p14:cNvPr>
                <p14:cNvContentPartPr/>
                <p14:nvPr/>
              </p14:nvContentPartPr>
              <p14:xfrm>
                <a:off x="5438745" y="4520100"/>
                <a:ext cx="392400" cy="421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3B7DA9E-CE8C-C83C-77B1-AE357EC03B0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432625" y="4513980"/>
                  <a:ext cx="4046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D6C96BC-1B95-E722-5E01-4693A478A8B4}"/>
                    </a:ext>
                  </a:extLst>
                </p14:cNvPr>
                <p14:cNvContentPartPr/>
                <p14:nvPr/>
              </p14:nvContentPartPr>
              <p14:xfrm>
                <a:off x="5096745" y="912900"/>
                <a:ext cx="154800" cy="5252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D6C96BC-1B95-E722-5E01-4693A478A8B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090625" y="906780"/>
                  <a:ext cx="16704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DC689F4-37B1-85D6-4AE8-EF3AA5E9D37F}"/>
                    </a:ext>
                  </a:extLst>
                </p14:cNvPr>
                <p14:cNvContentPartPr/>
                <p14:nvPr/>
              </p14:nvContentPartPr>
              <p14:xfrm>
                <a:off x="5148585" y="1334100"/>
                <a:ext cx="250920" cy="2451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DC689F4-37B1-85D6-4AE8-EF3AA5E9D37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142465" y="1327980"/>
                  <a:ext cx="2631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34AE09E-420B-2DBE-3BA4-7AB23511EBE6}"/>
                    </a:ext>
                  </a:extLst>
                </p14:cNvPr>
                <p14:cNvContentPartPr/>
                <p14:nvPr/>
              </p14:nvContentPartPr>
              <p14:xfrm>
                <a:off x="5794785" y="2686980"/>
                <a:ext cx="26640" cy="1303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34AE09E-420B-2DBE-3BA4-7AB23511EBE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788665" y="2680860"/>
                  <a:ext cx="388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0D6170C-526A-F0E1-736C-F57A8DED7D47}"/>
                    </a:ext>
                  </a:extLst>
                </p14:cNvPr>
                <p14:cNvContentPartPr/>
                <p14:nvPr/>
              </p14:nvContentPartPr>
              <p14:xfrm>
                <a:off x="5800185" y="2980020"/>
                <a:ext cx="156600" cy="2959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0D6170C-526A-F0E1-736C-F57A8DED7D4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794065" y="2973900"/>
                  <a:ext cx="1688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B5DFB70-5B18-F027-12C6-AC4E2986D0CE}"/>
                    </a:ext>
                  </a:extLst>
                </p14:cNvPr>
                <p14:cNvContentPartPr/>
                <p14:nvPr/>
              </p14:nvContentPartPr>
              <p14:xfrm>
                <a:off x="5821065" y="2984700"/>
                <a:ext cx="158400" cy="1425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B5DFB70-5B18-F027-12C6-AC4E2986D0C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814945" y="2978580"/>
                  <a:ext cx="170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34E4972-8454-D7D0-89C0-CE57534E3564}"/>
                    </a:ext>
                  </a:extLst>
                </p14:cNvPr>
                <p14:cNvContentPartPr/>
                <p14:nvPr/>
              </p14:nvContentPartPr>
              <p14:xfrm>
                <a:off x="6487425" y="2191980"/>
                <a:ext cx="152280" cy="316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34E4972-8454-D7D0-89C0-CE57534E356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481305" y="2185860"/>
                  <a:ext cx="164520" cy="43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11530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5BECAC58-EE2C-BBAE-1706-CABA3F1B4239}"/>
                  </a:ext>
                </a:extLst>
              </p14:cNvPr>
              <p14:cNvContentPartPr/>
              <p14:nvPr/>
            </p14:nvContentPartPr>
            <p14:xfrm>
              <a:off x="5426505" y="1794180"/>
              <a:ext cx="770040" cy="21636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5BECAC58-EE2C-BBAE-1706-CABA3F1B42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20385" y="1788060"/>
                <a:ext cx="782280" cy="22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833E14D8-A7AC-543E-6D0F-924BC0B3653F}"/>
              </a:ext>
            </a:extLst>
          </p:cNvPr>
          <p:cNvGrpSpPr/>
          <p:nvPr/>
        </p:nvGrpSpPr>
        <p:grpSpPr>
          <a:xfrm>
            <a:off x="134865" y="107940"/>
            <a:ext cx="9086040" cy="2970720"/>
            <a:chOff x="134865" y="107940"/>
            <a:chExt cx="9086040" cy="297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1C5EFC1-EACB-B2A4-D1F9-ADBEA3B7B7A4}"/>
                    </a:ext>
                  </a:extLst>
                </p14:cNvPr>
                <p14:cNvContentPartPr/>
                <p14:nvPr/>
              </p14:nvContentPartPr>
              <p14:xfrm>
                <a:off x="610785" y="781860"/>
                <a:ext cx="33840" cy="1999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1C5EFC1-EACB-B2A4-D1F9-ADBEA3B7B7A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04665" y="775740"/>
                  <a:ext cx="46080" cy="20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4A8031D-0A74-1B7A-A0D9-9DFE651D83D4}"/>
                    </a:ext>
                  </a:extLst>
                </p14:cNvPr>
                <p14:cNvContentPartPr/>
                <p14:nvPr/>
              </p14:nvContentPartPr>
              <p14:xfrm>
                <a:off x="134865" y="2516700"/>
                <a:ext cx="3164040" cy="187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4A8031D-0A74-1B7A-A0D9-9DFE651D83D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745" y="2510580"/>
                  <a:ext cx="31762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E0E2DF6-CAE4-7838-453D-CC4D1E7DD825}"/>
                    </a:ext>
                  </a:extLst>
                </p14:cNvPr>
                <p14:cNvContentPartPr/>
                <p14:nvPr/>
              </p14:nvContentPartPr>
              <p14:xfrm>
                <a:off x="737865" y="767460"/>
                <a:ext cx="1401840" cy="1459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E0E2DF6-CAE4-7838-453D-CC4D1E7DD82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1745" y="761340"/>
                  <a:ext cx="1414080" cy="14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1490833-2963-4D9E-4FBD-2445DF47D45E}"/>
                    </a:ext>
                  </a:extLst>
                </p14:cNvPr>
                <p14:cNvContentPartPr/>
                <p14:nvPr/>
              </p14:nvContentPartPr>
              <p14:xfrm>
                <a:off x="2076345" y="1888860"/>
                <a:ext cx="378000" cy="305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1490833-2963-4D9E-4FBD-2445DF47D45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70225" y="1882740"/>
                  <a:ext cx="3902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11A3B56-A3F9-3A37-8EB7-97C3901AC8CD}"/>
                    </a:ext>
                  </a:extLst>
                </p14:cNvPr>
                <p14:cNvContentPartPr/>
                <p14:nvPr/>
              </p14:nvContentPartPr>
              <p14:xfrm>
                <a:off x="889065" y="1012260"/>
                <a:ext cx="58320" cy="61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11A3B56-A3F9-3A37-8EB7-97C3901AC8C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82945" y="1006140"/>
                  <a:ext cx="705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46713C7-15BC-A7A9-ADE0-B32E98EFDB09}"/>
                    </a:ext>
                  </a:extLst>
                </p14:cNvPr>
                <p14:cNvContentPartPr/>
                <p14:nvPr/>
              </p14:nvContentPartPr>
              <p14:xfrm>
                <a:off x="835065" y="646860"/>
                <a:ext cx="626040" cy="492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46713C7-15BC-A7A9-ADE0-B32E98EFDB0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28945" y="640740"/>
                  <a:ext cx="63828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FB9605D-D620-17F8-69B9-0FA8BAB6FC90}"/>
                    </a:ext>
                  </a:extLst>
                </p14:cNvPr>
                <p14:cNvContentPartPr/>
                <p14:nvPr/>
              </p14:nvContentPartPr>
              <p14:xfrm>
                <a:off x="786825" y="846660"/>
                <a:ext cx="276120" cy="340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FB9605D-D620-17F8-69B9-0FA8BAB6FC9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80705" y="840540"/>
                  <a:ext cx="28836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1A79732-9BD4-DAEE-ABF1-E14294EB0FCB}"/>
                    </a:ext>
                  </a:extLst>
                </p14:cNvPr>
                <p14:cNvContentPartPr/>
                <p14:nvPr/>
              </p14:nvContentPartPr>
              <p14:xfrm>
                <a:off x="811305" y="1138620"/>
                <a:ext cx="1869840" cy="228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1A79732-9BD4-DAEE-ABF1-E14294EB0FC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5185" y="1132500"/>
                  <a:ext cx="18820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B2DB439-B60A-883B-EF82-55BD2160C343}"/>
                    </a:ext>
                  </a:extLst>
                </p14:cNvPr>
                <p14:cNvContentPartPr/>
                <p14:nvPr/>
              </p14:nvContentPartPr>
              <p14:xfrm>
                <a:off x="2180385" y="1066980"/>
                <a:ext cx="663840" cy="474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B2DB439-B60A-883B-EF82-55BD2160C34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74265" y="1060860"/>
                  <a:ext cx="67608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CF8BBB3-C504-DEBA-8815-9C764E810EA0}"/>
                    </a:ext>
                  </a:extLst>
                </p14:cNvPr>
                <p14:cNvContentPartPr/>
                <p14:nvPr/>
              </p14:nvContentPartPr>
              <p14:xfrm>
                <a:off x="2334105" y="647580"/>
                <a:ext cx="854280" cy="1354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F8BBB3-C504-DEBA-8815-9C764E810EA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27985" y="641460"/>
                  <a:ext cx="866520" cy="13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81F75FD-65C0-4E70-9AFC-E3B07FC03EED}"/>
                    </a:ext>
                  </a:extLst>
                </p14:cNvPr>
                <p14:cNvContentPartPr/>
                <p14:nvPr/>
              </p14:nvContentPartPr>
              <p14:xfrm>
                <a:off x="1044225" y="1372260"/>
                <a:ext cx="1738080" cy="801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81F75FD-65C0-4E70-9AFC-E3B07FC03EE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38105" y="1366140"/>
                  <a:ext cx="1750320" cy="81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79BDB65-071D-FEE4-BB99-BB47885A360F}"/>
                    </a:ext>
                  </a:extLst>
                </p14:cNvPr>
                <p14:cNvContentPartPr/>
                <p14:nvPr/>
              </p14:nvContentPartPr>
              <p14:xfrm>
                <a:off x="1326105" y="1762860"/>
                <a:ext cx="286200" cy="309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79BDB65-071D-FEE4-BB99-BB47885A360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319985" y="1756740"/>
                  <a:ext cx="2984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B11C730-59B2-30FA-F59E-58A9B308CBD9}"/>
                    </a:ext>
                  </a:extLst>
                </p14:cNvPr>
                <p14:cNvContentPartPr/>
                <p14:nvPr/>
              </p14:nvContentPartPr>
              <p14:xfrm>
                <a:off x="1371105" y="942780"/>
                <a:ext cx="1733400" cy="1084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B11C730-59B2-30FA-F59E-58A9B308CBD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64985" y="936660"/>
                  <a:ext cx="1745640" cy="10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BC566A5-244F-10B0-D095-79638DB7BAF8}"/>
                    </a:ext>
                  </a:extLst>
                </p14:cNvPr>
                <p14:cNvContentPartPr/>
                <p14:nvPr/>
              </p14:nvContentPartPr>
              <p14:xfrm>
                <a:off x="1999665" y="305220"/>
                <a:ext cx="166680" cy="531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BC566A5-244F-10B0-D095-79638DB7BAF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93545" y="299100"/>
                  <a:ext cx="17892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4428801-AE07-9A09-57D7-4F2DF77549F6}"/>
                    </a:ext>
                  </a:extLst>
                </p14:cNvPr>
                <p14:cNvContentPartPr/>
                <p14:nvPr/>
              </p14:nvContentPartPr>
              <p14:xfrm>
                <a:off x="1881225" y="591420"/>
                <a:ext cx="436320" cy="154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4428801-AE07-9A09-57D7-4F2DF77549F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75105" y="585300"/>
                  <a:ext cx="4485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B7468DF-2C07-6A6C-556F-7E50090D0437}"/>
                    </a:ext>
                  </a:extLst>
                </p14:cNvPr>
                <p14:cNvContentPartPr/>
                <p14:nvPr/>
              </p14:nvContentPartPr>
              <p14:xfrm>
                <a:off x="2272905" y="373620"/>
                <a:ext cx="429480" cy="416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B7468DF-2C07-6A6C-556F-7E50090D043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66785" y="367500"/>
                  <a:ext cx="44172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C082875-4004-568D-8C34-3C3F3B68FE70}"/>
                    </a:ext>
                  </a:extLst>
                </p14:cNvPr>
                <p14:cNvContentPartPr/>
                <p14:nvPr/>
              </p14:nvContentPartPr>
              <p14:xfrm>
                <a:off x="2729385" y="409620"/>
                <a:ext cx="385200" cy="199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C082875-4004-568D-8C34-3C3F3B68FE7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23265" y="403500"/>
                  <a:ext cx="3974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4BF267D-56D7-3782-C564-137B9DBD4694}"/>
                    </a:ext>
                  </a:extLst>
                </p14:cNvPr>
                <p14:cNvContentPartPr/>
                <p14:nvPr/>
              </p14:nvContentPartPr>
              <p14:xfrm>
                <a:off x="3406545" y="190740"/>
                <a:ext cx="44640" cy="305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4BF267D-56D7-3782-C564-137B9DBD469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00425" y="184620"/>
                  <a:ext cx="568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A844BF9-32BD-D876-9A7D-B97F240A8866}"/>
                    </a:ext>
                  </a:extLst>
                </p14:cNvPr>
                <p14:cNvContentPartPr/>
                <p14:nvPr/>
              </p14:nvContentPartPr>
              <p14:xfrm>
                <a:off x="3343905" y="330420"/>
                <a:ext cx="447480" cy="164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A844BF9-32BD-D876-9A7D-B97F240A886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37785" y="324300"/>
                  <a:ext cx="459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B91FB99-D40C-EDC2-9DE4-F584F0B1AB72}"/>
                    </a:ext>
                  </a:extLst>
                </p14:cNvPr>
                <p14:cNvContentPartPr/>
                <p14:nvPr/>
              </p14:nvContentPartPr>
              <p14:xfrm>
                <a:off x="3904785" y="171300"/>
                <a:ext cx="842040" cy="383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B91FB99-D40C-EDC2-9DE4-F584F0B1AB7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98665" y="165180"/>
                  <a:ext cx="85428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4D7B07A-6111-ACAC-EE32-38094B1A93BC}"/>
                    </a:ext>
                  </a:extLst>
                </p14:cNvPr>
                <p14:cNvContentPartPr/>
                <p14:nvPr/>
              </p14:nvContentPartPr>
              <p14:xfrm>
                <a:off x="4789305" y="107940"/>
                <a:ext cx="225720" cy="216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4D7B07A-6111-ACAC-EE32-38094B1A93B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83185" y="101820"/>
                  <a:ext cx="2379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B82F0EE-6B06-60C8-BB4D-29D5705D3BF5}"/>
                    </a:ext>
                  </a:extLst>
                </p14:cNvPr>
                <p14:cNvContentPartPr/>
                <p14:nvPr/>
              </p14:nvContentPartPr>
              <p14:xfrm>
                <a:off x="4271985" y="417900"/>
                <a:ext cx="353880" cy="80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B82F0EE-6B06-60C8-BB4D-29D5705D3BF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265865" y="411780"/>
                  <a:ext cx="3661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D75984D-0083-1497-9E4D-B432889E24EC}"/>
                    </a:ext>
                  </a:extLst>
                </p14:cNvPr>
                <p14:cNvContentPartPr/>
                <p14:nvPr/>
              </p14:nvContentPartPr>
              <p14:xfrm>
                <a:off x="4319505" y="741900"/>
                <a:ext cx="363600" cy="2323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D75984D-0083-1497-9E4D-B432889E24E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313385" y="735780"/>
                  <a:ext cx="375840" cy="23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6F64014-C74B-4B03-8DD6-F0357E8B202A}"/>
                    </a:ext>
                  </a:extLst>
                </p14:cNvPr>
                <p14:cNvContentPartPr/>
                <p14:nvPr/>
              </p14:nvContentPartPr>
              <p14:xfrm>
                <a:off x="3848265" y="2139780"/>
                <a:ext cx="2917080" cy="502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6F64014-C74B-4B03-8DD6-F0357E8B202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42145" y="2133660"/>
                  <a:ext cx="292932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6B1EC62-0E5D-D48F-5371-FED3E2A94827}"/>
                    </a:ext>
                  </a:extLst>
                </p14:cNvPr>
                <p14:cNvContentPartPr/>
                <p14:nvPr/>
              </p14:nvContentPartPr>
              <p14:xfrm>
                <a:off x="6432345" y="2002260"/>
                <a:ext cx="1779480" cy="212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6B1EC62-0E5D-D48F-5371-FED3E2A9482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26225" y="1996140"/>
                  <a:ext cx="17917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31A5FC9-31C6-DA07-72CB-F570744ACCB0}"/>
                    </a:ext>
                  </a:extLst>
                </p14:cNvPr>
                <p14:cNvContentPartPr/>
                <p14:nvPr/>
              </p14:nvContentPartPr>
              <p14:xfrm>
                <a:off x="4689585" y="872220"/>
                <a:ext cx="3600" cy="26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31A5FC9-31C6-DA07-72CB-F570744ACCB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683465" y="866100"/>
                  <a:ext cx="158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F3D57B6-5EC4-20B8-1807-DD80B9611591}"/>
                    </a:ext>
                  </a:extLst>
                </p14:cNvPr>
                <p14:cNvContentPartPr/>
                <p14:nvPr/>
              </p14:nvContentPartPr>
              <p14:xfrm>
                <a:off x="4921785" y="2613900"/>
                <a:ext cx="208440" cy="210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F3D57B6-5EC4-20B8-1807-DD80B961159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915665" y="2607780"/>
                  <a:ext cx="2206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0190309-BF0E-7516-465C-8184C86CE52B}"/>
                    </a:ext>
                  </a:extLst>
                </p14:cNvPr>
                <p14:cNvContentPartPr/>
                <p14:nvPr/>
              </p14:nvContentPartPr>
              <p14:xfrm>
                <a:off x="4903785" y="2699940"/>
                <a:ext cx="172080" cy="93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0190309-BF0E-7516-465C-8184C86CE52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897665" y="2693820"/>
                  <a:ext cx="1843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532190C-7332-79B9-BBFB-C542A2E3359F}"/>
                    </a:ext>
                  </a:extLst>
                </p14:cNvPr>
                <p14:cNvContentPartPr/>
                <p14:nvPr/>
              </p14:nvContentPartPr>
              <p14:xfrm>
                <a:off x="4894425" y="2630100"/>
                <a:ext cx="330480" cy="294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532190C-7332-79B9-BBFB-C542A2E3359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888305" y="2623980"/>
                  <a:ext cx="3427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731DEAF-1E16-97AF-F260-6802CA6C8D13}"/>
                    </a:ext>
                  </a:extLst>
                </p14:cNvPr>
                <p14:cNvContentPartPr/>
                <p14:nvPr/>
              </p14:nvContentPartPr>
              <p14:xfrm>
                <a:off x="5200785" y="2858700"/>
                <a:ext cx="33480" cy="219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731DEAF-1E16-97AF-F260-6802CA6C8D1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94665" y="2852580"/>
                  <a:ext cx="457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24317A9-8D81-8E46-32F5-1AFA5CB335C2}"/>
                    </a:ext>
                  </a:extLst>
                </p14:cNvPr>
                <p14:cNvContentPartPr/>
                <p14:nvPr/>
              </p14:nvContentPartPr>
              <p14:xfrm>
                <a:off x="4715145" y="891660"/>
                <a:ext cx="3960" cy="4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24317A9-8D81-8E46-32F5-1AFA5CB335C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09025" y="885540"/>
                  <a:ext cx="162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5720BE0-4429-B900-E58F-19D82DEBE776}"/>
                    </a:ext>
                  </a:extLst>
                </p14:cNvPr>
                <p14:cNvContentPartPr/>
                <p14:nvPr/>
              </p14:nvContentPartPr>
              <p14:xfrm>
                <a:off x="4720185" y="834420"/>
                <a:ext cx="2880" cy="198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5720BE0-4429-B900-E58F-19D82DEBE77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14065" y="828300"/>
                  <a:ext cx="15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D4D88CF-39B0-23EA-8024-FF7E15C81821}"/>
                    </a:ext>
                  </a:extLst>
                </p14:cNvPr>
                <p14:cNvContentPartPr/>
                <p14:nvPr/>
              </p14:nvContentPartPr>
              <p14:xfrm>
                <a:off x="4735665" y="820020"/>
                <a:ext cx="1407960" cy="1099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D4D88CF-39B0-23EA-8024-FF7E15C8182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729545" y="813900"/>
                  <a:ext cx="1420200" cy="11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97B697D-6DE4-381F-873B-AA11D7B03B31}"/>
                    </a:ext>
                  </a:extLst>
                </p14:cNvPr>
                <p14:cNvContentPartPr/>
                <p14:nvPr/>
              </p14:nvContentPartPr>
              <p14:xfrm>
                <a:off x="5415705" y="1874460"/>
                <a:ext cx="586440" cy="125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97B697D-6DE4-381F-873B-AA11D7B03B3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409585" y="1868340"/>
                  <a:ext cx="5986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5E5D2F0-B594-34EF-D446-F57A6AB08DF2}"/>
                    </a:ext>
                  </a:extLst>
                </p14:cNvPr>
                <p14:cNvContentPartPr/>
                <p14:nvPr/>
              </p14:nvContentPartPr>
              <p14:xfrm>
                <a:off x="6066585" y="937020"/>
                <a:ext cx="619200" cy="879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5E5D2F0-B594-34EF-D446-F57A6AB08DF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60465" y="930900"/>
                  <a:ext cx="631440" cy="89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21B3280-F3DC-EF2F-47E2-743D6B33E22A}"/>
                    </a:ext>
                  </a:extLst>
                </p14:cNvPr>
                <p14:cNvContentPartPr/>
                <p14:nvPr/>
              </p14:nvContentPartPr>
              <p14:xfrm>
                <a:off x="5642865" y="1866540"/>
                <a:ext cx="405720" cy="92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21B3280-F3DC-EF2F-47E2-743D6B33E22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636745" y="1860420"/>
                  <a:ext cx="4179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07FFD23-7C79-08F3-E831-CC4230CF98E1}"/>
                    </a:ext>
                  </a:extLst>
                </p14:cNvPr>
                <p14:cNvContentPartPr/>
                <p14:nvPr/>
              </p14:nvContentPartPr>
              <p14:xfrm>
                <a:off x="5890545" y="1848540"/>
                <a:ext cx="68760" cy="692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07FFD23-7C79-08F3-E831-CC4230CF98E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84425" y="1842420"/>
                  <a:ext cx="8100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C5FEA35-FFA6-3268-BDBA-815D128B66C4}"/>
                    </a:ext>
                  </a:extLst>
                </p14:cNvPr>
                <p14:cNvContentPartPr/>
                <p14:nvPr/>
              </p14:nvContentPartPr>
              <p14:xfrm>
                <a:off x="5825025" y="2620380"/>
                <a:ext cx="221040" cy="349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C5FEA35-FFA6-3268-BDBA-815D128B66C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818905" y="2614260"/>
                  <a:ext cx="2332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3A5A7B2-C441-A793-57DF-C092E5BE5141}"/>
                    </a:ext>
                  </a:extLst>
                </p14:cNvPr>
                <p14:cNvContentPartPr/>
                <p14:nvPr/>
              </p14:nvContentPartPr>
              <p14:xfrm>
                <a:off x="6658785" y="756300"/>
                <a:ext cx="2319480" cy="1215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3A5A7B2-C441-A793-57DF-C092E5BE514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652665" y="750180"/>
                  <a:ext cx="2331720" cy="12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DCC6065-0114-2C23-DE92-12DDE8DB4ACE}"/>
                    </a:ext>
                  </a:extLst>
                </p14:cNvPr>
                <p14:cNvContentPartPr/>
                <p14:nvPr/>
              </p14:nvContentPartPr>
              <p14:xfrm>
                <a:off x="7889625" y="1917300"/>
                <a:ext cx="1331280" cy="187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DCC6065-0114-2C23-DE92-12DDE8DB4AC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83505" y="1911180"/>
                  <a:ext cx="13435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79F562C-5E59-3744-81C5-296F8205F851}"/>
                    </a:ext>
                  </a:extLst>
                </p14:cNvPr>
                <p14:cNvContentPartPr/>
                <p14:nvPr/>
              </p14:nvContentPartPr>
              <p14:xfrm>
                <a:off x="5330385" y="1421940"/>
                <a:ext cx="122400" cy="345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79F562C-5E59-3744-81C5-296F8205F85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324265" y="1415820"/>
                  <a:ext cx="1346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7E0207D-5001-E91D-D7AE-193C459923BF}"/>
                    </a:ext>
                  </a:extLst>
                </p14:cNvPr>
                <p14:cNvContentPartPr/>
                <p14:nvPr/>
              </p14:nvContentPartPr>
              <p14:xfrm>
                <a:off x="5612265" y="1535700"/>
                <a:ext cx="5400" cy="12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7E0207D-5001-E91D-D7AE-193C459923B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606145" y="1529580"/>
                  <a:ext cx="176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8E85CF3-17FC-33AC-89B9-150734CFA595}"/>
                    </a:ext>
                  </a:extLst>
                </p14:cNvPr>
                <p14:cNvContentPartPr/>
                <p14:nvPr/>
              </p14:nvContentPartPr>
              <p14:xfrm>
                <a:off x="5554305" y="1520940"/>
                <a:ext cx="113400" cy="155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8E85CF3-17FC-33AC-89B9-150734CFA59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548185" y="1514820"/>
                  <a:ext cx="1256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AA1BF7F-5A44-D2DC-2764-D37F187046D3}"/>
                    </a:ext>
                  </a:extLst>
                </p14:cNvPr>
                <p14:cNvContentPartPr/>
                <p14:nvPr/>
              </p14:nvContentPartPr>
              <p14:xfrm>
                <a:off x="5750505" y="1232220"/>
                <a:ext cx="345600" cy="394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AA1BF7F-5A44-D2DC-2764-D37F187046D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744385" y="1226100"/>
                  <a:ext cx="35784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A24BF61-DF15-84E1-9083-0B32BEB4D031}"/>
                    </a:ext>
                  </a:extLst>
                </p14:cNvPr>
                <p14:cNvContentPartPr/>
                <p14:nvPr/>
              </p14:nvContentPartPr>
              <p14:xfrm>
                <a:off x="5713425" y="1647660"/>
                <a:ext cx="268200" cy="361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A24BF61-DF15-84E1-9083-0B32BEB4D03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707305" y="1641540"/>
                  <a:ext cx="2804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76B4EF6-7DE8-3808-8EC2-591EAA3001AD}"/>
                    </a:ext>
                  </a:extLst>
                </p14:cNvPr>
                <p14:cNvContentPartPr/>
                <p14:nvPr/>
              </p14:nvContentPartPr>
              <p14:xfrm>
                <a:off x="6002505" y="1531380"/>
                <a:ext cx="53280" cy="180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76B4EF6-7DE8-3808-8EC2-591EAA3001A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96385" y="1525260"/>
                  <a:ext cx="655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C19A772-9A08-ECCF-6806-877ADA941B87}"/>
                    </a:ext>
                  </a:extLst>
                </p14:cNvPr>
                <p14:cNvContentPartPr/>
                <p14:nvPr/>
              </p14:nvContentPartPr>
              <p14:xfrm>
                <a:off x="5985945" y="1385940"/>
                <a:ext cx="465840" cy="276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C19A772-9A08-ECCF-6806-877ADA941B8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79825" y="1379820"/>
                  <a:ext cx="4780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4BD14CB-D7FD-045A-8EDA-2B28CC526F0D}"/>
                    </a:ext>
                  </a:extLst>
                </p14:cNvPr>
                <p14:cNvContentPartPr/>
                <p14:nvPr/>
              </p14:nvContentPartPr>
              <p14:xfrm>
                <a:off x="8273025" y="788700"/>
                <a:ext cx="147960" cy="919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4BD14CB-D7FD-045A-8EDA-2B28CC526F0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266905" y="782580"/>
                  <a:ext cx="160200" cy="9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AE48D35-CD3A-5698-C69E-9E9847B95B83}"/>
                    </a:ext>
                  </a:extLst>
                </p14:cNvPr>
                <p14:cNvContentPartPr/>
                <p14:nvPr/>
              </p14:nvContentPartPr>
              <p14:xfrm>
                <a:off x="8136225" y="1416180"/>
                <a:ext cx="329760" cy="393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AE48D35-CD3A-5698-C69E-9E9847B95B8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130105" y="1410060"/>
                  <a:ext cx="34200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F0D8829-30C2-6864-3089-BC0F705E5CCC}"/>
                    </a:ext>
                  </a:extLst>
                </p14:cNvPr>
                <p14:cNvContentPartPr/>
                <p14:nvPr/>
              </p14:nvContentPartPr>
              <p14:xfrm>
                <a:off x="7851825" y="227460"/>
                <a:ext cx="589680" cy="567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F0D8829-30C2-6864-3089-BC0F705E5CC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845705" y="221340"/>
                  <a:ext cx="60192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B62EF8A-BDBA-0C3C-B057-E6A786B232A3}"/>
                    </a:ext>
                  </a:extLst>
                </p14:cNvPr>
                <p14:cNvContentPartPr/>
                <p14:nvPr/>
              </p14:nvContentPartPr>
              <p14:xfrm>
                <a:off x="8446905" y="453180"/>
                <a:ext cx="191520" cy="144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B62EF8A-BDBA-0C3C-B057-E6A786B232A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440785" y="447060"/>
                  <a:ext cx="2037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0F54165-EFF2-A8D9-A4D6-408A77536303}"/>
                    </a:ext>
                  </a:extLst>
                </p14:cNvPr>
                <p14:cNvContentPartPr/>
                <p14:nvPr/>
              </p14:nvContentPartPr>
              <p14:xfrm>
                <a:off x="8627265" y="202980"/>
                <a:ext cx="163440" cy="3272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0F54165-EFF2-A8D9-A4D6-408A7753630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621145" y="196860"/>
                  <a:ext cx="17568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86ED9B8-4BE5-C223-3EAA-5569FECA30E7}"/>
                    </a:ext>
                  </a:extLst>
                </p14:cNvPr>
                <p14:cNvContentPartPr/>
                <p14:nvPr/>
              </p14:nvContentPartPr>
              <p14:xfrm>
                <a:off x="8095545" y="813180"/>
                <a:ext cx="171360" cy="2599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86ED9B8-4BE5-C223-3EAA-5569FECA30E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089425" y="807060"/>
                  <a:ext cx="1836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956AE63-E973-017E-1EF1-9DDDBEFD845F}"/>
                    </a:ext>
                  </a:extLst>
                </p14:cNvPr>
                <p14:cNvContentPartPr/>
                <p14:nvPr/>
              </p14:nvContentPartPr>
              <p14:xfrm>
                <a:off x="8350785" y="879060"/>
                <a:ext cx="130680" cy="368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956AE63-E973-017E-1EF1-9DDDBEFD845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44665" y="872940"/>
                  <a:ext cx="14292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5111E89-0044-72A5-E585-AD87609E4548}"/>
                    </a:ext>
                  </a:extLst>
                </p14:cNvPr>
                <p14:cNvContentPartPr/>
                <p14:nvPr/>
              </p14:nvContentPartPr>
              <p14:xfrm>
                <a:off x="8483265" y="705900"/>
                <a:ext cx="160200" cy="2181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5111E89-0044-72A5-E585-AD87609E454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477145" y="699780"/>
                  <a:ext cx="172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EC9149D-6C0A-322C-2BDF-8347EE71BAB7}"/>
                    </a:ext>
                  </a:extLst>
                </p14:cNvPr>
                <p14:cNvContentPartPr/>
                <p14:nvPr/>
              </p14:nvContentPartPr>
              <p14:xfrm>
                <a:off x="8543025" y="539580"/>
                <a:ext cx="574560" cy="339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EC9149D-6C0A-322C-2BDF-8347EE71BAB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536905" y="533460"/>
                  <a:ext cx="5868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158D47C-9FE7-2745-DDA0-4F6B58806DD0}"/>
                    </a:ext>
                  </a:extLst>
                </p14:cNvPr>
                <p14:cNvContentPartPr/>
                <p14:nvPr/>
              </p14:nvContentPartPr>
              <p14:xfrm>
                <a:off x="9066105" y="447780"/>
                <a:ext cx="21600" cy="59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158D47C-9FE7-2745-DDA0-4F6B58806DD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059985" y="441660"/>
                  <a:ext cx="338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8B2B886-EA02-7BC1-EA09-FFD2C9DFAD32}"/>
                    </a:ext>
                  </a:extLst>
                </p14:cNvPr>
                <p14:cNvContentPartPr/>
                <p14:nvPr/>
              </p14:nvContentPartPr>
              <p14:xfrm>
                <a:off x="8610345" y="1963020"/>
                <a:ext cx="45720" cy="14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8B2B886-EA02-7BC1-EA09-FFD2C9DFAD3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604225" y="1956900"/>
                  <a:ext cx="579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56BE718-0FF6-2730-19FA-2DADE7E9B1B7}"/>
                    </a:ext>
                  </a:extLst>
                </p14:cNvPr>
                <p14:cNvContentPartPr/>
                <p14:nvPr/>
              </p14:nvContentPartPr>
              <p14:xfrm>
                <a:off x="8699265" y="1919460"/>
                <a:ext cx="37800" cy="17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56BE718-0FF6-2730-19FA-2DADE7E9B1B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693145" y="1913340"/>
                  <a:ext cx="500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690DEF1-45F5-C7BE-01DB-C3CE5DE35497}"/>
                    </a:ext>
                  </a:extLst>
                </p14:cNvPr>
                <p14:cNvContentPartPr/>
                <p14:nvPr/>
              </p14:nvContentPartPr>
              <p14:xfrm>
                <a:off x="8487945" y="1896420"/>
                <a:ext cx="302760" cy="92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690DEF1-45F5-C7BE-01DB-C3CE5DE3549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481825" y="1890300"/>
                  <a:ext cx="315000" cy="104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30064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6BF6E111-DA8B-8775-7B8D-6C38A979F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4F1B8E8-7227-717D-04A7-B77B1E18E336}"/>
                  </a:ext>
                </a:extLst>
              </p14:cNvPr>
              <p14:cNvContentPartPr/>
              <p14:nvPr/>
            </p14:nvContentPartPr>
            <p14:xfrm>
              <a:off x="290160" y="110160"/>
              <a:ext cx="8776800" cy="4863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4F1B8E8-7227-717D-04A7-B77B1E18E3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0800" y="100800"/>
                <a:ext cx="8795520" cy="488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1052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1E6BB0F1-54FC-F1B7-7770-E4C7E149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27979D34-AA64-BDB5-F8B9-31604ED2BD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Gradient Decsent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2A30CF55-AF23-AFCA-1C0A-0DD66A11C3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21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0768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7FE659D3-1126-19F1-993D-9381227C9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E623B44-A3C0-E11A-19C4-2F0A64CB40AC}"/>
                  </a:ext>
                </a:extLst>
              </p14:cNvPr>
              <p14:cNvContentPartPr/>
              <p14:nvPr/>
            </p14:nvContentPartPr>
            <p14:xfrm>
              <a:off x="558000" y="65160"/>
              <a:ext cx="8179920" cy="3883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E623B44-A3C0-E11A-19C4-2F0A64CB40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8640" y="55800"/>
                <a:ext cx="8198640" cy="39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DB0043C-6722-59F0-0175-40A286D53573}"/>
                  </a:ext>
                </a:extLst>
              </p14:cNvPr>
              <p14:cNvContentPartPr/>
              <p14:nvPr/>
            </p14:nvContentPartPr>
            <p14:xfrm>
              <a:off x="4847680" y="4161680"/>
              <a:ext cx="2795760" cy="132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DB0043C-6722-59F0-0175-40A286D5357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41560" y="4155560"/>
                <a:ext cx="280800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51ABAA5-C49A-83CB-7638-BE7C4679FF8C}"/>
                  </a:ext>
                </a:extLst>
              </p14:cNvPr>
              <p14:cNvContentPartPr/>
              <p14:nvPr/>
            </p14:nvContentPartPr>
            <p14:xfrm>
              <a:off x="6648760" y="2839760"/>
              <a:ext cx="1289520" cy="74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51ABAA5-C49A-83CB-7638-BE7C4679FF8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42640" y="2833640"/>
                <a:ext cx="13017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9C7FA7F-6759-8D85-B33D-E7299ADE18E3}"/>
                  </a:ext>
                </a:extLst>
              </p14:cNvPr>
              <p14:cNvContentPartPr/>
              <p14:nvPr/>
            </p14:nvContentPartPr>
            <p14:xfrm>
              <a:off x="3353320" y="3030200"/>
              <a:ext cx="966240" cy="120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9C7FA7F-6759-8D85-B33D-E7299ADE18E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47200" y="3024080"/>
                <a:ext cx="978480" cy="13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ADDC6A03-41AF-3F0B-9367-E7CCB10862F7}"/>
              </a:ext>
            </a:extLst>
          </p:cNvPr>
          <p:cNvGrpSpPr/>
          <p:nvPr/>
        </p:nvGrpSpPr>
        <p:grpSpPr>
          <a:xfrm>
            <a:off x="3561040" y="4433480"/>
            <a:ext cx="2464200" cy="431280"/>
            <a:chOff x="3561040" y="4433480"/>
            <a:chExt cx="2464200" cy="43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16BD7AC-7611-A142-A580-9B906B5B2323}"/>
                    </a:ext>
                  </a:extLst>
                </p14:cNvPr>
                <p14:cNvContentPartPr/>
                <p14:nvPr/>
              </p14:nvContentPartPr>
              <p14:xfrm>
                <a:off x="3561040" y="4433480"/>
                <a:ext cx="461160" cy="394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16BD7AC-7611-A142-A580-9B906B5B232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554920" y="4427360"/>
                  <a:ext cx="47340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3A1DCAA-8BE2-9EDD-9644-65DC4F0AD3F7}"/>
                    </a:ext>
                  </a:extLst>
                </p14:cNvPr>
                <p14:cNvContentPartPr/>
                <p14:nvPr/>
              </p14:nvContentPartPr>
              <p14:xfrm>
                <a:off x="3973240" y="4491080"/>
                <a:ext cx="268560" cy="213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3A1DCAA-8BE2-9EDD-9644-65DC4F0AD3F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967120" y="4484960"/>
                  <a:ext cx="2808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C47F619-F2D3-D646-EBDA-9C8778DBFE42}"/>
                    </a:ext>
                  </a:extLst>
                </p14:cNvPr>
                <p14:cNvContentPartPr/>
                <p14:nvPr/>
              </p14:nvContentPartPr>
              <p14:xfrm>
                <a:off x="3593800" y="4763960"/>
                <a:ext cx="864720" cy="65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C47F619-F2D3-D646-EBDA-9C8778DBFE4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87680" y="4757840"/>
                  <a:ext cx="8769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9EFC9A8-5201-0B32-70C5-788B13314A8D}"/>
                    </a:ext>
                  </a:extLst>
                </p14:cNvPr>
                <p14:cNvContentPartPr/>
                <p14:nvPr/>
              </p14:nvContentPartPr>
              <p14:xfrm>
                <a:off x="5062240" y="4568120"/>
                <a:ext cx="320760" cy="238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9EFC9A8-5201-0B32-70C5-788B13314A8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056120" y="4562000"/>
                  <a:ext cx="3330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35E916C-10A0-8609-7C1D-0A3F4A88560C}"/>
                    </a:ext>
                  </a:extLst>
                </p14:cNvPr>
                <p14:cNvContentPartPr/>
                <p14:nvPr/>
              </p14:nvContentPartPr>
              <p14:xfrm>
                <a:off x="5425120" y="4466600"/>
                <a:ext cx="201600" cy="260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35E916C-10A0-8609-7C1D-0A3F4A88560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419000" y="4460480"/>
                  <a:ext cx="2138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4D9334E-9A60-71F3-C4DB-13151B68B68B}"/>
                    </a:ext>
                  </a:extLst>
                </p14:cNvPr>
                <p14:cNvContentPartPr/>
                <p14:nvPr/>
              </p14:nvContentPartPr>
              <p14:xfrm>
                <a:off x="5644720" y="4506200"/>
                <a:ext cx="258480" cy="165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4D9334E-9A60-71F3-C4DB-13151B68B68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38600" y="4500080"/>
                  <a:ext cx="2707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8C136B2-F78E-AB49-5EF9-2E37493E52D0}"/>
                    </a:ext>
                  </a:extLst>
                </p14:cNvPr>
                <p14:cNvContentPartPr/>
                <p14:nvPr/>
              </p14:nvContentPartPr>
              <p14:xfrm>
                <a:off x="5107600" y="4823360"/>
                <a:ext cx="917640" cy="41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8C136B2-F78E-AB49-5EF9-2E37493E52D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101480" y="4817240"/>
                  <a:ext cx="929880" cy="53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20610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7373DBED-93C7-98BB-9886-1DD1BE59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260FAF8-4A2D-4DA2-CB38-B14A10A7ADE6}"/>
                  </a:ext>
                </a:extLst>
              </p14:cNvPr>
              <p14:cNvContentPartPr/>
              <p14:nvPr/>
            </p14:nvContentPartPr>
            <p14:xfrm>
              <a:off x="290520" y="61200"/>
              <a:ext cx="8491680" cy="4027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260FAF8-4A2D-4DA2-CB38-B14A10A7ADE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1160" y="51840"/>
                <a:ext cx="8510400" cy="40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1136495-4C07-A703-4963-0A796E23AEBD}"/>
                  </a:ext>
                </a:extLst>
              </p14:cNvPr>
              <p14:cNvContentPartPr/>
              <p14:nvPr/>
            </p14:nvContentPartPr>
            <p14:xfrm>
              <a:off x="132480" y="402480"/>
              <a:ext cx="7423560" cy="4373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1136495-4C07-A703-4963-0A796E23AEB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3120" y="393120"/>
                <a:ext cx="7442280" cy="439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15173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7657A0F-628C-5121-865E-261975CFD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EBC613B-D333-921C-89F9-FC0FA0766B15}"/>
                  </a:ext>
                </a:extLst>
              </p14:cNvPr>
              <p14:cNvContentPartPr/>
              <p14:nvPr/>
            </p14:nvContentPartPr>
            <p14:xfrm>
              <a:off x="560160" y="568080"/>
              <a:ext cx="8547120" cy="4260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EBC613B-D333-921C-89F9-FC0FA0766B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0800" y="558720"/>
                <a:ext cx="8565840" cy="427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87784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66EF29E6-2FCB-FC96-C0FA-69CF88B6F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47E2DC-D896-C41C-497F-0E715B8659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18" t="10344"/>
          <a:stretch/>
        </p:blipFill>
        <p:spPr>
          <a:xfrm>
            <a:off x="550333" y="1049866"/>
            <a:ext cx="5647512" cy="285326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4255B9C-C056-6238-413E-C1097CCB0878}"/>
                  </a:ext>
                </a:extLst>
              </p14:cNvPr>
              <p14:cNvContentPartPr/>
              <p14:nvPr/>
            </p14:nvContentPartPr>
            <p14:xfrm>
              <a:off x="4046265" y="3642780"/>
              <a:ext cx="434880" cy="490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4255B9C-C056-6238-413E-C1097CCB08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40145" y="3636660"/>
                <a:ext cx="447120" cy="50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B84331C-38BA-B81D-A99C-9DD2F13F46B0}"/>
                  </a:ext>
                </a:extLst>
              </p14:cNvPr>
              <p14:cNvContentPartPr/>
              <p14:nvPr/>
            </p14:nvContentPartPr>
            <p14:xfrm>
              <a:off x="3149505" y="2527140"/>
              <a:ext cx="419040" cy="1940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B84331C-38BA-B81D-A99C-9DD2F13F46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43385" y="2521020"/>
                <a:ext cx="431280" cy="20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2972B6A6-DF12-EF40-D398-A7DA574994E2}"/>
              </a:ext>
            </a:extLst>
          </p:cNvPr>
          <p:cNvGrpSpPr/>
          <p:nvPr/>
        </p:nvGrpSpPr>
        <p:grpSpPr>
          <a:xfrm>
            <a:off x="747225" y="2948340"/>
            <a:ext cx="3908880" cy="1428480"/>
            <a:chOff x="747225" y="2948340"/>
            <a:chExt cx="3908880" cy="142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78EA436-A47A-CEF9-1908-2583A122BFE7}"/>
                    </a:ext>
                  </a:extLst>
                </p14:cNvPr>
                <p14:cNvContentPartPr/>
                <p14:nvPr/>
              </p14:nvContentPartPr>
              <p14:xfrm>
                <a:off x="4520025" y="3988020"/>
                <a:ext cx="49320" cy="324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78EA436-A47A-CEF9-1908-2583A122BFE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13905" y="3981900"/>
                  <a:ext cx="6156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9550732-0AEC-291F-B29F-C34829484A01}"/>
                    </a:ext>
                  </a:extLst>
                </p14:cNvPr>
                <p14:cNvContentPartPr/>
                <p14:nvPr/>
              </p14:nvContentPartPr>
              <p14:xfrm>
                <a:off x="4025025" y="4314180"/>
                <a:ext cx="631080" cy="62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9550732-0AEC-291F-B29F-C34829484A0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18905" y="4308060"/>
                  <a:ext cx="6433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7977054-F7F3-1E43-98DE-141BE0763E5A}"/>
                    </a:ext>
                  </a:extLst>
                </p14:cNvPr>
                <p14:cNvContentPartPr/>
                <p14:nvPr/>
              </p14:nvContentPartPr>
              <p14:xfrm>
                <a:off x="828585" y="3921420"/>
                <a:ext cx="767160" cy="131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7977054-F7F3-1E43-98DE-141BE0763E5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2465" y="3915300"/>
                  <a:ext cx="7794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B185BDA-CDC8-B355-AD5E-36C404AFCDD8}"/>
                    </a:ext>
                  </a:extLst>
                </p14:cNvPr>
                <p14:cNvContentPartPr/>
                <p14:nvPr/>
              </p14:nvContentPartPr>
              <p14:xfrm>
                <a:off x="2747385" y="3727380"/>
                <a:ext cx="354960" cy="330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B185BDA-CDC8-B355-AD5E-36C404AFCDD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41265" y="3721260"/>
                  <a:ext cx="3672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FBB7918-5401-368D-049C-3907BF179135}"/>
                    </a:ext>
                  </a:extLst>
                </p14:cNvPr>
                <p14:cNvContentPartPr/>
                <p14:nvPr/>
              </p14:nvContentPartPr>
              <p14:xfrm>
                <a:off x="2291985" y="3590580"/>
                <a:ext cx="192600" cy="298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FBB7918-5401-368D-049C-3907BF17913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85865" y="3584460"/>
                  <a:ext cx="2048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A1B4F21-D2F6-0687-5312-CBF6814DF298}"/>
                    </a:ext>
                  </a:extLst>
                </p14:cNvPr>
                <p14:cNvContentPartPr/>
                <p14:nvPr/>
              </p14:nvContentPartPr>
              <p14:xfrm>
                <a:off x="2016585" y="3592380"/>
                <a:ext cx="323640" cy="303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A1B4F21-D2F6-0687-5312-CBF6814DF29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10465" y="3586260"/>
                  <a:ext cx="3358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2B83E1D-611A-C99B-7786-ADE913F35F70}"/>
                    </a:ext>
                  </a:extLst>
                </p14:cNvPr>
                <p14:cNvContentPartPr/>
                <p14:nvPr/>
              </p14:nvContentPartPr>
              <p14:xfrm>
                <a:off x="747225" y="3352620"/>
                <a:ext cx="393840" cy="571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2B83E1D-611A-C99B-7786-ADE913F35F7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41105" y="3346500"/>
                  <a:ext cx="40608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73DBCCF-073B-4148-98D8-212578092634}"/>
                    </a:ext>
                  </a:extLst>
                </p14:cNvPr>
                <p14:cNvContentPartPr/>
                <p14:nvPr/>
              </p14:nvContentPartPr>
              <p14:xfrm>
                <a:off x="1242945" y="3621180"/>
                <a:ext cx="134280" cy="198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73DBCCF-073B-4148-98D8-21257809263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36825" y="3615060"/>
                  <a:ext cx="1465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3BAF888-1FD0-FBB6-5379-BC310F7D76D2}"/>
                    </a:ext>
                  </a:extLst>
                </p14:cNvPr>
                <p14:cNvContentPartPr/>
                <p14:nvPr/>
              </p14:nvContentPartPr>
              <p14:xfrm>
                <a:off x="1366425" y="3143820"/>
                <a:ext cx="595440" cy="491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3BAF888-1FD0-FBB6-5379-BC310F7D76D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60305" y="3137700"/>
                  <a:ext cx="60768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8BE6C00-5425-C728-0866-5329477926C4}"/>
                    </a:ext>
                  </a:extLst>
                </p14:cNvPr>
                <p14:cNvContentPartPr/>
                <p14:nvPr/>
              </p14:nvContentPartPr>
              <p14:xfrm>
                <a:off x="1839105" y="2996220"/>
                <a:ext cx="1008720" cy="230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8BE6C00-5425-C728-0866-5329477926C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832985" y="2990100"/>
                  <a:ext cx="10209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4951FD5-4152-D46F-B70F-9C9F71A2816D}"/>
                    </a:ext>
                  </a:extLst>
                </p14:cNvPr>
                <p14:cNvContentPartPr/>
                <p14:nvPr/>
              </p14:nvContentPartPr>
              <p14:xfrm>
                <a:off x="2608425" y="2948340"/>
                <a:ext cx="1602000" cy="536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4951FD5-4152-D46F-B70F-9C9F71A2816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02305" y="2942220"/>
                  <a:ext cx="1614240" cy="54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098AE35-37D9-DBF9-DE06-0FD6CD56B40A}"/>
                  </a:ext>
                </a:extLst>
              </p14:cNvPr>
              <p14:cNvContentPartPr/>
              <p14:nvPr/>
            </p14:nvContentPartPr>
            <p14:xfrm>
              <a:off x="5696145" y="2183700"/>
              <a:ext cx="257040" cy="3672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098AE35-37D9-DBF9-DE06-0FD6CD56B40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690025" y="2177580"/>
                <a:ext cx="26928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3F021A2-6C47-7BDC-6134-3713AEBA0B47}"/>
                  </a:ext>
                </a:extLst>
              </p14:cNvPr>
              <p14:cNvContentPartPr/>
              <p14:nvPr/>
            </p14:nvContentPartPr>
            <p14:xfrm>
              <a:off x="6003225" y="2093700"/>
              <a:ext cx="190440" cy="5119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3F021A2-6C47-7BDC-6134-3713AEBA0B4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997105" y="2087580"/>
                <a:ext cx="20268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8D62DFB-CE42-38CE-2663-967768777C09}"/>
                  </a:ext>
                </a:extLst>
              </p14:cNvPr>
              <p14:cNvContentPartPr/>
              <p14:nvPr/>
            </p14:nvContentPartPr>
            <p14:xfrm>
              <a:off x="6147585" y="2150580"/>
              <a:ext cx="324000" cy="342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8D62DFB-CE42-38CE-2663-967768777C0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141465" y="2144460"/>
                <a:ext cx="33624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B3F38C8-7A50-200D-412A-C0ACE5527821}"/>
                  </a:ext>
                </a:extLst>
              </p14:cNvPr>
              <p14:cNvContentPartPr/>
              <p14:nvPr/>
            </p14:nvContentPartPr>
            <p14:xfrm>
              <a:off x="6420465" y="2470260"/>
              <a:ext cx="111240" cy="1422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B3F38C8-7A50-200D-412A-C0ACE552782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414345" y="2464140"/>
                <a:ext cx="12348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7373327-2A6C-386A-40E3-23366F18CF3A}"/>
                  </a:ext>
                </a:extLst>
              </p14:cNvPr>
              <p14:cNvContentPartPr/>
              <p14:nvPr/>
            </p14:nvContentPartPr>
            <p14:xfrm>
              <a:off x="6600825" y="2505900"/>
              <a:ext cx="91800" cy="2692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7373327-2A6C-386A-40E3-23366F18CF3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594705" y="2499780"/>
                <a:ext cx="10404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740520D-3565-6B1F-13C5-A3AEC0ABE748}"/>
                  </a:ext>
                </a:extLst>
              </p14:cNvPr>
              <p14:cNvContentPartPr/>
              <p14:nvPr/>
            </p14:nvContentPartPr>
            <p14:xfrm>
              <a:off x="6707025" y="2155980"/>
              <a:ext cx="414000" cy="3704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740520D-3565-6B1F-13C5-A3AEC0ABE74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700905" y="2149860"/>
                <a:ext cx="42624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E52591B-B365-4FC1-B160-4645702D1E62}"/>
                  </a:ext>
                </a:extLst>
              </p14:cNvPr>
              <p14:cNvContentPartPr/>
              <p14:nvPr/>
            </p14:nvContentPartPr>
            <p14:xfrm>
              <a:off x="7018065" y="2447940"/>
              <a:ext cx="43200" cy="163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E52591B-B365-4FC1-B160-4645702D1E6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11945" y="2441820"/>
                <a:ext cx="554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A38D915-AEFD-FC93-2CC1-B3CC310C41E3}"/>
                  </a:ext>
                </a:extLst>
              </p14:cNvPr>
              <p14:cNvContentPartPr/>
              <p14:nvPr/>
            </p14:nvContentPartPr>
            <p14:xfrm>
              <a:off x="7037865" y="1987860"/>
              <a:ext cx="233640" cy="6404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A38D915-AEFD-FC93-2CC1-B3CC310C41E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031745" y="1981740"/>
                <a:ext cx="245880" cy="65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1765940-D8B2-B457-F60D-202BA760765A}"/>
                  </a:ext>
                </a:extLst>
              </p14:cNvPr>
              <p14:cNvContentPartPr/>
              <p14:nvPr/>
            </p14:nvContentPartPr>
            <p14:xfrm>
              <a:off x="5764545" y="2738460"/>
              <a:ext cx="1292040" cy="1461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1765940-D8B2-B457-F60D-202BA760765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758425" y="2732340"/>
                <a:ext cx="130428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DFFF882-1239-786A-3C8F-021D672450BF}"/>
                  </a:ext>
                </a:extLst>
              </p14:cNvPr>
              <p14:cNvContentPartPr/>
              <p14:nvPr/>
            </p14:nvContentPartPr>
            <p14:xfrm>
              <a:off x="5875785" y="2901180"/>
              <a:ext cx="1167120" cy="1310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DFFF882-1239-786A-3C8F-021D672450B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869665" y="2895060"/>
                <a:ext cx="1179360" cy="14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58C4BB16-4559-536C-AEEE-D0DB30F1D5DE}"/>
              </a:ext>
            </a:extLst>
          </p:cNvPr>
          <p:cNvGrpSpPr/>
          <p:nvPr/>
        </p:nvGrpSpPr>
        <p:grpSpPr>
          <a:xfrm>
            <a:off x="5891265" y="1663500"/>
            <a:ext cx="1410840" cy="255600"/>
            <a:chOff x="5891265" y="1663500"/>
            <a:chExt cx="141084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99053D9-CB77-2BFF-1F93-623B4EABA7C3}"/>
                    </a:ext>
                  </a:extLst>
                </p14:cNvPr>
                <p14:cNvContentPartPr/>
                <p14:nvPr/>
              </p14:nvContentPartPr>
              <p14:xfrm>
                <a:off x="5891265" y="1663500"/>
                <a:ext cx="1410840" cy="197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99053D9-CB77-2BFF-1F93-623B4EABA7C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85145" y="1657380"/>
                  <a:ext cx="14230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62EC26C-675E-3C4A-0215-671ED88DEB81}"/>
                    </a:ext>
                  </a:extLst>
                </p14:cNvPr>
                <p14:cNvContentPartPr/>
                <p14:nvPr/>
              </p14:nvContentPartPr>
              <p14:xfrm>
                <a:off x="6053265" y="1721820"/>
                <a:ext cx="1114920" cy="113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62EC26C-675E-3C4A-0215-671ED88DEB8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47145" y="1715700"/>
                  <a:ext cx="11271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387DB21-ECA6-FA68-D43C-E8FC74B79269}"/>
                    </a:ext>
                  </a:extLst>
                </p14:cNvPr>
                <p14:cNvContentPartPr/>
                <p14:nvPr/>
              </p14:nvContentPartPr>
              <p14:xfrm>
                <a:off x="6137145" y="1861500"/>
                <a:ext cx="951480" cy="57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387DB21-ECA6-FA68-D43C-E8FC74B7926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31025" y="1855380"/>
                  <a:ext cx="96372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F10CFDC-6B3D-4BF2-130A-3AD646722A64}"/>
              </a:ext>
            </a:extLst>
          </p:cNvPr>
          <p:cNvGrpSpPr/>
          <p:nvPr/>
        </p:nvGrpSpPr>
        <p:grpSpPr>
          <a:xfrm>
            <a:off x="3396105" y="1257420"/>
            <a:ext cx="390240" cy="1067040"/>
            <a:chOff x="3396105" y="1257420"/>
            <a:chExt cx="390240" cy="106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E7F942A-2504-F4D5-EE42-DA31936C7C1F}"/>
                    </a:ext>
                  </a:extLst>
                </p14:cNvPr>
                <p14:cNvContentPartPr/>
                <p14:nvPr/>
              </p14:nvContentPartPr>
              <p14:xfrm>
                <a:off x="3578985" y="1257420"/>
                <a:ext cx="187920" cy="546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E7F942A-2504-F4D5-EE42-DA31936C7C1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72865" y="1251300"/>
                  <a:ext cx="20016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F0E5585-2C1C-7875-D4B4-7CF32D36F8A7}"/>
                    </a:ext>
                  </a:extLst>
                </p14:cNvPr>
                <p14:cNvContentPartPr/>
                <p14:nvPr/>
              </p14:nvContentPartPr>
              <p14:xfrm>
                <a:off x="3563505" y="1555860"/>
                <a:ext cx="222840" cy="294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F0E5585-2C1C-7875-D4B4-7CF32D36F8A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57385" y="1549740"/>
                  <a:ext cx="2350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06D097A-F612-224B-91C1-FB997ABB1384}"/>
                    </a:ext>
                  </a:extLst>
                </p14:cNvPr>
                <p14:cNvContentPartPr/>
                <p14:nvPr/>
              </p14:nvContentPartPr>
              <p14:xfrm>
                <a:off x="3469905" y="1914060"/>
                <a:ext cx="166320" cy="335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06D097A-F612-224B-91C1-FB997ABB138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463785" y="1907940"/>
                  <a:ext cx="17856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43842EA-3BA4-9E81-4323-D297F0DC1AB7}"/>
                    </a:ext>
                  </a:extLst>
                </p14:cNvPr>
                <p14:cNvContentPartPr/>
                <p14:nvPr/>
              </p14:nvContentPartPr>
              <p14:xfrm>
                <a:off x="3396105" y="1969140"/>
                <a:ext cx="252360" cy="355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43842EA-3BA4-9E81-4323-D297F0DC1AB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89985" y="1963020"/>
                  <a:ext cx="264600" cy="36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5428875-B11D-913B-C88E-525265CF87BC}"/>
              </a:ext>
            </a:extLst>
          </p:cNvPr>
          <p:cNvGrpSpPr/>
          <p:nvPr/>
        </p:nvGrpSpPr>
        <p:grpSpPr>
          <a:xfrm>
            <a:off x="1482705" y="1808580"/>
            <a:ext cx="1089000" cy="708120"/>
            <a:chOff x="1482705" y="1808580"/>
            <a:chExt cx="1089000" cy="70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6ABE9F2-6C17-D4C0-BDBF-A7EB534A4447}"/>
                    </a:ext>
                  </a:extLst>
                </p14:cNvPr>
                <p14:cNvContentPartPr/>
                <p14:nvPr/>
              </p14:nvContentPartPr>
              <p14:xfrm>
                <a:off x="1482705" y="1808580"/>
                <a:ext cx="447120" cy="360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6ABE9F2-6C17-D4C0-BDBF-A7EB534A444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476585" y="1802460"/>
                  <a:ext cx="45936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3956019-9BF9-088F-675B-3E8714D0448B}"/>
                    </a:ext>
                  </a:extLst>
                </p14:cNvPr>
                <p14:cNvContentPartPr/>
                <p14:nvPr/>
              </p14:nvContentPartPr>
              <p14:xfrm>
                <a:off x="1737225" y="2023140"/>
                <a:ext cx="327240" cy="171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3956019-9BF9-088F-675B-3E8714D0448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31105" y="2017020"/>
                  <a:ext cx="3394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E916203-42D6-DCE6-1CCD-37869B998171}"/>
                    </a:ext>
                  </a:extLst>
                </p14:cNvPr>
                <p14:cNvContentPartPr/>
                <p14:nvPr/>
              </p14:nvContentPartPr>
              <p14:xfrm>
                <a:off x="2070225" y="2310420"/>
                <a:ext cx="497160" cy="155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E916203-42D6-DCE6-1CCD-37869B99817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4105" y="2304300"/>
                  <a:ext cx="5094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C95CC94-363C-8C65-C825-F59B4FA85B93}"/>
                    </a:ext>
                  </a:extLst>
                </p14:cNvPr>
                <p14:cNvContentPartPr/>
                <p14:nvPr/>
              </p14:nvContentPartPr>
              <p14:xfrm>
                <a:off x="2087505" y="2339580"/>
                <a:ext cx="484200" cy="177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C95CC94-363C-8C65-C825-F59B4FA85B9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081385" y="2333460"/>
                  <a:ext cx="496440" cy="189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489986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7D99E6F7-621E-A789-BFFD-B3C56324F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09D5DD-3333-57F2-213F-0D9AFC4B36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243"/>
          <a:stretch/>
        </p:blipFill>
        <p:spPr>
          <a:xfrm>
            <a:off x="266244" y="837075"/>
            <a:ext cx="8877756" cy="23802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BA3D7F7-B65F-DB4F-1B5C-688782842C4F}"/>
                  </a:ext>
                </a:extLst>
              </p14:cNvPr>
              <p14:cNvContentPartPr/>
              <p14:nvPr/>
            </p14:nvContentPartPr>
            <p14:xfrm>
              <a:off x="1456560" y="2025000"/>
              <a:ext cx="5210640" cy="617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BA3D7F7-B65F-DB4F-1B5C-688782842C4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7200" y="2015640"/>
                <a:ext cx="5229360" cy="63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2168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145F-CF69-3E26-DDA7-FD06D9BD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7;p15">
            <a:extLst>
              <a:ext uri="{FF2B5EF4-FFF2-40B4-BE49-F238E27FC236}">
                <a16:creationId xmlns:a16="http://schemas.microsoft.com/office/drawing/2014/main" id="{46C7B286-289D-4229-9F71-E59C474B7C0B}"/>
              </a:ext>
            </a:extLst>
          </p:cNvPr>
          <p:cNvSpPr txBox="1">
            <a:spLocks/>
          </p:cNvSpPr>
          <p:nvPr/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4000" b="1" dirty="0">
                <a:solidFill>
                  <a:srgbClr val="FF0000"/>
                </a:solidFill>
              </a:rPr>
              <a:t>End…</a:t>
            </a:r>
          </a:p>
        </p:txBody>
      </p:sp>
    </p:spTree>
    <p:extLst>
      <p:ext uri="{BB962C8B-B14F-4D97-AF65-F5344CB8AC3E}">
        <p14:creationId xmlns:p14="http://schemas.microsoft.com/office/powerpoint/2010/main" val="583822461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reamlin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28</Words>
  <Application>Microsoft Office PowerPoint</Application>
  <PresentationFormat>On-screen Show (16:9)</PresentationFormat>
  <Paragraphs>11</Paragraphs>
  <Slides>27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Lato</vt:lpstr>
      <vt:lpstr>Raleway</vt:lpstr>
      <vt:lpstr>Streamline</vt:lpstr>
      <vt:lpstr>1_Streamline</vt:lpstr>
      <vt:lpstr>PowerPoint Presentation</vt:lpstr>
      <vt:lpstr>Regression Intuition</vt:lpstr>
      <vt:lpstr>PowerPoint Presentation</vt:lpstr>
      <vt:lpstr>PowerPoint Presentation</vt:lpstr>
      <vt:lpstr>PowerPoint Presentation</vt:lpstr>
      <vt:lpstr>PowerPoint Presentation</vt:lpstr>
      <vt:lpstr>Model Representation</vt:lpstr>
      <vt:lpstr>PowerPoint Presentation</vt:lpstr>
      <vt:lpstr>PowerPoint Presentation</vt:lpstr>
      <vt:lpstr>PowerPoint Presentation</vt:lpstr>
      <vt:lpstr>The Cost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Gradient Decsent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Christopher Aloo</dc:creator>
  <cp:lastModifiedBy>Christopher Aloo</cp:lastModifiedBy>
  <cp:revision>5</cp:revision>
  <dcterms:modified xsi:type="dcterms:W3CDTF">2025-07-10T18:17:00Z</dcterms:modified>
</cp:coreProperties>
</file>