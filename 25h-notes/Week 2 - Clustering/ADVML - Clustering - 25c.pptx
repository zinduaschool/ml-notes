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3.xml" ContentType="application/inkml+xml"/>
  <Override PartName="/ppt/notesSlides/notesSlide18.xml" ContentType="application/vnd.openxmlformats-officedocument.presentationml.notesSlide+xml"/>
  <Override PartName="/ppt/ink/ink4.xml" ContentType="application/inkml+xml"/>
  <Override PartName="/ppt/notesSlides/notesSlide19.xml" ContentType="application/vnd.openxmlformats-officedocument.presentationml.notesSlide+xml"/>
  <Override PartName="/ppt/ink/ink5.xml" ContentType="application/inkml+xml"/>
  <Override PartName="/ppt/notesSlides/notesSlide20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notesSlides/notesSlide21.xml" ContentType="application/vnd.openxmlformats-officedocument.presentationml.notesSlide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notesSlides/notesSlide22.xml" ContentType="application/vnd.openxmlformats-officedocument.presentationml.notesSlide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notesSlides/notesSlide23.xml" ContentType="application/vnd.openxmlformats-officedocument.presentationml.notesSlide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notesSlides/notesSlide24.xml" ContentType="application/vnd.openxmlformats-officedocument.presentationml.notesSlide+xml"/>
  <Override PartName="/ppt/ink/ink160.xml" ContentType="application/inkml+xml"/>
  <Override PartName="/ppt/notesSlides/notesSlide25.xml" ContentType="application/vnd.openxmlformats-officedocument.presentationml.notesSlide+xml"/>
  <Override PartName="/ppt/ink/ink161.xml" ContentType="application/inkml+xml"/>
  <Override PartName="/ppt/notesSlides/notesSlide26.xml" ContentType="application/vnd.openxmlformats-officedocument.presentationml.notesSlide+xml"/>
  <Override PartName="/ppt/ink/ink162.xml" ContentType="application/inkml+xml"/>
  <Override PartName="/ppt/notesSlides/notesSlide27.xml" ContentType="application/vnd.openxmlformats-officedocument.presentationml.notesSlide+xml"/>
  <Override PartName="/ppt/ink/ink163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ink/ink172.xml" ContentType="application/inkml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62"/>
  </p:notesMasterIdLst>
  <p:sldIdLst>
    <p:sldId id="256" r:id="rId3"/>
    <p:sldId id="270" r:id="rId4"/>
    <p:sldId id="318" r:id="rId5"/>
    <p:sldId id="281" r:id="rId6"/>
    <p:sldId id="317" r:id="rId7"/>
    <p:sldId id="305" r:id="rId8"/>
    <p:sldId id="306" r:id="rId9"/>
    <p:sldId id="307" r:id="rId10"/>
    <p:sldId id="282" r:id="rId11"/>
    <p:sldId id="308" r:id="rId12"/>
    <p:sldId id="362" r:id="rId13"/>
    <p:sldId id="363" r:id="rId14"/>
    <p:sldId id="309" r:id="rId15"/>
    <p:sldId id="365" r:id="rId16"/>
    <p:sldId id="310" r:id="rId17"/>
    <p:sldId id="311" r:id="rId18"/>
    <p:sldId id="312" r:id="rId19"/>
    <p:sldId id="313" r:id="rId20"/>
    <p:sldId id="355" r:id="rId21"/>
    <p:sldId id="319" r:id="rId22"/>
    <p:sldId id="354" r:id="rId23"/>
    <p:sldId id="356" r:id="rId24"/>
    <p:sldId id="360" r:id="rId25"/>
    <p:sldId id="361" r:id="rId26"/>
    <p:sldId id="321" r:id="rId27"/>
    <p:sldId id="320" r:id="rId28"/>
    <p:sldId id="323" r:id="rId29"/>
    <p:sldId id="330" r:id="rId30"/>
    <p:sldId id="324" r:id="rId31"/>
    <p:sldId id="316" r:id="rId32"/>
    <p:sldId id="325" r:id="rId33"/>
    <p:sldId id="326" r:id="rId34"/>
    <p:sldId id="353" r:id="rId35"/>
    <p:sldId id="343" r:id="rId36"/>
    <p:sldId id="344" r:id="rId37"/>
    <p:sldId id="345" r:id="rId38"/>
    <p:sldId id="342" r:id="rId39"/>
    <p:sldId id="366" r:id="rId40"/>
    <p:sldId id="346" r:id="rId41"/>
    <p:sldId id="347" r:id="rId42"/>
    <p:sldId id="348" r:id="rId43"/>
    <p:sldId id="349" r:id="rId44"/>
    <p:sldId id="350" r:id="rId45"/>
    <p:sldId id="351" r:id="rId46"/>
    <p:sldId id="352" r:id="rId47"/>
    <p:sldId id="328" r:id="rId48"/>
    <p:sldId id="329" r:id="rId49"/>
    <p:sldId id="331" r:id="rId50"/>
    <p:sldId id="332" r:id="rId51"/>
    <p:sldId id="340" r:id="rId52"/>
    <p:sldId id="341" r:id="rId53"/>
    <p:sldId id="333" r:id="rId54"/>
    <p:sldId id="335" r:id="rId55"/>
    <p:sldId id="337" r:id="rId56"/>
    <p:sldId id="338" r:id="rId57"/>
    <p:sldId id="339" r:id="rId58"/>
    <p:sldId id="336" r:id="rId59"/>
    <p:sldId id="358" r:id="rId60"/>
    <p:sldId id="284" r:id="rId61"/>
  </p:sldIdLst>
  <p:sldSz cx="9144000" cy="5143500" type="screen16x9"/>
  <p:notesSz cx="6858000" cy="9144000"/>
  <p:embeddedFontLst>
    <p:embeddedFont>
      <p:font typeface="ArialMT" panose="020B0604020202020204" charset="0"/>
      <p:regular r:id="rId63"/>
    </p:embeddedFont>
    <p:embeddedFont>
      <p:font typeface="Cambria Math" panose="02040503050406030204" pitchFamily="18" charset="0"/>
      <p:regular r:id="rId64"/>
    </p:embeddedFont>
    <p:embeddedFont>
      <p:font typeface="EYInterstate Light" panose="02000506000000020004" pitchFamily="2" charset="0"/>
      <p:regular r:id="rId65"/>
      <p:bold r:id="rId66"/>
      <p:italic r:id="rId67"/>
      <p:boldItalic r:id="rId68"/>
    </p:embeddedFont>
    <p:embeddedFont>
      <p:font typeface="Lato" panose="020F0502020204030203" pitchFamily="34" charset="0"/>
      <p:regular r:id="rId69"/>
      <p:bold r:id="rId70"/>
      <p:italic r:id="rId71"/>
      <p:boldItalic r:id="rId72"/>
    </p:embeddedFont>
    <p:embeddedFont>
      <p:font typeface="Raleway" pitchFamily="2" charset="0"/>
      <p:regular r:id="rId73"/>
      <p:bold r:id="rId74"/>
      <p:italic r:id="rId75"/>
      <p:boldItalic r:id="rId76"/>
    </p:embeddedFont>
    <p:embeddedFont>
      <p:font typeface="Rockwell Extra Bold" panose="02060903040505020403" pitchFamily="18" charset="0"/>
      <p:bold r:id="rId7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EBABF5-9F1D-4AE5-B0E7-31A657558118}" v="20" dt="2025-09-17T07:26:26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94761" autoAdjust="0"/>
  </p:normalViewPr>
  <p:slideViewPr>
    <p:cSldViewPr snapToGrid="0">
      <p:cViewPr varScale="1">
        <p:scale>
          <a:sx n="67" d="100"/>
          <a:sy n="67" d="100"/>
        </p:scale>
        <p:origin x="1096" y="27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12.fntdata"/><Relationship Id="rId79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microsoft.com/office/2016/11/relationships/changesInfo" Target="changesInfos/changesInfo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2.fntdata"/><Relationship Id="rId69" Type="http://schemas.openxmlformats.org/officeDocument/2006/relationships/font" Target="fonts/font7.fntdata"/><Relationship Id="rId77" Type="http://schemas.openxmlformats.org/officeDocument/2006/relationships/font" Target="fonts/font15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10.fntdata"/><Relationship Id="rId80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5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70" Type="http://schemas.openxmlformats.org/officeDocument/2006/relationships/font" Target="fonts/font8.fntdata"/><Relationship Id="rId75" Type="http://schemas.openxmlformats.org/officeDocument/2006/relationships/font" Target="fonts/font13.fntdata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font" Target="fonts/font3.fntdata"/><Relationship Id="rId73" Type="http://schemas.openxmlformats.org/officeDocument/2006/relationships/font" Target="fonts/font11.fntdata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14.fntdata"/><Relationship Id="rId7" Type="http://schemas.openxmlformats.org/officeDocument/2006/relationships/slide" Target="slides/slide5.xml"/><Relationship Id="rId71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Aloo" userId="81d139e4-1a74-45bd-a04a-64f94c7d37c9" providerId="ADAL" clId="{AE871F21-339F-4D44-BA8A-2C1CC338DED2}"/>
    <pc:docChg chg="undo custSel addSld delSld modSld sldOrd">
      <pc:chgData name="Christopher Aloo" userId="81d139e4-1a74-45bd-a04a-64f94c7d37c9" providerId="ADAL" clId="{AE871F21-339F-4D44-BA8A-2C1CC338DED2}" dt="2025-03-28T04:48:39.779" v="1879" actId="5793"/>
      <pc:docMkLst>
        <pc:docMk/>
      </pc:docMkLst>
      <pc:sldChg chg="delSp mod">
        <pc:chgData name="Christopher Aloo" userId="81d139e4-1a74-45bd-a04a-64f94c7d37c9" providerId="ADAL" clId="{AE871F21-339F-4D44-BA8A-2C1CC338DED2}" dt="2025-03-26T10:44:17.664" v="0" actId="478"/>
        <pc:sldMkLst>
          <pc:docMk/>
          <pc:sldMk cId="1250749228" sldId="270"/>
        </pc:sldMkLst>
      </pc:sldChg>
      <pc:sldChg chg="addSp modSp mod">
        <pc:chgData name="Christopher Aloo" userId="81d139e4-1a74-45bd-a04a-64f94c7d37c9" providerId="ADAL" clId="{AE871F21-339F-4D44-BA8A-2C1CC338DED2}" dt="2025-03-26T17:02:35.990" v="387" actId="948"/>
        <pc:sldMkLst>
          <pc:docMk/>
          <pc:sldMk cId="2346491900" sldId="305"/>
        </pc:sldMkLst>
      </pc:sldChg>
      <pc:sldChg chg="addSp modSp mod">
        <pc:chgData name="Christopher Aloo" userId="81d139e4-1a74-45bd-a04a-64f94c7d37c9" providerId="ADAL" clId="{AE871F21-339F-4D44-BA8A-2C1CC338DED2}" dt="2025-03-28T04:15:21.131" v="1414" actId="20577"/>
        <pc:sldMkLst>
          <pc:docMk/>
          <pc:sldMk cId="921588582" sldId="306"/>
        </pc:sldMkLst>
      </pc:sldChg>
      <pc:sldChg chg="addSp delSp modSp mod">
        <pc:chgData name="Christopher Aloo" userId="81d139e4-1a74-45bd-a04a-64f94c7d37c9" providerId="ADAL" clId="{AE871F21-339F-4D44-BA8A-2C1CC338DED2}" dt="2025-03-26T10:47:29.257" v="71" actId="1076"/>
        <pc:sldMkLst>
          <pc:docMk/>
          <pc:sldMk cId="3185540899" sldId="310"/>
        </pc:sldMkLst>
      </pc:sldChg>
      <pc:sldChg chg="addSp delSp modSp add del mod">
        <pc:chgData name="Christopher Aloo" userId="81d139e4-1a74-45bd-a04a-64f94c7d37c9" providerId="ADAL" clId="{AE871F21-339F-4D44-BA8A-2C1CC338DED2}" dt="2025-03-26T10:56:34.840" v="268" actId="20577"/>
        <pc:sldMkLst>
          <pc:docMk/>
          <pc:sldMk cId="596695051" sldId="313"/>
        </pc:sldMkLst>
      </pc:sldChg>
      <pc:sldChg chg="del mod modShow">
        <pc:chgData name="Christopher Aloo" userId="81d139e4-1a74-45bd-a04a-64f94c7d37c9" providerId="ADAL" clId="{AE871F21-339F-4D44-BA8A-2C1CC338DED2}" dt="2025-03-28T04:28:51.720" v="1478" actId="47"/>
        <pc:sldMkLst>
          <pc:docMk/>
          <pc:sldMk cId="4132406150" sldId="314"/>
        </pc:sldMkLst>
      </pc:sldChg>
      <pc:sldChg chg="addSp modSp mod">
        <pc:chgData name="Christopher Aloo" userId="81d139e4-1a74-45bd-a04a-64f94c7d37c9" providerId="ADAL" clId="{AE871F21-339F-4D44-BA8A-2C1CC338DED2}" dt="2025-03-28T04:46:25.062" v="1870" actId="313"/>
        <pc:sldMkLst>
          <pc:docMk/>
          <pc:sldMk cId="3023035554" sldId="316"/>
        </pc:sldMkLst>
      </pc:sldChg>
      <pc:sldChg chg="modSp mod">
        <pc:chgData name="Christopher Aloo" userId="81d139e4-1a74-45bd-a04a-64f94c7d37c9" providerId="ADAL" clId="{AE871F21-339F-4D44-BA8A-2C1CC338DED2}" dt="2025-03-28T04:23:55.549" v="1443" actId="113"/>
        <pc:sldMkLst>
          <pc:docMk/>
          <pc:sldMk cId="3855953157" sldId="317"/>
        </pc:sldMkLst>
      </pc:sldChg>
      <pc:sldChg chg="addSp delSp modSp mod">
        <pc:chgData name="Christopher Aloo" userId="81d139e4-1a74-45bd-a04a-64f94c7d37c9" providerId="ADAL" clId="{AE871F21-339F-4D44-BA8A-2C1CC338DED2}" dt="2025-03-28T04:01:03.936" v="976" actId="478"/>
        <pc:sldMkLst>
          <pc:docMk/>
          <pc:sldMk cId="151336184" sldId="318"/>
        </pc:sldMkLst>
      </pc:sldChg>
      <pc:sldChg chg="addSp modSp mod ord">
        <pc:chgData name="Christopher Aloo" userId="81d139e4-1a74-45bd-a04a-64f94c7d37c9" providerId="ADAL" clId="{AE871F21-339F-4D44-BA8A-2C1CC338DED2}" dt="2025-03-26T16:43:38.069" v="327" actId="6549"/>
        <pc:sldMkLst>
          <pc:docMk/>
          <pc:sldMk cId="4010766615" sldId="319"/>
        </pc:sldMkLst>
      </pc:sldChg>
      <pc:sldChg chg="delSp mod">
        <pc:chgData name="Christopher Aloo" userId="81d139e4-1a74-45bd-a04a-64f94c7d37c9" providerId="ADAL" clId="{AE871F21-339F-4D44-BA8A-2C1CC338DED2}" dt="2025-03-28T04:45:33.456" v="1826" actId="478"/>
        <pc:sldMkLst>
          <pc:docMk/>
          <pc:sldMk cId="4272252233" sldId="321"/>
        </pc:sldMkLst>
      </pc:sldChg>
      <pc:sldChg chg="addSp delSp modSp del mod">
        <pc:chgData name="Christopher Aloo" userId="81d139e4-1a74-45bd-a04a-64f94c7d37c9" providerId="ADAL" clId="{AE871F21-339F-4D44-BA8A-2C1CC338DED2}" dt="2025-03-28T04:45:25.813" v="1825" actId="47"/>
        <pc:sldMkLst>
          <pc:docMk/>
          <pc:sldMk cId="3363588813" sldId="322"/>
        </pc:sldMkLst>
      </pc:sldChg>
      <pc:sldChg chg="delSp modSp mod">
        <pc:chgData name="Christopher Aloo" userId="81d139e4-1a74-45bd-a04a-64f94c7d37c9" providerId="ADAL" clId="{AE871F21-339F-4D44-BA8A-2C1CC338DED2}" dt="2025-03-26T17:27:42.432" v="748" actId="20577"/>
        <pc:sldMkLst>
          <pc:docMk/>
          <pc:sldMk cId="3936774391" sldId="330"/>
        </pc:sldMkLst>
      </pc:sldChg>
      <pc:sldChg chg="ord">
        <pc:chgData name="Christopher Aloo" userId="81d139e4-1a74-45bd-a04a-64f94c7d37c9" providerId="ADAL" clId="{AE871F21-339F-4D44-BA8A-2C1CC338DED2}" dt="2025-03-28T04:24:43.259" v="1445"/>
        <pc:sldMkLst>
          <pc:docMk/>
          <pc:sldMk cId="534018469" sldId="336"/>
        </pc:sldMkLst>
      </pc:sldChg>
      <pc:sldChg chg="addSp delSp modSp mod">
        <pc:chgData name="Christopher Aloo" userId="81d139e4-1a74-45bd-a04a-64f94c7d37c9" providerId="ADAL" clId="{AE871F21-339F-4D44-BA8A-2C1CC338DED2}" dt="2025-03-28T04:48:26.716" v="1877" actId="478"/>
        <pc:sldMkLst>
          <pc:docMk/>
          <pc:sldMk cId="2388938237" sldId="342"/>
        </pc:sldMkLst>
      </pc:sldChg>
      <pc:sldChg chg="addSp delSp modSp mod">
        <pc:chgData name="Christopher Aloo" userId="81d139e4-1a74-45bd-a04a-64f94c7d37c9" providerId="ADAL" clId="{AE871F21-339F-4D44-BA8A-2C1CC338DED2}" dt="2025-03-28T04:48:06.721" v="1874" actId="478"/>
        <pc:sldMkLst>
          <pc:docMk/>
          <pc:sldMk cId="2545124565" sldId="344"/>
        </pc:sldMkLst>
      </pc:sldChg>
      <pc:sldChg chg="modSp mod">
        <pc:chgData name="Christopher Aloo" userId="81d139e4-1a74-45bd-a04a-64f94c7d37c9" providerId="ADAL" clId="{AE871F21-339F-4D44-BA8A-2C1CC338DED2}" dt="2025-03-28T04:48:39.779" v="1879" actId="5793"/>
        <pc:sldMkLst>
          <pc:docMk/>
          <pc:sldMk cId="1942177219" sldId="351"/>
        </pc:sldMkLst>
      </pc:sldChg>
      <pc:sldChg chg="addSp delSp modSp add mod ord modAnim modShow">
        <pc:chgData name="Christopher Aloo" userId="81d139e4-1a74-45bd-a04a-64f94c7d37c9" providerId="ADAL" clId="{AE871F21-339F-4D44-BA8A-2C1CC338DED2}" dt="2025-03-28T04:47:39.261" v="1871" actId="207"/>
        <pc:sldMkLst>
          <pc:docMk/>
          <pc:sldMk cId="2400876156" sldId="354"/>
        </pc:sldMkLst>
      </pc:sldChg>
      <pc:sldChg chg="addSp delSp modSp add mod ord delAnim">
        <pc:chgData name="Christopher Aloo" userId="81d139e4-1a74-45bd-a04a-64f94c7d37c9" providerId="ADAL" clId="{AE871F21-339F-4D44-BA8A-2C1CC338DED2}" dt="2025-03-28T04:45:41.094" v="1827" actId="313"/>
        <pc:sldMkLst>
          <pc:docMk/>
          <pc:sldMk cId="3933764598" sldId="355"/>
        </pc:sldMkLst>
      </pc:sldChg>
      <pc:sldChg chg="addSp delSp modSp add mod ord modAnim">
        <pc:chgData name="Christopher Aloo" userId="81d139e4-1a74-45bd-a04a-64f94c7d37c9" providerId="ADAL" clId="{AE871F21-339F-4D44-BA8A-2C1CC338DED2}" dt="2025-03-28T04:39:07.128" v="1674" actId="6549"/>
        <pc:sldMkLst>
          <pc:docMk/>
          <pc:sldMk cId="945141581" sldId="356"/>
        </pc:sldMkLst>
      </pc:sldChg>
      <pc:sldChg chg="add del">
        <pc:chgData name="Christopher Aloo" userId="81d139e4-1a74-45bd-a04a-64f94c7d37c9" providerId="ADAL" clId="{AE871F21-339F-4D44-BA8A-2C1CC338DED2}" dt="2025-03-28T04:48:19.469" v="1875" actId="47"/>
        <pc:sldMkLst>
          <pc:docMk/>
          <pc:sldMk cId="1397162703" sldId="357"/>
        </pc:sldMkLst>
      </pc:sldChg>
      <pc:sldChg chg="modSp add mod ord">
        <pc:chgData name="Christopher Aloo" userId="81d139e4-1a74-45bd-a04a-64f94c7d37c9" providerId="ADAL" clId="{AE871F21-339F-4D44-BA8A-2C1CC338DED2}" dt="2025-03-28T04:24:55.191" v="1477" actId="20577"/>
        <pc:sldMkLst>
          <pc:docMk/>
          <pc:sldMk cId="379946293" sldId="358"/>
        </pc:sldMkLst>
      </pc:sldChg>
      <pc:sldChg chg="add del">
        <pc:chgData name="Christopher Aloo" userId="81d139e4-1a74-45bd-a04a-64f94c7d37c9" providerId="ADAL" clId="{AE871F21-339F-4D44-BA8A-2C1CC338DED2}" dt="2025-03-28T04:41:37.322" v="1707" actId="47"/>
        <pc:sldMkLst>
          <pc:docMk/>
          <pc:sldMk cId="3033205542" sldId="359"/>
        </pc:sldMkLst>
      </pc:sldChg>
      <pc:sldChg chg="new del">
        <pc:chgData name="Christopher Aloo" userId="81d139e4-1a74-45bd-a04a-64f94c7d37c9" providerId="ADAL" clId="{AE871F21-339F-4D44-BA8A-2C1CC338DED2}" dt="2025-03-28T04:35:19.792" v="1586" actId="680"/>
        <pc:sldMkLst>
          <pc:docMk/>
          <pc:sldMk cId="1434118541" sldId="360"/>
        </pc:sldMkLst>
      </pc:sldChg>
      <pc:sldChg chg="add">
        <pc:chgData name="Christopher Aloo" userId="81d139e4-1a74-45bd-a04a-64f94c7d37c9" providerId="ADAL" clId="{AE871F21-339F-4D44-BA8A-2C1CC338DED2}" dt="2025-03-28T04:38:57.748" v="1671" actId="2890"/>
        <pc:sldMkLst>
          <pc:docMk/>
          <pc:sldMk cId="2386087315" sldId="360"/>
        </pc:sldMkLst>
      </pc:sldChg>
      <pc:sldChg chg="addSp modSp add mod modAnim">
        <pc:chgData name="Christopher Aloo" userId="81d139e4-1a74-45bd-a04a-64f94c7d37c9" providerId="ADAL" clId="{AE871F21-339F-4D44-BA8A-2C1CC338DED2}" dt="2025-03-28T04:45:19.863" v="1823" actId="1076"/>
        <pc:sldMkLst>
          <pc:docMk/>
          <pc:sldMk cId="3377454470" sldId="361"/>
        </pc:sldMkLst>
      </pc:sldChg>
      <pc:sldChg chg="delSp modSp add del mod delAnim">
        <pc:chgData name="Christopher Aloo" userId="81d139e4-1a74-45bd-a04a-64f94c7d37c9" providerId="ADAL" clId="{AE871F21-339F-4D44-BA8A-2C1CC338DED2}" dt="2025-03-28T04:45:22.346" v="1824" actId="47"/>
        <pc:sldMkLst>
          <pc:docMk/>
          <pc:sldMk cId="1080871277" sldId="362"/>
        </pc:sldMkLst>
      </pc:sldChg>
      <pc:sldChg chg="add del">
        <pc:chgData name="Christopher Aloo" userId="81d139e4-1a74-45bd-a04a-64f94c7d37c9" providerId="ADAL" clId="{AE871F21-339F-4D44-BA8A-2C1CC338DED2}" dt="2025-03-28T04:44:30.366" v="1808" actId="2890"/>
        <pc:sldMkLst>
          <pc:docMk/>
          <pc:sldMk cId="2551443432" sldId="362"/>
        </pc:sldMkLst>
      </pc:sldChg>
    </pc:docChg>
  </pc:docChgLst>
  <pc:docChgLst>
    <pc:chgData name="Christopher Aloo" userId="81d139e4-1a74-45bd-a04a-64f94c7d37c9" providerId="ADAL" clId="{2B5E3F4C-7C8D-4B50-B085-8782339E3D36}"/>
    <pc:docChg chg="undo redo custSel addSld delSld modSld sldOrd modMainMaster">
      <pc:chgData name="Christopher Aloo" userId="81d139e4-1a74-45bd-a04a-64f94c7d37c9" providerId="ADAL" clId="{2B5E3F4C-7C8D-4B50-B085-8782339E3D36}" dt="2025-03-25T17:18:24.026" v="2306" actId="113"/>
      <pc:docMkLst>
        <pc:docMk/>
      </pc:docMkLst>
      <pc:sldChg chg="modSp mod">
        <pc:chgData name="Christopher Aloo" userId="81d139e4-1a74-45bd-a04a-64f94c7d37c9" providerId="ADAL" clId="{2B5E3F4C-7C8D-4B50-B085-8782339E3D36}" dt="2025-02-18T11:22:56.620" v="18" actId="20577"/>
        <pc:sldMkLst>
          <pc:docMk/>
          <pc:sldMk cId="0" sldId="256"/>
        </pc:sldMkLst>
      </pc:sldChg>
      <pc:sldChg chg="addSp delSp modSp mod ord">
        <pc:chgData name="Christopher Aloo" userId="81d139e4-1a74-45bd-a04a-64f94c7d37c9" providerId="ADAL" clId="{2B5E3F4C-7C8D-4B50-B085-8782339E3D36}" dt="2025-02-18T16:39:49.974" v="1877"/>
        <pc:sldMkLst>
          <pc:docMk/>
          <pc:sldMk cId="1250749228" sldId="270"/>
        </pc:sldMkLst>
      </pc:sldChg>
      <pc:sldChg chg="modSp mod">
        <pc:chgData name="Christopher Aloo" userId="81d139e4-1a74-45bd-a04a-64f94c7d37c9" providerId="ADAL" clId="{2B5E3F4C-7C8D-4B50-B085-8782339E3D36}" dt="2025-02-18T11:23:08.294" v="52" actId="20577"/>
        <pc:sldMkLst>
          <pc:docMk/>
          <pc:sldMk cId="2434392186" sldId="281"/>
        </pc:sldMkLst>
      </pc:sldChg>
      <pc:sldChg chg="modSp mod">
        <pc:chgData name="Christopher Aloo" userId="81d139e4-1a74-45bd-a04a-64f94c7d37c9" providerId="ADAL" clId="{2B5E3F4C-7C8D-4B50-B085-8782339E3D36}" dt="2025-02-18T11:47:04.383" v="470" actId="20577"/>
        <pc:sldMkLst>
          <pc:docMk/>
          <pc:sldMk cId="2684525786" sldId="282"/>
        </pc:sldMkLst>
      </pc:sldChg>
      <pc:sldChg chg="del">
        <pc:chgData name="Christopher Aloo" userId="81d139e4-1a74-45bd-a04a-64f94c7d37c9" providerId="ADAL" clId="{2B5E3F4C-7C8D-4B50-B085-8782339E3D36}" dt="2025-02-18T11:29:07.264" v="54" actId="47"/>
        <pc:sldMkLst>
          <pc:docMk/>
          <pc:sldMk cId="555297024" sldId="291"/>
        </pc:sldMkLst>
      </pc:sldChg>
      <pc:sldChg chg="del">
        <pc:chgData name="Christopher Aloo" userId="81d139e4-1a74-45bd-a04a-64f94c7d37c9" providerId="ADAL" clId="{2B5E3F4C-7C8D-4B50-B085-8782339E3D36}" dt="2025-02-18T11:29:07.857" v="55" actId="47"/>
        <pc:sldMkLst>
          <pc:docMk/>
          <pc:sldMk cId="305523129" sldId="293"/>
        </pc:sldMkLst>
      </pc:sldChg>
      <pc:sldChg chg="del">
        <pc:chgData name="Christopher Aloo" userId="81d139e4-1a74-45bd-a04a-64f94c7d37c9" providerId="ADAL" clId="{2B5E3F4C-7C8D-4B50-B085-8782339E3D36}" dt="2025-02-18T11:47:10.323" v="471" actId="47"/>
        <pc:sldMkLst>
          <pc:docMk/>
          <pc:sldMk cId="381314288" sldId="294"/>
        </pc:sldMkLst>
      </pc:sldChg>
      <pc:sldChg chg="del">
        <pc:chgData name="Christopher Aloo" userId="81d139e4-1a74-45bd-a04a-64f94c7d37c9" providerId="ADAL" clId="{2B5E3F4C-7C8D-4B50-B085-8782339E3D36}" dt="2025-02-18T11:47:10.323" v="471" actId="47"/>
        <pc:sldMkLst>
          <pc:docMk/>
          <pc:sldMk cId="3121508983" sldId="295"/>
        </pc:sldMkLst>
      </pc:sldChg>
      <pc:sldChg chg="del">
        <pc:chgData name="Christopher Aloo" userId="81d139e4-1a74-45bd-a04a-64f94c7d37c9" providerId="ADAL" clId="{2B5E3F4C-7C8D-4B50-B085-8782339E3D36}" dt="2025-02-18T11:47:10.323" v="471" actId="47"/>
        <pc:sldMkLst>
          <pc:docMk/>
          <pc:sldMk cId="2056522040" sldId="296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4020610624" sldId="297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2861849454" sldId="298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260768918" sldId="299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548998681" sldId="300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3702168240" sldId="301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2521517357" sldId="302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786571099" sldId="303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2648778441" sldId="304"/>
        </pc:sldMkLst>
      </pc:sldChg>
      <pc:sldChg chg="addSp delSp modSp add mod">
        <pc:chgData name="Christopher Aloo" userId="81d139e4-1a74-45bd-a04a-64f94c7d37c9" providerId="ADAL" clId="{2B5E3F4C-7C8D-4B50-B085-8782339E3D36}" dt="2025-02-18T11:32:30.765" v="393" actId="478"/>
        <pc:sldMkLst>
          <pc:docMk/>
          <pc:sldMk cId="2346491900" sldId="305"/>
        </pc:sldMkLst>
      </pc:sldChg>
      <pc:sldChg chg="modSp add mod">
        <pc:chgData name="Christopher Aloo" userId="81d139e4-1a74-45bd-a04a-64f94c7d37c9" providerId="ADAL" clId="{2B5E3F4C-7C8D-4B50-B085-8782339E3D36}" dt="2025-02-18T11:32:40.160" v="421" actId="20577"/>
        <pc:sldMkLst>
          <pc:docMk/>
          <pc:sldMk cId="921588582" sldId="306"/>
        </pc:sldMkLst>
      </pc:sldChg>
      <pc:sldChg chg="modSp add mod">
        <pc:chgData name="Christopher Aloo" userId="81d139e4-1a74-45bd-a04a-64f94c7d37c9" providerId="ADAL" clId="{2B5E3F4C-7C8D-4B50-B085-8782339E3D36}" dt="2025-02-18T11:32:49.972" v="448" actId="20577"/>
        <pc:sldMkLst>
          <pc:docMk/>
          <pc:sldMk cId="1631390472" sldId="307"/>
        </pc:sldMkLst>
      </pc:sldChg>
      <pc:sldChg chg="modSp add mod ord">
        <pc:chgData name="Christopher Aloo" userId="81d139e4-1a74-45bd-a04a-64f94c7d37c9" providerId="ADAL" clId="{2B5E3F4C-7C8D-4B50-B085-8782339E3D36}" dt="2025-02-18T11:47:33.690" v="504" actId="20577"/>
        <pc:sldMkLst>
          <pc:docMk/>
          <pc:sldMk cId="1751710969" sldId="308"/>
        </pc:sldMkLst>
      </pc:sldChg>
      <pc:sldChg chg="add">
        <pc:chgData name="Christopher Aloo" userId="81d139e4-1a74-45bd-a04a-64f94c7d37c9" providerId="ADAL" clId="{2B5E3F4C-7C8D-4B50-B085-8782339E3D36}" dt="2025-02-18T11:47:51.619" v="505" actId="2890"/>
        <pc:sldMkLst>
          <pc:docMk/>
          <pc:sldMk cId="1683218715" sldId="309"/>
        </pc:sldMkLst>
      </pc:sldChg>
      <pc:sldChg chg="modSp add mod">
        <pc:chgData name="Christopher Aloo" userId="81d139e4-1a74-45bd-a04a-64f94c7d37c9" providerId="ADAL" clId="{2B5E3F4C-7C8D-4B50-B085-8782339E3D36}" dt="2025-03-25T16:40:40.011" v="2227" actId="12"/>
        <pc:sldMkLst>
          <pc:docMk/>
          <pc:sldMk cId="3185540899" sldId="310"/>
        </pc:sldMkLst>
      </pc:sldChg>
      <pc:sldChg chg="modSp new mod">
        <pc:chgData name="Christopher Aloo" userId="81d139e4-1a74-45bd-a04a-64f94c7d37c9" providerId="ADAL" clId="{2B5E3F4C-7C8D-4B50-B085-8782339E3D36}" dt="2025-02-18T11:48:25.413" v="556" actId="20577"/>
        <pc:sldMkLst>
          <pc:docMk/>
          <pc:sldMk cId="593933375" sldId="311"/>
        </pc:sldMkLst>
      </pc:sldChg>
      <pc:sldChg chg="add del ord">
        <pc:chgData name="Christopher Aloo" userId="81d139e4-1a74-45bd-a04a-64f94c7d37c9" providerId="ADAL" clId="{2B5E3F4C-7C8D-4B50-B085-8782339E3D36}" dt="2025-02-18T11:48:10.898" v="530" actId="2890"/>
        <pc:sldMkLst>
          <pc:docMk/>
          <pc:sldMk cId="1053200307" sldId="311"/>
        </pc:sldMkLst>
      </pc:sldChg>
      <pc:sldChg chg="modSp add mod ord">
        <pc:chgData name="Christopher Aloo" userId="81d139e4-1a74-45bd-a04a-64f94c7d37c9" providerId="ADAL" clId="{2B5E3F4C-7C8D-4B50-B085-8782339E3D36}" dt="2025-02-18T11:49:48.222" v="617" actId="20577"/>
        <pc:sldMkLst>
          <pc:docMk/>
          <pc:sldMk cId="2356003971" sldId="312"/>
        </pc:sldMkLst>
      </pc:sldChg>
      <pc:sldChg chg="addSp modSp add mod ord replId">
        <pc:chgData name="Christopher Aloo" userId="81d139e4-1a74-45bd-a04a-64f94c7d37c9" providerId="ADAL" clId="{2B5E3F4C-7C8D-4B50-B085-8782339E3D36}" dt="2025-03-25T17:18:24.026" v="2306" actId="113"/>
        <pc:sldMkLst>
          <pc:docMk/>
          <pc:sldMk cId="596695051" sldId="313"/>
        </pc:sldMkLst>
      </pc:sldChg>
      <pc:sldChg chg="addSp modSp add mod ord replId">
        <pc:chgData name="Christopher Aloo" userId="81d139e4-1a74-45bd-a04a-64f94c7d37c9" providerId="ADAL" clId="{2B5E3F4C-7C8D-4B50-B085-8782339E3D36}" dt="2025-02-18T17:23:35.054" v="1885"/>
        <pc:sldMkLst>
          <pc:docMk/>
          <pc:sldMk cId="4132406150" sldId="314"/>
        </pc:sldMkLst>
      </pc:sldChg>
      <pc:sldChg chg="add del ord replId">
        <pc:chgData name="Christopher Aloo" userId="81d139e4-1a74-45bd-a04a-64f94c7d37c9" providerId="ADAL" clId="{2B5E3F4C-7C8D-4B50-B085-8782339E3D36}" dt="2025-02-18T12:03:49.698" v="937" actId="47"/>
        <pc:sldMkLst>
          <pc:docMk/>
          <pc:sldMk cId="3817596084" sldId="315"/>
        </pc:sldMkLst>
      </pc:sldChg>
      <pc:sldChg chg="modSp add mod ord replId">
        <pc:chgData name="Christopher Aloo" userId="81d139e4-1a74-45bd-a04a-64f94c7d37c9" providerId="ADAL" clId="{2B5E3F4C-7C8D-4B50-B085-8782339E3D36}" dt="2025-02-18T12:10:05.381" v="1069" actId="313"/>
        <pc:sldMkLst>
          <pc:docMk/>
          <pc:sldMk cId="3023035554" sldId="316"/>
        </pc:sldMkLst>
      </pc:sldChg>
      <pc:sldChg chg="add">
        <pc:chgData name="Christopher Aloo" userId="81d139e4-1a74-45bd-a04a-64f94c7d37c9" providerId="ADAL" clId="{2B5E3F4C-7C8D-4B50-B085-8782339E3D36}" dt="2025-02-18T11:50:12.078" v="618" actId="2890"/>
        <pc:sldMkLst>
          <pc:docMk/>
          <pc:sldMk cId="3855953157" sldId="317"/>
        </pc:sldMkLst>
      </pc:sldChg>
      <pc:sldChg chg="addSp add">
        <pc:chgData name="Christopher Aloo" userId="81d139e4-1a74-45bd-a04a-64f94c7d37c9" providerId="ADAL" clId="{2B5E3F4C-7C8D-4B50-B085-8782339E3D36}" dt="2025-02-18T16:39:49.974" v="1877"/>
        <pc:sldMkLst>
          <pc:docMk/>
          <pc:sldMk cId="151336184" sldId="318"/>
        </pc:sldMkLst>
      </pc:sldChg>
      <pc:sldChg chg="modSp add mod">
        <pc:chgData name="Christopher Aloo" userId="81d139e4-1a74-45bd-a04a-64f94c7d37c9" providerId="ADAL" clId="{2B5E3F4C-7C8D-4B50-B085-8782339E3D36}" dt="2025-02-18T11:59:05.385" v="804" actId="20577"/>
        <pc:sldMkLst>
          <pc:docMk/>
          <pc:sldMk cId="4010766615" sldId="319"/>
        </pc:sldMkLst>
      </pc:sldChg>
      <pc:sldChg chg="addSp modSp add mod ord modAnim">
        <pc:chgData name="Christopher Aloo" userId="81d139e4-1a74-45bd-a04a-64f94c7d37c9" providerId="ADAL" clId="{2B5E3F4C-7C8D-4B50-B085-8782339E3D36}" dt="2025-02-18T16:04:12.847" v="1875" actId="1076"/>
        <pc:sldMkLst>
          <pc:docMk/>
          <pc:sldMk cId="2868813887" sldId="320"/>
        </pc:sldMkLst>
      </pc:sldChg>
      <pc:sldChg chg="addSp modSp add mod">
        <pc:chgData name="Christopher Aloo" userId="81d139e4-1a74-45bd-a04a-64f94c7d37c9" providerId="ADAL" clId="{2B5E3F4C-7C8D-4B50-B085-8782339E3D36}" dt="2025-02-18T17:23:35.054" v="1885"/>
        <pc:sldMkLst>
          <pc:docMk/>
          <pc:sldMk cId="4272252233" sldId="321"/>
        </pc:sldMkLst>
      </pc:sldChg>
      <pc:sldChg chg="addSp modSp add mod">
        <pc:chgData name="Christopher Aloo" userId="81d139e4-1a74-45bd-a04a-64f94c7d37c9" providerId="ADAL" clId="{2B5E3F4C-7C8D-4B50-B085-8782339E3D36}" dt="2025-02-18T17:23:56.470" v="1888" actId="14100"/>
        <pc:sldMkLst>
          <pc:docMk/>
          <pc:sldMk cId="3363588813" sldId="322"/>
        </pc:sldMkLst>
      </pc:sldChg>
      <pc:sldChg chg="addSp delSp modSp add mod modAnim">
        <pc:chgData name="Christopher Aloo" userId="81d139e4-1a74-45bd-a04a-64f94c7d37c9" providerId="ADAL" clId="{2B5E3F4C-7C8D-4B50-B085-8782339E3D36}" dt="2025-02-18T16:03:14.981" v="1865" actId="14100"/>
        <pc:sldMkLst>
          <pc:docMk/>
          <pc:sldMk cId="971938631" sldId="323"/>
        </pc:sldMkLst>
      </pc:sldChg>
      <pc:sldChg chg="addSp modSp add mod ord">
        <pc:chgData name="Christopher Aloo" userId="81d139e4-1a74-45bd-a04a-64f94c7d37c9" providerId="ADAL" clId="{2B5E3F4C-7C8D-4B50-B085-8782339E3D36}" dt="2025-02-18T12:11:17.337" v="1121" actId="14100"/>
        <pc:sldMkLst>
          <pc:docMk/>
          <pc:sldMk cId="1579773140" sldId="324"/>
        </pc:sldMkLst>
      </pc:sldChg>
      <pc:sldChg chg="modSp add mod ord">
        <pc:chgData name="Christopher Aloo" userId="81d139e4-1a74-45bd-a04a-64f94c7d37c9" providerId="ADAL" clId="{2B5E3F4C-7C8D-4B50-B085-8782339E3D36}" dt="2025-02-18T12:11:55.617" v="1163" actId="20577"/>
        <pc:sldMkLst>
          <pc:docMk/>
          <pc:sldMk cId="78619540" sldId="325"/>
        </pc:sldMkLst>
      </pc:sldChg>
      <pc:sldChg chg="addSp delSp modSp add mod ord replId">
        <pc:chgData name="Christopher Aloo" userId="81d139e4-1a74-45bd-a04a-64f94c7d37c9" providerId="ADAL" clId="{2B5E3F4C-7C8D-4B50-B085-8782339E3D36}" dt="2025-02-20T06:59:17.462" v="1907" actId="12"/>
        <pc:sldMkLst>
          <pc:docMk/>
          <pc:sldMk cId="4103939844" sldId="326"/>
        </pc:sldMkLst>
      </pc:sldChg>
      <pc:sldChg chg="addSp add del ord replId">
        <pc:chgData name="Christopher Aloo" userId="81d139e4-1a74-45bd-a04a-64f94c7d37c9" providerId="ADAL" clId="{2B5E3F4C-7C8D-4B50-B085-8782339E3D36}" dt="2025-02-20T07:05:33.012" v="1992" actId="47"/>
        <pc:sldMkLst>
          <pc:docMk/>
          <pc:sldMk cId="2904025715" sldId="327"/>
        </pc:sldMkLst>
      </pc:sldChg>
      <pc:sldChg chg="addSp modSp add mod ord replId">
        <pc:chgData name="Christopher Aloo" userId="81d139e4-1a74-45bd-a04a-64f94c7d37c9" providerId="ADAL" clId="{2B5E3F4C-7C8D-4B50-B085-8782339E3D36}" dt="2025-02-20T07:13:03.960" v="2117" actId="1076"/>
        <pc:sldMkLst>
          <pc:docMk/>
          <pc:sldMk cId="832394234" sldId="328"/>
        </pc:sldMkLst>
      </pc:sldChg>
      <pc:sldChg chg="addSp modSp add mod ord replId">
        <pc:chgData name="Christopher Aloo" userId="81d139e4-1a74-45bd-a04a-64f94c7d37c9" providerId="ADAL" clId="{2B5E3F4C-7C8D-4B50-B085-8782339E3D36}" dt="2025-02-20T07:17:45.005" v="2196" actId="207"/>
        <pc:sldMkLst>
          <pc:docMk/>
          <pc:sldMk cId="4257468463" sldId="329"/>
        </pc:sldMkLst>
      </pc:sldChg>
      <pc:sldChg chg="addSp delSp modSp add mod ord">
        <pc:chgData name="Christopher Aloo" userId="81d139e4-1a74-45bd-a04a-64f94c7d37c9" providerId="ADAL" clId="{2B5E3F4C-7C8D-4B50-B085-8782339E3D36}" dt="2025-02-18T17:23:35.054" v="1885"/>
        <pc:sldMkLst>
          <pc:docMk/>
          <pc:sldMk cId="3936774391" sldId="330"/>
        </pc:sldMkLst>
      </pc:sldChg>
      <pc:sldChg chg="modSp add mod">
        <pc:chgData name="Christopher Aloo" userId="81d139e4-1a74-45bd-a04a-64f94c7d37c9" providerId="ADAL" clId="{2B5E3F4C-7C8D-4B50-B085-8782339E3D36}" dt="2025-02-18T12:20:48.785" v="1374" actId="20577"/>
        <pc:sldMkLst>
          <pc:docMk/>
          <pc:sldMk cId="2047592346" sldId="331"/>
        </pc:sldMkLst>
      </pc:sldChg>
      <pc:sldChg chg="modSp add mod ord replId">
        <pc:chgData name="Christopher Aloo" userId="81d139e4-1a74-45bd-a04a-64f94c7d37c9" providerId="ADAL" clId="{2B5E3F4C-7C8D-4B50-B085-8782339E3D36}" dt="2025-02-18T12:20:52.342" v="1377"/>
        <pc:sldMkLst>
          <pc:docMk/>
          <pc:sldMk cId="3290598731" sldId="332"/>
        </pc:sldMkLst>
      </pc:sldChg>
      <pc:sldChg chg="modSp add mod replId">
        <pc:chgData name="Christopher Aloo" userId="81d139e4-1a74-45bd-a04a-64f94c7d37c9" providerId="ADAL" clId="{2B5E3F4C-7C8D-4B50-B085-8782339E3D36}" dt="2025-02-18T12:16:17.599" v="1310" actId="20577"/>
        <pc:sldMkLst>
          <pc:docMk/>
          <pc:sldMk cId="1848418684" sldId="333"/>
        </pc:sldMkLst>
      </pc:sldChg>
      <pc:sldChg chg="add del replId">
        <pc:chgData name="Christopher Aloo" userId="81d139e4-1a74-45bd-a04a-64f94c7d37c9" providerId="ADAL" clId="{2B5E3F4C-7C8D-4B50-B085-8782339E3D36}" dt="2025-02-18T12:16:33.027" v="1311" actId="47"/>
        <pc:sldMkLst>
          <pc:docMk/>
          <pc:sldMk cId="1940056549" sldId="334"/>
        </pc:sldMkLst>
      </pc:sldChg>
      <pc:sldChg chg="modSp add mod replId">
        <pc:chgData name="Christopher Aloo" userId="81d139e4-1a74-45bd-a04a-64f94c7d37c9" providerId="ADAL" clId="{2B5E3F4C-7C8D-4B50-B085-8782339E3D36}" dt="2025-02-18T12:16:38.068" v="1317" actId="20577"/>
        <pc:sldMkLst>
          <pc:docMk/>
          <pc:sldMk cId="2080220778" sldId="335"/>
        </pc:sldMkLst>
      </pc:sldChg>
      <pc:sldChg chg="modSp add mod">
        <pc:chgData name="Christopher Aloo" userId="81d139e4-1a74-45bd-a04a-64f94c7d37c9" providerId="ADAL" clId="{2B5E3F4C-7C8D-4B50-B085-8782339E3D36}" dt="2025-02-18T12:17:47.930" v="1351" actId="20577"/>
        <pc:sldMkLst>
          <pc:docMk/>
          <pc:sldMk cId="534018469" sldId="336"/>
        </pc:sldMkLst>
      </pc:sldChg>
      <pc:sldChg chg="add replId">
        <pc:chgData name="Christopher Aloo" userId="81d139e4-1a74-45bd-a04a-64f94c7d37c9" providerId="ADAL" clId="{2B5E3F4C-7C8D-4B50-B085-8782339E3D36}" dt="2025-02-18T12:16:42.223" v="1318" actId="2890"/>
        <pc:sldMkLst>
          <pc:docMk/>
          <pc:sldMk cId="902026426" sldId="337"/>
        </pc:sldMkLst>
      </pc:sldChg>
      <pc:sldChg chg="add replId">
        <pc:chgData name="Christopher Aloo" userId="81d139e4-1a74-45bd-a04a-64f94c7d37c9" providerId="ADAL" clId="{2B5E3F4C-7C8D-4B50-B085-8782339E3D36}" dt="2025-02-18T12:16:42.223" v="1318" actId="2890"/>
        <pc:sldMkLst>
          <pc:docMk/>
          <pc:sldMk cId="1017162608" sldId="338"/>
        </pc:sldMkLst>
      </pc:sldChg>
      <pc:sldChg chg="add replId">
        <pc:chgData name="Christopher Aloo" userId="81d139e4-1a74-45bd-a04a-64f94c7d37c9" providerId="ADAL" clId="{2B5E3F4C-7C8D-4B50-B085-8782339E3D36}" dt="2025-02-18T12:16:42.223" v="1318" actId="2890"/>
        <pc:sldMkLst>
          <pc:docMk/>
          <pc:sldMk cId="1656315265" sldId="339"/>
        </pc:sldMkLst>
      </pc:sldChg>
      <pc:sldChg chg="add">
        <pc:chgData name="Christopher Aloo" userId="81d139e4-1a74-45bd-a04a-64f94c7d37c9" providerId="ADAL" clId="{2B5E3F4C-7C8D-4B50-B085-8782339E3D36}" dt="2025-02-18T12:20:42.281" v="1352" actId="2890"/>
        <pc:sldMkLst>
          <pc:docMk/>
          <pc:sldMk cId="444996272" sldId="340"/>
        </pc:sldMkLst>
      </pc:sldChg>
      <pc:sldChg chg="add">
        <pc:chgData name="Christopher Aloo" userId="81d139e4-1a74-45bd-a04a-64f94c7d37c9" providerId="ADAL" clId="{2B5E3F4C-7C8D-4B50-B085-8782339E3D36}" dt="2025-02-18T12:20:50.761" v="1375" actId="2890"/>
        <pc:sldMkLst>
          <pc:docMk/>
          <pc:sldMk cId="3908055162" sldId="341"/>
        </pc:sldMkLst>
      </pc:sldChg>
      <pc:sldChg chg="add ord">
        <pc:chgData name="Christopher Aloo" userId="81d139e4-1a74-45bd-a04a-64f94c7d37c9" providerId="ADAL" clId="{2B5E3F4C-7C8D-4B50-B085-8782339E3D36}" dt="2025-02-20T07:05:27.835" v="1991"/>
        <pc:sldMkLst>
          <pc:docMk/>
          <pc:sldMk cId="2388938237" sldId="342"/>
        </pc:sldMkLst>
      </pc:sldChg>
      <pc:sldChg chg="addSp delSp modSp add mod">
        <pc:chgData name="Christopher Aloo" userId="81d139e4-1a74-45bd-a04a-64f94c7d37c9" providerId="ADAL" clId="{2B5E3F4C-7C8D-4B50-B085-8782339E3D36}" dt="2025-02-20T07:01:32.344" v="1950" actId="948"/>
        <pc:sldMkLst>
          <pc:docMk/>
          <pc:sldMk cId="1796003017" sldId="343"/>
        </pc:sldMkLst>
      </pc:sldChg>
      <pc:sldChg chg="addSp delSp modSp add mod">
        <pc:chgData name="Christopher Aloo" userId="81d139e4-1a74-45bd-a04a-64f94c7d37c9" providerId="ADAL" clId="{2B5E3F4C-7C8D-4B50-B085-8782339E3D36}" dt="2025-02-20T07:19:57.193" v="2206" actId="1076"/>
        <pc:sldMkLst>
          <pc:docMk/>
          <pc:sldMk cId="2545124565" sldId="344"/>
        </pc:sldMkLst>
      </pc:sldChg>
      <pc:sldChg chg="addSp delSp modSp add mod">
        <pc:chgData name="Christopher Aloo" userId="81d139e4-1a74-45bd-a04a-64f94c7d37c9" providerId="ADAL" clId="{2B5E3F4C-7C8D-4B50-B085-8782339E3D36}" dt="2025-02-20T07:03:48.691" v="1967" actId="1076"/>
        <pc:sldMkLst>
          <pc:docMk/>
          <pc:sldMk cId="1176458592" sldId="345"/>
        </pc:sldMkLst>
      </pc:sldChg>
      <pc:sldChg chg="add del">
        <pc:chgData name="Christopher Aloo" userId="81d139e4-1a74-45bd-a04a-64f94c7d37c9" providerId="ADAL" clId="{2B5E3F4C-7C8D-4B50-B085-8782339E3D36}" dt="2025-02-20T07:03:00.015" v="1959" actId="47"/>
        <pc:sldMkLst>
          <pc:docMk/>
          <pc:sldMk cId="2224584706" sldId="345"/>
        </pc:sldMkLst>
      </pc:sldChg>
      <pc:sldChg chg="addSp delSp modSp add mod">
        <pc:chgData name="Christopher Aloo" userId="81d139e4-1a74-45bd-a04a-64f94c7d37c9" providerId="ADAL" clId="{2B5E3F4C-7C8D-4B50-B085-8782339E3D36}" dt="2025-02-20T07:04:40.770" v="1979" actId="1076"/>
        <pc:sldMkLst>
          <pc:docMk/>
          <pc:sldMk cId="3981333747" sldId="346"/>
        </pc:sldMkLst>
      </pc:sldChg>
      <pc:sldChg chg="addSp delSp modSp add mod modAnim">
        <pc:chgData name="Christopher Aloo" userId="81d139e4-1a74-45bd-a04a-64f94c7d37c9" providerId="ADAL" clId="{2B5E3F4C-7C8D-4B50-B085-8782339E3D36}" dt="2025-02-20T07:05:13.237" v="1988" actId="1076"/>
        <pc:sldMkLst>
          <pc:docMk/>
          <pc:sldMk cId="4016111618" sldId="347"/>
        </pc:sldMkLst>
      </pc:sldChg>
      <pc:sldChg chg="add">
        <pc:chgData name="Christopher Aloo" userId="81d139e4-1a74-45bd-a04a-64f94c7d37c9" providerId="ADAL" clId="{2B5E3F4C-7C8D-4B50-B085-8782339E3D36}" dt="2025-02-20T07:05:21.036" v="1989" actId="2890"/>
        <pc:sldMkLst>
          <pc:docMk/>
          <pc:sldMk cId="1225907768" sldId="348"/>
        </pc:sldMkLst>
      </pc:sldChg>
      <pc:sldChg chg="addSp delSp modSp add mod modAnim">
        <pc:chgData name="Christopher Aloo" userId="81d139e4-1a74-45bd-a04a-64f94c7d37c9" providerId="ADAL" clId="{2B5E3F4C-7C8D-4B50-B085-8782339E3D36}" dt="2025-02-20T07:06:54.316" v="2012" actId="1076"/>
        <pc:sldMkLst>
          <pc:docMk/>
          <pc:sldMk cId="502343285" sldId="349"/>
        </pc:sldMkLst>
      </pc:sldChg>
      <pc:sldChg chg="addSp delSp modSp add mod modAnim">
        <pc:chgData name="Christopher Aloo" userId="81d139e4-1a74-45bd-a04a-64f94c7d37c9" providerId="ADAL" clId="{2B5E3F4C-7C8D-4B50-B085-8782339E3D36}" dt="2025-02-20T07:08:27.411" v="2032" actId="404"/>
        <pc:sldMkLst>
          <pc:docMk/>
          <pc:sldMk cId="1404711077" sldId="350"/>
        </pc:sldMkLst>
      </pc:sldChg>
      <pc:sldChg chg="addSp delSp modSp add mod">
        <pc:chgData name="Christopher Aloo" userId="81d139e4-1a74-45bd-a04a-64f94c7d37c9" providerId="ADAL" clId="{2B5E3F4C-7C8D-4B50-B085-8782339E3D36}" dt="2025-02-20T07:09:39.248" v="2045" actId="5793"/>
        <pc:sldMkLst>
          <pc:docMk/>
          <pc:sldMk cId="1942177219" sldId="351"/>
        </pc:sldMkLst>
      </pc:sldChg>
      <pc:sldChg chg="addSp modSp add mod">
        <pc:chgData name="Christopher Aloo" userId="81d139e4-1a74-45bd-a04a-64f94c7d37c9" providerId="ADAL" clId="{2B5E3F4C-7C8D-4B50-B085-8782339E3D36}" dt="2025-02-20T07:12:15.394" v="2106" actId="6549"/>
        <pc:sldMkLst>
          <pc:docMk/>
          <pc:sldMk cId="1178226535" sldId="352"/>
        </pc:sldMkLst>
      </pc:sldChg>
      <pc:sldChg chg="addSp modSp add mod modAnim">
        <pc:chgData name="Christopher Aloo" userId="81d139e4-1a74-45bd-a04a-64f94c7d37c9" providerId="ADAL" clId="{2B5E3F4C-7C8D-4B50-B085-8782339E3D36}" dt="2025-02-20T07:23:46.455" v="2225" actId="403"/>
        <pc:sldMkLst>
          <pc:docMk/>
          <pc:sldMk cId="697898329" sldId="353"/>
        </pc:sldMkLst>
      </pc:sldChg>
      <pc:sldMasterChg chg="modSldLayout">
        <pc:chgData name="Christopher Aloo" userId="81d139e4-1a74-45bd-a04a-64f94c7d37c9" providerId="ADAL" clId="{2B5E3F4C-7C8D-4B50-B085-8782339E3D36}" dt="2025-02-18T11:29:38.986" v="58" actId="1076"/>
        <pc:sldMasterMkLst>
          <pc:docMk/>
          <pc:sldMasterMk cId="0" sldId="2147483659"/>
        </pc:sldMasterMkLst>
        <pc:sldLayoutChg chg="modSp mod">
          <pc:chgData name="Christopher Aloo" userId="81d139e4-1a74-45bd-a04a-64f94c7d37c9" providerId="ADAL" clId="{2B5E3F4C-7C8D-4B50-B085-8782339E3D36}" dt="2025-02-18T11:29:38.986" v="58" actId="1076"/>
          <pc:sldLayoutMkLst>
            <pc:docMk/>
            <pc:sldMasterMk cId="0" sldId="2147483659"/>
            <pc:sldLayoutMk cId="0" sldId="2147483650"/>
          </pc:sldLayoutMkLst>
        </pc:sldLayoutChg>
      </pc:sldMasterChg>
    </pc:docChg>
  </pc:docChgLst>
  <pc:docChgLst>
    <pc:chgData name="Christopher Aloo" userId="81d139e4-1a74-45bd-a04a-64f94c7d37c9" providerId="ADAL" clId="{0BEBABF5-9F1D-4AE5-B0E7-31A657558118}"/>
    <pc:docChg chg="undo custSel addSld delSld modSld">
      <pc:chgData name="Christopher Aloo" userId="81d139e4-1a74-45bd-a04a-64f94c7d37c9" providerId="ADAL" clId="{0BEBABF5-9F1D-4AE5-B0E7-31A657558118}" dt="2025-09-17T07:26:26.656" v="251"/>
      <pc:docMkLst>
        <pc:docMk/>
      </pc:docMkLst>
      <pc:sldChg chg="addSp delSp mod">
        <pc:chgData name="Christopher Aloo" userId="81d139e4-1a74-45bd-a04a-64f94c7d37c9" providerId="ADAL" clId="{0BEBABF5-9F1D-4AE5-B0E7-31A657558118}" dt="2025-09-16T13:21:17.287" v="224" actId="478"/>
        <pc:sldMkLst>
          <pc:docMk/>
          <pc:sldMk cId="2346491900" sldId="305"/>
        </pc:sldMkLst>
        <pc:inkChg chg="add del">
          <ac:chgData name="Christopher Aloo" userId="81d139e4-1a74-45bd-a04a-64f94c7d37c9" providerId="ADAL" clId="{0BEBABF5-9F1D-4AE5-B0E7-31A657558118}" dt="2025-09-16T13:21:17.287" v="224" actId="478"/>
          <ac:inkMkLst>
            <pc:docMk/>
            <pc:sldMk cId="2346491900" sldId="305"/>
            <ac:inkMk id="3" creationId="{AC8F8127-AB8D-69B8-6EC3-8C38054F7AF4}"/>
          </ac:inkMkLst>
        </pc:inkChg>
      </pc:sldChg>
      <pc:sldChg chg="addSp delSp mod">
        <pc:chgData name="Christopher Aloo" userId="81d139e4-1a74-45bd-a04a-64f94c7d37c9" providerId="ADAL" clId="{0BEBABF5-9F1D-4AE5-B0E7-31A657558118}" dt="2025-09-16T13:21:14.225" v="223" actId="478"/>
        <pc:sldMkLst>
          <pc:docMk/>
          <pc:sldMk cId="921588582" sldId="306"/>
        </pc:sldMkLst>
        <pc:inkChg chg="add del">
          <ac:chgData name="Christopher Aloo" userId="81d139e4-1a74-45bd-a04a-64f94c7d37c9" providerId="ADAL" clId="{0BEBABF5-9F1D-4AE5-B0E7-31A657558118}" dt="2025-09-16T13:21:14.225" v="223" actId="478"/>
          <ac:inkMkLst>
            <pc:docMk/>
            <pc:sldMk cId="921588582" sldId="306"/>
            <ac:inkMk id="3" creationId="{1674DF3D-670D-1F5E-01F6-E8B1AD9DBFC6}"/>
          </ac:inkMkLst>
        </pc:inkChg>
      </pc:sldChg>
      <pc:sldChg chg="addSp">
        <pc:chgData name="Christopher Aloo" userId="81d139e4-1a74-45bd-a04a-64f94c7d37c9" providerId="ADAL" clId="{0BEBABF5-9F1D-4AE5-B0E7-31A657558118}" dt="2025-09-16T06:37:17.886" v="203"/>
        <pc:sldMkLst>
          <pc:docMk/>
          <pc:sldMk cId="1631390472" sldId="307"/>
        </pc:sldMkLst>
        <pc:inkChg chg="add">
          <ac:chgData name="Christopher Aloo" userId="81d139e4-1a74-45bd-a04a-64f94c7d37c9" providerId="ADAL" clId="{0BEBABF5-9F1D-4AE5-B0E7-31A657558118}" dt="2025-09-16T06:37:17.886" v="203"/>
          <ac:inkMkLst>
            <pc:docMk/>
            <pc:sldMk cId="1631390472" sldId="307"/>
            <ac:inkMk id="3" creationId="{2B139DD7-84B6-3F65-DA5C-E143403E469F}"/>
          </ac:inkMkLst>
        </pc:inkChg>
      </pc:sldChg>
      <pc:sldChg chg="addSp delSp modSp mod">
        <pc:chgData name="Christopher Aloo" userId="81d139e4-1a74-45bd-a04a-64f94c7d37c9" providerId="ADAL" clId="{0BEBABF5-9F1D-4AE5-B0E7-31A657558118}" dt="2025-09-17T07:26:26.656" v="251"/>
        <pc:sldMkLst>
          <pc:docMk/>
          <pc:sldMk cId="1751710969" sldId="308"/>
        </pc:sldMkLst>
        <pc:picChg chg="add mod">
          <ac:chgData name="Christopher Aloo" userId="81d139e4-1a74-45bd-a04a-64f94c7d37c9" providerId="ADAL" clId="{0BEBABF5-9F1D-4AE5-B0E7-31A657558118}" dt="2025-09-15T17:55:48.824" v="61" actId="14100"/>
          <ac:picMkLst>
            <pc:docMk/>
            <pc:sldMk cId="1751710969" sldId="308"/>
            <ac:picMk id="9" creationId="{B216D45B-6E76-27BD-9E9C-946E613ABD36}"/>
          </ac:picMkLst>
        </pc:picChg>
        <pc:picChg chg="add mod">
          <ac:chgData name="Christopher Aloo" userId="81d139e4-1a74-45bd-a04a-64f94c7d37c9" providerId="ADAL" clId="{0BEBABF5-9F1D-4AE5-B0E7-31A657558118}" dt="2025-09-15T17:56:15.615" v="65" actId="1076"/>
          <ac:picMkLst>
            <pc:docMk/>
            <pc:sldMk cId="1751710969" sldId="308"/>
            <ac:picMk id="11" creationId="{15F3C8A0-CED7-83DF-7459-03CFC89C152E}"/>
          </ac:picMkLst>
        </pc:picChg>
        <pc:picChg chg="add mod">
          <ac:chgData name="Christopher Aloo" userId="81d139e4-1a74-45bd-a04a-64f94c7d37c9" providerId="ADAL" clId="{0BEBABF5-9F1D-4AE5-B0E7-31A657558118}" dt="2025-09-15T17:56:15.615" v="65" actId="1076"/>
          <ac:picMkLst>
            <pc:docMk/>
            <pc:sldMk cId="1751710969" sldId="308"/>
            <ac:picMk id="13" creationId="{1182D349-3BB0-3FB2-8708-E9105F3F1C97}"/>
          </ac:picMkLst>
        </pc:picChg>
        <pc:picChg chg="add mod">
          <ac:chgData name="Christopher Aloo" userId="81d139e4-1a74-45bd-a04a-64f94c7d37c9" providerId="ADAL" clId="{0BEBABF5-9F1D-4AE5-B0E7-31A657558118}" dt="2025-09-15T17:56:33.862" v="70" actId="14100"/>
          <ac:picMkLst>
            <pc:docMk/>
            <pc:sldMk cId="1751710969" sldId="308"/>
            <ac:picMk id="15" creationId="{DA6DE391-8D04-D2F2-00F8-6B4227D19935}"/>
          </ac:picMkLst>
        </pc:picChg>
        <pc:inkChg chg="add del">
          <ac:chgData name="Christopher Aloo" userId="81d139e4-1a74-45bd-a04a-64f94c7d37c9" providerId="ADAL" clId="{0BEBABF5-9F1D-4AE5-B0E7-31A657558118}" dt="2025-09-16T13:16:17.829" v="204" actId="478"/>
          <ac:inkMkLst>
            <pc:docMk/>
            <pc:sldMk cId="1751710969" sldId="308"/>
            <ac:inkMk id="16" creationId="{2758C5C7-BFB1-37A7-1132-A890D425A9B9}"/>
          </ac:inkMkLst>
        </pc:inkChg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1751710969" sldId="308"/>
            <ac:inkMk id="17" creationId="{228EEFD3-0E96-8554-1708-CC6571A2CA92}"/>
          </ac:inkMkLst>
        </pc:inkChg>
      </pc:sldChg>
      <pc:sldChg chg="addSp delSp modSp mod">
        <pc:chgData name="Christopher Aloo" userId="81d139e4-1a74-45bd-a04a-64f94c7d37c9" providerId="ADAL" clId="{0BEBABF5-9F1D-4AE5-B0E7-31A657558118}" dt="2025-09-16T13:16:44.912" v="208" actId="478"/>
        <pc:sldMkLst>
          <pc:docMk/>
          <pc:sldMk cId="1683218715" sldId="309"/>
        </pc:sldMkLst>
        <pc:spChg chg="add del mod">
          <ac:chgData name="Christopher Aloo" userId="81d139e4-1a74-45bd-a04a-64f94c7d37c9" providerId="ADAL" clId="{0BEBABF5-9F1D-4AE5-B0E7-31A657558118}" dt="2025-09-16T13:16:35.725" v="207" actId="478"/>
          <ac:spMkLst>
            <pc:docMk/>
            <pc:sldMk cId="1683218715" sldId="309"/>
            <ac:spMk id="8" creationId="{FD133C04-4163-47B6-6788-B4C0AB50BAB5}"/>
          </ac:spMkLst>
        </pc:spChg>
        <pc:picChg chg="add mod">
          <ac:chgData name="Christopher Aloo" userId="81d139e4-1a74-45bd-a04a-64f94c7d37c9" providerId="ADAL" clId="{0BEBABF5-9F1D-4AE5-B0E7-31A657558118}" dt="2025-09-15T17:57:33.530" v="80" actId="1076"/>
          <ac:picMkLst>
            <pc:docMk/>
            <pc:sldMk cId="1683218715" sldId="309"/>
            <ac:picMk id="4" creationId="{BE075186-ED8B-8385-89C8-23580F078B44}"/>
          </ac:picMkLst>
        </pc:picChg>
        <pc:picChg chg="add mod">
          <ac:chgData name="Christopher Aloo" userId="81d139e4-1a74-45bd-a04a-64f94c7d37c9" providerId="ADAL" clId="{0BEBABF5-9F1D-4AE5-B0E7-31A657558118}" dt="2025-09-15T17:57:53.569" v="86" actId="1076"/>
          <ac:picMkLst>
            <pc:docMk/>
            <pc:sldMk cId="1683218715" sldId="309"/>
            <ac:picMk id="7" creationId="{FF556B79-1FC9-42F6-8A66-CAAB350E1E5A}"/>
          </ac:picMkLst>
        </pc:picChg>
        <pc:inkChg chg="add del">
          <ac:chgData name="Christopher Aloo" userId="81d139e4-1a74-45bd-a04a-64f94c7d37c9" providerId="ADAL" clId="{0BEBABF5-9F1D-4AE5-B0E7-31A657558118}" dt="2025-09-16T13:16:44.912" v="208" actId="478"/>
          <ac:inkMkLst>
            <pc:docMk/>
            <pc:sldMk cId="1683218715" sldId="309"/>
            <ac:inkMk id="9" creationId="{C3695EDC-1AF9-916B-177C-78C0FBCD52C9}"/>
          </ac:inkMkLst>
        </pc:inkChg>
      </pc:sldChg>
      <pc:sldChg chg="addSp delSp mod">
        <pc:chgData name="Christopher Aloo" userId="81d139e4-1a74-45bd-a04a-64f94c7d37c9" providerId="ADAL" clId="{0BEBABF5-9F1D-4AE5-B0E7-31A657558118}" dt="2025-09-16T13:16:49.518" v="209" actId="478"/>
        <pc:sldMkLst>
          <pc:docMk/>
          <pc:sldMk cId="3185540899" sldId="310"/>
        </pc:sldMkLst>
        <pc:inkChg chg="add del">
          <ac:chgData name="Christopher Aloo" userId="81d139e4-1a74-45bd-a04a-64f94c7d37c9" providerId="ADAL" clId="{0BEBABF5-9F1D-4AE5-B0E7-31A657558118}" dt="2025-09-16T13:16:49.518" v="209" actId="478"/>
          <ac:inkMkLst>
            <pc:docMk/>
            <pc:sldMk cId="3185540899" sldId="310"/>
            <ac:inkMk id="2" creationId="{36AFD4D3-B851-2310-C129-64AB94607312}"/>
          </ac:inkMkLst>
        </pc:inkChg>
      </pc:sldChg>
      <pc:sldChg chg="addSp modSp mod">
        <pc:chgData name="Christopher Aloo" userId="81d139e4-1a74-45bd-a04a-64f94c7d37c9" providerId="ADAL" clId="{0BEBABF5-9F1D-4AE5-B0E7-31A657558118}" dt="2025-09-17T07:26:26.656" v="251"/>
        <pc:sldMkLst>
          <pc:docMk/>
          <pc:sldMk cId="596695051" sldId="313"/>
        </pc:sldMkLst>
        <pc:spChg chg="mod">
          <ac:chgData name="Christopher Aloo" userId="81d139e4-1a74-45bd-a04a-64f94c7d37c9" providerId="ADAL" clId="{0BEBABF5-9F1D-4AE5-B0E7-31A657558118}" dt="2025-09-15T17:43:27.117" v="40" actId="207"/>
          <ac:spMkLst>
            <pc:docMk/>
            <pc:sldMk cId="596695051" sldId="313"/>
            <ac:spMk id="3" creationId="{310EAC06-2050-E449-3C05-2F02B0748DF2}"/>
          </ac:spMkLst>
        </pc:spChg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596695051" sldId="313"/>
            <ac:inkMk id="4" creationId="{4F165367-0D58-C460-9250-46413A8E979D}"/>
          </ac:inkMkLst>
        </pc:inkChg>
      </pc:sldChg>
      <pc:sldChg chg="addSp">
        <pc:chgData name="Christopher Aloo" userId="81d139e4-1a74-45bd-a04a-64f94c7d37c9" providerId="ADAL" clId="{0BEBABF5-9F1D-4AE5-B0E7-31A657558118}" dt="2025-09-17T07:26:26.656" v="251"/>
        <pc:sldMkLst>
          <pc:docMk/>
          <pc:sldMk cId="4010766615" sldId="319"/>
        </pc:sldMkLst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4010766615" sldId="319"/>
            <ac:inkMk id="4" creationId="{569F2C6F-8C72-6771-A233-8F365D1E6A45}"/>
          </ac:inkMkLst>
        </pc:inkChg>
      </pc:sldChg>
      <pc:sldChg chg="addSp">
        <pc:chgData name="Christopher Aloo" userId="81d139e4-1a74-45bd-a04a-64f94c7d37c9" providerId="ADAL" clId="{0BEBABF5-9F1D-4AE5-B0E7-31A657558118}" dt="2025-09-17T07:26:26.656" v="251"/>
        <pc:sldMkLst>
          <pc:docMk/>
          <pc:sldMk cId="2868813887" sldId="320"/>
        </pc:sldMkLst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2868813887" sldId="320"/>
            <ac:inkMk id="24" creationId="{C61CC4A5-E531-C044-9316-F9E9D1D7DD01}"/>
          </ac:inkMkLst>
        </pc:inkChg>
      </pc:sldChg>
      <pc:sldChg chg="addSp modSp mod">
        <pc:chgData name="Christopher Aloo" userId="81d139e4-1a74-45bd-a04a-64f94c7d37c9" providerId="ADAL" clId="{0BEBABF5-9F1D-4AE5-B0E7-31A657558118}" dt="2025-09-17T07:26:26.656" v="251"/>
        <pc:sldMkLst>
          <pc:docMk/>
          <pc:sldMk cId="4272252233" sldId="321"/>
        </pc:sldMkLst>
        <pc:spChg chg="mod">
          <ac:chgData name="Christopher Aloo" userId="81d139e4-1a74-45bd-a04a-64f94c7d37c9" providerId="ADAL" clId="{0BEBABF5-9F1D-4AE5-B0E7-31A657558118}" dt="2025-09-16T16:46:02.680" v="250" actId="27636"/>
          <ac:spMkLst>
            <pc:docMk/>
            <pc:sldMk cId="4272252233" sldId="321"/>
            <ac:spMk id="3" creationId="{D0E7E92F-0E7C-AF82-701B-91F2826C1BEA}"/>
          </ac:spMkLst>
        </pc:spChg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4272252233" sldId="321"/>
            <ac:inkMk id="4" creationId="{C578AB46-932F-7C91-F365-306040DFECA1}"/>
          </ac:inkMkLst>
        </pc:inkChg>
      </pc:sldChg>
      <pc:sldChg chg="addSp">
        <pc:chgData name="Christopher Aloo" userId="81d139e4-1a74-45bd-a04a-64f94c7d37c9" providerId="ADAL" clId="{0BEBABF5-9F1D-4AE5-B0E7-31A657558118}" dt="2025-09-17T07:26:26.656" v="251"/>
        <pc:sldMkLst>
          <pc:docMk/>
          <pc:sldMk cId="971938631" sldId="323"/>
        </pc:sldMkLst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971938631" sldId="323"/>
            <ac:inkMk id="4" creationId="{F31CAC7A-8B2D-422F-70A8-3AF981D6B3AE}"/>
          </ac:inkMkLst>
        </pc:inkChg>
      </pc:sldChg>
      <pc:sldChg chg="addSp delSp mod">
        <pc:chgData name="Christopher Aloo" userId="81d139e4-1a74-45bd-a04a-64f94c7d37c9" providerId="ADAL" clId="{0BEBABF5-9F1D-4AE5-B0E7-31A657558118}" dt="2025-09-15T18:04:14.189" v="142" actId="478"/>
        <pc:sldMkLst>
          <pc:docMk/>
          <pc:sldMk cId="832394234" sldId="328"/>
        </pc:sldMkLst>
        <pc:inkChg chg="add del">
          <ac:chgData name="Christopher Aloo" userId="81d139e4-1a74-45bd-a04a-64f94c7d37c9" providerId="ADAL" clId="{0BEBABF5-9F1D-4AE5-B0E7-31A657558118}" dt="2025-09-15T18:04:14.189" v="142" actId="478"/>
          <ac:inkMkLst>
            <pc:docMk/>
            <pc:sldMk cId="832394234" sldId="328"/>
            <ac:inkMk id="3" creationId="{6B04BFD4-499A-DD2B-C6E3-E50583A0CC5C}"/>
          </ac:inkMkLst>
        </pc:inkChg>
      </pc:sldChg>
      <pc:sldChg chg="addSp">
        <pc:chgData name="Christopher Aloo" userId="81d139e4-1a74-45bd-a04a-64f94c7d37c9" providerId="ADAL" clId="{0BEBABF5-9F1D-4AE5-B0E7-31A657558118}" dt="2025-09-17T07:26:26.656" v="251"/>
        <pc:sldMkLst>
          <pc:docMk/>
          <pc:sldMk cId="3936774391" sldId="330"/>
        </pc:sldMkLst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3936774391" sldId="330"/>
            <ac:inkMk id="3" creationId="{A50FCE36-FD76-945A-8E4D-E70D745BEB45}"/>
          </ac:inkMkLst>
        </pc:inkChg>
      </pc:sldChg>
      <pc:sldChg chg="addSp delSp modSp mod">
        <pc:chgData name="Christopher Aloo" userId="81d139e4-1a74-45bd-a04a-64f94c7d37c9" providerId="ADAL" clId="{0BEBABF5-9F1D-4AE5-B0E7-31A657558118}" dt="2025-09-16T13:24:49.317" v="244"/>
        <pc:sldMkLst>
          <pc:docMk/>
          <pc:sldMk cId="2388938237" sldId="342"/>
        </pc:sldMkLst>
        <pc:spChg chg="add mod">
          <ac:chgData name="Christopher Aloo" userId="81d139e4-1a74-45bd-a04a-64f94c7d37c9" providerId="ADAL" clId="{0BEBABF5-9F1D-4AE5-B0E7-31A657558118}" dt="2025-09-16T13:24:49.317" v="244"/>
          <ac:spMkLst>
            <pc:docMk/>
            <pc:sldMk cId="2388938237" sldId="342"/>
            <ac:spMk id="65" creationId="{74F30EA2-6B15-9235-1405-9F4908E2929D}"/>
          </ac:spMkLst>
        </pc:spChg>
        <pc:grpChg chg="del">
          <ac:chgData name="Christopher Aloo" userId="81d139e4-1a74-45bd-a04a-64f94c7d37c9" providerId="ADAL" clId="{0BEBABF5-9F1D-4AE5-B0E7-31A657558118}" dt="2025-09-16T13:23:31.300" v="225" actId="478"/>
          <ac:grpSpMkLst>
            <pc:docMk/>
            <pc:sldMk cId="2388938237" sldId="342"/>
            <ac:grpSpMk id="4" creationId="{0DFCF12F-DC01-C750-C724-526D6D4B43A7}"/>
          </ac:grpSpMkLst>
        </pc:grpChg>
        <pc:grpChg chg="del">
          <ac:chgData name="Christopher Aloo" userId="81d139e4-1a74-45bd-a04a-64f94c7d37c9" providerId="ADAL" clId="{0BEBABF5-9F1D-4AE5-B0E7-31A657558118}" dt="2025-09-16T13:23:31.300" v="225" actId="478"/>
          <ac:grpSpMkLst>
            <pc:docMk/>
            <pc:sldMk cId="2388938237" sldId="342"/>
            <ac:grpSpMk id="10" creationId="{4051A6AB-9F66-D244-4065-BBB9C233548B}"/>
          </ac:grpSpMkLst>
        </pc:grpChg>
        <pc:grpChg chg="del">
          <ac:chgData name="Christopher Aloo" userId="81d139e4-1a74-45bd-a04a-64f94c7d37c9" providerId="ADAL" clId="{0BEBABF5-9F1D-4AE5-B0E7-31A657558118}" dt="2025-09-16T13:23:31.300" v="225" actId="478"/>
          <ac:grpSpMkLst>
            <pc:docMk/>
            <pc:sldMk cId="2388938237" sldId="342"/>
            <ac:grpSpMk id="14" creationId="{1A71B4B7-76C6-0670-13BC-CC7EA0DE06D2}"/>
          </ac:grpSpMkLst>
        </pc:grpChg>
        <pc:grpChg chg="del">
          <ac:chgData name="Christopher Aloo" userId="81d139e4-1a74-45bd-a04a-64f94c7d37c9" providerId="ADAL" clId="{0BEBABF5-9F1D-4AE5-B0E7-31A657558118}" dt="2025-09-16T13:23:31.300" v="225" actId="478"/>
          <ac:grpSpMkLst>
            <pc:docMk/>
            <pc:sldMk cId="2388938237" sldId="342"/>
            <ac:grpSpMk id="29" creationId="{EFE6CD67-E2BC-1939-DD8B-AEDF15F2DF26}"/>
          </ac:grpSpMkLst>
        </pc:grpChg>
        <pc:grpChg chg="del">
          <ac:chgData name="Christopher Aloo" userId="81d139e4-1a74-45bd-a04a-64f94c7d37c9" providerId="ADAL" clId="{0BEBABF5-9F1D-4AE5-B0E7-31A657558118}" dt="2025-09-16T13:23:31.300" v="225" actId="478"/>
          <ac:grpSpMkLst>
            <pc:docMk/>
            <pc:sldMk cId="2388938237" sldId="342"/>
            <ac:grpSpMk id="30" creationId="{C91BD8E4-2D46-39E8-60EC-D3CB376303EA}"/>
          </ac:grpSpMkLst>
        </pc:grpChg>
        <pc:grpChg chg="del">
          <ac:chgData name="Christopher Aloo" userId="81d139e4-1a74-45bd-a04a-64f94c7d37c9" providerId="ADAL" clId="{0BEBABF5-9F1D-4AE5-B0E7-31A657558118}" dt="2025-09-16T13:23:31.300" v="225" actId="478"/>
          <ac:grpSpMkLst>
            <pc:docMk/>
            <pc:sldMk cId="2388938237" sldId="342"/>
            <ac:grpSpMk id="37" creationId="{1EFC9FB9-D548-8F1A-DBBC-BE0104273372}"/>
          </ac:grpSpMkLst>
        </pc:grpChg>
        <pc:grpChg chg="del">
          <ac:chgData name="Christopher Aloo" userId="81d139e4-1a74-45bd-a04a-64f94c7d37c9" providerId="ADAL" clId="{0BEBABF5-9F1D-4AE5-B0E7-31A657558118}" dt="2025-09-16T13:23:31.300" v="225" actId="478"/>
          <ac:grpSpMkLst>
            <pc:docMk/>
            <pc:sldMk cId="2388938237" sldId="342"/>
            <ac:grpSpMk id="52" creationId="{9FC1C8EC-2970-68BD-CA5D-8CF65A65BE50}"/>
          </ac:grpSpMkLst>
        </pc:grpChg>
        <pc:grpChg chg="del">
          <ac:chgData name="Christopher Aloo" userId="81d139e4-1a74-45bd-a04a-64f94c7d37c9" providerId="ADAL" clId="{0BEBABF5-9F1D-4AE5-B0E7-31A657558118}" dt="2025-09-16T13:23:31.300" v="225" actId="478"/>
          <ac:grpSpMkLst>
            <pc:docMk/>
            <pc:sldMk cId="2388938237" sldId="342"/>
            <ac:grpSpMk id="91" creationId="{B07B1875-A8B7-ACB1-E1C9-1B4364010FEB}"/>
          </ac:grpSpMkLst>
        </pc:grpChg>
        <pc:grpChg chg="del">
          <ac:chgData name="Christopher Aloo" userId="81d139e4-1a74-45bd-a04a-64f94c7d37c9" providerId="ADAL" clId="{0BEBABF5-9F1D-4AE5-B0E7-31A657558118}" dt="2025-09-16T13:23:31.300" v="225" actId="478"/>
          <ac:grpSpMkLst>
            <pc:docMk/>
            <pc:sldMk cId="2388938237" sldId="342"/>
            <ac:grpSpMk id="124" creationId="{7C756DCF-E358-DD2C-6AE3-423CD5A98345}"/>
          </ac:grpSpMkLst>
        </pc:grpChg>
        <pc:picChg chg="add del mod">
          <ac:chgData name="Christopher Aloo" userId="81d139e4-1a74-45bd-a04a-64f94c7d37c9" providerId="ADAL" clId="{0BEBABF5-9F1D-4AE5-B0E7-31A657558118}" dt="2025-09-16T13:23:41.415" v="230" actId="478"/>
          <ac:picMkLst>
            <pc:docMk/>
            <pc:sldMk cId="2388938237" sldId="342"/>
            <ac:picMk id="58" creationId="{AD4D01DD-8679-2119-3A7B-400E0AEF5CAC}"/>
          </ac:picMkLst>
        </pc:picChg>
        <pc:picChg chg="add mod">
          <ac:chgData name="Christopher Aloo" userId="81d139e4-1a74-45bd-a04a-64f94c7d37c9" providerId="ADAL" clId="{0BEBABF5-9F1D-4AE5-B0E7-31A657558118}" dt="2025-09-16T13:24:06.370" v="233" actId="1076"/>
          <ac:picMkLst>
            <pc:docMk/>
            <pc:sldMk cId="2388938237" sldId="342"/>
            <ac:picMk id="62" creationId="{AD4E55F1-9C16-2E01-4DA7-F1A984D9761E}"/>
          </ac:picMkLst>
        </pc:picChg>
        <pc:inkChg chg="del">
          <ac:chgData name="Christopher Aloo" userId="81d139e4-1a74-45bd-a04a-64f94c7d37c9" providerId="ADAL" clId="{0BEBABF5-9F1D-4AE5-B0E7-31A657558118}" dt="2025-09-16T13:23:31.300" v="225" actId="478"/>
          <ac:inkMkLst>
            <pc:docMk/>
            <pc:sldMk cId="2388938237" sldId="342"/>
            <ac:inkMk id="49" creationId="{CDB355B6-3752-2C2A-9CF6-A8AD5DF1E3CB}"/>
          </ac:inkMkLst>
        </pc:inkChg>
      </pc:sldChg>
      <pc:sldChg chg="addSp delSp modSp mod modAnim">
        <pc:chgData name="Christopher Aloo" userId="81d139e4-1a74-45bd-a04a-64f94c7d37c9" providerId="ADAL" clId="{0BEBABF5-9F1D-4AE5-B0E7-31A657558118}" dt="2025-09-17T07:26:26.656" v="251"/>
        <pc:sldMkLst>
          <pc:docMk/>
          <pc:sldMk cId="2400876156" sldId="354"/>
        </pc:sldMkLst>
        <pc:spChg chg="del">
          <ac:chgData name="Christopher Aloo" userId="81d139e4-1a74-45bd-a04a-64f94c7d37c9" providerId="ADAL" clId="{0BEBABF5-9F1D-4AE5-B0E7-31A657558118}" dt="2025-09-16T13:20:12.896" v="214" actId="478"/>
          <ac:spMkLst>
            <pc:docMk/>
            <pc:sldMk cId="2400876156" sldId="354"/>
            <ac:spMk id="5" creationId="{5B612E0C-98C2-7CFA-2327-2D2E7BA79AD2}"/>
          </ac:spMkLst>
        </pc:spChg>
        <pc:spChg chg="del">
          <ac:chgData name="Christopher Aloo" userId="81d139e4-1a74-45bd-a04a-64f94c7d37c9" providerId="ADAL" clId="{0BEBABF5-9F1D-4AE5-B0E7-31A657558118}" dt="2025-09-16T13:20:12.896" v="214" actId="478"/>
          <ac:spMkLst>
            <pc:docMk/>
            <pc:sldMk cId="2400876156" sldId="354"/>
            <ac:spMk id="8" creationId="{D1304FDC-4D72-ADD2-7E09-E59694F28EAB}"/>
          </ac:spMkLst>
        </pc:spChg>
        <pc:spChg chg="del">
          <ac:chgData name="Christopher Aloo" userId="81d139e4-1a74-45bd-a04a-64f94c7d37c9" providerId="ADAL" clId="{0BEBABF5-9F1D-4AE5-B0E7-31A657558118}" dt="2025-09-16T13:20:12.896" v="214" actId="478"/>
          <ac:spMkLst>
            <pc:docMk/>
            <pc:sldMk cId="2400876156" sldId="354"/>
            <ac:spMk id="9" creationId="{3A1574E1-38ED-B75D-BF99-251ABF745543}"/>
          </ac:spMkLst>
        </pc:spChg>
        <pc:spChg chg="del">
          <ac:chgData name="Christopher Aloo" userId="81d139e4-1a74-45bd-a04a-64f94c7d37c9" providerId="ADAL" clId="{0BEBABF5-9F1D-4AE5-B0E7-31A657558118}" dt="2025-09-16T13:20:12.896" v="214" actId="478"/>
          <ac:spMkLst>
            <pc:docMk/>
            <pc:sldMk cId="2400876156" sldId="354"/>
            <ac:spMk id="14" creationId="{E104D3FD-E4B3-1ED6-BB2B-E726C6170900}"/>
          </ac:spMkLst>
        </pc:spChg>
        <pc:grpChg chg="del">
          <ac:chgData name="Christopher Aloo" userId="81d139e4-1a74-45bd-a04a-64f94c7d37c9" providerId="ADAL" clId="{0BEBABF5-9F1D-4AE5-B0E7-31A657558118}" dt="2025-09-16T13:20:10.346" v="213" actId="478"/>
          <ac:grpSpMkLst>
            <pc:docMk/>
            <pc:sldMk cId="2400876156" sldId="354"/>
            <ac:grpSpMk id="10" creationId="{B24B0B84-571B-EA66-F1E9-358E7F984962}"/>
          </ac:grpSpMkLst>
        </pc:grpChg>
        <pc:grpChg chg="mod">
          <ac:chgData name="Christopher Aloo" userId="81d139e4-1a74-45bd-a04a-64f94c7d37c9" providerId="ADAL" clId="{0BEBABF5-9F1D-4AE5-B0E7-31A657558118}" dt="2025-09-16T16:45:20.155" v="246" actId="164"/>
          <ac:grpSpMkLst>
            <pc:docMk/>
            <pc:sldMk cId="2400876156" sldId="354"/>
            <ac:grpSpMk id="11" creationId="{AA64F1C4-F23B-D6EF-8EBF-309239B107E9}"/>
          </ac:grpSpMkLst>
        </pc:grpChg>
        <pc:grpChg chg="del">
          <ac:chgData name="Christopher Aloo" userId="81d139e4-1a74-45bd-a04a-64f94c7d37c9" providerId="ADAL" clId="{0BEBABF5-9F1D-4AE5-B0E7-31A657558118}" dt="2025-09-16T13:20:32.306" v="220" actId="478"/>
          <ac:grpSpMkLst>
            <pc:docMk/>
            <pc:sldMk cId="2400876156" sldId="354"/>
            <ac:grpSpMk id="22" creationId="{55740033-C885-2905-AE74-AF095F412171}"/>
          </ac:grpSpMkLst>
        </pc:grpChg>
        <pc:grpChg chg="del">
          <ac:chgData name="Christopher Aloo" userId="81d139e4-1a74-45bd-a04a-64f94c7d37c9" providerId="ADAL" clId="{0BEBABF5-9F1D-4AE5-B0E7-31A657558118}" dt="2025-09-16T13:20:34.600" v="221" actId="478"/>
          <ac:grpSpMkLst>
            <pc:docMk/>
            <pc:sldMk cId="2400876156" sldId="354"/>
            <ac:grpSpMk id="27" creationId="{B835266A-F360-23E6-C33D-B79193528A35}"/>
          </ac:grpSpMkLst>
        </pc:grpChg>
        <pc:grpChg chg="mod">
          <ac:chgData name="Christopher Aloo" userId="81d139e4-1a74-45bd-a04a-64f94c7d37c9" providerId="ADAL" clId="{0BEBABF5-9F1D-4AE5-B0E7-31A657558118}" dt="2025-09-16T16:45:20.155" v="246" actId="164"/>
          <ac:grpSpMkLst>
            <pc:docMk/>
            <pc:sldMk cId="2400876156" sldId="354"/>
            <ac:grpSpMk id="31" creationId="{00E34BE7-524A-BB6C-D53B-991DFC9FFC2C}"/>
          </ac:grpSpMkLst>
        </pc:grpChg>
        <pc:grpChg chg="mod">
          <ac:chgData name="Christopher Aloo" userId="81d139e4-1a74-45bd-a04a-64f94c7d37c9" providerId="ADAL" clId="{0BEBABF5-9F1D-4AE5-B0E7-31A657558118}" dt="2025-09-16T16:45:20.155" v="246" actId="164"/>
          <ac:grpSpMkLst>
            <pc:docMk/>
            <pc:sldMk cId="2400876156" sldId="354"/>
            <ac:grpSpMk id="35" creationId="{D2376148-21EB-6B79-ABD1-53980258923C}"/>
          </ac:grpSpMkLst>
        </pc:grpChg>
        <pc:grpChg chg="add mod">
          <ac:chgData name="Christopher Aloo" userId="81d139e4-1a74-45bd-a04a-64f94c7d37c9" providerId="ADAL" clId="{0BEBABF5-9F1D-4AE5-B0E7-31A657558118}" dt="2025-09-16T16:45:20.155" v="246" actId="164"/>
          <ac:grpSpMkLst>
            <pc:docMk/>
            <pc:sldMk cId="2400876156" sldId="354"/>
            <ac:grpSpMk id="44" creationId="{9C2FA3AE-E560-16D1-AF1B-8811C5A548B2}"/>
          </ac:grpSpMkLst>
        </pc:grpChg>
        <pc:grpChg chg="mod">
          <ac:chgData name="Christopher Aloo" userId="81d139e4-1a74-45bd-a04a-64f94c7d37c9" providerId="ADAL" clId="{0BEBABF5-9F1D-4AE5-B0E7-31A657558118}" dt="2025-09-16T16:45:20.155" v="246" actId="164"/>
          <ac:grpSpMkLst>
            <pc:docMk/>
            <pc:sldMk cId="2400876156" sldId="354"/>
            <ac:grpSpMk id="93" creationId="{8F82E40C-6D44-72F3-6E7E-8D2F9D7980E0}"/>
          </ac:grpSpMkLst>
        </pc:grpChg>
        <pc:grpChg chg="add del">
          <ac:chgData name="Christopher Aloo" userId="81d139e4-1a74-45bd-a04a-64f94c7d37c9" providerId="ADAL" clId="{0BEBABF5-9F1D-4AE5-B0E7-31A657558118}" dt="2025-09-16T13:20:07.786" v="212" actId="478"/>
          <ac:grpSpMkLst>
            <pc:docMk/>
            <pc:sldMk cId="2400876156" sldId="354"/>
            <ac:grpSpMk id="105" creationId="{4C3F9587-7D11-AB54-E7C4-0F07C2E7CE33}"/>
          </ac:grpSpMkLst>
        </pc:grpChg>
        <pc:picChg chg="add mod">
          <ac:chgData name="Christopher Aloo" userId="81d139e4-1a74-45bd-a04a-64f94c7d37c9" providerId="ADAL" clId="{0BEBABF5-9F1D-4AE5-B0E7-31A657558118}" dt="2025-09-16T13:20:25.286" v="219" actId="1076"/>
          <ac:picMkLst>
            <pc:docMk/>
            <pc:sldMk cId="2400876156" sldId="354"/>
            <ac:picMk id="15" creationId="{211079CA-8DD0-2F13-4560-9CD4E10779CD}"/>
          </ac:picMkLst>
        </pc:picChg>
        <pc:inkChg chg="del">
          <ac:chgData name="Christopher Aloo" userId="81d139e4-1a74-45bd-a04a-64f94c7d37c9" providerId="ADAL" clId="{0BEBABF5-9F1D-4AE5-B0E7-31A657558118}" dt="2025-09-16T13:20:36.913" v="222" actId="478"/>
          <ac:inkMkLst>
            <pc:docMk/>
            <pc:sldMk cId="2400876156" sldId="354"/>
            <ac:inkMk id="23" creationId="{DB0A44AF-650A-CB63-5D0D-1DF22F8CD991}"/>
          </ac:inkMkLst>
        </pc:inkChg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2400876156" sldId="354"/>
            <ac:inkMk id="47" creationId="{4BAB7BA4-C72D-0DEE-FE66-893493E1FE53}"/>
          </ac:inkMkLst>
        </pc:inkChg>
      </pc:sldChg>
      <pc:sldChg chg="addSp delSp modSp mod">
        <pc:chgData name="Christopher Aloo" userId="81d139e4-1a74-45bd-a04a-64f94c7d37c9" providerId="ADAL" clId="{0BEBABF5-9F1D-4AE5-B0E7-31A657558118}" dt="2025-09-17T07:26:26.656" v="251"/>
        <pc:sldMkLst>
          <pc:docMk/>
          <pc:sldMk cId="3933764598" sldId="355"/>
        </pc:sldMkLst>
        <pc:spChg chg="add mod">
          <ac:chgData name="Christopher Aloo" userId="81d139e4-1a74-45bd-a04a-64f94c7d37c9" providerId="ADAL" clId="{0BEBABF5-9F1D-4AE5-B0E7-31A657558118}" dt="2025-09-15T18:04:58.988" v="201" actId="20577"/>
          <ac:spMkLst>
            <pc:docMk/>
            <pc:sldMk cId="3933764598" sldId="355"/>
            <ac:spMk id="3" creationId="{A6E13BDA-621A-6A99-74C7-EC8EC42F1591}"/>
          </ac:spMkLst>
        </pc:spChg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3933764598" sldId="355"/>
            <ac:inkMk id="4" creationId="{C7E2D11F-DE39-20D7-627A-1BACF9E52210}"/>
          </ac:inkMkLst>
        </pc:inkChg>
      </pc:sldChg>
      <pc:sldChg chg="addSp">
        <pc:chgData name="Christopher Aloo" userId="81d139e4-1a74-45bd-a04a-64f94c7d37c9" providerId="ADAL" clId="{0BEBABF5-9F1D-4AE5-B0E7-31A657558118}" dt="2025-09-17T07:26:26.656" v="251"/>
        <pc:sldMkLst>
          <pc:docMk/>
          <pc:sldMk cId="945141581" sldId="356"/>
        </pc:sldMkLst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945141581" sldId="356"/>
            <ac:inkMk id="3" creationId="{72B4934C-BCAA-897F-58F5-DF8A9BE83759}"/>
          </ac:inkMkLst>
        </pc:inkChg>
      </pc:sldChg>
      <pc:sldChg chg="addSp">
        <pc:chgData name="Christopher Aloo" userId="81d139e4-1a74-45bd-a04a-64f94c7d37c9" providerId="ADAL" clId="{0BEBABF5-9F1D-4AE5-B0E7-31A657558118}" dt="2025-09-17T07:26:26.656" v="251"/>
        <pc:sldMkLst>
          <pc:docMk/>
          <pc:sldMk cId="2386087315" sldId="360"/>
        </pc:sldMkLst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2386087315" sldId="360"/>
            <ac:inkMk id="3" creationId="{8C928008-E610-3B96-51B0-5F7A5130FD7B}"/>
          </ac:inkMkLst>
        </pc:inkChg>
      </pc:sldChg>
      <pc:sldChg chg="addSp">
        <pc:chgData name="Christopher Aloo" userId="81d139e4-1a74-45bd-a04a-64f94c7d37c9" providerId="ADAL" clId="{0BEBABF5-9F1D-4AE5-B0E7-31A657558118}" dt="2025-09-17T07:26:26.656" v="251"/>
        <pc:sldMkLst>
          <pc:docMk/>
          <pc:sldMk cId="3377454470" sldId="361"/>
        </pc:sldMkLst>
        <pc:inkChg chg="add">
          <ac:chgData name="Christopher Aloo" userId="81d139e4-1a74-45bd-a04a-64f94c7d37c9" providerId="ADAL" clId="{0BEBABF5-9F1D-4AE5-B0E7-31A657558118}" dt="2025-09-17T07:26:26.656" v="251"/>
          <ac:inkMkLst>
            <pc:docMk/>
            <pc:sldMk cId="3377454470" sldId="361"/>
            <ac:inkMk id="4" creationId="{7B5130E7-94AC-8976-A32C-1520E0F6DC85}"/>
          </ac:inkMkLst>
        </pc:inkChg>
      </pc:sldChg>
      <pc:sldChg chg="addSp delSp modSp add mod">
        <pc:chgData name="Christopher Aloo" userId="81d139e4-1a74-45bd-a04a-64f94c7d37c9" providerId="ADAL" clId="{0BEBABF5-9F1D-4AE5-B0E7-31A657558118}" dt="2025-09-16T13:16:28.693" v="205" actId="478"/>
        <pc:sldMkLst>
          <pc:docMk/>
          <pc:sldMk cId="150885103" sldId="362"/>
        </pc:sldMkLst>
        <pc:spChg chg="add mod">
          <ac:chgData name="Christopher Aloo" userId="81d139e4-1a74-45bd-a04a-64f94c7d37c9" providerId="ADAL" clId="{0BEBABF5-9F1D-4AE5-B0E7-31A657558118}" dt="2025-09-15T18:03:41.038" v="127" actId="207"/>
          <ac:spMkLst>
            <pc:docMk/>
            <pc:sldMk cId="150885103" sldId="362"/>
            <ac:spMk id="3" creationId="{2FCAA052-7E9B-E347-11E6-53F56879A2DC}"/>
          </ac:spMkLst>
        </pc:spChg>
        <pc:inkChg chg="add del">
          <ac:chgData name="Christopher Aloo" userId="81d139e4-1a74-45bd-a04a-64f94c7d37c9" providerId="ADAL" clId="{0BEBABF5-9F1D-4AE5-B0E7-31A657558118}" dt="2025-09-16T13:16:28.693" v="205" actId="478"/>
          <ac:inkMkLst>
            <pc:docMk/>
            <pc:sldMk cId="150885103" sldId="362"/>
            <ac:inkMk id="4" creationId="{4CE15145-CE68-B49E-0D7A-AB69DD5496D5}"/>
          </ac:inkMkLst>
        </pc:inkChg>
      </pc:sldChg>
      <pc:sldChg chg="addSp delSp modSp add mod">
        <pc:chgData name="Christopher Aloo" userId="81d139e4-1a74-45bd-a04a-64f94c7d37c9" providerId="ADAL" clId="{0BEBABF5-9F1D-4AE5-B0E7-31A657558118}" dt="2025-09-16T13:16:32.028" v="206" actId="478"/>
        <pc:sldMkLst>
          <pc:docMk/>
          <pc:sldMk cId="1878390720" sldId="363"/>
        </pc:sldMkLst>
        <pc:spChg chg="add mod">
          <ac:chgData name="Christopher Aloo" userId="81d139e4-1a74-45bd-a04a-64f94c7d37c9" providerId="ADAL" clId="{0BEBABF5-9F1D-4AE5-B0E7-31A657558118}" dt="2025-09-15T18:03:47.916" v="138" actId="20577"/>
          <ac:spMkLst>
            <pc:docMk/>
            <pc:sldMk cId="1878390720" sldId="363"/>
            <ac:spMk id="7" creationId="{DE4DBD57-159D-1948-64E1-4091DFEE5A8B}"/>
          </ac:spMkLst>
        </pc:spChg>
        <pc:picChg chg="add mod">
          <ac:chgData name="Christopher Aloo" userId="81d139e4-1a74-45bd-a04a-64f94c7d37c9" providerId="ADAL" clId="{0BEBABF5-9F1D-4AE5-B0E7-31A657558118}" dt="2025-09-15T17:56:56.018" v="74" actId="1076"/>
          <ac:picMkLst>
            <pc:docMk/>
            <pc:sldMk cId="1878390720" sldId="363"/>
            <ac:picMk id="4" creationId="{0DE5CC06-8888-7239-8E4E-92CBC6808BC4}"/>
          </ac:picMkLst>
        </pc:picChg>
        <pc:picChg chg="add mod">
          <ac:chgData name="Christopher Aloo" userId="81d139e4-1a74-45bd-a04a-64f94c7d37c9" providerId="ADAL" clId="{0BEBABF5-9F1D-4AE5-B0E7-31A657558118}" dt="2025-09-15T17:57:11.130" v="77" actId="1076"/>
          <ac:picMkLst>
            <pc:docMk/>
            <pc:sldMk cId="1878390720" sldId="363"/>
            <ac:picMk id="6" creationId="{E85BE6D7-2C05-1A69-0C4A-4B4866635A35}"/>
          </ac:picMkLst>
        </pc:picChg>
        <pc:inkChg chg="add del">
          <ac:chgData name="Christopher Aloo" userId="81d139e4-1a74-45bd-a04a-64f94c7d37c9" providerId="ADAL" clId="{0BEBABF5-9F1D-4AE5-B0E7-31A657558118}" dt="2025-09-16T13:16:32.028" v="206" actId="478"/>
          <ac:inkMkLst>
            <pc:docMk/>
            <pc:sldMk cId="1878390720" sldId="363"/>
            <ac:inkMk id="8" creationId="{7800C567-B86F-627C-B065-ECD27982D5AE}"/>
          </ac:inkMkLst>
        </pc:inkChg>
      </pc:sldChg>
      <pc:sldChg chg="add del">
        <pc:chgData name="Christopher Aloo" userId="81d139e4-1a74-45bd-a04a-64f94c7d37c9" providerId="ADAL" clId="{0BEBABF5-9F1D-4AE5-B0E7-31A657558118}" dt="2025-09-15T18:05:04.936" v="202" actId="47"/>
        <pc:sldMkLst>
          <pc:docMk/>
          <pc:sldMk cId="3623345636" sldId="364"/>
        </pc:sldMkLst>
      </pc:sldChg>
      <pc:sldChg chg="addSp delSp modSp add mod">
        <pc:chgData name="Christopher Aloo" userId="81d139e4-1a74-45bd-a04a-64f94c7d37c9" providerId="ADAL" clId="{0BEBABF5-9F1D-4AE5-B0E7-31A657558118}" dt="2025-09-15T18:03:54.248" v="140"/>
        <pc:sldMkLst>
          <pc:docMk/>
          <pc:sldMk cId="2164560482" sldId="365"/>
        </pc:sldMkLst>
        <pc:spChg chg="add mod">
          <ac:chgData name="Christopher Aloo" userId="81d139e4-1a74-45bd-a04a-64f94c7d37c9" providerId="ADAL" clId="{0BEBABF5-9F1D-4AE5-B0E7-31A657558118}" dt="2025-09-15T18:03:54.248" v="140"/>
          <ac:spMkLst>
            <pc:docMk/>
            <pc:sldMk cId="2164560482" sldId="365"/>
            <ac:spMk id="9" creationId="{E1C2E593-CD14-24D2-CCF1-BB4384FD059E}"/>
          </ac:spMkLst>
        </pc:spChg>
        <pc:picChg chg="add mod">
          <ac:chgData name="Christopher Aloo" userId="81d139e4-1a74-45bd-a04a-64f94c7d37c9" providerId="ADAL" clId="{0BEBABF5-9F1D-4AE5-B0E7-31A657558118}" dt="2025-09-15T18:03:15.826" v="96" actId="1076"/>
          <ac:picMkLst>
            <pc:docMk/>
            <pc:sldMk cId="2164560482" sldId="365"/>
            <ac:picMk id="8" creationId="{B4C9E9A2-B637-4F85-30A6-B623B6361E81}"/>
          </ac:picMkLst>
        </pc:picChg>
      </pc:sldChg>
      <pc:sldChg chg="addSp delSp modSp add mod">
        <pc:chgData name="Christopher Aloo" userId="81d139e4-1a74-45bd-a04a-64f94c7d37c9" providerId="ADAL" clId="{0BEBABF5-9F1D-4AE5-B0E7-31A657558118}" dt="2025-09-16T13:24:46.078" v="243" actId="21"/>
        <pc:sldMkLst>
          <pc:docMk/>
          <pc:sldMk cId="970462707" sldId="366"/>
        </pc:sldMkLst>
        <pc:spChg chg="add del mod">
          <ac:chgData name="Christopher Aloo" userId="81d139e4-1a74-45bd-a04a-64f94c7d37c9" providerId="ADAL" clId="{0BEBABF5-9F1D-4AE5-B0E7-31A657558118}" dt="2025-09-16T13:24:46.078" v="243" actId="21"/>
          <ac:spMkLst>
            <pc:docMk/>
            <pc:sldMk cId="970462707" sldId="366"/>
            <ac:spMk id="3" creationId="{74F30EA2-6B15-9235-1405-9F4908E2929D}"/>
          </ac:spMkLst>
        </pc:spChg>
        <pc:picChg chg="mod">
          <ac:chgData name="Christopher Aloo" userId="81d139e4-1a74-45bd-a04a-64f94c7d37c9" providerId="ADAL" clId="{0BEBABF5-9F1D-4AE5-B0E7-31A657558118}" dt="2025-09-16T13:24:34.292" v="241" actId="1076"/>
          <ac:picMkLst>
            <pc:docMk/>
            <pc:sldMk cId="970462707" sldId="366"/>
            <ac:picMk id="58" creationId="{F62B7824-1919-C8B6-9DF7-AA19F9B4E5F3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5T16:56:52.2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11220 1864 1127 0,'-5'14'46'0,"-4"5"-28"16,-3 3-7-16,-3 5 5 15,0 3 7-15,-5 5 18 0,1 5 5 16,1 3 4-16,2 0-5 15,4-5-10-15,1-5-6 16,7-8-8-16,2-6-5 16,8-9-5-16,7-6 1 15,10-11 24-15,7-7 12 16,16-16 5-16,9-6 4 16,21-12-21-16,4-2-9 15,5-3-15-15,-2 2-12 0,-10 4-27 16,-4 3-15-16,-6 7-21 15,-10 4-26-15,-13 7-184 16,-7 2 200-16</inkml:trace>
  <inkml:trace contextRef="#ctx0" brushRef="#br0" timeOffset="517.88">11148 2373 1786 0,'3'3'9'0,"-3"1"6"15,-1 0 6-15,-2 4 12 16,-1-1 6-16,-2 4-1 15,-1 2-2-15,-4 1-9 16,-1 3-3-16,0 1 0 16,1 0-6-16,1-1 9 15,3-3 3-15,6-6 0 16,5-4 11-16,14-8-11 16,9-6 3-16,17-14-9 15,9-6 0-15,20-13-11 16,8-6-4-16,4-5 0 15,1-2-6-15,1-2 1 0,2 0 1 16,-3-1-40-16,-3-1-260 16,-16 3 191-16</inkml:trace>
  <inkml:trace contextRef="#ctx0" brushRef="#br0" timeOffset="2951.95">12164 1658 1394 0,'-2'34'-6'0,"0"21"-66"16,2 11-34-16,-3 15-124 15,-1 7 121-15</inkml:trace>
  <inkml:trace contextRef="#ctx0" brushRef="#br0" timeOffset="3716.93">12358 1640 507 0,'11'8'196'0,"1"21"88"15,4 16-42-15,4 38-91 0,-1 19-71 16,-4 24-69-1</inkml:trace>
  <inkml:trace contextRef="#ctx0" brushRef="#br0" timeOffset="4420.37">12229 2099 1798 0,'46'2'0'0,"4"-4"-9"15,0-4-84-15,1-3-106 16,-6-3 150-16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6:55:26.1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16397 3611 1419 0,'11'-7'14'0,"58"-31"-197"0,-5 2 373 0,-5 2-182 0,-41 20-10 0,-5 3 6 0,-8 7-6 0,-5 4 6 0,-3 5 2 0,-4 7-2 0,-3 1 2 16,-5 3-4-16,1 0-8 16,-5 0-16-16,-4 0-9 15,-3-3-38-15,-2-2-50 16,-4-5-249-16,1-4 204 16</inkml:trace>
  <inkml:trace contextRef="#ctx0" brushRef="#br0" timeOffset="1632.56">16737 3495 1243 0,'-29'-4'27'0,"-3"1"-25"16,-4 6-20-16,-2 5-3 15,-6 10 6-15,-6 7 5 16,-7 11 10-16,-2 7 12 16,2 22 9-16,3 15 2 15,10 24-2-15,5 9-5 0,16-1-6 16,13-7-3-16,21-18 17 16,15-12 3-16,20-21 6 15,8-14 2-15,15-27 1 16,3-13 7-16,5-27 36 15,1-14 40-15,3-22-35 16,1-4-36-16,-4-10-45 16,-7 0 0-16,-15 0 3 15,-9-2 0-15,-14-1 12 16,-5-2 12-16,-10 8-4 16,-5 3 13-16,-4 9-3 15,-1 1-12-15,-6 4-3 16,0 4-18-16,-4 12-15 15,-4 11-18-15,-2 19-6 0,-2 13 12 16,-5 33 18-16,-3 16 18 16,-2 26 9-16,1 12-12 15,4 7 0 1,5-1-15-16,6-11-33 0,2-7-8 16,3-26-28-16,0-13 6 15,2-20-26-15,1-11-58 16,5-18 122-16</inkml:trace>
  <inkml:trace contextRef="#ctx0" brushRef="#br0" timeOffset="2099.19">17296 3801 1514 0,'-16'10'48'0,"6"2"21"16,-2 0-96-16,7 2-18 16,-1-1 19-16,1 1 21 15,2 2 3-15,0 0 2 16,0 3 2-16,1-1 0 16,-1-2 3-16,6-7-3 15,3-2 2-15,4-7 0 0,3-5 4 16,4-9-2-16,3-2-15 15,-1-7-6-15,0 0 2 16,-6 3-1-16,-5 2 14 16,-4 8 18-16,-4 10 1 15,0 0 49-15,-1 3-3 16,-4 14-23-16,1 5 6 0,4 2-18 16,5-1-3-1,6-7-9-15,1-4-9 0,4-8-18 16,1-4-30-16,0-11-39 15,1-5-44-15,1-8-3 16,-1-2 15-16,1-4-16 16,0 3 8-16,0 1 35 15,4 1 15-15,-2 1-17 16,-2 1-108-16,3 5 115 16</inkml:trace>
  <inkml:trace contextRef="#ctx0" brushRef="#br0" timeOffset="2405.69">17695 3694 949 0,'5'7'147'15,"0"3"77"-15,-5 3-135 16,-1 1-25-16,-6 1-33 16,-4-3-2-16,-1-1 27 15,0 0 25-15,3-2-1 0,-1 0 7 16,4-2-30-16,0-1-19 16,5-1-14-16,3-3-12 15,7 0 3 1,7-2-9-16,6-1-12 0,1 1-9 15,2 3-15-15,-2 3 1 16,-7 3 14-16,-4 4-6 16,-12 5 15-16,-4 0 0 15,-14 6 12-15,-4-2-3 0,-7-2 9 16,-3-1-3-16,2-7-27 16,3-4-21-16,1-7-78 15,7-1-47-15,9-8 34 16,5-4-44-16,18-11-204 15,12-9 191-15</inkml:trace>
  <inkml:trace contextRef="#ctx0" brushRef="#br0" timeOffset="2717.44">18119 3575 1649 0,'-38'28'134'0,"3"1"33"0,3 1-161 16,4 1-27-16,5-2-2 15,7-4 17-15,-1-5 6 16,13-8 9-16,6-4-3 16,4-5 14-16,4-3 4 15,7-5 0-15,2-4-6 16,8-1-39-16,2 0-21 15,-9 7-14-15,-6 3-10 16,-9 9 21-16,-7 4-3 0,-11 10 12 16,-5 3-2-16,-8 4-10 15,-1-2-9-15,2-4-111 16,5-5 122-16</inkml:trace>
  <inkml:trace contextRef="#ctx0" brushRef="#br0" timeOffset="3125.98">18308 3677 1225 0,'2'13'62'0,"2"-1"55"16,1-3-96-16,1-5-13 15,4-2-1-15,-1-5 7 0,1-4 3 16,5-7 18-16,-2-3 4 16,1-2 50-16,0 0-9 15,-4 0-29-15,-4 1-24 16,-7 2-21-16,-5-1-6 16,-7 4-12-16,-6 3 3 0,-4 9 12 15,-1 6 9-15,-2 8 18 16,1 8-12-16,3 9 3 15,3 3-9-15,6 11-3 16,5 2 3-16,8-3-9 16,3-6 3-16,10-16-12 15,6-9-27-15,4-19-57 16,3-11-80-16,6-17-261 16,3-4 302-16</inkml:trace>
  <inkml:trace contextRef="#ctx0" brushRef="#br0" timeOffset="3410">18826 3378 1705 0,'-3'20'66'0,"-8"6"-69"0,-5 5-15 15,-11 6 18-15,-6 1 27 16,-4 0 42-16,2 0 15 15,8-9-1-15,9-6-2 16,8-10-24-16,7-5-19 16,7-5-11-16,6-2-15 0,8-3-9 15,0 1 6-15,4-2-9 16,-4 3 0-16,-1 5-6 16,-5 2-15-16,-11 10-11 15,-6 5-13-15,-12 8-9 16,-5 3-15-16,-6-2-95 15,-1-3-155-15,1-16 257 16</inkml:trace>
  <inkml:trace contextRef="#ctx0" brushRef="#br0" timeOffset="4025.79">16785 4683 1989 0,'9'-1'153'0,"19"-3"43"0,11-3-413 15,26-5-40-15,15-3 77 16,19-7 213-16,9-4 36 16,25-10 51-16,6-4 5 15,5-14-5-15,3-4-19 16,-7-2-37-16,-6 2-33 0,-4 10-12 16,-4 5-7-16,-20 7-44 15,-12 4-113-15,-25 5-676 16,-20 2 678-16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6:55:51.7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10525 7740 643 0,'18'-12'105'0,"5"-1"93"0,5 0-50 15,11-1-51-15,4 2-28 16,8 2-34-16,4 0-10 16,8 4-11-16,6 0-6 15,16 2-4-15,3 3-4 16,8 0-12-16,8 1-13 0,-4-5-76 15,-1-3-54 1,0-8 60-16</inkml:trace>
  <inkml:trace contextRef="#ctx0" brushRef="#br0" timeOffset="7490.88">18722 7152 1225 0,'162'-14'33'0,"0"-3"4"16,11-7-52-16,-5-2 5 16,-13 4 35-16,-5 3 27 0,-17 7 26 15,-1 1 5-15,-2 2 1 16,0-1 11-16,0-3-56 16,-3-1-21-16,0-3-36 15,-6-1-18-15,-20-3-117 16,-12 1 55-16,-31 3-85 15,-13 2-111-15,-25 6 144 16</inkml:trace>
  <inkml:trace contextRef="#ctx0" brushRef="#br0" timeOffset="8967.29">1117 7891 1444 0,'19'14'8'0,"4"-1"-2"15,13-6 2-15,5-2-1 16,15-11 1-16,5-6 2 16,17-14-10-16,14-6-16 15,11-9-241-15,2-4 177 16</inkml:trace>
  <inkml:trace contextRef="#ctx0" brushRef="#br0" timeOffset="10365.95">7068 9024 495 0,'0'0'28'0,"0"0"-22"16,15 7-21-16,1 1-8 16,5 1 5-16,10 3 63 15,4-1 42-15,14 1 81 16,7-1 19-16,11-4-46 16,8-1-50-16,8-8-63 15,8-3-19-15,10-8-16 16,1 0-11-16,6-6-83 15,0 1 63-15</inkml:trace>
  <inkml:trace contextRef="#ctx0" brushRef="#br0" timeOffset="16203.21">6393 9948 294 0,'11'1'79'0,"5"0"103"0,4-1 27 16,17 0-45-16,12-5-31 15,31-3-77-15,13-1-21 0,10-3-31 16,1-2-18 0,-1-3-302-16,-3-5 211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6:56:21.9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2346 10465 1096 0,'-8'2'50'0,"-1"0"-4"16,0-1-5-16,-2-1 4 15,2-3-10-15,1-3-8 0,-1-2-12 16,2-4-3-16,2-8-1 15,3-4 7-15,2-10 1 16,3-5 3-16,3-8-7 16,0-2-5-16,0 1-4 15,-1-1-4-15,-3 3 1 16,-2 1 1-16,-1 0-2 16,-3 0 0-16,1 0 2 15,1 0-2-15,0 3-2 16,2 5 0-16,-1 7 0 15,1 5 0-15,0 7 0 16,0 5 0-16,-1 6 0 16,-2 4 0-16,0 5 2 15,-3 4-2-15,3 3 0 16,2 3 0-16,1 0 0 16,1 0 0-16,2-3-4 0,-1 0-2 15,4-2-2-15,3 1 3 16,2-2 3-16,0 0 2 15,5-3 0-15,-3 1 0 16,8-2 2-16,1 0 0 16,12-1 0-16,5-1 1 15,5-3 3-15,6 0 0 16,5-5-2-16,2-1 0 0,3-5-4 16,0-2 2-1,-5-2-2-15,1-1 0 0,0 2 0 16,2 4 2-16,-1 7-2 15,0 1-2-15,-2 7-2 16,-3 5-10-16,1 2-292 16,3-1 219-16</inkml:trace>
  <inkml:trace contextRef="#ctx0" brushRef="#br0" timeOffset="432.03">3347 9636 625 0,'-7'6'78'16,"0"1"88"-16,-1 5-102 15,2 2-1-15,0 10 6 16,-1 2-7-16,2 12 7 16,1 6-3-16,4 15-8 15,4 8-5-15,11 19-18 16,6 11-10-16,5 20-19 16,6 8-16-16,-5 3-143 15,-7-5 102-15</inkml:trace>
  <inkml:trace contextRef="#ctx0" brushRef="#br0" timeOffset="2525.06">4516 10499 755 0,'-3'0'52'0,"3"0"23"16,0 0-40-16,-1 0-44 16,-12-15-12-16,2 2-9 15,-1-3 5-15,-2-2 16 16,2-3 16-16,4-7 27 15,1-5 5-15,4-7 4 16,3-3-6-16,3-4-19 16,4 1-7-16,0-1-8 15,0-1 1-15,1 4-4 0,-3 1 0 16,-2 4 0-16,-3 4-7 16,-4 5-4-16,-2 5 4 15,-2 10 0-15,0 3 7 16,2 10 7-16,1 2 4 15,3 4 10-15,1 1-1 0,3 3-9 16,2 1-9 0,5-1-21-16,-1 1-22 0,2-1-48 15,-3-1-32-15,-1-3-13 16,0 0 20-16,-2-3 73 16,4 0 68-16,2-3 87 15,2-4 23-15,9-6 8 16,3-3-24-16,8-7-64 15,1-2-16-15,8-3-25 16,1 1-7-16,11 5-5 16,4 2 2-16,7 5-2 15,0 2 0-15,2 4 0 16,1 1-1-16,-2 1-1 16,-1 1-2-16,-5 0 0 15,-5 2-2-15,-11 3 1 16,-4 2 1-16,-9 3 1 15,-4 0 3-15,-6-3 0 16,-2-2 4-16,-3-5 4 0,-2-1 1 16,-4 1 3-16,-1 1-3 15,-8 4-3-15,0 0-2 16,0 0-1-16,0 0 5 16,-9 7 0-16,-3 4-1 15,-3 6-1-15,-3 5 0 16,4 3-1-16,1 3 1 0,1 3 2 15,4 3-5-15,2 8-3 16,1 5 2-16,5 17-6 16,0 12-8-16,7 31-21 15,2 17-97-15,3 13 76 16</inkml:trace>
  <inkml:trace contextRef="#ctx0" brushRef="#br0" timeOffset="5035.68">2827 9631 333 0,'5'-27'55'0,"2"-5"55"16,-1-3 17-16,1-2-52 15,-2 1-13-15,-2 2-14 16,-2 0-3-16,-1 2-6 15,-2 1-7-15,-5-2-12 16,0 0-6-16,-1-1-10 16,-1-3 1-16,2-2 0 15,2-2-1-15,3 0 1 16,1 1-1-16,2 1-4 16,1 1-9-16,1 8-20 15,0 2-6-15,-3 11-17 16,-1 4-16-16,-2 7 8 0,-1 0 6 15,4 6 24-15,0 0 23 16,-1-1-9-16,0 1-22 16,0 0 15-16,1 0-2 15,0 0 32-15,1 6 31 16,8 0-10-16,3 0-5 16,1-1-8-16,2 0-3 15,4-1-3-15,3-1 2 16,4 0 12-16,5-2 4 15,10-1 19-15,8 0-5 0,12-7-5 16,3-2-6-16,8-7-14 16,4-1 4-16,4-5 8 15,2 0-1-15,0 1 3 16,-3 3-5-16,2 6-9 16,-1 5-4-16,1 9-5 15,-4 4-1-15,1 4 6 16,1 0 3-16,-1-5 20 15,-1-2 21-15,-12-8 26 16,-3-2 1-16,-8-2-15 16,-2 1-14-16,-6 3-36 15,-5 2-3-15,-10 3-1 16,-4 1-7-16,-11 3 5 16,-4 0 11-16,-6 1 16 0,-2-1 0 15,-4 2 11-15,0-1 1 16,-1 1-21-16,-2 1-6 15,-2 1-9-15,1-1-9 16,-1 0-6-16,0-1 12 16,1 0-21-16,-1 0-21 15,4 2-78-15,0 0-38 0,1 0 57 16,0-1-2-16,2-2 31 16,0-1 21-1,4-2 37-15,1-1 10 0,4 0 4 16,1 2 1-16,3 1-1 15,2 2-4-15,3 4 1 16,4-1-1-16,5 1 0 16,6 0 0-16,2-2-1 15,0 1 1-15,-5-6-2 16,-7 0-4-16,-7-1 2 16,-8-2-4-16,-6 3 4 15,-4-3 7-15,0 0 7 16,-4 12 1-16,-4-2 2 15,0 1-9-15,0 3-4 16,2 2 1-16,2 7-7 16,4 3-4-16,1 11-9 15,0 6-14-15,3 14-63 0,0 9-96 16,2 12 105-16</inkml:trace>
  <inkml:trace contextRef="#ctx0" brushRef="#br0" timeOffset="6252.19">3954 8652 812 0,'-3'-18'73'0,"3"-5"63"16,5-5-89-16,2-8-39 0,2-2-4 16,0-3-12-16,-1 2-11 15,-4 5-10-15,-2 0 4 16,-4 4 52-1,-1 1 23-15,-4-3 12 0,1-2-4 16,-2-9-27-16,1-2-19 16,0 0-28-16,-3 1-3 15,2 9-12-15,-1 6 2 16,0 11 15-16,0 4 9 0,2 7 5 16,-1 2-2-16,8 5-16 15,0 0-5-15,0 1 17 16,0 0 6-1,0 0 10-15,9 25 3 0,1-20-11 16,3-2-4-16,7-4 16 16,4-1 5-16,10-7 3 15,9-3-1-15,10-5-11 16,6-3-3-16,7-2-3 16,0 1 0-16,7 4 4 15,4 3-2-15,10 8-2 16,3 1 0-16,13 5-1 15,1 1 1-15,9-2 0 16,5 0 2-16,-1-5 0 16,-4-4 5-16,-3-3 1 0,-3-5-2 15,-5-4-3-15,-2-2-7 16,-4-4 0-16,-5-1-1 16,-8 3 1-16,-8 2 1 15,-15 9 5-15,-8 3 8 16,-10 8 15-16,-4 3 6 15,-3 3 15-15,-2 3 1 16,-9 3-20-16,-5 2-6 0,-4 5-16 16,-3 0-1-16,-1 2-6 15,1 1 12-15,-5-2-5 16,-2-2-6-16,-2 1-3 16,-3 0 0-16,0 2 0 15,0 3 0-15,-1 7 6 16,0 8-3-16,2 18-6 15,1 12-12-15,6 24 9 16,4 12-3-16,10 34-185 16,7 16 148-16</inkml:trace>
  <inkml:trace contextRef="#ctx0" brushRef="#br0" timeOffset="12968.75">16892 6221 1249 0,'0'0'67'0,"-2"11"54"16,3 2-73-16,2 15-15 16,-1 7-6-16,2 19 26 15,0 9 10-15,-1 19 17 16,-3 9 1-16,2 13-24 16,-1 5-18-16,-7 0-51 15,2-4-27-15,-5-14-102 16,4-11-46-16,3-27 56 15,1-15-32-15,1-37 87 16</inkml:trace>
  <inkml:trace contextRef="#ctx0" brushRef="#br0" timeOffset="13371.86">17260 6472 1932 0,'0'0'72'0,"-17"16"-54"16,1 2-191-16,-10 15-27 15,-6 7 83-15,-12 10 97 16,0 4 16-16,-6 0 20 16,-2 0 16-16,4-7 58 15,-3-5 5-15,7-13-29 16,5-6-24-16,5-14-30 15,12-5-9-15,9-12 3 16,9-4 0-16,14-10-3 16,7 1 3-16,9-1-3 15,6 2 3-15,7 7 9 16,1 6 8-16,5 7 7 16,0 6 6-16,1 11-9 15,2 4 0-15,-5 5-18 16,3 1-3-16,-6-3-6 15,1-4 0-15,4-9-6 0,0-9-3 16,4-13-99-16,0-7-152 16,-8-12 153-16</inkml:trace>
  <inkml:trace contextRef="#ctx0" brushRef="#br0" timeOffset="16223.65">17638 6727 1417 0,'49'-19'27'0,"7"-3"-25"15,2-2-9-15,6-4 1 16,0 0 4-16,-3-2 4 16,-3 1 9-16,-7 5 13 15,-3 2 3-15,-9 5 2 16,-3 1-6-16,-12 4-42 15,-5 1-61-15,-12 7 45 16</inkml:trace>
  <inkml:trace contextRef="#ctx0" brushRef="#br0" timeOffset="16781.09">18644 6071 1187 0,'-6'-2'77'0,"0"2"84"15,0-1-204-15,1 2-52 16,-1 2-3-16,-1-1 5 15,2 2 28-15,0 2 106 16,0-2 39-16,1-1 48 16,4-3-4-16,0 0-57 15,0 0-26-15,0 0-23 16,0 0-7-16,0 0-7 16,0-1 4-16,0 0-2 0,0 0-3 15,0 0 6 1,1 0 3-16,0 0-9 0,0 1 6 15,0-1 3-15,0 1-12 16,1 0-12-16,0 0-27 16,0 0-22-16,24-9-32 15,-26 9-227-15,12-16 173 16</inkml:trace>
  <inkml:trace contextRef="#ctx0" brushRef="#br0" timeOffset="17591.65">18951 6037 1831 0,'-1'-10'93'0,"-3"-1"-85"15,-3 1-34-15,-6 1-22 16,-7 2 6-16,-11 8 51 16,-6 5 30-16,-8 12 38 0,0 9 22 15,0 16 0-15,5 10-7 16,2 22-44-16,3 13-36 16,8 14-51-16,6 2-12 15,17-8 10-15,8-8 20 16,17-23 36-16,9-6 9 15,13-20-10-15,1-10 1 0,10-18 3 16,0-12-6-16,7-22 3 16,4-8-3-16,-9-13-3 15,-3-3-6-15,-16-3 33 16,-12-1 3-16,-7 1 16 16,-8 2 11-16,-4 4-4 15,-2 7-4-15,-4 11-18 16,-3 6-14-16,0 12-16 15,-3 3-9-15,0 10-25 16,0 8-20-16,-3 15-4 16,2 9 7-16,-3 9 41 15,3-1 4-15,2-4 2 16,1-5-5-16,7-13-2 16,5-6-5-16,4-11-9 15,5-6 0-15,3-12-13 16,1-7-14-16,3-12-3 15,1-3-2-15,-3-1 8 0,0 0 12 16,-4 7 27-16,-3 3 9 16,-5 9 12-16,-4 3 8 15,-6 13-8-15,0 0 2 16,2 8-2-16,-5 7-7 16,1 9-4-16,1 3-7 15,2 1-3-15,5 0 0 16,6-6-7-16,1-3 2 0,6-7 0 15,1-5 1-15,4-8 8 16,-2-4 1-16,2-12-10 16,-1-5-23-16,-1-11-51 15,2-5-58-15,-4-3-22 16,-3-1 13-16,-3 2 53 16,-4 1 21-16,-4 4 19 15,-2 2-31-15,-5 3-257 16,-2-2 239-16</inkml:trace>
  <inkml:trace contextRef="#ctx0" brushRef="#br0" timeOffset="17830.71">19625 5708 1753 0,'3'6'165'15,"3"9"56"-15,2 10-153 16,3 22-41-16,2 12-24 16,-3 22-9-16,-4 10 9 15,1 13 6-15,-4 2 6 0,2-1-27 16,0-6-21-16,-1-18-26 16,1-12-19-16,2-23-36 15,-1-12-47-15,4-26-364 16,4-16 401-16</inkml:trace>
  <inkml:trace contextRef="#ctx0" brushRef="#br0" timeOffset="18030.81">19904 5667 2329 0,'0'0'112'0,"5"28"-40"15,2 11-28-15,1 36-83 16,-1 15-37-16,-4 16-37 16,-4 3-50-16,-2-9-41 0,2-6 13 15,3-22-101-15,2-11 226 16</inkml:trace>
  <inkml:trace contextRef="#ctx0" brushRef="#br0" timeOffset="18272.33">19449 6404 3138 0,'56'-3'3'15,"10"-9"-61"-15,23-20-160 16,5-9-113-16,-3-9-685 15,-3-2 533-15,-10 1 167 16,-1 2 152-16,-13 6 380 16,-7 5 57-16,-12 12-218 15,-6 6-324-15,-2 11 144 16</inkml:trace>
  <inkml:trace contextRef="#ctx0" brushRef="#br0" timeOffset="19046.43">20879 5975 949 0,'-24'2'137'0,"2"4"70"15,1 4-61-15,2 6-73 16,4 5 13-16,5 8 0 15,3 3-8-15,11 2-33 16,7-3-12-16,12-5-18 16,4-6 6-16,4-10 44 15,2-9 34-15,-1-14 42 16,2-8-9-16,-1-14-76 16,-2-4-23-16,-6-4-29 15,-4 0 1-15,-12 0 20 16,-4 3 10-16,-13 4 28 15,-7 4 5-15,-11 8-16 16,-7 6-23-16,-8 15-17 16,-2 9-7-16,-10 16-7 0,0 8-8 15,3 8-42-15,2 1-83 16,20-8-413-16,10-9 285 16</inkml:trace>
  <inkml:trace contextRef="#ctx0" brushRef="#br0" timeOffset="19281.78">21596 5285 2914 0,'3'52'37'0,"-2"12"-110"15,3 9-57-15,-3 18-68 16,-2 7-82-16,-1 9 5 16,-4-2 6-16,0-4 32 15,6-6 80-15,-4-15-151 16,2-8 162-16</inkml:trace>
  <inkml:trace contextRef="#ctx0" brushRef="#br0" timeOffset="19520.66">21052 6283 2347 0,'-3'-3'182'16,"12"-9"42"-16,13-6-171 15,27-13-81-15,11-7-13 0,15-5-8 16,4-1-7-16,3-3-7 15,-3-1 1 1,-10 0 2-16,-2-3 14 0,-9-1-8 16,1-2-53-16,-2-2-248 15,-2 0-243-15,-3-1 441 16</inkml:trace>
  <inkml:trace contextRef="#ctx0" brushRef="#br0" timeOffset="19732.79">22063 5190 1229 0,'-14'9'115'0,"-3"16"88"16,-2 13 188-16,-2 23-137 15,2 8-75-15,1 11-90 16,2 6-33-16,7 3-45 16,2 2-2-16,5-3-9 0,2-4 2 15,-2-11 3-15,1-8 0 16,1-15-19-16,0-8-42 15,0-17-75-15,0-24-155 16,0-2 128-16</inkml:trace>
  <inkml:trace contextRef="#ctx0" brushRef="#br0" timeOffset="19913.34">21706 5897 1392 0,'-4'6'218'0,"4"2"595"16,6 0-552-16,16 1-168 15,11-3-47-15,20-6-58 16,8-6-17-16,8-10-57 16,-2-5-67-16,-6-8-73 15,-6-3-147-15,-9-3-90 16,-3 0 50-16,-10-1 198 16</inkml:trace>
  <inkml:trace contextRef="#ctx0" brushRef="#br0" timeOffset="20449.11">19924 6895 1448 0,'40'-8'141'0,"16"-6"370"15,15-6-205-15,32-7-160 0,15-4-51 16,20-4-78 0,12-2-13-16,6-1-2 0,-4 0 2 15,1 3-2-15,-6 3 1 16,-4 2 0-16,-13 1 0 16,-13 3-22-16,-7-1-33 15,-14 2-106-15,-2-1-79 0,-22 1 79 16</inkml:trace>
  <inkml:trace contextRef="#ctx0" brushRef="#br0" timeOffset="25179.89">4356 12033 1684 0,'-10'7'168'16,"0"4"-25"-16,0 11-44 15,2 9-27-15,3 26-49 16,3 13-31-16,5 31-178 16,2 15-440-16,2 15 494 15</inkml:trace>
  <inkml:trace contextRef="#ctx0" brushRef="#br0" timeOffset="26501.75">8565 12262 2184 0,'-3'-11'132'15,"-1"-1"-60"-15,4-5-13 16,1-2 6-16,6-2 10 16,4-1-11-16,9-3-27 15,5-1-7-15,11 0-16 16,3 1-9-16,7 6-40 0,4 4-26 15,-1 11-93-15,-2 6-7 16,-7 20-38 0,-5 8 37-16,-9 14 70 0,-5 5 26 15,-13 4 60-15,-8 0 30 16,-9-1 45-16,-5-5 14 16,-8-5 7-16,0-6 0 15,-11-9-7-15,-6-4-14 16,-5-5-27-16,-1-5-1 15,6-3 34-15,4-4 14 0,13-5 10 16,3-3-36-16,8-5-23 16,5-3-11-16,9-8-13 15,8-3-3-15,12-8-3 16,7 0 0-16,10 3-3 16,3 4-5-16,4 13-11 15,-2 9-3-15,-4 13 3 16,-1 8 0-16,-4 4 8 15,1-1 0-15,2-4-45 16,4-5-32-16,7-13-104 16,4-9-130-16,5-20 133 15</inkml:trace>
  <inkml:trace contextRef="#ctx0" brushRef="#br0" timeOffset="27515.09">12033 11913 2364 0,'33'-21'19'15,"3"0"0"-15,2 1 1 16,0 3 4-16,5 10 21 15,0 2 14-15,0 5 3 16,-3 2-15-16,-9 5-32 0,-4 1-15 16,-7 7-24-16,-3 2-20 15,-12 7-4-15,-5 5 7 16,-12 6 32-16,-7 2 19 16,-7 4 19-16,0 0 11 15,0-3 19-15,1-4-20 16,6-7 3-16,2-6-7 15,8-8-15-15,2-3-11 0,7-5-17 16,3-1 0-16,9-2-1 16,6 1 8-16,4 1 4 15,2 4 2-15,-3 6-2 16,-1 2-2-16,-9 7-1 16,-4 3 2-16,-11 5 1 15,-7 2 2-15,-15 1 4 16,-8 0-1-16,-14-6-1 15,-2-6-2-15,-7-11-4 16,-3-7-5-16,-1-13-46 16,-3-6-35-16,10-11-120 15,9-3-198-15,24-9 188 16</inkml:trace>
  <inkml:trace contextRef="#ctx0" brushRef="#br0" timeOffset="28380.07">15323 11515 2258 0,'-6'30'193'16,"-2"2"26"-16,-4 2-154 16,-2 4-98-16,1 6-25 0,-12 8-83 15,-6 4 0-15,-15 9 13 16,-9 3 27 0,-4 4 83-16,-1-1 24 0,4-8 48 15,2-8 20-15,7-16 13 16,4-11-26-16,12-15-36 15,4-10-33-15,11-9-66 16,5-4-62-16,11-4-58 16,10 3 21-16,13 1 86 15,8 3 54-15,14 4 81 16,3-1 27-16,11-3-3 16,6-2-4-16,7-10-29 15,0-5-21-15,-5-8-18 16,-6-1-12-16,-18-4-21 15,-3 3 3-15,-18 3-20 16,-3 0-10-16,-14 4 18 0,-5 2 3 16,-9 4 33-16,-3 2 21 15,-4 5 18-15,-7 3 3 16,2 5 3-16,-4 6 3 16,-1 6 5-16,1 7 1 15,3 11 12-15,1 6-9 16,11 20 17-16,2 13-8 15,8 26-15-15,0 16-36 0,0 28-108 16,-3 12-134-16,-2 12 123 16</inkml:trace>
  <inkml:trace contextRef="#ctx0" brushRef="#br0" timeOffset="33734.74">6449 5341 113 0,'13'3'19'16,"-3"-2"23"-16,0 3-20 15,-1-3 18-15,-1 1 42 16,0 1 8-16,2-1 16 16,5 0-4-16,6-3-66 15,4-1-10-15,12-4-20 16,1 0 1-16,1-1-2 15,0 2 2-15,-5 4 9 16,-3 1 27-16,-5 1 46 16,1 4 6-16,-3 1-1 15,2 1-36-15,3-1-39 0,0-1-9 16,4-3-5-16,-1 2 3 16,7-3 8-1,1 0 9-15,10-1 10 0,2-1 3 16,0-1-7-16,0 0-7 15,-1-1-15-15,0 0-1 16,3 0-6-16,3 0 4 0,1 2-2 16,3 0 0-16,4-1 0 15,-1 0-4-15,5 0 0 16,-3-1 3-16,1 2-1 16,3 0 0-16,0-1 2 15,0 2-2-15,2-5 0 16,1 1-2-16,7-3 0 15,3-1 0-15,5-3 0 16,2-2 4-16,6-3-2 16,-5 0-2-16,2 0-2 15,-2-1 2-15,4 3-6 16,1 1 0-16,1 3 6 16,-2 1 0-16,2 1 0 15,4 1 2-15,5 2-2 16,5 0-2-16,0 1 2 15,1 0-2-15,4-1 0 0,0 2 2 16,1-1 4-16,1 2 2 16,2 0 6-16,-1 2-1 15,5 0 5-15,-1 2-1 16,0-1 1-16,6 0-5 16,-5 1-3-16,-2-1 0 15,2 6 0-15,-4-1 1 0,3 1 13 16,-1-2 5-16,0-2 19 15,-3-3 35-15,7 0-28 16,-5 0-17-16,1-5-21 16,5 0-3-16,-6-1-3 15,2-1-6-15,0-1 18 16,-4-1 15-16,2 1 18 16,0 0 17-16,1 2 10 15,2 0 0-15,1 2-13 16,-4 0-11-16,4 0-24 15,-2 2-12-15,-8-2-12 16,3 1-6-16,-3-3-2 16,-7-4 3-16,-4-2 1 15,-5-1 2-15,-4 1-1 16,4 1 1-16,1 0-3 16,-5-1-3-16,-16-3-13 0,-4 1-14 15,-4-2-55-15,1 1-29 16,-6-1-61-16,-7 1-62 15,-15 0-228-15,-2 3 333 16</inkml:trace>
  <inkml:trace contextRef="#ctx0" brushRef="#br0" timeOffset="38483.81">4263 6483 1103 0,'51'-31'51'0,"11"-5"18"16,13-3-28-16,16-4-18 15,9-2 1-15,19-3 11 16,4-2 5-16,24-2-3 16,6 1-6-16,8 7-15 15,6 5-7-15,7 10-1 16,8 6 0-16,15 11 11 16,-1 5 4-16,23 8 26 15,-1 1 11-15,1 0-31 16,7-1-14-16,-18-1-3 15,4 0-3-15,-14 4 0 0,-3 4 6 16,-15 9 3-16,-7 3 6 16,-14 9 21-16,-8 7-3 15,-15 12 0-15,-15 9-7 16,-15 19-14-16,-5 4-18 16,-11 7 0-16,-4 1 3 15,-10 4-18-15,-10 0-26 16,-9 2-1-16,-3 0-3 0,-14-5 6 15,-4 3-243-15,-11-4 238 16</inkml:trace>
  <inkml:trace contextRef="#ctx0" brushRef="#br0" timeOffset="39134.47">6184 4949 1433 0,'-7'-1'89'0,"0"6"366"16,5 17-431-16,0 13-6 15,2 23-12-15,2 12 3 16,-1 18-15-16,3 4-24 16,1-1-131-16,3-3-236 0,1-18 310 15</inkml:trace>
  <inkml:trace contextRef="#ctx0" brushRef="#br0" timeOffset="40248.75">10827 6266 1440 0,'24'-47'33'16,"8"-3"-4"-16,19-7-29 15,10 1 0-15,10 4 22 16,2 4 16-16,10 4 96 16,6 0 25-16,9-1 2 15,7-1-2-15,16-2-58 16,5-1-44-16,15 3-39 16,9 2-8-16,3 5-7 15,4 3 2-15,1 6 4 16,1 4-2-16,6 7 6 15,4 1 7-15,12 5-1 16,2 1 2-16,2 4-8 0,4 4-6 16,-4 8-3-16,-1 7-4 15,-10 11 5-15,-1 8-3 16,-23 13 7-16,-16 5-2 16,-16 11 4-16,-14 2 0 15,-7-3-4-15,-4-1-1 16,-14-12-10-16,-11-7-6 15,-17-12-44-15,-6-7-30 16,-2-10-106-16,-5-2-231 0,-5-7 254 16</inkml:trace>
  <inkml:trace contextRef="#ctx0" brushRef="#br0" timeOffset="40871.75">14038 4462 1801 0,'0'0'134'16,"0"0"4"-16,0 0-132 16,14-2-6-16,4-3 0 15,0-1 15-15,2-1 12 16,-1-1 3-16,-1 2-6 15,-2 2-7-15,-4 2-2 16,-1 2-6-16,-4 8 0 16,-5 3-6-16,-6 9-3 15,-5 4 3-15,-4 5 3 16,-2 4-3-16,-2 1 6 16,1 0-6-16,1-4 0 0,3-2 0 15,9-9-3-15,3-4 3 16,13-11 0-16,10-5-3 15,15-14-21-15,11-6-41 16,14-9-115-16,5-5-122 16,9-5 156-16</inkml:trace>
  <inkml:trace contextRef="#ctx0" brushRef="#br0" timeOffset="46869.89">3758 8483 269 0,'40'-12'-17'0,"5"-2"-10"16,2-1-4-16,2-3 45 15,3 3 34-15,4 1 27 16,-1 2 9-16,3 2 19 16,-1 3 27-16,-3 1 13 15,-3 1-6-15,0 3-16 16,-1 3-30-16,2 3-25 15,3 1-6-15,3 0-13 16,2 0-5-16,8 0-9 0,3 0-8 16,7 2-13-1,0 0-4-15,1 2-1 0,-2 0-1 16,-1-1 0-16,-1-2 0 16,3-2 4-16,0-1 3 15,4-3 8-15,5-1 3 16,3-3-5-16,1 0 25 15,6 0-17-15,-1-1-6 16,2 3-3-16,4-1-6 16,-4 3 20-16,-5 1 10 0,3 2 24 15,1-1 15-15,13-2 2 16,9-1-5-16,4-7-21 16,7-4-15-16,0-5-27 15,3-1 3-15,11-2-7 16,-1 0 1-16,3 3 3 15,0 2 0-15,0 6 18 16,-1 5 9-16,1 8 1 16,1 2 6-16,8 8 1 15,0 1-5-15,5 4-12 16,7 0-9-16,-4-4-1 16,2-3-2-16,5-9-10 15,-4-3 4-15,8-5-5 16,7-3-1-16,0-1-3 0,4 0-3 15,4 1 0-15,-1 1-1 16,7 4 1-16,0 1 1 16,1 7-2-16,2 2-2 15,-3 4 0-15,0 2 0 16,-1 2 4-16,-9-2 1 16,-3-1-1-16,0-1-1 15,-8-3 1-15,4-4 0 0,0-5 2 16,-1-3 0-16,4-7-3 15,-2-2 0-15,2-3 0 16,-5-2 1-16,4-1-4 16,-4-1 0-16,-17-2-1 15,4 2-2-15,-2-2 3 16,-7 1 2-16,13 3 0 16,-2 2 1-16,-9 1-3 15,5 2 0-15,-11 0-1 16,-5 3 1-16,-8 0 0 15,-2 1 0-15,-4 2 3 16,2-2-2-16,0-3-1 16,1-2 0-16,-2-3-6 15,-8-1-6-15,-8-1-5 16,-2 2-1-16,-6 2-5 16,-3 3-9-16,-12 5-9 15,-5 2-7-15,-8 4-28 0,-1-1-14 16,-7 1-57-16,-4 1-23 15,-15-1 45-15,-6-2-61 16,-12 0-316-16,-6-1 380 16</inkml:trace>
  <inkml:trace contextRef="#ctx0" brushRef="#br0" timeOffset="47846.33">4200 8378 1005 0,'0'0'137'16,"0"0"101"-16,0 0-131 15,0 0-11-15,0 0-1 16,0 0-38-16,1 1-6 16,0 0-12-16,0 0 3 15,0 1 6-15,15 32-1 16,-17-16 4-16,-1 15 0 16,1 7-9-16,-1 12-18 15,3 3-6-15,8-2-18 0,-1-4-12 16,5-11-135-16,0-9-361 15,-4-19 417-15</inkml:trace>
  <inkml:trace contextRef="#ctx0" brushRef="#br0" timeOffset="48685.35">6187 8699 1264 0,'-10'3'101'0,"10"-3"260"16,13 2-355-16,20-7-12 15,19-6 0-15,5-3 0 16,-1-3 12-16,-9 1 0 16,-7 4-6-16,-2 4 18 15,-7 5 0-15,-4 3 12 16,-8 6 15-16,-8 4-12 16,-9 9 15-16,-3 4-4 15,-13 9-11-15,-8 5 3 16,-11 11-18-16,-4 4 6 0,0 9 21 15,3-1 53-15,7-8 61 16,6-6-29-16,8-13-17 16,7-7-54-16,10-10-56 15,7-5-8-15,17-14-12 16,6-8-20-16,18-16-101 16,11-7-45-16,19-11-746 15,4-7 747-15</inkml:trace>
  <inkml:trace contextRef="#ctx0" brushRef="#br0" timeOffset="49629.85">7824 8782 1493 0,'0'0'44'16,"5"-1"86"-16,20-9-154 15,6-4-12-15,15-7 21 16,2-2 9-16,0 1 9 15,-5 1 3-15,-5 5 9 16,-5 3 12-16,-10 6 20 16,-3 1 1-16,-9 5-6 15,-11 1-9-15,0 1-18 16,1 15-3-16,-10-1-3 16,-2 6-3-16,2 3 6 15,-2 3-6-15,1 5 3 16,1 2 0-16,1 0-6 15,1-1 3-15,7-6-6 0,4-3 0 16,8-8 3-16,5-3 0 16,8-4 0-16,0-3-6 15,2-2 9-15,-2-1-6 16,-9 4 9-16,-7 3-6 16,-18 7-3-16,-11 6 0 15,-21 6-3-15,-11 3 0 0,-11 0 6 16,-1-3 6-1,2-8 2-15,5-8-11 0,13-13-370 16,9-10 317-16</inkml:trace>
  <inkml:trace contextRef="#ctx0" brushRef="#br0" timeOffset="50213.13">9486 8679 1670 0,'-30'19'194'0,"6"0"-6"16,6 2-529-16,11 3-181 15,3 4 13-15,4 7 284 16,1 5 198-16,-1 7 415 16,0 1 39-16,3-5-162 15,3-6 127-15,6-13-156 16,6-7-72-16,9-16-116 16,5-8-25-16,11-17-18 15,4-7-1-15,3-13-8 16,-3-4-6-16,-8 2-8 15,-9 1-8-15,-15 9 10 16,-8 6 4-16,-13 7 15 0,-5 2 12 16,-8 6 6-16,-1 5 7 15,1 8 2-15,-1 7 1 16,3 18-7-16,3 9-12 16,-1 26-10-16,4 13-2 15,1 24-19-15,-4 11-21 16,1 13-100-16,2 1-200 15,1-11 184-15</inkml:trace>
  <inkml:trace contextRef="#ctx0" brushRef="#br0" timeOffset="51006.32">10864 8690 1493 0,'-13'11'50'0,"-5"2"62"16,-3 2-62-16,-8 5-26 0,-3 4 6 16,-9 9 9-16,-1 6 15 15,-4 11 26-15,2 1 1 16,12-1-3-16,7-5-12 15,19-10-45-15,9-4-15 16,15-8-33-16,8-5-12 16,7-7 3-16,2-2 0 15,0-5 27-15,-3 1 9 16,-4 1 9-16,-4 2 0 0,-10 8 3 16,-4 4 6-16,-15 9 6 15,-9 7 6-15,-21 14-3 16,-10 4-1-16,-15 8 13 15,-4-1 6-15,-3-10-5 16,2-8-25-16,-3-19-127 16,0-13-115-16,4-37 111 15</inkml:trace>
  <inkml:trace contextRef="#ctx0" brushRef="#br0" timeOffset="51202.75">10616 8823 3273 0,'19'18'29'16,"30"-12"-108"-16,15-11-110 15,33-30-151-15,11-13-844 16,-6-22 963-16</inkml:trace>
  <inkml:trace contextRef="#ctx0" brushRef="#br0" timeOffset="51882.98">13032 8676 1477 0,'-60'34'228'16,"-1"1"434"-16,-5 9-592 16,4 5-75-16,8 11-30 15,7 2 2-15,17 4 22 16,8-4 10-16,15-9 13 15,6-7 0-15,12-12 9 16,6-9 0-16,10-14-3 16,8-8-7-16,7-15 2 15,4-5-2-15,-3-7 0 16,-7-3 3-16,-11 2 1 16,-6 4-5-16,-14 6 17 0,-5 2 10 15,-10 2 8-15,-10 1-13 16,-11 1-23-16,-6 2-10 15,-8 4-44-15,-2 3-62 16,3 7-63-16,2 5-114 16,10 6-450-16,4 2 587 15</inkml:trace>
  <inkml:trace contextRef="#ctx0" brushRef="#br0" timeOffset="52600.66">14932 8624 2543 0,'12'20'99'16,"9"-3"-21"-16,26-7-213 0,12-8-86 15,15-9-34-15,0-6 76 16,-11-6 205-16,-4-3 67 16,-8-2 77-16,0-2-20 15,-2-2-51-15,-5 0-26 16,-14 6-47-16,-9 5-6 16,-14 13-17-16,-4 12 4 15,-6 28 14-15,-3 16 3 16,-12 36-10-16,-9 18-12 15,-20 28-131-15,-5 8-109 0,-14 0 56 16</inkml:trace>
  <inkml:trace contextRef="#ctx0" brushRef="#br0" timeOffset="59596.71">14471 2749 1392 0,'4'8'31'0,"-1"8"-25"16,-3 3-4-16,-9 12-2 15,-3 3 2-15,-4 5 0 16,-3 2 9-16,0 0 28 16,0-2 6-16,3-5 56 15,2-2-3-15,4-9-41 16,7-5-21-16,6-9-12 15,9-8 0-15,10-8 12 0,9-7 23 16,20-13 37 0,18-8 0-16,16-10-7 0,4-5-32 15,2-9-39-15,-5-2-10 16,1 1-2-16,2-1-3 16,-5 11-3-16,-10 4 0 15,-23 9-14-15,-6 4-28 16,-22 7-125-16,-8 4-102 0,-9 4 134 15</inkml:trace>
  <inkml:trace contextRef="#ctx0" brushRef="#br0" timeOffset="60033.97">14183 3263 1268 0,'21'-2'-10'16,"4"-1"55"-16,8 2-187 0,-1 1-45 15,-9 3 68-15,-6 0 80 16,-9 2 178-16,-1 2 46 15,-5 1-1-15,4 2-42 16,-6 1-80-16,0 1 17 16,1 1-22-16,-1 1-16 15,0 0-17-15,0 1-6 16,0 1-9-16,-2-2 6 16,1 0 18-16,-2 0 6 15,7-4 12-15,2-3-4 0,9-7-11 16,8-7 6-16,11-9-12 15,11-6 6 1,15-8-12-16,9-4-6 0,2-9-12 16,-2-4-3-16,0-7-3 15,0-5 0-15,20-6-45 16,9-4-84-16,5-9 73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6:57:27.8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12447 3529 196 0,'7'5'40'0,"12"1"55"16,6-2 2-16,14-1 59 15,6-1 22-15,9-2-23 16,7 0-19-16,13 1-66 16,2 0-12-16,6 1-21 15,1 1-6-15,-5 2-6 16,0 0-2-16,-2-2 4 16,-2 0-5-16,-5-5-9 15,1-1-5-15,-9-4-10 16,-4-2-10-16,-5-5-46 15,-7 0-85-15,-12-1 83 16</inkml:trace>
  <inkml:trace contextRef="#ctx0" brushRef="#br0" timeOffset="3685.48">16217 3647 263 0,'6'-2'30'0,"3"0"39"0,1 1-56 16,2 1-6-16,0 0 0 15,4 3 19-15,5 0 29 16,11 0 89-16,9 0 27 15,21 1-10-15,8 1-46 16,16 1-73-16,13 2-20 16,12 5-18-16,7 4 1 0,16 3-3 15,0-1 2-15,12-6 0 16,5-10 2-16,-3-15 36 16,1-5 19-16,-5-4 6 15,-1 0 3-15,2 5-39 16,-6-1-15-16,-5 3-9 15,-9-2-5-15,-13 3 2 16,-7 1 0-16,-13-1-2 16,-9 2-2-16,-13-1-25 15,-9 0-47-15,-13 3 41 16</inkml:trace>
  <inkml:trace contextRef="#ctx0" brushRef="#br0" timeOffset="4416.74">21101 3469 1111 0,'-9'7'33'0,"7"2"-10"16,5 1-15-16,15 0-12 15,8 2-2-15,13-2 6 16,5-1 4-16,8-3 19 16,4 0 14-16,15-2 27 15,4 1 0-15,4-4-8 16,3-1-13-16,13-3-43 15,15-5-8-15,14-6-17 16,5-3 0-16,-15-6 11 16,-8-1-3-16,-3-2-39 15,-3 1-90-15,5 2 86 0</inkml:trace>
  <inkml:trace contextRef="#ctx0" brushRef="#br0" timeOffset="7986.29">5983 5797 143 0,'38'-12'23'15,"0"2"32"-15,1 4-13 16,1 2 13-16,3 7 22 15,1 2 7-15,4 6 7 0,-3 2-18 16,-4 4-29-16,-5 0-3 16,-8 1 0-1,-2 0 2-15,4-2 14 0,4-1-3 16,11-4-6-16,8-2-9 16,9-3-18-16,0-1-10 15,-4-4-7-15,-6-1-1 16,-6 0 3-16,0-1-4 15,-5 1 2-15,-3 2-2 0,0-1 0 16,0-1 1-16,4-4-1 16,2-2-2-16,0-4 2 15,-4-1-2-15,-3-3-2 16,-1 1-3-16,-4 0-9 16,-3 1-6-16,-3 1-12 15,-5 2-7-15,1 3-52 16,-3 1-169-16,1 4 165 15</inkml:trace>
  <inkml:trace contextRef="#ctx0" brushRef="#br0" timeOffset="9268.61">9407 5819 1204 0,'38'10'35'16,"13"-3"4"-16,13-5-33 15,18-5-5-15,9-4 7 16,12-4-2-16,4-1 0 16,6-2 0-16,6 1-1 0,-3-2-3 15,-4 1 0-15,-3-1-4 16,-5-1-3-16,-4-4-5 15,0-2-2-15,-1-4-5 16,-4-2-26-16,4-3 30 16</inkml:trace>
  <inkml:trace contextRef="#ctx0" brushRef="#br0" timeOffset="10435.21">15476 5707 1305 0,'-25'4'23'0,"5"1"-5"15,5 0-36-15,7 3 8 16,0-1 12-16,4 1 14 15,1 0-6-15,1-1 3 16,4-1 8-16,5-1 7 16,11 1 4-16,21-4-2 15,13 0-13-15,23-4-7 16,12-4-3-16,12-3-3 16,3 0-2-16,6 1-2 15,-3 2 2-15,0 5-2 16,1 1 4-16,-1 3-2 15,-4 1-2-15,1 0 0 16,-2-1-6-16,-4-2-23 16,-4-1-23-16,-15-6-63 15,-11-2-47-15,-19-3-201 0,-8-1 186 16</inkml:trace>
  <inkml:trace contextRef="#ctx0" brushRef="#br0" timeOffset="12603.06">4326 6486 532 0,'23'-4'34'0,"4"3"7"16,5-1-16-16,9 4 5 16,4 1 8-16,9 1 31 15,-1 2 8-15,1-1 16 16,3 1-6-16,6-1-27 16,7 3-17-16,3 0-14 15,0-1-12-15,0 0-9 0,2-2 0 16,2-3-5-16,0 0 3 15,-8 0 0-15,-5 3-4 16,-4 1 4-16,0 1-4 16,-3-1 2-16,-5-2 1 15,-5-3 7-15,-6-2 2 16,-4-5 13-16,0-1 6 16,-5-1-6-16,-2 0 2 0,-7 2-16 15,-4 1-3-15,-8 3-4 16,-3-1-2-16,-8 3 9 15,0 0 5-15,0 0 7 16,0 0 4-16,-1 0-13 16,0 0-7-16,1 0-7 15,0 1-2-15,0 0-2 16,13 7-4-16,-3-8-3 16,-2 0-7-16,-1 0-46 15,1-1-91-15,-1 1 91 16</inkml:trace>
  <inkml:trace contextRef="#ctx0" brushRef="#br0" timeOffset="14201.88">10854 6545 1204 0,'-2'7'27'16,"1"0"-52"-16,2-2-64 0,-1-5-45 16,0 0-3-16,0 0 142 15,0 0 83-15,0 0 76 16,0 0-14-16,1 0-50 16,0 0-32-1,21 2-45-15,-5-2-13 0,11-1-6 16,6-1 0-16,15-3 4 15,8 1 3-15,10-1 1 16,4 1-1-16,9-2-7 16,2 0 0-16,-1-2 0 15,0-3-2-15,-4-2 4 16,4 0 2-16,4 0 7 16,2 2 39-16,0 2 0 15,-2 4-1-15,-2 5-11 16,0 0-12-16,-8 5-9 0,2 0-9 15,-13-3-3-15,-4-2 0 16,-9-4 6-16,-8-3 9 16,-9-3 6-16,-4-1 2 15,-6 1 1 1,-3-1-6-16,-5 0-6 0,0 1-9 16,-5 1-6-16,0 1-3 15,-4 0-3-15,-1 2-12 16,-6 6-21-16,0 0-9 0,1 0-11 15,-1 0 2-15,0 0 12 16,0 0 9-16,0 0-21 16,0 0-8-16,0 0-34 15,0 0 34-15,0 0-11 16,0 0-38-16,0 0-250 16,0 1 192-16</inkml:trace>
  <inkml:trace contextRef="#ctx0" brushRef="#br0" timeOffset="15262.86">13198 6552 1456 0,'0'14'33'16,"8"-3"-21"-16,5-2-14 16,13-6 0-16,7-2 6 15,12-6 17-15,5-2 7 0,10-2 38 16,9-2-1-16,7 2-20 15,4-1-9-15,8 3 6 16,4 0 0-16,2 2 6 16,2 3 2-16,4 2 4 15,-4 1-3-15,-8 0 3 16,-3 2-6-16,-12-3-24 16,-2-3-15-16,-9-4-12 15,-9-5-18-15,-17-5-51 16,-13-4-45-16,-17-6-140 15,-6-5-63-15,-16-4 229 16</inkml:trace>
  <inkml:trace contextRef="#ctx0" brushRef="#br0" timeOffset="18830.25">2485 7281 463 0,'-10'11'12'16,"-2"-2"1"-16,0 2 3 16,0 1 5-16,-1 0 27 15,4 0 13-15,2 0 24 16,1-1-1-16,6 3-16 16,1 2-16-16,8 4-24 15,4 1-8-15,8-3-1 16,5 0 3-16,3-5 1 15,5-2-1-15,8 1 1 16,5-4 10-16,12 2 21 16,5 1 12-16,3 0 4 15,4 1-10-15,6-4-15 16,2-1-13-16,5-6-4 0,1-2 1 16,4-7-6-16,6 0 2 15,5-3 31-15,4 1-2 16,6 4-4-16,0 5-5 15,7 9-15-15,1 7-12 16,-5 3-12-16,2-2-3 16,1-11-3-16,-4-11 6 15,5-16 9-15,1-8 3 0,1-10 6 16,1 1-3-16,0 3-9 16,-5 4 3-16,-11 12-15 15,-8 3 6-15,-10 12-6 16,-8 4 0-16,-11 6 3 15,-8 5 2-15,-13 3 4 16,-5-1-9-16,-3-2 3 16,-1-2-3-16,-1-4-20 15,0-4-31-15,-7-6-78 16,-1 0-72-16,-6-3-95 16,-2-1 185-16</inkml:trace>
  <inkml:trace contextRef="#ctx0" brushRef="#br0" timeOffset="20066.7">8742 7249 862 0,'40'4'52'0,"5"-3"17"0,1 1-58 16,2-2-36-16,-3 0-23 16,-5-1-25-16,3 0 0 15,-2 0 26-15,5 0 19 16,4 0 42-16,4 0 9 15,-2-1 4-15,-1 2 0 16,-6 0-13-16,-1 0-3 16,1 2-8-16,0 2 1 0,0 3-1 15,-1 1 1-15,0 2 7 16,0 0 15-16,-1 0 19 16,1-3 7-16,1-1-4 15,2-1-7-15,2-3-27 16,-1 0-5-16,5 1-3 15,-2-2 0-15,1 1 2 16,1 0 1-16,0 0 3 16,3 2 3-16,2-1-1 15,0-1 5-15,0-2-11 16,0-3 2-16,6 1-8 16,0-2-2-16,2 3 2 15,-2-1 0-15,-5 0 0 16,3 1-1-16,0 1 7 15,2 0 6-15,2 0 9 0,1-1 4 16,-3 0 0-16,3 0-3 16,2 1-9-16,-4 0 1 15,-3 0-11-15,-3-1 1 16,-5-1-2-16,4 1 0 16,3-1 8-16,3-3 3 15,2-3 4-15,-1-2 1 16,-2 0-9-16,-2 0-3 15,-1 2-4-15,-3 0-4 0,-2 0 2 16,0 1-2-16,-4 0-14 16,1 1-13-16,-2-1-37 15,1-2-27-15,1-5-148 16,-1-3 119-16</inkml:trace>
  <inkml:trace contextRef="#ctx0" brushRef="#br0" timeOffset="30547.48">4794 10355 1235 0,'-6'4'93'16,"6"-4"56"-16,4 8-93 16,10-5 9-16,16 0-32 15,5-1-6-15,6 0 2 16,3-2 7-16,-1-1-3 16,2 0 6-16,0-2 0 15,5 2 6-15,4 5 3 16,3 1 2-16,5 5 1 15,2 3-6-15,9-2-12 16,6-2-12-16,3-3-15 16,-1-4 3-16,0-4-3 15,-3-4 3-15,-3 1-6 16,-5-2 3-16,-10 2-3 16,-11 1 0-16,-10 1 3 15,-2 1-3-15,-6 2 5 0,-2 0-2 16,-5 0-3-16,-5 0 3 15,-6-2-6-15,-1-1 0 16,-6 0-53-16,-2-1-37 16,4-3-92-16,-1-4-78 15,4-10 169-15</inkml:trace>
  <inkml:trace contextRef="#ctx0" brushRef="#br0" timeOffset="31517.71">8052 10308 1189 0,'12'9'64'16,"6"6"44"-16,4 0-36 16,10 3-22-16,1 0-1 15,6-1 26-15,2 0 8 16,0 1 1-16,3 1 21 0,4 0 29 15,2-2 10-15,5-2 15 16,-3-3-62-16,6-4-28 16,3 0-15-16,12-2-28 15,8 0-9-15,-3-1-9 16,0-3-5-16,-4-3-1 16,-1-2 3-16,4-2-1 15,-3-2 2-15,-9-1 1 16,-7 0-2-16,-8-1 1 15,-2 0-3-15,-4-1 2 16,-5 0-1-16,-4 0 1 16,-3 1-2-16,-6 3-3 15,-1 0 0-15,-3 3-12 16,-5 2-19-16,-2-2-53 16,-3 1-23-16,-2-3-52 0,-3 0-50 15,-2-3 45-15,0-2 17 16,0-2 16-16,0-4 38 15,2-4-23-15,1-3-80 16,3-5 113-16</inkml:trace>
  <inkml:trace contextRef="#ctx0" brushRef="#br0" timeOffset="33064.62">12733 10492 406 0,'-1'6'42'15,"1"0"85"-15,0-1-45 0,0 0 0 16,3 0 34-16,-1 0 7 15,5 1-17-15,2 2-29 16,6 1-16-16,3 0-11 16,10 0-21-16,0 1-6 15,6-3-9-15,3 2-6 16,2 1 3-16,6 1 9 16,5 1 11-16,2 0 5 0,2-2 5 15,1-2-4 1,7-1 3-16,3 0 35 0,8 0-1 15,7 0 4-15,0 1 0 16,2 0-4-16,2 1-2 16,1 1-3-16,-1 0 0 15,-1-1-13-15,-4 2 7 16,1-2-11-16,-1 0-18 16,-7 0 1-16,-7-3-17 15,-7-1-2-15,-3-3-10 16,5-2-5-16,7-4-1 15,-4-1 1-15,-9-1 3 16,-6-1 1-16,-10 0-5 16,1 1 1-16,0 0-1 15,0 0 3-15,4-2 0 16,-6-1 1-16,6-1-3 0,-1 0-8 16,-4-2-7-1,0 0 1-15,-6 1-9 0,-3 0 2 16,-4 2 3-16,-1 0-4 15,-6 1 3-15,-3 1-16 16,-1 0-35-16,-2 1-11 16,0-1-19-16,-1 0 9 0,1 1 22 15,-1 0 2-15,0 3 24 16,0 1 9-16,-1 2 18 16,-2 1 12-16,1 0-12 15,0 1 12-15,0-1-18 16,-1-1-14-16,-3 0-28 15,0 0 3-15,0-3 4 16,-1 1-5-16,1-2-22 16,1 1-18-16,1-1-46 15,0 2-80-15,0-1-99 16,0 1 198-16</inkml:trace>
  <inkml:trace contextRef="#ctx0" brushRef="#br0" timeOffset="35485.04">6982 11228 80 0,'-3'-4'15'16,"1"1"18"-16,-3-1 13 16,-1 1 29-16,0 1 22 15,0 0 7-15,-1 1 44 16,1 0-23-16,-1 1-20 15,7 0-16-15,0 0-46 16,0 0-9-16,0-1-23 16,0 0-4-16,1 0 23 15,19-12 2-15,-2 10 24 16,5 2 5-16,9-3-1 16,0 3-12-16,15-1-23 15,-2-1-7-15,5 2-11 0,0 0 1 16,-6-4-2-1,1 0-2-15,-7-2 4 0,-1-1-1 16,-4 1 5-16,-4 1 0 16,-2 5-1-16,-2 1 1 15,-4 3-8-15,0 1 2 16,-7 3-6-16,-2 0 0 16,-5 1 0-16,0-2-2 15,-1-2-18-15,-1-2-96 0,-3-4 77 16</inkml:trace>
  <inkml:trace contextRef="#ctx0" brushRef="#br0" timeOffset="38866.61">10525 11956 898 0,'0'0'14'15,"0"0"29"-15,0 0 57 16,23 5 8-16,-7-5 9 16,8 0-13-16,9-3-38 15,5-1-19-15,7-2-26 16,1 0-9-16,5 1-7 15,5 1 3-15,2 1 2 16,5 3 2-16,1 0 9 16,-2 0 12-16,-2 1 3 15,-1 1-4-15,3-1-8 16,2-1-9-16,-7-2-15 16,-5-3-24-16,-10-5-47 0,-11-2-19 15,-6-8 19-15,-5-3-21 16,-9-7-192-16,-5-3 164 15</inkml:trace>
  <inkml:trace contextRef="#ctx0" brushRef="#br0" timeOffset="39534.12">13535 12142 1522 0,'80'19'6'16,"5"0"-1"-16,4 0-3 15,3 0 4-15,-6 1-4 16,-2 1 0-16,-6 2-2 0,-2-2 0 15,-6-3-15-15,-4-3-18 16,-10-11-51-16,-4-5-71 16,-6-16 86-16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8:44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31 7170,'26'-30'7065,"-29"32"-5671,-137 173 1384,-28 31-2361,72-116-397,82-79-450,0 0 0,-1-1 0,0-1 0,0 0 0,-21 8-1,10-10-1677,25-7 2001,0-1 0,-1 1-1,1 0 1,0 0 0,0-1 0,0 1-1,-1-1 1,1 1 0,0-1 0,0 1-1,-2-2 1,3 2 98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8:44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13147,'29'-8'-1000,"5"7"784,1 4 168,6 16 376,-2 7 440,-1 7 256,-3 5-232,-4 2-456,-3 0-120,3 0-192,-1-3 0,-4-10 40,0-5-16,-5-12-208,-3-3-416,-4-7-2577,1-1 2553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8:44.8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7338,'0'0'1832,"0"1"-672,5 26 24,-2-7 17,2 14 375,2 6-384,-1 9-592,4 4-239,3 4-746,-2-2-663,3-6 592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8:46.9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 0 11218,'-30'39'368,"1"2"57,5 4-353,-3 3 8,0 10-32,-3 6-16,-11 6-8,0 5 8,-1-4 0,0-6-16,7-13-80,1-10-136,3-20-1521,0-11 1161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8:47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12475,'37'52'952,"3"1"-208,4 10-720,6-4-216,-5-3-336,-3-1-16,-4-5 88,-9-2 280,2-9 40,-8-5-64,0-7-249,-2-4-191,-4-5-848,1-1-1241,-4-5 1401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8:47.7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91 10794,'0'0'399,"-1"1"73,0-10 123,1 4-454,1 0 0,1 0 0,-1 0 0,1 0 0,-1 0 0,1 0 0,1 1 0,-1-1 0,4-4 1,-5 7-93,1 0 0,-1 0 1,1 0-1,-1 0 0,1 0 1,0 0-1,0 0 0,0 1 1,0-1-1,0 1 1,0-1-1,0 1 0,1 0 1,-1 0-1,0 0 0,1 0 1,-1 1-1,1-1 0,-1 0 1,1 1-1,-1 0 0,1 0 1,3 0-1,-4 0-36,1 0 1,-1 1-1,0 0 0,0-1 0,1 1 0,-1 0 0,0 0 1,0 0-1,0 0 0,0 1 0,0-1 0,0 1 0,0-1 1,-1 1-1,1-1 0,-1 1 0,1 0 0,-1 0 0,1 0 1,-1 0-1,0 0 0,0 0 0,0 0 0,0 0 0,0 1 1,-1-1-1,2 3 0,-1 2-19,0 0 0,0 0 0,0 0 0,-1 0 0,0 0-1,0 0 1,-2 13 0,-3-2-38,0 0-1,0-1 1,-2 0-1,0 0 1,-1-1-1,-1 0 1,-18 27-1,12-24 351,0 0 0,-1-1 0,0-1 0,-2 0-1,-29 20 1,42-33 31,3-2-163,1-1 1,-1 1-1,0-1 1,1 0-1,-1 0 1,0 0-1,0 0 1,0 0-1,0 0 0,0-1 1,0 1-1,-2 0 1,4-5 108,1 0-257,1-1 1,-1 0 0,1 1 0,0-1 0,0 1 0,1 0 0,-1 0 0,1 0 0,0 0 0,0 0 0,0 0 0,0 1-1,1-1 1,0 1 0,0 0 0,5-3 0,-2 1-27,-1 1 0,1 0 0,0 0 0,1 1-1,-1 0 1,0 0 0,1 1 0,0 0 0,14-2 0,-2 4-155,1 1 0,-1 1 1,28 5-1,26 3-1824,-15-7 830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0.1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1 1624,'0'0'4407,"-3"3"-3617,-41 46 887,-60 86 0,77-98-1602,20-28-72,4-3 0,0-1 1,-1 0-1,0 0 1,0 0-1,0-1 1,-1 1-1,0-1 1,0 0-1,0 0 1,-9 5 0,13-9-66,0 0 0,0 0 1,0 0-1,0 0 1,0 0-1,0 0 0,0 0 1,-1 0-1,1-1 1,0 1-1,0 0 0,0-1 1,0 1-1,0-1 1,0 1-1,0-1 0,0 1 1,0-1-1,1 0 1,-1 1-1,0-1 0,0 0 1,0 0-1,1 1 1,-1-1-1,0-2 1,-7-9-758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0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9962,'0'9'94,"0"1"-1,1-1 1,0 0 0,0 1-1,1-1 1,1 0 0,0 0-1,0 0 1,0-1-1,1 1 1,1-1 0,-1 1-1,11 12 1,-3-4-88,2-1-1,-1 0 1,2-1-1,0-1 1,19 14-1,-30-25 19,0-1 0,0 0 0,0 0 0,0 0 0,1 0 0,-1 0 0,9 1 0,-11-3-224,-1 1 0,1-1 0,0 0 0,0 0 0,-1 1-1,1-1 1,0 0 0,0-1 0,-1 1 0,1 0 0,0 0-1,-1-1 1,1 1 0,0-1 0,-1 0 0,1 1 0,0-1 0,-1 0-1,1 0 1,-1 0 0,0 0 0,2-1 0,1-9-1310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0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0 8970,'-7'14'367,"1"0"1,0 1-1,1 0 0,1 0 0,0 0 1,-1 16-1,3-18-380,0 0-1,-1 0 1,-1 0 0,0-1-1,-1 1 1,0-1 0,0 0-1,-13 20 1,16-30 13,1 0 0,-1 0-1,0 1 1,0-1 0,0 0 0,0 0 0,0-1-1,0 1 1,0 0 0,-1-1 0,1 1 0,-1-1-1,1 0 1,-1 0 0,1 0 0,-1 0 0,0 0-1,1-1 1,-1 1 0,0-1 0,0 0-1,1 0 1,-1 0 0,-3 0 0,3-1-113,0 0 0,0 0 0,0 0 0,0-1 0,0 0 0,0 1 0,0-1 0,1 0 0,-1 0 0,1 0 0,-1-1 0,1 1-1,0 0 1,0-1 0,0 0 0,0 1 0,0-1 0,1 0 0,-3-5 0,-4-9-1059,-10-37-1,15 46 1780,2-1 0,-1 1 0,0-17 0,18 40 703,-1 1-894,1-1 1,20 15 0,-28-25-378,0 1 1,1-1 0,0 0 0,0-1-1,0 0 1,20 5 0,-12-5-4,-1-1 0,1 0 0,0-2 0,0 0-1,0 0 1,0-2 0,23-3 0,-31 3-145,0-1 0,0 0 0,-1-1 0,1 0 0,0 0 0,-1-1 0,0 0 0,0-1 0,0 1 0,-1-2 0,1 1-1,-1-1 1,-1 0 0,1 0 0,7-10 0,-3-1-1780,-4 0 474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1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1 8970,'-27'13'168,"0"0"1,2 2-1,0 1 0,0 2 1,2 0-1,0 1 1,-24 27-1,44-43-159,-1 0 0,1 0-1,0 0 1,-1 0 0,1-1 0,-9 4 0,12-5-11,-1-1 1,0 0-1,0 0 1,0 0 0,0 0-1,0 0 1,0 0-1,0 0 1,0 0-1,0 0 1,0 0 0,0 0-1,0 0 1,1-1-1,-1 1 1,0 0 0,0-1-1,0 1 1,0-1-1,1 1 1,-1-1-1,0 1 1,0-1 0,1 0-1,-1 1 1,0-1-1,1 0 1,-1 0 0,1 1-1,-1-1 1,1 0-1,-1 0 1,1 0-1,0 0 1,-1 1 0,1-3-1,-7-13-619,2-1 0,0 0-1,1 0 1,1 0 0,1-1-1,0 1 1,1-28 2239,3 47-1381,0 0 0,0 0 0,0 1 0,-1-1-1,1 0 1,-1 1 0,1-1 0,0 5 0,0-4 41,2 3-186,0-1 1,0 1-1,0-1 0,1 0 1,0 0-1,0 0 1,0 0-1,0-1 1,1 0-1,0 0 0,0-1 1,0 1-1,0-1 1,1 0-1,-1-1 1,1 0-1,13 3 0,0-2-87,1 0 0,0-2 0,-1 0 0,39-4 0,-47 1-168,1 1 0,-1-2 1,1 0-1,-1 0 0,0-1 0,0 0 0,12-7 0,-6-2-265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1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0 10674,'-35'12'344,"2"2"192,1 3-520,1 2 32,-1 0-32,1-1 0,7-3 0,4-2-16,2-1 0,1-3-32,3-5-200,-2 0-144,3-8-736,-1-3-608,2-7 768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2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26 6153,'7'4'985,"3"2"647,4 5-720,6 6-464,-1 1-168,5 3-200,0-1-64,10-4 8,4-4 8,8-7-32,0-5 16,-5-11-48,-1-3-104,-6-11-1400,-1-2 1000</inkml:trace>
  <inkml:trace contextRef="#ctx0" brushRef="#br0" timeOffset="1">321 0 11835,'-44'27'296,"6"-1"-216,3 0-224,8-1-208,0-3-177,3-5-479,-2-3-112,5-9-72,1-3 79,2-6 601,1-5-72,4-4-1272,2-6 1376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2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9354,'19'18'464,"4"6"312,5 4-576,5 3-72,-7-1-128,0-3-64,-7-7-40,-3-5-24,-7-11 8,0-4-56,0-13 144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3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80 212 10442,'-2'-4'56,"1"0"-1,-1 0 0,1 0 1,0 0-1,1 0 0,-1 1 0,1-1 1,0 0-1,0-1 0,0 1 1,0 0-1,1 0 0,-1 1 1,1-1-1,0 0 0,0 0 1,1 0-1,-1 0 0,1 1 1,3-7-1,2-2-47,0 1-1,1-1 1,0 2 0,18-20-1,-19 24 32,0-1 0,0 1 0,0 1 0,1-1 0,11-5 0,-17 10-33,-1 0 0,1 0 0,0 0 0,0 0-1,0 1 1,0-1 0,0 0 0,0 1-1,0 0 1,0-1 0,0 1 0,0 0 0,0 0-1,0 0 1,0 0 0,0 1 0,0-1-1,0 0 1,0 1 0,0 0 0,-1-1-1,1 1 1,0 0 0,0 0 0,0 0 0,-1 0-1,1 0 1,0 0 0,-1 0 0,1 1-1,2 2 1,1 4 2,-1 0-1,1 0 1,-1 1 0,-1-1-1,1 1 1,-2 0-1,1 0 1,-1 0-1,0 0 1,-1 1 0,0-1-1,-1 0 1,0 0-1,0 1 1,-1-1-1,-4 18 1,1-8 1,0 0-1,-2 0 1,0-1 0,-1 0 0,-1 0-1,-1-1 1,-14 22 0,12-23 25,0-1 0,-27 27-1,32-37 62,0 1-1,-1-1 1,1 0-1,-1-1 0,0 0 1,0 0-1,0 0 1,-1-1-1,-10 4 1,16-7-32,0 1 0,-1-1 0,1 0 1,0 1-1,0-1 0,0 0 0,-1 0 1,1-1-1,0 1 0,0 0 0,0-1 1,-1 1-1,1-1 0,0 0 0,0 0 1,0 0-1,0 0 0,-3-2 0,2 0-15,0 1 1,0-1-1,1 0 0,-1 1 0,1-2 0,0 1 0,-1 0 0,1 0 0,1-1 0,-3-4 0,2 3-22,0 1 0,0-1 0,1 1-1,0-1 1,0 0 0,0 0 0,1 0 0,-1 1-1,1-1 1,0 0 0,1 0 0,-1 0 0,1 0-1,0 0 1,0 1 0,0-1 0,4-7 0,-3 8-6,1 0 0,-1 0 1,1 1-1,0-1 0,0 1 1,0 0-1,0 0 0,1 0 1,-1 0-1,1 1 0,0-1 0,0 1 1,0 0-1,0 0 0,0 0 1,6-1-1,-3 2-15,-1 0-1,1 0 1,-1 1-1,1 0 1,-1 0 0,1 0-1,-1 1 1,0 0-1,1 0 1,7 3-1,10 6-33,0 0 0,0 1-1,-1 2 1,30 21 0,-46-29 30,15 10-78,26 16-490,-45-29 392,1-1 1,-1 1-1,1-1 0,0 0 0,-1 0 0,1 0 0,0 0 1,0-1-1,0 1 0,0-1 0,7-1 0,17-7-503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1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338 0 5625,'0'0'2077,"-6"9"-378,-53 84 40,-60 88-830,116-176-941,-9 11 126,-1 0 1,-19 18 0,29-30-212,-1-1 0,1 0 0,-1 0 0,0-1 0,0 1 0,0-1 0,0 1 0,0-1 0,0-1 1,-1 1-1,1 0 0,-1-1 0,1 0 0,-1 0 0,1-1 0,-6 1 0,0-5-2136,2-4 674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2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8210,'0'0'1653,"8"5"-428,13 27 507,33 67 1,-37-65-1707,0 4-24,4 6 32,-16-37-82,-2-7-1633,-1-1 1395,11-11-231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2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3201,'0'0'6464,"-1"6"-5827,-2 6-439,0 0 1,1 1-1,1-1 0,0 0 0,1 0 0,1 20 1,0-26-152,0 0 0,1 0 0,-1 0 0,1-1 0,0 1 0,0-1 0,1 1 1,-1-1-1,1 0 0,0 0 0,1 0 0,-1 0 0,1-1 0,0 1 0,0-1 1,8 6-1,-4-4-6,-2-1-21,1 0 0,0-1-1,0 0 1,0 0 0,1 0 0,9 3 0,-16-7-195,3-2-1979,0-7 1262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2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11250,'6'-2'554,"21"-9"-451,47-14 19,-66 23-103,0 0-1,0 1 0,1 0 1,-1 0-1,0 1 0,0 0 1,13 2-1,-11 0 5,30 5 129,49 14 0,-87-20-1992,-13-5-699,-26-13 1168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3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2881,'0'0'4389,"10"0"-1738,64 15-1538,-40-8-572,45 5 0,-76-12-529,1 0 0,-1 0 0,0 0 0,0 0 0,0 0 1,0-1-1,0 0 0,0 1 0,0-1 0,0 0 0,0-1 0,0 1 0,-1 0 0,1-1 0,4-3 1,-6 4-92,0 0 1,0 0-1,0-1 1,0 1 0,0 0-1,0-1 1,-1 1 0,1-1-1,0 1 1,-1-1 0,1 1-1,-1-1 1,0 0 0,1 1-1,-1-1 1,0 0 0,0 1-1,0-1 1,0 0 0,0 1-1,0-1 1,-1 0 0,1 1-1,0-1 1,-1 1 0,1-1-1,-1 1 1,0-1-1,0 1 1,0-2 0,-5-9-1777,-1-2 598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3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1 10738,'-12'13'400,"6"7"80,-3 1-247,4 9-89,-4 1-40,-4 1-56,1 1-16,-2-3 16,3-3-8,0-8-24,-4-3 0,-2-7 0,-2-5-64,0-3-1113,-6-2 849</inkml:trace>
  <inkml:trace contextRef="#ctx0" brushRef="#br0" timeOffset="1">0 145 10298,'17'11'592,"5"0"369,6 0-465,9 0-8,3-4-80,-5-1-248,-1-1-88,-12-4 24,-6 0-24,-3 2 0,-12-3-568,0 0-456,2 0-2025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3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1 11290,'-2'0'481,"1"0"463,0 1-944,-34 23-240,22-7-56,-1 4 48,-6 5 64,-3 1 71,-3 3 113,-1 0 16,2-8 0,4 0-64,0-9-1984,-2-5 1480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4.3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9802,'13'11'904,"13"6"1465,5-2-1129,20 3-952,-1-2-48,1-4-432,-7-3-288,-12 1-544,-3-2 120,-14-4 311,1-2-863,-3-4 976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6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1 4729,'0'0'3966,"-8"7"-1944,1 7-1806,0 0 0,1 0 1,0 0-1,1 1 0,-6 28 1,-31 93 362,-6 21 406,45-143-980,2-8-170,0 0 1,0 0-1,-1 0 0,0 0 0,-5 10 0,0-12-163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7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9 2649,'-13'-3'793,"0"1"0,-17-2 0,25 4-243,1 1-108,-3 5-247,-8 3-130,-41 29 1083,51-34-959,-1 1 1,0 0-1,1 0 0,0 1 0,1-1 0,-1 1 1,-5 10-1,-1 9-60,2 0 0,1 0 1,1 1-1,-6 41 0,1-7-99,-3 7 2,-1-5 297,3 1 0,-7 110 0,19-167-283,2-1-1,-1 1 1,0-1-1,1 1 1,0-1 0,0 0-1,1 1 1,-1-1 0,1 0-1,0 0 1,1 0-1,-1 0 1,1 0 0,5 6-1,-6-9-32,1 1 0,0-1 0,0 1 1,-1-1-1,1 0 0,0 0 0,1 0 0,-1-1 0,0 1 0,1-1 0,-1 1 0,0-1 0,1 0 0,0-1 0,-1 1 0,1-1 0,-1 1 0,1-1 0,0 0 0,-1 0 0,1-1 0,6 0 0,-1-2 39,-1 1-1,1-1 1,0-1-1,-1 1 0,0-2 1,0 1-1,0-1 1,0 0-1,-1-1 1,0 1-1,0-2 1,9-9-1,7-10 256,37-55-1,-39 49-194,33-65 0,-48 84-57,0-1-1,-2 0 1,1 0 0,-2 0-1,0-1 1,0 1 0,-2-1-1,1-17 1,-3 5 91,-1 0 1,-2 1-1,-12-50 0,11 59-134,0 1 0,-2 0 0,0 0 0,0 1-1,-1 0 1,-21-28 0,26 39-24,1 1 0,-1 0 0,0 0 0,0 0-1,0 0 1,-1 0 0,1 1 0,-1 0 0,1-1 0,-1 1 0,0 1-1,0-1 1,-4-1 0,5 2-44,-1 1 1,1 0-1,0-1 0,-1 1 1,1 1-1,-1-1 0,1 0 1,0 1-1,-1 0 0,1-1 1,0 1-1,0 1 0,-1-1 1,1 0-1,0 1 0,-4 2 1,-45 30-2266,20-17 1569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03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7154,'1'5'3020,"12"30"-1774,0-1 0,3 0 0,30 49 0,-15-27-1109,29 52 47,39 76 504,-92-172-556,-3-7-1051,-2-32-4411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03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0 11202,'-1'3'102,"0"0"-1,0 1 1,0-1-1,1 0 0,0 0 1,-1 1-1,1-1 1,0 0-1,1 1 0,-1-1 1,1 0-1,-1 0 1,1 1-1,0-1 0,0 0 1,0 0-1,0 0 1,1 0-1,2 4 0,4 5 78,1 0-1,0 0 1,13 12-1,2 2 13,-24-26-187,16 19 69,16 27 1,-29-41-62,0 0-1,0 0 1,-1 0 0,0 0 0,0 0 0,0 0-1,0 0 1,-1 1 0,0-1 0,0 1 0,-1-1-1,1 7 1,-1-11-46,0 0-1,-1 0 1,1-1-1,0 1 1,0 0 0,0-1-1,-1 1 1,1 0-1,0-1 1,-1 1 0,1 0-1,0-1 1,-1 1-1,1 0 1,-1-1 0,1 1-1,-1-1 1,1 1-1,-1-1 1,0 0 0,1 1-1,-1-1 1,1 1-1,-1-1 1,0 0 0,1 0-1,-1 1 1,0-1-1,0 0 1,1 0 0,-1 0-1,0 0 1,1 0-1,-1 0 1,0 0-1,0 0 1,1 0 0,-1 0-1,0 0 1,1 0-1,-1 0 1,0-1 0,0 1-1,1 0 1,-1 0-1,0-1 1,0 0 0,-7-2-877,1 0 0,0-1 0,-10-6 0,10 5-229,-15-7-623</inkml:trace>
  <inkml:trace contextRef="#ctx0" brushRef="#br0" timeOffset="1">1 174 9650,'1'0'776,"24"9"761,4-2-1001,4-1 280,13-3-488,6-2-88,5-4 48,4-2-72,2-3 120,-5 1 48,-9-1-96,-6-1 16,-12-3-184,-4 0-192,-7-1-664,-2-1-440,-14-1-2633,-5-4 2769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05.0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8658,'15'9'1176,"6"4"2585,8 1-2585,6 3-464,4-3-448,2-1-168,3-5-312,-1-2-64,-4-3-200,-5 0-72,-15-2-144,2 0-160,-11-1-176,-1 0-865,8-5 1217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06.7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194 102 8938,'0'-4'187,"1"-1"-1,-1 1 1,1 0 0,0-1 0,0 1-1,0 0 1,0 0 0,1 0 0,0 0-1,0 0 1,0 0 0,0 1 0,1-1-1,-1 1 1,1-1 0,0 1 0,0 0-1,0 0 1,0 0 0,1 1 0,-1-1-1,1 1 1,0 0 0,-1 0-1,1 0 1,0 0 0,0 0 0,0 1-1,7-1 1,-6 0-141,1 1 1,-1 0-1,1 0 0,0 1 0,-1 0 1,1 0-1,0 0 0,-1 0 0,1 1 0,0 0 1,-1 1-1,1-1 0,-1 1 0,1 0 1,-1 0-1,0 0 0,0 1 0,0 0 0,0 0 1,-1 0-1,1 1 0,4 4 0,-6-5-71,-1-1 0,1 1 0,-1 0 0,0 1 0,0-1 0,0 0 0,0 1 0,-1-1 0,1 1 0,-1-1 0,0 1 0,0-1 0,0 1 0,-1 0 0,1 0 0,-1 0 0,0 4 0,-1-3 45,0 0-1,0 1 1,0-1 0,-1 0-1,0 0 1,0 1-1,0-1 1,0-1-1,-1 1 1,-5 7-1,-6 5 179,-1-1-1,0 0 1,-2-1-1,-27 20 0,-66 50 808,108-84-925,3 0-58,0 0 0,0 0 0,0 0 0,-1 0 0,1 0 0,0-1 0,0 1 0,0 0 0,0-1 0,1 1 0,-1-1 0,0 1 0,0-1 0,0 1 0,2-1 0,-3 1-6,13 2 159,-1 0 0,1-1-1,0-1 1,15 1 0,30 3 120,-49-3-310,0 0-1,1 1 1,-1 0-1,0 1 1,0 0-1,-1 0 0,1 1 1,-1 0-1,0 0 1,9 8-1,-15-11 15,1 0 0,-1 0 0,0 1 0,0-1-1,-1 0 1,1 1 0,0 0 0,-1-1 0,0 1 0,1 0 0,-1 0-1,0-1 1,-1 1 0,1 0 0,0 0 0,-1 0 0,1 0 0,-1 0-1,0 0 1,0 0 0,-1 0 0,1 0 0,0 0 0,-1 0 0,0 0-1,0 0 1,0 0 0,0 0 0,0 0 0,0-1 0,-1 1 0,1 0 0,-1-1-1,0 1 1,0-1 0,-2 3 0,-8 9 149,-1-1 0,-1 0 1,0 0-1,-1-2 0,0 0 0,0 0 0,-1-1 0,-17 7 1,6-5-19,0 0 0,0-2 1,-1-1-1,-41 7 1,58-14-212,1-1 0,-1 0 0,0 0 0,-12-2 0,21 1-38,-1 0 1,0 0 0,1-1-1,-1 1 1,1-1 0,-1 1 0,1-1-1,-1 0 1,1 0 0,-1 0-1,1 0 1,0-1 0,0 1-1,-1-1 1,1 1 0,0-1 0,0 0-1,1 0 1,-1 0 0,0 0-1,1 0 1,-3-3 0,3 0-92,-1-1 0,1 1 0,1 0 1,-1 0-1,1-1 0,0-9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4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0 2529,'0'0'1880,"-1"5"2,-4 8-1477,0-1 1,-1 1-1,0-1 0,-1-1 1,0 0-1,0 0 1,-13 13-1,-7 12 112,-19 36 256,-29 40-36,65-99-653,-1 0 0,-1 0-1,0-1 1,-1-1 0,-24 17 0,36-27-96,0-1 0,1 1 0,-1-1 0,0 1 0,0-1 0,0 0 0,1 1 0,-1-1 0,0 0 1,0 0-1,0 0 0,0 1 0,0-1 0,0 0 0,0 0 0,1 0 0,-1-1 0,0 1 0,0 0 0,0 0 0,0 0 0,0-1 0,0 1 0,1 0 0,-1-1 0,0 1 1,0-1-1,0 1 0,1-1 0,-1 1 0,0-2 0,-1 0-114,0 0 0,0 0 0,0 0 1,1-1-1,-1 1 0,1-1 0,0 1 0,0-1 0,-2-4 1,-3-13-385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5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10858,'0'4'205,"2"0"0,-1 0-1,0 0 1,1 0 0,0 0-1,0-1 1,0 1 0,0-1-1,5 7 1,0 0-63,37 60 66,-4 3 0,33 81 0,-68-138-182,-3-11-17,0 0-1,1 1 1,-1-1-1,1 0 1,0 0-1,0 0 1,0-1-1,1 1 1,-1-1-1,5 4 1,-6-6-121,-4-5-1911,-5-11 1537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5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0 11338,'-22'77'621,"13"-43"-542,-1-1 0,-19 40 0,25-63-70,-1-1-1,0 0 1,-1 0 0,0 0 0,-1-1 0,1 0-1,-2 0 1,1-1 0,-1 0 0,0 0 0,-16 10-1,21-15-41,1 0-1,-1-1 1,0 1-1,0-1 1,0 0-1,0 0 1,0 0-1,0 0 1,0 0-1,0-1 1,-1 1-1,1-1 1,0 0-1,0 0 1,0 0-1,-1 0 1,1-1-1,0 1 1,0-1-1,0 0 1,0 0-1,0 0 1,0 0-1,0 0 1,0-1-1,0 1 1,1-1-1,-1 0 1,1 0-1,-1 0 1,1 0-1,-1 0 1,1-1-1,0 1 1,0-1-1,-2-3 1,-2-4-268,0-1 0,1 1 0,0-1 0,0 0 0,2 0 0,-1 0 1,1-1-1,-2-18 0,5 23 269,-1 0 0,1-1 1,1 1-1,-1 0 0,1 0 0,0 0 1,1 0-1,0 0 0,0 0 1,0 0-1,1 0 0,0 1 0,1 0 1,-1-1-1,1 1 0,5-6 1,-7 9 118,1 0 0,-1 1 0,1-1 0,0 0 0,0 1 0,0 0 0,1-1 0,-1 1 0,1 0 0,-1 1 0,1-1 0,-1 1 0,1-1 0,0 1 0,0 0 0,0 1 0,-1-1 0,1 1 0,0-1 0,0 1 0,0 0 0,0 1 0,0-1 0,0 1 0,0-1 0,0 1 0,-1 0 0,1 1 0,0-1 0,5 3 0,1 2 105,0 0 0,0 0 0,-1 1 1,0 0-1,0 0 0,10 11 1,42 56 171,-43-51-319,36 39 0,-50-59-40,-1 0 1,1 0-1,0 0 0,0 0 0,0-1 1,5 3-1,-8-5-13,0 1-1,0-1 1,0 0 0,0 1-1,0-1 1,0 0 0,0 0-1,0 0 1,0 0 0,0 0-1,1 0 1,-1 0 0,0 0-1,0 0 1,0 0 0,0 0-1,0-1 1,0 1 0,0-1-1,0 1 1,0 0 0,0-1-1,0 0 1,0 1 0,0-1-1,0 0 1,0 1 0,-1-1-1,1 0 1,1-1 0,6-13-120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5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1 10610,'-20'14'680,"-1"5"1817,4 6-2737,0 5-280,-2 0-240,-2-5 376,0-2 87,3-9 81,1-9 184,3-4 48,-4-6 0,-3-3-312,-1-6 208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6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8722,'22'21'864,"4"1"816,9 1-935,9-9-473,3-1 88,1-9-120,0-2-120,-12-1-480,-5-5-40,-14-4 152,-5-1 16,-11-6-129,-6-4-535,-5-1 552</inkml:trace>
  <inkml:trace contextRef="#ctx0" brushRef="#br0" timeOffset="1">239 31 12347,'-9'-7'320,"1"-1"-296,1 1-1065,0 1-807,-8 3 1120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6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122 102 1624,'-4'0'-94,"-8"2"330,-1-1 1,0-1-1,-24-2 1,34 2-195,1-1 1,-1 1-1,0-1 0,1 0 1,-1 0-1,1 0 0,-1 0 1,1 0-1,0-1 0,-5-2 1,6 3-79,0-1 0,0 1 0,0 0 0,0 0 0,0-1 0,1 1 0,-1 0 0,0-1 0,1 1 0,-1-1 0,1 1 1,-1-1-1,1 1 0,0-1 0,-1 1 0,1-1 0,0 1 0,0-1 0,0 1 0,1-3 0,-1 3 28,0 1 0,0 0-1,0 0 1,1-1 0,-1 1 0,0 0 0,0-1-1,0 1 1,1 0 0,-1 0 0,0-1-1,0 1 1,1 0 0,-1 0 0,0 0-1,0-1 1,1 1 0,-1 0 0,0 0 0,1 0-1,-1 0 1,0 0 0,1 0 0,-1 0-1,0 0 1,1 0 0,-1 0 0,0 0-1,1 0 1,-1 0 0,0 0 0,1 0 0,-1 0-1,0 0 1,1 0 0,-1 0 0,0 0-1,1 0 1,-1 1 0,0-1 0,0 0 0,1 0-1,-1 1 1,17 7 758,29 26 2652,-32-23-2912,0 0 0,1-1 0,0-1 0,0-1 0,1 0 0,0 0 0,0-2 0,18 6 1,-1-6-583,-1-2 1,1-1-1,-1-1 1,62-5-1,-91 2 48,19-3-343,-21 4 367,-1 0 1,1 0 0,0-1 0,-1 1-1,1 0 1,-1 0 0,1-1-1,-1 1 1,1 0 0,-1-1-1,1 1 1,-1-1 0,1 1-1,-1 0 1,1-1 0,-1 1-1,0-1 1,1 0 0,-1 1-1,0-1 1,1 1 0,-1-1-1,0 1 1,0-1 0,0 0-1,1 1 1,-1-1 0,0 1-1,0-1 1,0 0 0,0 1 0,0-1-1,0 0 1,-6-15-117</inkml:trace>
  <inkml:trace contextRef="#ctx0" brushRef="#br0" timeOffset="1">292 0 12283,'0'0'984,"-1"0"304,0 0-1120,-21 24-624,11-7-192,-8 5-112,-4 4 168,-9 1 408,-1 3 80,-6 0 104,-3-2-128,3-10 96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8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1 8810,'3'6'71,"-1"0"1,0 0-1,0 0 1,-1 0 0,0 0-1,0 1 1,0-1-1,-1 1 1,0-1-1,0 0 1,0 1-1,-3 7 1,-2 10 95,-15 45 0,9-36 68,0 3 21,-2 0 0,-24 48-1,31-74-170,1 1 0,-2-1 0,0 0 0,0-1-1,0 0 1,-1 0 0,-1 0 0,1-1-1,-1 0 1,-1-1 0,0 0 0,-11 6 0,20-12-73,1-1 1,-1 1 0,0-1 0,0 1 0,0-1 0,0 0 0,0 1-1,0-1 1,0 0 0,0 0 0,0 0 0,0 0 0,0 0 0,0 0-1,0 0 1,0 0 0,0 0 0,1 0 0,-1 0 0,0-1 0,0 1 0,0 0-1,0-1 1,0 1 0,0-1 0,0 1 0,0-1 0,1 1 0,-1-1-1,0 1 1,0-1 0,1 0 0,-1 0 0,0 1 0,1-1 0,-1 0-1,1 0 1,-1 0 0,1 0 0,-1-1 0,0 0 49,0-1-1,1 1 1,-1-1 0,0 1 0,1-1-1,0 0 1,0 1 0,0-1 0,0 1-1,0-1 1,0 0 0,1 1 0,-1-1-1,2-4 1,1 2-18,0-1 0,-1 1 0,2-1 0,-1 1 0,1 0 0,-1 1 0,1-1 0,1 1 0,-1-1 0,0 1 0,1 0 0,0 1 0,0-1 0,0 1 0,1 0-1,-1 1 1,1-1 0,-1 1 0,1 0 0,0 0 0,0 1 0,7-2 0,-2 2 23,0 0 0,0 0 0,0 2-1,0-1 1,0 1 0,0 1 0,0 0-1,-1 0 1,1 1 0,-1 0 0,14 7 0,-16-6-18,55 22 144,-57-25-179,0 1 1,0 0 0,0-1 0,0 0-1,0-1 1,0 1 0,1-1 0,10-2-1,-16 2-8,1-1 1,-1 1-1,1-1 0,-1 0 0,0 0 0,1 0 0,-1 0 0,0 0 0,0 0 0,1 0 0,-1 0 1,0 0-1,0-1 0,0 1 0,-1 0 0,1-1 0,0 1 0,0-1 0,-1 1 0,1-1 0,-1 1 0,1-1 1,-1 1-1,0-1 0,1 0 0,-1 1 0,0-1 0,0 1 0,0-3 0,0-9 4,-1 1 1,-2-21-1,2 26-24,-3-22-125,-2-1 0,0 0 0,-2 1 0,-2 1 0,0-1 0,-2 2 0,-23-41 0,25 55 60,10 13 80,0-1 0,0 1 0,0 0 0,0 0 0,0 0 0,0 0 0,0 0 0,0 0 0,0 0 0,0 0 0,0 0 0,-1 0 0,1 0 0,0 0 0,0 0-1,0 0 1,0 0 0,0 0 0,0 0 0,0 0 0,0 0 0,0 0 0,0 0 0,0 1 0,-1-1 0,1 0 0,0 0 0,0 0 0,0 0 0,0 0 0,0 0 0,0 0 0,0 0 0,0 0 0,0 0 0,0 0 0,0 0 0,0 0 0,0 0 0,0 1 0,0-1 0,0 0 0,0 0 0,0 0 0,0 0 0,0 0 0,0 0 0,0 0 0,0 0 0,0 0 0,0 0 0,0 1 0,0-1 0,0 0 0,0 0 0,0 0 0,0 0 0,0 0 0,0 0 0,0 0 0,0 0 0,0 0-1,0 0 1,0 0 0,0 0 0,0 1 0,0-1 0,0 0 0,0 0 0,8 30 172,-6-23-195,10 48 163,-3 1 0,-2-1 0,0 66 0,10 86-95,-14-184-1651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3:09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1 190 7009,'23'-24'761,"-1"-8"759,-2 0-1256,-7-2 16,-3 6-32,-6 10-104,0 6 600,-25 3-1816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6:58:16.10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1734 2992 1063 0,'-44'0'-6'0,"-14"2"6"16,-1 2 6-16,-2 0 5 15,7 1 3-15,9 3 7 16,2 2-3-16,2 6-5 16,0 5-3-16,-1 8-10 15,4 6-2-15,10 5-4 0,7 2 0 16,13 5 0-16,4 4 3 16,6 13 3-16,7 10-6 15,8 11-10-15,6 2-7 16,16-10-8-16,5-11-8 15,12-32 10-15,6-16 6 16,15-29 18-16,7-12 10 16,6-15 27-16,-2-5 4 15,-8-13-5-15,-3-3-10 0,-5-12-11 16,-5 0-2-16,-15 2-3 16,-9 0 3-16,-16 4 6 15,-9 1 7-15,-16 1 8 16,-9 4 2-16,-19 9-8 15,-12 5-7-15,-20 16-8 16,-9 10-5-16,-15 19-12 16,-5 13-32-16,-21 16 24 15</inkml:trace>
  <inkml:trace contextRef="#ctx0" brushRef="#br0" timeOffset="2951.44">6450 3001 1042 0,'0'0'23'0,"0"0"-23"16,0 1-10-16,5 19-8 15,-5-9 12-15,-5 9 10 16,-2 3 3-16,0 12 6 16,-3 7 2-16,1 9 5 15,1 0 1-15,-5-3-5 16,2-7-7-16,-4-14-3 15,3-5 2-15,1-13 0 16,3-4 3-16,0-9-1 16,0-4 0-16,6-12-5 15,0-5-3-15,10-12 6 16,6-5 0-16,4-8 2 0,0-1-1 16,0 2-3-16,-6 5 2 15,1 13-2-15,1 6 1 16,-6 15 5-16,0 6 3 15,-3 15 7-15,-1 11-1 16,0 18 8-16,3 12-2 16,0 16-7-16,3 5-1 15,0-2-13-15,1-7-2 0,0-19 0 16,-2-13-2-16,1-19 5 16,-1-7-5-16,-3-14-2 15,-1-9-31-15,-11-13-288 16,-1-4 208-16</inkml:trace>
  <inkml:trace contextRef="#ctx0" brushRef="#br0" timeOffset="3215.11">6094 3364 1518 0,'22'-9'38'15,"11"-5"-64"-15,12-1-40 16,15-3-29-16,1 0 2 16,-6 1 25-16,-10-1 14 15,-12 3 11-15,-4 1 4 16,0 4-69-16,-2 4-128 15,-2 2 145-15</inkml:trace>
  <inkml:trace contextRef="#ctx0" brushRef="#br0" timeOffset="3836.44">6905 3154 1355 0,'-15'-5'29'15,"-1"0"-29"-15,-2 2-9 16,-3 4-9-16,-1 7-3 16,-4 7 9-16,-3 3 1 15,5 4 11-15,3 1 0 16,8 0 5-16,4 0 1 0,9-4-2 15,1-3-2-15,12-7 4 16,8-4-4 0,2-8 2-1,4-4-2 1,-3-6 3-16,-3-1-3 0,0 0 4 0,-4 1-4 0,-4 5 0 16,-2 4 2-16,-5 3-2 15,-4 4 4-15,-2 8 3 16,0 3 1-16,1 6 6 15,1 5-5-15,0 5-5 16,-2 3 0-16,0 6-4 16,0-1 0-16,-6-1 0 15,-2-3 1-15,-7-8 5 16,-4 1 4-16,-7-6 1 0,-8 0-3 16,-9-5-4-1,-3-3 0-15,-6-9-4 0,3-4 0 16,7-8-18-16,5-6-56 15,17-14 45-15</inkml:trace>
  <inkml:trace contextRef="#ctx0" brushRef="#br0" timeOffset="4268.43">7143 3155 1687 0,'-1'28'45'0,"5"-6"-194"16,2-4 45-16,7-7 17 15,-3-3 10-15,4-8 51 16,-1-3 24-16,1-6 35 15,3-2 16-15,-1-3 7 16,1 0 0-16,-3-2-27 0,0-1-11 16,-3-2-14-16,-3 1-1 15,-4-1-1-15,-3 2-2 16,-8 3-2-16,-4 1-3 16,-6 6-9-16,-6 2 0 15,-1 8 5-15,0 4 1 16,2 9 8-16,5 6 0 15,5 11 2-15,2 5-2 0,10 9 2 16,6 1-2-16,21-8 0 16,14-8-2-16,24-23-198 15,18-11 146-15</inkml:trace>
  <inkml:trace contextRef="#ctx0" brushRef="#br0" timeOffset="6135.23">10531 2938 1134 0,'-4'6'33'16,"2"3"-6"-16,-1 7-21 16,1 6-2-16,-2 9 0 15,-3 5 4-15,-2 12 7 16,-2 6 14-16,-2 11 10 15,-1 4-4-15,0-1-10 16,3-6-15-16,4-16-26 16,4-12-13-16,2-19-174 15,1-15 135-15</inkml:trace>
  <inkml:trace contextRef="#ctx0" brushRef="#br0" timeOffset="6550.23">10595 3334 1344 0,'3'20'40'0,"2"2"7"16,0 5-59-16,0-2-9 15,-1-5-26-15,0-4-1 16,-1-11 3-16,0-3 10 15,0-9 32-15,0-5 5 0,1-10 1 16,1-5 3-16,3-9-10 16,0-2-3-16,4-3-11 15,2 1-3-15,3 2 1 16,3 0 1-16,4 5 11 16,1 2 3-16,3 12 5 15,-1 3 3-15,-6 13 15 16,-2 6 3-16,-4 15 4 15,-3 7 1-15,-5 12-9 16,-3 6-3-16,-4 2-7 16,-1-1-3-16,1-9-4 15,0-5 0-15,6-15-13 16,3-4-13-16,2-12-209 16,2-6 146-16</inkml:trace>
  <inkml:trace contextRef="#ctx0" brushRef="#br0" timeOffset="7716.97">11260 3127 1328 0,'-15'5'45'15,"-1"1"44"-15,5 5-99 16,1 3 2-16,1 5 10 15,1 2 0-15,0 6 2 16,-1 4 0-16,3 2 2 16,-1 1-4-16,7-5 4 15,1-2-3-15,8-9-1 16,4-7 0-16,3-11-2 16,4-5 0-16,1-14 0 15,3-3 0-15,-1-7 0 16,1 0 4-16,-2 0-2 15,-2 4 0-15,-6 4 0 16,-3 3-2-16,-4 6 2 16,-4 3-2-16,-3 9 2 15,0 0-2-15,0 0 0 16,0 0 2-16,5 12 2 16,-5 1 1-16,0 5 1 0,-1 1 2 15,0 3-4-15,2-1 2 16,-1-1-4-16,2-3-2 15,6-7 2-15,2-3 0 16,5-6-1-16,2-4 3 16,2-5 4-16,-2-4 12 0,2-2 10 15,-2-1-6-15,-3 0-12 16,-3 0 3-16,-5 0-6 16,-3 3 0-16,-7 1 0 15,-5 1-4-15,-7 1 4 16,-3-1-9-16,-4 3 3 15,0 1-3-15,3 4 0 16,0 1 3-16,5 1-3 16,2 0 0-16,5 0-6 15,8 0 6-15,0 0-6 16,0 0 0-16,14-8 1 16,3-1 2-16,10-3 3 15,1-1 0-15,0 3 0 16,-1 3 0-16,-5 11 0 15,-3 6 0-15,-5 12 0 16,-2 5-3-16,-6 7 6 0,-2 2 3 16,-3 1-4-16,-3 2 1 15,-2-3 0-15,-3-4 0 16,0-10 3-16,1-5-3 16,0-12 0-16,2-5 0 15,0-13 0-15,-2-5 0 16,4-13 6-16,0-1 9 15,5-3 0-15,4 0 3 0,5 2-12 16,3 2-9-16,5 4 0 16,4 5-6-16,2 9 6 15,4 6 9-15,-5 10-9 16,-2 5 0-16,-7 8 0 16,-7 2-6-16,-7 3 6 15,-4 0 3-15,-5-2-3 16,-1-4 6-16,4-3-6 15,1-5 0-15,3-2 0 16,0-5 0-16,0 0 3 16,0 0-3-16,1-20-3 15,1 4-3-15,8-6 6 32,-2-1-3-32,6-2 6 0,0 0 0 0,2 0-6 15,2 1-3-15,2 6 6 16,-1 5-3-16,-2 10 3 0,-2 6 0 15,-4 14 0-15,-3 6-6 16,-2 14 9-16,-3 4 0 16,0 4 0-16,-2-2-9 15,0-5-30-15,3-3-159 16,1-15 104-16,1-6 2 16,2-15-39-16,1-7 22 0,3-6-94 15,3-2-50-15,1-3 7 16,3 0 155-16</inkml:trace>
  <inkml:trace contextRef="#ctx0" brushRef="#br0" timeOffset="8056.14">12098 3264 439 0,'2'5'97'0,"0"5"165"16,0 2-100-16,-2 5-26 15,1 3-22-15,-1 0-19 16,-1-1-12-16,2-3-27 15,-1-5-13-15,6-8-10 16,5-3-8-16,2-8 34 16,2-5-2-16,2-8-1 15,-3-4-8-15,2-2-21 16,-3-1-6-16,-4 1-12 16,-4 2 9-16,-5 5-9 0,-6 0-9 15,-8 8-21-15,-3 3 0 16,-4 6 12-16,1 6 9 15,2 9 18-15,3 7 0 16,7 13-6-16,5 6 0 16,10 11-12-16,9 2-3 0,17-9-6 15,10-3-42-15,18-24-408 16,6-15 151-16,9-31-150 16,0-16 166-16</inkml:trace>
  <inkml:trace contextRef="#ctx0" brushRef="#br0" timeOffset="9095.7">12334 2776 1417 0,'15'15'-23'16,"6"-2"-45"-16,5-1-5 15,5-1 43-15,-1-3 32 16,2 3 26-16,2 3 12 16,-2 6 13-16,1 3-3 0,-1 12-17 15,-2 6-16-15,1 10-15 16,-1 6-2-16,-6 8-4 16,-6 2-7-16,-16 6-9 15,-5 4-5-15,-19 1 2 16,-8 1 2-16,-11-6-63 15,-5-7-186-15,-16-9 144 16</inkml:trace>
  <inkml:trace contextRef="#ctx0" brushRef="#br0" timeOffset="9634.07">10345 2807 1477 0,'-50'79'35'0,"8"7"-23"0,7 6 1 16,16 10 30-16,12 6 11 15,20 3-10-15,15-1-14 16,23-15-65-16,7-14-95 16,9-34-209-16,1-18 225 15</inkml:trace>
  <inkml:trace contextRef="#ctx0" brushRef="#br0" timeOffset="10250.01">10204 2959 1479 0,'0'3'-153'16,"2"2"-124"-16,4-1-113 15,-2-1 95-15,1-3 225 16,-1-2 116-16,5-7 96 16,7-2 92-16,12-9 12 15,11-5-79-15,9-10-98 16,6-5-30-16,7-1-31 15,2 1-6-15,2 8-27 16,-2 6-39-16,-13 8-284 0,-6 5 211 16</inkml:trace>
  <inkml:trace contextRef="#ctx0" brushRef="#br0" timeOffset="10585.22">10145 3561 1183 0,'54'-7'-2'0,"15"-11"-54"0,8-9-50 16,11-16 51-16</inkml:trace>
  <inkml:trace contextRef="#ctx0" brushRef="#br0" timeOffset="29515.08">6184 10168 300 0,'-8'14'73'16,"-1"3"81"-16,2 3-13 16,0 3-15-16,3 0-15 15,2 1-8-15,2 2-12 16,4 1-9-16,6 2 7 15,3 2 2-15,4 0-13 0,3-1-16 16,1-2-30-16,1-4 0 16,-1-8 10-16,-2-6-6 15,-1-10 23-15,-3-3 13 16,-2-9 24-16,-1-5 2 16,-4-8-5-16,1-4-12 15,-6-3-31-15,-2-4-14 0,-3 1-27 16,-7 1-9-16,-4 3-9 15,-5 2-3-15,-5 5-6 16,-2 2 1-16,-1 7-7 16,4 3 9-16,5 7-6 15,1 3-9-15,3 8-21 16,1 5-18-16,3 9-2 16,-1 5 11-16,4 5 24 15,2 1 24-15,5 3 15 16,2 0 6-16,7-3 6 15,2-2-3-15,5-8 6 16,2-4 0-16,3-10 6 16,1-6 0-16,2-8 11 15,-2-4 1-15,-1-10-9 16,-2-2-3-16,-9-7-12 16,-3-5-6-16,-7-2-3 0,-6 0 0 15,-5 1-3-15,-4 3 0 16,-7 5 3-16,-4 4 0 15,-2 6-6-15,-3 6 0 16,3 6-9-16,0 5-21 16,3 7-9-16,3 3 3 15,4 8 7-15,5 3 17 16,6 7 9-16,4 1 0 16,9 1 9-16,5-1-9 0,9-1 9 15,7-4-9-15,9-6 0 16,6-6 9-16,5-10-9 15,-5-5 9-15,-7-10 0 16,-8 0-6-16,-9-8 9 16,-2-1 0-16,-6-4 18 15,-3-2 6-15,-5-2 11 16,-4-3-5-16,-5-3-12 16,-1 0-3-16,-5 1-18 15,-1 1 0-15,-6 8-36 16,-4 4-27-16,-12 13-59 15,-2 8-37-15,-3 18-8 16,5 11 92-16,13 18 26 16,7 8 16-16,11 6-12 0,6 0 34 15</inkml:trace>
  <inkml:trace contextRef="#ctx0" brushRef="#br0" timeOffset="36431.08">8097 9461 923 0,'-4'-2'37'16,"-1"-2"-10"-16,3 0-20 15,0-2-14-15,-1 0-6 16,1 4-1-16,-4 2 0 16,-1 3 3-16,0 6 6 0,-2 8 14 15,0 4 5-15,0 5 25 16,1 2 9-16,3-2 8 16,3-5 0-16,9-8-2 15,7-6 0-15,10-11-13 16,5-8-2-16,5-8-16 15,-1-5-8-15,-4-4-7 16,-4-1-4-16,-6-1 0 16,-6 0 2-16,-6 4-4 15,-3 3 7-15,-6 6 11 16,-2 4 5-16,-7 8 4 16,0 1-6-16,-6 10-11 15,-5 4-4-15,-3 12-8 16,-3 5-2-16,-4 8-4 15,1 4 2-15,0 4 0 0,5-2 4 16,6-1 2-16,5-6 0 16,8-6 0-16,3-4 0 15,11-9-2-15,3-2 0 16,8-9-2-16,5-5 2 16,0-10 0-16,2-4 0 15,-1-9 0-15,-1-3 0 16,-3-3 2-16,-3 0 0 15,-3 1-2-15,-5 3 4 16,-5 5-4-16,-4 2 2 0,-7 6-2 16,-5 2-2-16,-6 4 2 15,-2 4 0-15,-6 6 0 16,0 5 0-16,0 7 0 16,2 2 0-16,6 6 0 15,4 1 0-15,4 4 0 16,5 0 0-16,7-2 0 15,5 0-2-15,12-7 2 16,5-4 2-16,9-12-2 16,6-3 2-16,-1-11-2 15,-3-6 0-15,-6-5 0 16,-8-2 0-16,-4-2 2 16,-8 0 1-16,-5 2 1 0,-2 1 0 15,-6 4 0-15,-3 3 1 16,-8 7 1-16,0 5-3 15,-8 8-3-15,-1 6-6 16,-8 11-10-16,-3 6-3 16,-3 9-14-16,-1 6-8 15,7 7 5-15,3 0 10 16,13-3 24-16,5-5 10 0,16-16 6 16,8-9-14-16,12-20 0 15</inkml:trace>
  <inkml:trace contextRef="#ctx0" brushRef="#br0" timeOffset="43513.9">10074 7616 373 0,'0'0'69'15,"-1"0"96"-15,0-1-81 0,0 0-27 16,-25-20-45-1,16 11-24-15,-2-2-49 0,0 1-8 16,-3 2 8-16,2 3 18 16,-1 4 54-16,-2 4 12 15,2 7 2-15,-1 6 2 0,4 9-11 16,3 2 0-16,3 6 2 16,5 1-2-16,11-1 5 15,4-1 1-15,8-5 10 16,2-3 12-16,1-12 22 15,-2-5 18-15,3-9 38 16,-2-5-19-16,-3-5-3 16,1-4-14-16,-6 0-36 15,-1-1-13-15,-6-1-16 16,-1 0-2-16,-5 0-5 16,-3 0-2-16,-4 0-9 15,-5-1 1-15,-5 3-4 16,-2 2-4-16,-7 5-5 15,-2 3-9-15,-6 6 5 16,-1 1-5-16,0 4 13 16,5 2 3-16,9 4 2 0,2 1 2 15,9 4-2-15,6 1 1 16,5 1-2-16,3 2 1 16,7 1-2-16,2-1-2 15,2-2 6-15,3-4-2 16,-1-9 2-16,-4-4 5 15,3-10 5-15,-2-5 5 16,-1-5 5-16,-1-1-7 0,-5 0-5 16,-3 0-2-16,-5 1-1 15,-4 2-1-15,-6 1 3 16,-3 4 3-16,-7 3 6 16,-5 3-12-16,-6 7 9 15,-2 3-6-15,-1 6 6 16,4 2 0-16,5 5-6 15,4 1-3-15,7 5 0 16,5 0-6-16,9 2-6 16,5 0 6-16,11-2-6 15,2 0-3-15,10-6 0 16,2-5-12-16,0-11 9 16,-2-6 3-16,-5-10 15 15,0-4 6-15,-3-9 3 16,-2-4-3-16,-5-6 6 0,-2-1-12 15,-9-2 0-15,-3 2 3 16,-10 8-9-16,-6 6 5 16,-7 13-5-16,-3 5 0 15,-6 14 0-15,-4 7 0 16,0 11 0-16,-2 6 0 16,4 7-5-16,4 2-13 15,6 0-9-15,6-1-3 0,11-5 3 16,7-3 3-16,14-5 16 15,9-6-1-15,9-11 3 16,3-5 0-16,1-11 0 16,-2-4 4-16,-7-6 0 15,-4-3 2-15,-8 1 8 16,-6 2 2-16,-8 5 9 16,-3 3 34-16,-9 5-5 15,-8 1-13-15,-10 4-17 16,-8 4-18-16,-9 4-26 15,-3 5-10-15,-7 7 0 16,2 3 0-16,6 5 18 16,7 1 12-16,17-5-104 15,10-3 81-15</inkml:trace>
  <inkml:trace contextRef="#ctx0" brushRef="#br0" timeOffset="48514.21">6213 10179 430 0,'0'0'54'16,"0"0"110"-16,12 4-128 15,2 3-22-15,4 4-9 16,2 2-1-16,0 4-13 16,-2-3 2-16,-4-3 0 15,-4-3 7-15,-2-5 32 16,-2-3 16-16,1-7 4 16,-1-3 14-16,-4-9 10 15,0-1-10-15,-3-6-18 16,-1-2-15-16,1 2-27 15,0-1-4-15,-5 5 4 0,-1 2-2 16,-3 7 5-16,-3 4 1 16,-2 9 0-16,-1 6-1 15,-4 10-1-15,1 5 0 16,2 8-2-16,3 4 0 16,5 7-1-16,2 2 3 15,6 7 6-15,1-1-1 16,7-2 1-16,3-4-3 0,6-13-3 15,3-9-2-15,7-17 4 16,0-10-6-16,1-19 3 16,-2-10-1-16,-5-14 10 15,-3-6-1-15,-5 0 1 16,-2 3-3-16,-6 7-7 16,-3 2-2-16,-2 10-4 15,-6 2 4-15,-2 11-4 16,-1 6 2-16,-7 11 0 15,-3 7-2-15,-8 10 0 16,-3 5 2-16,0 10 0 16,5 4-2-16,7 6-68 15,6 4-161-15,7-2 123 16</inkml:trace>
  <inkml:trace contextRef="#ctx0" brushRef="#br0" timeOffset="50985.02">7462 6282 307 0,'2'-12'28'15,"1"0"43"-15,2-2-67 16,4-3 1-16,-3-5-1 16,0-4-1-16,-2-7 1 15,-4-3 0-15,-6-4 21 16,-5-3 22-16,-7 2 28 15,-5 1 5-15,-6 5-25 16,-3 4-19-16,-8 9-20 16,-2 6-5-16,-8 9-8 15,-4 3 1-15,-1 3-1 16,0 0-3-16,5 0 6 0,2-2-1 16,4 4-5-16,0 2 2 15,4 9-2-15,-5 5 0 16,2 14-7-16,-3 8 1 15,6 9-45-15,11 5-76 16,17 2 79-16</inkml:trace>
  <inkml:trace contextRef="#ctx0" brushRef="#br0" timeOffset="52115.95">11166 5713 1129 0,'-28'6'15'0,"-4"7"-34"15,-2 5-10-15,-9 7 5 16,-3 3 3-16,-9 3 12 16,-1-2 4-16,-5 1 5 15,-2-1 7-15,-5 1 10 16,2 3 0-16,6 4 6 15,5 3-3-15,12 7-16 16,6 0-35-16,12 2 21 16</inkml:trace>
  <inkml:trace contextRef="#ctx0" brushRef="#br0" timeOffset="53762.54">7116 8367 161 0,'14'9'7'0,"1"1"2"15,5 2-9-15,-1-1 2 16,0-6 24-16,2-5 36 15,-3-9 64-15,2-5 54 16,-3-5 45-16,-3-5-45 16,-3 1-80-16,-3-1-46 0,-6 1-28 15,-2 1-11-15,-7 2-9 16,-2 3 0-16,-6 4 0 16,-3 0 1-16,-2 6 1 15,-2 1 0-15,0 5 0 16,-1 2 1-16,3 6-1 15,1 3 0-15,6 5-6 16,1 6 0-16,5 7-6 16,7 1-2-16,-1 2 0 15,6-1 2-15,8-4 4 16,2-5 0-16,9-3 2 16,0-5 2-16,2-6-2 15,-3-5-2-15,1-8 4 16,-3-6-2-16,-4-9 6 15,-2-5 1-15,-9-1 13 16,-1-3 3-16,-5 3-4 0,-6 5-4 16,-5 4-11-16,-4 4-6 15,-6 7 0-15,-3 2-2 16,-6 9 0-16,1 7-3 16,-4 10-3-16,-2 6 2 15,10 5 0-15,5 2 0 16,7 4 4-16,6 1 1 15,7 0-1-15,3-1 2 0,14-10 0 16,2-7 0-16,10-15 0 16,3-8 0-16,4-14 0 15,3-7 2-15,-6-9 1 16,-3-5 1-16,-8-4 4 16,-6 0 4-16,-8-1-5 15,-5 4 3-15,-8 3-6 16,-5 4 0-16,-6 11 2 15,-3 4-4-15,-6 14 0 16,-1 5 1-16,-4 8-3 16,3 8 0-16,1 4 0 15,0 3-2-15,9 2 2 16,0 1-3-16,9-1 3 16,5-2-2-16,3-2 2 15,6-4 0-15,7-7-4 0,5-5 4 16,5-8-4-16,1-2-2 15,-4-8 2-15,-1-2-4 16,-7-3 5-16,-3-2 3 16,-3 0 2-16,-3 1 1 15,-4 2 3-15,-2 3-2 16,-2 3-2-16,-4 1 2 16,1 2-4-16,-2 2 2 15,0 1-4-15,2 1-4 16,-2 1-4-16,0 2-3 0,2 1-3 15,2 1-3-15,5-1-14 16,2 1-12-16,4-2-44 16,3-2-37-16,1 0-230 15,1-1 211-15</inkml:trace>
  <inkml:trace contextRef="#ctx0" brushRef="#br0" timeOffset="54434.44">7167 8335 135 0,'-10'-3'26'16,"-1"0"27"-16,-2 2-31 15,-3 1-13-15,5 2-5 16,0 2-3-16,1 0 1 15,6 3 0-15,-2 2 0 16,-1 2 0-16,6 2 3 16,-3 0 1-16,10 2 12 0,1-1 6 15,5-2 5 1,1-2 8-16,2-7 5 0,3-3 3 16,2-9 32-1,3-6 3-15,-1-9-8 0,-1-4 1 16,-4-4-7-16,-5-2-6 15,-7 1-19-15,-5 2-14 0,-9 6-16 16,-8 3 3-16,-8 10 9 16,-7 5 9-16,-4 12 2 15,2 7-5-15,-1 13-7 16,5 4-11-16,6 2-9 16,4 0-2-16,15-10-114 15,5-5 77-15</inkml:trace>
  <inkml:trace contextRef="#ctx0" brushRef="#br0" timeOffset="80117.98">6854 7735 227 0,'-5'3'-44'0,"-1"-1"26"0,0 1-6 16,0 0-2-16,-2 1 46 16,1 1-18-16,-2 0 16 15,2 1 54-15,1-1 4 16,2 0-17-16,1-1-11 0,2 0-38 16,-1 2-10-16,-2 1-21 15,3 1-3-15,-4 4 4 16,0 1 5-16,0 1 28 15,-3 0 12-15,0 0 12 16,-1-2 3-16,4-1 5 16,-2-1-4-16,3-2-21 15,2 1-6-15,-3 2-12 16,1 2-2-16,0 3 5 16,2 0-3-16,2 2-2 15,0 1 5-15,-2 2-5 16,-9 0 7-16,4-2-3 15,-1 0 5-15,9-3-2 16,4-2-2-16,2-1-1 16,0 0-4-16,-2 1 2 15,-1 2-2-15,-3 4 19 16,2 3 3-16,1 4 8 16,-4 0 2-16,4 1-12 0,-1 0-1 15,1 1-13-15,0 0 1 16,-3 0-4-16,3-1-1 15,-3-1 21-15,7 0 13 16,4 1 19-16,-6 0 6 16,4 0-11-16,-2 1-5 15,-3 0-20-15,5-2-4 0,2 0-5 16,-3 2-8-16,3 3-3 16,-1 2-3-16,0 6-2 15,1 3 2-15,1 7-2 16,4 0 2-16,1 0 2 15,3-2-4-15,2-6 2 16,2-1-2-16,0-4 0 16,-1-2 0-16,-1 0 2 15,1 0 0-15,1 3 4 16,-2 0 7-16,2 0 11 16,2 0 5-16,-2-6 0 15,0-1-8-15,2-5-11 16,0 0-6-16,3 3-4 15,2 1-4-15,2 6 2 16,0 3-2-16,3 3-4 16,-3 1 4-16,6 0-7 15,0-4-1-15,-3-5 8 0,0-3 0 16,-1-4 4-16,1-1 2 16,4 2-2-16,1 1 4 15,0 3-4-15,0 3 0 16,-2 3 0-16,-1 0 2 15,-1 1 2-15,2-3 0 0,-1-3 5 16,-2-4-5-16,-2-8 0 16,-1-4 6-16,-3-7 1 15,0-5 7-15,-2-3-1 16,-1 0 1-16,-1 0-7 16,1 0-7-16,-4-2 0 15,-1 1-4-15,1-2 0 16,1-2 2-16,3-4 0 15,4-2 6-15,-1 0-2 16,0-1-1-16,2 2-1 16,-3 0 0-16,1-1 2 15,2 1 2-15,-4-3-1 16,3-2-1-16,-1-1-2 16,2-4 0-16,-2-1 0 15,-2-1 0-15,-4 1-4 16,-2 0 2-16,-4 1-2 0,-2 1 4 15,-2 0-1-15,1 0 1 16,0-2 2-16,-2 0 0 16,-2-2 2-16,0 0-1 15,-1-3 1-15,-2-1 0 16,2-2-4-16,-1-3 0 16,0 0 0-16,1 0-2 0,-2-2-1 15,0 0-1-15,-2 0 2 16,-2-1-2-16,-4-2 4 15,-3-1-4-15,-4 2 0 16,-2 2 0-16,-2 4 2 16,-1 2 4-16,0-2 11 15,-2 1 9-15,3-4 22 16,0-2-18-16,1-5-15 16,1-2-12-16,-1-3-3 15,-1 4 0-15,-2 1-9 16,-3 4 15-16,2 5-6 15,-1 2 3-15,-1 3 17 16,2 0 4-16,-1-4 6 16,3-3-6-16,-3-7-3 15,0-5-21-15,-6 0 0 16,-5-1 6-16,-4 2-6 16,-2 8 0-16,0 2 6 0,0 2 0 15,4 3 24 1,-2 0 6-16,4-1 12 0,-1-1-13 15,0-6-23 1,4-2-3-16,-5-5-9 0,3-1 3 16,-5 4 0-16,-3 1 0 15,3 8 3-15,-3 3 0 0,3 4 12 16,-1 2 6-16,2 0-3 16,-2-4-6-16,0-2-15 15,0-4 0-15,0-2 0 16,2 3 0-16,-4 2 3 15,0 1 0-15,0 3 18 16,1 0 12-16,6-1 15 16,1-2 2-16,1-1-17 15,-1-1-9-15,-1 0-24 16,-1 0 0-16,0-3 3 16,-1 2-3-16,-1 2 3 15,2 3 6-15,-3 4-9 16,-1 1 0-16,-2 3 6 15,0 1-6-15,-1 1 0 16,-1 1 0-16,1-2 0 16,0 1-9-16,4-4 3 0,3 1-6 15,-3-2-3-15,1 2 12 16,-2 2-9-16,-4-1 3 16,3 5-27-16,-2 2-5 15,3 4-10-15,-3 2 0 16,3 4 21-16,-2 1 0 15,2 2 9-15,4 0 6 0,-1 4-26 16,3 2-4-16,0 7 3 16,-4 5-3-16,0 6 36 15,-3 1 3-15,0 1-12 16,4-2 3-16,3-7 0 16,5-2 3-16,-2-3 3 15,-4 1 0-15,0 1 0 16,-2 3-5-16,3 4-43 15,6 2-16-15,-1 4-12 16,7 0-76-16,1-3 99 16</inkml:trace>
  <inkml:trace contextRef="#ctx0" brushRef="#br1" timeOffset="87351.36">14288 13241 1082 0,'0'-1'39'15,"-1"1"-14"-15,0-1-13 16,-12-29-7-16,10 19-1 16,1-5-2-16,0-3 0 15,1 0 0-15,1-3-4 16,4-1 0-16,3 1-6 0,-3-3 1 16,3 1 3-16,-2 0-2 15,3 1 6-15,3 0 2 16,-3 1 2-16,-1 0 0 15,-6 2-2-15,0 0 0 16,-1 1 0-16,0-1-1 16,0 0 9-16,1-2 6 15,-1 0 3-15,2-1 4 0,0 0-1 16,1 1-1-16,0 3-2 16,-3 0 1-16,0 0-3 15,-2 1-7-15,-1 0-2 16,1-1-3-16,1-1 1 15,-3-1-2-15,2-1 8 16,1-3-1-16,-1-4 7 16,3-1 1-16,-1-4-3 15,-2-1-1-15,-1-1-9 16,-2-2 0-16,-1-1-6 16,3 2 2-16,-1 2 0 15,-2-1 0-15,4 1-2 16,2 0 0-16,0 0 1 15,2-1-1-15,-3-2 0 0,-2 0 0 16,1-2 0-16,0-1 0 16,0-1-1-16,1-1 1 15,2 2 0-15,-2-2 0 16,4-2 0-16,-1 0 1 16,-2-3-1-16,0 2 0 15,-3 4-1-15,0 0 1 16,-4 4 0-16,0 1 0 15,0-2 0-15,0 0 0 0,0-1 1 16,3-1-1-16,0-4 2 16,0-2-2-16,4-2 0 15,0-2 0-15,2 3 0 16,2 0-2-16,-4 6-5 16,-4 2-5-16,1 7-7 15,-3 3 1-15,0 4 7 16,2-1 1-16,3 3 10 15,0 1 0-15,3 0 0 16,0 2-2-16,1 6-8 16,-3 2-5-16,0 7-6 15,0 6 1-15,0 0 7 16,0 0 11-16,0 0 9 16,0 0 5-16,0 0 0 15,1-1-5-15,21-12-3 16,-8 6-2-16,2-1 2 15,1 1-4-15,-1 3 0 0,-3 2 0 16,-2 3 0-16,-2 3 2 16,-2 2 10-16,2 0-3 15,-2 1 1-15,3 0 4 16,-1-1-11-16,2-2 3 16,3-1 0-16,1 1-6 15,3-3 2-15,2 0 0 0,3-1 0 16,3-1 2-16,4-1 0 15,4 0 0 1,4 1-3-16,3 1 3 0,-4 0-2 16,-3 1 4-16,-2 1 0 15,-2 1 2-15,7 0-1 16,4 0 1-16,7-1 4 16,10-2-1-16,12-5 5 15,1-2-1-15,7-4-5 16,-7-1 4-16,-11-1-14 15,-1 1 3-15,3 3-3 16,1 3 0-16,4 6 0 16,4 3 0-16,-6 3 0 15,1 0 3-15,6-2 0 16,0-2 3-16,8-6 3 0,2-4-6 16,-3-6 0-16,-1-1 0 15,-6 0-6-15,-2 0 0 16,-6 2 3-16,-5-1-3 15,-9 2 6-15,-4 2 6 16,-5-1 6-16,1 2 6 16,0-1 3-16,0 1-1 0,-3 2-11 15,-4 1-6 1,-6 3-6-16,-4 2-3 0,-10 3 0 16,-3 1 3-16,-6 0-3 15,-6-3 0-15,0 0-3 16,0 0 3-16,0 0 1 15,0 0-7-15,0 0 0 16,0 0 3-16,0 0-3 16,1 0 0-16,0 0-6 15,5 5 3-15,-10 11 3 16,0 7-3-16,-5 13 12 16,-1 3-6-16,-2 11-3 15,0 1 6-15,4 0 0 16,0-1 3-16,2 1 0 15,1-1 3-15,3 7 3 16,-1 3 0-16,3 7 12 0,0 4-6 16,-1 2 12-16,-2 2 3 15,1-3 2-15,0-3-2 16,-1-4-3-16,3-3 0 16,0 3-15-16,0 0-6 15,6 1 9-15,2 0-6 16,6 4 0-16,2 2 0 15,1 8-12-15,1 6-3 16,-3 9-3-16,-4 8 6 0,-2 7 9 16,-2 1 9-16,-7-2 18 15,-3-2 6-15,0-2-12 16,0-1-6-16,3-8-18 16,3-6-12-16,2-18-6 15,0-7-12-15,-3-14-54 16,-1-8-26-16,-5-15-91 15,-5-10-164-15,-1-17 187 16</inkml:trace>
  <inkml:trace contextRef="#ctx0" brushRef="#br1" timeOffset="93617.84">6952 7320 709 0,'-5'0'48'0,"1"0"27"15,-2 1-68-15,-2 0-7 16,-1 2-11-16,-4 1-1 0,-3 3 6 16,0 0 12-16,-5 2 51 15,0 1 14-15,-8 1 11 16,3 1-18-16,-10 2-39 16,-7 1-10-16,5 4-9 15,-5 3-2-15,4 5-2 16,3 1 0-16,0 7 4 15,-1 2 2-15,6 4 11 16,1 1 0-16,-5 2 1 16,-2-1-5-16,-6 2-9 15,0 0-2-15,4 0 0 16,2-1-4-16,4 2 0 16,1 1 0-16,-1 6 2 15,-1 3 0-15,-4 7 2 16,-1 3-4-16,-1-1 0 0,-2 3 0 15,7 3 1-15,2 3 1 16,5 4-2-16,1 2 0 16,1 6 0-16,2 5 2 15,-1 6 0 1,2 3 0-16,-1 2 2 0,0-2 4 16,3 4 13-16,1 1 8 15,5 4 4-15,4 2 2 0,4-1-14 16,2-4-3-16,5-6-12 15,3-3-4-15,4 4-1 16,3 2-1-16,6 3 6 16,3-1 0-16,6-7 4 15,2-2 1-15,4-4-1 16,2-1 2-16,4 4-6 16,1-1-3-16,9-7 3 15,7-5-2-15,10-12 0 16,3-4 0-16,4 0 4 15,6-2-3-15,6-3 5 16,-1-4 7-16,1-8 10 16,1-9 3-16,13-12 9 15,7-7 5-15,6-13 4 16,-5-5 18-16,-3-6 3 16,3-4 5-16,4-7-11 0,9-3-6 15,1-5-24-15,3-3-6 16,9-5-9-16,-1-1-15 15,10-3 6-15,-2-3 0 16,-5-1-6-16,0 2 5 16,-15-1 13-16,-5 0 18 15,-6-3 43-15,-9-6-6 16,-10-11 0-16,-5-10-1 0,-9-14-35 16,-3-6-10-16,-3-4-15 15,-6 2-10-15,-12 6-2 16,-7-1 0-16,-11-5 1 15,-2-5 3-15,-6-11 4 16,-4-2-1-16,-4-3 1 16,0 4-5-16,-2 2-4 15,4 3 0-15,-2 4-1 16,-2 2 0-16,-2 8 0 16,-4 5-3-16,-4 8 0 15,-2 5 1-15,-7 2-2 16,-1-1 4-16,-8-1-2 15,-1-2 1-15,-4-4 0 16,-2 0 0-16,0 6 0 16,-2 2 0-16,-4 10 2 15,-1 1 0-15,-2 1 1 0,-3-1 1 16,-3-6-1-16,-1-2-1 16,-5-3 0-16,-1 0-2 15,-1 6-1-15,1 1 1 16,2 6 1-16,0 2 1 15,2 5 0-15,1 3-1 16,-5 4 0-16,-1 1 0 16,-5 0 2-16,-1-1-1 0,2-2-1 15,3 2-1-15,0-3 0 16,0 3 1-16,1 3 0 16,-3 2-1-16,-1 5 0 15,1 1 0-15,1 3 3 16,-2 1 1-16,3 0-4 15,0-2-2-15,-6-2-8 16,0-1 0-16,-2-3-2 16,-3 0 3-16,2 2 4 15,1 0-2-15,1 4 2 16,2 3-1-16,2 5-3 16,-1 6 2-16,-1 5 1 15,-2 4-2-15,-3 3-8 16,1-2-13-16,-4 2-14 0,0-1-8 15,-1-3 11-15,-3 0 10 16,2-1 21-16,4 1 9 16,6 3 3-16,6 3-6 15,5 6 2-15,-1 4-8 16,-3 7-34-16,-3 4-19 16,-4 4-82-16,-6 1-12 15,-9 0 37-15,-1 0 26 0,4-4 54 16,8-3 18-16,15-2 15 15,4-3-21-15,6 3-95 16,-4 1-18-16,-4 2 88 16</inkml:trace>
  <inkml:trace contextRef="#ctx0" brushRef="#br1" timeOffset="97630.01">19172 13249 668 0,'7'-17'21'0,"-2"5"54"16,-1 3 28-16,-4 9 70 0,0 0-26 15,0 0-23-15,-11 8-18 16,1-3-53-16,-1-2-22 15,2-5-24-15,2-7-9 16,6-6-15-16,3-5-8 16,6-5-12-16,0 0 0 15,0-3 4-15,-1 1 8 16,-5 3 15-16,-1 1 6 0,-1 4 14 16,-1 2 6-16,1 2 15 15,0 0 3-15,2-2 5 16,3-3-2-16,1-5-18 15,1-3-5-15,-1-5-8 16,1-3-4-16,-4-4 0 16,-3-1-2-16,-4 0 2 15,-3 1-2-15,-2 2 2 16,0-1-2-16,4-2 1 16,2-3 1-16,0-7 0 15,2-1 2-15,2-5-4 16,1-3 0-16,2 0 2 15,1 2 0-15,-3 4 0 16,0 1 7-16,-3-2-6 16,-1 0 3-16,-2-4 3 15,0-2 3-15,-2-4 6 16,2-4-3-16,1-6-3 0,-2 0-3 16,4 0-9-16,-3-3 6 15,2-7-6-15,-1-3-6 16,0-6 3-16,-1 1-3 15,-2 7-3-15,0 3 6 16,-3 9-3-16,1 3-3 16,-4 0-6-16,-1-4 0 0,0-4 0 15,1 0 6-15,2 3 12 16,2 4 3-16,4 0-3 16,1 1 3-16,3-7-6 15,2-4-3-15,1-8 0 16,-1-5-14-16,3-1-6 15,-1 3 3-15,-3 7-5 16,0 7 8-16,-5 7 17 16,-1 2 2-16,1-1 7 15,-2-3 1-15,3-8-2 16,1-2-2-16,-2 3-6 16,0 1-6-16,5 8-12 15,-1 4-5-15,5 5 0 16,-1 0 4-16,-2 4 13 15,-1 2 4-15,-1 6 4 16,-4 0 4-16,4 1-3 0,1-2 1 16,2 0 4-16,4 1-18 15,2 4-104-15,-1 5-68 16,3 6-105-16,-4 6 32 16,-2 9 264-16,-2 3 141 15,-2 7 126-15,-1 0-62 0,-1 0-106 16,-1-1-36-16,-1-4-55 15,0 0-15-15,-2 0-14 16,0 1 1-16,4 5 3 16,-2 1 6-16,2 4 14 15,3-1 3-15,-2 1 1 16,1 0 1-16,1 0-9 16,0 1-2-16,0-1-4 15,-2 5-2-15,0 0-2 16,0-1-2-16,0 0 2 15,0 1-2-15,0-1 4 16,0 0 0-16,0-1 4 16,0 0 0-16,3-28 0 15,-3 30-2-15,0-1-2 16,0 0 4-16,-1 1-6 16,1-1 0-16,-26-17-4 0,10 18-6 15,-4 0 3-15,-3 4-5 16,-7-2 8-16,1 2 4 15,-5-1 6-15,-3-2 6 16,-2-1-2-16,0 0-1 16,-5-2-3-16,-1-2 0 15,-6 2-2-15,-4 1 0 16,-5 2 0-16,-4 2 0 16,-7 4 2-16,-2 3 1 15,-8 0 3-15,-3 0-4 0,-4-2 0 16,-2-1 2-16,1-4-2 15,3-1 1-15,2-2-1 16,-1-1-2-16,1 0-2 16,0 1 4-16,2-1 2 15,2 0 2-15,1-3-1 16,0 1-3-16,-1-3 2 16,-1-2 7-16,0-3 89 15,1 0 2-15,8-1 1 16,4 2-7-16,11 3-83 15,5 1 9-15,0 1 12 16,1 0 15-16,-4 4 21 16,-2 0-7-16,1 3-14 15,-2 0-12-15,0 3-31 16,0 1 1-16,6 0 2 0,4-1 4 16,9-3 15-16,4-2-5 15,7 0 0-15,0-2-8 16,3 1-12-16,1 1 0 15,-1 1-1-15,3 1-3 16,3 0 8-16,2 0 0 16,3-1 0-16,3 0 3 0,-1-1-2 15,4 1-1-15,0 0 3 16,1-1-3-16,-1 2-5 16,0 1 1-16,2 1-8 15,-1 2 3-15,3 1 5 16,-3 1-5-16,1 3 4 15,0 3-4-15,-1 5-4 16,-1 1 4-16,-1 6-6 16,1 2-4-16,3 8-1 15,2 5-7-15,5 14-2 16,3 9-15-16,4 17-30 16,0 7-15-16,2 17-78 15,-3 5 11-15,-2 6 25 16,0 3 29-16,-3 10 48 15,1-1 18-15,-3 0 27 16,0-5 3-16,1-14 9 16,-1-5 3-16,0-10-12 0,0-2 3 15,-2-9-6-15,0-3-9 16,-5-7 9-16,-4-1 0 16,-2-4-6-16,-4-2 3 15,0 0-6-15,0 1 6 16,2-5 3-16,3-4 6 15,5-8-3-15,3-5-6 0,3-8-45 16,3-2-32-16,3-6-40 16,2-2-24-16,4-3 84 15</inkml:trace>
  <inkml:trace contextRef="#ctx0" brushRef="#br1" timeOffset="101217.35">16460 9950 459 0,'-64'-5'77'0,"-1"1"103"16,-4 0-39-16,-7 3 3 16,-4 1-18-1,-14 4-33-15,-4 2-8 0,-12 4-29 16,-8 1-6-16,-6 4-15 15,2 0-11-15,-13 2-13 16,-1 2-5-16,2 4-2 16,1 4-4-16,11 4-2 15,4 3-8-15,6 4-7 16,2 1 5-16,4 9-13 16,14 3-20-16,15 7 1 15,12 0-5-15,31-4 24 16,12-4 23-16,23-8-29 15,11-6-95-15,23-5 80 16</inkml:trace>
  <inkml:trace contextRef="#ctx0" brushRef="#br1" timeOffset="101534.07">15032 10774 221 0,'187'1'15'16,"5"2"7"-16,-3-1-15 15,9 1-5-15,4-2 2 16,2-5 72-16,-7-5 38 15,1-9 109-15,-7-6 23 16,-12-14-98-16,-7-7-63 16,-29-14-23-16,-15-7-2 0,-29-7 20 15,-18 2 17 1,-30 2 90-16,-19 5 141 0,-32 9 11 16,-15 2-121-16,-42 6-78 15,-20 4-62-15,-40 5-39 16,-23 6-18-16,-39 7-22 15,-19 5-7-15,-21 8-7 16,-5 4-6-16,-5 8 0 16,7 1-8-16,-9 8-42 15,12 3-104-15,-6 7-232 16,3 6-372-16,15 15 597 16</inkml:trace>
  <inkml:trace contextRef="#ctx0" brushRef="#br1" timeOffset="107675.84">10972 6909 621 0,'-15'-6'63'0,"-2"-1"76"0,-1-3-109 16,-2-3 9-16,-2-2 22 15,-3-2 7-15,-3 0-1 16,-1 1-11-16,-7 2 2 15,-3-1 2-15,-6 1-7 16,-3 0-9-16,-7-1-21 16,0-2-9-16,-6-3-10 15,-1 0 0-15,-8-2-2 16,-2 0 0-16,-5 2-1 16,-4 3-1-16,-1 2 4 15,-2 4-4-15,-6 3 0 16,-5 2 2-16,-3 1-2 15,-1 1 0-15,5 1 2 16,-1 1-2-16,-5 0 0 16,-2-1 2-16,3-1-4 15,-2 1-4-15,1 1-3 16,-1 1-3-16,-9 4 0 16,1 3 5-16,-2 7 3 0,1 4 4 15,-5 7-2-15,-1 2 2 16,-1 2 0-16,-5-1 0 15,8-1 2-15,-2 1-2 16,5 1 0-16,1 1 2 16,0 6-2-16,4 2 0 15,3 5 0-15,2 3-2 0,6 5 2 16,-11 1 2-16,0 2 2 16,3 2-4-16,7-3 2 15,5-1-2-15,2 0 0 16,2 1 0-16,-3 7 0 15,7 1 3-15,2 4-4 16,2 1 1-16,5 2 0 16,2 3 0-16,5 4 0 15,-1-1 0-15,6 4 1 16,2 3 1-16,7 6-2 16,-1 4 0-16,0 6 0 15,0 3 0-15,-1 3 0 16,4 2 0-16,4 8 0 15,3 2 0-15,5 7 0 16,-1 4 0-16,6 6 2 0,1 0-2 16,3 8 0-16,9-2 0 15,1-9 0-15,4-7 0 16,12-19 0-16,2-7 0 16,12-7-2-16,9-1-13 15,7 0-4-15,6 0 1 16,10-4-3-16,2-4 9 0,7-6-5 15,4-4-1-15,4-5 3 16,1-3 5-16,6-2 14 16,1 3 8-16,3 4 19 15,8 2 5-15,5-1 7 16,5-1-4-16,9-8-14 16,2-6-2-16,9-4 4 15,3-3 2-15,12-4 0 16,-6-2 15-16,10-2-14 15,5-4-9-15,1-2 3 16,5-3-3-16,5-3-7 16,-3-2 4-16,5-2 15 15,3-2 3-15,1-5 30 16,-2-2 18-16,0-7 5 16,3-3 1-16,-2-4-27 15,4-7-22-15,2-8-5 0,3-6 6 16,-6-11-1-16,-4-6-9 15,3-12 12-15,-9-5-3 16,1-4 10-16,3-3-4 16,-7-2-16-16,4-6-5 15,2-10-13-15,1-5-5 16,-3-1-4-16,-6 2 5 0,-3 8-8 16,-2 4 2-16,-10-2 4 15,0-2-3 1,-11-10 3-16,-7-8 1 0,-4-5-3 15,-3-2-1-15,-9-1-1 16,-4-2-3-16,-15-5 0 16,-9-5-1-16,-13-10-3 15,-2-4 3-15,-10-1-1 16,-4-2 1-16,-3-2 1 16,-3-3 0-16,-5 2 0 15,-2 4 0-15,-14 5-7 16,-4 7-1-16,-13 4-14 15,-7 1-5-15,-10 9 0 16,-5 4 5-16,-7 7 8 16,-1 4 5-16,-3 7 3 15,-3 0-6-15,-5 7-8 0,-5 5-8 16,-8 6-7-16,-4 7 3 16,-3 5 9-16,-2 4 8 15,-3 3 9-15,-1 2 2 16,-1-2-9-16,1-6-19 15,1-7-46-15,0-4-20 16,3-6-25-16,0 1 4 16,5 0 29-16,-2 3 21 15,-3 10 36-15,-1 5 10 0,-4 10-40 16,2 5-14-16,-2 7-45 16,-2 2-185-16,1 4 170 15</inkml:trace>
  <inkml:trace contextRef="#ctx0" brushRef="#br1" timeOffset="110087.59">17692 7523 844 0,'0'-54'50'16,"-2"-1"30"-16,1-2-30 0,-2 2 10 16,-4-1 21-1,-4 0 12-15,-3 1 0 0,-2 3-5 16,1 4-7-16,3 0 39 15,0 1-10-15,2-3-29 16,1-1-60-16,3-3-3 16,2-4-18-16,0-1 6 15,-3-3 6-15,-1-3-6 16,-4-4 6-16,-3-1-6 0,-3 1-3 16,-1 4 0-16,-1 4-3 15,2 5 0-15,2 3 0 16,1 2-3-16,4 3-12 15,0 2 6-15,0 5-12 16,-1 3 9-16,-2 8 3 16,1 3 6-16,2 8 3 15,-2 4-12-15,2 6-6 16,3 4-12-16,-1 4-30 16,4 1 1-16,3 6-10 15,3 3 14-15,11 6 45 16,7 4 5-16,13 6 7 15,5 3-2-15,13 4 0 16,6 2 0-16,8 0 0 16,2 0 0-16,6-1 0 15,4-3-2-15,11-4 2 16,7-3 0-16,10-4 2 0,10-3 1 16,2-1 1-16,0-2 0 15,11-5 0-15,-1-2 10 16,15-5-8-16,1 0 3 15,7-1-6-15,4-1 0 16,-1 0 0-16,1 0-3 16,5-1 3-16,-4 0 0 0,3 1-3 15,1-1 6-15,0-1-3 16,1 1 0-16,2-3 3 16,-1 1-6-16,-2 1 3 15,-1 1-3-15,-4 0 0 16,-8 0-3-16,-11 0 0 15,-4-3 3-15,-5-2 3 16,0-5-3-16,-8-2 0 16,-8-4 0-16,-25-3-3 15,-2-3 0-15,-11-1-3 16,-4 0 0-16,-3-1-3 16,-4 0 3-16,-14 3 0 15,-7 1 6-15,-15 5 6 16,-7 2 3-16,-13 2 0 15,-2 3 0-15,-7 4-3 16,-6 4 3-16,-1 3-3 0,-2 4-3 16,-5 8-3-16,-1 5-3 15,-5 9-3-15,0 8 6 16,1 15 6-16,1 13 0 16,5 25 3-16,1 13 0 15,6 22-3-15,1 9-3 16,3 10-3-16,3 5 6 15,5 14 8-15,4 8 13 16,5 18 15-16,-2 7 18 0,0 19 30 16,-3 8 5-16,-4 23 34 15,-3 1 5-15,-7 7-33 16,-4-1-27-16,-8-26-39 16,-2-3-21-16,-3-22-108 15,2-12-63-15,7-11-124 16,4-12-92-16,11-22 306 15</inkml:trace>
  <inkml:trace contextRef="#ctx0" brushRef="#br1" timeOffset="111570.21">13271 8762 1487 0,'46'5'35'0,"16"-5"-14"16,16-5-11-16,19-5-1 16,9-3 6-16,13-4-3 15,4-1 3-15,17-1 30 16,7-1 20-16,17 1 43 16,13-2 5-16,13-2-11 15,23 0-18-15,19 0-24 16,14 1-13-16,30 2-14 15,1 0 6-15,26 1-21 16,12-2-9-16,18-2 6 16,17 1-5-16,22 1 2 15,10 1-1-15,26 4-6 16,4 1 0-16,11 3-3 0,2 1-2 16,-4 4 4-16,-4 2-4 15,-12 3 0-15,-17 0 5 16,-16-4-3-16,-18-1 7 15,-23-6-3-15,-17 0-1 16,-40 1-5-16,-19 1-5 16,-53 3-4-16,-14 0 1 15,-41 2-10-15,-19 1-12 16,-34 1-45-16,-18 0-65 0,-33 2-52 16,-14-1-35-1,-27 2-48-15,-12 1 44 16,-25 1 122-16</inkml:trace>
  <inkml:trace contextRef="#ctx0" brushRef="#br1" timeOffset="113757.49">23283 7535 2210 0,'17'47'-430'15,"-5"7"180"-15,-6 4 201 16,-6 7 59-16,-6 4 0 0,-6 2-59 16,0-1-263-1,-4-13 203-15</inkml:trace>
  <inkml:trace contextRef="#ctx0" brushRef="#br1" timeOffset="114620.05">19435 7879 459 0,'1'2'18'16,"6"-1"55"-16,3-1-2 0,10-1 106 16,4 0 42-1,8-3-32-15,3 1-36 0,2-3-71 16,1 0-28-16,-4 2-37 15,-4 1-9-15,-9 4-6 16,-7 3 0-16,-9 6 2 16,-1 4 0-16,-10 9 4 15,-5 5 8-15,-8 7 13 16,-2 3 54-16,-1 1 65 16,6-1 12-16,5-3 10 15,5-5-28-15,8-8-107 16,4-6-51-16,11-10-57 15,7-6-17-15,8-13-40 16,4-10-14-16,6-12-214 16,1-6 282-16</inkml:trace>
  <inkml:trace contextRef="#ctx0" brushRef="#br1" timeOffset="115465.14">15641 8015 1384 0,'0'0'6'0,"7"4"12"0,9-5-61 15,4-2 6-15,4-2 43 16,4-1 19-16,4-1 29 16,3-1 12-16,8-3 0 15,2 0 64-15,2 1-70 16,-4-1-39-16,-7 3-39 15,-6 2-9-15,-14 5-3 16,-3 4 22-16,-13 7 13 16,-4 4 4-16,-9 7 0 15,-4 4 0-15,-5 5 0 16,-2 2 21-16,-2 4 36 16,0-1 12-16,1-2 14 15,3-4-11-15,7-9-36 0,2-6-9 16,13-7-21-16,4-3-3 15,10-3-6-15,6-1-3 16,2-4 5-16,2 0 4 16,-7 1-3-16,-2 0-6 15,-9 3 0-15,-5 4 3 16,-9 7 9-16,-6 5 3 0,-8 7-3 16,-4 2 6-16,-6-1-9 15,-1-3 0-15,-3-8-111 16,-3-6-101-16,-5-16 117 15</inkml:trace>
  <inkml:trace contextRef="#ctx0" brushRef="#br1" timeOffset="116941.54">16299 6978 1328 0,'59'13'41'0,"19"-1"-26"16,14 1-79-16,25-6-52 15,10-5-2-15,7-5 44 16,7-4 61-16,6 0 117 15,7 0 13-15,21 3 16 16,14 1-16-16,28 3-57 16,13 4 20-16,27 0-44 15,13-1-21-15,9-3-6 16,4-3-4-16,0-10 46 0,0-3 45 16,9-6 80-16,4-1 15 15,7-2-37-15,-3 0-66 16,-5 0-46-16,1 0-15 15,-19 4-16-15,-1 1-6 16,-4 4-5-16,-24 2 0 16,-15 3 2-16,-16 2 1 0,-43 3-6 15,-11 2-8-15,-32-2-14 16,-15 0-24-16,-21-4-63 16,-11-3-97-16,-25-6-126 15,-14 0 4-15,-22-2 252 16</inkml:trace>
  <inkml:trace contextRef="#ctx0" brushRef="#br1" timeOffset="117899.06">23080 6267 1684 0,'22'1'-50'0,"-7"-2"23"16,-3-1 27-16,-12 2 42 15,0 0 14-15,0 0 19 16,0 0-15-16,0 0-30 16,0 0-21-16,0 0-27 15,0 0-9-15,0 0-6 0,0 0 12 16,0 0 15-16,0 0 9 16,-1 0 6-16,0 0 0 15,0 0-3-15,0 1 12 16,0 0 6-16,0 0-3 15,-24 24 9-15,20-10 3 16,5 17 2-16,1 11-2 16,7 21-15-16,3 9-18 0,-3 8-191 15,-2-3-270-15,-4-17 345 16</inkml:trace>
  <inkml:trace contextRef="#ctx0" brushRef="#br1" timeOffset="118696.63">16583 6452 1708 0,'27'-6'87'16,"8"0"-75"-16,10-1-69 16,8-2-47-16,2 2-3 15,-10 1 65-15,-7 0 9 16,-19 6 21-16,-7 0 8 0,-10 6 20 16,-3 1 1-16,-8 6 1 15,-3 5-1-15,-3 3-11 16,-1 4-4-16,-1 2 2 15,3 2 3 1,-1 0 3-16,4-1 19 0,4-5 10 16,7-1 3-16,13-8 11 15,7-2-2-15,17-10-9 16,5-4-12-16,12-13-45 16,3-7-39-16,2-9-125 15,4-3 11-15,0-7 102 16</inkml:trace>
  <inkml:trace contextRef="#ctx0" brushRef="#br1" timeOffset="120198.72">14128 11363 1156 0,'90'7'52'16,"3"-1"43"-16,28-6-83 16,5 0-9-16,6-3-1 15,7-2 2-15,9 1-2 16,-3 1 0-16,9 0 6 16,7 1 2-16,-5 1 22 15,10 1 13-15,13-4 11 16,3-1 2-16,10-4 39 15,6-2-5-15,15-8-35 16,6-3 0-16,20-9-18 16,4-3 0-16,8-10-25 0,9-1-5 15,3-2-6-15,4-1-3 16,0 9 3-16,2-3-3 16,1 7 0-16,5 4 0 15,8 7 3-15,4 8 3 16,9 5 3-16,-4 2-6 15,-1 5-3-15,-6 2 0 16,-8 4-3-16,-4 0 0 16,-33 1 6-16,-5-2-3 0,-27-3-6 15,-16-6-15-15,-19-5-53 16,-14-2-28-16,-27-4-68 16,-10 1 53-16,-19 1-40 15,-13 1-96-15,-31 3 123 16</inkml:trace>
  <inkml:trace contextRef="#ctx0" brushRef="#br1" timeOffset="128748.39">8233 9411 287 0,'-7'0'48'16,"-2"0"50"-16,-1 0-43 15,-4 0-14-15,4 1 10 16,-5 0 19-16,3 0 12 16,-2 2 0-16,-4 0 0 0,3 1-14 15,-1 2-13-15,0 3-39 16,1-1-16-16,-1 3-34 15,1 0-14-15,2 3-25 16,2 0 9-16,5 2 28 16,3-1 20-16,5 0 37 15,4 0-1-15,5 1-2 16,3 1-9-16,5-1-9 16,1-1-9-16,3-4-2 15,1-1-3-15,0-7 3 16,-4 0 4-16,1-5 43 15,-3-4 35-15,0-5 68 16,0-3-13-16,-2-6-8 16,0-3-23-16,-4-2-45 15,-3 0-11-15,-4-1-20 0,-4 3-3 16,-5 1-3-16,-4 3-7 16,-7 3 0-16,-4 3-2 15,-6 5-4-15,-3 4 2 16,-3 4 0-16,-2 4-2 15,1 7 0-15,1 4-2 16,3 6-4-16,4 3-2 16,4 5-19-16,3 2-23 15,4 3-57-15,2 2-17 0,6 1 20 16,3-1 13-16,6-7 68 16,3-5 26-16,6-11 4 15,2-6-3-15,3-9 19 16,3-6 15-16,-1-11 22 15,3-2 12-15,-2-8 7 16,1-2-9-16,-4-3-22 16,-1 0-15-16,-5 3-21 15,-6 1-6-15,-6 9-2 16,-5 4-4-16,-10 7 1 16,-2 5-1-16,-11 5 0 15,-1 1 0-15,-3 7 0 16,0 3 2-16,6 4-5 15,0 2-7-15,5 5-44 0,0 2-34 16,6 3-105 0,4 2-107-16,6 2 22 0,4-3 104 15,7-3 110-15,3-3 40 16,6-10-3-16,3-3 3 16,2-12 13-16,4-6 26 15,0-9 63-15,1-4 26 16,0-6 68-16,-1-1 42 0,-1-2-43 15,-4 1-39-15,-5 1-81 16,-6 2-20-16,-4 4-20 16,-2 4-5-16,-7 7-2 15,-3 2 0-15,-7 7-4 16,-4 3-2-16,-3 6-8 16,-1 2-3-16,1 9-5 15,2 1-3-15,4 7-6 16,1 3-6-16,5 4-4 15,3 2 3-15,6 0 15 16,3-4 15-16,6-7-96 16,3-9-171-16,6-12 157 15</inkml:trace>
  <inkml:trace contextRef="#ctx0" brushRef="#br1" timeOffset="128902.26">8179 9511 369 0,'10'-33'64'16,"-3"0"114"-16,-7 6-57 0,-1 2-12 15,-9 7 3-15,-4 3-12 16,-5 9-50-16,-7 6-15 16,-3 12-21-16,-2 5-6 15,-2 12-24-15,3 2-71 16,3 3 47-16</inkml:trace>
  <inkml:trace contextRef="#ctx0" brushRef="#br1" timeOffset="129914.33">7137 8169 1278 0,'-13'15'27'0,"4"2"-27"15,3 3-10-15,6 6-25 16,-3 1-7-16,1 2 5 16,0 1 6-16,2-4 29 15,8 0 17-15,2-4 32 16,3-3 5-16,5-5 4 15,-1-2-9-15,9-6-24 0,0-2-9 16,2-6-7-16,1-6-5 16,-4-6 4-16,-1-5 8 15,-4-3 7-15,-4-3 2 16,-3-1 3-16,-3-1-5 16,-6-3-4-16,-2 2 6 15,-8-1-2-15,-4 3-3 16,-11 6-15-16,-2 1 0 0,-8 8 0 15,-3 4 0-15,-4 8-3 16,-2 5-3-16,0 9 0 16,2 5-9-1,8 9-3-15,4 3-3 0,7 5 1 16,3 1 9-16,8 0-1 16,6 1-3-16,8-4-2 15,4 0 3-15,8-9 1 16,-1-5 6-16,8-10 2 15,1-8 4-15,7-10 2 16,1-7 2-16,-3-9 4 16,0-5 3-16,-10-3 1 15,-2-2-1-15,-8 0-5 16,-5-1 6-16,-7 2-2 16,-7 2 0-16,-6 4-3 15,-5 4 6-15,-7 6-9 16,-3 2-6-16,-8 10-12 0,-4 4-21 15,1 11-2-15,3 3 10 16,10 10 6-16,7 2 7 16,11 3 10-16,9 3 0 15,13-3 0-15,5 2-7 16,10-4-224-16,10-4 171 16</inkml:trace>
  <inkml:trace contextRef="#ctx0" brushRef="#br1" timeOffset="131250.2">6431 10035 1044 0,'-9'1'50'16,"-2"0"29"-16,-3-1-98 15,2 0-12-15,-7 1-41 16,-1 1-15-16,-1 4-104 15,-2 2 2-15,-2 6 69 16,5 3 47-16,1 4 90 16,3 2 3-16,7 3-15 15,1 3-10-15,8 4-3 16,1 3 7-16,9 3 1 16,1 1 1-16,7-2 5 15,5-5 5-15,5-12 25 0,0-7 36 16,-3-14 26-16,-5-7 16 15,-4-11 9-15,-3-4 2 16,-3-9-13-16,-1-2-21 16,-6-4-25-16,-1 2-12 15,-2-2-23-15,-3 3-8 16,-3 0-9-16,-3 3-6 16,-2 4-6-16,-3 3-2 0,-7 8-8 15,-3 2-2-15,-11 9-19 16,0 5-10-16,-1 6-25 15,0 8-11-15,7 7-3 16,2 4 10-16,8 7 29 16,4 3 30-16,7 1 34 15,4 1 7-15,6-1 0 16,5-3-7-16,10-6-9 16,2-2-6-16,5-10-8 15,2-6-1-15,2-12 3 16,3-7 2-16,-2-9 19 15,-1-6 8-15,-6-7 18 16,-3-1 3-16,-7-5-8 16,-2 0-5-16,-8 0-14 15,-2 2-2-15,-6 4-13 0,-6 4-4 16,-5 8-4-16,-6 3-2 16,-7 11 1-16,0 5-1 15,0 8-2-15,2 6-2 16,3 11-11-16,2 4-12 15,2 10-26-15,3 5-16 16,7 5-26-16,6 3-2 16,10 0-181-16,7-3 169 0</inkml:trace>
  <inkml:trace contextRef="#ctx0" brushRef="#br1" timeOffset="132347.96">10106 7683 933 0,'-1'-8'43'15,"0"-3"18"-15,0-4-56 16,1-3-1-16,0-5 1 16,0 1-1-16,-4-1-4 15,-1 4 2-15,-5 4 4 16,0 5-1-16,-5 7 5 16,-2 2-4-16,-2 8-2 15,1 4-4-15,1 8-4 16,6 2 0-16,3 6-4 15,3 0-1-15,7 2-5 16,6 1-9-16,6 0-9 16,4 0-13-16,4-5-40 15,0-5 3-15,4-8 44 16,1-9 63-16,3-12 134 0,1-7 22 16,4-10-16-16,1-3-31 15,-1-6-57-15,-1-1-27 16,-6-3-5-16,-7 1-9 15,-10 3-15-15,-8 4-3 16,-10 7 14-16,-7 2 13 16,-16 8 9-16,-6 4-3 0,-13 5-33 15,-2 5-15-15,0 4-21 16,0 4-3-16,7 8-9 16,5 5-9-16,10 8-27 15,2 4-29-15,10 8 7 16,2 1 0-16,11 2-115 15,7-4 122-15</inkml:trace>
  <inkml:trace contextRef="#ctx0" brushRef="#br1" timeOffset="136330.35">14991 1824 1245 0,'18'12'4'15,"-8"8"15"-15,-4 5 4 16,1 10 12-16,-7 6 0 16,-3 10-12-16,1 2-9 0,-9 6-10 15,1 2-2-15,-11-2 0 16,-3 0 0-1,-7-9-1-15,-5-3 3 0,4-12-2 16,-2-6 0-16,3-12 0 16,0-5 0-16,-4-9-2 15,-4-4 0-15,0-7 2 16,1-2-2-16,9-2 0 16,8 0 2-16,8 1 13 15,5 1 11-15,11-2 3 16,8-1-4-16,19-3-10 15,10 0-9-15,9 0-6 16,1 2 4-16,1 1-4 16,-3 1 2-16,1 1-2 15,3 4-2-15,-1 1 2 0,-2 3 0 16,0 0-2-16,-6 0-6 16,-7-3-19-16,-3 0-31 15,-5-7-219-15,-1-4 180 16</inkml:trace>
  <inkml:trace contextRef="#ctx0" brushRef="#br1" timeOffset="136660.93">14830 2090 555 0,'26'-5'232'15,"3"-1"21"-15,4-6-122 16,1 0-32-16,6-4-58 15,-8-2-24-15,4-3-9 16,2-1 0-16,-12 1 7 0,6-3 1 16,-8 2-3-16,-7 1-9 15,-3 0-50-15,-4 1-86 16,-8 3 78-16</inkml:trace>
  <inkml:trace contextRef="#ctx0" brushRef="#br1" timeOffset="136928.12">14968 1780 1533 0,'63'-11'-21'0,"0"-4"25"16,-6-5-2-16,-3-1 2 16,-5 0 2-16,-7 1-2 15,-8 3-3-15,-10 4-33 16,-4 2-58-16,-3 6 54 16</inkml:trace>
  <inkml:trace contextRef="#ctx0" brushRef="#br1" timeOffset="137362.04">15367 2158 1208 0,'-2'24'-4'0,"6"-7"-4"16,2-5-5-16,6-8 5 16,5-4 0-16,4-8 14 15,4-3 10-15,6-5 11 16,0-3 2-16,-1-2-6 16,-3 0-4-16,-7 1-11 0,-4-1-2 15,-6-1-4-15,-2-1-2 16,-5 1-6-16,-3 2-4 15,0 3-21-15,-1 3-29 16,0 5 33-16</inkml:trace>
  <inkml:trace contextRef="#ctx0" brushRef="#br1" timeOffset="137912.03">15931 2005 775 0,'-19'14'-143'0,"-4"3"291"16,0 1 62-16,3 1-39 15,3 1-60-15,2 3-84 16,2 0-19-16,4 2 0 16,0-1 3-16,12-5-1 0,5-3 5 15,12-7 1-15,6-6-1 16,6-10-1-16,5-5-4 16,3-10-7-1,1-4-3-15,1-5 0 0,1-3-1 16,-6-1 1-16,-2-1 1 0,-9-2 3 15,-2-2-2-15,-8-1 0 16,-5-2 0 0,-6-2 2-16,-5-1 2 0,-6 0 11 15,-1 3 7-15,0 11-5 16,2 8 2-16,-3 18-15 16,-1 9-4-16,-3 20 0 15,-2 12-2-15,2 21 2 16,4 9 2-16,1 7-4 15,4 4 4-15,3-8-4 16,2-4 0-16,6-14-2 16,2-10-4-16,5-16 2 15,-1-9 2-15,5-15-8 16,4-7-11-16,2-11-200 16,2-3 153-16</inkml:trace>
  <inkml:trace contextRef="#ctx0" brushRef="#br1" timeOffset="138098.28">16383 2152 250 0,'-12'6'-71'0,"2"-8"33"15</inkml:trace>
  <inkml:trace contextRef="#ctx0" brushRef="#br1" timeOffset="138466.66">16425 1843 1179 0,'36'7'10'0,"-3"8"5"16,-3 5 10-16,-10 9 10 15,-5 3 2-15,-6 4-2 0,-3-3-10 16,-5-3-11-16,0-2-7 16,-3-5-7-16,-2-5-2 15,-1-6-9 1,2-5-12-16,-2-6-22 0,3-2-3 15,-4-6 17-15,2-3 15 16,0-3 33-16,-3-4 5 16,7-2-7-16,1-1-5 15,6-3-10-15,2 2 0 0,2 4-4 16,1 3 4-16,-2 6 8 16,0 2 3-16,-1 0-11 15,-1 2-21-15,-1-2-101 16,-1-1-176-16,2-2 157 15</inkml:trace>
  <inkml:trace contextRef="#ctx0" brushRef="#br1" timeOffset="139313.65">16855 1599 1423 0,'1'68'-17'16,"-1"9"36"-16,0 3 8 15,-4-3 2-15,1-7 2 16,-1-15-10-16,-1-12 5 15,5-18-5-15,0-8-12 0,0-17-6 16,-5 3 3-16,-3-11-3 16,-3-2 0-16,-4-7-12 15,-1-2-3-15,-11-3-12 16,-1 0 6-16,-3 2 14 16,-2 2 0-16,0 8 1 15,0 6 1-15,1 10 2 16,0 7 2-16,7 14 5 15,5 8 6-15,8 11 14 16,5 3-9-16,7 0-6 16,5-5 3-16,10-11-3 15,1-9 21-15,12-14 17 16,2-10-5-16,7-15-3 16,5-7-18-16,4-8-18 15,1-4-6-15,0 0 0 16,-5 1 0-16,-7 4 3 0,-4 3 3 15,-11 5-3-15,-4 2 3 16,-6 6-6-16,-4 3-6 16,-5 4-6-16,-1 6-12 15,0 0 0-15,0 0 12 16,-1 0-3-16,-7 9 12 16,4 2 6-16,1 2-3 15,2-1 6-15,1 0-3 0,9-4 3 16,4-2-6-16,3-5 12 15,5-4 0-15,0-8 12 16,2-1 0-16,0-9-9 16,1-2 3-16,-6-2-12 15,-4 1-6-15,-8 2 3 16,-5 3 0-16,-8 5 24 16,-5 1-4-16,-8 7-2 15,-7 2-9-15,-7 7-21 16,-4 3 3-16,1 9-9 15,1 2 12-15,7 9 3 16,4 5 6-16,4 12-3 16,6 6-3-16,7 9 0 15,6 2-6-15,16-6-11 16,5-8-52-16,18-20-84 16,5-14-17-16,7-22 33 0,1-12-16 15,0-16 85-15</inkml:trace>
  <inkml:trace contextRef="#ctx0" brushRef="#br1" timeOffset="140086.13">17277 2141 1322 0,'10'20'6'16,"5"-6"4"-16,4-8-4 16,1-7 3-16,3-10 5 15,3-3-4-15,0-9-7 0,1 0-10 16,-3-2-28-16,-3 1-8 16,-5 4 8-16,-3 2 8 15,-6 5 27-15,-2 1 12 16,-3 6-1-16,-2 6 3 15,0 0 1-15,4 14-3 0,-4 7 0 16,-2 2-5 0,-1 7-3-16,1-1 0 0,0-3-6 15,2-3 0-15,3-11-2 16,2-3-1-16,7-11 5 16,2-5 0-16,3-10 0 15,0-3 0-15,2-4-12 16,0 0-7-16,0 2-7 15,-1 3 1-15,-5 6 10 16,-2 5 5-16,-3 4 10 16,-1 4 2-16,0 3 6 15,1 3-2-15,1 0-3 16,1-1 1-16,-1 1-2 16,3-2 0-16,-4-1 0 15,2-1 0-15,0-2 4 16,1-2 0-16,4-6 1 15,2-1 1-15,2-5 0 0,1-1 0 16,0 2 1-16,-1 1 7 16,-2 5-1-16,-1 3-1 15,0 6-8-15,-1 4 0 16,1 6-6-16,0 0-2 16,2-1 2-16,0-1 0 15,4-7 0-15,0-5-14 16,3-12-274-16,3-11 183 0</inkml:trace>
  <inkml:trace contextRef="#ctx0" brushRef="#br1" timeOffset="141528.44">14837 2865 1390 0,'6'38'-6'0,"1"4"-60"16,-1 5-11-16,-3 6 13 15,0 2 33-15,-3 0 45 16,2-2 7-16,3-9 8 16,-1-3 4-16,-1-13-8 15,1-4-4-15,-2-12 8 16,-2-12 20-16,6-6 5 15,-1-12-7-15,3-14-22 16,-1-8-25-16,2-4-4 16,-1-3 2-16,0-2 6 15,1 4 6-15,1 4 5 16,2 2 2-16,0 10-3 16,0 6 19-16,0 14-15 0,-2 6 0 15,6 17 12 1,-2 10-6-16,6 13 20 0,2 6 1 15,0-1-6 1,3-2-12-16,2-10-9 0,0-7-12 16,2-11 3-16,0-6 12 15,-4-12 24-15,0-6 5 0,-4-10-5 16,-2-6-3-16,-2-6-39 16,-2-4 6-16,2 0-6 15,-2 2-3-15,1 9 0 16,-1 5 3-16,1 11-3 15,0 6 0-15,1 12 3 16,4 8 0-16,-2 11-3 16,1 3-24-16,-1 1-96 15,-1-3-86-15,5-9-263 16,1-7 337-16</inkml:trace>
  <inkml:trace contextRef="#ctx0" brushRef="#br1" timeOffset="142080.26">15952 3071 1485 0,'-22'-6'41'0,"0"0"147"16,2 2-331-16,2 2 63 15,2 6 20-15,4 1 11 16,3 4 16-16,3 2 12 16,6 2 19-16,1-2 8 0,8-2 6 15,0-2-3-15,7-8 5 16,1-1-6-16,4-9-3 16,3-2-5-16,-1-5 0 15,-1-2 0-15,0-3 0 16,-2 2 2-16,-2 3 0 15,-1 3 2-15,-1 10 2 16,-1 4 2-16,-2 7-2 16,0 5-1-16,-2 7 3 15,0 4 0-15,-1-1 3 16,-1 1 1-16,2-6-2 16,-1-4-2-16,1-6-7 15,1-4 1-15,2-7 2 16,1-5-4-16,3-5 4 15,0-1-4-15,0 3 2 0,-2 3 0 16,0 7 0-16,-3 3-2 16,-3 7 2-16,0 3 0 15,-1 3 0-15,-1-2-2 16,4-5 0-16,3-4-10 16,7-12-25-16,3-5-33 15,3-13-147-15,1-1-134 0,-2-4 160 16</inkml:trace>
  <inkml:trace contextRef="#ctx0" brushRef="#br1" timeOffset="142878.15">16675 2587 1464 0,'7'31'17'0,"1"15"3"16,-2 3-5-16,2 3-1 16,3-3-5-16,1-11-1 15,0-4 7-15,-1-11-6 16,0-6 6-16,-1-9 6 0,1-4-6 16,1-6 0-16,0-5-18 15,4-4-33-15,-1-3-6 16,2 1 18-16,-3 0 10 15,-1 6 14-15,-2 2 2 16,1 1 2 0,0 1 2-16,3-1-3 0,2 1-3 15,-1 1 2-15,0 2-2 16,-1 7 0-16,-1 1 2 0,-3 12 2 16,0 4-2-16,-1 1 0 15,0 0 3-15,1-4 1 16,3-6-3-16,3-11-3 15,4-4-9-15,4-14-6 16,5-6 0-16,2-7-3 16,-2-1 5-16,3-1 9 15,-4 2 0-15,1 6 0 16,-1 2-3-16,-7 10-9 16,-3 1 1-16,-5 7 3 15,-3 3 6-15,-5 0 6 16,-2 3 4-16,-4-5 0 15,0 1 4-15,0 0-1 16,-16 10 3-16,3-6 0 16,-5-1-4-16,0 1 1 15,-1 3 5-15,3 5 7 0,0 4 3 16,5 4-7-16,2-2 8 16,4-1-14-16,1-5-9 15,5-4 0-15,4-3-3 16,4-4 15-16,4-2 9 15,3-6 6-15,0-2 0 16,5-1-13-16,2 0-11 0,0 1-3 16,-1 5 0-16,-2 3 6 15,-1 8 0-15,-3 6 3 16,-2 4-3-16,-3 4-6 16,-3-1 0-16,5-4-27 15,0-4-47-15,5-9 7 16,3-5 34-16,0-11 6 15,-1-7 16-15,2-7-9 16,-3-2-22-16,1-6-162 16,0 0-193-16,-4-1 183 15</inkml:trace>
  <inkml:trace contextRef="#ctx0" brushRef="#br1" timeOffset="143099.82">17824 2485 1169 0,'9'13'53'0,"0"18"3"0,-1 8-4 16,0 12-7-16,0 0-9 15,4-3-18-15,1-2-7 16,5-12-11-16,1-6 0 16,1-13-5-16,-2-6-5 15,-3-10-42-15,0-7-10 16,-4-7-41-16,0-9-52 0,-4-12-198 15,-1-8 198 1</inkml:trace>
  <inkml:trace contextRef="#ctx0" brushRef="#br1" timeOffset="143277.51">18046 2224 1055 0,'16'4'31'0,"0"32"70"15,1 13 19-15,2 24-18 16,1 4-16-16,0 7-59 15,0-2-19-15,-3-11-8 16,-4-6-4-16,-1-17-2 16,-3-11 2-16,-4-21-17 15,-5-15-26-15,-3-4-152 16,-7-15 123-16</inkml:trace>
  <inkml:trace contextRef="#ctx0" brushRef="#br1" timeOffset="143832.2">17804 2751 1408 0,'23'11'0'0,"6"-4"-20"16,20-7-40-16,8-2 8 0,7-9 36 16,6-4 12-16,1-6 8 15,3-3 0 1,2-3 2-16,-1 0 0 0,-1 3-16 15,1 3-25-15,-10 7-50 16,-4 2-12-16,-9 7-38 16,-8 2 8-16,-12 4 29 15,-6 1 16-15,-17 3 66 16,-6 1 59-16,-13 1 92 16,-7 0 13-16,-7 1-28 15,-5 0-48-15,0 0-45 16,2 0-5-16,0 4-5 15,3 0-1-15,3 2-1 16,-1 2 1-16,6 0 11 16,3 2 8-16,7-4 11 0,6-4 4 15,8-7-15-15,8-4-10 16,5-8-15-16,4-2-4 16,1-5-2-16,-1 1-2 15,-1 1 2-15,-2 3 3 16,-3 4 5-16,-1 6 0 15,-7 2 3-15,-2 6-1 16,-2 3-5-16,-1 1 1 16,2 0 10-16,1 0-8 0,3-3-6 15,3-2 0-15,3 1-6 16,2-1 6-16,6-2-3 16,2 0 3-16,7-3-9 15,-1-4-6-15,9-8-77 16,2-6-104-16,3-13 119 15</inkml:trace>
  <inkml:trace contextRef="#ctx0" brushRef="#br1" timeOffset="144503.69">13804 3240 1535 0,'26'6'60'0,"9"-2"-63"0,5-1-27 15,9-6-12-15,1-2 13 16,-3-3-2-16,-2-2 4 15,-9 0 23-15,-2-2 0 16,-8-1-21-16,-3 2-51 16,-8-3 49-16</inkml:trace>
  <inkml:trace contextRef="#ctx0" brushRef="#br1" timeOffset="144812.79">13972 3007 1454 0,'4'6'123'0,"16"1"373"16,5 1-598-16,16-2-29 16,2-2 17-16,0 0 99 15,-1-2 15-15,-2 0 0 16,-5 2 6-16,-8 2-3 15,-7 1 3-15,-13 1 6 16,-7 4-6-16,-8 5 6 16,-7 3 3-16,-13 6-15 0,-5 1-12 15,-8 1-57 1,-2-1-44-16,0-7-25 0,3-3-60 16,2-12 113-16</inkml:trace>
  <inkml:trace contextRef="#ctx0" brushRef="#br1" timeOffset="145170.35">14263 2237 1365 0,'37'2'4'16,"-2"-4"0"-16,-7-6-2 16,-4-7-2-16,0-5-12 15,-6-7-13-15,0-3-29 16,-6-2-281-16,-5-4 202 16</inkml:trace>
  <inkml:trace contextRef="#ctx0" brushRef="#br1" timeOffset="145456.03">14274 2086 1956 0,'50'6'-18'0,"-4"-6"7"16,-4-3 2-16,-3-3 9 15,1 2 0-15,-6-2 0 16,-3 4 6-16,-11 4 0 16,-6 4-4-16,-14 12 1 15,-7 7-3-15,-17 14-8 16,-9 8 5-16,-13 14-24 16,-6 4-33-16,-17 5-116 15,-2-2 2-15,5-11-157 0,8-9 192 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31 7170,'26'-30'7065,"-29"32"-5671,-137 173 1384,-28 31-2361,72-116-397,82-79-450,0 0 0,-1-1 0,0-1 0,0 0 0,-21 8-1,10-10-1677,25-7 2001,0-1 0,-1 1-1,1 0 1,0 0 0,0-1 0,0 1-1,-1-1 1,1 1 0,0-1 0,0 1-1,-2-2 1,3 2 98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13147,'29'-8'-1000,"5"7"784,1 4 168,6 16 376,-2 7 440,-1 7 256,-3 5-232,-4 2-456,-3 0-120,3 0-192,-1-3 0,-4-10 40,0-5-16,-5-12-208,-3-3-416,-4-7-2577,1-1 2553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7338,'0'0'1832,"0"1"-672,5 26 24,-2-7 17,2 14 375,2 6-384,-1 9-592,4 4-239,3 4-746,-2-2-663,3-6 592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 0 11218,'-30'39'368,"1"2"57,5 4-353,-3 3 8,0 10-32,-3 6-16,-11 6-8,0 5 8,-1-4 0,0-6-16,7-13-80,1-10-136,3-20-1521,0-11 1161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12475,'37'52'952,"3"1"-208,4 10-720,6-4-216,-5-3-336,-3-1-16,-4-5 88,-9-2 280,2-9 40,-8-5-64,0-7-249,-2-4-191,-4-5-848,1-1-1241,-4-5 1401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91 10794,'0'0'399,"-1"1"73,0-10 123,1 4-454,1 0 0,1 0 0,-1 0 0,1 0 0,-1 0 0,1 0 0,1 1 0,-1-1 0,4-4 1,-5 7-93,1 0 0,-1 0 1,1 0-1,-1 0 0,1 0 1,0 0-1,0 0 0,0 1 1,0-1-1,0 1 1,0-1-1,0 1 0,1 0 1,-1 0-1,0 0 0,1 0 1,-1 1-1,1-1 0,-1 0 1,1 1-1,-1 0 0,1 0 1,3 0-1,-4 0-36,1 0 1,-1 1-1,0 0 0,0-1 0,1 1 0,-1 0 0,0 0 1,0 0-1,0 0 0,0 1 0,0-1 0,0 1 0,0-1 1,-1 1-1,1-1 0,-1 1 0,1 0 0,-1 0 0,1 0 1,-1 0-1,0 0 0,0 0 0,0 0 0,0 0 0,0 1 1,-1-1-1,2 3 0,-1 2-19,0 0 0,0 0 0,0 0 0,-1 0 0,0 0-1,0 0 1,-2 13 0,-3-2-38,0 0-1,0-1 1,-2 0-1,0 0 1,-1-1-1,-1 0 1,-18 27-1,12-24 351,0 0 0,-1-1 0,0-1 0,-2 0-1,-29 20 1,42-33 31,3-2-163,1-1 1,-1 1-1,0-1 1,1 0-1,-1 0 1,0 0-1,0 0 1,0 0-1,0 0 0,0-1 1,0 1-1,-2 0 1,4-5 108,1 0-257,1-1 1,-1 0 0,1 1 0,0-1 0,0 1 0,1 0 0,-1 0 0,1 0 0,0 0 0,0 0 0,0 0 0,0 1-1,1-1 1,0 1 0,0 0 0,5-3 0,-2 1-27,-1 1 0,1 0 0,0 0 0,1 1-1,-1 0 1,0 0 0,1 1 0,0 0 0,14-2 0,-2 4-155,1 1 0,-1 1 1,28 5-1,26 3-1824,-15-7 830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1 1624,'0'0'4407,"-3"3"-3617,-41 46 887,-60 86 0,77-98-1602,20-28-72,4-3 0,0-1 1,-1 0-1,0 0 1,0 0-1,0-1 1,-1 1-1,0-1 1,0 0-1,0 0 1,-9 5 0,13-9-66,0 0 0,0 0 1,0 0-1,0 0 1,0 0-1,0 0 0,0 0 1,-1 0-1,1-1 1,0 1-1,0 0 0,0-1 1,0 1-1,0-1 1,0 1-1,0-1 0,0 1 1,0-1-1,1 0 1,-1 1-1,0-1 0,0 0 1,0 0-1,1 1 1,-1-1-1,0-2 1,-7-9-758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9962,'0'9'94,"0"1"-1,1-1 1,0 0 0,0 1-1,1-1 1,1 0 0,0 0-1,0 0 1,0-1-1,1 1 1,1-1 0,-1 1-1,11 12 1,-3-4-88,2-1-1,-1 0 1,2-1-1,0-1 1,19 14-1,-30-25 19,0-1 0,0 0 0,0 0 0,0 0 0,1 0 0,-1 0 0,9 1 0,-11-3-224,-1 1 0,1-1 0,0 0 0,0 0 0,-1 1-1,1-1 1,0 0 0,0-1 0,-1 1 0,1 0 0,0 0-1,-1-1 1,1 1 0,0-1 0,-1 0 0,1 1 0,0-1 0,-1 0-1,1 0 1,-1 0 0,0 0 0,2-1 0,1-9-1310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0 8970,'-7'14'367,"1"0"1,0 1-1,1 0 0,1 0 0,0 0 1,-1 16-1,3-18-380,0 0-1,-1 0 1,-1 0 0,0-1-1,-1 1 1,0-1 0,0 0-1,-13 20 1,16-30 13,1 0 0,-1 0-1,0 1 1,0-1 0,0 0 0,0 0 0,0-1-1,0 1 1,0 0 0,-1-1 0,1 1 0,-1-1-1,1 0 1,-1 0 0,1 0 0,-1 0 0,0 0-1,1-1 1,-1 1 0,0-1 0,0 0-1,1 0 1,-1 0 0,-3 0 0,3-1-113,0 0 0,0 0 0,0 0 0,0-1 0,0 0 0,0 1 0,0-1 0,1 0 0,-1 0 0,1 0 0,-1-1 0,1 1-1,0 0 1,0-1 0,0 0 0,0 1 0,0-1 0,1 0 0,-3-5 0,-4-9-1059,-10-37-1,15 46 1780,2-1 0,-1 1 0,0-17 0,18 40 703,-1 1-894,1-1 1,20 15 0,-28-25-378,0 1 1,1-1 0,0 0 0,0-1-1,0 0 1,20 5 0,-12-5-4,-1-1 0,1 0 0,0-2 0,0 0-1,0 0 1,0-2 0,23-3 0,-31 3-145,0-1 0,0 0 0,-1-1 0,1 0 0,0 0 0,-1-1 0,0 0 0,0-1 0,0 1 0,-1-2 0,1 1-1,-1-1 1,-1 0 0,1 0 0,7-10 0,-3-1-1780,-4 0 474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1 8970,'-27'13'168,"0"0"1,2 2-1,0 1 0,0 2 1,2 0-1,0 1 1,-24 27-1,44-43-159,-1 0 0,1 0-1,0 0 1,-1 0 0,1-1 0,-9 4 0,12-5-11,-1-1 1,0 0-1,0 0 1,0 0 0,0 0-1,0 0 1,0 0-1,0 0 1,0 0-1,0 0 1,0 0 0,0 0-1,0 0 1,1-1-1,-1 1 1,0 0 0,0-1-1,0 1 1,0-1-1,1 1 1,-1-1-1,0 1 1,0-1 0,1 0-1,-1 1 1,0-1-1,1 0 1,-1 0 0,1 1-1,-1-1 1,1 0-1,-1 0 1,1 0-1,0 0 1,-1 1 0,1-3-1,-7-13-619,2-1 0,0 0-1,1 0 1,1 0 0,1-1-1,0 1 1,1-28 2239,3 47-1381,0 0 0,0 0 0,0 1 0,-1-1-1,1 0 1,-1 1 0,1-1 0,0 5 0,0-4 41,2 3-186,0-1 1,0 1-1,0-1 0,1 0 1,0 0-1,0 0 1,0 0-1,0-1 1,1 0-1,0 0 0,0-1 1,0 1-1,0-1 1,1 0-1,-1-1 1,1 0-1,13 3 0,0-2-87,1 0 0,0-2 0,-1 0 0,39-4 0,-47 1-168,1 1 0,-1-2 1,1 0-1,-1 0 0,0-1 0,0 0 0,12-7 0,-6-2-265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0 10674,'-35'12'344,"2"2"192,1 3-520,1 2 32,-1 0-32,1-1 0,7-3 0,4-2-16,2-1 0,1-3-32,3-5-200,-2 0-144,3-8-736,-1-3-608,2-7 768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26 6153,'7'4'985,"3"2"647,4 5-720,6 6-464,-1 1-168,5 3-200,0-1-64,10-4 8,4-4 8,8-7-32,0-5 16,-5-11-48,-1-3-104,-6-11-1400,-1-2 1000</inkml:trace>
  <inkml:trace contextRef="#ctx0" brushRef="#br0" timeOffset="1">321 0 11835,'-44'27'296,"6"-1"-216,3 0-224,8-1-208,0-3-177,3-5-479,-2-3-112,5-9-72,1-3 79,2-6 601,1-5-72,4-4-1272,2-6 1376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9354,'19'18'464,"4"6"312,5 4-576,5 3-72,-7-1-128,0-3-64,-7-7-40,-3-5-24,-7-11 8,0-4-56,0-13 144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80 212 10442,'-2'-4'56,"1"0"-1,-1 0 0,1 0 1,0 0-1,1 0 0,-1 1 0,1-1 1,0 0-1,0-1 0,0 1 1,0 0-1,1 0 0,-1 1 1,1-1-1,0 0 0,0 0 1,1 0-1,-1 0 0,1 1 1,3-7-1,2-2-47,0 1-1,1-1 1,0 2 0,18-20-1,-19 24 32,0-1 0,0 1 0,0 1 0,1-1 0,11-5 0,-17 10-33,-1 0 0,1 0 0,0 0 0,0 0-1,0 1 1,0-1 0,0 0 0,0 1-1,0 0 1,0-1 0,0 1 0,0 0 0,0 0-1,0 0 1,0 0 0,0 1 0,0-1-1,0 0 1,0 1 0,0 0 0,-1-1-1,1 1 1,0 0 0,0 0 0,0 0 0,-1 0-1,1 0 1,0 0 0,-1 0 0,1 1-1,2 2 1,1 4 2,-1 0-1,1 0 1,-1 1 0,-1-1-1,1 1 1,-2 0-1,1 0 1,-1 0-1,0 0 1,-1 1 0,0-1-1,-1 0 1,0 0-1,0 1 1,-1-1-1,-4 18 1,1-8 1,0 0-1,-2 0 1,0-1 0,-1 0 0,-1 0-1,-1-1 1,-14 22 0,12-23 25,0-1 0,-27 27-1,32-37 62,0 1-1,-1-1 1,1 0-1,-1-1 0,0 0 1,0 0-1,0 0 1,-1-1-1,-10 4 1,16-7-32,0 1 0,-1-1 0,1 0 1,0 1-1,0-1 0,0 0 0,-1 0 1,1-1-1,0 1 0,0 0 0,0-1 1,-1 1-1,1-1 0,0 0 0,0 0 1,0 0-1,0 0 0,-3-2 0,2 0-15,0 1 1,0-1-1,1 0 0,-1 1 0,1-2 0,0 1 0,-1 0 0,1 0 0,1-1 0,-3-4 0,2 3-22,0 1 0,0-1 0,1 1-1,0-1 1,0 0 0,0 0 0,1 0 0,-1 1-1,1-1 1,0 0 0,1 0 0,-1 0 0,1 0-1,0 0 1,0 1 0,0-1 0,4-7 0,-3 8-6,1 0 0,-1 0 1,1 1-1,0-1 0,0 1 1,0 0-1,0 0 0,1 0 1,-1 0-1,1 1 0,0-1 0,0 1 1,0 0-1,0 0 0,0 0 1,6-1-1,-3 2-15,-1 0-1,1 0 1,-1 1-1,1 0 1,-1 0 0,1 0-1,-1 1 1,0 0-1,1 0 1,7 3-1,10 6-33,0 0 0,0 1-1,-1 2 1,30 21 0,-46-29 30,15 10-78,26 16-490,-45-29 392,1-1 1,-1 1-1,1-1 0,0 0 0,-1 0 0,1 0 0,0 0 1,0-1-1,0 1 0,0-1 0,7-1 0,17-7-503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338 0 5625,'0'0'2077,"-6"9"-378,-53 84 40,-60 88-830,116-176-941,-9 11 126,-1 0 1,-19 18 0,29-30-212,-1-1 0,1 0 0,-1 0 0,0-1 0,0 1 0,0-1 0,0 1 0,0-1 0,0-1 1,-1 1-1,1 0 0,-1-1 0,1 0 0,-1 0 0,1-1 0,-6 1 0,0-5-2136,2-4 674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8210,'0'0'1653,"8"5"-428,13 27 507,33 67 1,-37-65-1707,0 4-24,4 6 32,-16-37-82,-2-7-1633,-1-1 1395,11-11-231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3201,'0'0'6464,"-1"6"-5827,-2 6-439,0 0 1,1 1-1,1-1 0,0 0 0,1 0 0,1 20 1,0-26-152,0 0 0,1 0 0,-1 0 0,1-1 0,0 1 0,0-1 0,1 1 1,-1-1-1,1 0 0,0 0 0,1 0 0,-1 0 0,1-1 0,0 1 0,0-1 1,8 6-1,-4-4-6,-2-1-21,1 0 0,0-1-1,0 0 1,0 0 0,1 0 0,9 3 0,-16-7-195,3-2-1979,0-7 1262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11250,'6'-2'554,"21"-9"-451,47-14 19,-66 23-103,0 0-1,0 1 0,1 0 1,-1 0-1,0 1 0,0 0 1,13 2-1,-11 0 5,30 5 129,49 14 0,-87-20-1992,-13-5-699,-26-13 1168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2881,'0'0'4389,"10"0"-1738,64 15-1538,-40-8-572,45 5 0,-76-12-529,1 0 0,-1 0 0,0 0 0,0 0 0,0 0 1,0-1-1,0 0 0,0 1 0,0-1 0,0 0 0,0-1 0,0 1 0,-1 0 0,1-1 0,4-3 1,-6 4-92,0 0 1,0 0-1,0-1 1,0 1 0,0 0-1,0-1 1,-1 1 0,1-1-1,0 1 1,-1-1 0,1 1-1,-1-1 1,0 0 0,1 1-1,-1-1 1,0 0 0,0 1-1,0-1 1,0 0 0,0 1-1,0-1 1,-1 0 0,1 1-1,0-1 1,-1 1 0,1-1-1,-1 1 1,0-1-1,0 1 1,0-2 0,-5-9-1777,-1-2 598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1 10738,'-12'13'400,"6"7"80,-3 1-247,4 9-89,-4 1-40,-4 1-56,1 1-16,-2-3 16,3-3-8,0-8-24,-4-3 0,-2-7 0,-2-5-64,0-3-1113,-6-2 849</inkml:trace>
  <inkml:trace contextRef="#ctx0" brushRef="#br0" timeOffset="1">0 145 10298,'17'11'592,"5"0"369,6 0-465,9 0-8,3-4-80,-5-1-248,-1-1-88,-12-4 24,-6 0-24,-3 2 0,-12-3-568,0 0-456,2 0-2025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1 11290,'-2'0'481,"1"0"463,0 1-944,-34 23-240,22-7-56,-1 4 48,-6 5 64,-3 1 71,-3 3 113,-1 0 16,2-8 0,4 0-64,0-9-1984,-2-5 1480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9802,'13'11'904,"13"6"1465,5-2-1129,20 3-952,-1-2-48,1-4-432,-7-3-288,-12 1-544,-3-2 120,-14-4 311,1-2-863,-3-4 976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1 4729,'0'0'3966,"-8"7"-1944,1 7-1806,0 0 0,1 0 1,0 0-1,1 1 0,-6 28 1,-31 93 362,-6 21 406,45-143-980,2-8-170,0 0 1,0 0-1,-1 0 0,0 0 0,-5 10 0,0-12-163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9 2649,'-13'-3'793,"0"1"0,-17-2 0,25 4-243,1 1-108,-3 5-247,-8 3-130,-41 29 1083,51-34-959,-1 1 1,0 0-1,1 0 0,0 1 0,1-1 0,-1 1 1,-5 10-1,-1 9-60,2 0 0,1 0 1,1 1-1,-6 41 0,1-7-99,-3 7 2,-1-5 297,3 1 0,-7 110 0,19-167-283,2-1-1,-1 1 1,0-1-1,1 1 1,0-1 0,0 0-1,1 1 1,-1-1 0,1 0-1,0 0 1,1 0-1,-1 0 1,1 0 0,5 6-1,-6-9-32,1 1 0,0-1 0,0 1 1,-1-1-1,1 0 0,0 0 0,1 0 0,-1-1 0,0 1 0,1-1 0,-1 1 0,0-1 0,1 0 0,0-1 0,-1 1 0,1-1 0,-1 1 0,1-1 0,0 0 0,-1 0 0,1-1 0,6 0 0,-1-2 39,-1 1-1,1-1 1,0-1-1,-1 1 0,0-2 1,0 1-1,0-1 1,0 0-1,-1-1 1,0 1-1,0-2 1,9-9-1,7-10 256,37-55-1,-39 49-194,33-65 0,-48 84-57,0-1-1,-2 0 1,1 0 0,-2 0-1,0-1 1,0 1 0,-2-1-1,1-17 1,-3 5 91,-1 0 1,-2 1-1,-12-50 0,11 59-134,0 1 0,-2 0 0,0 0 0,0 1-1,-1 0 1,-21-28 0,26 39-24,1 1 0,-1 0 0,0 0 0,0 0-1,0 0 1,-1 0 0,1 1 0,-1 0 0,1-1 0,-1 1 0,0 1-1,0-1 1,-4-1 0,5 2-44,-1 1 1,1 0-1,0-1 0,-1 1 1,1 1-1,-1-1 0,1 0 1,0 1-1,-1 0 0,1-1 1,0 1-1,0 1 0,-1-1 1,1 0-1,0 1 0,-4 2 1,-45 30-2266,20-17 1569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0 1960,'0'0'3132,"-1"3"-2532,-4 10 32,-1-1-1,0 0 1,-1-1 0,0 1-1,-1-1 1,0 0-1,-12 11 1,-23 32 659,29-32-690,-12 19-73,-2-2-1,-2-1 1,-34 35-1,63-71-544,-1-1 1,1 1-1,-1-1 0,0 0 0,0 1 0,1-1 0,-1 0 1,0 0-1,0 0 0,0-1 0,0 1 0,0 0 0,-4 0 1,5-1-41,0 0 0,0-1 0,0 1 0,0 0 1,0 0-1,0-1 0,0 1 0,0 0 1,0-1-1,1 1 0,-1-1 0,0 0 0,0 1 1,0-1-1,1 0 0,-1 1 0,0-1 0,1 0 1,-1 0-1,1 1 0,-1-1 0,1 0 0,-1 0 1,1 0-1,-1 0 0,1 0 0,0 0 0,0 0 1,-1 1-1,1-1 0,0 0 0,0-2 0,-3-43-2674,4 20 1859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7154,'1'5'3020,"12"30"-1774,0-1 0,3 0 0,30 49 0,-15-27-1109,29 52 47,39 76 504,-92-172-556,-3-7-1051,-2-32-4411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0 11202,'-1'3'102,"0"0"-1,0 1 1,0-1-1,1 0 0,0 0 1,-1 1-1,1-1 1,0 0-1,1 1 0,-1-1 1,1 0-1,-1 0 1,1 1-1,0-1 0,0 0 1,0 0-1,0 0 1,1 0-1,2 4 0,4 5 78,1 0-1,0 0 1,13 12-1,2 2 13,-24-26-187,16 19 69,16 27 1,-29-41-62,0 0-1,0 0 1,-1 0 0,0 0 0,0 0 0,0 0-1,0 0 1,-1 1 0,0-1 0,0 1 0,-1-1-1,1 7 1,-1-11-46,0 0-1,-1 0 1,1-1-1,0 1 1,0 0 0,0-1-1,-1 1 1,1 0-1,0-1 1,-1 1 0,1 0-1,0-1 1,-1 1-1,1 0 1,-1-1 0,1 1-1,-1-1 1,1 1-1,-1-1 1,0 0 0,1 1-1,-1-1 1,1 1-1,-1-1 1,0 0 0,1 0-1,-1 1 1,0-1-1,0 0 1,1 0 0,-1 0-1,0 0 1,1 0-1,-1 0 1,0 0-1,0 0 1,1 0 0,-1 0-1,0 0 1,1 0-1,-1 0 1,0-1 0,0 1-1,1 0 1,-1 0-1,0-1 1,0 0 0,-7-2-877,1 0 0,0-1 0,-10-6 0,10 5-229,-15-7-623</inkml:trace>
  <inkml:trace contextRef="#ctx0" brushRef="#br0" timeOffset="1">1 174 9650,'1'0'776,"24"9"761,4-2-1001,4-1 280,13-3-488,6-2-88,5-4 48,4-2-72,2-3 120,-5 1 48,-9-1-96,-6-1 16,-12-3-184,-4 0-192,-7-1-664,-2-1-440,-14-1-2633,-5-4 2769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3 3361,'-18'-2'424,"2"2"704,5 0-368,0 2-232,1 7 0,-6 3 185,2 6 215,-4 7 120,-1-3 24,0 0-176,1-3-215,0-4-401,0-1 40,1-6-584,-2-3-72,2-5-1089,0-3 865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9 8538,'9'15'1296,"9"5"2161,8 6-1425,13 2-1320,5-4-255,4-3-289,-2-4-168,-8-4-481,-6-3-119,-12-5-160</inkml:trace>
  <inkml:trace contextRef="#ctx0" brushRef="#br0" timeOffset="1">403 0 13147,'-39'18'1000,"2"-1"200,6 7-1584,0-1-720,-6 0-1233,0 1 137,-1-4-825,2 0 169,5-3 1760,-1-2 663,4-3 185,2-4 192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8658,'15'9'1176,"6"4"2585,8 1-2585,6 3-464,4-3-448,2-1-168,3-5-312,-1-2-64,-4-3-200,-5 0-72,-15-2-144,2 0-160,-11-1-176,-1 0-865,8-5 1217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194 102 8938,'0'-4'187,"1"-1"-1,-1 1 1,1 0 0,0-1 0,0 1-1,0 0 1,0 0 0,1 0 0,0 0-1,0 0 1,0 0 0,0 1 0,1-1-1,-1 1 1,1-1 0,0 1 0,0 0-1,0 0 1,0 0 0,1 1 0,-1-1-1,1 1 1,0 0 0,-1 0-1,1 0 1,0 0 0,0 0 0,0 1-1,7-1 1,-6 0-141,1 1 1,-1 0-1,1 0 0,0 1 0,-1 0 1,1 0-1,0 0 0,-1 0 0,1 1 0,0 0 1,-1 1-1,1-1 0,-1 1 0,1 0 1,-1 0-1,0 0 0,0 1 0,0 0 0,0 0 1,-1 0-1,1 1 0,4 4 0,-6-5-71,-1-1 0,1 1 0,-1 0 0,0 1 0,0-1 0,0 0 0,0 1 0,-1-1 0,1 1 0,-1-1 0,0 1 0,0-1 0,0 1 0,-1 0 0,1 0 0,-1 0 0,0 4 0,-1-3 45,0 0-1,0 1 1,0-1 0,-1 0-1,0 0 1,0 1-1,0-1 1,0-1-1,-1 1 1,-5 7-1,-6 5 179,-1-1-1,0 0 1,-2-1-1,-27 20 0,-66 50 808,108-84-925,3 0-58,0 0 0,0 0 0,0 0 0,-1 0 0,1 0 0,0-1 0,0 1 0,0 0 0,0-1 0,1 1 0,-1-1 0,0 1 0,0-1 0,0 1 0,2-1 0,-3 1-6,13 2 159,-1 0 0,1-1-1,0-1 1,15 1 0,30 3 120,-49-3-310,0 0-1,1 1 1,-1 0-1,0 1 1,0 0-1,-1 0 0,1 1 1,-1 0-1,0 0 1,9 8-1,-15-11 15,1 0 0,-1 0 0,0 1 0,0-1-1,-1 0 1,1 1 0,0 0 0,-1-1 0,0 1 0,1 0 0,-1 0-1,0-1 1,-1 1 0,1 0 0,0 0 0,-1 0 0,1 0 0,-1 0-1,0 0 1,0 0 0,-1 0 0,1 0 0,0 0 0,-1 0 0,0 0-1,0 0 1,0 0 0,0 0 0,0 0 0,0-1 0,-1 1 0,1 0 0,-1-1-1,0 1 1,0-1 0,-2 3 0,-8 9 149,-1-1 0,-1 0 1,0 0-1,-1-2 0,0 0 0,0 0 0,-1-1 0,-17 7 1,6-5-19,0 0 0,0-2 1,-1-1-1,-41 7 1,58-14-212,1-1 0,-1 0 0,0 0 0,-12-2 0,21 1-38,-1 0 1,0 0 0,1-1-1,-1 1 1,1-1 0,-1 1 0,1-1-1,-1 0 1,1 0 0,-1 0-1,1 0 1,0-1 0,0 1-1,-1-1 1,1 1 0,0-1 0,0 0-1,1 0 1,-1 0 0,0 0-1,1 0 1,-3-3 0,3 0-92,-1-1 0,1 1 0,1 0 1,-1 0-1,1-1 0,0-9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0 2529,'0'0'1880,"-1"5"2,-4 8-1477,0-1 1,-1 1-1,0-1 0,-1-1 1,0 0-1,0 0 1,-13 13-1,-7 12 112,-19 36 256,-29 40-36,65-99-653,-1 0 0,-1 0-1,0-1 1,-1-1 0,-24 17 0,36-27-96,0-1 0,1 1 0,-1-1 0,0 1 0,0-1 0,0 0 0,1 1 0,-1-1 0,0 0 1,0 0-1,0 0 0,0 1 0,0-1 0,0 0 0,0 0 0,1 0 0,-1-1 0,0 1 0,0 0 0,0 0 0,0 0 0,0-1 0,0 1 0,1 0 0,-1-1 0,0 1 1,0-1-1,0 1 0,1-1 0,-1 1 0,0-2 0,-1 0-114,0 0 0,0 0 0,0 0 1,1-1-1,-1 1 0,1-1 0,0 1 0,0-1 0,-2-4 1,-3-13-385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10858,'0'4'205,"2"0"0,-1 0-1,0 0 1,1 0 0,0 0-1,0-1 1,0 1 0,0-1-1,5 7 1,0 0-63,37 60 66,-4 3 0,33 81 0,-68-138-182,-3-11-17,0 0-1,1 1 1,-1-1-1,1 0 1,0 0-1,0 0 1,0-1-1,1 1 1,-1-1-1,5 4 1,-6-6-121,-4-5-1911,-5-11 1537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0 11338,'-22'77'621,"13"-43"-542,-1-1 0,-19 40 0,25-63-70,-1-1-1,0 0 1,-1 0 0,0 0 0,-1-1 0,1 0-1,-2 0 1,1-1 0,-1 0 0,0 0 0,-16 10-1,21-15-41,1 0-1,-1-1 1,0 1-1,0-1 1,0 0-1,0 0 1,0 0-1,0 0 1,0 0-1,0-1 1,-1 1-1,1-1 1,0 0-1,0 0 1,0 0-1,-1 0 1,1-1-1,0 1 1,0-1-1,0 0 1,0 0-1,0 0 1,0 0-1,0 0 1,0-1-1,0 1 1,1-1-1,-1 0 1,1 0-1,-1 0 1,1 0-1,-1 0 1,1-1-1,0 1 1,0-1-1,-2-3 1,-2-4-268,0-1 0,1 1 0,0-1 0,0 0 0,2 0 0,-1 0 1,1-1-1,-2-18 0,5 23 269,-1 0 0,1-1 1,1 1-1,-1 0 0,1 0 0,0 0 1,1 0-1,0 0 0,0 0 1,0 0-1,1 0 0,0 1 0,1 0 1,-1-1-1,1 1 0,5-6 1,-7 9 118,1 0 0,-1 1 0,1-1 0,0 0 0,0 1 0,0 0 0,1-1 0,-1 1 0,1 0 0,-1 1 0,1-1 0,-1 1 0,1-1 0,0 1 0,0 0 0,0 1 0,-1-1 0,1 1 0,0-1 0,0 1 0,0 0 0,0 1 0,0-1 0,0 1 0,0-1 0,0 1 0,-1 0 0,1 1 0,0-1 0,5 3 0,1 2 105,0 0 0,0 0 0,-1 1 1,0 0-1,0 0 0,10 11 1,42 56 171,-43-51-319,36 39 0,-50-59-40,-1 0 1,1 0-1,0 0 0,0 0 0,0-1 1,5 3-1,-8-5-13,0 1-1,0-1 1,0 0 0,0 1-1,0-1 1,0 0 0,0 0-1,0 0 1,0 0 0,0 0-1,1 0 1,-1 0 0,0 0-1,0 0 1,0 0 0,0 0-1,0-1 1,0 1 0,0-1-1,0 1 1,0 0 0,0-1-1,0 0 1,0 1 0,0-1-1,0 0 1,0 1 0,-1-1-1,1 0 1,1-1 0,6-13-120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1 10610,'-20'14'680,"-1"5"1817,4 6-2737,0 5-280,-2 0-240,-2-5 376,0-2 87,3-9 81,1-9 184,3-4 48,-4-6 0,-3-3-312,-1-6 208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8722,'22'21'864,"4"1"816,9 1-935,9-9-473,3-1 88,1-9-120,0-2-120,-12-1-480,-5-5-40,-14-4 152,-5-1 16,-11-6-129,-6-4-535,-5-1 552</inkml:trace>
  <inkml:trace contextRef="#ctx0" brushRef="#br0" timeOffset="1">239 31 12347,'-9'-7'320,"1"-1"-296,1 1-1065,0 1-807,-8 3 1120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122 102 1624,'-4'0'-94,"-8"2"330,-1-1 1,0-1-1,-24-2 1,34 2-195,1-1 1,-1 1-1,0-1 0,1 0 1,-1 0-1,1 0 0,-1 0 1,1 0-1,0-1 0,-5-2 1,6 3-79,0-1 0,0 1 0,0 0 0,0 0 0,0-1 0,1 1 0,-1 0 0,0-1 0,1 1 0,-1-1 0,1 1 1,-1-1-1,1 1 0,0-1 0,-1 1 0,1-1 0,0 1 0,0-1 0,0 1 0,1-3 0,-1 3 28,0 1 0,0 0-1,0 0 1,1-1 0,-1 1 0,0 0 0,0-1-1,0 1 1,1 0 0,-1 0 0,0-1-1,0 1 1,1 0 0,-1 0 0,0 0-1,0-1 1,1 1 0,-1 0 0,0 0 0,1 0-1,-1 0 1,0 0 0,1 0 0,-1 0-1,0 0 1,1 0 0,-1 0 0,0 0-1,1 0 1,-1 0 0,0 0 0,1 0 0,-1 0-1,0 0 1,1 0 0,-1 0 0,0 0-1,1 0 1,-1 1 0,0-1 0,0 0 0,1 0-1,-1 1 1,17 7 758,29 26 2652,-32-23-2912,0 0 0,1-1 0,0-1 0,0-1 0,1 0 0,0 0 0,0-2 0,18 6 1,-1-6-583,-1-2 1,1-1-1,-1-1 1,62-5-1,-91 2 48,19-3-343,-21 4 367,-1 0 1,1 0 0,0-1 0,-1 1-1,1 0 1,-1 0 0,1-1-1,-1 1 1,1 0 0,-1-1-1,1 1 1,-1-1 0,1 1-1,-1 0 1,1-1 0,-1 1-1,0-1 1,1 0 0,-1 1-1,0-1 1,1 1 0,-1-1-1,0 1 1,0-1 0,0 0-1,1 1 1,-1-1 0,0 1-1,0-1 1,0 0 0,0 1 0,0-1-1,0 0 1,-6-15-117</inkml:trace>
  <inkml:trace contextRef="#ctx0" brushRef="#br0" timeOffset="1">292 0 12283,'0'0'984,"-1"0"304,0 0-1120,-21 24-624,11-7-192,-8 5-112,-4 4 168,-9 1 408,-1 3 80,-6 0 104,-3-2-128,3-10 96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1 8810,'3'6'71,"-1"0"1,0 0-1,0 0 1,-1 0 0,0 0-1,0 1 1,0-1-1,-1 1 1,0-1-1,0 0 1,0 1-1,-3 7 1,-2 10 95,-15 45 0,9-36 68,0 3 21,-2 0 0,-24 48-1,31-74-170,1 1 0,-2-1 0,0 0 0,0-1-1,0 0 1,-1 0 0,-1 0 0,1-1-1,-1 0 1,-1-1 0,0 0 0,-11 6 0,20-12-73,1-1 1,-1 1 0,0-1 0,0 1 0,0-1 0,0 0 0,0 1-1,0-1 1,0 0 0,0 0 0,0 0 0,0 0 0,0 0 0,0 0-1,0 0 1,0 0 0,0 0 0,1 0 0,-1 0 0,0-1 0,0 1 0,0 0-1,0-1 1,0 1 0,0-1 0,0 1 0,0-1 0,1 1 0,-1-1-1,0 1 1,0-1 0,1 0 0,-1 0 0,0 1 0,1-1 0,-1 0-1,1 0 1,-1 0 0,1 0 0,-1-1 0,0 0 49,0-1-1,1 1 1,-1-1 0,0 1 0,1-1-1,0 0 1,0 1 0,0-1 0,0 1-1,0-1 1,0 0 0,1 1 0,-1-1-1,2-4 1,1 2-18,0-1 0,-1 1 0,2-1 0,-1 1 0,1 0 0,-1 1 0,1-1 0,1 1 0,-1-1 0,0 1 0,1 0 0,0 1 0,0-1 0,0 1 0,1 0-1,-1 1 1,1-1 0,-1 1 0,1 0 0,0 0 0,0 1 0,7-2 0,-2 2 23,0 0 0,0 0 0,0 2-1,0-1 1,0 1 0,0 1 0,0 0-1,-1 0 1,1 1 0,-1 0 0,14 7 0,-16-6-18,55 22 144,-57-25-179,0 1 1,0 0 0,0-1 0,0 0-1,0-1 1,0 1 0,1-1 0,10-2-1,-16 2-8,1-1 1,-1 1-1,1-1 0,-1 0 0,0 0 0,1 0 0,-1 0 0,0 0 0,0 0 0,1 0 0,-1 0 1,0 0-1,0-1 0,0 1 0,-1 0 0,1-1 0,0 1 0,0-1 0,-1 1 0,1-1 0,-1 1 0,1-1 1,-1 1-1,0-1 0,1 0 0,-1 1 0,0-1 0,0 1 0,0-3 0,0-9 4,-1 1 1,-2-21-1,2 26-24,-3-22-125,-2-1 0,0 0 0,-2 1 0,-2 1 0,0-1 0,-2 2 0,-23-41 0,25 55 60,10 13 80,0-1 0,0 1 0,0 0 0,0 0 0,0 0 0,0 0 0,0 0 0,0 0 0,0 0 0,0 0 0,0 0 0,-1 0 0,1 0 0,0 0 0,0 0-1,0 0 1,0 0 0,0 0 0,0 0 0,0 0 0,0 0 0,0 0 0,0 0 0,0 1 0,-1-1 0,1 0 0,0 0 0,0 0 0,0 0 0,0 0 0,0 0 0,0 0 0,0 0 0,0 0 0,0 0 0,0 0 0,0 0 0,0 0 0,0 0 0,0 1 0,0-1 0,0 0 0,0 0 0,0 0 0,0 0 0,0 0 0,0 0 0,0 0 0,0 0 0,0 0 0,0 0 0,0 1 0,0-1 0,0 0 0,0 0 0,0 0 0,0 0 0,0 0 0,0 0 0,0 0 0,0 0 0,0 0-1,0 0 1,0 0 0,0 0 0,0 1 0,0-1 0,0 0 0,0 0 0,8 30 172,-6-23-195,10 48 163,-3 1 0,-2-1 0,0 66 0,10 86-95,-14-184-1651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7:01:01.53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13047 4935 287 0,'5'1'-49'0,"3"-1"-34"0,1-1 5 15,2-2 56-15,0 0 53 16,-1 1 79-16,1-2 29 15,-1 3 14-15,2 0 39 16,3 1-99 0,4 1-47-16,8-1-44 0,2-1-2 15,14-3 0-15,5-2 7 16,7 0 20-16,4-1 14 0,-1-1 23 16,-1 2 20-16,0 0-7 15,-1 2-2-15,0 4-13 16,-1 1-11-16,3 1-28 15,1 0-8-15,5-2-9 16,-2 0-6-16,-1-4-2 16,1-2-2-16,-6-5 1 15,-3-3 1-15,-10-4-6 16,-10-1-21-16,-13 1-289 16,-8 2 195-16</inkml:trace>
  <inkml:trace contextRef="#ctx0" brushRef="#br0" timeOffset="64759">15623 9283 1105 0,'-4'3'91'0,"0"2"82"15,3-2-107-15,1-3-51 0,0 0-9 16,0 1-8-16,1 0-4 16,10 21 2-16,-8-7-1 15,-3 7-1 1,0 4 2-16,-5 3 2 0,0 0 4 16,0-4 9-16,1-5 11 15,2-7 3-15,2-3 0 16,2-7-9-16,1-4-5 0,7-9-5 15,3-4 8-15,7-4 7 16,4-1-9-16,5 3-6 16,1 0-3-16,1 5 3 15,2 2-3-15,4 7 6 16,-3 3-9-16,1 9-12 16,-4 4-6-16,-9 5-6 15,-4 4 4-15,-12 4 18 16,-5 3 2-16,-10 1 40 15,-6 1 23-15,-12-1 17 16,-5 0 16-16,-5 1 38 16,-3-4 10-16,2-4 32 15,3-5-54-15,-1-9-84 16,1-8-52-16,-2-14-165 16,-1-9-170-16,5-17 175 15</inkml:trace>
  <inkml:trace contextRef="#ctx0" brushRef="#br0" timeOffset="64964.53">15527 9343 2115 0,'35'7'182'0,"8"-3"-16"0,17-12-156 15,7-5-23-15,9-9-95 16,-2-2-93-16,-3 2-104 16,-4-1-15-16,-14 6-60 15,-6 0 244-15</inkml:trace>
  <inkml:trace contextRef="#ctx0" brushRef="#br0" timeOffset="65304.5">16236 9534 2619 0,'2'6'91'0,"3"-3"-10"15,2-3-88-15,5-6-95 16,0-3-98-16,1-4-185 15,-1 0-204-15,-3-1 471 16</inkml:trace>
  <inkml:trace contextRef="#ctx0" brushRef="#br0" timeOffset="65919.48">16752 9333 1541 0,'-19'-3'200'0,"-2"-2"99"16,-1 0-99-16,-2 0-116 15,1 0-51-15,-1-1-26 16,3 1-10-16,0 4 3 16,2 1-5-16,3 7-5 15,1 1 2-15,2 8-9 16,1 0-16-16,2 5-24 15,3 2-2-15,7 0 14 16,5-1 12-16,13-1 27 16,4-1 3-16,10-2-18 15,0-2-24-15,-2 1-53 16,0-1-13-16,-9 2-24 16,-5 2 13-16,-12 3 81 15,-8 1 12-15,-11 3 27 16,-5 1 16-16,-4-4 65 15,3-4 136-15,4-7 72 0,4-4-17 16,6-10-134-16,2-7-40 16,8-16-67-16,3-7-13 15,7-11-14-15,2-5-8 16,5-4-26-16,-1-4-21 16,2-3-56-16,1 1-40 0,2 4-129 15,1 5-18-15,3 10 58 16,-2 4 23-16,0 9 131 15</inkml:trace>
  <inkml:trace contextRef="#ctx0" brushRef="#br0" timeOffset="66622.02">16919 9334 1264 0,'0'0'105'16,"0"0"79"-16,1-1-8 16,19-11-53-16,-3 4-60 15,4 1-34-15,6-1-38 16,2 2-8-16,0 4-16 16,1 1 0-16,-5 4 12 15,-3 3 3-15,-10 6 15 16,-5 1 3-16,-7 6 27 15,-4 2 9-15,-7 4 44 16,-2 0 7-16,-3 2 33 16,-2-2 17-16,2-2-33 15,3-5-9-15,5-4-38 0,2-4-25 16,3-4-48-16,1-1-13 16,4-1-22-16,1-2 0 15,5 1 10-15,0-1 5 16,-2 0 17-16,-2 1-1 15,-5 5-11-15,-2 1-5 0,-7 7 30 16,-4 2 6-16,-5 4 48 16,-4 0 1-16,-4-2 7 15,-2-3 0-15,-4-9-37 16,1-9-58-16,0-21-204 16,0-19 127-16</inkml:trace>
  <inkml:trace contextRef="#ctx0" brushRef="#br0" timeOffset="84702.41">15459 10318 1471 0,'-5'-12'64'0,"6"-6"118"16,10-2-98-16,11-5-78 15,4-1-6-15,5 2 0 16,-1 0-3-16,-1 6-3 15,0 2-3-15,-4 7-3 16,-1 3 0-16,-4 7-18 16,-3 4-6-16,-5 9-32 15,-3 6-18-15,-4 11 43 16,-1 4-9-16,-9 10-33 16,-4 2-12-16,-5 2 8 15,-4 0 17-15,-2-6 92 16,-2-4 42-16,-1-11 29 0,-3-5 2 15,2-13-35-15,-3-4-18 16,1-10-10-16,-1-7 2 16,6-7 18-16,6-2 22 15,7-6-22-15,9 2-17 16,6-1-15-16,3 3-6 16,9 6-6-16,-1 3 0 15,6 11-3-15,2 2-6 0,2 13-3 16,1 5 0-16,3 2-12 15,-3 1-9-15,5-5-18 16,0-3-5-16,-4-9-37 16,1-3 23-16,-3-7 35 15</inkml:trace>
  <inkml:trace contextRef="#ctx0" brushRef="#br0" timeOffset="84969.73">16037 10383 1604 0,'0'0'209'15,"0"0"81"-15,0 0-144 16,10-16-191-16,-1 3-80 16,1-3-153-16,0 1-38 15,-3 4 237-15</inkml:trace>
  <inkml:trace contextRef="#ctx0" brushRef="#br0" timeOffset="86945.83">16606 10233 1191 0,'-7'-5'69'0,"0"-3"65"16,1-4-120-16,-1-1-9 15,0-1-1-15,0 0 4 16,-3 4 21-16,3 1 14 16,-6 4 16-16,1 2 60 0,-7 4-44 15,-3 4-36-15,-2 6-36 16,-3 4-3-16,11 3 0 15,7 1-6-15,17 0 9 16,10 0 3-16,16-3-3 16,3-2 9-16,12-4-12 15,1-2-24-15,6 0-27 16,3 1-20-16,-4 5-48 16,-5 3 69-16,-10 5-16 15,-10 4-2-15,-15-1 14 16,-8 2 11-16,-16-3 45 15,-7-2 23-15,-9-5 39 16,-3-3 12-16,-4-7 23 16,2-3 127-16,0-8 1 15,1-5-26-15,3-10-106 16,-1-1-48-16,5-6-42 16,2-1-5-16,6 1 5 15,2-1 2-15,7 1 11 0,4-1 4 16,7-3-7-16,4 2-11 15,4-2-55 1,0 1-57-16,6 1-113 0,2 1-48 16,5 5 147-16</inkml:trace>
  <inkml:trace contextRef="#ctx0" brushRef="#br0" timeOffset="87581.23">16970 10246 1437 0,'-14'1'93'16,"5"-2"271"-16,3-5-224 15,9-9-173-15,6-3-24 16,7-4-32-16,5 0 11 15,4 4 51-15,4 2 9 0,0 5 24 16,1 3 6-16,-1 3-3 16,-2 4 6-16,-3 6-6 15,-4 3-9-15,-4 6-27 16,-1 3-24-16,-5 2-26 16,-2 1-4-16,-4 2 58 15,-4 0 7-15,-3-3 12 16,1 2 4-16,-7 0 12 15,-1 1 0-15,-3-1 25 16,2 0 26-16,3-3 11 16,1-1-2-16,3-5-27 15,3-1-9-15,7-1-33 16,6 1-3-16,8-2-15 16,-1 1-6-16,6 3-27 15,-9-1-12-15,-10 6-2 16,-4 1-1-16,-19 5 48 0,-8 2 9 15,-14 1 48-15,-6-2 26 16,-5-6 58-16,-1-5 2 16,8-12-86-16,5-9-98 15,16-21 8-15</inkml:trace>
  <inkml:trace contextRef="#ctx0" brushRef="#br0" timeOffset="105978.91">15616 11247 1282 0,'-7'-6'91'0,"1"0"58"16,0-3-25-16,3-2 4 15,3-1-35-15,1-2-13 16,3-3-23-16,4-1-15 16,3-4-9-16,5-1-12 0,5 1-3 15,2 2-3-15,2 4-6 16,0 3 0-16,-2 8-21 16,-5 3-6-16,0 12-51 15,-2 7-18-15,-5 13-11 16,5 8-16-16,-8 5 39 15,-5-2 22-15,-3-2 17 16,-4-5 12-16,-5-6 9 16,-3-2 8-16,-5-5 7 15,0-2 7-15,-7-2 44 16,3-5 23-16,-1-1 46 16,0-3 9-16,6-4-13 15,1-1-23-15,7-2-63 16,8-1-30-16,0 0-36 15,0 0-12-15,0 0 6 16,13-7 3-16,8 7 15 0,6 3 15 16,12 0 9-16,3-3-24 15,8-6-161-15,0-4-136 16,-6-10 232-16</inkml:trace>
  <inkml:trace contextRef="#ctx0" brushRef="#br0" timeOffset="106206.02">16147 11284 2210 0,'-13'7'226'15,"3"0"67"-15,7-13-324 16,5-7-101-16,7-10-200 16,0-5-241-16,9 2 397 15</inkml:trace>
  <inkml:trace contextRef="#ctx0" brushRef="#br0" timeOffset="106847.84">16329 11193 2361 0,'0'0'117'16,"3"-17"63"-16,15-5-217 15,8-6-36-15,13 0 11 16,4 2 17-16,1 9 29 16,-3 6 11-16,-7 11 8 15,-3 6-3-15,-6 12-40 16,-5 7-37-16,-9 10-114 0,-4 5-39 16,-9 7-24-16,-7 1 102 15,-7-6 81-15,-3-2 24 16,-6-12 57-16,-1-4 30 15,1-7 34-15,-1-4 36 16,5-7 99-16,6-3-3 16,2-3-38-16,2-2-43 15,11 0-88-15,1-3-26 16,10 0-26-16,5 1 0 0,6 1-9 16,-1 3 6-16,7 4 9 15,4 3 9-15,2 2-3 16,3 1 0-16,0-4-9 15,-2 2-18-15,-4-1-92 16,-4-1-48-16,-5-1-105 16,2-1 68-16,-4-6-173 15,5-1 210-15</inkml:trace>
  <inkml:trace contextRef="#ctx0" brushRef="#br0" timeOffset="107449.5">16978 11138 1774 0,'-7'-2'161'15,"0"-3"93"-15,8-13-286 16,5-2-19-16,10-5 6 15,3 1 15-15,4 7 60 16,2 1 24-16,-2 8 12 16,-2 1 2-16,-4 5-35 15,-4 3-12-15,-4 5-24 16,-2 4-21-16,-5 6-15 16,-2 1-9-16,-3 7 10 15,-6 2 5-15,-4 4 24 16,-2 0 9-16,-3-3 48 15,1 0 20-15,3-5 19 0,3-4-41 16,7-6-24-16,4-4-29 16,6 0-66-16,6 0-67 15,9 0-31-15,4 3 4 16,5-1 41-16,2 3 34 16,-8 4 41-16,-6 2 31 15,-15 2 20-15,-9 2 0 0,-17 2 29 16,-8 1 43-16,-15-3 23 15,-2-1 4-15,-5-9-63 16,2-6-54-16,11-15-221 16,14-11 169-16</inkml:trace>
  <inkml:trace contextRef="#ctx0" brushRef="#br0" timeOffset="136381.64">18216 10333 1206 0,'3'-13'48'15,"3"1"16"-15,3-4-67 16,-1 1-3-16,-2 1 2 16,-2-1 14-16,-4 1 28 15,-1-1 17-15,-4 1-1 16,-3-1 2-16,-5 2 0 15,-2 2 13-15,-9 5-4 16,-3 1-17-16,-6 5-30 16,-6 5-12-16,-3 2-6 0,2 2-3 15,6 3 3-15,7 0 0 16,9 2 9-16,7 1-6 16,6 1-3-16,2 2-12 15,9 3-45-15,5 2-17 16,7 1-22-16,7 0 56 15,6-1 15-15,2-2-2 16,-1 1-8-16,0-2-17 0,-8 0-30 16,-4-1-11-16,-8 3-5 15,-4 1 1-15,-8 4 26 16,-7 2 35-16,-10-2 116 16,-2-2 36-16,-1-5 35 15,1-7 6-15,4-5-45 16,0-4 48-16,1-4-20 15,0-6-26-15,2-10-43 16,3-6-17-16,4-11-54 16,8-6-18-16,9-7-6 15,6-3 0-15,6 2 3 16,4-1 0-16,2 4-38 16,3 1-19-16,3 3-62 15,1 4-14-15,2 6 115 16</inkml:trace>
  <inkml:trace contextRef="#ctx0" brushRef="#br0" timeOffset="136727.38">18459 10394 2727 0,'0'0'54'16,"0"-1"-27"-16,0-22-234 15,8 3-345-15,10-8 178 16</inkml:trace>
  <inkml:trace contextRef="#ctx0" brushRef="#br0" timeOffset="137228.79">19094 10047 1406 0,'-34'13'71'0,"-8"6"83"15,-4 5 61-15,-3 8-30 16,1 6-27-16,9 8-65 15,6 5-44-15,14 7-49 16,6 0-10-16,14-2-29 16,7-4-15-16,12-15-11 15,4-5 8-15,6-13 24 0,4-5 18 16,8-10 42-16,2-6 9 16,2-14-6-16,-5-6-12 15,-7-7-21-15,-6-2-9 16,-9 3 15-16,-7 4 29 15,-12 5 37-15,-7 2 8 16,-14 8-8-16,-7 3-2 0,-8 12-26 16,-4 6-17-16,0 7-97 15,5 1-90-15,13-1 44 16</inkml:trace>
  <inkml:trace contextRef="#ctx0" brushRef="#br0" timeOffset="158678.32">18312 10908 1233 0,'-35'-1'95'15,"0"-1"232"-15,-3 2-443 16,3 9 50-16,2 7-3 15,-2 8 14-15,-1 15 34 16,-3 5 19-16,2 17 31 16,2 3 8-16,4 8 0 15,5-4-10-15,7-9-17 16,7-6-5-16,12-11 5 16,6-5 4-16,13-8 3 15,4-4 1-15,9-12-13 0,1-7-5 16,6-15-7-16,2-7 1 15,-4-10 4-15,-2-1 2 16,-10-3 2-16,-6 2 4 16,-10 1 9-16,-4 2 40 15,-10 3 31-15,-7 3 22 16,-5 7 24-16,-5 3 5 0,-5 8-17 16,-4 3-25-1,-7 9-68-15,2 4-54 0,2 6-68 16,2 1-40-16,11-1-62 15,4 0-45-15,13-4 161 16</inkml:trace>
  <inkml:trace contextRef="#ctx0" brushRef="#br0" timeOffset="158971.75">18385 11374 2759 0,'-7'0'97'16,"1"-7"3"-16,5-6-176 0,6-19-159 16,7-8-280-16,11-8 201 15</inkml:trace>
  <inkml:trace contextRef="#ctx0" brushRef="#br0" timeOffset="160482.24">18842 10917 1421 0,'0'27'49'16,"0"5"5"-16,4 10-74 16,1 8-11-16,0 8-27 15,-1 10-13-15,-4-3-44 16,-5 0-30-16,0-6 69 16</inkml:trace>
  <inkml:trace contextRef="#ctx0" brushRef="#br0" timeOffset="161369.35">18913 10883 805 0,'-1'-7'77'0,"-1"1"10"16,2 6 38-16,0 0-5 15,0 0-14-15,0 0-9 16,1 21-21-16,-1 2 14 15,1 20 56-15,1 9-2 16,3 13-19-16,1 10-23 0,-1 10-45 16,-2-2-33-1,-3-5-48-15,-3-4-27 0,-2-14-102 16,-1-4-56-16,2-15-96 16,-1-10 219-16</inkml:trace>
  <inkml:trace contextRef="#ctx0" brushRef="#br0" timeOffset="-155751.27">20443 10911 1545 0,'-4'14'166'0,"-2"-1"94"16,-1 4-248-16,3-2-54 16,-4 6-41-16,0 7-1 15,-7 13 33-15,-6 5 27 16,-3 9 33-16,-3 5 9 15,-5-3-3-15,-2-6-3 16,0-7 0-16,0-9-6 16,7-10 0-16,7-3-3 0,6-9-9 15,5-4 3-15,9-9-33 16,0 0 0 0,0 0-5-16,-1-14-4 0,11-1 33 15,3 0 3-15,3 1 9 16,5 0 3-16,3 3 6 15,3 1-3-15,2 3 3 16,0 2 3-16,3 3-12 16,0 2 0-16,1 3-12 15,1 0-30-15,-3 1-33 16,-3-1-19-16,-1-4 45 16</inkml:trace>
  <inkml:trace contextRef="#ctx0" brushRef="#br0" timeOffset="-155528.22">20467 11049 1873 0,'-20'16'209'16,"6"5"45"-16,4 5-205 0,10 13-103 15,5 15-49-15,2 12-37 16,-1 3-1-16,-6 5 16 16,-2-3-1-16,-4 2-52 15,2-4-39-15,-6-15 130 16</inkml:trace>
  <inkml:trace contextRef="#ctx0" brushRef="#br0" timeOffset="-155232.58">20701 11431 2735 0,'0'0'105'0,"0"0"59"0,4-10-283 16,4-3-103-16,6-8 32 15</inkml:trace>
  <inkml:trace contextRef="#ctx0" brushRef="#br0" timeOffset="-154854.06">21025 11010 2198 0,'-4'28'102'0,"4"8"-138"15,2 10-119-15,9 18-72 16,4 5-18 0,0-2 87-16,-1-1 28 0,-9-13-125 15,-6-3 121-15</inkml:trace>
  <inkml:trace contextRef="#ctx0" brushRef="#br0" timeOffset="-154422.65">21243 11306 2184 0,'4'-30'89'0,"5"-4"0"15,11-14-342-15,5 2-58 16,8 4 58-16,2 4 178 16,0 14 71-16,-2 7 35 15,-1 9 79-15,-2 5 93 16,-7 9-48-16,-5 4-50 15,-7 11-129-15,-5 6-33 0,-10 9-38 16,-6 5 2-16,-14 14 39 16,-6-1 9-16,-2-1 42 15,1-3 24-15,8-13 93 16,2-8 47-16,8-10 72 16,3-6-59-16,9-7-94 15,2-3-36-15,15-5-76 16,12-4-31-16,27-5-52 15,10-1-101-15,25-2-125 16,9-1-177-16,22-6 378 16</inkml:trace>
  <inkml:trace contextRef="#ctx0" brushRef="#br0" timeOffset="-119018.7">15822 10876 933 0,'-15'-8'137'15,"-3"-1"104"-15,-1 1-175 0,-6-1-76 16,0 1-11-16,-8 4-16 16,1 0 6-16,-7 4 9 15,0 3 13-15,-6 6 11 16,2 3 2-16,1 8-4 15,5 6-4-15,7 15-4 16,4 7-2-16,4 21-3 16,1 2 3-16,7 12 6 15,2 0 2-15,9-3 4 16,3 0 2-16,14-10 29 16,6-3 8-16,23-9 11 15,14-4 0-15,21-9-23 16,9-7-5-16,11-8-17 15,0-7-1-15,4-11-6 16,7-5 4-16,6-10 6 0,3-5 3 16,9-8 7-16,-3-4-3 15,4-8-3-15,0-5-7 16,-5-5-5-16,2-1 0 16,-12-2-4-16,-9-1 2 15,-15 1 0-15,-9 2 0 16,-13 2 29-16,-9 0 49 0,-15 1 56 15,-8-3 16-15,-17-10-40 16,-7-3-38-16,-17-11-54 16,-11-3-15-16,-15-1 15 15,-8-2 6-15,-13 5 2 16,-3 5-11-16,-11 9-15 16,-5 7-9-16,-12 9-9 15,-10 4 1-15,-15 9-4 16,-9 4 0-16,-9 8 3 15,-5 5-6-15,-12 10-27 16,0 7-30-16,-9 10-65 16,-3 4-45-16,12 8-88 15,5 2 193-15</inkml:trace>
  <inkml:trace contextRef="#ctx0" brushRef="#br0" timeOffset="-104384.72">15683 12374 1520 0,'48'-30'19'0,"2"-1"-5"0,2-1-8 0,-2 0-6 16,-4 2 3-16,-2 3 0 15,-5 4-3-15,-1 1 0 16,-4 3 3-16,-1 0-3 16,-2 2 3-16,-4 2-3 0,-4 2-45 15,-2 2-8 1,-8 3-71-16,-1 2-67 0,-12 6 107 16</inkml:trace>
  <inkml:trace contextRef="#ctx0" brushRef="#br0" timeOffset="-103789.34">15673 12161 1309 0,'52'-25'17'0,"7"-2"1"16,-1 0-3-16,-2 3-1 15,-1 1 1-15,-8 5-9 16,-3 0 2-16,-5 5-2 16,-3 2-5-16,-6 4 3 15,-4 3-4-15,-6 3 2 16,-2 3-2-16,-8 4 0 16,0 2-7-16,-9 3 5 15,-3 1-2-15,-6 5 2 0,-4 1 4 16,-6 6 2-16,-2 4 1 15,0 11 7-15,0 6-2 16,0 13-4-16,1 9-6 16,-2 12-61-16,4 5-103 15,1-3 96-15</inkml:trace>
  <inkml:trace contextRef="#ctx0" brushRef="#br0" timeOffset="-99213.79">6814 8017 632 0,'6'-13'46'15</inkml:trace>
  <inkml:trace contextRef="#ctx0" brushRef="#br0" timeOffset="-99172.55">6843 7823 709 0,'-23'-24'-2'16,"-12"3"-146"-16,-10 2-42 16,-16 4 93-16</inkml:trace>
  <inkml:trace contextRef="#ctx0" brushRef="#br0" timeOffset="-98607.39">6041 7747 484 0,'-116'43'57'0,"2"5"52"16,-3 7-13-16,6 13-1 15,1 5 17-15,12 14 21 16,9 2-11-16,22 8 6 16,13 5-8-16,24 6-43 15,14 9 33-15,23 27-66 16,13 7-29-16,29 27-12 16,12 6-6-16,26 9 3 15,16 2-3-15,21-11-6 16,11-1 3-16,19-16-5 15,3-9-10-15,15-16-24 0,11-12-12 16,21-23 27-16,-2-8 7 16,11-12 7-16,-7-5 8 15,-15-16 20-15,1-14 11 16,-28-29 25-16,-9-15 60 16,-26-27-4-16,-13-13-17 15,-25-21-21-15,-11-13-7 16,-22-21 19-16,-13-11 9 0,-20-33 17 15,-12-17-7-15,-25-32-39 16,-10-14-8-16,-18-26-26 16,-7-5-11-16,-5-3-12 15,-1-5-11-15,-7 13-10 16,-2 8-5-16,-14 10-21 16,-11 12-12-16,-28 14-77 15,-17 9-38-15,-29 20-27 16,-18 14 18-16,-19 38 71 15,-8 22 72-15,-11 51 25 16,-7 24 10-16,-8 43 10 16,2 22 2-16,4 29-2 15,14 11 1-15,25 21 11 16,14 2 3-16,31 8 21 16,16 2-6-16,27-9-114 0,17 4-13 15,29 2 49-15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31 7170,'26'-30'7065,"-29"32"-5671,-137 173 1384,-28 31-2361,72-116-397,82-79-450,0 0 0,-1-1 0,0-1 0,0 0 0,-21 8-1,10-10-1677,25-7 2001,0-1 0,-1 1-1,1 0 1,0 0 0,0-1 0,0 1-1,-1-1 1,1 1 0,0-1 0,0 1-1,-2-2 1,3 2 98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13147,'29'-8'-1000,"5"7"784,1 4 168,6 16 376,-2 7 440,-1 7 256,-3 5-232,-4 2-456,-3 0-120,3 0-192,-1-3 0,-4-10 40,0-5-16,-5-12-208,-3-3-416,-4-7-2577,1-1 2553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7338,'0'0'1832,"0"1"-672,5 26 24,-2-7 17,2 14 375,2 6-384,-1 9-592,4 4-239,3 4-746,-2-2-663,3-6 592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 0 11218,'-30'39'368,"1"2"57,5 4-353,-3 3 8,0 10-32,-3 6-16,-11 6-8,0 5 8,-1-4 0,0-6-16,7-13-80,1-10-136,3-20-1521,0-11 1161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12475,'37'52'952,"3"1"-208,4 10-720,6-4-216,-5-3-336,-3-1-16,-4-5 88,-9-2 280,2-9 40,-8-5-64,0-7-249,-2-4-191,-4-5-848,1-1-1241,-4-5 1401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91 10794,'0'0'399,"-1"1"73,0-10 123,1 4-454,1 0 0,1 0 0,-1 0 0,1 0 0,-1 0 0,1 0 0,1 1 0,-1-1 0,4-4 1,-5 7-93,1 0 0,-1 0 1,1 0-1,-1 0 0,1 0 1,0 0-1,0 0 0,0 1 1,0-1-1,0 1 1,0-1-1,0 1 0,1 0 1,-1 0-1,0 0 0,1 0 1,-1 1-1,1-1 0,-1 0 1,1 1-1,-1 0 0,1 0 1,3 0-1,-4 0-36,1 0 1,-1 1-1,0 0 0,0-1 0,1 1 0,-1 0 0,0 0 1,0 0-1,0 0 0,0 1 0,0-1 0,0 1 0,0-1 1,-1 1-1,1-1 0,-1 1 0,1 0 0,-1 0 0,1 0 1,-1 0-1,0 0 0,0 0 0,0 0 0,0 0 0,0 1 1,-1-1-1,2 3 0,-1 2-19,0 0 0,0 0 0,0 0 0,-1 0 0,0 0-1,0 0 1,-2 13 0,-3-2-38,0 0-1,0-1 1,-2 0-1,0 0 1,-1-1-1,-1 0 1,-18 27-1,12-24 351,0 0 0,-1-1 0,0-1 0,-2 0-1,-29 20 1,42-33 31,3-2-163,1-1 1,-1 1-1,0-1 1,1 0-1,-1 0 1,0 0-1,0 0 1,0 0-1,0 0 0,0-1 1,0 1-1,-2 0 1,4-5 108,1 0-257,1-1 1,-1 0 0,1 1 0,0-1 0,0 1 0,1 0 0,-1 0 0,1 0 0,0 0 0,0 0 0,0 0 0,0 1-1,1-1 1,0 1 0,0 0 0,5-3 0,-2 1-27,-1 1 0,1 0 0,0 0 0,1 1-1,-1 0 1,0 0 0,1 1 0,0 0 0,14-2 0,-2 4-155,1 1 0,-1 1 1,28 5-1,26 3-1824,-15-7 830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1 1624,'0'0'4407,"-3"3"-3617,-41 46 887,-60 86 0,77-98-1602,20-28-72,4-3 0,0-1 1,-1 0-1,0 0 1,0 0-1,0-1 1,-1 1-1,0-1 1,0 0-1,0 0 1,-9 5 0,13-9-66,0 0 0,0 0 1,0 0-1,0 0 1,0 0-1,0 0 0,0 0 1,-1 0-1,1-1 1,0 1-1,0 0 0,0-1 1,0 1-1,0-1 1,0 1-1,0-1 0,0 1 1,0-1-1,1 0 1,-1 1-1,0-1 0,0 0 1,0 0-1,1 1 1,-1-1-1,0-2 1,-7-9-758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9962,'0'9'94,"0"1"-1,1-1 1,0 0 0,0 1-1,1-1 1,1 0 0,0 0-1,0 0 1,0-1-1,1 1 1,1-1 0,-1 1-1,11 12 1,-3-4-88,2-1-1,-1 0 1,2-1-1,0-1 1,19 14-1,-30-25 19,0-1 0,0 0 0,0 0 0,0 0 0,1 0 0,-1 0 0,9 1 0,-11-3-224,-1 1 0,1-1 0,0 0 0,0 0 0,-1 1-1,1-1 1,0 0 0,0-1 0,-1 1 0,1 0 0,0 0-1,-1-1 1,1 1 0,0-1 0,-1 0 0,1 1 0,0-1 0,-1 0-1,1 0 1,-1 0 0,0 0 0,2-1 0,1-9-1310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0 8970,'-7'14'367,"1"0"1,0 1-1,1 0 0,1 0 0,0 0 1,-1 16-1,3-18-380,0 0-1,-1 0 1,-1 0 0,0-1-1,-1 1 1,0-1 0,0 0-1,-13 20 1,16-30 13,1 0 0,-1 0-1,0 1 1,0-1 0,0 0 0,0 0 0,0-1-1,0 1 1,0 0 0,-1-1 0,1 1 0,-1-1-1,1 0 1,-1 0 0,1 0 0,-1 0 0,0 0-1,1-1 1,-1 1 0,0-1 0,0 0-1,1 0 1,-1 0 0,-3 0 0,3-1-113,0 0 0,0 0 0,0 0 0,0-1 0,0 0 0,0 1 0,0-1 0,1 0 0,-1 0 0,1 0 0,-1-1 0,1 1-1,0 0 1,0-1 0,0 0 0,0 1 0,0-1 0,1 0 0,-3-5 0,-4-9-1059,-10-37-1,15 46 1780,2-1 0,-1 1 0,0-17 0,18 40 703,-1 1-894,1-1 1,20 15 0,-28-25-378,0 1 1,1-1 0,0 0 0,0-1-1,0 0 1,20 5 0,-12-5-4,-1-1 0,1 0 0,0-2 0,0 0-1,0 0 1,0-2 0,23-3 0,-31 3-145,0-1 0,0 0 0,-1-1 0,1 0 0,0 0 0,-1-1 0,0 0 0,0-1 0,0 1 0,-1-2 0,1 1-1,-1-1 1,-1 0 0,1 0 0,7-10 0,-3-1-1780,-4 0 474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1 8970,'-27'13'168,"0"0"1,2 2-1,0 1 0,0 2 1,2 0-1,0 1 1,-24 27-1,44-43-159,-1 0 0,1 0-1,0 0 1,-1 0 0,1-1 0,-9 4 0,12-5-11,-1-1 1,0 0-1,0 0 1,0 0 0,0 0-1,0 0 1,0 0-1,0 0 1,0 0-1,0 0 1,0 0 0,0 0-1,0 0 1,1-1-1,-1 1 1,0 0 0,0-1-1,0 1 1,0-1-1,1 1 1,-1-1-1,0 1 1,0-1 0,1 0-1,-1 1 1,0-1-1,1 0 1,-1 0 0,1 1-1,-1-1 1,1 0-1,-1 0 1,1 0-1,0 0 1,-1 1 0,1-3-1,-7-13-619,2-1 0,0 0-1,1 0 1,1 0 0,1-1-1,0 1 1,1-28 2239,3 47-1381,0 0 0,0 0 0,0 1 0,-1-1-1,1 0 1,-1 1 0,1-1 0,0 5 0,0-4 41,2 3-186,0-1 1,0 1-1,0-1 0,1 0 1,0 0-1,0 0 1,0 0-1,0-1 1,1 0-1,0 0 0,0-1 1,0 1-1,0-1 1,1 0-1,-1-1 1,1 0-1,13 3 0,0-2-87,1 0 0,0-2 0,-1 0 0,39-4 0,-47 1-168,1 1 0,-1-2 1,1 0-1,-1 0 0,0-1 0,0 0 0,12-7 0,-6-2-265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0 10674,'-35'12'344,"2"2"192,1 3-520,1 2 32,-1 0-32,1-1 0,7-3 0,4-2-16,2-1 0,1-3-32,3-5-200,-2 0-144,3-8-736,-1-3-608,2-7 768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26 6153,'7'4'985,"3"2"647,4 5-720,6 6-464,-1 1-168,5 3-200,0-1-64,10-4 8,4-4 8,8-7-32,0-5 16,-5-11-48,-1-3-104,-6-11-1400,-1-2 1000</inkml:trace>
  <inkml:trace contextRef="#ctx0" brushRef="#br0" timeOffset="1">321 0 11835,'-44'27'296,"6"-1"-216,3 0-224,8-1-208,0-3-177,3-5-479,-2-3-112,5-9-72,1-3 79,2-6 601,1-5-72,4-4-1272,2-6 1376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9354,'19'18'464,"4"6"312,5 4-576,5 3-72,-7-1-128,0-3-64,-7-7-40,-3-5-24,-7-11 8,0-4-56,0-13 144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80 212 10442,'-2'-4'56,"1"0"-1,-1 0 0,1 0 1,0 0-1,1 0 0,-1 1 0,1-1 1,0 0-1,0-1 0,0 1 1,0 0-1,1 0 0,-1 1 1,1-1-1,0 0 0,0 0 1,1 0-1,-1 0 0,1 1 1,3-7-1,2-2-47,0 1-1,1-1 1,0 2 0,18-20-1,-19 24 32,0-1 0,0 1 0,0 1 0,1-1 0,11-5 0,-17 10-33,-1 0 0,1 0 0,0 0 0,0 0-1,0 1 1,0-1 0,0 0 0,0 1-1,0 0 1,0-1 0,0 1 0,0 0 0,0 0-1,0 0 1,0 0 0,0 1 0,0-1-1,0 0 1,0 1 0,0 0 0,-1-1-1,1 1 1,0 0 0,0 0 0,0 0 0,-1 0-1,1 0 1,0 0 0,-1 0 0,1 1-1,2 2 1,1 4 2,-1 0-1,1 0 1,-1 1 0,-1-1-1,1 1 1,-2 0-1,1 0 1,-1 0-1,0 0 1,-1 1 0,0-1-1,-1 0 1,0 0-1,0 1 1,-1-1-1,-4 18 1,1-8 1,0 0-1,-2 0 1,0-1 0,-1 0 0,-1 0-1,-1-1 1,-14 22 0,12-23 25,0-1 0,-27 27-1,32-37 62,0 1-1,-1-1 1,1 0-1,-1-1 0,0 0 1,0 0-1,0 0 1,-1-1-1,-10 4 1,16-7-32,0 1 0,-1-1 0,1 0 1,0 1-1,0-1 0,0 0 0,-1 0 1,1-1-1,0 1 0,0 0 0,0-1 1,-1 1-1,1-1 0,0 0 0,0 0 1,0 0-1,0 0 0,-3-2 0,2 0-15,0 1 1,0-1-1,1 0 0,-1 1 0,1-2 0,0 1 0,-1 0 0,1 0 0,1-1 0,-3-4 0,2 3-22,0 1 0,0-1 0,1 1-1,0-1 1,0 0 0,0 0 0,1 0 0,-1 1-1,1-1 1,0 0 0,1 0 0,-1 0 0,1 0-1,0 0 1,0 1 0,0-1 0,4-7 0,-3 8-6,1 0 0,-1 0 1,1 1-1,0-1 0,0 1 1,0 0-1,0 0 0,1 0 1,-1 0-1,1 1 0,0-1 0,0 1 1,0 0-1,0 0 0,0 0 1,6-1-1,-3 2-15,-1 0-1,1 0 1,-1 1-1,1 0 1,-1 0 0,1 0-1,-1 1 1,0 0-1,1 0 1,7 3-1,10 6-33,0 0 0,0 1-1,-1 2 1,30 21 0,-46-29 30,15 10-78,26 16-490,-45-29 392,1-1 1,-1 1-1,1-1 0,0 0 0,-1 0 0,1 0 0,0 0 1,0-1-1,0 1 0,0-1 0,7-1 0,17-7-503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338 0 5625,'0'0'2077,"-6"9"-378,-53 84 40,-60 88-830,116-176-941,-9 11 126,-1 0 1,-19 18 0,29-30-212,-1-1 0,1 0 0,-1 0 0,0-1 0,0 1 0,0-1 0,0 1 0,0-1 0,0-1 1,-1 1-1,1 0 0,-1-1 0,1 0 0,-1 0 0,1-1 0,-6 1 0,0-5-2136,2-4 674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8210,'0'0'1653,"8"5"-428,13 27 507,33 67 1,-37-65-1707,0 4-24,4 6 32,-16-37-82,-2-7-1633,-1-1 1395,11-11-231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3201,'0'0'6464,"-1"6"-5827,-2 6-439,0 0 1,1 1-1,1-1 0,0 0 0,1 0 0,1 20 1,0-26-152,0 0 0,1 0 0,-1 0 0,1-1 0,0 1 0,0-1 0,1 1 1,-1-1-1,1 0 0,0 0 0,1 0 0,-1 0 0,1-1 0,0 1 0,0-1 1,8 6-1,-4-4-6,-2-1-21,1 0 0,0-1-1,0 0 1,0 0 0,1 0 0,9 3 0,-16-7-195,3-2-1979,0-7 1262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11250,'6'-2'554,"21"-9"-451,47-14 19,-66 23-103,0 0-1,0 1 0,1 0 1,-1 0-1,0 1 0,0 0 1,13 2-1,-11 0 5,30 5 129,49 14 0,-87-20-1992,-13-5-699,-26-13 1168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2881,'0'0'4389,"10"0"-1738,64 15-1538,-40-8-572,45 5 0,-76-12-529,1 0 0,-1 0 0,0 0 0,0 0 0,0 0 1,0-1-1,0 0 0,0 1 0,0-1 0,0 0 0,0-1 0,0 1 0,-1 0 0,1-1 0,4-3 1,-6 4-92,0 0 1,0 0-1,0-1 1,0 1 0,0 0-1,0-1 1,-1 1 0,1-1-1,0 1 1,-1-1 0,1 1-1,-1-1 1,0 0 0,1 1-1,-1-1 1,0 0 0,0 1-1,0-1 1,0 0 0,0 1-1,0-1 1,-1 0 0,1 1-1,0-1 1,-1 1 0,1-1-1,-1 1 1,0-1-1,0 1 1,0-2 0,-5-9-1777,-1-2 598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1 10738,'-12'13'400,"6"7"80,-3 1-247,4 9-89,-4 1-40,-4 1-56,1 1-16,-2-3 16,3-3-8,0-8-24,-4-3 0,-2-7 0,-2-5-64,0-3-1113,-6-2 849</inkml:trace>
  <inkml:trace contextRef="#ctx0" brushRef="#br0" timeOffset="1">0 145 10298,'17'11'592,"5"0"369,6 0-465,9 0-8,3-4-80,-5-1-248,-1-1-88,-12-4 24,-6 0-24,-3 2 0,-12-3-568,0 0-456,2 0-2025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1 11290,'-2'0'481,"1"0"463,0 1-944,-34 23-240,22-7-56,-1 4 48,-6 5 64,-3 1 71,-3 3 113,-1 0 16,2-8 0,4 0-64,0-9-1984,-2-5 1480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9802,'13'11'904,"13"6"1465,5-2-1129,20 3-952,-1-2-48,1-4-432,-7-3-288,-12 1-544,-3-2 120,-14-4 311,1-2-863,-3-4 976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1 4729,'0'0'3966,"-8"7"-1944,1 7-1806,0 0 0,1 0 1,0 0-1,1 1 0,-6 28 1,-31 93 362,-6 21 406,45-143-980,2-8-170,0 0 1,0 0-1,-1 0 0,0 0 0,-5 10 0,0-12-163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9 2649,'-13'-3'793,"0"1"0,-17-2 0,25 4-243,1 1-108,-3 5-247,-8 3-130,-41 29 1083,51-34-959,-1 1 1,0 0-1,1 0 0,0 1 0,1-1 0,-1 1 1,-5 10-1,-1 9-60,2 0 0,1 0 1,1 1-1,-6 41 0,1-7-99,-3 7 2,-1-5 297,3 1 0,-7 110 0,19-167-283,2-1-1,-1 1 1,0-1-1,1 1 1,0-1 0,0 0-1,1 1 1,-1-1 0,1 0-1,0 0 1,1 0-1,-1 0 1,1 0 0,5 6-1,-6-9-32,1 1 0,0-1 0,0 1 1,-1-1-1,1 0 0,0 0 0,1 0 0,-1-1 0,0 1 0,1-1 0,-1 1 0,0-1 0,1 0 0,0-1 0,-1 1 0,1-1 0,-1 1 0,1-1 0,0 0 0,-1 0 0,1-1 0,6 0 0,-1-2 39,-1 1-1,1-1 1,0-1-1,-1 1 0,0-2 1,0 1-1,0-1 1,0 0-1,-1-1 1,0 1-1,0-2 1,9-9-1,7-10 256,37-55-1,-39 49-194,33-65 0,-48 84-57,0-1-1,-2 0 1,1 0 0,-2 0-1,0-1 1,0 1 0,-2-1-1,1-17 1,-3 5 91,-1 0 1,-2 1-1,-12-50 0,11 59-134,0 1 0,-2 0 0,0 0 0,0 1-1,-1 0 1,-21-28 0,26 39-24,1 1 0,-1 0 0,0 0 0,0 0-1,0 0 1,-1 0 0,1 1 0,-1 0 0,1-1 0,-1 1 0,0 1-1,0-1 1,-4-1 0,5 2-44,-1 1 1,1 0-1,0-1 0,-1 1 1,1 1-1,-1-1 0,1 0 1,0 1-1,-1 0 0,1-1 1,0 1-1,0 1 0,-1-1 1,1 0-1,0 1 0,-4 2 1,-45 30-2266,20-17 1569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0 1960,'0'0'3132,"-1"3"-2532,-4 10 32,-1-1-1,0 0 1,-1-1 0,0 1-1,-1-1 1,0 0-1,-12 11 1,-23 32 659,29-32-690,-12 19-73,-2-2-1,-2-1 1,-34 35-1,63-71-544,-1-1 1,1 1-1,-1-1 0,0 0 0,0 1 0,1-1 0,-1 0 1,0 0-1,0 0 0,0-1 0,0 1 0,0 0 0,-4 0 1,5-1-41,0 0 0,0-1 0,0 1 0,0 0 1,0 0-1,0-1 0,0 1 0,0 0 1,0-1-1,1 1 0,-1-1 0,0 0 0,0 1 1,0-1-1,1 0 0,-1 1 0,0-1 0,1 0 1,-1 0-1,1 1 0,-1-1 0,1 0 0,-1 0 1,1 0-1,-1 0 0,1 0 0,0 0 0,0 0 1,-1 1-1,1-1 0,0 0 0,0-2 0,-3-43-2674,4 20 1859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7154,'1'5'3020,"12"30"-1774,0-1 0,3 0 0,30 49 0,-15-27-1109,29 52 47,39 76 504,-92-172-556,-3-7-1051,-2-32-4411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0 11202,'-1'3'102,"0"0"-1,0 1 1,0-1-1,1 0 0,0 0 1,-1 1-1,1-1 1,0 0-1,1 1 0,-1-1 1,1 0-1,-1 0 1,1 1-1,0-1 0,0 0 1,0 0-1,0 0 1,1 0-1,2 4 0,4 5 78,1 0-1,0 0 1,13 12-1,2 2 13,-24-26-187,16 19 69,16 27 1,-29-41-62,0 0-1,0 0 1,-1 0 0,0 0 0,0 0 0,0 0-1,0 0 1,-1 1 0,0-1 0,0 1 0,-1-1-1,1 7 1,-1-11-46,0 0-1,-1 0 1,1-1-1,0 1 1,0 0 0,0-1-1,-1 1 1,1 0-1,0-1 1,-1 1 0,1 0-1,0-1 1,-1 1-1,1 0 1,-1-1 0,1 1-1,-1-1 1,1 1-1,-1-1 1,0 0 0,1 1-1,-1-1 1,1 1-1,-1-1 1,0 0 0,1 0-1,-1 1 1,0-1-1,0 0 1,1 0 0,-1 0-1,0 0 1,1 0-1,-1 0 1,0 0-1,0 0 1,1 0 0,-1 0-1,0 0 1,1 0-1,-1 0 1,0-1 0,0 1-1,1 0 1,-1 0-1,0-1 1,0 0 0,-7-2-877,1 0 0,0-1 0,-10-6 0,10 5-229,-15-7-623</inkml:trace>
  <inkml:trace contextRef="#ctx0" brushRef="#br0" timeOffset="1">1 174 9650,'1'0'776,"24"9"761,4-2-1001,4-1 280,13-3-488,6-2-88,5-4 48,4-2-72,2-3 120,-5 1 48,-9-1-96,-6-1 16,-12-3-184,-4 0-192,-7-1-664,-2-1-440,-14-1-2633,-5-4 2769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3 3361,'-18'-2'424,"2"2"704,5 0-368,0 2-232,1 7 0,-6 3 185,2 6 215,-4 7 120,-1-3 24,0 0-176,1-3-215,0-4-401,0-1 40,1-6-584,-2-3-72,2-5-1089,0-3 865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9 8538,'9'15'1296,"9"5"2161,8 6-1425,13 2-1320,5-4-255,4-3-289,-2-4-168,-8-4-481,-6-3-119,-12-5-160</inkml:trace>
  <inkml:trace contextRef="#ctx0" brushRef="#br0" timeOffset="1">403 0 13147,'-39'18'1000,"2"-1"200,6 7-1584,0-1-720,-6 0-1233,0 1 137,-1-4-825,2 0 169,5-3 1760,-1-2 663,4-3 185,2-4 192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8658,'15'9'1176,"6"4"2585,8 1-2585,6 3-464,4-3-448,2-1-168,3-5-312,-1-2-64,-4-3-200,-5 0-72,-15-2-144,2 0-160,-11-1-176,-1 0-865,8-5 1217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194 102 8938,'0'-4'187,"1"-1"-1,-1 1 1,1 0 0,0-1 0,0 1-1,0 0 1,0 0 0,1 0 0,0 0-1,0 0 1,0 0 0,0 1 0,1-1-1,-1 1 1,1-1 0,0 1 0,0 0-1,0 0 1,0 0 0,1 1 0,-1-1-1,1 1 1,0 0 0,-1 0-1,1 0 1,0 0 0,0 0 0,0 1-1,7-1 1,-6 0-141,1 1 1,-1 0-1,1 0 0,0 1 0,-1 0 1,1 0-1,0 0 0,-1 0 0,1 1 0,0 0 1,-1 1-1,1-1 0,-1 1 0,1 0 1,-1 0-1,0 0 0,0 1 0,0 0 0,0 0 1,-1 0-1,1 1 0,4 4 0,-6-5-71,-1-1 0,1 1 0,-1 0 0,0 1 0,0-1 0,0 0 0,0 1 0,-1-1 0,1 1 0,-1-1 0,0 1 0,0-1 0,0 1 0,-1 0 0,1 0 0,-1 0 0,0 4 0,-1-3 45,0 0-1,0 1 1,0-1 0,-1 0-1,0 0 1,0 1-1,0-1 1,0-1-1,-1 1 1,-5 7-1,-6 5 179,-1-1-1,0 0 1,-2-1-1,-27 20 0,-66 50 808,108-84-925,3 0-58,0 0 0,0 0 0,0 0 0,-1 0 0,1 0 0,0-1 0,0 1 0,0 0 0,0-1 0,1 1 0,-1-1 0,0 1 0,0-1 0,0 1 0,2-1 0,-3 1-6,13 2 159,-1 0 0,1-1-1,0-1 1,15 1 0,30 3 120,-49-3-310,0 0-1,1 1 1,-1 0-1,0 1 1,0 0-1,-1 0 0,1 1 1,-1 0-1,0 0 1,9 8-1,-15-11 15,1 0 0,-1 0 0,0 1 0,0-1-1,-1 0 1,1 1 0,0 0 0,-1-1 0,0 1 0,1 0 0,-1 0-1,0-1 1,-1 1 0,1 0 0,0 0 0,-1 0 0,1 0 0,-1 0-1,0 0 1,0 0 0,-1 0 0,1 0 0,0 0 0,-1 0 0,0 0-1,0 0 1,0 0 0,0 0 0,0 0 0,0-1 0,-1 1 0,1 0 0,-1-1-1,0 1 1,0-1 0,-2 3 0,-8 9 149,-1-1 0,-1 0 1,0 0-1,-1-2 0,0 0 0,0 0 0,-1-1 0,-17 7 1,6-5-19,0 0 0,0-2 1,-1-1-1,-41 7 1,58-14-212,1-1 0,-1 0 0,0 0 0,-12-2 0,21 1-38,-1 0 1,0 0 0,1-1-1,-1 1 1,1-1 0,-1 1 0,1-1-1,-1 0 1,1 0 0,-1 0-1,1 0 1,0-1 0,0 1-1,-1-1 1,1 1 0,0-1 0,0 0-1,1 0 1,-1 0 0,0 0-1,1 0 1,-3-3 0,3 0-92,-1-1 0,1 1 0,1 0 1,-1 0-1,1-1 0,0-9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0 2529,'0'0'1880,"-1"5"2,-4 8-1477,0-1 1,-1 1-1,0-1 0,-1-1 1,0 0-1,0 0 1,-13 13-1,-7 12 112,-19 36 256,-29 40-36,65-99-653,-1 0 0,-1 0-1,0-1 1,-1-1 0,-24 17 0,36-27-96,0-1 0,1 1 0,-1-1 0,0 1 0,0-1 0,0 0 0,1 1 0,-1-1 0,0 0 1,0 0-1,0 0 0,0 1 0,0-1 0,0 0 0,0 0 0,1 0 0,-1-1 0,0 1 0,0 0 0,0 0 0,0 0 0,0-1 0,0 1 0,1 0 0,-1-1 0,0 1 1,0-1-1,0 1 0,1-1 0,-1 1 0,0-2 0,-1 0-114,0 0 0,0 0 0,0 0 1,1-1-1,-1 1 0,1-1 0,0 1 0,0-1 0,-2-4 1,-3-13-385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10858,'0'4'205,"2"0"0,-1 0-1,0 0 1,1 0 0,0 0-1,0-1 1,0 1 0,0-1-1,5 7 1,0 0-63,37 60 66,-4 3 0,33 81 0,-68-138-182,-3-11-17,0 0-1,1 1 1,-1-1-1,1 0 1,0 0-1,0 0 1,0-1-1,1 1 1,-1-1-1,5 4 1,-6-6-121,-4-5-1911,-5-11 1537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0 11338,'-22'77'621,"13"-43"-542,-1-1 0,-19 40 0,25-63-70,-1-1-1,0 0 1,-1 0 0,0 0 0,-1-1 0,1 0-1,-2 0 1,1-1 0,-1 0 0,0 0 0,-16 10-1,21-15-41,1 0-1,-1-1 1,0 1-1,0-1 1,0 0-1,0 0 1,0 0-1,0 0 1,0 0-1,0-1 1,-1 1-1,1-1 1,0 0-1,0 0 1,0 0-1,-1 0 1,1-1-1,0 1 1,0-1-1,0 0 1,0 0-1,0 0 1,0 0-1,0 0 1,0-1-1,0 1 1,1-1-1,-1 0 1,1 0-1,-1 0 1,1 0-1,-1 0 1,1-1-1,0 1 1,0-1-1,-2-3 1,-2-4-268,0-1 0,1 1 0,0-1 0,0 0 0,2 0 0,-1 0 1,1-1-1,-2-18 0,5 23 269,-1 0 0,1-1 1,1 1-1,-1 0 0,1 0 0,0 0 1,1 0-1,0 0 0,0 0 1,0 0-1,1 0 0,0 1 0,1 0 1,-1-1-1,1 1 0,5-6 1,-7 9 118,1 0 0,-1 1 0,1-1 0,0 0 0,0 1 0,0 0 0,1-1 0,-1 1 0,1 0 0,-1 1 0,1-1 0,-1 1 0,1-1 0,0 1 0,0 0 0,0 1 0,-1-1 0,1 1 0,0-1 0,0 1 0,0 0 0,0 1 0,0-1 0,0 1 0,0-1 0,0 1 0,-1 0 0,1 1 0,0-1 0,5 3 0,1 2 105,0 0 0,0 0 0,-1 1 1,0 0-1,0 0 0,10 11 1,42 56 171,-43-51-319,36 39 0,-50-59-40,-1 0 1,1 0-1,0 0 0,0 0 0,0-1 1,5 3-1,-8-5-13,0 1-1,0-1 1,0 0 0,0 1-1,0-1 1,0 0 0,0 0-1,0 0 1,0 0 0,0 0-1,1 0 1,-1 0 0,0 0-1,0 0 1,0 0 0,0 0-1,0-1 1,0 1 0,0-1-1,0 1 1,0 0 0,0-1-1,0 0 1,0 1 0,0-1-1,0 0 1,0 1 0,-1-1-1,1 0 1,1-1 0,6-13-120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1 10610,'-20'14'680,"-1"5"1817,4 6-2737,0 5-280,-2 0-240,-2-5 376,0-2 87,3-9 81,1-9 184,3-4 48,-4-6 0,-3-3-312,-1-6 208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8722,'22'21'864,"4"1"816,9 1-935,9-9-473,3-1 88,1-9-120,0-2-120,-12-1-480,-5-5-40,-14-4 152,-5-1 16,-11-6-129,-6-4-535,-5-1 552</inkml:trace>
  <inkml:trace contextRef="#ctx0" brushRef="#br0" timeOffset="1">239 31 12347,'-9'-7'320,"1"-1"-296,1 1-1065,0 1-807,-8 3 1120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122 102 1624,'-4'0'-94,"-8"2"330,-1-1 1,0-1-1,-24-2 1,34 2-195,1-1 1,-1 1-1,0-1 0,1 0 1,-1 0-1,1 0 0,-1 0 1,1 0-1,0-1 0,-5-2 1,6 3-79,0-1 0,0 1 0,0 0 0,0 0 0,0-1 0,1 1 0,-1 0 0,0-1 0,1 1 0,-1-1 0,1 1 1,-1-1-1,1 1 0,0-1 0,-1 1 0,1-1 0,0 1 0,0-1 0,0 1 0,1-3 0,-1 3 28,0 1 0,0 0-1,0 0 1,1-1 0,-1 1 0,0 0 0,0-1-1,0 1 1,1 0 0,-1 0 0,0-1-1,0 1 1,1 0 0,-1 0 0,0 0-1,0-1 1,1 1 0,-1 0 0,0 0 0,1 0-1,-1 0 1,0 0 0,1 0 0,-1 0-1,0 0 1,1 0 0,-1 0 0,0 0-1,1 0 1,-1 0 0,0 0 0,1 0 0,-1 0-1,0 0 1,1 0 0,-1 0 0,0 0-1,1 0 1,-1 1 0,0-1 0,0 0 0,1 0-1,-1 1 1,17 7 758,29 26 2652,-32-23-2912,0 0 0,1-1 0,0-1 0,0-1 0,1 0 0,0 0 0,0-2 0,18 6 1,-1-6-583,-1-2 1,1-1-1,-1-1 1,62-5-1,-91 2 48,19-3-343,-21 4 367,-1 0 1,1 0 0,0-1 0,-1 1-1,1 0 1,-1 0 0,1-1-1,-1 1 1,1 0 0,-1-1-1,1 1 1,-1-1 0,1 1-1,-1 0 1,1-1 0,-1 1-1,0-1 1,1 0 0,-1 1-1,0-1 1,1 1 0,-1-1-1,0 1 1,0-1 0,0 0-1,1 1 1,-1-1 0,0 1-1,0-1 1,0 0 0,0 1 0,0-1-1,0 0 1,-6-15-117</inkml:trace>
  <inkml:trace contextRef="#ctx0" brushRef="#br0" timeOffset="1">292 0 12283,'0'0'984,"-1"0"304,0 0-1120,-21 24-624,11-7-192,-8 5-112,-4 4 168,-9 1 408,-1 3 80,-6 0 104,-3-2-128,3-10 96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1 8810,'3'6'71,"-1"0"1,0 0-1,0 0 1,-1 0 0,0 0-1,0 1 1,0-1-1,-1 1 1,0-1-1,0 0 1,0 1-1,-3 7 1,-2 10 95,-15 45 0,9-36 68,0 3 21,-2 0 0,-24 48-1,31-74-170,1 1 0,-2-1 0,0 0 0,0-1-1,0 0 1,-1 0 0,-1 0 0,1-1-1,-1 0 1,-1-1 0,0 0 0,-11 6 0,20-12-73,1-1 1,-1 1 0,0-1 0,0 1 0,0-1 0,0 0 0,0 1-1,0-1 1,0 0 0,0 0 0,0 0 0,0 0 0,0 0 0,0 0-1,0 0 1,0 0 0,0 0 0,1 0 0,-1 0 0,0-1 0,0 1 0,0 0-1,0-1 1,0 1 0,0-1 0,0 1 0,0-1 0,1 1 0,-1-1-1,0 1 1,0-1 0,1 0 0,-1 0 0,0 1 0,1-1 0,-1 0-1,1 0 1,-1 0 0,1 0 0,-1-1 0,0 0 49,0-1-1,1 1 1,-1-1 0,0 1 0,1-1-1,0 0 1,0 1 0,0-1 0,0 1-1,0-1 1,0 0 0,1 1 0,-1-1-1,2-4 1,1 2-18,0-1 0,-1 1 0,2-1 0,-1 1 0,1 0 0,-1 1 0,1-1 0,1 1 0,-1-1 0,0 1 0,1 0 0,0 1 0,0-1 0,0 1 0,1 0-1,-1 1 1,1-1 0,-1 1 0,1 0 0,0 0 0,0 1 0,7-2 0,-2 2 23,0 0 0,0 0 0,0 2-1,0-1 1,0 1 0,0 1 0,0 0-1,-1 0 1,1 1 0,-1 0 0,14 7 0,-16-6-18,55 22 144,-57-25-179,0 1 1,0 0 0,0-1 0,0 0-1,0-1 1,0 1 0,1-1 0,10-2-1,-16 2-8,1-1 1,-1 1-1,1-1 0,-1 0 0,0 0 0,1 0 0,-1 0 0,0 0 0,0 0 0,1 0 0,-1 0 1,0 0-1,0-1 0,0 1 0,-1 0 0,1-1 0,0 1 0,0-1 0,-1 1 0,1-1 0,-1 1 0,1-1 1,-1 1-1,0-1 0,1 0 0,-1 1 0,0-1 0,0 1 0,0-3 0,0-9 4,-1 1 1,-2-21-1,2 26-24,-3-22-125,-2-1 0,0 0 0,-2 1 0,-2 1 0,0-1 0,-2 2 0,-23-41 0,25 55 60,10 13 80,0-1 0,0 1 0,0 0 0,0 0 0,0 0 0,0 0 0,0 0 0,0 0 0,0 0 0,0 0 0,0 0 0,-1 0 0,1 0 0,0 0 0,0 0-1,0 0 1,0 0 0,0 0 0,0 0 0,0 0 0,0 0 0,0 0 0,0 0 0,0 1 0,-1-1 0,1 0 0,0 0 0,0 0 0,0 0 0,0 0 0,0 0 0,0 0 0,0 0 0,0 0 0,0 0 0,0 0 0,0 0 0,0 0 0,0 0 0,0 1 0,0-1 0,0 0 0,0 0 0,0 0 0,0 0 0,0 0 0,0 0 0,0 0 0,0 0 0,0 0 0,0 0 0,0 1 0,0-1 0,0 0 0,0 0 0,0 0 0,0 0 0,0 0 0,0 0 0,0 0 0,0 0 0,0 0-1,0 0 1,0 0 0,0 0 0,0 1 0,0-1 0,0 0 0,0 0 0,8 30 172,-6-23-195,10 48 163,-3 1 0,-2-1 0,0 66 0,10 86-95,-14-184-1651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7:06:43.40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16790 10942 289 0,'-15'-18'-20'0,"2"2"-17"15,1 3 8-15,-1 4 95 16,-1 0 51-16,-3 2 99 16,-2 0 58-16,-4 0-64 15,-3 1-80-15,-2 0-59 16,-2-1-22-16,-2 0-32 15,-3 0-9-15,-6 2-6 16,-3 2 0-16,-7 5-2 16,0 3 0-16,-4 8-2 15,-1 3 0-15,-5 13 0 16,0 4 0-16,1 10 2 0,2 7 2 16,8 14-2-16,5 7 2 15,12 13-2-15,10 2 0 16,20 0-2-16,9 0 0 15,26-4 2-15,10-4 0 16,21-14 10-16,12-11 9 16,17-24 22-16,8-15 17 15,16-26 13-15,-1-15 75 0,3-24-50 16,1-12-51-16,-12-12-36 16,-3-4-6-16,-19-8 0 15,-17-2 3-15,-24-5 27 16,-12 1 17-16,-28 5 40 15,-13 6 24-15,-33 14-37 16,-18 11-20-16,-38 17-54 16,-20 10-45-16,-37 17-83 15,-21 11-37-15,-25 23-74 16,-7 15 29-16,0 28 102 16,10 11-28-16,44 14 80 15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31 7170,'26'-30'7065,"-29"32"-5671,-137 173 1384,-28 31-2361,72-116-397,82-79-450,0 0 0,-1-1 0,0-1 0,0 0 0,-21 8-1,10-10-1677,25-7 2001,0-1 0,-1 1-1,1 0 1,0 0 0,0-1 0,0 1-1,-1-1 1,1 1 0,0-1 0,0 1-1,-2-2 1,3 2 98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13147,'29'-8'-1000,"5"7"784,1 4 168,6 16 376,-2 7 440,-1 7 256,-3 5-232,-4 2-456,-3 0-120,3 0-192,-1-3 0,-4-10 40,0-5-16,-5-12-208,-3-3-416,-4-7-2577,1-1 2553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7338,'0'0'1832,"0"1"-672,5 26 24,-2-7 17,2 14 375,2 6-384,-1 9-592,4 4-239,3 4-746,-2-2-663,3-6 592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 0 11218,'-30'39'368,"1"2"57,5 4-353,-3 3 8,0 10-32,-3 6-16,-11 6-8,0 5 8,-1-4 0,0-6-16,7-13-80,1-10-136,3-20-1521,0-11 1161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12475,'37'52'952,"3"1"-208,4 10-720,6-4-216,-5-3-336,-3-1-16,-4-5 88,-9-2 280,2-9 40,-8-5-64,0-7-249,-2-4-191,-4-5-848,1-1-1241,-4-5 1401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91 10794,'0'0'399,"-1"1"73,0-10 123,1 4-454,1 0 0,1 0 0,-1 0 0,1 0 0,-1 0 0,1 0 0,1 1 0,-1-1 0,4-4 1,-5 7-93,1 0 0,-1 0 1,1 0-1,-1 0 0,1 0 1,0 0-1,0 0 0,0 1 1,0-1-1,0 1 1,0-1-1,0 1 0,1 0 1,-1 0-1,0 0 0,1 0 1,-1 1-1,1-1 0,-1 0 1,1 1-1,-1 0 0,1 0 1,3 0-1,-4 0-36,1 0 1,-1 1-1,0 0 0,0-1 0,1 1 0,-1 0 0,0 0 1,0 0-1,0 0 0,0 1 0,0-1 0,0 1 0,0-1 1,-1 1-1,1-1 0,-1 1 0,1 0 0,-1 0 0,1 0 1,-1 0-1,0 0 0,0 0 0,0 0 0,0 0 0,0 1 1,-1-1-1,2 3 0,-1 2-19,0 0 0,0 0 0,0 0 0,-1 0 0,0 0-1,0 0 1,-2 13 0,-3-2-38,0 0-1,0-1 1,-2 0-1,0 0 1,-1-1-1,-1 0 1,-18 27-1,12-24 351,0 0 0,-1-1 0,0-1 0,-2 0-1,-29 20 1,42-33 31,3-2-163,1-1 1,-1 1-1,0-1 1,1 0-1,-1 0 1,0 0-1,0 0 1,0 0-1,0 0 0,0-1 1,0 1-1,-2 0 1,4-5 108,1 0-257,1-1 1,-1 0 0,1 1 0,0-1 0,0 1 0,1 0 0,-1 0 0,1 0 0,0 0 0,0 0 0,0 0 0,0 1-1,1-1 1,0 1 0,0 0 0,5-3 0,-2 1-27,-1 1 0,1 0 0,0 0 0,1 1-1,-1 0 1,0 0 0,1 1 0,0 0 0,14-2 0,-2 4-155,1 1 0,-1 1 1,28 5-1,26 3-1824,-15-7 830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1 1624,'0'0'4407,"-3"3"-3617,-41 46 887,-60 86 0,77-98-1602,20-28-72,4-3 0,0-1 1,-1 0-1,0 0 1,0 0-1,0-1 1,-1 1-1,0-1 1,0 0-1,0 0 1,-9 5 0,13-9-66,0 0 0,0 0 1,0 0-1,0 0 1,0 0-1,0 0 0,0 0 1,-1 0-1,1-1 1,0 1-1,0 0 0,0-1 1,0 1-1,0-1 1,0 1-1,0-1 0,0 1 1,0-1-1,1 0 1,-1 1-1,0-1 0,0 0 1,0 0-1,1 1 1,-1-1-1,0-2 1,-7-9-758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9962,'0'9'94,"0"1"-1,1-1 1,0 0 0,0 1-1,1-1 1,1 0 0,0 0-1,0 0 1,0-1-1,1 1 1,1-1 0,-1 1-1,11 12 1,-3-4-88,2-1-1,-1 0 1,2-1-1,0-1 1,19 14-1,-30-25 19,0-1 0,0 0 0,0 0 0,0 0 0,1 0 0,-1 0 0,9 1 0,-11-3-224,-1 1 0,1-1 0,0 0 0,0 0 0,-1 1-1,1-1 1,0 0 0,0-1 0,-1 1 0,1 0 0,0 0-1,-1-1 1,1 1 0,0-1 0,-1 0 0,1 1 0,0-1 0,-1 0-1,1 0 1,-1 0 0,0 0 0,2-1 0,1-9-1310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0 8970,'-7'14'367,"1"0"1,0 1-1,1 0 0,1 0 0,0 0 1,-1 16-1,3-18-380,0 0-1,-1 0 1,-1 0 0,0-1-1,-1 1 1,0-1 0,0 0-1,-13 20 1,16-30 13,1 0 0,-1 0-1,0 1 1,0-1 0,0 0 0,0 0 0,0-1-1,0 1 1,0 0 0,-1-1 0,1 1 0,-1-1-1,1 0 1,-1 0 0,1 0 0,-1 0 0,0 0-1,1-1 1,-1 1 0,0-1 0,0 0-1,1 0 1,-1 0 0,-3 0 0,3-1-113,0 0 0,0 0 0,0 0 0,0-1 0,0 0 0,0 1 0,0-1 0,1 0 0,-1 0 0,1 0 0,-1-1 0,1 1-1,0 0 1,0-1 0,0 0 0,0 1 0,0-1 0,1 0 0,-3-5 0,-4-9-1059,-10-37-1,15 46 1780,2-1 0,-1 1 0,0-17 0,18 40 703,-1 1-894,1-1 1,20 15 0,-28-25-378,0 1 1,1-1 0,0 0 0,0-1-1,0 0 1,20 5 0,-12-5-4,-1-1 0,1 0 0,0-2 0,0 0-1,0 0 1,0-2 0,23-3 0,-31 3-145,0-1 0,0 0 0,-1-1 0,1 0 0,0 0 0,-1-1 0,0 0 0,0-1 0,0 1 0,-1-2 0,1 1-1,-1-1 1,-1 0 0,1 0 0,7-10 0,-3-1-1780,-4 0 474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1 8970,'-27'13'168,"0"0"1,2 2-1,0 1 0,0 2 1,2 0-1,0 1 1,-24 27-1,44-43-159,-1 0 0,1 0-1,0 0 1,-1 0 0,1-1 0,-9 4 0,12-5-11,-1-1 1,0 0-1,0 0 1,0 0 0,0 0-1,0 0 1,0 0-1,0 0 1,0 0-1,0 0 1,0 0 0,0 0-1,0 0 1,1-1-1,-1 1 1,0 0 0,0-1-1,0 1 1,0-1-1,1 1 1,-1-1-1,0 1 1,0-1 0,1 0-1,-1 1 1,0-1-1,1 0 1,-1 0 0,1 1-1,-1-1 1,1 0-1,-1 0 1,1 0-1,0 0 1,-1 1 0,1-3-1,-7-13-619,2-1 0,0 0-1,1 0 1,1 0 0,1-1-1,0 1 1,1-28 2239,3 47-1381,0 0 0,0 0 0,0 1 0,-1-1-1,1 0 1,-1 1 0,1-1 0,0 5 0,0-4 41,2 3-186,0-1 1,0 1-1,0-1 0,1 0 1,0 0-1,0 0 1,0 0-1,0-1 1,1 0-1,0 0 0,0-1 1,0 1-1,0-1 1,1 0-1,-1-1 1,1 0-1,13 3 0,0-2-87,1 0 0,0-2 0,-1 0 0,39-4 0,-47 1-168,1 1 0,-1-2 1,1 0-1,-1 0 0,0-1 0,0 0 0,12-7 0,-6-2-265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0 10674,'-35'12'344,"2"2"192,1 3-520,1 2 32,-1 0-32,1-1 0,7-3 0,4-2-16,2-1 0,1-3-32,3-5-200,-2 0-144,3-8-736,-1-3-608,2-7 768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26 6153,'7'4'985,"3"2"647,4 5-720,6 6-464,-1 1-168,5 3-200,0-1-64,10-4 8,4-4 8,8-7-32,0-5 16,-5-11-48,-1-3-104,-6-11-1400,-1-2 1000</inkml:trace>
  <inkml:trace contextRef="#ctx0" brushRef="#br0" timeOffset="1">321 0 11835,'-44'27'296,"6"-1"-216,3 0-224,8-1-208,0-3-177,3-5-479,-2-3-112,5-9-72,1-3 79,2-6 601,1-5-72,4-4-1272,2-6 1376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9354,'19'18'464,"4"6"312,5 4-576,5 3-72,-7-1-128,0-3-64,-7-7-40,-3-5-24,-7-11 8,0-4-56,0-13 144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80 212 10442,'-2'-4'56,"1"0"-1,-1 0 0,1 0 1,0 0-1,1 0 0,-1 1 0,1-1 1,0 0-1,0-1 0,0 1 1,0 0-1,1 0 0,-1 1 1,1-1-1,0 0 0,0 0 1,1 0-1,-1 0 0,1 1 1,3-7-1,2-2-47,0 1-1,1-1 1,0 2 0,18-20-1,-19 24 32,0-1 0,0 1 0,0 1 0,1-1 0,11-5 0,-17 10-33,-1 0 0,1 0 0,0 0 0,0 0-1,0 1 1,0-1 0,0 0 0,0 1-1,0 0 1,0-1 0,0 1 0,0 0 0,0 0-1,0 0 1,0 0 0,0 1 0,0-1-1,0 0 1,0 1 0,0 0 0,-1-1-1,1 1 1,0 0 0,0 0 0,0 0 0,-1 0-1,1 0 1,0 0 0,-1 0 0,1 1-1,2 2 1,1 4 2,-1 0-1,1 0 1,-1 1 0,-1-1-1,1 1 1,-2 0-1,1 0 1,-1 0-1,0 0 1,-1 1 0,0-1-1,-1 0 1,0 0-1,0 1 1,-1-1-1,-4 18 1,1-8 1,0 0-1,-2 0 1,0-1 0,-1 0 0,-1 0-1,-1-1 1,-14 22 0,12-23 25,0-1 0,-27 27-1,32-37 62,0 1-1,-1-1 1,1 0-1,-1-1 0,0 0 1,0 0-1,0 0 1,-1-1-1,-10 4 1,16-7-32,0 1 0,-1-1 0,1 0 1,0 1-1,0-1 0,0 0 0,-1 0 1,1-1-1,0 1 0,0 0 0,0-1 1,-1 1-1,1-1 0,0 0 0,0 0 1,0 0-1,0 0 0,-3-2 0,2 0-15,0 1 1,0-1-1,1 0 0,-1 1 0,1-2 0,0 1 0,-1 0 0,1 0 0,1-1 0,-3-4 0,2 3-22,0 1 0,0-1 0,1 1-1,0-1 1,0 0 0,0 0 0,1 0 0,-1 1-1,1-1 1,0 0 0,1 0 0,-1 0 0,1 0-1,0 0 1,0 1 0,0-1 0,4-7 0,-3 8-6,1 0 0,-1 0 1,1 1-1,0-1 0,0 1 1,0 0-1,0 0 0,1 0 1,-1 0-1,1 1 0,0-1 0,0 1 1,0 0-1,0 0 0,0 0 1,6-1-1,-3 2-15,-1 0-1,1 0 1,-1 1-1,1 0 1,-1 0 0,1 0-1,-1 1 1,0 0-1,1 0 1,7 3-1,10 6-33,0 0 0,0 1-1,-1 2 1,30 21 0,-46-29 30,15 10-78,26 16-490,-45-29 392,1-1 1,-1 1-1,1-1 0,0 0 0,-1 0 0,1 0 0,0 0 1,0-1-1,0 1 0,0-1 0,7-1 0,17-7-503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338 0 5625,'0'0'2077,"-6"9"-378,-53 84 40,-60 88-830,116-176-941,-9 11 126,-1 0 1,-19 18 0,29-30-212,-1-1 0,1 0 0,-1 0 0,0-1 0,0 1 0,0-1 0,0 1 0,0-1 0,0-1 1,-1 1-1,1 0 0,-1-1 0,1 0 0,-1 0 0,1-1 0,-6 1 0,0-5-2136,2-4 674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8210,'0'0'1653,"8"5"-428,13 27 507,33 67 1,-37-65-1707,0 4-24,4 6 32,-16-37-82,-2-7-1633,-1-1 1395,11-11-231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3201,'0'0'6464,"-1"6"-5827,-2 6-439,0 0 1,1 1-1,1-1 0,0 0 0,1 0 0,1 20 1,0-26-152,0 0 0,1 0 0,-1 0 0,1-1 0,0 1 0,0-1 0,1 1 1,-1-1-1,1 0 0,0 0 0,1 0 0,-1 0 0,1-1 0,0 1 0,0-1 1,8 6-1,-4-4-6,-2-1-21,1 0 0,0-1-1,0 0 1,0 0 0,1 0 0,9 3 0,-16-7-195,3-2-1979,0-7 1262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11250,'6'-2'554,"21"-9"-451,47-14 19,-66 23-103,0 0-1,0 1 0,1 0 1,-1 0-1,0 1 0,0 0 1,13 2-1,-11 0 5,30 5 129,49 14 0,-87-20-1992,-13-5-699,-26-13 1168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2881,'0'0'4389,"10"0"-1738,64 15-1538,-40-8-572,45 5 0,-76-12-529,1 0 0,-1 0 0,0 0 0,0 0 0,0 0 1,0-1-1,0 0 0,0 1 0,0-1 0,0 0 0,0-1 0,0 1 0,-1 0 0,1-1 0,4-3 1,-6 4-92,0 0 1,0 0-1,0-1 1,0 1 0,0 0-1,0-1 1,-1 1 0,1-1-1,0 1 1,-1-1 0,1 1-1,-1-1 1,0 0 0,1 1-1,-1-1 1,0 0 0,0 1-1,0-1 1,0 0 0,0 1-1,0-1 1,-1 0 0,1 1-1,0-1 1,-1 1 0,1-1-1,-1 1 1,0-1-1,0 1 1,0-2 0,-5-9-1777,-1-2 598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1 10738,'-12'13'400,"6"7"80,-3 1-247,4 9-89,-4 1-40,-4 1-56,1 1-16,-2-3 16,3-3-8,0-8-24,-4-3 0,-2-7 0,-2-5-64,0-3-1113,-6-2 849</inkml:trace>
  <inkml:trace contextRef="#ctx0" brushRef="#br0" timeOffset="1">0 145 10298,'17'11'592,"5"0"369,6 0-465,9 0-8,3-4-80,-5-1-248,-1-1-88,-12-4 24,-6 0-24,-3 2 0,-12-3-568,0 0-456,2 0-2025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1 11290,'-2'0'481,"1"0"463,0 1-944,-34 23-240,22-7-56,-1 4 48,-6 5 64,-3 1 71,-3 3 113,-1 0 16,2-8 0,4 0-64,0-9-1984,-2-5 1480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9802,'13'11'904,"13"6"1465,5-2-1129,20 3-952,-1-2-48,1-4-432,-7-3-288,-12 1-544,-3-2 120,-14-4 311,1-2-863,-3-4 976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1 4729,'0'0'3966,"-8"7"-1944,1 7-1806,0 0 0,1 0 1,0 0-1,1 1 0,-6 28 1,-31 93 362,-6 21 406,45-143-980,2-8-170,0 0 1,0 0-1,-1 0 0,0 0 0,-5 10 0,0-12-163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9 2649,'-13'-3'793,"0"1"0,-17-2 0,25 4-243,1 1-108,-3 5-247,-8 3-130,-41 29 1083,51-34-959,-1 1 1,0 0-1,1 0 0,0 1 0,1-1 0,-1 1 1,-5 10-1,-1 9-60,2 0 0,1 0 1,1 1-1,-6 41 0,1-7-99,-3 7 2,-1-5 297,3 1 0,-7 110 0,19-167-283,2-1-1,-1 1 1,0-1-1,1 1 1,0-1 0,0 0-1,1 1 1,-1-1 0,1 0-1,0 0 1,1 0-1,-1 0 1,1 0 0,5 6-1,-6-9-32,1 1 0,0-1 0,0 1 1,-1-1-1,1 0 0,0 0 0,1 0 0,-1-1 0,0 1 0,1-1 0,-1 1 0,0-1 0,1 0 0,0-1 0,-1 1 0,1-1 0,-1 1 0,1-1 0,0 0 0,-1 0 0,1-1 0,6 0 0,-1-2 39,-1 1-1,1-1 1,0-1-1,-1 1 0,0-2 1,0 1-1,0-1 1,0 0-1,-1-1 1,0 1-1,0-2 1,9-9-1,7-10 256,37-55-1,-39 49-194,33-65 0,-48 84-57,0-1-1,-2 0 1,1 0 0,-2 0-1,0-1 1,0 1 0,-2-1-1,1-17 1,-3 5 91,-1 0 1,-2 1-1,-12-50 0,11 59-134,0 1 0,-2 0 0,0 0 0,0 1-1,-1 0 1,-21-28 0,26 39-24,1 1 0,-1 0 0,0 0 0,0 0-1,0 0 1,-1 0 0,1 1 0,-1 0 0,1-1 0,-1 1 0,0 1-1,0-1 1,-4-1 0,5 2-44,-1 1 1,1 0-1,0-1 0,-1 1 1,1 1-1,-1-1 0,1 0 1,0 1-1,-1 0 0,1-1 1,0 1-1,0 1 0,-1-1 1,1 0-1,0 1 0,-4 2 1,-45 30-2266,20-17 1569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0 1960,'0'0'3132,"-1"3"-2532,-4 10 32,-1-1-1,0 0 1,-1-1 0,0 1-1,-1-1 1,0 0-1,-12 11 1,-23 32 659,29-32-690,-12 19-73,-2-2-1,-2-1 1,-34 35-1,63-71-544,-1-1 1,1 1-1,-1-1 0,0 0 0,0 1 0,1-1 0,-1 0 1,0 0-1,0 0 0,0-1 0,0 1 0,0 0 0,-4 0 1,5-1-41,0 0 0,0-1 0,0 1 0,0 0 1,0 0-1,0-1 0,0 1 0,0 0 1,0-1-1,1 1 0,-1-1 0,0 0 0,0 1 1,0-1-1,1 0 0,-1 1 0,0-1 0,1 0 1,-1 0-1,1 1 0,-1-1 0,1 0 0,-1 0 1,1 0-1,-1 0 0,1 0 0,0 0 0,0 0 1,-1 1-1,1-1 0,0 0 0,0-2 0,-3-43-2674,4 20 1859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7154,'1'5'3020,"12"30"-1774,0-1 0,3 0 0,30 49 0,-15-27-1109,29 52 47,39 76 504,-92-172-556,-3-7-1051,-2-32-4411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0 11202,'-1'3'102,"0"0"-1,0 1 1,0-1-1,1 0 0,0 0 1,-1 1-1,1-1 1,0 0-1,1 1 0,-1-1 1,1 0-1,-1 0 1,1 1-1,0-1 0,0 0 1,0 0-1,0 0 1,1 0-1,2 4 0,4 5 78,1 0-1,0 0 1,13 12-1,2 2 13,-24-26-187,16 19 69,16 27 1,-29-41-62,0 0-1,0 0 1,-1 0 0,0 0 0,0 0 0,0 0-1,0 0 1,-1 1 0,0-1 0,0 1 0,-1-1-1,1 7 1,-1-11-46,0 0-1,-1 0 1,1-1-1,0 1 1,0 0 0,0-1-1,-1 1 1,1 0-1,0-1 1,-1 1 0,1 0-1,0-1 1,-1 1-1,1 0 1,-1-1 0,1 1-1,-1-1 1,1 1-1,-1-1 1,0 0 0,1 1-1,-1-1 1,1 1-1,-1-1 1,0 0 0,1 0-1,-1 1 1,0-1-1,0 0 1,1 0 0,-1 0-1,0 0 1,1 0-1,-1 0 1,0 0-1,0 0 1,1 0 0,-1 0-1,0 0 1,1 0-1,-1 0 1,0-1 0,0 1-1,1 0 1,-1 0-1,0-1 1,0 0 0,-7-2-877,1 0 0,0-1 0,-10-6 0,10 5-229,-15-7-623</inkml:trace>
  <inkml:trace contextRef="#ctx0" brushRef="#br0" timeOffset="1">1 174 9650,'1'0'776,"24"9"761,4-2-1001,4-1 280,13-3-488,6-2-88,5-4 48,4-2-72,2-3 120,-5 1 48,-9-1-96,-6-1 16,-12-3-184,-4 0-192,-7-1-664,-2-1-440,-14-1-2633,-5-4 2769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3 3361,'-18'-2'424,"2"2"704,5 0-368,0 2-232,1 7 0,-6 3 185,2 6 215,-4 7 120,-1-3 24,0 0-176,1-3-215,0-4-401,0-1 40,1-6-584,-2-3-72,2-5-1089,0-3 865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9 8538,'9'15'1296,"9"5"2161,8 6-1425,13 2-1320,5-4-255,4-3-289,-2-4-168,-8-4-481,-6-3-119,-12-5-160</inkml:trace>
  <inkml:trace contextRef="#ctx0" brushRef="#br0" timeOffset="1">403 0 13147,'-39'18'1000,"2"-1"200,6 7-1584,0-1-720,-6 0-1233,0 1 137,-1-4-825,2 0 169,5-3 1760,-1-2 663,4-3 185,2-4 192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8658,'15'9'1176,"6"4"2585,8 1-2585,6 3-464,4-3-448,2-1-168,3-5-312,-1-2-64,-4-3-200,-5 0-72,-15-2-144,2 0-160,-11-1-176,-1 0-865,8-5 1217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194 102 8938,'0'-4'187,"1"-1"-1,-1 1 1,1 0 0,0-1 0,0 1-1,0 0 1,0 0 0,1 0 0,0 0-1,0 0 1,0 0 0,0 1 0,1-1-1,-1 1 1,1-1 0,0 1 0,0 0-1,0 0 1,0 0 0,1 1 0,-1-1-1,1 1 1,0 0 0,-1 0-1,1 0 1,0 0 0,0 0 0,0 1-1,7-1 1,-6 0-141,1 1 1,-1 0-1,1 0 0,0 1 0,-1 0 1,1 0-1,0 0 0,-1 0 0,1 1 0,0 0 1,-1 1-1,1-1 0,-1 1 0,1 0 1,-1 0-1,0 0 0,0 1 0,0 0 0,0 0 1,-1 0-1,1 1 0,4 4 0,-6-5-71,-1-1 0,1 1 0,-1 0 0,0 1 0,0-1 0,0 0 0,0 1 0,-1-1 0,1 1 0,-1-1 0,0 1 0,0-1 0,0 1 0,-1 0 0,1 0 0,-1 0 0,0 4 0,-1-3 45,0 0-1,0 1 1,0-1 0,-1 0-1,0 0 1,0 1-1,0-1 1,0-1-1,-1 1 1,-5 7-1,-6 5 179,-1-1-1,0 0 1,-2-1-1,-27 20 0,-66 50 808,108-84-925,3 0-58,0 0 0,0 0 0,0 0 0,-1 0 0,1 0 0,0-1 0,0 1 0,0 0 0,0-1 0,1 1 0,-1-1 0,0 1 0,0-1 0,0 1 0,2-1 0,-3 1-6,13 2 159,-1 0 0,1-1-1,0-1 1,15 1 0,30 3 120,-49-3-310,0 0-1,1 1 1,-1 0-1,0 1 1,0 0-1,-1 0 0,1 1 1,-1 0-1,0 0 1,9 8-1,-15-11 15,1 0 0,-1 0 0,0 1 0,0-1-1,-1 0 1,1 1 0,0 0 0,-1-1 0,0 1 0,1 0 0,-1 0-1,0-1 1,-1 1 0,1 0 0,0 0 0,-1 0 0,1 0 0,-1 0-1,0 0 1,0 0 0,-1 0 0,1 0 0,0 0 0,-1 0 0,0 0-1,0 0 1,0 0 0,0 0 0,0 0 0,0-1 0,-1 1 0,1 0 0,-1-1-1,0 1 1,0-1 0,-2 3 0,-8 9 149,-1-1 0,-1 0 1,0 0-1,-1-2 0,0 0 0,0 0 0,-1-1 0,-17 7 1,6-5-19,0 0 0,0-2 1,-1-1-1,-41 7 1,58-14-212,1-1 0,-1 0 0,0 0 0,-12-2 0,21 1-38,-1 0 1,0 0 0,1-1-1,-1 1 1,1-1 0,-1 1 0,1-1-1,-1 0 1,1 0 0,-1 0-1,1 0 1,0-1 0,0 1-1,-1-1 1,1 1 0,0-1 0,0 0-1,1 0 1,-1 0 0,0 0-1,1 0 1,-3-3 0,3 0-92,-1-1 0,1 1 0,1 0 1,-1 0-1,1-1 0,0-9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0 2529,'0'0'1880,"-1"5"2,-4 8-1477,0-1 1,-1 1-1,0-1 0,-1-1 1,0 0-1,0 0 1,-13 13-1,-7 12 112,-19 36 256,-29 40-36,65-99-653,-1 0 0,-1 0-1,0-1 1,-1-1 0,-24 17 0,36-27-96,0-1 0,1 1 0,-1-1 0,0 1 0,0-1 0,0 0 0,1 1 0,-1-1 0,0 0 1,0 0-1,0 0 0,0 1 0,0-1 0,0 0 0,0 0 0,1 0 0,-1-1 0,0 1 0,0 0 0,0 0 0,0 0 0,0-1 0,0 1 0,1 0 0,-1-1 0,0 1 1,0-1-1,0 1 0,1-1 0,-1 1 0,0-2 0,-1 0-114,0 0 0,0 0 0,0 0 1,1-1-1,-1 1 0,1-1 0,0 1 0,0-1 0,-2-4 1,-3-13-385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10858,'0'4'205,"2"0"0,-1 0-1,0 0 1,1 0 0,0 0-1,0-1 1,0 1 0,0-1-1,5 7 1,0 0-63,37 60 66,-4 3 0,33 81 0,-68-138-182,-3-11-17,0 0-1,1 1 1,-1-1-1,1 0 1,0 0-1,0 0 1,0-1-1,1 1 1,-1-1-1,5 4 1,-6-6-121,-4-5-1911,-5-11 1537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0 11338,'-22'77'621,"13"-43"-542,-1-1 0,-19 40 0,25-63-70,-1-1-1,0 0 1,-1 0 0,0 0 0,-1-1 0,1 0-1,-2 0 1,1-1 0,-1 0 0,0 0 0,-16 10-1,21-15-41,1 0-1,-1-1 1,0 1-1,0-1 1,0 0-1,0 0 1,0 0-1,0 0 1,0 0-1,0-1 1,-1 1-1,1-1 1,0 0-1,0 0 1,0 0-1,-1 0 1,1-1-1,0 1 1,0-1-1,0 0 1,0 0-1,0 0 1,0 0-1,0 0 1,0-1-1,0 1 1,1-1-1,-1 0 1,1 0-1,-1 0 1,1 0-1,-1 0 1,1-1-1,0 1 1,0-1-1,-2-3 1,-2-4-268,0-1 0,1 1 0,0-1 0,0 0 0,2 0 0,-1 0 1,1-1-1,-2-18 0,5 23 269,-1 0 0,1-1 1,1 1-1,-1 0 0,1 0 0,0 0 1,1 0-1,0 0 0,0 0 1,0 0-1,1 0 0,0 1 0,1 0 1,-1-1-1,1 1 0,5-6 1,-7 9 118,1 0 0,-1 1 0,1-1 0,0 0 0,0 1 0,0 0 0,1-1 0,-1 1 0,1 0 0,-1 1 0,1-1 0,-1 1 0,1-1 0,0 1 0,0 0 0,0 1 0,-1-1 0,1 1 0,0-1 0,0 1 0,0 0 0,0 1 0,0-1 0,0 1 0,0-1 0,0 1 0,-1 0 0,1 1 0,0-1 0,5 3 0,1 2 105,0 0 0,0 0 0,-1 1 1,0 0-1,0 0 0,10 11 1,42 56 171,-43-51-319,36 39 0,-50-59-40,-1 0 1,1 0-1,0 0 0,0 0 0,0-1 1,5 3-1,-8-5-13,0 1-1,0-1 1,0 0 0,0 1-1,0-1 1,0 0 0,0 0-1,0 0 1,0 0 0,0 0-1,1 0 1,-1 0 0,0 0-1,0 0 1,0 0 0,0 0-1,0-1 1,0 1 0,0-1-1,0 1 1,0 0 0,0-1-1,0 0 1,0 1 0,0-1-1,0 0 1,0 1 0,-1-1-1,1 0 1,1-1 0,6-13-120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1 10610,'-20'14'680,"-1"5"1817,4 6-2737,0 5-280,-2 0-240,-2-5 376,0-2 87,3-9 81,1-9 184,3-4 48,-4-6 0,-3-3-312,-1-6 208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8722,'22'21'864,"4"1"816,9 1-935,9-9-473,3-1 88,1-9-120,0-2-120,-12-1-480,-5-5-40,-14-4 152,-5-1 16,-11-6-129,-6-4-535,-5-1 552</inkml:trace>
  <inkml:trace contextRef="#ctx0" brushRef="#br0" timeOffset="1">239 31 12347,'-9'-7'320,"1"-1"-296,1 1-1065,0 1-807,-8 3 1120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122 102 1624,'-4'0'-94,"-8"2"330,-1-1 1,0-1-1,-24-2 1,34 2-195,1-1 1,-1 1-1,0-1 0,1 0 1,-1 0-1,1 0 0,-1 0 1,1 0-1,0-1 0,-5-2 1,6 3-79,0-1 0,0 1 0,0 0 0,0 0 0,0-1 0,1 1 0,-1 0 0,0-1 0,1 1 0,-1-1 0,1 1 1,-1-1-1,1 1 0,0-1 0,-1 1 0,1-1 0,0 1 0,0-1 0,0 1 0,1-3 0,-1 3 28,0 1 0,0 0-1,0 0 1,1-1 0,-1 1 0,0 0 0,0-1-1,0 1 1,1 0 0,-1 0 0,0-1-1,0 1 1,1 0 0,-1 0 0,0 0-1,0-1 1,1 1 0,-1 0 0,0 0 0,1 0-1,-1 0 1,0 0 0,1 0 0,-1 0-1,0 0 1,1 0 0,-1 0 0,0 0-1,1 0 1,-1 0 0,0 0 0,1 0 0,-1 0-1,0 0 1,1 0 0,-1 0 0,0 0-1,1 0 1,-1 1 0,0-1 0,0 0 0,1 0-1,-1 1 1,17 7 758,29 26 2652,-32-23-2912,0 0 0,1-1 0,0-1 0,0-1 0,1 0 0,0 0 0,0-2 0,18 6 1,-1-6-583,-1-2 1,1-1-1,-1-1 1,62-5-1,-91 2 48,19-3-343,-21 4 367,-1 0 1,1 0 0,0-1 0,-1 1-1,1 0 1,-1 0 0,1-1-1,-1 1 1,1 0 0,-1-1-1,1 1 1,-1-1 0,1 1-1,-1 0 1,1-1 0,-1 1-1,0-1 1,1 0 0,-1 1-1,0-1 1,1 1 0,-1-1-1,0 1 1,0-1 0,0 0-1,1 1 1,-1-1 0,0 1-1,0-1 1,0 0 0,0 1 0,0-1-1,0 0 1,-6-15-117</inkml:trace>
  <inkml:trace contextRef="#ctx0" brushRef="#br0" timeOffset="1">292 0 12283,'0'0'984,"-1"0"304,0 0-1120,-21 24-624,11-7-192,-8 5-112,-4 4 168,-9 1 408,-1 3 80,-6 0 104,-3-2-128,3-10 96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1 8810,'3'6'71,"-1"0"1,0 0-1,0 0 1,-1 0 0,0 0-1,0 1 1,0-1-1,-1 1 1,0-1-1,0 0 1,0 1-1,-3 7 1,-2 10 95,-15 45 0,9-36 68,0 3 21,-2 0 0,-24 48-1,31-74-170,1 1 0,-2-1 0,0 0 0,0-1-1,0 0 1,-1 0 0,-1 0 0,1-1-1,-1 0 1,-1-1 0,0 0 0,-11 6 0,20-12-73,1-1 1,-1 1 0,0-1 0,0 1 0,0-1 0,0 0 0,0 1-1,0-1 1,0 0 0,0 0 0,0 0 0,0 0 0,0 0 0,0 0-1,0 0 1,0 0 0,0 0 0,1 0 0,-1 0 0,0-1 0,0 1 0,0 0-1,0-1 1,0 1 0,0-1 0,0 1 0,0-1 0,1 1 0,-1-1-1,0 1 1,0-1 0,1 0 0,-1 0 0,0 1 0,1-1 0,-1 0-1,1 0 1,-1 0 0,1 0 0,-1-1 0,0 0 49,0-1-1,1 1 1,-1-1 0,0 1 0,1-1-1,0 0 1,0 1 0,0-1 0,0 1-1,0-1 1,0 0 0,1 1 0,-1-1-1,2-4 1,1 2-18,0-1 0,-1 1 0,2-1 0,-1 1 0,1 0 0,-1 1 0,1-1 0,1 1 0,-1-1 0,0 1 0,1 0 0,0 1 0,0-1 0,0 1 0,1 0-1,-1 1 1,1-1 0,-1 1 0,1 0 0,0 0 0,0 1 0,7-2 0,-2 2 23,0 0 0,0 0 0,0 2-1,0-1 1,0 1 0,0 1 0,0 0-1,-1 0 1,1 1 0,-1 0 0,14 7 0,-16-6-18,55 22 144,-57-25-179,0 1 1,0 0 0,0-1 0,0 0-1,0-1 1,0 1 0,1-1 0,10-2-1,-16 2-8,1-1 1,-1 1-1,1-1 0,-1 0 0,0 0 0,1 0 0,-1 0 0,0 0 0,0 0 0,1 0 0,-1 0 1,0 0-1,0-1 0,0 1 0,-1 0 0,1-1 0,0 1 0,0-1 0,-1 1 0,1-1 0,-1 1 0,1-1 1,-1 1-1,0-1 0,1 0 0,-1 1 0,0-1 0,0 1 0,0-3 0,0-9 4,-1 1 1,-2-21-1,2 26-24,-3-22-125,-2-1 0,0 0 0,-2 1 0,-2 1 0,0-1 0,-2 2 0,-23-41 0,25 55 60,10 13 80,0-1 0,0 1 0,0 0 0,0 0 0,0 0 0,0 0 0,0 0 0,0 0 0,0 0 0,0 0 0,0 0 0,-1 0 0,1 0 0,0 0 0,0 0-1,0 0 1,0 0 0,0 0 0,0 0 0,0 0 0,0 0 0,0 0 0,0 0 0,0 1 0,-1-1 0,1 0 0,0 0 0,0 0 0,0 0 0,0 0 0,0 0 0,0 0 0,0 0 0,0 0 0,0 0 0,0 0 0,0 0 0,0 0 0,0 0 0,0 1 0,0-1 0,0 0 0,0 0 0,0 0 0,0 0 0,0 0 0,0 0 0,0 0 0,0 0 0,0 0 0,0 0 0,0 1 0,0-1 0,0 0 0,0 0 0,0 0 0,0 0 0,0 0 0,0 0 0,0 0 0,0 0 0,0 0-1,0 0 1,0 0 0,0 0 0,0 1 0,0-1 0,0 0 0,0 0 0,8 30 172,-6-23-195,10 48 163,-3 1 0,-2-1 0,0 66 0,10 86-95,-14-184-1651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7:06:49.725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7165 8038 1481 0,'-34'-30'39'15,"-2"0"36"-15,-3 6-108 16,1 1 10-16,-13 0 16 16,-1 1 3-16,-24 2 8 15,-12-2 3-15,-11 5 31 16,-2 4 13-16,-1 9-4 15,-1 6-5-15,-6 15-36 16,-10 5-6-16,-7 12-21 16,4 5 0-16,-2 4 4 15,4 4 2-15,17 11 9 0,5 6 6 16,20 12 0-16,11 3-3 16,16 15 0-16,11 6-3 15,19 17 6-15,12 16-6 16,26 24 6-16,13 13 6 15,31 25-3-15,9 11 6 16,29 3-9-16,13-7-3 16,17-8 0-16,17-12-3 15,14-20 6-15,10-6 9 0,10-23 12 16,9-8 5-16,1-12 1 16,1-7-6-16,0-23-3 15,-11-16 6-15,-9-41 45 16,-11-21 12-16,-19-45 32 15,-13-27 13-15,-14-42 8 16,-8-17-38-16,-16-31-9 16,-7-13 4-16,-23-19-17 15,-11-9-29-15,-22-16-17 16,-13-4-10-16,-24-13-18 16,-12-7-5-16,-25-1-25 15,-15 2-21-15,-29 6-99 16,-16 8-29-16,-30 29-96 15,-17 18 18-15,-28 48 66 16,-22 30 81-16,-20 57-30 0,-14 34-67 16,-9 48 116-16</inkml:trace>
  <inkml:trace contextRef="#ctx0" brushRef="#br0" timeOffset="1563.37">16226 6772 520 0,'-66'14'5'0,"0"4"-14"16,2 5 9-16,8 7 64 15,5 3 43-15,13 12 50 16,5 8 4-16,8 21-51 16,6 10-40-16,13 15-37 15,10 2-12-15,23-8-13 16,12-6 9-16,26-20 16 15,14-10 6-15,13-19 9 16,3-5-1-16,6-14-5 16,-3-7 1-16,-3-18-12 15,1-9 29-15,0-19-12 16,-1-7-1-16,-4-15 13 16,-3-7-3-16,-19-9-9 15,-10-5-6-15,-20-5-13 16,-12 0-2-16,-27-3-3 0,-13 1-3 15,-30 6-9-15,-17 8 15 16,-32 14-3-16,-18 10 0 16,-19 15-6-16,-14 9-6 15,-9 17-12-15,-1 8 0 16,-1 20-6-16,7 5-18 0,13 16-155 16,13 6-141-16,20 3 224 15</inkml:trace>
  <inkml:trace contextRef="#ctx0" brushRef="#br0" timeOffset="2408.82">14396 7660 1026 0,'-77'5'-93'0,"-6"0"-87"16,-6 0 9-16,-13 1 159 15,-4 1 92-15,-9 6 75 0,-3 6 9 16,-2 12-51-16,0 8-45 16,10 13-41-16,7 5-10 15,24 7-5-15,12 6-2 16,23 15-10-16,14 6-8 16,25 8-2-16,14-1 1 15,30-14 14-15,17-10 15 16,31-23 15-16,12-13 3 15,25-19 9-15,3-6-4 16,12-16-5-16,5-9-1 16,-1-16-4-16,6-8 0 0,-12-19 8 15,-3-6 46-15,-6-12-10 16,-16-3-8-16,-18-2-3 16,-15-4-3-16,-35 3 29 15,-11 0 22-15,-27 6 23 16,-15 3-28-16,-29 2-40 15,-13 5-24-15,-42 11-36 16,-20 10-23-16,-37 19-50 16,-19 12-18-16,-10 21-56 15,-1 12-17-15,8 19-48 16,6 9-78-16,19 13 219 16</inkml:trace>
  <inkml:trace contextRef="#ctx0" brushRef="#br0" timeOffset="13143.17">6565 9430 183 0,'0'0'31'0,"0"0"27"16,0 0-21-16,0 1-24 16,1 0-4-16,0-1-5 15,0 0-3-15,0 0 7 16,0 0-1-16,-1 0 2 16,1-1-2-16,0 0-1 15,0-1-2-15,8-27 1 16,-9 29 2-16,-1 0 3 0,0 0-1 15,-27-2-4-15,20 5-1 16,1 5-6-16,2 0-3 16,3 2-1-16,2-2-3 15,2 2 2-15,4-2 1 16,5-2 2-16,0 0 3 16,3-4 1-16,-3 0 0 15,2-3 18-15,1-2 7 0,0-3 12 16,2-2 13-16,-3-3-2 15,-2 0-7 1,-4 0-10-16,-1 0-3 0,-4 1-15 16,-2 2-1-16,-7 1-8 15,-7 2-1-15,-1 2-1 16,-3 1 0-16,-1 4-2 16,2 1 5-16,-2 5-3 15,2 1-2-15,5 2 0 16,0 1 0-16,8 0 0 15,3 1-5-15,1-2 1 16,4-3-1-16,6-4 3 16,1 0 2-16,3-4 7 15,4-3 7-15,-4-4 13 16,2-3 5-16,3-4-3 16,-3-2-4-16,2-2-11 0,-5 0-3 15,-4 3-4-15,-6 0-2 16,-5 4-1-16,-1 3-4 15,-9 6 0-15,-1 3 0 16,-7 9-4-16,1 2-1 16,0 6-22-16,5-1-73 15,6 1 68-15</inkml:trace>
  <inkml:trace contextRef="#ctx0" brushRef="#br0" timeOffset="15077.81">4629 10992 399 0,'3'7'53'16,"0"-1"63"-16,2-1-18 15,-3-3-55-15,-2-2-8 16,0 0 8-16,0-1 18 16,0-19 14-16,-4 8 7 0,-3-1-26 15,2-2-25-15,-6 4-16 16,-1 0-5-16,-3 3-6 16,-4 2-4-16,0 2 2 15,-1 1-2-15,1 4 2 16,2 3-2-16,-2 4 2 15,3 2-2-15,1 6 0 16,1 3 0-16,7 6-4 16,1 1 2-16,7-3 0 15,4 0-4-15,6-5 4 16,2-6 0-16,4-2-2 16,0-5 2-16,1-9 2 15,-3-7 0-15,0-10 0 16,1-4 4-16,-3-6 2 15,-1 0 6-15,-4-1 1 0,-3 0 3 16,-4 5-3-16,-2 1-3 16,-7 2-2-16,-1 5-2 15,-3 2-5-15,0 6 1 16,-4 6-2-16,-1 4-5 16,1 9-9-16,-3 3-5 15,3 10-5-15,2 5 1 16,5 6 8-16,4 2 7 0,9 3 0 15,7 1 6 1,8-6-6-16,6 0 1 0,3-9-3 16,0-8-1-16,-2-9 6 15,-3-8 5-15,-3-14 7 16,-4-4 14-16,-1-12 10 16,-1-1 4-16,-6-4 1 15,-1-1-10-15,-3 3-19 16,-3 3-3-16,-5 7-8 15,-3 5-13-15,-8 12-70 16,-7 6-74-16,-6 13-126 16,-7 6 36-16,-3 11 119 15,2 5 45-15,1 9 85 16,6 4 9-16,8 7-2 16,7 1-1-16,13-6-4 0,8-9-4 15,18-18-23-15,9-11 18 16</inkml:trace>
  <inkml:trace contextRef="#ctx0" brushRef="#br0" timeOffset="16897.97">6591 9474 502 0,'-3'-3'41'0,"3"-2"16"15,0 2-39-15,3-1-29 16,2 1-7-16,-1-1-23 16,-2-1-5-16,-2 5-10 15,0 0-2-15,0-1 36 16</inkml:trace>
  <inkml:trace contextRef="#ctx0" brushRef="#br0" timeOffset="17982.4">9015 7870 271 0,'0'-1'36'0,"-1"0"39"15,0 0-24-15,-14-29 11 16,15 30 27-16,0-1 14 16,-1 0 1-16,-26-13-28 15,17 12-20-15,-5 6-30 16,0 4-17-16,0 5-7 16,-1 4-2-16,6 1 4 15,4 2 1-15,4 4 0 16,3-1-1-16,2-3-2 15,1-2-2-15,4-6 3 16,0-4 1-16,3-4 17 16,1-4 13-16,0-1 4 15,1-5 3-15,0-4-10 0,0-2-10 16,-2-6-9-16,-3-3-6 16,-2-3-1-16,-4-2 1 15,-4 1-2-15,-1 2 4 16,-6 4 1-16,-4 4-1 15,-2 7 0-15,-2 4-4 16,-2 7-2-16,-4 6-2 0,-2 9 0 16,0 2 0-16,4 7 2 15,4 0 0-15,6 2-4 16,5-2 2-16,8-6-6 16,6-2 2-16,17-10 0 15,4-6 0-15,10-10 4 16,4-5 2-16,-3-11 2 15,1-2 0-15,-2-5-2 16,-2-1 2-16,-7-2-2 16,-6 1 0-16,-13 3 3 15,-7 4 3-15,-13 8 2 16,-9 4 3-16,-12 9-7 16,-5 5-2-16,-6 12-4 15,0 5-2-15,1 8 4 16,6 4 0-16,9 1-2 15,7 2-4-15,20 2-17 0,4-1-78 16,20-1 62-16</inkml:trace>
  <inkml:trace contextRef="#ctx0" brushRef="#br0" timeOffset="27139.45">15173 2525 230 0,'-76'16'-16'0,"-1"6"45"16,3 1 15-16,11 7 29 15,7 5 13-15,7 12 32 16,6 5-11-16,-3 13-46 15,1 4-27-15,7 7-31 16,2 1-1-16,22 4 12 16,9 2-1-16,21 0 5 15,15-1 3-15,17-8 4 16,2-3 2-16,13-10 14 16,2-8 12-16,20-14 21 15,20-3-4-15,17-13 3 16,5-6-3-16,15-13-31 15,3-11-10-15,11-13-18 16,3-6-7-16,-4-9 0 16,-4-2-2-16,-9-6 0 15,-7-6 4-15,-13-8 7 0,1-4-1 16,-14-7 2-16,-5-3-7 16,-14-3-5-16,-13-4 0 15,-20-1-2-15,-11 2 0 16,-19-2 4-16,-11-3 0 15,-20-1 2-15,-8 3 0 16,-23 2-1-16,-13 2-1 0,-19 0-4 16,-15 3 0-16,-21 8 2 15,-8 5 2-15,-18 12 0 16,-9 5 2-16,-12 11-2 16,-11 3 0-16,-12 10-3 15,-5 8 1-15,-5 15-9 16,2 11-5-16,-5 20 2 15,7 7-1-15,13 17-11 16,-2 8-16-16,17 22-98 16,5 5-196-16,1 7 171 15</inkml:trace>
  <inkml:trace contextRef="#ctx0" brushRef="#br0" timeOffset="38859.58">7357 3696 550 0,'-7'-4'0'15,"-1"0"-39"-15,0-5-17 16,-1 0 16-16,0-5 14 15,-2 0 19-15,-6 1 24 16,-1 3 10-16,-3 5 8 16,-5 5 11-16,-5 10-21 15,-2 4-14-15,-6 10-11 16,-1 5-4-16,-3 9 1 16,0 6 3-16,3 6 19 15,1 1 22-15,9-1 34 16,3-4 11-16,11-4 5 15,2-1-11-15,6 4-23 16,6 4-5-16,3 9-19 16,7-1-7-16,10-4-13 0,6-4-7 15,11-11-4-15,8-4-2 16,11-14 0-16,8-8 0 16,17-21 0-16,4-10 0 15,4-18 2-15,2-9 4 16,-8-12-2-16,-5-4 1 15,-10-3 1-15,-7 4-2 16,-13 3 0-16,-9 3-4 0,-19-2-2 16,-11 0-2-16,-25 3 0 15,-12 0 2-15,-17 13 2 16,-7 8 6-16,-14 10 2 16,-5 9 0-16,-10 13-8 15,-6 7-12-15,-10 16-15 16,1 8-14-16,-7 19-68 15,4 6-126-15,-3 10 138 16</inkml:trace>
  <inkml:trace contextRef="#ctx0" brushRef="#br0" timeOffset="40222.62">7425 5780 559 0,'-43'0'14'0,"-2"2"-17"16,-3 3-6-16,-9 5-4 15,-3 3-10-15,-5 3-11 16,0 3 2-16,4 3 12 16,2 0 7-16,7 7 13 15,-2 2 4-15,4 9 1 16,-1 6-5-16,7 6-7 0,7 3-10 15,12 2-6-15,10 4 1 16,7 11 2-16,3 2 3 16,11 7 6-16,7-2 4 15,15-3-6-15,13-2 6 16,18-14 36-16,4-10 26 16,12-29 34-16,0-15 63 0,13-25-36 15,6-12-27-15,8-21-43 16,5-7-17-16,-5-13-15 15,-4-6-3-15,-9-10 3 16,-9-3 2-16,-15 1 29 16,-8 3 10-16,-15 5 3 15,-10 4 2-15,-18 8-11 16,-10 7-9-16,-19 12-18 16,-9 5-9-16,-24 9-13 15,-11 4-8-15,-23 13-17 16,-12 9-27-16,-17 17-155 15,-10 10 116-15</inkml:trace>
  <inkml:trace contextRef="#ctx0" brushRef="#br0" timeOffset="44375.91">10990 3526 712 0,'-20'-23'20'0,"-4"5"-8"16,-5 3 1-16,-5 10 5 16,-4 6 10-16,-6 10 1 15,-1 6 3-15,-9 10 9 0,0 3 0 16,1 9-4-16,-1 2-12 15,12 10-14 1,6 4-6-16,11 15-3 0,5 4-2 16,11 2 0-16,5 0-2 15,11-8-5-15,8 0-2 16,13-3 2-16,10-7-4 16,19-14 6-16,11-10-2 15,17-18 5-15,3-9 2 0,4-19 7 16,0-11 4-16,-2-21 7 15,-2-12 7-15,-5-12 12 16,-1-4 0-16,-13-9 4 16,-12-1-4-16,-19-5-10 15,-14 0-2-15,-19 14 2 16,-8 8-2-16,-25 14-3 16,-15 6-5-16,-30 13-17 15,-13 9-4-15,-30 22-8 16,-9 8-1-16,-13 20-6 15,-6 6-5-15,8 9-5 16,6 5-19-16,17 9-230 16,13 5 178-16</inkml:trace>
  <inkml:trace contextRef="#ctx0" brushRef="#br0" timeOffset="45241.82">11005 5859 1433 0,'-38'-10'29'0,"-3"0"-33"15,-2 4-6-15,-8 4 2 16,-4 3 1-16,-12 7 1 16,-3 4 0-16,-1 8 6 15,1 5 0-15,9 12 0 16,1 7 0-16,5 13 0 15,7 6-4-15,13 10 0 16,12 6-9-16,16 11-18 16,9 0-12-16,18-5-7 15,14-9 5-15,19-21 18 16,7-10 12-16,14-18 9 16,3-9 4-16,12-18 6 15,4-6 7-15,4-18 15 16,2-4 3-16,2-17 2 0,1-7 3 15,2-16-12-15,-4-9-1 16,-15-7 4-16,-8-2 4 16,-27 3 0-16,-13 3-3 15,-26 3-13-15,-11 2-5 16,-24 7-8-16,-12 6 4 16,-31 11 4-16,-12 8-1 15,-25 19 1-15,-12 12-4 0,-12 25-6 16,-4 14-8-16,-4 16-25 15,6 7-21-15,16 11-141 16,4 1 117-16</inkml:trace>
  <inkml:trace contextRef="#ctx0" brushRef="#br0" timeOffset="48355.21">23300 4869 1084 0,'57'5'8'0,"-3"-2"-6"15,-5-3-2-15,-10 0 4 16,1-2-1-16,-8-1 17 16,-1 1 3-16,-6-1 0 15,-4 1-1-15,-4 1-15 16,-3 1-5-16,-7-1-2 0,1 0-2 15,-8 1-2-15,0 0 1 16,0 0-1-16,-16-5 2 16,6 3 2-16,-1 1 0 15,-1 1 0-15,1-1-2 16,-2 0-12-16,-1 0-3 16,0-2-1-16,1 1-1 15,3-1 11-15,1 0 4 0,9 3 2 16,-1 0-9-16,0 0-85 15,0 0-100-15,0 0 105 16</inkml:trace>
  <inkml:trace contextRef="#ctx0" brushRef="#br0" timeOffset="49006.71">23077 4870 937 0,'-25'1'21'16,"9"2"-19"-16,6-1 0 15,10-2-4-15,0 0 4 0,0 0 16 16,0 0 12-16,15 1 23 16,4-2-5-16,18-1-7 15,9 0-8-15,10 1-14 16,4 1-7-16,2 0-8 15,-8 0-1-15,-8 1-1 16,-8 1 0-16,-12 0 0 16,-3-1 2-16,-9-1 2 15,-4 3 2-15,-10-3-2 16,0 0-3-16,0 0 3 16,-7 0 2-16,-8-3-2 15,-3 0-4-15,-7 0-2 16,-4 0-4-16,-9 0 2 15,-2 2 2-15,-5 0 0 16,0 1 0-16,4 2 0 16,2 1 0-16,10 0 2 0,6 1 0 15,10-1 0-15,13-3 0 16,0 0-4-16,8 6-2 16,18-6 2-16,6 0 2 15,15 0 2-15,4-2 2 16,3-2-2-16,1 1-2 15,-4 0 2-15,-3 1 0 0,-4-1-6 16,-2 2-22-16,-8 1-268 16,-2-1 185-16</inkml:trace>
  <inkml:trace contextRef="#ctx0" brushRef="#br0" timeOffset="50462.68">24029 4964 826 0,'0'1'34'0,"0"0"25"16,1 0 32-16,-1-1-5 0,1 1-28 15,1-1-16-15,28 6-22 16,-20-7-7-16,2-1-9 16,3-2 0-16,4 2-2 15,1-2 2-15,1-1-2 16,-3 3 0-16,-4-1-2 15,-3 0 0-15,-5 3 0 16,-6 0-2-16,0 0 0 16,-13-6 0-16,-2 5 0 15,-7 1 2-15,-2 1 0 16,3 2 0-16,-3 0 2 16,2 0-2-16,2 1 2 15,-4 0 2-15,2 0-4 16,-1 0 2-16,1-3 0 15,1 0 0-15,8-1-1 16,12 0 5-16,0 0 6 0,1-4-2 16,15 1 1-16,5 1-1 15,8-1-10-15,1 0 2 16,4 1-2-16,1-1 0 16,2 1 0-16,3-1-2 15,-8 0 2-15,-3 3 2 16,-15-2-4-16,-13 2 2 0,0 0-2 15,-6 0 0-15,-16 3 2 16,-6 2 0-16,-6 2 0 16,-1 0 0-16,-3-1 0 15,1 0 2-15,1-4 2 16,-2 2 4-16,5-2 5 16,1-2-1-16,5 0-3 15,4 0 1-15,10-1-6 16,13 1 2-16,0-4-2 15,14 0 2-15,13-2-3 16,7 1-1-16,10-2 0 16,3 2-2-16,0 1-2 15,-4 0-5-15,-2 1-15 16,-2 0-5-16,-13 3-10 16,-4 0-3-16,-20 0-22 15,-10 5-8-15,-14-3-135 0,-9 2 109 16</inkml:trace>
  <inkml:trace contextRef="#ctx0" brushRef="#br0" timeOffset="52463.48">6711 9429 637 0,'-5'-1'15'16,"5"1"-17"-16,0 0-16 0,0 0-46 15,-1 0-4-15,-15 1 20 16,6 1 35-16,2-1 81 16,7-1 43-16,0 0 17 15,0 0-14-15,0 0-55 16,0 0-20-16,1 0-28 16,4-1-9-16,0-3-2 15,7 1 0-15,-4-1 5 16,-7 1 4-16,0 3 14 15,0 0 18-15,1 0 11 16,-1 0 5-16,0-1-11 16,0 0-13-16,-1 0-19 15,1 0-5-15,-1 1-5 16,0-1 0-16,-1 0-2 0,-32-5 0 16,22 8 0-16,3 0 2 15,-2 1 2-15,6-2 5 16,5-1 1-16,0 0-1 15,0 0-5-15,0 1-2 16,0 0-4-16,0 0 0 16,1 0 0-16,0 1 0 15,0-1 2-15,0 1 2 16,0-1 0-16,-1 0 4 0,1 0 11 16,0 0-2-16,0-1-5 15,0 0 0-15,0 0-9 16,-1 0 1-16,0 0 4 15,0 0-2-15,-1-1 0 16,0 1 1-16,0 0 1 16,-1-1-2-16,1 1 2 15,-1-1-2-15,0 0-4 16,-25-8-1-16,27 9-1 16,0 0 2-16,0 0 0 15,0 0 0-15,0 0 0 16,0 0 0-16,0 0 0 15,0 0-2-15,0 0 2 16,0-1-2-16,0 0 0 16,0 0 2-16,0 1-2 0,0 0 0 15,-1 0 2-15,0 0-2 16,0 0 0-16,-27 3 0 16,18 4 0-16,-3-1 0 15,-1 5 0-15,1 2 0 16,-2 3 0-16,-1 5-2 15,-4 7 0-15,-1 4 0 16,-4 9-2-16,-7 4 2 16,-16 7-2-16,-7 4 1 15,-12 7-1-15,-5 2 0 0,-4 6 4 16,-6 0-2-16,-6 2 4 16,-4 3 0-16,1 4 0 15,1 6 0-15,-2 3-2 16,4-1 0-16,1-6-2 15,6-8 0-15,7-12 0 16,6-7 2-16,14-16 2 16,8-5 0-16,12-11 0 15,4-5 0-15,10-6-1 16,3-4 1-16,7-4 0 16,10-4 0-16,0 0-4 15,0 0 0-15,0 0 0 16,9-8 2-16,3-2 4 15,2-2-2-15,5-3-2 16,1-2 0-16,2-1 0 0,1 0 0 16,-3 1 0-16,1 1 0 15,-4 2-4-15,-2 3 2 16,-5 1-5-16,0 2-3 16,-4 0-29-16,-1 2-29 15,-1 1-205-15,-3-3 150 16</inkml:trace>
  <inkml:trace contextRef="#ctx0" brushRef="#br0" timeOffset="53047.07">5035 10438 399 0,'0'0'62'0,"0"0"104"0,-12 6-72 15,1 11-8-15,-5 10-24 16,-2 9-12-16,-6 7 2 15,1 7 1-15,-7 5-1 16,0 4-5-16,-2 5-7 16,-2 1-3-16,5-3-12 15,2-4-1-15,5-13 5 16,4-9 4-16,5-13 0 16,3-6-4-16,6-8-20 15,4-9-3-15,0 0-4 16,1-9 2-16,8-5 2 15,5-5 0-15,10-4 1 16,6-2 1-16,14 2-4 16,8-1 2-16,12 4-4 0,4-1-2 15,11-2 0-15,5-2-4 16,3-7-56-16,-1-3-231 16,-16-14 166-16</inkml:trace>
  <inkml:trace contextRef="#ctx0" brushRef="#br0" timeOffset="53705.51">6231 9451 721 0,'0'0'84'0,"14"-2"94"15,0 3-135-15,9 2-34 16,3 2-2-16,0-4 4 16,0 0 4-16,-1-3 15 15,-1-2 4-15,3-3 3 16,1-1-6-16,4-3-15 16,2-2-1-16,-1 0-3 15,1 0-1-15,-11 4-1 16,-9 2-2-16,-7 2 5 15,-7 5 7-15,0 0 21 16,0 0 3-16,-19 5-9 16,6 3-8-16,-6 5-25 15,-1 4 0-15,-4 8 0 16,3 5-2-16,-5 14 0 16,1 8 0-16,-2 15 0 15,-1 5 0-15,7 4-10 0,4-1-79 16,-2-15 58-16</inkml:trace>
  <inkml:trace contextRef="#ctx0" brushRef="#br0" timeOffset="54794.94">6600 9413 869 0,'0'0'27'0,"0"0"-9"16,13-6-13-16,-2-1-3 15,7-1 5 1,10-4 32-16,4-3 13 0,9-2 3 16,-1-3-10-16,6-3-28 15,1-3-9-15,8-6-8 16,6-2 2-16,16-9 0 15,6-5 2-15,13-8 0 16,7-6 1-16,6-8 5 16,4 0 4-16,9 0 9 15,-4 3 0-15,8 4 6 16,0-3-2-16,-7 1-5 16,-1 2-5-16,-10 3-5 15,-7 6-1-15,-9 4 13 0,-3 2 3 16,-8 4-4-16,-8 2 2 15,-15 6-13-15,-10 6-4 16,-23 9-6-16,-8 6-2 16,-12 6 0-16,-6 3-4 15,-7 3-14-15,-4 3-57 16,-6 0-265-16,-3 0 189 16</inkml:trace>
  <inkml:trace contextRef="#ctx0" brushRef="#br0" timeOffset="55756.6">8472 8097 1065 0,'4'13'17'0,"6"-3"-17"16,4-2-10-16,11-6 5 16,5-3 3-16,10-7 9 15,5-4 9-15,5-6 11 16,4-1 2-16,5-1-4 15,-2-1-3-15,-6 1-5 16,-8 2 0-16,-9 1 5 16,-5 3 1-16,-4 4 2 15,-3 2-4-15,-8 6-5 16,-4 2-4-16,-7 2-3 16,-4 4 5-16,-8 8 1 15,-4 4 5-15,-9 12-1 16,-4 10-9-16,-7 21-2 0,-2 11-8 15,-14 15 0-15,-2 7 1 16,-4 1-12-16,-1-6-32 16,8-18 24-16</inkml:trace>
  <inkml:trace contextRef="#ctx0" brushRef="#br0" timeOffset="56344.87">6788 9045 983 0,'-29'55'41'15,"1"2"-4"-15,2 4-35 16,-1-1-2-16,2-8 0 15,0-4 0-15,5-10 7 16,1-6 22-16,-2-6 28 16,1-4 5-16,6-6-2 15,2-4-22-15,12-12-26 16,6 3-6-16,17-12 4 16,13-5 11-16,30-7 14 15,6-3 2-15,21-2-8 16,1 2-10-16,3 4-34 15,4 3-102-15,-9 10 77 16</inkml:trace>
  <inkml:trace contextRef="#ctx0" brushRef="#br0" timeOffset="62272.12">13710 5796 851 0,'7'-1'25'16,"3"1"4"-16,14 2-52 15,10 0 8-15,23-4 17 16,12-2 11-16,11-3 8 16,4-1 4-16,-3 2-11 15,-3 0-3-15,-15 2-6 16,-9-2-3-16,-14-2 2 15,-9-2 1-15,-9 1 13 16,-2 1 7-16,-8 4 7 16,-2 3-6-16,-3 1-10 15,-1 0-6-15,-2 0-8 16,-4 0-1-16,0 0 5 0,0 0 6 16,0 0-2-1,-1 0 1-15,-17-8-3 0,7 5 0 16,2-2 3-16,2 0 1 15,2 2 2-15,5 3-1 16,0 0-9-16,0 0 2 16,-1 0-6-16,1 0 0 15,0 0 0-15,-1 0 0 16,0 0 0-16,0 0 0 16,0 0 2-16,1 0 4 0,-1 0-3 15,0 0 3-15,0 0-2 16,1 0 0-16,0-1-2 15,0 0-2-15,0 0 0 16,0 1-2-16,0-1-14 16,0 0 1-16,0 1-39 15,0 0-117-15,0 0 98 16</inkml:trace>
  <inkml:trace contextRef="#ctx0" brushRef="#br0" timeOffset="81878.59">7522 4926 106 0,'47'-14'4'0,"-2"-1"-2"16,0-1-1-16,-2-1-1 16,4-1 0-16,-7-1 6 15,-4 2 8-15,-9 3 23 16,-10 4 11-16,-7 5-6 15,-10 5-17-15,-5 1-14 16,-8 5-9-16,-14 7 3 16,-9 0 10-16,-11 6-4 15,-6 2-4-15,-8 5 1 16,-6 3-3-16,-6 3 1 16,-2 0-1-16,-2-1 4 15,0-3-1-15,0-2 4 16,5-1 5-16,12-3 1 0,11-2 0 15,17-2 1-15,7-2-7 16,10-3-1 0,4-2-2-16,11-11-14 0,0 0 31 15,16-1 15-15,9-10 0 16,17-6 9-16,5-4-30 16,17-5-11-16,4-1-4 15,1-3 2-15,0-1-7 16,-9 2 4-16,-2 0 1 0,-4 3-3 15,-3 2-2-15,-8 6 0 16,-7 3 5-16,-13 7-5 16,-5 2 4-16,-10 3-4 15,-8 3-4-15,0 0-3 16,0 0 0-16,-13 2 5 16,-2 3 2-16,-9 4 2 15,-5 4 0-15,-7 3-2 16,-2 2-2-16,-3 2-7 15,2 0-16-15,3-1-34 16,1 0-21-16,7-4-16 16,3-2 3-16,11-5 53 15</inkml:trace>
  <inkml:trace contextRef="#ctx0" brushRef="#br0" timeOffset="85194.23">10497 5088 110 0,'12'-5'23'0,"3"-2"36"16,3 0 7-16,8-5 3 16,3 2-1-16,10-2-24 15,3 1-13-15,4-1-13 16,3 0-11-16,2 0-4 15,3-2-3-15,4-2 0 16,4-3 2-16,1-1-2 0,-4 0 2 16,-4 0 0-16,-5 2 1 15,-7 2 1-15,0 1 5 16,-6 3 5-16,-4 2 4 16,-11 4-4-16,-7 2-3 15,-15 4-18-15,1 0-13 16,-1 0 6-16,-12 3 3 0,-13 3 11 15,-7 1 7-15,-4 2 0 16,-4 2-5-16,-4 5 0 16,-3 1-2-16,-9 4-7 15,-2 2-13-15,-7 5-39 16,0-1 6-16,1-1 0 16,-2 0 7-16,9-6 28 15,5-1 13-15,13-4 6 16,11-3 5-16,9-2-1 15,4-3-1-15,5-1 0 16,4-2-4-16,10-4-4 16,9-4 2-16,24-8 4 15,10-5 7-15,17-5 0 0,6-4 2 16,-2-2-5 0,-2-1-1-16,0 0 1 0,-2 1-3 15,-2 2 10-15,-4 1 2 16,-6 5 12-1,-2 1 4-15,-9 6-5 0,-7 2 8 16,-13 4-9-16,-8 4-11 16,-13 3-17-16,0 0-6 15,-9 3 0-15,-10 3 0 16,-19 6 14-16,-5 1-1 0,-8 5-13 16,-3 2-23-16,-2 4-54 15,-1-1 55-15</inkml:trace>
  <inkml:trace contextRef="#ctx0" brushRef="#br0" timeOffset="100993.86">6871 9793 949 0,'-9'10'41'16,"1"1"22"-16,5 2-70 16,3 1 3-16,1 2-1 15,-1 2 3-15,2 5 0 16,1 0 0-16,1 2 2 15,4 0 4-15,0-1 7 16,4-3 0-16,2-5-3 16,4-5-5-16,2-8-3 15,1-6 0-15,-1-13 10 16,-2-6 4-16,0-13 7 16,-3-4 2-16,-3-6 1 15,-1 1-1-15,-6 6 0 0,-4 5-4 16,-2 8 1-16,-5 5-5 15,-3 7-7-15,-1 4-4 16,-6 7-4-16,0 5 0 16,-6 8-2-16,0 6 0 15,-1 7-2-15,1 3 2 16,3 5 0-16,2 2 2 16,7 2 2-16,3 1 0 15,7 0-2-15,2-2 0 0,9-6-4 16,3-5 0-16,5-11-3 15,4-6-1-15,2-11 2 16,3-6 2-16,-4-10 4 16,2-4 0-16,-5-9 2 15,-6-3 4-15,3-4-4 16,-8-1 4-16,-1 1 0 16,2 2 1-16,-11 5-1 15,-1 3 4-15,-7 7 1 16,-5 6-3-16,-2 7 0 15,-1 6-4-15,-5 8-2 16,1 7-2-16,-3 9 0 16,0 5 0-16,2 6 2 15,2 3-2-15,7-2 0 16,4 1 0-16,10-3 0 16,6-3 0-16,7-4-4 0,3-3-2 15,5-7 2-15,-1-5 2 16,2-6 0-16,-1-5 4 15,-4-10-2-15,-1-6 2 16,-4-8 8-16,0-3 1 16,-6-5 5-16,-4 1 1 0,-4 3-3 15,-5 3-2 1,-3 6-5-16,-2 4 1 0,-7 7-6 16,0 5 2-16,-5 7-4 15,-2 7-2-15,-3 8 0 16,0 4 0-16,1 6 4 15,1 1 0-15,8 2 0 16,2-3-2-16,11-2 2 16,5-4-2-16,9-3 0 15,8-3 0-15,6-6 0 16,2-4-2-16,2-9 2 16,-1-7 0-16,-1-7 4 15,-1-4 0-15,-3-5-4 16,-3 0 3-16,-6-2 3 15,-3 1 0-15,-5 5-2 16,-2 2 2-16,-8 8-2 0,-7 4-2 16,-5 9 0-1,-5 4-2-15,-3 11 0 0,0 4 1 16,-3 7-1-16,3 3 4 16,1 2 4-16,2 0-2 15,9-1 2-15,4 0-3 16,9-4-6-16,5-2 1 15,6-6 0-15,3-3-6 0,5-8 6 16,0-5-2-16,3-7 2 16,2-7 4-16,-2-9 0 15,4-3-1-15,-3-4 1 16,-4 2 0-16,-1 0-4 16,-8 1 0-16,-6 3 4 15,-3 2-2-15,-5 4 0 16,-6 4 2-16,-4 6 0 15,-4 2-2-15,-4 8 1 16,1 4-1-16,2 9 0 16,0 5 0-16,4 6 2 15,4 2 0-15,4 3-2 16,6-1-2-16,3-3-4 16,4-4 2-16,6-8-2 15,2-7 2-15,5-9 0 16,1-5 2-16,-1-11 2 0,1-4 0 15,-3-7 0-15,-4-3 4 16,-2-3-4-16,-6 0 2 16,-5 4 2-16,-4 2 3 15,-7 6 13-15,-2 4 17 16,-5 7-6-16,1 3 0 16,-4 11-19-16,0 7-2 15,-2 10-9-15,-1 6-6 0,1 9 3 16,2 2-6-16,4 2-14 15,3-2 5-15,9-9-15 16,3-5 0-16,10-12 3 16,4-5 8-16,6-9 11 15,3-7 1-15,1-8 7 16,-2-6 0-16,2-8-2 16,-3-2 4-16,-2 0 2 15,-4 0-1-15,-7 6 3 16,0 1 3-16,-6 10-6 15,-1 3 3-15,-10 7-3 16,-3 5-3-16,-5 9 3 16,-6 3-3-16,-1 11-3 15,-1 5 0-15,0 6 0 0,5 2-3 16,5 0 1-16,6-1 1 16,8-5 0-16,3-1 0 15,9-7 1-15,3-4 1 16,5-9-4-16,2-8 6 15,0-10 0-15,-1-7 4 16,-2-12-2-16,-3-4 0 16,-7-6 0-16,-1-2-1 15,-5 0-1-15,-2 1 2 0,-3 4-2 16,-2 5 2-16,-3 13-4 16,-2 7-1-16,-3 16-11 15,-2 8-11-15,-1 15-10 16,0 9-2-16,4 9 10 15,4 3 8-15,7 2-69 16,5-4 63-16</inkml:trace>
  <inkml:trace contextRef="#ctx0" brushRef="#br0" timeOffset="104597.89">6986 9916 212 0,'-6'0'6'15,"0"0"19"-15,-1 2 37 16,0 0 22-16,-4 2 47 16,0 0 29-16,-3 2-33 15,-1 1-20-15,-1 2-36 0,-4 1-19 16,-2 3-28-16,-4 2-15 16,-10 2-7-16,-6 2-2 15,-14 0 4-15,-6 0-4 16,0 3 2-16,2-1-2 15,4 4 0-15,-2 4 0 16,-15 4 0-16,-5 1 0 16,-8 6 0-16,2 1 2 15,-2 3 4-15,0 0 4 0,-2 0 11 16,0-3 0-16,3-2-1 16,1-2 1-16,5-6-8 15,3-2-1-15,5-4 2 16,-2-1-1-16,3-2-3 15,1 1 3-15,10-1 7 16,5-1 9-16,6-3 17 16,4-2 5-16,5-1-12 15,3 0-12-15,8 0-20 16,3 0-3-16,9-3-4 16,4-1 0-16,5-4-2 15,2-1-2-15,4-1-11 16,1 0-4-16,1 0-20 15,3 2-35-15,0 1 45 0</inkml:trace>
  <inkml:trace contextRef="#ctx0" brushRef="#br0" timeOffset="105238.97">5159 10405 958 0,'-18'7'84'0,"2"4"32"0,0 6-89 16,2 5-21-16,-2 2-6 15,-3 5 0-15,-3 3 0 16,-4 6-2-16,-5 5 4 16,-4 8 25-16,-3 2 4 0,-2 1 5 15,4-3-3 1,5-6-23-16,5-4-2 15,12-8-6-15,3-6-2 0,7-10 0 16,3-4-6-16,6-9-15 16,4-4-1-16,7-5 9 15,4-3 3-15,11-3 16 16,3 1 0-16,12 1 1 16,3 1 1-16,14 6 10 15,11 3 1-15,18 11 0 16,7 5-3-16,7 11-16 15,2 5-31-15,-12 2 17 16</inkml:trace>
  <inkml:trace contextRef="#ctx0" brushRef="#br0" timeOffset="106060.13">6507 9801 928 0,'-23'-5'109'0,"5"3"43"0,4-1-67 16,14 3-50-16,-1 0-20 16,0 0-15-16,1 0-6 15,4 13 3-15,5-1-1 16,3 4 9-16,4 0 5 0,7-3 8 15,8-1 1-15,11-4-2 16,12-3-3-16,6-4-4 31,0-2-1-31,-8-7-7 0,-6-2 2 0,-9-3 0 16,-4 1-2-16,-7 2 2 16,-3 1 0-16,-9 4 2 15,-2 2 1-15,-5 4 9 16,-3 3 1-16,-3 6 24 15,-1 5 22-15,-8 12 41 16,-2 5-14-16,-9 13-33 16,-3 6-12-16,-8 12-21 15,-5 8 0-15,-6 14-16 16,-4 7-19-16,-8-1-91 16,-2-2-47-16,10-17-54 15,9-9-7-15,15-22 123 16</inkml:trace>
  <inkml:trace contextRef="#ctx0" brushRef="#br0" timeOffset="107456.89">9066 7823 1185 0,'-7'-4'33'0,"-1"1"-6"16,0 3-19-16,-2 2-7 15,-3 4-1-15,-3 6 10 16,-1 5 6-16,-5 7 7 16,-1 6 4-16,-10 13-8 15,-7 8-3-15,-9 25-8 16,-6 9-6-16,-9 16-2 16,-4 8 2-16,-19 3-1 0,-8-2-1 15,-11-2 2-15,-10-3-2 16,0-7 2-16,2-4 2 15,6-8 10-15,10-7 9 16,17-13 4-16,6-4 0 16,20-11-9-16,7-7-14 15,14-11-43-15,6-8-39 0,6-12 42 16</inkml:trace>
  <inkml:trace contextRef="#ctx0" brushRef="#br0" timeOffset="107625.63">7963 8723 659 0,'5'-16'-184'0,"-1"6"131"16</inkml:trace>
  <inkml:trace contextRef="#ctx0" brushRef="#br0" timeOffset="107965.09">7860 8847 1021 0,'-51'67'84'0,"1"4"38"0,-3 12-54 15,1 11-50-15,3 4-11 16,-3 10-3-16,-2 1-4 15,-2-2-4-15,0-7 4 16,4-19 0-16,3-14 4 16,13-24 10-16,3-9 5 0,12-13-1 15,4-7-1 1,9-8-15-16,8-6-16 0,0 0-28 16,5-5-1-16,5-7 6 15,4-4 10-15,4-7 29 16,5-1 4-16,7-4-2 15,5-1 0-15,15-4 2 16,4-2-3-16,15-7 1 16,7-1-2-16,12-2 2 15,3 2-4-15,0 6-43 16,-4 1-181-16,-6 7 126 16</inkml:trace>
  <inkml:trace contextRef="#ctx0" brushRef="#br0" timeOffset="110922.94">16897 8875 1175 0,'-1'-17'43'0,"-2"0"5"15,0 1-56-15,-2-2-19 16,-2-2 4-16,-3-2 29 16,-7 1 17-16,-4 1 35 15,1 3 6-15,-5 1-10 16,2 0-11-16,-1 0-24 16,0-1-7-16,-2-4-10 15,0 1 2-15,-1-3-2 16,-2 2-2-16,-3 0 6 15,-1 3-3-15,-5 3 11 16,-5 3-4-16,-4 4-1 16,-2 2-1-16,-3 4-3 0,-2 1 1 15,-2 7-3-15,-4 1-3 16,-4 7 3-16,0 3-6 16,-5 6 0-16,2 1 0 15,0 2 3-15,2 2-8 16,6 0 4-16,4 1-4 15,5 5-1-15,1 4 1 16,9 8 0-16,4 5 2 0,12 11 5 16,10-2-3-16,18 3 4 15,10-5-4-15,26-4 2 16,12-1 0-16,16-5-2 16,9-3 0-16,6-8 0 15,3-5-3-15,12-8 3 16,4-6 2-16,9-9 2 15,9-7 2-15,4-12 0 16,-1-5-2-16,-1-12-20 16,-11-4-19-16,-13-6-57 15,-9-3-44-15,-27-4-214 16,-12-2 187-16</inkml:trace>
  <inkml:trace contextRef="#ctx0" brushRef="#br0" timeOffset="112017.65">16934 9526 1148 0,'-36'-25'56'0,"-3"1"43"15,-9 2-97-15,-2 3-10 16,-10 3-2-16,-6 2 5 15,-14 2 5-15,-9 3 3 16,-11 5 11-16,-5-1 7 16,-5 5 6-16,0 3 1 0,0 6-7 15,0 3-6-15,3 10-11 16,-1 6-2-16,9 11-2 16,6 6-4-16,14 7 0 15,11 2 4-15,12 2 4 16,7 1 0-16,19 1 2 15,12 0-6-15,29-1 0 16,13-1 0-16,28 0 0 16,10-2 6-16,23 0-2 15,13-4 3-15,17-8-5 16,11-5 0-16,3-13 2 16,6-6-2-16,-4-14-6 15,-3-5-19-15,0-16-78 16,-9-5-145-16,-11-8 119 15</inkml:trace>
  <inkml:trace contextRef="#ctx0" brushRef="#br0" timeOffset="113038.69">18663 9381 1450 0,'-51'-14'14'0,"-6"1"-100"16,-7 3-49-16,-9 2 5 15,-2 1 25-15,-2 4 146 16,2 1 42-16,-1 9 16 16,3 5-14-16,1 12-52 15,2 5-19-15,4 12-33 16,1 5-12-16,5 11-22 0,0 4-7 16,3 8 12-16,5 3 7 15,10 2 26-15,9-3 9 16,21-4 6-16,11-7 6 15,23-7-3-15,14-4-4 16,26-5-19-16,14-2 3 16,21-5 9-16,13-4 8 0,20-10 17 15,9-8-1-15,11-11-6 16,3-7-3-16,-4-9-1 16,-3-2-4-16,-6-2 10 15,-6 2 11-15,-6-3 6 16,5 0 2-16,-5-5-8 15,-3-4-13-15,-15-4-16 16,-17-3-5-16,-21-4-7 16,-14-3-5-16,-24-3-4 15,-12-4-6-15,-25-4-18 16,-16-2-2-16,-24 2 26 16,-11 3 27-16,-22 4 41 15,-12 2-7-15,-24 4-34 16,-13 4-34-16,-12 12-103 15,-9 7-116-15,-7 8 141 0</inkml:trace>
  <inkml:trace contextRef="#ctx0" brushRef="#br1" timeOffset="141576.2">6908 7451 730 0,'-14'-18'98'15,"0"0"127"-15,-2 1-190 16,-4-1-22-16,-5 0-5 15,-16-3-8-15,-13 1 4 16,-13 2 13-16,-4 1 5 0,4 6 11 16,3 3 2-1,-12 8-10-15,-8 3-2 0,-17 16-15 16,-9 9-2-16,-10 17-8 16,-4 9-4-16,-13 15-2 15,0 7 0-15,2 13 4 16,-3 7-1-16,4 12 5 15,-1 10 0-15,-3 16 0 16,2 5 2-16,-6 18 0 16,2 0 1-16,6 6 7 15,1-2 4-15,17-1 17 16,5-2 9-16,12-3 13 16,9 3-1-16,15 2-7 15,9 1-5-15,20 11 17 16,8 6 3-16,15 12-13 0,9 1-5 15,12-6-15 1,9-10-9-16,15-24 3 0,11-12 9 16,22-25 21-16,16-13 8 15,23-17 22-15,12-6-9 16,26-15-9-16,5-11-13 16,25-23-32-16,3-13-3 15,15-20-9-15,5-12 3 0,11-17 0 16,6-6 3-1,7-14 0-15,9-7-3 0,12-9 3 16,-1-4-4-16,9-10 1 16,-7-9-1-16,-13-16-6 15,3-5 2-15,-20-3-3 16,-3-1-1-16,-11-7 3 16,-11-4 2-16,-12-13 17 15,-11-1 17-15,-16 1 25 16,-9 1 17-16,-25-1 6 15,-12-4-37-15,-31-6-9 16,-14-2-9-16,-30-9-13 16,-16-9-2-16,-26-10-9 15,-12-6-4-15,-14 1-3 16,-8 4-1-16,-12 13 1 0,-6 10 0 16,-11 15-4-16,-10 14-6 15,-16 17-10-15,-5 11-5 16,-24 21-8-16,-3 11 4 15,-12 15 5-15,-13 8 3 16,2 17-8-16,-6 8-27 16,-21 23-36-16,9 14-7 15,-28 29 0-15,-7 14-45 0,0 28 26 16,-14 12 12-16,12 23 10 16,9 9 5-1,18 12-20-15,14 11-8 0,25 12 93 16</inkml:trace>
  <inkml:trace contextRef="#ctx0" brushRef="#br1" timeOffset="147308.15">16397 11214 1477 0,'-51'-7'49'0,"1"-1"26"15,0 1-51-15,-1 0-48 16,-4 3 0-16,-9 3-6 15,-2 4 20-15,-9 10 6 16,-1 6 3-16,3 9 4 16,3 5 5-16,10 6-4 0,5 2 5 15,10 7-20-15,3 3 1 16,16 12-5-16,8 4-4 16,24 4 1-16,13-1 3 15,20-4-3-15,11-4 1 16,24-9 1-16,11-5 10 15,24-12 12-15,12-5 8 0,12-9 7 16,5-8-2-16,1-12-1 16,-5-5 1-16,-2-16-7 15,-6-6-2-15,-5-11 1 16,-3-5 10-16,-17-9 27 16,-9-2-3-16,-22-3-1 15,-12-2 7-15,-29 0-12 16,-14-2 12-16,-34 1 12 15,-17 3 5-15,-27 5 13 16,-17 4-15-16,-25 0-27 16,-12 1-10-16,-22 6-49 15,1 6-16-15,-15 11-66 16,-2 8-41-16,-2 18-87 16,-8 8 27-16,9 19 145 15</inkml:trace>
  <inkml:trace contextRef="#ctx0" brushRef="#br1" timeOffset="148404.82">13620 12235 1396 0,'-129'25'-16'0,"6"5"13"15,7 17-1-15,7 6-8 16,16 11 4-16,7 5 12 16,21 3 12-16,10 3 9 0,29 3-8 15,16-1-1-15,31-6-8 16,19-6-7-16,30-14 7 16,14-9-4-16,29-17 0 15,15-11 2-15,29-18 7 16,12-11 7-16,14-20 3 15,1-11-2-15,-2-14 5 16,-6-5 1-16,-12-4-9 16,-14 0 3-16,-29 8 15 15,-15 5 17-15,-36 10 88 16,-11 7 47-16,-23 7 81 16,-9 3-71-16,-30 1-36 15,-14-2-66-15,-33-4-45 16,-21-2-24-16,-27 4-63 15,-26 2-19-15,-24 10-38 0,-21 6-59 16,-19 9-28-16,2 7-89 16,-5 10 24-16,9 7-3 15,14 11 97-15,16 2-145 16,30 2 174-16</inkml:trace>
  <inkml:trace contextRef="#ctx0" brushRef="#br1" timeOffset="149375.67">13977 13044 1456 0,'-62'0'-41'15,"-4"9"-23"-15,-2 5-13 16,-5 13-32-16,-1 9-1 15,-1 12 15-15,1 7 43 16,11 10 106-16,9 5 37 16,22 6-12-16,11 3-15 0,26 3-37 15,15-3-19-15,24-10-6 16,14-7 6 0,19-17 4-16,8-7 5 0,20-14 10 15,7-10 4-15,12-11 25 16,8-6 12-16,-2-18 10 15,-7-3 91-15,-4-14-22 16,-6-6-31-16,-23-8-56 16,-10-5-21-16,-25-4 9 15,-14 0 35-15,-13 1 61 16,-3-1-44-16,-18 1-10 16,-8 0-20-16,-17 7-30 15,-8 2 1-15,-14 5-9 16,-12 5-4-16,-35 9-40 15,-9 6-37-15,-31 18-106 16,-12 8-72-16,-4 17-173 0,-9 10 16 16,2 11 316-16</inkml:trace>
  <inkml:trace contextRef="#ctx0" brushRef="#br1" timeOffset="150927.74">16958 13066 1303 0,'-43'-18'52'0,"-10"2"-32"16,-2 2-3-16,-5 3-3 15,-4 1 3-15,-2 6 6 16,-2 3 1-16,-14 8-7 16,-3 4-2-16,-10 5-9 15,-5 3-4-15,5 4-2 16,1 3-8-16,0 5-7 15,3 2-10-15,7 6-18 16,3 2-3-16,5 3 9 16,10 0 12-16,15 3 32 15,8-1 11-15,24-1 9 16,7 1-4-16,18 3-15 16,16 3-2-16,27 8-10 15,14 2 2-15,27 0 2 0,11-6 10 16,12-11 15-16,10-11 8 15,11-17 7-15,2-10-1 16,7-21 9-16,-2-6-9 16,4-15-30-16,-2-8 0 15,-8-10 12-15,-6-6 11 16,-20-3 40-16,-8 1 21 16,-19 2 14-16,-7 6 4 0,-15 2-36 15,-11 2-16-15,-18 7-20 16,-10 1 0-16,-21 5 5 15,-13 1 5-15,-23 1-3 16,-14 1-2-16,-29-1-21 16,-9 1-20-16,-28 2-17 15,-12 2-21-15,-22 4-41 16,-9 2-56-16,-10 9-155 16,-6 4-116-16,-2 13 324 15</inkml:trace>
  <inkml:trace contextRef="#ctx0" brushRef="#br1" timeOffset="155234.35">9927 7013 1380 0,'-62'-22'60'15,"-6"-3"30"-15,-7 2-58 16,-11 1 43-16,-12 0 17 16,-17 5 25-16,-16 1-1 15,-16 7-47-15,-14 3-15 16,-22 8-30-16,-10 5-6 0,-25 10-18 16,-5 4-3-16,-19 12-3 15,2 6 0-15,-13 15 3 16,0 10-3-16,-10 11-6 15,7 8 0-15,-1 11-15 16,-5 5-24-16,11 16-65 16,-8 8-25-16,4 16-29 15,6 8 85-15,4 13 38 16,2 4 5-16,17 7 11 16,11 0 4-16,28 9 9 15,19 1 5-15,36 3 5 16,19 3 6-16,34 1-14 15,18-1-36-15,32-3-258 16,18 0 190-16</inkml:trace>
  <inkml:trace contextRef="#ctx0" brushRef="#br1" timeOffset="155610.23">3695 10892 477 0,'142'125'121'0,"21"-16"100"0,15-8-69 16,33-30-49-16,18-14-25 15,30-27 7-15,11-13 8 16,29-23-10-16,9-16-3 15,20-28-8-15,18-19 47 16,10-33-53-16,8-15-21 0,10-15-33 16,-6-8 0-1,0-12-9-15,-11-6 3 0,-19-13 9 16,-12-2-3-16,-29-7 6 16,-10-4 6-16,-35-3 29 15,-21-5 22-15,-41-5 30 16,-25 1 8-16,-44-4-21 15,-22 1-29-15,-43-1-10 16,-22 3-15-16,-44-5-11 16,-25 4-25-16,-48 7-3 15,-26 6-5-15,-47 17-7 16,-29 9 9-16,-42 23-1 16,-19 10-7-16,-32 22-9 15,-11 11-2-15,-19 23-8 16,-9 17-2-16,-14 36-84 15,4 18-50-15,-10 43-111 16,7 21-77-16,-1 38 289 0</inkml:trace>
  <inkml:trace contextRef="#ctx0" brushRef="#br1" timeOffset="178989.69">17299 3556 1123 0,'-3'-11'9'0,"2"1"-28"16,-2 1 4-16,0 1 38 15,-2 1 6-15,-2 0 6 16,-2 2 7-16,-1 1 9 16,3 0 5-16,1 4-4 15,6 0-11-15,0 0-26 16,0 0-5-16,21 4-6 16,6 2-2-16,19 0 6 15,10-1-4-15,15 0-1 16,8-2-3-16,11-3 2 15,6 0 0-15,6-5-2 0,6 1 2 16,6-2 0-16,4-2-2 16,6-1 0-16,0-1 0 15,-2-2 0-15,-3 0 2 16,-9 1 0-16,-3 2 0 16,-19 2-2-16,-12 1 0 15,-20 2 0-15,-14 2-2 16,-19 2-4-16,-6 0 0 0,-17 1-11 15,-9 2-10-15,-15 0-18 16,-12 2-13-16,-16 2-4 16,-11 1 4-16,-17 0 21 15,-7 1 14-15,-13 1 21 16,-5-1 2-16,-10 1 0 16,0 0 0-16,-7-3 0 15,-4-1 0-15,6-2 0 16,0-4 0-16,8-2-2 15,6-2 2-15,2-3 0 16,3-1 4-16,8-1 0 16,8 1 0-16,12 1-4 15,6 2 2-15,12 1-14 16,5 2-7-16,18 0-12 16,9 0-2-16,23 2-11 0,4-1 10 15,24 1 15-15,12 2 4 16,20 1 17-16,11 2 0 15,18 3 0-15,12 2-2 16,14 0 0-16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7:09:53.7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5901 4333 135 0,'41'-8'2'0,"1"-3"0"15,2 0-2-15,3-4 0 16,1-2 13-16,2 0 45 15,3-1 23-15,7 4 30 16,-1 0 26-16,0 2-14 16,5 0-21-16,14 3-34 15,17 1-8-15,11 3-19 16,0 2-5-16,0 3-4 16,0 0 0-16,10 3 3 15,4-1-2-15,10 2 2 16,0-2 0-16,7 0-14 0,0 0-3 15,4-3-10-15,0-2-4 16,1-3 1-16,8-2 1 16,1 0 10-16,5-1 1 15,-1 3 2-15,7 1-3 16,1 1-10-16,-5-1 0 16,8-1-6-16,-10-2 3 15,4 0-1-15,-1-3-2 16,-8 1 2-16,-4 0 2 15,-10-1-4-15,-1 3 0 0,-8 0 2 16,-3 0-2-16,-4 1-2 16,-6 1-2-16,-12 1-21 15,-2 0-29-15,-12-1-195 16,-7 1 137-16</inkml:trace>
  <inkml:trace contextRef="#ctx0" brushRef="#br0" timeOffset="3158.48">4702 4381 1019 0,'-9'-3'57'0,"1"-2"5"0,0 1-31 15,-4-2-27-15,-2 0-4 16,-10-2 2-16,-5 0-2 16,-11 0 4-16,-5-1 0 15,-8 5 5 1,-5 1 1-16,-2 4-2 0,0 3 0 15,-10 5-6-15,-5 1-2 16,-7 3-2-16,-5 3 0 0,-13 6 0 16,-3 3-2-16,-11 9 4 15,-7 5-2-15,-1 10 2 16,0 2-2-16,-6 3 0 16,4 0 2-16,6-6-2 15,-1 0 2-15,13-3 0 16,5 5 2-16,12 1-2 15,7 0 2-15,14-4-2 16,6-2-2-16,12-3-6 16,5-2-5-16,13 0-9 15,5 1-3-15,15-4 2 16,7-2 2-16,20-5 9 16,10-6 2-16,21-3 8 15,15-1 1-15,23-6-3 16,12-4 4-16,27-7-2 15,5-5 0-15,19-6 0 0,7-3-2 16,5-4 0-16,9 0 1 16,4-2 6-16,5 1 1 15,8 2-2-15,2-1 2 16,5-4-2-16,-5-2-2 16,2-9 0-16,-6-2 0 15,-7-8 0-15,-6-1 0 16,-24-5 0-16,-10-1 0 0,-25-2 2 15,-19-2 7-15,-25 2 15 16,-18 1 9-16,-29 1 11 16,-11 1-1-16,-23-4-6 15,-12-4-5-15,-24-4-16 16,-13 0-4-16,-21 4-12 16,-11 1-4-16,-27 9-49 15,-12 5-86-15,-29 16 83 16</inkml:trace>
  <inkml:trace contextRef="#ctx0" brushRef="#br0" timeOffset="6216.7">4723 5810 126 0,'14'-4'40'16,"2"0"48"-16,1-1-9 0,4 2-15 15,2-1-2-15,7 0 15 16,3 0 8-16,6-1-19 16,3 0-9-16,3-2-26 15,1 1-8-15,6-2-7 16,7 0-2-16,6 1-1 16,3-1-1-16,0 1-5 15,-2 3-3-15,-1 9-4 16,-1 6 0-16,-3 8 0 15,-3 2 0-15,-1-1 0 16,3-1 0-16,11-1 3 16,5 0-3-16,6-2 0 15,-2-2-3-15,5-9 1 32,-1-5-3-32,-2-9-4 0,-4-5-9 0,-7-4-25 15,0 0 0-15,8 2 6 0,0-2 10 16,-5 0 27-16,-3 0 0 15,-14 4 0-15,-3 1 0 16,-3 5-2-16,-3 3-37 16,3 5 27-16</inkml:trace>
  <inkml:trace contextRef="#ctx0" brushRef="#br0" timeOffset="13653.33">4242 7177 346 0,'0'0'10'16,"0"0"5"-16,0 0-17 15,0-1-1-15,0 0 1 16,0 0 22-16,0 0 16 16,0 0 28-16,0 0 29 15,0 0-20-15,0-1-20 16,1 1-31-16,0 0-10 15,17-7-3-15,-10 15 0 0,5-1 5 16,1 0 11-16,5 0 13 16,3-3 3-16,3-2-2 15,2-1-5-15,5-3-20 16,2 0 0-16,5-1-10 16,1 0 3-16,2 0-2 15,2 0-3-15,1-1 2 16,1 1-1-16,3 3-1 15,-1 1 2-15,1 4-4 16,0 3 0-16,-2 0 3 16,0-2-3-16,3-3 0 15,0-4 0-15,8-3 0 16,0-1 0-16,5 0 0 16,0 1 0-16,-6 1 2 15,4 2-2-15,-3 0 0 0,2 2 0 16,0 0-2-16,-3 0 2 15,0 2 0-15,0 0-3 16,7 1 3-16,2 1 0 16,5 2 0-16,-3-1 0 15,-4 1-9-15,5-1-11 16,-6 0-26-16,-2-1-24 0,-8 0-156 16,-7-1-19-16,-7 0 150 15</inkml:trace>
  <inkml:trace contextRef="#ctx0" brushRef="#br0" timeOffset="18476.12">7162 7299 433 0,'11'0'20'0,"0"-1"22"0,3 1-33 16,-2 1-6-16,1 2-1 16,2-1 7-16,1-1 57 15,4 1 18-15,5-2 28 16,2 0-3-16,8 0-40 15,5-1-17-15,7 2-20 16,4 1-13-16,4 2-12 16,-3 1-3-16,4 0-2 15,0-2 0-15,2-2-2 16,-1-1 2-16,0 0 0 16,-1-1-2-16,4 2 0 15,4 3 0-15,8 1 0 16,2 1 0-16,3 2 0 15,0-1 0-15,-4 1-2 16,1-1 0-16,-6-2-2 16,-3-2 2-16,-1-1 2 15,3-1 0-15,0 0 2 0,0 1-2 16,-4 0-2-16,-2 2 0 16,0-2-7-16,4 1-8 15,0-1-22-15,-3 0-11 16,-6 0 2-16,-7 2 7 15,-4 0 23-15,3 1 11 0,-1 0 7 16,1 0 2 0,6-1-2-16,0-2 0 0,-1-1 0 15,0-1-4-15,-10-3-14 16,-1-2-3-16,-3-4-4 16,1-1-16-16,1-2-89 15,1 0-31-15,-4 3 22 16,-4 0 5-16,0 3 68 15,-3 2 37-15,2 0 22 16,1 1 9-16,1-1-2 16,2 3 0-16,-5-3 0 15</inkml:trace>
  <inkml:trace contextRef="#ctx0" brushRef="#br0" timeOffset="24052.16">3991 8671 241 0,'-3'-5'42'0,"0"-2"44"16,1 2-11-16,0 0-15 16,2 0-3-16,1-1-18 15,0 0 7-15,1-3 15 16,1 1 7-16,0-1 12 15,2 0-9-15,-1 3-28 16,2 2-11-16,2 1-21 0,1 2-6 16,4 2-3-16,3 2-2 15,5-1-2-15,4-1 2 16,10-1-5 0,0-1 10-16,7 0-1 0,1-2 1 15,0 0 6-15,2 0-4 16,4 3 0-16,7 0-1 15,4 3-4-15,-1-1 2 16,4-1-2-16,-5-1 3 0,3 0-3 16,-1-1 2-16,4 1 0 15,-3 0 0-15,-1 0 4 16,-2 1-1-16,0-2 5 16,3-2 0-16,6-7 7 15,2-4 2-15,-2-5 1 16,1-2-3-16,-7 1-7 15,1 2-6-15,-3 4-5 16,-3 2 1-16,-1 2-2 16,-4 3 0-16,3 0 0 15,1 1 0-15,4 1 0 16,-1 0 2-16,-3 0-2 16,-2-1 2-16,-2 0-2 15,5-1 2-15,-1 1-2 16,-2 0 0-16,-8-1-2 15,-7 1 0-15,-5-1 0 0,0 1 2 16,5 2 0-16,0 1-2 16,4 3-5-16,-1 2-9 15,1 1-44-15,-1 1-116 16,-1-3 97-16</inkml:trace>
  <inkml:trace contextRef="#ctx0" brushRef="#br0" timeOffset="26640.57">6644 8667 223 0,'4'0'38'0,"3"0"26"15,-2 1-11-15,1 0-31 16,2 0-7-16,-1 0-11 16,1-1 3-16,4 0 31 15,1-2 50-15,5-1 35 0,2-1 0 16,4 1-45-16,0 1-33 15,0 2-33-15,-1 1-6 16,-1 0-1-16,0 1-3 16,2 1 3-1,2-1 4-15,3 1 7 0,-1 0 7 16,4 0-1-16,0 1-1 16,7-2-8-16,3 0-3 0,0-2-3 15,2 1 3-15,-6 0-4 16,-1 0 4-16,-4 2 1 15,-1-1 1-15,0 3 11 16,-1-1 6-16,5 0 4 16,4-2 2-16,0-1-8 15,4-1-8-15,-4-1-5 16,1-1-4-16,-2-1-6 16,-2 0-1-16,-2-1-3 15,-4 0 0-15,-4-1 0 16,0 0 0-16,-1-2 2 15,0 2 0-15,-3-1-4 16,-1 2-5-16,-5 0-22 16,-2 2-63-16,-5 0 58 0</inkml:trace>
  <inkml:trace contextRef="#ctx0" brushRef="#br0" timeOffset="28868.7">13338 8720 1076 0,'23'-1'27'16,"4"0"-3"-16,7 0-46 16,6-1-3-16,5-2 10 15,1-1 15-15,6 2 21 0,2-1 12 16,3 3 8-16,7 1-1 16,8 0-7-1,5 3-8-15,4 2-13 0,2 1-4 16,4 1-6-16,0 2-2 15,-3 0 2-15,1-1-2 16,5 2 2-16,3-3-1 16,-2 1-1-16,1 0 2 0,-5-2-2 15,11-2 0-15,12 0 2 16,-3-3-2 0,-3-1 0-16,-7-2 0 0,-7-2 0 15,1 0-4-15,-1-1-3 16,-6-2-11-16,-8 0-9 15,-2 0-2-15,-12 0-17 16,-3 1-22-16,-7 1-190 16,-6 1 158-16</inkml:trace>
  <inkml:trace contextRef="#ctx0" brushRef="#br0" timeOffset="32321.32">4513 10156 192 0,'19'0'35'16,"-4"-2"41"-16,2 0 3 15,2 1-9-15,1 0 3 16,5 3-37-16,1 1-15 15,2-1-14-15,1 0-3 16,10 0 5-16,8 3 0 16,11 6-2-16,6 5-4 0,7 7-6 15,2 2-8-15,13 3-19 16,5-2-8-16,6-6-1 16,4-4 9-16,3-15 26 15,0-8 4-15,7-13 4 16,5-6 3-16,-6-3-2 15,5 1 1-15,3 3-1 16,-8 4 4-16,5 6 0 16,6 7 0-16,0 5 3 15,4 2-1-15,-5 3-4 16,-5-1 11-16,-8-3 32 16,-3-4 14-16,-8-3 16 15,-5 0-5-15,-8 0-25 16,-3 3-14-16,-7 5-15 15,-4 1 4-15,-5 1 27 16,-4 2 7-16,-5-1 11 0,-4 1-2 16,0-2-12-16,-2 1-4 15,-4-3-9-15,0-2-4 16,-8-2-14-16,-3-1-6 16,-6 0-9-16,-3 1-6 15,-3 1-2-15,-3 0 0 16,-1 1-2-16,0 2 1 15,2 0 1-15,2 1 2 0,2 1-2 16,3-1 0-16,0 1-2 16,-1 0 0-16,-1-1 0 15,-3 0-2-15,1-1 2 16,0 0 0-16,1-1 2 16,2 1 0-16,6 4 2 15,4 1-4-15,10 2 2 16,6 0-2-16,-1-1 0 15,-1 0 0-15,-5 5-2 16,-5 1-2-16,2 2 2 16,3 0 0-16,5-5 2 15,3-3 0-15,3-5 4 16,-1-3-2-16,2-4-2 16,-1-1 2-16,6-1-2 15,4 1-2-15,4-2-6 0,-2 1-7 16,-5 3-47-16,-2-1-51 15,-7 4 65-15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7:10:45.0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22185 5526 382 0,'-2'12'106'0,"2"2"145"16,5 0-96-16,3-1-44 16,4-2-79-16,1-2-16 0,-2-4-8 15,1-2 5-15,-2-3 16 16,1-1 2-16,-3-3 4 15,2-2-4-15,-4-3-9 16,-2 0-5-16,1-2 2 16,-4 0-3-16,-2 0 3 15,0 1-7-15,-4 1-1 16,1 2-1-16,-8 4-6 16,-3 3 2-16,-6 1-6 15,-8 3 2-15,4 4 0 16,-1 3 2-16,5 2-4 15,2 2 2-15,8-1-2 16,2 0-2-16,9-5 0 16,6-4-2-16,8-4 2 15,5-2 0-15,6-7 0 16,2-1 0-16,-2-4-8 16,0-2-1-16,-6 0-3 0,-7 1 4 15,-5 1 7-15,-1 3 3 16,-4 1 5-16,0 1-3 15,-3 2 2 1,-5 0-4-16,-4 3 0 0,-1 0-4 16,-2 5 4-16,-2 2 0 15,1 8 0-15,0 2 0 16,4 6-13-16,3 2-41 0,7-3 32 16</inkml:trace>
  <inkml:trace contextRef="#ctx0" brushRef="#br0" timeOffset="1581.19">14995 5540 780 0,'-14'3'36'0,"1"1"40"16,3 4-106-16,2-1-2 16,-3 4 7-16,1-1 7 0,-1 3 18 15,0-1 7-15,4 0 9 16,3-1-5-16,6-2-6 16,4-1-5-16,4-3-5 15,2-1 5-15,-1-5 0 16,0-5 0-16,0-2 2 15,1-4 7-15,-2-2 10 16,-1-2 10 0,-2 1 19-16,-2 0 0 0,-5 2-7 15,-1 1-12-15,-5 2-14 16,-5 2-6-16,-2 3 3 16,-3 2 2-16,-4 5 1 15,-1 4 1-15,2 5-5 16,0 2-3-16,5 3 0 15,4 0-2-15,3-2-5 16,4 0-1-16,3-4-3 0,4-2-1 16,7-6 4-16,3-2-2 15,6-10 2-15,3-3 0 16,1-8-6-16,-1-1-8 16,-5-2-20-16,-1-1-1 15,-8 5 3-15,-5 1 11 16,-4 7 28-16,-5 3 2 15,-3 6 0-15,-1 5-9 0,-1 12-127 16,-2 4 90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7:11:05.2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17851 5779 298 0,'-3'7'18'15,"1"0"19"-15,-2 1-37 16,4-1-4-16,2-3 4 15,2-1 4-15,1-2 7 16,1-3 18-16,-1-2 2 0,2-1 4 16,-3-2 1-16,2-1-17 15,0-2-8-15,-2 0-7 16,2-1 1-16,-5-1 41 16,-2 2 29-16,-2 1 32 15,-4 1 4-15,-2 2-26 16,0 0-24-16,-6 4-25 15,1 1-11-15,-1 3 0 16,-3 2 4-16,4 1-3 16,-1 4-3-16,4 0-8 15,1 2-5-15,6-3-4 16,3-2-2-16,5-1-4 16,4-2 4-16,5-3-3 15,2-4 3-15,2-3 0 16,1-3-2-16,-3-1 0 15,-1 2 2-15,-6-3 0 0,-5 1 0 16,-6 1 3-16,-7 2-3 16,-6 4 4-16,-3 4-2 15,-4 8 2-15,2 3-4 16,6 7-3-16,5 2-12 16,21-2 7-16</inkml:trace>
  <inkml:trace contextRef="#ctx0" brushRef="#br0" timeOffset="923.63">20242 5849 210 0,'6'-7'61'16,"0"2"48"-16,-1 5 4 16,-1 1 35-16,3 6-27 15,1 3-23-15,3 3-28 0,3 1 1 16,8 4-2-16,5-2-7 16,9 0-5-16,1-3-11 15,-3-5-21-15,-3-3-7 16,-8-6 13-16,-2-5 7 15,-7-3 11-15,0-1-1 16,-9-2-19-16,-3 0-9 16,-6 0-16-16,-6-1-4 15,-6 0 0-15,-1 0-4 0,-8 3 4 16,-1 1-6-16,-2 5 4 16,-2 1-2-16,2 6 4 15,3 2 0-15,9 3-2 16,4 1 2-16,10 0-4 15,2-1 2-15,5-2 0 16,5-3-1-16,8-5 3 16,4-3-2-16,5-5 2 15,2 0 0-15,-7-3-2 16,-4 2 0-16,-9 2 2 16,-9 1-4-16,0 4 4 15,-5 3 0-15,2 5 0 16,2 6 0-16,1 7-10 15,3 4-36-15,14-2 30 16</inkml:trace>
  <inkml:trace contextRef="#ctx0" brushRef="#br0" timeOffset="2730.73">18160 8888 618 0,'2'-9'23'16,"1"0"0"-16,-1 2-21 15,0 2 14-15,-2 5 27 0,0 0 55 16,0-1 14-16,0 1-1 15,-1 0-40-15,0 0-42 16,-20 10-10-16,15 1-9 16,-1 0-4-16,2 2-2 15,0-1-4-15,3-1 4 16,1-2-2-16,3-3-1 16,3-3 3-16,1-4 2 15,1-3 2-15,4-6 4 16,-2-5-3-16,2-3-3 15,-2-2-2-15,-3 0-4 16,-1 0-2-16,-7 3 2 16,-3 1 2-16,-2 6 6 15,-2 3 3-15,-3 5 1 16,-1 2 3-16,-3 5 5 0,-3 4-1 16,0 5 1-16,0 0-1 15,2 5-2-15,3-1-3 16,6-2 1-16,0 0-1 15,9-5-8-15,4-2 3 16,7-6-3-16,6-3 4 16,3-8 2-16,0-5-3 15,1-4 1-15,-1-1-4 16,-7 1-4-16,-3 0 0 0,-8 5 2 16,-3 3-3-16,-6 4 7 15,-2 3 2-15,-4 2 2 16,-2 3-1-16,0 7 5 15,-1 3-7-15,6 5-9 16,2 2-9-16,9 0-22 16,5-2-10-16,12-10-91 15,8-4-168-15,7-16 143 16</inkml:trace>
  <inkml:trace contextRef="#ctx0" brushRef="#br0" timeOffset="3719.39">20463 9167 803 0,'0'0'91'0,"0"0"103"16,0 0-167-16,0 1-13 15,0 0 15-15,8 13 27 16,-1-8 10-16,6 1 11 15,-2-1-9-15,0 0-25 16,1-1-10-16,-1-4-26 16,1-2-3-16,1-4 0 15,0-5-4-15,-1-2-4 16,-4-2 4-16,-6 0-4 16,-3-3 2-16,-8 2 0 0,-3 1 2 15,-5 5 0-15,-1 7 4 16,0 11 4-16,0 4-2 15,1 6 0-15,2 2-1 16,2-1-3-16,4 0-2 16,1-3 2-16,4-4-2 15,3-7 4-15,1-6-2 16,0 0 0-16,2-5 3 16,9-11 1-16,3-6-3 0,1-12-6 15,1-2-12-15,-5 2 4 16,-5 2 3-16,-1 13 2 15,-3 6 6-15,-2 9 2 16,0 4-2-16,0 0-2 16,-2 18-13-16,-4-2-77 15,5 2 61-15</inkml:trace>
  <inkml:trace contextRef="#ctx0" brushRef="#br0" timeOffset="13690.2">17904 5777 419 0,'0'0'14'0,"0"0"-3"16,0 0-9-16,0 0 0 16,0 0 9-16,0 0 16 15,0 0 12-15,0-1 6 16,0 0-13-16,0 0-9 16,-1 0-5-16,1 0-11 15,0 1 0-15,-1-1 2 16,0 0-4-16,0 1 4 15,0 0-2-15,0 0-3 16,-3 12 10-16,7 3 27 0,-1 5 23 16,4 24 38-16,-3 16 5 15,-4 52-34-15,-3 31-29 16,-6 43-36-16,3 8-12 16,-1-15 0-16,3-11 2 15,4-14 8-15,2 3 4 16,11 14-2-16,2 3-5 15,7 5 3-15,1 1-2 0,3-7 6 16,0 0-2-16,-8-15 9 16,-1-14 24-16,-10-25 15 15,-5-17 4-15,-1-21 0 16,-6-10-21-16,3-25-20 16,-1-10-5-16,2-22-8 15,0-10-16-15,-4-17-29 16,-4-10-15-16,-3-15-49 15,-2-6-15-15,3 1-40 16,2 4-72-16,6 5 128 16</inkml:trace>
  <inkml:trace contextRef="#ctx0" brushRef="#br0" timeOffset="14225.08">17779 8470 1287 0,'-5'-2'39'0,"4"-3"-10"15,1 1-23-15,8 0-6 16,3 0 0-16,2 8 0 16,4 8 2-16,1 18 10 15,1 10 3-15,4 13 6 16,-2 6 1-16,-2 5-11 15,2 2-3-15,-1 0-8 16,0-2 0-16,3-7 2 16,-4-3-2-16,0-13 0 15,-1-5 0-15,-6-14 2 16,-2-9 4-16,-5-7 2 0,-3-11 5 16,0-14 16-16,-2-8 27 15,2-18 78-15,1-8-11 16,5-8-27-16,3-3-34 15,10 0-32-15,6 3-15 16,5-2-30-16,5-5-39 0,-2-9-167 16,-4-5-71-1,0-4 209-15</inkml:trace>
  <inkml:trace contextRef="#ctx0" brushRef="#br0" timeOffset="15939.45">17916 5890 212 0,'2'-22'-11'0,"1"3"-35"16,-1 5 21-16,-2 7 52 16,0 2 10-16,-7 5 19 15,-2 1 16-15,-5 7 14 16,-2 2 6-16,-4 9 35 16,-2 2 3-16,-3 13-16 15,-3 5-9-15,-4 14-26 16,-2 3-29-16,-1 3-23 15,1-2-7-15,3-12-11 16,3-5 5-16,5-11 0 16,4-8-1-16,4-12 3 15,4-5 3-15,2-11-3 16,5-8-5-16,8-11-5 16,4-4-4-16,6-7-4 15,2-4-6-15,1-3 0 16,3-4 3-16,3-3-1 0,0 1 2 15,4 3 4-15,-1 3 2 16,5 5-2-16,2 5 0 16,0 6 0-16,1 6-2 15,-5 10 2-15,-3 7 0 16,-6 11 0-16,-2 6 2 16,4 8 0-16,4 2 2 15,9 6 2-15,4 3-3 0,6 7-1 16,2 4 0-16,3 2-2 15,6 1-2-15,0-5-93 16,-1-6 68-16</inkml:trace>
  <inkml:trace contextRef="#ctx0" brushRef="#br0" timeOffset="27079.07">17933 5792 424 0,'-19'0'44'0,"-3"1"120"16,0 1-148-16,1 0 25 15,1-1 34 1,5 0 59-16,4-1 19 0,6 0-44 15,5 0-24-15,0 0-43 16,9 2-18-16,7 1-17 16,3-2-1-16,10 2-4 15,6-1 2-15,8 2 0 16,7 0 0-16,10 1 4 16,6 0-1-16,14-1 5 15,6-1 0-15,7-1 1 16,8 1-1-16,3 2-5 15,2 1-1-15,6 2 0 0,-4 1 0 16,1 2-2-16,2-2 2 16,4 2-4-16,1-4-2 15,-2-1 1-15,-5 0-1 16,-8-7 4-16,-3-4-2 16,-6-9-2-16,-4-4 0 15,-14 0 0-15,-9 2-2 16,-14 6 0-16,-6 3 0 0,-13 6-1 15,-5 2-5-15,-11 4-31 16,-6 2-35-16,-10 1-125 16,-4 0 108-16</inkml:trace>
  <inkml:trace contextRef="#ctx0" brushRef="#br0" timeOffset="27563.73">19964 5587 857 0,'19'13'37'0,"4"3"-10"0,6 1-6 16,7 0 1-16,0 2 10 0,8-3 21 15,-2 1-1-15,1 1 8 16,4-1 1-16,-2 4-9 15,1-1-6-15,-2 0-13 16,-4-1-11-16,-13-1-13 16,-5-4 1-16,-13-1-6 15,-7 0 2-15,-9 0 5 16,-7 0 5-16,-15 5 5 16,-12 0-2-16,-17 7-5 15,-9 2-4-15,-9 5-8 16,-1 2 2-16,3 0-1 15,8-1-3-15,16-6-21 16,8-4-70-16,21-10 58 16</inkml:trace>
  <inkml:trace contextRef="#ctx0" brushRef="#br0" timeOffset="28183.33">18226 5432 1295 0,'-18'12'37'16,"-12"9"-12"-16,-7 11-23 16,-13 14-2-16,-6 8 0 15,-1 6 6-15,1 1 4 0,5-4 9 16,3-4 4-1,9-13 4-15,2-7-5 0,12-15-9 16,4-9-3-16,8-12-4 16,3-3-4-16,3-7 0 15,4 0 0-15,2-1-2 16,5 1 0-16,7 7-4 16,6 4 4-16,13 12 0 15,10 9 0-15,21 15 4 16,12 9-3-16,16 8-6 15,3 2-5-15,1-5 4 16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7:12:11.2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12979 4793 529 0,'1'-10'80'0,"0"0"148"16,2-1-201-16,4 0 7 15,-4 1 7-15,1 1 5 16,-2 1 11-16,-1 2-1 16,-1 6 7-16,0 0-2 15,0 0-21-15,1 6-13 16,-3 12-17-16,-1 5-4 16,-2 12-2-16,-2 3-2 0,0 5-2 15,1-2 0 1,-1-9 0-16,3-6 0 0,2-11 2 15,2-3 0-15,4-7-1 16,5-4-1-16,12-8 18 16,12-7 15-16,26-17 17 15,18-7 3-15,26-18-15 16,15-5-16-16,18-9-15 16,0-5-7-16,6-4-85 15,-7-5-124-15,-3-6 120 16</inkml:trace>
  <inkml:trace contextRef="#ctx0" brushRef="#br0" timeOffset="4321.18">12767 5562 336 0,'-1'2'52'15,"-1"1"55"-15,2-3-52 16,0 0-14-16,0 1-16 16,0 0 0-16,1 0 16 15,0 0 16-15,0 0 25 0,-1 0 2 16,4 28-20-16,-8-14-21 16,-2 6-31-16,1 2-8 15,-2 1-1 1,3 1 1-16,-2 0-4 0,0-1 0 15,-1 1 2-15,-2-2-2 16,2-2 0-16,0-1 3 16,7-7 10-16,2-2 8 15,15-11 35-15,9-5 12 0,25-16 14 16,9-9-5-16,21-16-25 16,10-10-13-1,10-8-17-15,7-2-11 0,6-1-9 16,1 1 0-16,-7-3-2 15,-2 1 0-15,-2-1-2 16,-2 2-8-16,-4 3-119 16,-2 0 90-16</inkml:trace>
  <inkml:trace contextRef="#ctx0" brushRef="#br0" timeOffset="7110.12">8344 6436 358 0,'-4'0'11'0,"4"0"4"16,0 0 3-16,-1 0 10 16,0-1 5-16,0 0 13 15,0 1 2-15,0 0-3 16,0 0 1-16,1 0-19 0,-19 14-6 15,12 3-14-15,0 3-3 16,-2 5-2-16,-1 1 3 16,-2 7-5-16,-1 2 0 15,0 5 2-15,0 0-2 16,1-6 12-16,-1-3 10 16,6-13 35-16,2-5 14 0,14-11 29 15,6-3 8-15,18-16-9 16,14-7-4-16,27-16-22 15,15-8-18-15,14-6-34 16,5 0-10-16,3-2-9 16,-5 4-2-16,0 1 0 15,-1 4-3-15,-3 7-15 16,0 4-50-16,0 6-170 16,3-1 142-16</inkml:trace>
  <inkml:trace contextRef="#ctx0" brushRef="#br0" timeOffset="9095.09">9195 6502 210 0,'1'-5'13'0,"-1"5"20"16,0 0 0-16,0 0 5 15,1 0 1-15,0 0-1 16,0 0 6-16,0 1 24 16,0 0 5-16,0 0-21 15,2 31-13-15,-6-20-14 16,0 2-7-16,-3 5-4 15,0 0-5-15,-1-1-5 16,0-2 1-16,4-3 0 16,1-2-3-16,2-3-2 15,1-2 0-15,3-5 0 16,1-2 2-16,7-4 3 16,-1-4 1-16,6-2 4 15,0-1-1-15,2-1-5 16,-1 1 1-16,-4 3-5 0,-2 2 0 15,0 7 0-15,-3 2 0 16,-1 7 0-16,0 0 0 16,-3 3 0-16,1-2 0 15,1-4 0-15,0-1 0 16,1-5 0-16,-1-1 0 16,3-4-5-16,-1-3-2 15,1-1-13-15,-1-1-28 16,-2 1-25-16,1 1 3 0,-4 3 19 15,-4 5 31-15,0 0 31 16,0 0 5-16,0 0 0 16,0 0-2-16,0 0-7 15,1 0-3-15,0 0-1 16,0 0-3-16,0 1 2 16,0 0 0-16,0-1 5 15,0 1 2-15,-1 0 16 16,1 0 14-16,0 0 18 15,0 0 2-15,1 0-16 16,-1-1-13-16,27 18-26 16,-28-18-10-16,1 0-40 15,0 0-66-15,1 0-88 16,24-10 38-16,-26 9 76 0</inkml:trace>
  <inkml:trace contextRef="#ctx0" brushRef="#br0" timeOffset="9683.75">9431 6528 163 0,'-18'0'55'16,"5"-1"63"-16,-1 0-2 15,7-4 5-15,3 0-26 16,4-4-51-16,4-4-19 0,2-1-14 16,0-2 3-16,3 0 9 15,1-1 8-15,1 3 15 16,3 1-3-16,2 4-9 15,1 4-11-15,3 6-16 16,-2 6-5-16,0 9-2 16,-1 2-2-16,-4 4-3 15,-3-1 5-15,-2-1 3 16,0-2-3-16,-2-4 4 16,-2-3-1-16,1-2-1 15,1-2 2-15,-1-2-1 16,0 0-3-16,1-3 0 15,-5-2 0-15,4-1 0 16,2-3 2-16,-3-3-2 16,3-2 2-16,3 0 1 0,1 0-1 15,2 1 2-15,0 1 1 16,-1 3-5-16,-1 3 2 16,0 1 5-16,1 2 2 15,-1 2 9-15,2 2 2 16,-1 1-7-16,0-1-1 15,0-2-8-15,1 0 0 16,0-3-2-16,1-2-2 16,-1-1 0-16,0-3-4 0,0-1 2 15,2-1-2 1,-1 0 2-16,1 1 2 0,-1 2 0 16,-2 1 0-16,1 4 2 15,-2 2-2-15,5 0 6 16,5 0 0-16,12-5-6 15,4-3 4-15,5-7-144 16,1-4 99-16</inkml:trace>
  <inkml:trace contextRef="#ctx0" brushRef="#br0" timeOffset="11261.73">14480 4463 91 0,'-5'0'11'15,"1"1"17"-15,-3 2-6 0,1 3 31 16,1 1 16-16,-2 5 21 15,1 3-6-15,-1 4-23 16,-1 3-20-16,0 1-32 16,1 2-7-16,1-5 14 15,1-3 9-15,4-2 12 16,0-3 6-16,2-6 7 16,4-2 5-16,3-6-3 15,5-1-6-15,5-5-26 16,2-1-15-16,5-4-23 15,1 2-3-15,-1 0 3 16,1 1 2-16,-4 3 11 16,-4 1 5-16,-5 1 0 15,-4 4 7-15,-4 1 5 16,-5 0 6-16,0 0 11 16,9 12 1-16,-3-2-9 15,6 0-10-15,-1-4-7 0,2-1-4 16,1-4 3-16,-3-1 1 15,2-6 24-15,0-1 6 16,0-5 3-16,1 1-8 16,-2-2-13-16,0 2-10 15,0 3-2-15,-1 0-2 16,-1 6-2-16,-1 0 2 16,1 4-2-16,0 3 0 0,6-1-4 15,4 0-12-15,4-6 8 16</inkml:trace>
  <inkml:trace contextRef="#ctx0" brushRef="#br0" timeOffset="13267.54">14328 5384 589 0,'0'0'4'0,"0"0"-102"15,0-1-26-15,1 0 60 16</inkml:trace>
  <inkml:trace contextRef="#ctx0" brushRef="#br0" timeOffset="14266.32">14351 5356 159 0,'0'0'29'0,"0"0"26"15,0 1-20-15,6 20-19 16,-6-10-5-16,6 6-7 16,0 3-2-16,2 6 27 0,1 5 8 15,-5 7 5 1,-2 3-6-16,-2 2-28 0,-4-3-8 15,-1-9-2-15,4-7 5 16,-3-11 21-16,3-5 2 16,-2-8-8-16,0 0-18 15,-2-9-34-15,-2-3-3 16,-1-6 11-16,-4-3 6 0,-1 1 20 16,1 0 4-16,-3 4 3 15,-1 3 6-15,1 4 16 16,-3 4 23-16,1 5 8 15,1 4-1-15,-2 7-11 16,2 3 11-16,2 6 25 16,1 3 5-16,4 5-5 15,1 2-19-15,6-3-32 16,2-3-2-16,9-7 6 16,5-4 10-16,11-9 7 15,6-2-8-15,9-8-15 16,0-5-11-16,0-6-18 15,-5-2 0-15,-5-4-2 16,-3 1 0-16,-1 1 0 16,-1-1 2-16,-2 3 0 15,0 3 0-15,-4 3-2 0,0 3 0 16,-5 5 0-16,-3 2-2 16,-6 5 0-16,-4 3-2 15,-3 6 4-15,-2 1 0 16,3 0 0-16,1 0 2 15,7-6 0-15,6-2 0 16,8-6 0-16,5-4-2 0,-3-7 3 16,0-1-3-16,-1-4 0 15,-6-1 0-15,-2 0 0 16,-2-1 0-16,-6 3 2 16,1 3-4-16,-4 4 2 15,1 3 0-15,-4 7-3 16,0 0 3-16,0 0-2 15,-1 0 0-15,0 1 4 16,0 0-4-16,-21 26 2 16,19-16 0-16,3-1 2 15,1 1 0-15,5-4-1 16,2-3 1-16,4-6 0 16,1-2 0-16,2-6 4 15,1-3-2-15,3 0 0 16,1-3-2-16,1 2-2 0,-2 1 2 15,-3 2-2-15,-2 2-2 16,-4 4 4-16,-4 2-2 16,0 3 0-16,-1 5 0 15,0 4 0-15,1 4 0 16,0 4 0-16,1-1 0 16,5-2 0-16,1-2 4 15,4-7-2-15,1-3-1 0,8-8 1 16,0-4 0-16,6-3-2 15,0-1 2 1,-9 1 0-16,6 1 2 0,-6 3-4 16,-2 2 4-16,-2 5 0 15,-4 1-2-15,-4 2 0 16,1 3-2-16,0 0-2 16,2 1 2-16,7-4 0 15,7-1-2-15,14-8-41 16,7-2-63-16,7-7 61 15</inkml:trace>
  <inkml:trace contextRef="#ctx0" brushRef="#br0" timeOffset="19735.09">7565 8064 64 0,'0'0'5'16,"0"0"6"-16,0 0-5 0,1 0 1 15,0 0 1 1,-1 0 3-16,1 0-2 0,0 0 0 16,-1 0-6-16,0 0 1 15,0 0-2-15,0 0 7 16,-1-1 8-16,0 1 6 16,1-1 3-16,-1 0-8 15,0 1-1-15,0-1-5 16,0 1 9-16,0 0 8 15,0 0-2-15,1 0 4 16,-1 0-1-16,0 0 4 16,0 0 3-16,0 0 13 15,0 0 0-15,0 0-18 16,0 0-9-16,1 0-7 16,0 0-5-16,-1 0-4 15,0 1 0-15,-7 17-5 0,6-8 3 16,1 3-5-16,-2 0 2 15,0 1 1-15,0 0-3 16,0 0 4-16,-1-2 5 16,-1 0 19-16,2 0 1 15,-2 0 8-15,0-2-8 16,-1 1-8-16,2-1-3 16,1-4 0-16,3-1 3 15,3-3-1-15,-1-2 5 0,7-3 0 16,1-2 0-16,6-4 0 15,3-2-2-15,2-2-1 16,2-2-3-16,4-4-1 16,1 1-7-16,8-3-3 15,3-1-8-15,5-2 4 16,1-2 0-16,4-2 0 16,-2 0 0-16,4-6-1 15,3-3 1-15,8-7 0 16,5-6-4-16,1-5 6 15,3 0 4-15,2-1-5 16,1 2 3-16,5 3-2 16,-5-2-6-16,-2 4 0 0,-1 0 0 15,0 3-2-15,0 4-2 16,-5 4-134-16,-4 3-213 16,-9-2 194-16</inkml:trace>
  <inkml:trace contextRef="#ctx0" brushRef="#br0" timeOffset="22319.08">12952 8851 346 0,'-10'0'12'16,"0"0"14"-16,0-1-19 15,2-2 12-15,3-2 15 16,-1 0 10-16,4-2 9 16,1 0-12-16,-3-1-12 15,4 1 1-15,-1 0 11 16,-3 1 5-16,4 1 20 16,-2 1 7-16,5 0 13 15,1 1-4-15,0 0-29 16,-4 3-14-16,1 0-22 15,-1 0-5-15,1 0-7 16,0 0-1-16,0 0 6 0,0 1 6 16,0 0 3-16,5 24 2 15,-4-13 2-15,1 3-5 16,0 4-5-16,4 2-5 16,-4 5-4-16,-1 0 0 15,-2 2-2-15,1 0 4 16,-4-4 11-16,3-2 6 15,-1-8 10-15,1-3-2 0,6-11-4 16,5-4-1-16,11-11 12 16,8-10 3-16,15-14 69 15,8-8-6-15,14-8-47 16,5-2-21-16,9 0-18 16,4 3-18-16,9-2 0 15,0-1 3-15,4-7-3 16,4 0 0-16,2-5 0 15,3 1-12-15,10-3-81 16,-4-2-53-16,-6-2-65 16,3 1-124-16,-3 1 169 15</inkml:trace>
  <inkml:trace contextRef="#ctx0" brushRef="#br0" timeOffset="89829.45">12064 9793 230 0,'-8'15'2'0,"-1"-1"7"15,2 0-27-15,3-2 5 16,0-2 13-16,3-3 28 15,1 0 3-15,-1-1 2 0,0-1 1 16,-1 2 7-16,0 0 4 16,1 0 10-16,0 0 27 15,0 0-20-15,3 0-3 16,2-1 11-16,2-1 15 16,11-3 44-16,2-2-3 15,11-4-22-15,1-3-16 16,14-7-28-16,5-3-16 15,9-8-19-15,10-4-5 0,5-8-12 16,0-5-5-16,0-8-22 16,-2-4-74-16,3-3 60 15</inkml:trace>
  <inkml:trace contextRef="#ctx0" brushRef="#br0" timeOffset="95178.1">9451 11301 1057 0,'0'0'60'15,"0"0"31"-15,0 0-64 16,0 0-13-16,0 0-10 0,0 0-3 15,0 1 1-15,0 0 2 16,-1 21-2-16,-1-11 0 16,-1 4-2-16,2 2 4 15,-1 3-4-15,0 2 0 16,1 0 0-16,0 0 0 16,3-3 0-16,3-3 0 15,8-6 4-15,5-3 2 16,9-9 5-16,6-4 1 0,10-9 0 15,3-7-5-15,10-7-16 16,0-3-28-16,1-7 25 16</inkml:trace>
  <inkml:trace contextRef="#ctx0" brushRef="#br0" timeOffset="104162.81">8146 12728 1140 0,'0'-1'31'0,"0"-1"16"16,6-26 7-16,1 18 10 16,5 1 2-16,-3 1-12 15,-2 0-9-15,7 1-22 16,3 0-12-16,10 4-9 15,6-1-2-15,13 4 2 16,10 1 0-16,19 0-2 0,10 1 2 16,21-2-2-16,4 0 0 15,7-2 0-15,7 2 0 16,-1 1 0-16,-1 3 2 16,1 3 0-16,0 2 10 15,0 2 6-15,6 1 0 16,9-1 0-16,-1 0-9 15,2-9-45-15,-2-3-40 0,-9-14 53 16</inkml:trace>
  <inkml:trace contextRef="#ctx0" brushRef="#br0" timeOffset="105611.57">12965 12563 1235 0,'-1'0'-13'16,"0"0"13"-16,0 0 29 16,0 0 15-16,0 0 12 15,1 0-1-15,0 0-21 16,0 0-8-16,0 0-19 16,0 0-1-16,14-2-4 15,-1 2 6-15,7 2 7 0,4 0 7 16,11 3 5-16,6 1 27 15,7 1-12-15,2-1-18 16,6 0-7-16,1-3-5 16,4-2 6-16,2-1 12 15,1-1 27-15,0 0 15 16,4-1 14-16,0 0-17 16,6 0-3-16,2 0 9 15,4 1-1-15,0 1-2 0,6-1-37 16,3-1-15-16,-3-1-11 15,-1 0-1-15,-3-2-8 16,4 0 4-16,-3 0-3 16,-3 2 2-16,-4 1-2 15,-8 2-1-15,1 1-31 16,4 2-61-16,7 1-189 16,1 0-140-16,-8-1 315 15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22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34 11370,'-32'32'2974,"29"-29"-1779,31-20-1095,-26 15-48,-1 1 86,0 0 1,-1 0 0,1 0-1,0 1 1,0-1 0,0 0-1,0 1 1,-1-1 0,1 0-1,0 1 1,0-1 0,0 1-1,0 0 1,0-1 0,0 1-1,0 0 1,0 0 0,1-1-1,0 1 474,-1-2 17,-2-7-8990,-10-19 6478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24.5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40 669 3161,'0'0'4265,"-18"5"-631,16-4-3601,-1 1 0,1 0 0,0-1-1,0 1 1,0 0 0,0 0 0,1 0 0,-1 0 0,-2 4 0,4-6-17,1 0-15,-1 0 0,0 1 0,0-1 0,0 0 0,0 1 0,0-1 0,0 0 0,1 0 0,-1 0 0,0 1 0,0-1 0,0 0 0,1 0 0,-1 0 0,0 1 0,0-1 0,1 0 0,-1 0 0,0 0-1,1 0 1,-1 0 0,0 0 0,0 1 0,1-1 0,-1 0 0,0 0 0,1 0 0,-1 0 0,0 0 0,0 0 0,1 0 0,-1 0 0,0 0 0,1 0 0,-1-1 0,0 1 0,0 0 0,1 0 0,-1 0 0,0 0 0,0 0 0,1 0 0,-1-1 0,1 0 3,0 0 0,1 0 0,-1 0 0,0 0 0,0 0 0,0 0 0,1 0 0,-1 0 1,1 1-1,-1-1 0,0 0 0,1 1 0,-1 0 0,1-1 0,2 1 0,10-27 24,5-6-33,-19 33 6,1-1 1,0 0-1,-1 0 1,1 1 0,-1-1-1,1 0 1,-1 0-1,0 0 1,1 1-1,-1-1 1,0 0 0,1 0-1,-1 0 1,0 0-1,0 0 1,0 0-1,0 0 1,0 0-1,0-1 1,-1-13 1,3-58 40,0-31-35,-1 82 3,1 8-10,0 0-1,1 0 1,6-19 0,-4 19-1,-2 0 0,5-30-1,-6 33-2,-2 7 1,1 0 0,-1 0 0,1 0 1,-1 0-1,-1-1 0,1 1 0,-1-4 0,1 6-6,-2-11 21,-21-142-62,27 126-1533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26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0 11819,'-8'16'864,"8"-14"-916,-1 3 87,-7 10 30,-11 24-69,18-37-76,0 1 0,0-1 1,0 1-1,0-1 0,0 1 0,1 0 1,-1-1-1,1 1 0,0 0 0,0-1 1,0 1-1,0 0 0,0-1 1,1 5-1,0 5-806,-1-6 565,0 16 556,2-13-6174,0-9 4536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27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0 2721,'-2'11'368,"-4"2"600,1-1-880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28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3441,'56'111'144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32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74 9386,'-11'1'728,"11"-2"-832,19-24-352,-13 14-1416,-4-8-1153,-10 0 1649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32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1 9930,'-22'9'400,"5"-1"624,17-6-2712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33.1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 3689,'0'0'1656,"0"-1"-1528,0-1-32,0 1-424,1-1-824,29-48 736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2-19T16:31:20.41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1724 6509 1810 0,'7'250'155'15,"2"1"-11"-15,5 0-31 16,1 1-26-16,1-11-40 16,-2-3-6-16,-2-13-11 15,-1-4-10-15,0-11-7 16,-3-6-8-16,1-19-8 15,1-9-16-15,-2-20-78 16,1-9-110-16,-4-20-161 16,-2-12-135-16,-14-32 371 15</inkml:trace>
  <inkml:trace contextRef="#ctx0" brushRef="#br0" timeOffset="982.89">1192 9470 1541 0,'62'1'0'0,"16"-3"-6"16,13-4 3-16,15 0-3 15,12-1 0-15,21 2 4 16,6 0 2-16,24 3 10 16,9 1 27-16,16 2 88 15,10 1 31-15,16 2 41 16,11 0-12-16,15-1-60 15,10-1-46-15,22-4-39 16,5-4-16-16,17-4-15 16,7-5-3-16,2 3-6 15,8 0 1-15,-6 5 3 16,-1 1-2-16,-3 4 1 16,-9 2-3-16,-9 4 1 15,-5 1-5-15,-16 2 4 0,-13 2-1 16,-28 3-16-16,-16 1-12 15,-33 2-50-15,-16 1-49 16,-30-1-132-16,-17-3-60 16,-26-2 179-16</inkml:trace>
  <inkml:trace contextRef="#ctx0" brushRef="#br0" timeOffset="2566.46">2853 8729 1140 0,'-15'22'89'0,"4"4"59"15,5 1-77-15,5-2-55 16,2-3-7-16,7-8-3 16,3-6-4-16,5-8 2 15,4-6-2-15,3-14-2 16,-1-3-2-16,-1-10-15 15,-3 1-5-15,-7 2-1 16,-5 2 4-16,-7 7 11 16,-6 2 4-16,-7 6 12 0,-2 4 7 15,-4 5 9-15,0 5 3 16,1 7-6-16,-2 4-7 16,5 8-20-16,2 0-19 15,11-3-82-15,4-2-232 16,16-10 177-16</inkml:trace>
  <inkml:trace contextRef="#ctx0" brushRef="#br0" timeOffset="2983.8">3294 8374 1313 0,'-28'11'104'0,"7"1"154"15,5 0-129-15,9 1-120 16,4-1-12-16,4 5-15 16,3 1 0-16,2-1-6 15,4-1 9-15,1-5 3 16,3-6 6-16,3-5-18 0,0-5-11 15,3-8 5-15,-1-4-3 16,0-5 21-16,-4 0 9 16,-8 3 3-16,-6 0 3 15,-5 5 6-15,-4 2-3 16,-7 1 3-16,-3 1-6 16,-5 4 18-16,0 4 15 15,3 2-1-15,2 2 4 0,6 5-33 16,3 1-30-16,6 4-98 15,6-2 10-15,9-1-200 16,7-5 196-16</inkml:trace>
  <inkml:trace contextRef="#ctx0" brushRef="#br0" timeOffset="3332.96">3763 8056 1408 0,'-35'17'77'15,"-1"2"134"-15,3 1-13 16,7-2-1-16,9-4-18 16,9-4-66-16,13-3-73 15,6-1-35-15,9-4-45 0,4-2-13 16,5-7-30-16,2-6 12 15,3-7 38-15,-1-5 18 16,-3-2-9-16,-6 0 3 16,-12 3 0-16,-8 3 0 15,-12 5 18-15,-6 3 3 0,-9 6 18 16,-5 4 3-16,-2 4 6 16,-1 7-9-16,7 3-12 15,1 0-9-15,11 0-114 16,6 1-74-16,7-2-384 15,9-3 422-15</inkml:trace>
  <inkml:trace contextRef="#ctx0" brushRef="#br0" timeOffset="3699.96">4174 7542 1735 0,'-13'20'159'0,"5"1"-7"0,7 2-71 15,9-2-87-15,3-1-33 16,7-7-72-16,1-6-23 15,5-14-10-15,-1-7 31 0,1-8 74 16,-3-5 30-16,-2-3 9 16,-5 2 0-16,-8 1 1 15,-4 2 1-15,-9 5 6 16,-5 3 29-16,-6 6 35 16,-5 2-1-16,-6 9-17 15,0 5-15-15,-2 10-102 16,3 4-98-16,8 5 110 15</inkml:trace>
  <inkml:trace contextRef="#ctx0" brushRef="#br0" timeOffset="4316.17">3157 7463 1499 0,'-9'18'38'0,"6"-1"-1"16,4-1-43-16,10-3-17 16,4-5 13-16,7-10 5 0,0-5-3 15,2-10 6-15,-1-4 0 16,-5-4 2-16,-3-4 0 15,-6-3-4-15,-4-3-2 16,-9 1 2-16,-4 2 1 16,-11 9 8-16,-3 5 7 15,-10 9 3-15,-1 6 2 16,-3 13 25-16,2 7-9 0,8 10-6 16,3 6-6-16,17 2-60 15,6 3-63-15,15-7 80 16</inkml:trace>
  <inkml:trace contextRef="#ctx0" brushRef="#br0" timeOffset="4816.25">3229 6259 1493 0,'-30'23'52'0,"7"8"64"15,7 1-57-15,15 5-29 16,8-2-12-16,18-9-12 16,8-6 12-16,11-18-15 15,4-8 0-15,-1-14-3 16,-4-5-12-16,-11-10-9 15,-3 1-18-15,-12-6-3 16,-6 1-2-16,-13 4 11 16,-7 4 21-16,-11 9 3 15,-5 5 9-15,-6 10-3 16,0 7 3-16,-6 14 0 16,0 9 0-16,1 12 0 15,4 5 0-15,11 2-71 16,7-1-185-16,14-12 169 15</inkml:trace>
  <inkml:trace contextRef="#ctx0" brushRef="#br0" timeOffset="5301.5">4861 6059 1475 0,'-15'-19'99'15,"1"2"149"-15,9 5-57 16,1 4-38-16,4 8-76 16,0 0-35-16,-3 1-54 15,4 9-9-15,-1 9-15 16,0 2-11-16,4-4-19 0,1-3 0 16,9-12 18-1,2-6 18-15,5-11 30 0,0-5 3 16,0-6-3-16,-2-3 6 15,-4-1 0-15,-2-1 6 16,-8 5 6-16,-5 5 9 16,-8 7 21-16,-6 7-3 15,-9 15-12-15,-8 9-4 0,-1 20-26 16,2 5-3-16,13 4-131 16,12-1-135-16,19-21 149 15</inkml:trace>
  <inkml:trace contextRef="#ctx0" brushRef="#br0" timeOffset="5782.8">5222 6834 1512 0,'-6'-17'113'0,"-3"-2"87"15,2 2-104-15,-2 1-28 16,2 5-32-16,1 5-15 0,2 7-27 16,2 7-3-16,3 13-9 15,3 4-21-15,1 9-29 16,4-4-16-16,-3-10 6 16,3-6 12-16,7-18 43 15,2-10 14-15,8-17 9 16,2-6 6-16,-3-8-3 15,-5 1-3-15,-9 6 0 16,-7 5 6-16,-11 11 11 16,-6 10 13-16,-9 18 6 15,-4 14-6-15,-2 23-9 16,-1 8-12-16,11 5-72 16,8-3-125-16,20-21 155 15</inkml:trace>
  <inkml:trace contextRef="#ctx0" brushRef="#br0" timeOffset="6416.41">7068 6067 1506 0,'-6'-18'152'16,"-1"3"125"-16,2 0-82 15,1 7-133-15,-1 2-26 16,3 6-36-16,0 4 0 16,2 6-15-16,3 3 3 15,7 0-3-15,1 1 1 16,7-4-31-16,2-6-6 0,0-6 0 16,2-5 3-16,-2-8 36 15,-3-2 12-15,-7-4 0 16,-4 2 9-16,-9 1 15 15,-7 2 9-15,-9 4 27 16,-4 3 6-16,0 9-7 16,-2 6-14-16,7 11-33 15,4 8-9-15,7 9-134 16,6 1-102-16,14-5 131 16</inkml:trace>
  <inkml:trace contextRef="#ctx0" brushRef="#br0" timeOffset="6933.79">6995 7592 2282 0,'-24'0'103'0,"3"0"-23"16,1 4-64-16,11 4-50 16,5 2-22-16,9 2-59 15,8-2-52-15,10-5 35 16,3-4 40-16,5-7 68 0,0-4 15 15,-3-5 12-15,-3-1 3 16,-3-2 0-16,-4 1 3 16,-7-1 15-16,-4 0 8 15,-11 2 64-15,-5 6 15 16,-7 5 26-16,-4 5-38 16,-2 8-52-16,2 4-27 15,4 5-126-15,3 0-160 16,10-4 131-16</inkml:trace>
  <inkml:trace contextRef="#ctx0" brushRef="#br0" timeOffset="7599.49">7079 8005 1262 0,'-5'-3'64'15,"-1"2"60"-15,-1 0-70 16,3 1 22-16,-3 3 145 16,3 2 21-16,-2 6-9 15,1 1-87-15,5 4-76 16,1-1-31-16,9-1-39 15,4-3-18-15,5-6-17 16,4-3-5-16,0-7-5 16,1-4 13-16,-4-6 13 15,-1-4 4-15,-5-2 15 0,-4-3-3 16,-5 1 3-16,-5 4 5 16,-9 4 1-16,-5 7 1 15,-7 7-2-15,-4 6 1 16,1 10-2-16,-1 3 3 15,8 1-59-15,4-1-151 16,15-10 122-16</inkml:trace>
  <inkml:trace contextRef="#ctx0" brushRef="#br0" timeOffset="8149.33">5555 8576 2228 0,'-23'21'148'0,"3"4"-42"15,3 1-47-15,9-1-100 16,7-1-17-16,7-7-13 16,4-6 0-16,5-9 8 15,0-5 30-15,7-13 24 16,0-7 6-16,0-7 3 16,0-3 0-16,-6 3 0 15,-5 4 9-15,-11 6 3 16,-5 4 15-16,-8 9 30 15,-4 3-12-15,0 11-5 16,0 5-9-16,1 9-19 16,0 2-12-16,7 1-69 15,1-2-130-15,6-10-556 16,5-6 606-16</inkml:trace>
  <inkml:trace contextRef="#ctx0" brushRef="#br0" timeOffset="8633.34">5186 8186 1471 0,'-27'19'85'0,"3"3"148"16,3 2-90-16,10 0-98 15,6-1-27-15,7-6-18 16,5-5 0-16,6-8 0 16,4-4 0-16,1-13 6 15,4-4-3-15,-6-10-3 0,-1-3 3 16,-5-3-3-16,-3 1-3 16,-6 5 3-16,-4 4 3 15,-7 7 6-15,-2 4 0 16,-7 10 33-16,-1 7 15 15,-2 10 8-15,3 7 1 16,6 9-33-16,9 0-36 0,13-8-197 16,10-7-99-16,17-26 147 15</inkml:trace>
  <inkml:trace contextRef="#ctx0" brushRef="#br1" timeOffset="11933.13">9411 7498 575 0,'2'-28'14'15,"5"1"-17"-15,-2-3 1 16,2 3 70-16,0 3 55 15,-7 7 66-15,-1 5-3 16,-8 8-49-16,-2 5-28 0,-1 13-34 16,2 4-14-16,1 10 32 15,4 1 2-15,9 0-47 16,4-2-21-16,9-6-24 16,1-3 0-16,5-8 3 15,0-4 9-15,1-9 33 16,1-5 6-16,-1-8-1 15,-2-8-2-15,-3-3-36 16,-2-1-6-16,-14-1-3 16,-3 5-3-16,-16 6 3 15,-6 4 21-15,-8 11 12 16,-3 4 9-16,0 12 2 16,3 5-14-16,5 5-60 15,8-1-104-15,15-5-90 16,6-3 98-16</inkml:trace>
  <inkml:trace contextRef="#ctx0" brushRef="#br1" timeOffset="12383.26">9793 7207 1254 0,'-7'-7'105'15,"0"0"220"-15,2 4-265 16,-2 0-36-16,3 4-24 15,1 2 6-15,2 1-6 16,4 0-9-16,3-3 12 16,1-4-6-16,8-8 3 15,0-7 9-15,3-8 0 16,2-5 6-16,-7-3-15 16,-3 1 0-16,-10 4 0 0,-6 6-6 15,-10 11 6-15,-4 6 0 16,-9 12 12-16,-3 10 18 15,-5 16 12-15,0 7 0 16,5 6-16-16,6-3-26 16,18-11-140-16,14-10-119 15,22-24 207-15</inkml:trace>
  <inkml:trace contextRef="#ctx0" brushRef="#br1" timeOffset="12882.76">9319 6579 1512 0,'-16'15'98'0,"4"-1"78"15,7 3-104-15,5 1-27 16,6-3-24-16,6-3-7 0,6-7-14 16,2-5 0-16,4-14 0 15,1-4 3-15,-4-9 3 16,-3-4-6-16,-8 0 6 16,-5 0-3-16,-10 5 0 15,-5 2 3-15,-7 8 27 16,-5 4 30-16,-8 10 57 15,-4 6-1-15,0 16-53 16,1 5-28-16,11 9-67 16,7 2-115-16,16-3 73 15</inkml:trace>
  <inkml:trace contextRef="#ctx0" brushRef="#br1" timeOffset="13666.14">8985 7028 1798 0,'-8'-3'132'0,"0"-1"14"15,1 2-122-15,2-1-21 16,5 3 0-16,0 0-6 16,0 0 3-16,0 0 0 15,0 0-3-15,0 0 3 0,0 1-3 16,0 0-9-16,0 0-12 15,0 0-6-15,0-1-3 16,10 24 15-16,0-20 3 16,-1 0 9-16,-2-3-3 15,-1-3 9-15,-1-3-3 16,-4-4 15-16,-2-2 9 0,-4-3 18 16,-3-2 9-16,-2 0-6 15,-2 1-3-15,-1 1-6 16,-1 4-10-16,-4 5 1 15,-3 5 0-15,-4 12-12 16,-2 7 0-16,0 13 21 16,2 4-7-16,6 3 1 15,9-1-2-15,13-10-11 16,8-6-8-16,15-16-9 16,4-6-8-16,6-15-34 15,1-10-21-15,-4-5-38 16,-2-3 5-16,-9 3 48 15,-6 4 15-15,-15 5 33 16,-8 3 3-16,-15 8 6 16,-6 3 12-16,-5 10 15 0,2 2-3 15,7 4 0-15,9-2-24 16,14-5-177-16,12-5 55 16,11-6 23-16</inkml:trace>
  <inkml:trace contextRef="#ctx0" brushRef="#br1" timeOffset="14282.97">8912 6186 1792 0,'-15'-2'123'0,"5"2"-40"15,3 3-29-15,5 2-54 16,2 2 0-16,5 0 0 16,1-2 0-16,6-4-3 15,1-3-12-15,3-11-21 16,-1-7 3-16,-3-9 0 16,-2-2 19-16,-9-2 14 15,-2 2 0-15,-10 3 6 16,-4 4 11-16,-6 8 40 15,-2 4 15-15,-3 6 44 16,-1 4 7-16,4 7-66 16,2 6-10-16,7 13-37 15,3 8-10-15,12 5-30 16,8 2-63-16,15-10-200 16,6-9-164-16,13-20 359 0</inkml:trace>
  <inkml:trace contextRef="#ctx0" brushRef="#br1" timeOffset="15200.05">8174 8108 1526 0,'0'0'123'0,"0"0"29"15,0 0-62-15,0 0-90 0,1 0-9 16,-1 0 3-16,1 0 0 16,0-1 6-16,0 0 6 15,-1 0 3-15,-1-5 3 16,-7 16 47-16,-2 6 49 16,0 8 68-16,4 2-28 15,1-1-54-15,4-3-35 0,7-7-44 16,0-5-15-16,9-10-4 15,3-3 2-15,2-10 0 16,1-4 4-16,-2-7 0 16,-2-2 2-16,-5-2-2 15,-6 1-2-15,-8 4 0 16,-6 3 4-16,-9 9-4 16,-4 7 0-16,-1 11 0 15,1 6-12-15,5 9-120 16,5 1-138-16,11-7 105 15</inkml:trace>
  <inkml:trace contextRef="#ctx0" brushRef="#br1" timeOffset="16233.19">7461 9018 1427 0,'-13'1'50'16,"-2"2"10"-16,0 5 31 15,0 5 7-15,2 4 10 16,3 5-10-16,2 3-14 0,6 2-30 15,2-2-21-15,5-4-21 16,2-3-3-16,2-8 0 16,0-1-6-16,2-8 3 15,1-1-3-15,-1-10 3 16,2-3 0-16,-2-8 0 16,-2-1 6-16,-5-1-3 15,-4-1 2-15,-5 6 7 16,-4 2-6-16,-6 9-12 15,-1 2-27-15,-1 7-95 16,0 6-75-16,7 7 98 16</inkml:trace>
  <inkml:trace contextRef="#ctx0" brushRef="#br1" timeOffset="16898.64">6428 9137 1338 0,'-8'2'71'0,"1"0"40"15,1 2-33-15,3 0 2 16,0 3-29-16,1 1-9 0,8 2-36 16,2-1 6-16,5 0-6 15,2-3-3-15,2-3-3 16,0-3 0-16,0-6 0 16,0-2 0-16,-4-4 27 15,-3-2 21-15,-5-3 20 16,-2 0 16-16,-6 0-15 15,-5 1-9-15,-6 5-28 16,-3 3 1-16,-4 8 0 16,1 5 0-16,-3 10-5 15,3 2-12-15,8 8-105 16,4 0-123-16,20-2 119 16</inkml:trace>
  <inkml:trace contextRef="#ctx0" brushRef="#br1" timeOffset="17716.43">3987 8991 1714 0,'-11'12'204'0,"4"8"-1"16,5 6-24-16,9 10-173 15,4 0-9-15,8-4-33 16,0-7-36-16,2-15-14 15,-1-6 2-15,-3-10 33 16,-1-7 36-16,-6-6 15 16,-1-4 6-16,-5-3 0 0,-2 1-6 15,-7 3 6-15,-1 0 0 16,-6 7-3-16,-1 4 0 16,-5 7-3-16,-1 6 0 15,-2 11-3-15,0 4 0 16,5 8-15-16,4 1-26 15,12-8-130-15,10-4-90 16,21-23 196-16</inkml:trace>
  <inkml:trace contextRef="#ctx0" brushRef="#br1" timeOffset="25916.08">10688 8884 1196 0,'-6'-2'60'15,"1"-2"24"-15,3-1-40 16,2 5-28-16,0 0-7 16,-1 0-5-16,0 0 0 15,0 0 10-15,1 0 7 0,-29-1 14 16,17 2-2-16,-5 1-10 16,0 1 14-16,-6 2-34 15,-2 3 0-15,-5 4 21 16,-3 3 21-16,0 5 11 15,-5 4 22-15,0 7 6 16,-1 3 8-16,4 5 31 16,5 3-1-16,4-1-15 15,7-2-46-15,8-5-26 16,6-4 1-16,10-7 1 16,6-5 4-16,8-8 8 15,5-4 2-15,8-9-19 16,3-7-11-16,10-9-11 15,2-2-3-15,-1-3-10 16,-2 0-3-16,-10 4-3 16,-10 3-1-16,-18 7-8 15,-8 6-5-15,-21 7 2 0,-7 7 4 16,-9 8 34-16,-5 5 14 16,4 6 4-16,2 3 1 15,6 5-7-15,2 5-7 16,7 6-15-16,1 1-7 15,12 0-5-15,6-3-2 16,16-8-7-16,8-7-2 0,19-14 3 16,7-7 0-16,13-12 6 15,7-6 0-15,-2-6-8 16,-4-4-32-16,-11-3-158 16,-9-1-158-16,-17-5 145 15</inkml:trace>
  <inkml:trace contextRef="#ctx0" brushRef="#br1" timeOffset="26432.06">10919 9144 1433 0,'24'-3'54'0,"1"-2"-15"16,2-2-26-16,0-1-51 15,3-1-23-15,-2 2-6 16,-1 1-5-16,-3 3 2 16,-5 2-171-16,-19 1 149 0</inkml:trace>
  <inkml:trace contextRef="#ctx0" brushRef="#br1" timeOffset="26565.98">10867 9336 2638 0,'17'5'100'16,"7"-5"-15"-16,3-4-166 0,9-8-281 15,-1-1 67-15</inkml:trace>
  <inkml:trace contextRef="#ctx0" brushRef="#br1" timeOffset="27700.66">11471 8934 1888 0,'5'9'182'0,"-1"12"36"16,1 11-153-16,-2 25-76 16,-3 9-18-16,-6 18-65 15,-4 4-34-15,-4 1-4 16,-3-2 16-16,2-11 71 15,1-12 75-15,1-23 146 16,1-13 48-16,3-22-41 16,3-11-53-16,6-23-73 15,0-13-28-15,9-19-23 16,1-8-1-16,4-5-6 16,2-3 0-16,4 0-2 15,4-2 6-15,2 3-2 0,3 3 5 16,6 6-2-16,1 5 4 15,6 11 5-15,0 9-1 16,-2 19-7-16,-3 11-7 16,-11 23-11-16,-7 14-2 15,-15 25-10-15,-9 11-8 16,-20 19-8-16,-6 2 1 0,-9-4 22 16,-1-7 37-16,5-15 76 15,2-12-5-15,5-15-11 16,4-8-17-16,7-16-49 15,1-9-38-15,14-13-33 16,6-6-5-16,10-6 11 16,6 2 8-16,4 6 32 15,1 6 3-15,1 11-1 16,-1 7-1-16,0 14-5 16,0 4 0-16,0 2-16 15,2 1-70-15,3-9-228 16,0-3-464-16,8-7 598 15</inkml:trace>
  <inkml:trace contextRef="#ctx0" brushRef="#br1" timeOffset="28098.51">12006 9322 1408 0,'-31'-5'79'15,"1"4"89"-15,1 3 8 0,5 10-119 16,2 4-13-16,6 4-20 16,1 3-9-16,6 0-18 15,3 1-6-15,5 1-12 16,3-2 1-16,5-2-1 16,6-2 9-16,3-10 3 15,3-4 9-15,4-10 24 16,-1-7 3-16,-1-9-7 15,0-2-2-15,-6-2-18 16,-4-1 0-16,-5 5 6 16,-2 2 12-16,-3 7 33 15,0 3 48-15,-1 9 65 16,0 0-31-16,1 0-12 16,11 8-22-16,-7 13-66 15,1 5-14-15,1 5-15 16,-1 0-13-16,4-8-34 15,5-4-85-15,5-16-140 0,6-9-210 16,2-26 237-16</inkml:trace>
  <inkml:trace contextRef="#ctx0" brushRef="#br1" timeOffset="28316.42">12498 8947 3046 0,'3'54'68'0,"2"4"-28"16,3 3-74-16,-2 3-100 15,-1 0-84-15,-7-5-154 16,-5-4-235-16,-3-9 295 16,-5-7 217-16,0-16 72 15,-2-8 6-15,0-16-258 16,4-9 182-16</inkml:trace>
  <inkml:trace contextRef="#ctx0" brushRef="#br1" timeOffset="28632.53">12339 9283 1233 0,'-28'19'120'16,"-2"5"104"-16,1 18 123 15,1 8-19-15,5 5-112 0,7-3-38 16,14-11-106-16,5-9-21 15,15-14-44-15,3-8-26 16,8-14-46-16,4-5-40 16,6-9-76-16,3-3-27 15,-4 0 35-15,-3 0 66 16,-5 2 107-16,-2 0 23 0,3 6 34 16,1 2-6-16,-5 8-9 15,-2 3-15-15,-12 7-27 16,-4 3 18-16,-10 7 50 15,-3 2 37-15,-7-1-26 16,-1-4-9-16,-1-9-66 16,3-5-97-16,4-18 50 15,-1-8-40-15</inkml:trace>
  <inkml:trace contextRef="#ctx0" brushRef="#br1" timeOffset="28764.98">12515 9262 2837 0,'12'-6'88'0,"11"-5"-25"15,5-2-110-15,4-2-205 0,4 1 92 16</inkml:trace>
  <inkml:trace contextRef="#ctx0" brushRef="#br1" timeOffset="29033.78">12747 9412 2556 0,'-5'28'141'0,"0"-1"17"16,3 0-119-16,-1 0-103 15,-4-1-37-15,3-3-66 16,-1-3-39-16,4-8 36 16,5-2 39-16,3-13 113 15,4-5 21-15,4-13 24 16,3-4 24-16,4-5 6 15,-2-1 2-15,4 1-2 16,-4 1-13-16,-4 1-28 16,-3 3-19-16,-12 2-60 15,-2 4-62-15,-9 5-46 16,1 5-11-16,2 4 6 16,-1 3 36-16,8 2 107 15</inkml:trace>
  <inkml:trace contextRef="#ctx0" brushRef="#br1" timeOffset="29317.01">13057 9307 2938 0,'-26'25'89'15,"7"-3"13"-15,6-3-79 16,11-6-72-16,5-4-44 0,10-3-38 15,4-2-23-15,11-1 21 16,1-1 12-16,0 2 70 16,-5 2 27-16,-13 6 20 15,-6 2 5-15,-14 8 10 16,-11 3 3-16,-20 8 19 16,-2 4 10-16,-6 1 16 15,2-2-4-15,7-15-55 16,2-9-152-16,16-19 93 15</inkml:trace>
  <inkml:trace contextRef="#ctx0" brushRef="#br1" timeOffset="29599.34">11550 9960 2127 0,'106'-27'202'0,"15"0"-37"15,21-3-90-15,13 3-173 16,6 2-82-16,-11 7-289 15,-5 4 31-15,-7 2 318 16</inkml:trace>
  <inkml:trace contextRef="#ctx0" brushRef="#br1" timeOffset="33782.78">8213 8100 375 0,'0'0'58'16,"0"0"86"-16,0 0-41 0,0 0-60 15,0 1-9-15,0-1 12 16,0 0 13-16,0 0 25 16,0 0 16-16,0 0-12 15,0 0 1-15,0 1-7 16,0 0-5-16,0 0-20 15,0-1-7-15,0 0-15 16,-1 0 3-16,0 0 16 16,0 0-15-16,0 0-7 15,0-2-8-15,-7-22-6 16,6 17 3-16,-3 0 15 16,1-2 18-16,-2-1 24 15,-2-2 2-15,2-3-8 16,-1-2-9-16,4-5-15 15,1-2-4-15,2-4-8 16,1-2-6-16,0 1-27 0,1 4 6 16,0 5-6-16,-1 5-3 15,-3 6 3-15,0 1 4 16,-2 4 1-16,2 1-5 16,2 3 10-16,0 0-10 15,0 0 5-15,0-1-2 16,0 0-6-16,0 0 7 15,0 0-4-15,0 0 1 0,0 0 3 16,0-1-5-16,-1-21-2 16,1 23 2-16,0 0-2 15,-1 0 0-15,0-1 0 16,0 0-4-16,0 0 1 16,1 0 3-16,-10-22-4 15,10 23 6-15,0 0-4 16,-1-1 0-16,1 1 2 15,-1-1-2-15,0 0 4 16,0 0 0-16,0 0-2 16,-16-21 2-16,17 22-2 15,0-1 0-15,-1 0-6 16,-13-22 3-16,8 15 3 16,0 0 0-16,1 1 3 15,0-1 1-15,0 1-4 0,4-2-2 16,-2 2 0-16,2-2-1 15,-1 0-3-15,0 3 1 16,0-1 5-16,0 1-1 16,0 2 0-16,2 4 3 15,0-1-2-15,0 0 0 16,0 1-1-16,0 0-3 16,0-1 4-16,0 0-6 0,0 0 2 15,0 1-5-15,0 0 2 16,0 0 6-16,-1 14-3 15,-2-3 0-15,0 4 4 16,0 1-1-16,-2 0-2 16,1 2 6-16,-2-2-3 15,-2-1 0-15,2-2 0 16,0-4 1-16,2-1 4 16,1-4-5-16,3-4 4 15,0 0-5-15,0 0 1 16,0 0 0-16,0 0-4 15,-2-11 4-15,4-2-1 16,1-4 1-16,4-7 1 16,1-3 0-16,2 0-1 15,2-1-1-15,-3 3 1 16,0 3 0-16,-3 5 1 0,-1 2-1 16,-3 6-5-16,-2 9 5 15,0-1-1-15,0 1 2 16,0 0-1-16,9 3-1 15,4 7 1-15,6 3-3 16,7 5 3-16,-1 2-3 16,6 0 0-16,0 0 3 15,-1-7-3-15,4-7-87 0,-2-16-119 16,-2-9 120-16</inkml:trace>
  <inkml:trace contextRef="#ctx0" brushRef="#br1" timeOffset="36632.03">8149 7531 393 0,'0'0'48'0,"0"0"75"15,0 0-78-15,0 0-24 16,0-1-3-16,0 1 7 16,0-1 34-16,0 0 14 15,-26-7 32-15,14 7 4 16,-2 2-19-16,-3 2-14 16,-3 2-16-16,0 2-10 15,-1 5-9-15,-1 3-10 16,-2 7-10-16,-2 4-7 0,-1 13-10 15,-1 6-4-15,3 9-4 16,-1 5-6-16,7 8-4 16,4 2 3-16,8 6 3 15,6 2 4-15,11 6 10 16,4 0 8-16,12-7 30 16,8-6 8-16,10-19 10 15,4-8 54-15,9-15-57 16,4-6 16-16,9-16 9 15,3-8-1-15,4-17 16 16,2-6-39-16,-5-11-33 16,-4-5-15-16,-7-8-9 15,-6-7 3-15,-11-6-6 16,-4-1 3-16,-16-1 6 16,-11 1-9-16,-20-1 9 0,-14-3-6 15,-18-1-3-15,-8-3 0 16,-12-4-3-16,0-1-3 15,-6 6-6-15,-1 7-9 16,-3 23-66-16,-1 15-27 16,-2 22-74-16,-2 12-36 15,-1 20 183-15</inkml:trace>
  <inkml:trace contextRef="#ctx0" brushRef="#br2" timeOffset="42749.57">8228 7451 586 0,'-3'1'133'0,"3"-1"165"16,0 0-219-16,0 0-72 15,-1 0-3-15,0 0-21 16,1 0-1-16,-25 3 1 15,15-2 2-15,-3 1 38 16,-5 2 6-16,0 0 19 16,-2 2 1-16,-2 3-7 15,1-2-5-15,-1 4-12 16,0 0-5-16,3 2-9 16,-2 0-1-16,1 3-8 15,0 0 0-15,-5 3-2 16,0 0 0-16,-1 1 0 15,-1 4 2-15,5-1 2 0,4-1 3 16,3 3 13-16,6 0 3 16,4 4 0-16,3 3-3 15,3 4-15-15,4 0-3 16,2 3-2-16,1-1 2 16,4-2 0-16,1 0-2 15,1-2 2-15,1 3-2 0,3 5 0 16,-1 3 2-16,3 6 21 15,4 2 12-15,1-1 5 16,2-3 62-16,-2-9-61 16,1-3-14-16,4-8 9 15,4-6-3-15,5-9 6 16,-2-6 3-16,11-10-27 16,-3-4 0-16,4-5-6 15,3 0-3-15,-6 1 0 16,3-1-6-16,-4 1 3 15,-1 0 0-15,-1-1-3 16,-2 1 0-16,1-5 3 16,-1-2-1-16,-1-3 1 15,-5-5-3-15,-6-5 0 16,-2-2-3-16,-8-3 6 0,-3 1 0 16,-8 0 0-16,-3 0-3 15,-6 1 12-15,-4-2 6 16,-6-1 3-16,-3-2 9 15,0-3-6-15,-3-4-6 16,-2-3-12-16,-2-1-6 16,-6 2-36-16,-3 0-21 15,-4 6-11-15,-3 2-1 0,-3 7 24 16,-2 5 0-16,-3 6 27 16,-2 3 3-16,2 0 24 15,1 1 15-15,2 0-3 16,0 1 3-16,4 6-18 15,2 1 6-15,1 8-3 16,4 5 6-16,-2 7-6 16,1 5 0-16,5 5-9 15,0 1-3-15,4 6 3 16,3 1 0-16,1 5 0 16,2 3 0-16,3 3-3 15,1 4 0-15,0 0 3 16,3 6 0-16,-2 0 0 15,1 3 0-15,2-3 0 16,2-1 0-16,7-5 9 16,7-3 9-16,7-1 3 0,2-2 3 15,8 2-15-15,-2 1-1 16,4-2-8-16,2 1 0 16,0-3 3-16,2-1-6 15,0-3 0-15,1-2-2 16,6-8 2-16,2-5 0 15,5-8 3-15,4-4 3 16,-1-8-3-16,2-1 0 0,-2-7-3 16,-4-2 0-16,0-5 3 15,-4-3 0-15,-1-5 3 16,-1-6 0-16,-1-9 3 16,2-5-6-16,-6-11 5 15,-2-2-5-15,-9-4-3 16,-6 0-8-16,-5 2-1 15,-6 0-3-15,-4-2 0 16,-4 2 0-16,-6 4-18 16,-5 3-6-16,-7 5-3 15,-6 3 9-15,-13 3-6 16,-3 6 16-16,-10 11 5 16,-4 6 6-16,-9 10 18 15,-3 4-6-15,-6 5 0 16,-1 3-6-16,1 5-30 0,1 4 6 15,9 6 12-15,1 4 10 16,7 8 12-16,4 3 6 16,5 9 2-16,4 4 0 15,10 7-3-15,5 4-9 16,9 6-6-16,4 3 0 16,11 4 0-16,5 1 3 15,10 3 3-15,7-1 3 16,11-9-3-16,7-7 0 0,14-16 3 15,4-6 3-15,10-14 6 16,4-8 3-16,4-14-6 16,1-6 0-16,3-11-3 15,0-3-6-15,0-4 3 16,-2-1 3-16,-6-6-6 16,-5-5 0-16,-7-12 3 15,-4-8-6-15,-11-8 6 16,-7-3-6-16,-16-1-18 15,-8-3-3-15,-21-3-19 16,-8 1 26-16,-13-2 3 16,-8 2 4-16,-6 10 10 15,0 7 0-15,-11 20 6 16,0 10 0-16,-9 20 4 0,-3 7-1 16,-2 16 1-16,0 7 6 15,5 12 8-15,2 7-3 16,9 5-12-16,5 4-9 15,15 6 0-15,10 4-6 16,20 15-3-16,14 4-9 16,24 14-54-16,12 4-143 0,16-3 136 15</inkml:trace>
  <inkml:trace contextRef="#ctx0" brushRef="#br2" timeOffset="49148.5">8203 8145 787 0,'-2'1'77'0,"2"-1"46"16,0 0-70-16,0 0-53 0,9 7-3 15,7-6 25-15,2 0 9 16,8-1 23-16,5-2 8 16,3 2-4-16,6 0-4 15,6 0-19-15,7 0-13 16,8 0-15-16,3 0-3 15,12-3-2-15,-1-1-2 16,6-2 2-16,1-1-2 0,-2-2-6 16,-1 2-5-16,-7-1-51 15,-6 3-58-15,-18 4 63 16</inkml:trace>
  <inkml:trace contextRef="#ctx0" brushRef="#br2" timeOffset="50231.97">9553 7911 803 0,'-4'16'107'0,"-1"10"65"16,0 7-77-16,-1 10-58 15,1 5-18-15,1 4-17 16,2-2-4-16,1-3-19 16,1-7-10-16,2-17-25 15,1-8-6-15,3-21 4 16,1-9 11-16,2-11 35 15,0-5 17-15,-2-2 52 16,-1 1 29-16,-3 5 24 16,-1 1 14-16,-1 2-10 0,0 2-17 15,-1 2 48-15,-1-1-28 16,0 4-66-16,1 0-30 16,1 7-21-16,1 4-12 15,2 7-24-15,2 7 6 16,3 9 3-16,2 8 12 15,1 6 21-15,3-1-3 16,1-4 3-16,0-5-6 0,6-10-9 16,0-6 9-16,3-11-6 15,1-7 9-15,-1-7 15 16,-3-3-3-16,-5 0 3 16,-5-1-3-16,-10 3-9 15,-3 1-6-15,-9 3-30 16,-3 0-33-16,-3 4-41 15,-2 2-1-15,5 5-182 16,4 0 196-16</inkml:trace>
  <inkml:trace contextRef="#ctx0" brushRef="#br2" timeOffset="50581.65">9990 8040 1995 0,'-12'20'120'15,"6"2"-31"-15,4 0-157 16,6-2-88-16,5-3-14 16,8-6 21-16,-2-5 31 15,5-7 103-15,-1-4 7 16,-2-7 8-16,-2-1 4 0,-5-2 0 15,-1-2 1-15,-4 2-1 16,-3 1 0-16,-6 1 0 16,-2 2 13-16,-9 1 25 15,-2 2 9-15,-4 2 17 16,-1 1-2-16,2 5-12 16,2 0-15-16,1 5-33 15,0 2-39-15,4 2-155 16,1 2-13-16,9-1 135 15</inkml:trace>
  <inkml:trace contextRef="#ctx0" brushRef="#br2" timeOffset="50718.07">10246 8074 2300 0,'-4'9'132'15,"0"1"-8"-15,1-4-207 16,-3 0 24-16</inkml:trace>
  <inkml:trace contextRef="#ctx0" brushRef="#br2" timeOffset="50881.4">10145 7889 2775 0,'2'-3'21'16,"7"-4"-23"-16,9-2-242 15,5-1-311-15,10 2 230 16</inkml:trace>
  <inkml:trace contextRef="#ctx0" brushRef="#br2" timeOffset="51181.68">10519 7918 1625 0,'-19'18'143'0,"-3"1"54"15,0 2-173-15,-2-1-18 16,2-1 0-16,-2 2-9 16,6-3 0-16,2-3 0 15,11-7-45-15,5-3-47 16,11-5-81-16,4-3 15 15,6 0 62-15,3 1 24 16,-1 3 32-16,-1 2 16 16,-10 5 27-16,-2 4 2 0,-13 3 23 15,-4 1 16-15,-6 4 27 16,-3-1 7-16,-3-4-15 16,-1-2 38-16,3-11-196 15,-3-2-121-15,12-15 136 16</inkml:trace>
  <inkml:trace contextRef="#ctx0" brushRef="#br2" timeOffset="51515.58">10618 8053 2486 0,'0'6'116'15,"5"0"7"-15,1-3-144 0,7-1-27 16,2-6-87-16,0-2-22 16,4-9-3-16,-3-2 32 15,-1-4 101-15,-1-2 27 16,-7-2 0-16,-4-1-21 16,-8 4-75-16,-4 2-26 15,-6 8-10-15,-4 5 31 16,-2 10 104-16,1 7 63 0,4 9 95 15,3 4 60-15,12 5 39 16,5-2-99-16,18 1-63 16,9-6-67-16,21-10-193 15,15-6-154-15,14-17 110 16</inkml:trace>
  <inkml:trace contextRef="#ctx0" brushRef="#br2" timeOffset="55897.83">8937 7053 1249 0,'0'0'67'15,"0"0"67"-15,0 1-124 16,0-1-10-16,0 1-4 16,-1 1 4-16,0-1 0 15,1 0 2-15,-1 1 6 16,0 0-1-16,0-1 5 0,1-1-2 15,-1 1-3-15,0 0 1 16,0 0-2-16,0 0-2 16,0-1 2-16,-1 1-2 15,1-1-1-15,-21 12-1 16,22-12-2-16,0 0 2 16,-1 0-2-16,0 0 0 15,0 0 0-15,0 0 0 16,1 0 0-16,0 0 2 15,0 0-2-15,-1 0 0 0,0-1-2 16,1 1 2-16,0 0 0 16,0-1 2-16,0 1 0 15,0 0 0-15,0-1-2 16,0 0 0-16,0 0 0 16,0 0 4-16,0 1-4 15,0 0 0-15,0 0 6 16,0 0 3-16,0 0 12 15,0 0 0-15,0 0-15 16,0 0 0-16,0 0-3 16,0 0-3-16,0 0 3 15,0-1-3-15,0 1 0 16,0 0-3-16,-1 0-3 16,0 0 6-16,0 0 9 15,1 0 9-15,0 1-3 0,-1-1 3 16,0 0-10-16,1 0-2 15,0 0-6-15,0 0 6 16,1-1-3-16,0 1-3 16,-1-1 6-16,24-13-6 15,-24 14 0-15,1 0 0 16,-1 0 3-16,0 0-3 0,2 0 6 16,20-3 0-16,-21 3 3 15,0 0-3-15,0-1 0 16,0 0-6-16,0 1 0 15,1-1 0-15,-1 0 3 16,0 1 6-16,-1 0 3 16,-7 2 0-16,1-1-12 15,1-1-18-15,4-3-185 16,1-5 174-16</inkml:trace>
  <inkml:trace contextRef="#ctx0" brushRef="#br2" timeOffset="58131.71">8960 7080 333 0,'0'0'45'16,"0"0"68"-16,0 0-88 15,0-1-46-15,0 1-8 16,0 0 11-16,0-1 7 16,0 0 74-16,-1 0 62 15,0 0 53-15,0 1 2 16,1 0-83-16,-1 0-41 0,1-1-38 15,-1 1-11 1,0 0-1-16,0 0-2 0,0 0-2 16,1 0 0-16,-1 0 19 15,-1 0 12-15,0 0 22 16,1-1 7-16,0 1-10 16,-17-23-6-16,18 12-11 15,-1-3 2-15,-1-1-10 16,1-3 37-16,-1-2 22 15,0-1 16-15,1 0 38 16,0-1 10-16,0-4-31 16,1 0-29-16,0-7-62 15,0-2-23-15,-1-3-6 16,-1 0-1-16,-1 1 2 16,-1 4 3-16,-1 6 5 15,0 3 13-15,0 8 32 0,0 3 14 16,2 4 9-16,0 3-16 15,3 1-30-15,1 0-23 16,1 2-8-16,-2 3-2 16,0 0-6-16,0 0-6 15,0 0 5-15,0 0-3 16,0 0 7-16,1 0 4 0,-1 0-1 16,0 0 3-1,0 0 0-15,0 0 0 0,0 0 0 16,1 0 1-16,-1 0 1 15,0 0 0-15,0 0-2 16,0-1-2-16,0 0-1 16,-1 1-1-16,0 0-5 15,0 0 4-15,-22-4 2 16,23 4-5-16,-1 0 3 16,0 0-1-16,0 0-5 15,0 1 1-15,1 0 5 16,-1 0 2-16,0 0 3 15,-1-1 5-15,0 0-2 16,2 0 0-16,-2 0-3 16,0 0 0-16,1 0-3 15,1 0-1-15,0 1 3 16,-1 0-3-16,0 0 4 0,0 0-4 16,0 0 2-16,0-1 2 15,1 0 0-15,0 1 2 16,-1 0 1-16,0 0-3 15,0 0-3-15,0 0 2 16,0-1 0-16,1 0-3 0,0 0 0 16,-1 0-3-16,0 0 2 15,0 0 0-15,0 0 1 16,0 0 4-16,1 0 0 16,0 0 4-16,-1 0-1 15,0 0 0-15,0 0-3 16,1 0-1-16,0-1-1 15,0 0-1-15,0 0-1 16,0 1 3-16,0 0 1 16,-1 0 0-16,0 0 0 15,1 0 2-15,-1 0-2 16,1 0 0-16,0-1 0 16,0 0-1-16,0 1 0 15,0 0-3-15,0-1-10 16,0 0-2-16,0-1 2 15,0 1 1-15,0 1 9 16,0-1 2-16,0-1 2 0,0 0 0 16,-2-20 4-16,2 22-4 15,0 0 0-15,9-16 0 16,-4 10 0-16,-1 0 2 16,1 0-2-16,-1 0 2 15,-1 2-1-15,-3 4-2 16,0 0-3-16,0-1 2 0,0 0 0 15,0 0 1-15,0 1 2 16,0-1-1-16,0 1 0 16,0-1 0-16,0 0 0 15,-1 0 0-15,0 1 0 16,1 0 0-16,-1 0-1 16,-22 2 1-16,23-2-2 15,0 0 0-15,-1 0 4 16,1 0-2-16,-1 0 2 15,1 0 1-15,-1 0-1 16,0 0-4-16,0 0 0 16,0 0-1-16,1 0 3 15,-1 0 2-15,1 0-1 16,-1 0 5-16,0 0-6 16,0 0-2-16,0 0 2 0,1 0-4 15,-1 0 4-15,1 0 4 16,-1 0-4-16,0 0 2 15,-21 2-2-15,13 1-4 16,1 1 2-16,0 0-1 16,-2 3 1-16,4 0 2 15,-5 2 0-15,2 1 0 16,-1 5 0-16,-2 0 0 0,2 8 0 16,-1 2 0-16,-1 6-5 15,-2 3-3-15,1-4 3 16,-1-3 2-16,4-8 3 15,0-6 4-15,5-5-3 16,1-2 2-16,4-6-1 16,0 0 1-16,10-9 2 15,0-1-5-15,4-5 0 16,4-3 0-16,-2-2-2 16,1-1-9-16,1-4-7 15,-2-1-9-15,3-3 0 16,0 1 0-16,-2 0 6 15,2 1 12-15,-2 5 6 16,-1 0 3-16,-2 10 0 16,-3 2 0-16,-6 8 0 15,-3 3-9-15,-2 5 9 0,-2 3 9 16,2 3 6-16,1 1 9 16,5 0-7-16,1 0-8 15,4-4-6-15,3-2 4 16,3-2-3-16,2-1-2 15,-3-4-1-15,-1 1-1 16,-3 0-14-16,-2 1-18 16,0-1-156-16,-3-1-90 0,-3-5 140 15</inkml:trace>
  <inkml:trace contextRef="#ctx0" brushRef="#br2" timeOffset="59419">8864 6499 408 0,'2'-4'-44'16,"-1"-1"-59"-16,1 2 39 16</inkml:trace>
  <inkml:trace contextRef="#ctx0" brushRef="#br2" timeOffset="59966.83">8854 6480 344 0,'-5'0'62'16,"0"1"80"-16,1-1-28 0,4 0-62 16,-1 0-20-16,1 0-16 15,-19-7-3-15,9 6 10 16,-3 0 14-16,-2 1 36 16,1 1 9-16,-5 4-2 15,-2 0-23-15,1 4-24 16,-2-1-8-16,-1 5-14 15,0 2-9-15,-5 4-2 16,0 2 0-16,-1 4 20 16,1 1 16-16,3 5 17 15,-1 5 3-15,4 12-13 16,1 7-9-16,5 12-18 16,3 4-4-16,6 7-9 15,3 0-3-15,9-8-1 16,6-6 1-16,15-20-2 0,10-8 7 15,14-16 11-15,10-5 3 16,8-9-1-16,5-5-7 16,5-8-5-16,1-5-6 15,1-7 2-15,-1-5 3 16,-2-5 4-16,0-7 12 16,0-8 3-16,-2-8 0 0,-1-12 0 15,-5-4-6-15,-8-6 5 16,-5-2 4-16,-17 2 3 15,-9 3 0-15,-21 6 6 16,-14 4 0-16,-20 9 30 16,-10 4-7-16,-17 3 1 15,-9 3-15-15,-12 6-72 16,-9 5-45-16,-14 13-56 16,-4 9-13-16,-8 19 40 15,0 13 41-15,-2 19 52 16,4 10 10-16,9 13-2 15,4 6-12-15,14 5-79 16,10 5 62-16</inkml:trace>
  <inkml:trace contextRef="#ctx0" brushRef="#br2" timeOffset="65914.92">9300 6583 1495 0,'0'0'48'0,"0"0"93"0,0 0-167 16,1-1-49-16,-1 1-15 15,1 0-5-15,1 0 2 16,21 3 15-16,-23-3 45 16,0 0 31-16,0 0 41 15,0 0 12-15,0 0 9 16,1 0-10-16,0 0-21 15,1-1-11-15,20-15-13 16,-22 16 1-16,0 0-4 16,0-1 2-16,0 0-2 15,-1 1 4-15,0-1 11 16,0 0-1-16,-22-11 5 16,23 12-6-16,0 0-7 15,-1 0-6-15,-14 9-2 16,12 0-8-16,1 2-1 15,0 2-1-15,2-2 2 0,2 0 6 16,4-5 2-16,0-1 0 16,4-5 6-16,3-1 2 15,-1-4 0-15,-1-3 1 16,1-1-7-16,-2 0 0 16,-5 0-2-16,1 2 0 15,-7 2 2-15,-3-1 0 0,-4 4 0 16,-4 1 4-16,-1 2 0 15,-2 0 0-15,5 2-3 16,2 0-3-16,4 0-21 16,3 1 7-16,1 2-18 15,1 1-11-15,0 1-2 16,2-3-1-16,3 0-8 16,-1-5-49-16,0-3 62 15</inkml:trace>
  <inkml:trace contextRef="#ctx0" brushRef="#br2" timeOffset="66897.78">9330 6591 468 0,'0'0'146'16,"0"0"141"-16,0 0-131 16,0 0-59-16,0 0-31 15,0 0-14-15,0 0-29 16,0 0-9-16,1-1-14 16,0 1 0-16,-1-1 0 15,0 0 0-15,0 1 6 16,0 0 3-16,0 1 7 0,-1 0-1 15,0-1-1-15,0 1-5 16,-9 22-5-16,10-23-4 16,0 0-21-1,0 0-6-15,0 0-6 0,0 0 2 16,0 0 19-16,0 0 8 16,0 0 6-16,0 0 2 0,0 0-4 15,0 0 2-15,0 0-4 16,0-1-5-16,1 0-21 15,0 0-20-15,0 1-26 16,-1 0-1-16,0-1 14 16,1 1 24-16,0 0 42 15,0 0-1-15,-1 0-286 16,0 0 209-16</inkml:trace>
  <inkml:trace contextRef="#ctx0" brushRef="#br2" timeOffset="69265.28">9339 6618 507 0,'0'0'93'16,"0"0"64"-16,0 1-63 16,0 0-74-16,-1 0-11 15,1-1-9-15,-1 0-4 16,1 1 4-16,0-1 4 15,0 0 17-15,0 1 8 0,0 0 17 16,-1 0 4-16,0-1-6 16,0 1-9-16,0 0 0 15,1-1-8-15,-1 1-5 16,1 0-7-16,-1 0-3 16,0-1-3-16,0 1 9 15,0 0-1-15,0-1 5 16,1 0 1-16,0 0-10 15,-1 0-1-15,0 0-6 16,1 0-2-16,0 0-2 16,0 0-2-16,0 0 5 15,0 0 7-15,0 0 6 16,0 0 3-16,0 0-6 16,6-15-3-16,-2 4-2 15,0-5-1-15,3-10 5 16,0-5 5-16,0-13 8 0,0-2 2 15,-2-6-3-15,0 1 10 16,-1 2-24-16,-2 3 0 16,0 8 0-16,-1 1 0 15,-3 6 15-15,-1 2 8 16,-2 2 70-16,0-2 26 16,2 2 25-16,0 0-7 15,2 2-74-15,0 0-44 0,3 7-25 16,2 3-6-16,-1 8 0 15,1 2 0-15,-4 5-2 16,0 0-2-16,0 0 5 16,0-1-2-16,0 0 2 15,0 0 2-15,1 0-3 16,0 1 1-16,0-1-1 16,6-24 7-16,-7 25-7 15,0-1 0-15,0 0-2 16,-1 0 1-16,-17-21-2 15,18 22 3-15,0 0 4 16,0-1-4-16,0 0 0 16,-1 0 0-16,1 1-4 15,-1 0 2-15,1-1-1 0,-1 0 1 16,0 0-6-16,-1 0 7 16,2 0-5-16,-1 1 1 15,0-1 5-15,0 1-9 16,0 0 4-16,0 0 4 15,1 0 1-15,-1 0-3 16,0 0 3-16,1 0-4 16,-1 0-2-16,-1 0 9 15,1 0 0-15,0 0-3 16,1 0 0-16,-1 0 0 0,0 0 0 16,0 0 4-16,1 0-4 15,-1-1-4-15,0 0-5 16,1 1 9-16,-1 0-3 15,0 0 3-15,1 0 3 16,-1 0-3-16,0 0 3 16,0 0-6-16,0 0 3 15,1 0 3-15,-1 0-24 16,1 0-3-16,-1 1-6 16,-22 10 0-16,16-1 18 15,-2 3 7-15,2 4 5 16,0 3 0-16,1 0-3 15,0-1 0-15,1-4 3 16,-1-4 0-16,1-2 0 0,0-4 3 16,3 0-3-16,-2-3 0 15,4-2 8-15,0 0-2 16,0 1 3-16,1 0-3 16,15 5-6-16,-8-7 3 15,0-4-9-15,0-4 0 16,-2-2-11-16,-1-3 5 15,-1-1 9-15,-1 0 0 16,0-1 3-16,-2 2-3 0,3 0 3 16,-2 1 0-16,2 1 3 15,0 2 3-15,-1 1-6 16,0 3 0-16,0 2-6 16,-3 4 6-16,0 0 0 15,1 0-3-15,0 0 6 16,-1 0-3-16,1 1-3 15,17 13 3-15,-10-9 0 16,1 1 0-16,-1-2-3 16,0 0 3-16,0-2 0 15,-1 0 0-15,-1 0 3 16,0 0-3-16,-2 1-3 16,0 0 3-16,0 2 0 15,-2-1 0-15,3-2 0 16,-2 0 0-16,-2-1 0 15,-1-1 0-15,0 0 0 0,0 0 0 16,0 0 0-16,0 0 0 16,0 0 0-16,0 0 0 15,0 0 0-15,-1 0 0 16,0-1-21-16,0 0-12 16,0 0-21-16,1 1-3 15,-1-1 18-15,1 0 16 0,-1 1 17 16,-1-1 0-16,1 0 6 15,-1 1 0-15,1-1 0 16,0 1 0-16,0-1 0 16,1 0-12-16,-1 1-18 15,0-1 0-15,1 0-3 16,-1 0 12-16,0 1 15 16,0-1 6-16,1 0 0 15,-1 1 0-15,0 0 0 16,1 0 0-16,-1 0 0 15,0 0 0-15,1 0-3 16,-1-1-3-16,1 1 3 16,0-1-6-16,0 0 9 15,1-1 0-15,-1 1 0 16,0 1 3-16,0-1 0 0,0 0-3 16,0 1 3-16,0-1-3 15,0 0 0-15,-1 0 0 16,0 1 3-16,0-1 3 15,0 0-6-15,1 1 6 16,-1-1-6-16,1 0 0 16,-1 0-3-16,-1 1-3 15,1 0 0-15,-25 5 6 0,26-5-24 16,0 1-12-16,-1 0-41 16,0 0-19-16,1-1 34 15,0 1-2-15,0 0 10 16,0-1 11-16,0 0 28 15,0 0 7-15,0 0 8 16,0 0 0-16,-1 0-13 16,0 0-24-16,0 0-147 15,1 0-197-15,0 0 192 16</inkml:trace>
  <inkml:trace contextRef="#ctx0" brushRef="#br2" timeOffset="69930.7">9404 5872 502 0,'0'0'178'0,"0"0"184"16,0 0-159-16,0 0-89 0,0 0-17 16,1 0-31-16,0 0 19 15,-1 0-22-15,1 0-19 16,-1 0-35-16,0 0 0 16,0 0 18-16,0 0 0 15,0 0 15-15,0 0-3 16,0 0-21-16,0 0-6 15,-8-12-6-15,0 4-3 16,-2 2-3-16,-1-2 3 0,-8 1-3 16,1-1 0-16,-6 1-6 15,-3 0-3-15,-2 2-6 16,-5 1 0-16,-6 5-3 16,-2 3 0-16,-5 10 12 15,-2 4 6-15,0 7 0 16,-2 2-3-16,5 6 3 15,5 3-3-15,6 10 0 16,6 7 3-16,7 20 6 16,1 8 3-16,11 12 3 15,3 1-9-15,9-13-3 16,6-7 0-16,7-16-3 16,6-5 3-16,12-7 51 15,6-3 38-15,16-6 16 16,13-4-4-16,17-14-47 0,4-7-36 15,7-15-24-15,0-8-6 16,-8-14 0-16,0-8 6 16,-9-10 9-16,-7-8 0 15,-12-10-30-15,-9-5-20 16,-17-11-31-16,-10-3-6 16,-15-8 39-16,-9-2 16 0,-19 2 41 15,-9 4 29-15,-13 6 31 16,-12 8 18-16,-16 16 8 15,-9 6-23-15,-14 16-41 16,-4 6-17-16,-3 15-34 16,-1 5-11-16,2 12-35 15,6 7 0-15,15 11 25 16,8 7 20-16,16 14-3 16,10 11-27-16,14 25-179 15,10 17-217-15,17 11 334 16</inkml:trace>
  <inkml:trace contextRef="#ctx0" brushRef="#br2" timeOffset="70566.7">8878 6112 1417 0,'-2'-4'47'0,"3"1"-24"15,3 0-17-15,2 0-45 16,0 0-21-16,0 3-39 16,0 0-35-16,-1 0 76 15</inkml:trace>
  <inkml:trace contextRef="#ctx0" brushRef="#br2" timeOffset="83197.53">12486 6019 1132 0,'-4'59'35'15,"-2"0"-6"-15,1-2-19 0,0-11-16 16,3-8-2-16,-1-19 8 15,3-7 16-15,0-12 32 16,0 0 5-16,-4-9-7 16,3-9-13-16,1-13-37 15,0-7-5-15,3-5-1 16,0 1 2-16,0 7 12 16,-1 4 8-16,2 6 9 15,-2 3 6-15,3 7 4 16,1 3-6-16,-1 7-9 15,2 3-5-15,-1 7-5 16,1 5-4-16,0 8 2 16,-2 3-2-16,1 1 0 15,-1-3 0-15,-1-6 2 16,0-4-2-16,1-5-2 16,-2-3 2-16,2-5 7 15,2-4 11-15,1-9 13 0,5-3 0 16,3-7-18-16,2 0-6 15,3 5-6-15,-2 1-3 16,-1 8-6-16,-2 5-6 16,-5 11-3-16,-2 6 3 15,-3 13-3-15,-1 3 9 16,-4 4 12-16,2 0 0 16,5-8-3-16,2-3-12 0,10-9-48 15,3-7 3-15,2-7-142 16,2-5 121-16</inkml:trace>
  <inkml:trace contextRef="#ctx0" brushRef="#br2" timeOffset="83330.78">12983 5985 987 0,'1'0'132'16,"6"9"87"-16,-7 2-120 16,-4 2-28-16,5 1-49 15,2-2-30-15,3-4-74 16,-1-3-69-16,-1-5 78 15</inkml:trace>
  <inkml:trace contextRef="#ctx0" brushRef="#br2" timeOffset="83716.52">12959 6004 876 0,'-20'-13'143'0,"0"-2"58"16,8-5-91-16,5 0-25 16,6 0-42-16,4 3-8 15,7 4-18-15,3 3 6 16,1 5 42-16,1 1 27 15,-1 4 10-15,-2 1-24 16,2 3-30-16,0 2-22 0,0 2-23 16,1 2-6-16,-4 6-3 15,-1 3-2-15,-2 3 5 16,-3 0 3-16,-4-2 3 16,-1-4 2-16,0-7 1 15,0-2 0-15,0-7-3 16,0 0 6-16,8-8-3 15,-4-3-6-15,8-7 12 16,1-5-9-16,5 1-3 16,2 1 6-16,0 2-6 15,1 3 3-15,-2 6-3 16,-1 4-3-16,-3 9 3 16,-2 7 0-16,-6 10 3 15,-3 5-3-15,0 3 0 16,7-2-21-16,1-8-80 15,7-7-67-15,5-10-100 0,0-5 190 16</inkml:trace>
  <inkml:trace contextRef="#ctx0" brushRef="#br2" timeOffset="83997.98">13442 5980 1479 0,'16'0'66'0,"5"-5"163"16,5-1-62-16,8-5-56 15,2-1-45-15,1 0-171 16,0 1-50-16,-7 3-48 15,-1 2 58-15,-8 2 103 16,-6 3 14-16,-9 1-18 16,-6 1-63-16,-12 5 65 15</inkml:trace>
  <inkml:trace contextRef="#ctx0" brushRef="#br2" timeOffset="84147.76">13324 6201 2267 0,'29'-7'89'15,"7"-5"-109"-15,8-4-231 16,3-8 119-16</inkml:trace>
  <inkml:trace contextRef="#ctx0" brushRef="#br2" timeOffset="84580.4">13918 5861 1450 0,'7'-9'70'0,"6"-5"115"0,7 1-101 16,5 0-78-16,2 1-12 15,0 5-9-15,-1 4 3 16,-6 6-3-16,-1 1 0 15,-11 7-3-15,-6 3 3 16,-9 5-6-16,-7 2 16 0,-6 3 25 16,1 0 37-16,2-2 93 15,4 0 35-15,8-2 9 16,5-3-67-16,15-3-65 16,8-2-25-16,19-8-37 15,11-4-74-15,14-16-188 16,7-7-130-16,-3-14 160 15</inkml:trace>
  <inkml:trace contextRef="#ctx0" brushRef="#br2" timeOffset="87530.55">8197 6129 1163 0,'0'0'41'0,"0"0"37"16,15-7-94-16,-2 1-7 0,11-5 13 15,4-4 14-15,15-8 35 16,8-6 13-16,13-8 8 15,8-3-6-15,8-7-26 16,3-3-13-16,5-1-5 16,2-1 3-16,7 0 20 15,1-2 54-15,-2 2 14 16,-2 2-11-16,-8 4-51 16,-4 1-12-16,-9 5-18 15,-7 0-3-15,-13 1-6 16,-5 1 0-16,-17 6 3 15,-9 4 0-15,-11 6 9 16,-6 5 5-16,-2 3 25 16,0 3 12-16,2 5-3 15,-5 6-15-15,0-1-39 16,0 1-33-16,0 0-3 0,0 8 0 16,-5 6 24-16,1 4 18 15,2 9 3-15,2 5 9 16,7 15 12-16,6 11 6 15,8 20 0-15,2 10-6 16,5 9-48-16,0 2-45 16,4-10-74-16,3-9-1 15,3-17 28-15,2-9 50 0,-3-11 108 16,-3-2 20-16,-4 1 28 16,-3 2-12-16,1-1-33 15,1-4-25-15,-2-3-32 16,0-4-26-16,-8-5-40 15,-5-3-9-15,-6-8-8 16,-5-5 20-16,-3-6 43 16,0-5 21-16,0 0 12 15,0-1 0-15,-12-12 7 16,7 7-8-16,0-1-23 16,-1 2 1-16,1 2-18 15,0 1-7-15,0 1-1 16,0 1 8-16,0 2 20 15,-1-1 7-15,-2 0 22 16,0 0 3-16,-1 0 5 16,1 0-1-16,-2 0-7 0,1 2-7 15,-1 2-5-15,-1 2 0 16,-2 4-2-16,-3 2 0 16,-3 5 2-16,-2 0 0 15,-2 2 0-15,-3 0 2 16,-2 2-2-16,-3 0 0 15,-3 3-2-15,1 2 1 0,-2 2-9 16,-2 1-4-16,0 2-3 16,-3 2 1-16,-4 0 3 15,1 0 3-15,-4-2 4 16,1-1 4-16,2-1 2 16,0 0 8-16,-2 4 8 15,1 0-1-15,-2 4 1 16,3 2-7-16,4-2-5 15,1 0 0-15,7-2-2 16,-2-3-2-16,3-2 0 16,1 0-2-16,-1-4 2 15,5 0 4-15,2-2 8 16,1-3 9-16,6-3 2 16,1-4-2-16,4-4-5 15,2-1-12-15,0-2-8 16,4-2-8-16,-1-4-1 0,1 1 1 15,2-3 2-15,1 0 7 16,-1 0 6-16,1 0 7 16,0 0 8-16,3 0-5 15,0 0-5-15,0 0-6 16,0 0-16-16,0 0-3 16,0 0-6-16,0 0 1 15,0 0 11-15,0 0 3 16,0 0 8-16,0 0 2 0,0 0 6 15,0 0-7-15,0 0 1 16,-1 0-7-16,1 0-21 16,-1 0-8-16,-1 1-21 15,-20 7 1-15,22-8 15 16,-1 0 18-16,0 0 44 16,1 0 20-16,-24-3 9 15,23 3-3-15,1-1-24 16,-1 0-12-16,-27-12-15 15,19 10-3-15,-2 0-9 16,-4-2 2-16,2 0 9 16,-2 0 3-16,0-5 13 15,1 0 6-15,-3-5 7 16,1-3 3-16,-2-4 9 16,-2-2-1-16,4-4 0 0,-3 1 43 15,5-6-27-15,2-1-20 16,4-6-18-16,-2-7-15 15,4-5 0-15,-4-2-6 16,-1-5 3-16,3 0 3 16,-4-5 3-16,0-1 0 15,-4 0 0-15,-2 1-3 0,-1 5 3 16,3 2 9-16,1 7 9 16,3 1 21-16,5 9 0 15,1 5 0-15,3 7-27 16,1 4-18-16,0 3-45 15,0-1-6-15,2 2-9 16,-3 1 12-16,1 2 37 16,0 1 5-16,4 2 3 15,2-1 0-15,6-3-72 16,5 0-10-16,9-4 59 16</inkml:trace>
  <inkml:trace contextRef="#ctx0" brushRef="#br2" timeOffset="90347.76">9785 7110 625 0,'0'6'107'0,"1"-1"187"0,3-2-278 16,1 0-12-16,0-3 13 16,0-1 8-16,1-2 31 15,0 1 22-15,2-3 3 16,0 0-4-16,0-1-36 16,-1-3-18-16,-1 1-27 15,-1-1-5-15,-2 3-7 16,-1 1 1-16,-4 1 5 15,-1 3 4-15,0 1 20 16,0 2 5-16,-2 4 12 16,-1 2 0-16,-2 4-11 15,1 1-7-15,0-3-9 16,3-1-2-16,3-4-2 0,1-1 0 16,1-3 0-16,-1-1-2 15,0 0 4-15,0 0 0 16,1 0 0-16,-1 0 2 15,0-1-4-15,4-22 2 16,-4 22 0-16,0 1-4 16,0-1 2-16,0-1 0 15,-1 2 0-15,1-1 0 0,-1 1 2 16,-9-5 1-16,10 14 5 16,0-1 10-16,1 2 15 15,0-2-6-15,1 0-12 16,0-2-6-16,1-1-9 15,0-4 3-15,3-1-3 16,3-1 6-16,0-5 0 16,0-2 0-16,-1 2 0 15,-4-1-3-15,-4 7 2 16,0 0-5-16,0-1 6 16,-1 0 0-16,-11-5-3 15,3 7 9-15,1 1 9 16,1 0 9-16,7-2 6 15,0 0-6-15,0 0-12 16,-1 0-18-16,1 1-9 16,0 0-3-16,0 0-6 0,0-1 9 15,0 2 0-15,0-1 6 16,0 1 3-16,0-1 0 16,0 0 0-16,0 1-3 15,0 0 0-15,0-2 3 16,0 1-9-16,0-1 3 15,0 1-3-15,0 0-3 16,0 0 6-16,0 0-3 0,-1-1 9 16,1 1 3-16,-1-1 0 15,0 1 6-15,1 0-9 16,-1 0-3-16,0 0-3 16,0 0-6-16,1-1-9 15,0 0-14-15,0 0-7 16,0 0 12-16,0 0 18 15,-1 0 3-15,1 0 9 16,-1 0 0-16,1 0-9 16,-1 0-7-16,0 0 1 15,1 0-3-15,0 0 3 16,0-1 5-16,0 0 8 16,0 0 2-16,0-1 4 15,0 1 4-15,0 0 1 16,-7-22 3-16,7 22-2 0,-10-17-6 15,7-2 1-15,-1-8-1 16,0-11 0-16,3-3 9 16,-3-7-7-16,-2-2 3 15,-1-1-3-15,1 3-3 16,-2 9-6-16,0 7 0 16,-2 11 3-16,-2 3 0 0,1 7 9 15,2 2 0-15,0 4 6 16,1 0-9-16,2 4 9 15,0 0 6-15,6 2 11 16,0 0 13-16,-1 0 0 16,1 0-12-16,0 0-15 15,0 0-18-15,1 1 0 16,0 0-3-16,0 0 3 16,0 0 0-16,0-1 3 15,0 2 0-15,1 0 0 16,-1-1 3-16,1 0 6 15,-2-1-3-15,1 1 6 16,0 0-12-16,-1 0 0 16,1-1 0-16,0 1-3 15,0 0-3-15,-1-1 3 16,1 1 0-16,0 0 0 16,-1 0 3-16,1-1 0 0,0 0 0 15,0 0-3-15,0 0 9 16,-1 0-9-16,1 0 3 15,-1 0 3-15,0 0-3 16,0 0-3-16,0 0 3 16,0 0-6-16,0 0-3 15,0 0 0-15,0 0 3 0,0 0 6 16,0 0 0-16,0 0 6 16,0 0-3-16,0 0 0 15,0 0-6-15,-1-1-3 16,1 0-3-16,-1 0 6 15,0 1 0-15,0-1-3 16,0 0 3-16,1 1-6 16,-1-1 6-16,0 0 0 15,1 0 0-15,-1 1-6 16,0-1 0-16,1 0-6 16,-1 1-3-16,1-1 0 15,-1 0 3-15,0 0 6 16,1 0 3-16,0 1 0 15,0 0 3-15,0-1 0 16,0 1-6-16,1 0 6 16,0 0-3-16,-1 0 0 0,0 0 3 15,0 0-3-15,1 0-3 16,0 0-9-16,0 0 3 16,-1 0 3-16,1 0 0 15,0 0 9-15,0 0 0 16,0 0 0-16,0 0 0 15,0 0 0-15,-1 0 3 16,1 0 3-16,-1 0-6 0,1 0 0 16,0 0 3-16,0 0-3 15,0-1 6-15,-1 0-3 16,0 0-3-16,0 1-3 16,-1 0 3-16,0 0-3 15,0 0 0-15,0 0 6 16,1 0-3-16,-1 0 3 15,0 0 3-15,-1 0-12 16,-23-2 6-16,25 2 0 16,0 0-6-16,-1 0 6 15,-18-3 0-15,9 4-3 16,-3 1 0-16,-1 1-9 16,-3 0 6-16,2 4 6 15,-3 0-6-15,-1 4 6 16,-1 2-3-16,-5 2-12 0,-3 1 3 15,-5 8-6-15,-2 2-8 16,-1 10 14-16,2 3 12 16,5 8 29-16,3 5 19 15,9 11 12-15,2 4-12 16,13 5-24-16,4 0-12 16,10-2-12-16,5-3-3 15,11-3-12-15,5-3 3 0,10-3 3 16,5-4 9-16,5-5 6 15,3-3 6-15,6-11 9 16,0-5 6-16,2-11 23 16,0-6 13-16,-2-10 36 15,4-6 8-15,1-13-4 16,-1-8-43-16,-3-15-31 16,-3-7-8-16,-6-12-17 15,-4-4-3-15,-7-8 5 16,-8-5 0-16,-12-6-6 15,-9-2 2-15,-17 0-42 16,-11 2-14-16,-20 4-39 16,-7 3-29-16,-19 5 26 15,-10 5 27-15,-19 11 36 16,-9 6 16-16,-8 16 17 0,-9 7 5 16,1 19-2-16,4 12 12 15,4 23 21-15,11 14 9 16,20 27-6-16,5 13-15 15,22 23-63-15,11 7-98 16,16 0 74-16</inkml:trace>
  <inkml:trace contextRef="#ctx0" brushRef="#br2" timeOffset="91831.21">10191 7308 1289 0,'15'2'84'0,"4"-1"53"15,11-4-97-15,4 0-1 16,14-6-33-16,6 0-3 0,10-2 3 16,6 0-3-16,-3 0 3 15,-4 0 0-15,-7 2-6 16,-6 2 3-16,-7 0-6 16,0 2-3-16,-11 1-48 15,-4 2-8-15,-9 0 38 16</inkml:trace>
  <inkml:trace contextRef="#ctx0" brushRef="#br2" timeOffset="93463.54">10275 6489 1096 0,'-32'3'91'0,"-5"2"68"15,-2 1-88-15,-8 3-59 16,-7 4-18-16,-14 3-35 16,-3 2-15-16,-7 4 0 15,1 1 15-15,4 0 65 0,3 0 32 16,12-2 31-16,6 0 6 16,15-2-35-16,1-1 41 15,8 2-72-15,5-2-27 16,5-2-12-16,5-3-3 15,7-5-9-15,2 0 9 0,7-2 36 16,4-1 6-16,4 1 20 16,0 2-8-16,3 2-27 15,-1 4-3-15,-2 4-9 16,0 6 0-16,-4 17 3 16,-2 9-3-16,-4 19 6 15,-1 11-3-15,-3 14 3 16,-3 1-3-16,2-7 0 15,1-5-3-15,3-14 12 16,5-8 12-16,1-9 18 16,-1-5 3-16,2-11-10 15,1-6-8-15,-1-11-3 16,-1-2-3-16,0-5-3 16,-3-3-6-16,-1-2-12 15,2-2 0-15,-4-5 6 16,0 0 0-16,0 0 0 15,0 0 12-15,0 0-9 0,0-1 9 16,5-16-6-16,2 9-6 16,1 0-3-16,5-1-3 15,3 3-3-15,5-1-3 16,11 2 0-16,5-2 3 16,15-4 6-16,5-3 0 15,11-5-3-15,4 1 0 0,6-4-6 16,-1 4 3-16,-5 0 3 15,-1 0 0-15,-5 1 6 16,2-1 0-16,-5 2 3 16,-4-2-6-16,-7-2-3 15,-4 0 0-15,-12-1-3 16,-7-2-3-16,-12-1 15 16,-7-1 3-16,-6-7 9 15,-5-5 2-15,-5-8 7 16,-7-4 0-16,-7-5-3 15,-3-4-3-15,-8-6-18 16,1-2-3-16,-5 0-3 16,1 3 0-16,-1 5-9 15,-1 4-12-15,2 11-6 16,1 7-18-16,3 11-17 0,1 7-10 16,-1 10-18-16,1 2 16 15,5 4 35-15,3 2 15 16,9 0 51-16,3 1 18 15,9-1 2-15,-1 0 4 16,1 0-18-16,0 0-12 16,0 1-6-16,0 0-12 15,-1 20-6-15,-3-9-3 16,-5 6-12-16,-3 2 6 0,-9 6-24 16,-5 2-6-16,-18 6-32 15,-10 1-25-15,-14 2-41 16,-7 2 12-16,-8-2 64 15,2-2-6-15,11-6 43 16</inkml:trace>
  <inkml:trace contextRef="#ctx0" brushRef="#br2" timeOffset="98330.92">7057 7463 923 0,'-30'-10'73'0,"-9"-1"19"16,-1 3-46-16,-6 3-22 16,-3 5-9-16,3 9-3 15,2 7-5-15,1 11-3 16,5 5-2-16,2 14 2 16,3 10 0-16,7 13-4 15,6 6 2-15,10 9-2 16,7-2 0-16,10 0 2 15,8-1 4-15,15-9 9 16,9-4 18-16,16-15 12 16,9-10-5-16,14-20-12 15,2-15-13-15,-1-19-13 16,-2-12 2-16,-10-21 29 16,-5-7 9-16,-5-13 7 15,-6-5 36-15,-9-12-34 16,-4-4-22-16,-14-9-17 0,-8-4-6 15,-22 3-6-15,-13 1-6 16,-23 8-29-16,-12 8-10 16,-19 14 3-16,-8 7 8 15,-14 20 26-15,-1 10 3 16,-4 22 7-16,0 11 5 16,4 28 4-16,5 15 19 0,13 25-24 15,13 10 0-15,21 23-12 16,14 2-37-16,30 0 41 15</inkml:trace>
  <inkml:trace contextRef="#ctx0" brushRef="#br2" timeOffset="100488.72">7490 9137 1535 0,'0'0'170'16,"0"0"105"-16,0 0-215 15,-1 0-60-15,1 0-137 16,0-11-64-16,9-2-310 16,-2-2 357-16</inkml:trace>
  <inkml:trace contextRef="#ctx0" brushRef="#br2" timeOffset="104018.37">5548 8622 2655 0,'-5'2'81'0,"5"-2"-13"15,0 0-90-15,0 0-98 16,0 0-114-16,1 0-103 15,13-11 8-15,-9 4 150 16,0-1 118-16,-1 3 69 16,-4 5 9-16,0 0 64 15,0-1 5-15,0 1-20 16,0 0-6-16,0 0-30 16,-1 0-15-16,1 0-6 15,-1 0-9-15,0 0 0 16,0 0-3-16,0 0-24 15,1 1-3-15,-1 0-12 16,0 0-3-16,-1 0 0 0,1 0-5 16,0-1-49-16,-1 0 37 15,1 1-91-15,0 0-109 16,1 0 119-16</inkml:trace>
  <inkml:trace contextRef="#ctx0" brushRef="#br2" timeOffset="105479.76">5576 8613 1437 0,'-1'-1'44'16,"-10"-17"-5"-16,9 3-39 0,2-9-18 16,2-3 3-16,-2-8 7 15,-2-3 2-15,-1-4 10 16,-2-2 0-16,-2-6 10 15,1-1-7-15,-4 1 1 16,-3 0-2-16,-1 5-4 16,-4 0 4-16,-2 5-2 15,-2 1 1-15,-3 3-1 16,3 3 0-16,2 4 0 16,3 3-4-16,5 4 0 15,-1 2 0-15,5 5 8 16,-1 3-2-16,3 3 6 15,1 1 0-15,2 3-3 16,3 5 3-16,0 0-12 16,0 0 0-16,0 0-3 15,0 0-6-15,1 0 0 0,-1 0-3 16,1 0 0-16,0 1-4 16,-1 0 14-16,1 0 0 15,0 1 0-15,0-1 4 16,6 21 0-16,-7-22 0 15,0 0-2-15,0 0-2 16,0 0-4-16,0 0 4 16,0 0-1-16,0 0 3 0,0 0 0 15,0 0 0-15,-1 0 2 16,0 0-2-16,1 0 3 16,-1 0-3-16,0 0 0 15,1 0 2-15,-1 0-2 16,0 0 0-16,0-1 0 15,1 1 0-15,-1-1 2 16,-1 0 0-16,1 1-2 16,-24-6 0-16,25 6 0 15,-1 0-4-15,1 0 2 16,0 0 0-16,-1 0 2 16,0 0 0-16,1 0 2 15,0 0-2-15,0 0 0 16,0 0 0-16,0 0-3 15,0 0-1-15,0-1 2 16,12-15-6-16,-2 11-8 0,0-2-5 16,0 3-10-16,0 2-2 15,-2 1 6-15,-2 1 6 16,-4 3 11-16,1 1 4 16,-2 0 4-16,-1-2 2 15,0-2 0-15,0 0 0 16,0 0 0-16,0 0 0 0,-1 0 2 15,1 0 2-15,0 0-2 16,-1 0 0-16,0 0 2 16,0 0 0-16,0 1 2 15,0 0 1-15,0 0 7 16,-18 19-2-16,19-6-1 16,4 2-1-16,2 6-6 15,-1 3 0-15,3 0-6 16,-1-1 0-16,-2-3-2 15,-3 0-2-15,-3-2 6 16,0-1-2-16,-5 1 2 16,-1-1 2-16,2-8 0 15,2 0-2-15,3-10 0 16,0-5-2-16,1-11-4 16,3-7 4-16,-3-6 0 15,-1-2 2-15,-3 2 0 0,0 3 2 16,0 4 0-16,0 3 2 15,1 3-2-15,1 2 0 16,1 3 2-16,2 1-4 16,4 4 0-16,2 1-2 15,6 5 0-15,1 4 0 16,3 6 0-16,2 1 0 16,-3 4 2-16,-1 0 0 0,-1-2 0 15,-3-2 4-15,-4-2-2 16,1-3-2-16,-1-3-4 15,-1-2-11-15,3-3-90 16,-1-1-177-16,0-3 134 16</inkml:trace>
  <inkml:trace contextRef="#ctx0" brushRef="#br2" timeOffset="106114.12">5568 7764 1227 0,'-2'-10'47'16,"-3"0"5"-16,0-2-40 15,-4-4-43-15,-1 0-23 16,-7-1-45-16,-5 2 0 16,-13 3-17-16,-4 5 16 0,-10 10 43 15,-5 9 0-15,-2 17-118 16,-6 7 11-16,-4 14 49 16,2 4 78-16,11 9 200 15,7 1 124-15,14 11 34 16,7 8-139-16,12 24-132 15,6 11-29-15,11 17-32 16,8-2-16-16,18-16-20 16,9-14-5-16,28-34 1 15,11-16 9-15,12-28 22 16,8-11 17-16,-7-15 49 16,-6-9 12-16,-3-14 39 15,-2-11 13-15,4-19 5 16,0-6-11-16,-9-16 57 15,-7-5-26-15,-20-11-72 16,-8-8-30-16,-20-11-42 0,-11-5-21 16,-26 4-12-16,-12 6-6 15,-27 15-42-15,-12 11-56 16,-28 21 69-16,-7 12 13 16,-9 25 25-16,-7 12 32 15,8 18 20-15,-2 11-1 16,13 13 5-16,11 7 1 15,26 11-9-15,18 9-11 0,23 12-187 16,15 4 132-16</inkml:trace>
  <inkml:trace contextRef="#ctx0" brushRef="#br2" timeOffset="109030.17">5132 8287 1962 0,'-13'14'138'16,"3"0"-10"-16,5-7-268 15,4 0-75-15,4-7-57 0,1-5 137 16,4-4 78-1,-2-2 28-15,-1-1 27 0,-2 1 2 16,-3 4 0-16,-4 1-9 16,-5 3-14-16,0 2-3 15,-1 1 5-15,2 0 7 16,3 0 14-16,1 0 0 16,2-2-11-16,0-2-7 0,2 4-1 15,0 0 0-15,0 0 15 16,0 0 6-16,0 0 11 15,0 0 7-15,7 11 3 16,-4-3 0-16,1 0-5 16,1-2-5-16,3-1-9 15,1-2 2-15,0-3-12 16,-1-3-11-16,1-3-18 16,-3-1 2-16,-3-1 6 15,-1 0 13-15,-1 0 26 16,-1 0 9-16,-1 0 14 15,1 2 2-15,-1 1-8 16,0 2-10-16,1 3-19 16,0 0-17-16,0 0-16 0,0 1-2 15,2 12 2-15,0-4 14 16,0 1 17-16,-2 1 2 16,0-3 4-16,2-3-1 15,-1 0-3-15,-1-5-17 16,0 0-88-16,0 0-70 15,0 0-21-15,1-1 32 16,0 0 157-16,0 1 78 16,-1-1 43-16,1-1 9 0,-1 1-5 15,-1-19-9-15,-3 14-20 16,-2 1-4-16,2-1-25 16,3 1-15-16,-4-1-24 15,5 1-9-15,-2 1-12 16,2 4-12-16,0 0-2 15,-2 9 5-15,3 2-3 16,0 2 12-16,-1-1 0 16,-2-1 2-16,2-5 2 15,-1-1 4-15,1-5-1 16,0 0 1-16,0 0-4 16,1-6-4-16,3-5-14 15,1-1-9-15,-2 0-18 16,0 2-1-16,1 3 9 15,-4 7 12-15,0 0 23 16,-1 0 13-16,0 0 22 0,0 0 11 16,0 0 7-16,1 0-7 15,-1 0-21-15,-3-1-17 16,11-3-59-16,1-1-55 16,-2 0 53-16</inkml:trace>
  <inkml:trace contextRef="#ctx0" brushRef="#br2" timeOffset="110346.89">5217 8238 1177 0,'-6'3'72'16,"-2"-2"81"-16,8-1-140 15,0 0-9-15,-6-10-4 16,6-2 2-16,-3-5-2 16,1-5 0-16,0-3 2 15,0 0-2-15,-2 0 4 16,-3 0-2-16,-1-3-2 16,-2-2-8-16,-1-7 0 15,2 0 1-15,-2-1 3 16,-1-1 4-16,-4 1 6 15,-1 2 3-15,0 1 18 16,0-2 6-16,-1-2 2 16,2 0-4-16,1 1 0 15,2 3-13-15,1 7-12 16,0 5-6-16,4 10 0 0,0 5 3 16,8 8-3-16,-1 0 3 15,1 0 0-15,-1 0-3 16,1 0 0-16,0 2 0 15,-4 20 0-15,4-22 0 16,0 0 0-16,0 0 0 16,1 0 3-16,-1 0-3 15,1 0 3-15,0 0 0 16,0 0-3-16,-1 0 0 0,1 0 0 16,-1 0 0-16,1 1 0 15,0 0 0-15,0 0 3 16,0 0 0-16,-1 0 3 15,0 1 0-15,0-1-3 16,0-1 6-16,0 1-9 16,0-1 0-16,-1 0-6 15,0 0 3-15,0 0-3 16,0 0 6-16,-19-2 0 16,11 3-6-16,-1 3 9 15,-1-1-3-15,-4 2 0 16,0 0-9-16,-5 4-24 15,-1 1-8-15,1 6 18 16,2 4 3-16,4 14 11 0,3 9 3 16,4 22 6-16,4 10 2 15,0 20-2-15,2 6 0 16,1 3-2-16,3-6 2 16,11-16 0-16,8-11-2 15,15-19 2-15,9-8 2 16,10-12 0-16,5-3 0 15,7-11-2-15,-1-6 0 0,1-11 0 16,-4-4 0-16,-5-13 4 16,-1-5 5-16,-5-11 13 15,-3-10 8-15,-9-17 24 16,-6-10-6-16,-11-13-33 16,-3-3-4-16,-14-2-11 15,-8 1 3-15,-15 2 3 16,-7-2-3-16,-17-1 6 15,-12 3-9-15,-15 6-6 16,-9 8-15-16,-7 12-32 16,-1 9-13-16,-3 19 23 15,0 14 8-15,-2 32 14 16,5 14 7-16,12 19 30 16,8 9 7-16,20 10 2 15,8 7-3-15,15 14-17 0,5 7-7 16,20 10-31-16,9 3-21 15,21 7-87-15,9-6-156 16,18-20 147-16</inkml:trace>
  <inkml:trace contextRef="#ctx0" brushRef="#br2" timeOffset="112398.65">4463 8380 1055 0,'13'-6'54'0,"9"-10"29"16,9-6-36-16,15-18-18 15,6-5-2-15,12-11 4 16,7-4-8-16,9-3-7 15,2-3-1-15,2-1-3 16,1-2-4-16,-5 2-6 16,-1-2-2-16,-1 0 0 15,-7 1 0-15,-8 4 2 16,-5 3-2-16,-15 0 2 16,-5 1 0-16,-10 7-2 15,-1 6 7-15,-7 15 22 16,-5 7 2-16,-5 10 6 15,-2 5-8-15,-8 10-20 16,0 0-3-16,0 0-15 16,4 13 7-16,-7 2-2 0,1 5 2 15,1 9-2-15,3 7 1 16,11 17 3-16,2 7-2 16,19 18 5-16,2 8-1 15,3 12-2-15,2 3 0 16,-4-1-9-16,1-6-3 15,-1-11 0-15,0-4 1 0,1-5 9 16,-1-1 0-16,3-5 2 16,1-2 6-16,-2-10 3 15,1-3 5-15,-4-8-2 16,-2-5-1-16,-2-9-5 16,-4-6-1-16,-8-8 1 15,-4-3-3-15,-9-9 0 16,-7-5 0-16,0 0-3 15,-7-8 3-15,-9-1-3 16,-4-1 0-16,-8 0-18 16,-4 1 5-16,-10 8-6 15,-7 2 2-15,-13 10 3 16,-3 9 4-16,-5 10 1 16,-1 9-1-16,-6 14 4 15,-8 6 4-15,-2 13 18 16,-1 5 17-16,9 4 72 0,1 2 113 15,6-1 18-15,2-3-33 16,9-9-111-16,14-9-54 16,18-21-62-16,8-11-76 15,21-29-246-15,1-4-266 16,23-33 449-16</inkml:trace>
  <inkml:trace contextRef="#ctx0" brushRef="#br2" timeOffset="112864.03">4453 8397 2369 0,'0'0'114'16,"18"12"6"-16,15 3-77 16,23 20-46-16,12 13-8 15,17 26 4-15,0 11-17 16,3 18-69-16,-2 2-19 0,-9-1-41 16,-4-7-20-16,-13-17 110 15,-5-10 0-15,-15-15-134 16,-7-9-46-16,-11-17 174 15</inkml:trace>
  <inkml:trace contextRef="#ctx0" brushRef="#br2" timeOffset="113429.88">7040 7535 2261 0,'0'0'132'0,"0"0"-17"0,0-10-371 15,10 5 119-15</inkml:trace>
  <inkml:trace contextRef="#ctx0" brushRef="#br2" timeOffset="114963.08">6380 7725 1231 0,'0'0'53'0,"8"6"16"15,3 5-38-15,8 9-21 16,7 6 2-16,7 12-5 16,2 6 1-16,5 11-8 15,2 5 2-15,0 6-12 16,-3 2-9-16,-4 1-2 0,-5-2-1 15,-4-11 18-15,-3-8 16 16,-7-14 19-16,-1-8 10 16,-9-12 13-16,-6-14 2 15,0 0 46-15,-5-10-22 16,-10-19-59-16,-4-12-24 16,-10-17-18-16,-2-9 3 15,-11-8 15-15,-3-2-3 0,-5-5-12 16,-3 0-29-16,7 3-38 15,2 6 48-15,8 17 6 16,4 7 14-16,6 17 30 16,3 7 9-16,7 13 15 15,3 3 34-15,13 9-8 16,0 0-10-16,14-12-41 16,6 4-9-16,11-6-3 15,7-2 0-15,8-8-3 16,4-3 3-16,6-8 3 15,-1-4 15-15,5-7 42 16,-1-3 6-16,4-3-1 16,-2 0-14-16,-2 3-39 15,-2 2-12-15,-11 4-6 0,-7 3-3 16,-10 10-18-16,-8 5-8 16,-11 12 8-16,-9 13 6 15,0 0 18-15,7 4 21 16,-1 14 9-16,3 8 5 15,6 14 1-15,3 8-21 16,5 10-12-16,2 6-9 16,2 8-50-16,-2-2-25 15,-4 3-21-15,-4-4 1 0,-1-4 50 16,-3-1 21-16,-3-6 28 16,-4-4 7-16,-2-14 10 15,-1-5 12-15,0-11 0 16,1-4 0-16,-3-5-9 15,-1-1-12-15,-2-1 3 16,-7 1-6-16,-6 4-15 16,-7 1-15-16,-12 3-21 15,-6 2 25-15,-7 4 9 16,-1 0 11-16,-1 4 8 16,3 2 0-16,-4 5 4 15,-1 3-6-15,-4 7 0 16,0 2 0-16,5-3-10 15,4-4-19-15,10-13 16 16</inkml:trace>
  <inkml:trace contextRef="#ctx0" brushRef="#br2" timeOffset="116046.47">7050 6044 1181 0,'5'-4'31'16,"2"-2"-25"-16,1-1-28 15,3-1-18-15,-2 0 3 16,-2 1 19-16,-1 2 7 16,-5 0 9-16,2 0 4 0,-2-1 7 15,-1 0 1-15,0 1 2 16,0 1-4-16,0 4-8 15,0 0 0-15,0 0 0 16,0 0 0-16,0 0 13 16,-10 8 14-16,5 1 27 15,0-2 12-15,2 1-2 16,0-3-4-16,2 1-25 16,1-2-12-16,0-4-15 15,0 0-4-15,0 0-4 16,0 0 0-16,0 0-2 15,0 0 2-15,0 0 0 16,0 0 0-16,1 0 2 16,0-1-2-16,0 1 0 15,-1-1-4-15,1 0-7 0,0 0-1 16,-1 1 2-16,0-1 3 16,0 0 7-16,0 1 0 15,-1-1 1-15,0 0-1 16,1 1 0-16,-1 0 0 15,0 0-9-15,1 0-14 16,0 0-16-16,0 0-6 16,1 0 12-16,0 0 12 0,-1 0 15 15,1 0 6-15,0 0 0 16,-1 0 0-16,1 0-46 16,0 0 34-16</inkml:trace>
  <inkml:trace contextRef="#ctx0" brushRef="#br2" timeOffset="118579.88">5314 6758 479 0,'0'0'137'0,"0"0"84"16,0 0-100-16,0-1-55 15,0 0-91-15,-1 0-16 16,0 0-7-16,-23-19 9 16,24 20 39-16,-1 0 23 15,0 0 34-15,0 0 7 16,-24 10-5-16,19 0-18 16,2 1-18-16,-2-1-7 15,1-1-10-15,2-1-1 16,1-3-3-16,2-5-2 0,0 0 2 15,0 0 2-15,0 0 12 16,1-1 1-16,0 0 4 16,-1-1-1-16,18-21-14 15,-18 22-6-15,0 0-28 16,1 1-16-16,0-1-26 16,-1 0 1-16,1 0 10 15,0 1 22-15,0-1-40 16,-1 0-146-16,0 1 136 15</inkml:trace>
  <inkml:trace contextRef="#ctx0" brushRef="#br2" timeOffset="120829.59">3412 6285 1117 0,'-5'-20'17'15,"1"1"-34"-15,7 12-22 16,-3 5-45-16,6 2-230 15,3 4 189-15</inkml:trace>
  <inkml:trace contextRef="#ctx0" brushRef="#br2" timeOffset="122812.52">4211 7567 1101 0,'-1'-4'33'0,"1"4"-6"16,0 0-19-16,0 0-16 16,5 2-1-16,0 5-3 15,0-2 6-15,1 2 6 16,-2-1 0-16,1-3 4 15,-5-3 4-15,0 0 25 16,0 0 6-16,0-7 11 16,-3-2-3-16,0-5-18 15,1 2-8-15,-2 1-8 16,0 3 7-16,-1 4 1 16,-3 3 0-16,0 4-7 15,-1 2-6-15,1 4-6 16,-1 2 4-16,3 0-3 0,2 0 1 15,4-3 0 1,1-1 0-16,2-3 0 0,2-2 0 16,0-2 0-16,0-2 0 15,1-1 5-15,-2-2 5 16,-1 0 3-16,0 1 13 16,-1 1-9-16,-2 3-9 15,0 0-9-15,0 0-3 0,0 0 0 16,0 0 0-16,0 0-3 15,-1 0-3-15,1 0 6 16,-1 1 0-16,0-1 0 16,1 0 6-16,-1 1-3 15,0 0-3-15,0 0-6 16,0 0-12-16,1 0-15 16,0-1 18-16,0 0 2 15,0 0 3-15,0 0 6 16,0 0 0-16,0 0 4 15,0 0 0-15,0 1 2 16,0-1 0-16,0 1-2 16,0 0 0-16,0 0-6 15,0-1 1-15,1 0-1 16,0 0-4-16,-1 0 4 16,0 0 1-16,0 0 1 15,0 0 2-15,-1 1 2 0,0-1 0 16,1 1-2-16,-1-1 2 15,1 1 0-15,-1 0 0 16,0 0 0-16,0 0 0 16,0-1 0-16,1 1 0 15,-1-1-10-15,1 1-9 16,-1 0-22-16,0 0-9 0,0-1-18 16,0 0 2-16,1 0-21 15,0 0-83-15,0 0 99 16</inkml:trace>
  <inkml:trace contextRef="#ctx0" brushRef="#br2" timeOffset="123445.64">4208 7559 360 0,'0'-1'35'0,"0"0"58"15,1 1 5-15,0-1 0 16,0-1-13-16,0 0-38 15,0 1-15-15,1 0-18 16,-1-1-7-16,0 1 0 16,6-8 4-16,-18 17 32 15,-1 1 23-15,-7 3 26 16,-1 2-3-16,-4 1-2 16,-2 3-7-16,-6 3-20 15,-3 1-10-15,-7 8-23 16,-6 1-6-16,-2 4-11 0,-3 0-2 15,4-2 11 1,5-1 31-16,10-5 22 0,6-5-7 16,14-6-29-16,5-2-15 15,9-7-30-15,5-1-9 16,2-3-21-16,1-2-23 16,7-5-43-16,1-4 42 15,5-6-86-15,2-4-229 16,-2-3 198-16</inkml:trace>
  <inkml:trace contextRef="#ctx0" brushRef="#br2" timeOffset="124163.37">3882 7365 1287 0,'-38'31'86'0,"1"2"61"0,2 5-117 16,2 3 3-16,5 8-33 15,3 3 3-15,8 10-3 16,4 4-6-16,6 3-6 15,4 1 6-15,7-2 3 16,2-2 3-16,10-9 15 16,3-3-3-16,11-11 9 15,6-3 3-15,10-7-6 16,6-8-6-16,9-10 5 16,2-7-17-16,2-16 12 15,-2-8 0-15,1-14 12 16,-1-7 0-16,-3-9 0 15,-3-4 0-15,-3-8-9 16,-1-6 0-16,0-10 0 16,-3 0-3-16,-8-8-3 0,-9 3-6 15,-15 6 3 1,-8 6-3-16,-17 10-3 0,-9 1 9 16,-16 7-9-16,-11 1 9 15,-17 10-9-15,-8 6 0 16,-14 14 0-16,-5 9-15 15,-7 16-18-15,-3 9-9 16,-1 19 6-16,4 10 12 0,8 16 21 16,9 5 12-16,14 14 15 15,11 6-6-15,24 8-60 16,13 3-113-16,30-6 97 16</inkml:trace>
  <inkml:trace contextRef="#ctx0" brushRef="#br2" timeOffset="125029.16">3739 8045 923 0,'-9'5'55'0,"5"0"11"15,3 0-70-15,9-4-42 16,2 2-6-16,3-3-14 16,-1-2-16-16,1 1-23 15,-4-3 9-15,0 2 35 16,-3 2 27-16,-1-3 43 16,-3 1 9-16,-2 2 27 15,0 0 12-15,0 0 16 16,0 0-2-16,0 0-21 15,0-1-16-15,0 1-20 16,-13 0-7-16,4 6-7 16,-3 4 0-16,1-1 0 0,-1-1-3 15,3-1-24-15,1-2-46 16,2-1-175-16,2-1 164 16</inkml:trace>
  <inkml:trace contextRef="#ctx0" brushRef="#br2" timeOffset="125796.02">3730 8080 1042 0,'-10'6'90'0,"2"1"60"15,-1-1-67-15,4 0-60 16,4 0-17-16,-1-2-41 16,2 0-31-16,0-4-75 15,0 0-17-15,0 1 10 16,0 0 48-16,0 0 127 16,0 0 39-16,0 0 41 15,0-1 8-15,0 0-44 16,0 1-16-16,0 0-34 15,0-1-9-15,0 0-18 0,1 0-2 16,-1 0-6-16,0 0 1 16,0 0 7-16,0 0 2 15,-1 0 14-15,0 0 9 16,0 0 14-16,1 0 4 16,0 0-10-16,-1 0-4 15,0 0-17-15,0 0-6 16,1 0-15-16,0 0-12 0,0 0-20 15,1 0 1-15,0-1 11 16,0 0 15-16,-1 1 20 16,0 0 6-16,1-1 21 15,0 0 2-15,0 0 4 16,-1 0-6-16,0 0-17 16,0 1-6-16,0 0-4 15,-1-1-2-15,0 0 2 16,-13-4 0-16,9 12 0 15,-3 0 2-15,3 1-2 16,3-1 0-16,1-1 2 16,3-2-2-16,4-2 0 15,-1-2 0-15,5-4-2 16,-4-1-4-16,2-2 4 16,-1 0 0-16,-3-1 2 0,-2 0 6 15,-1 3 6-15,-3-3 5 16,-1 3 1-16,1 1-1 15,2 4-5-15,0 0-8 16,0 0-3-16,-1 0-1 16,0 0 0-16,-14 12-1 15,13-2-1-15,1 0 0 16,1-2-2-16,0 0 2 0,2-2-16 16,0-1-59-16,-1-5 50 15</inkml:trace>
  <inkml:trace contextRef="#ctx0" brushRef="#br2" timeOffset="126878.83">3409 7607 607 0,'-35'21'80'16,"1"5"56"-16,6 11-88 15,3 7-25-15,9 11 13 16,5 7 24-16,6 17 22 15,5 5-10-15,8 16-16 16,3 2-23-16,9-7-21 16,6-4-8-16,7-19 0 15,4-11 3-15,11-19 18 16,4-9 10-16,16-20 20 16,3-10 1-16,8-16-14 0,0-9-5 15,-9-17-19-15,-3-9-1 16,-12-12 45-16,-4-8 4 15,-14-13-10-15,-6-6-8 16,-16-10-33-16,-10-2-9 16,-21-2-48-16,-17 1-36 15,-28 11-35-15,-14 11 50 16,-17 25 31-16,-13 16 14 0,-10 30 18 16,-2 16 8-16,-9 29 5 15,6 13 11-15,8 18 22 16,9 5 81-16,30 5-2 15,11 1-26-15,34 5-75 16,14 0-51-16,31 0-93 16,15-4-77-16,34-13 141 15</inkml:trace>
  <inkml:trace contextRef="#ctx0" brushRef="#br2" timeOffset="127896.43">3376 8450 473 0,'-3'0'129'16,"3"0"136"-16,0 0-140 15,0 0-98-15,0-1-11 16,12-9-14-16,-5 5 1 0,-2 2-1 15,0 0-2-15,0 1 2 16,-5 2 0-16,0 0 1 16,1-1-3-16,0 0 8 15,0 1-2-15,-1-1 3 16,0 0 1-16,0 1 13 16,0-1 4-16,-1 0 8 15,0 1 2-15,0 0-2 16,-21 7-4-16,16-1 0 15,0 0-4-15,2-1-4 16,-2-1-5-16,6-4-7 16,0 0-5-16,0 0-4 15,0-1 0-15,8-13-2 16,-3 5 2-16,1 2 4 16,0 1 2-16,-2 4-1 0,-4 2-1 15,0 0-2-15,0 0 0 16,0 1-4-16,0-1 2 15,0 1 0-15,0 0 0 16,0 1 4-16,-1-1-5 16,0 1 3-16,1-1-2 15,-1 1 0-15,0-1-2 16,1 0 0-16,0 1-2 16,0-1 2-16,0 1 0 0,-3 20 0 15,3-22 0-15,0 0-2 16,0 0-2-16,0 0-3 15,4-13-3-15,-4 4 0 16,-1-1 3-16,-2 2 1 16,0-1 0-16,-4 7-31 15,0 2-38-15,-5 6 40 16</inkml:trace>
  <inkml:trace contextRef="#ctx0" brushRef="#br2" timeOffset="128794.96">3252 8459 1346 0,'-4'7'56'0,"1"1"27"16,2-2-110-16,2 0-60 0,3-3 48 15</inkml:trace>
  <inkml:trace contextRef="#ctx0" brushRef="#br2" timeOffset="129764.14">3331 8439 700 0,'2'-3'128'0,"2"0"99"15,-3-1-113-15,-1 4-71 16,0 0-22-16,0 0-21 16,-1 0-17-16,-20 1-26 15,11 7-1-15,2 1 5 16,-1 0 17-16,4-1 30 15,4-2 2-15,1-1 0 16,1-1-7-16,3 0-4 16,1-3-9-16,1-1-6 15,0 0 1-15,2-4 0 0,-1 2 4 16,-2-2 17-16,-1 0 10 16,-3 1 9-16,-1 3 6 15,0 0 0-15,0-1-4 16,0 0-11-16,0 0-7 15,-1 1-20-15,1 0-18 16,-1-1-20-16,0 0-3 16,0 0 6-16,-1 0 19 15,1 0 27-15,0 1 14 0,0 0 11 16,1-1 2-16,-1 0-4 16,0 0-10-16,1 1-23 15,0 0-11-15,0 0-23 16,1 0-3-16,0 0 15 15,0 0 14-15,23-8 13 16,-24 8 7-16,1 0 23 16,0-1 14-16,-1 0 7 15,0 0-4-15,1 0-19 16,0 1-9-16,0 0-7 16,-1-1 3-16,0 0 11 15,-8-12 8-15,-4 12 26 16,-1-1 9-16,-1-2 9 15,-1-3-1-15,0-4-24 16,-1-3-11-16,-4-8-19 0,-3-7-3 16,-5-13 16-16,-8-6-4 15,-7-7-3-15,-4 2-3 16,-3 7 38-16,3 6 34 16,9 11 39-16,7 5-4 15,11 8-53-15,3 5-27 16,8 2-87-16,1 4-42 15,8 5-39-15,0 0-8 0,-3 6 41 16,7 3 28-16,3 1 41 16,1 1 9-16,2-1 3 15,0-3 6-15,0-3 6 16,-1 0-6-16,1-3 0 16,0-1 0-16,-1-3 0 15,0-1 3-15,-3-1 3 16,-1 0 0-16,-3 0-6 15,-2 0-3-15,-3 0 0 16,-2 0 3-16,-5-1 3 16,2-1-3-16,-2 0 3 15,0 1 0-15,0-1 0 16,-1 4 0-16,3 3-3 16,1 4 0-16,1 3 3 15,-1 3-3-15,4 0-3 0,0 4 3 16,2-1-6-16,-1 2 3 15,-1-2 3-15,-1 1-3 16,0-5 0-16,3-2 6 16,-1-2-9-16,2-1-21 15,2-2-128-15,1 1 124 16</inkml:trace>
  <inkml:trace contextRef="#ctx0" brushRef="#br2" timeOffset="130331.4">2997 8066 1336 0,'-18'-5'39'15,"-2"-1"-10"-15,0 0-39 16,0 1-19-16,-5 1-68 16,-2 4-48-16,-4 7-132 15,-7 5 1-15,-4 13 116 16,-4 7 81-16,0 16 143 0,3 9 84 16,8 11 162-16,7 4-9 15,15 7-78-15,10 4-61 16,21 6-14-16,9 0-52 15,24-2-78-15,11-8-12 16,15-24-15-16,5-15 0 16,11-33-6-16,1-14 3 15,9-24 21-15,3-12 12 0,-3-13 3 16,-3-4-3-16,-13-7-12 16,-12 2 0-16,-18-4 0 15,-11 0-3-15,-23-5 6 16,-10-3 0-16,-22-5-6 15,-14 1 9-15,-30 2-6 16,-13 5-6-16,-22 12-60 16,-15 11-51-16,-10 26-86 15,-4 15 97-15,-3 30 39 16,7 14 20-16,14 17 55 16,8 7 20-16,25 4 4 15,13 4-5-15,27 8-45 16,11 5-75-16,23 0 48 15</inkml:trace>
  <inkml:trace contextRef="#ctx0" brushRef="#br2" timeOffset="132296.75">2148 8381 1351 0,'0'0'16'0,"6"-1"-30"16,4-3-7-16,12-2 2 16,5-3 1-16,9-7 16 15,8-5 6-15,12-14 12 16,10-5 7-16,17-15 8 16,9-5-4-16,16-14 0 15,2-5-2-15,10-5-5 16,-2-5-7-16,-3 0-7 15,2 0 0-15,-10 1 0 0,-1 3-1 16,-8 6 3-16,-7 2-2 16,-9 5-2-16,-3 5-2 15,-15 9 2-15,-5 5-4 16,-13 11 0-16,-11 5 0 16,-10 14 0-16,-4 4-2 15,-10 9 4-15,-4 3 4 16,-4 5-3-16,-3 2 3 15,0 0 12-15,0 0 12 0,0 0 6 16,-5 14-6-16,2-4-12 16,0 2-4-16,-1 3-2 15,4 2-6-15,0 1 3 16,0 0-6-16,7 2 12 16,3-1 6-16,8 1 9 15,6 1 6-15,11 1-21 16,4-1 0-16,5 3-12 15,1 1 0-15,0 4-3 16,-1 1 0-16,-1 4 0 16,0-3-3-16,-4-7 0 15,-1-5 0-15,-6-9 6 16,-3-4 3-16,-7-1 9 16,-6-2 6-16,-5 0 9 15,-6-2 14-15,-3 2 28 16,-2 0 3-16,-7 3-18 0,-2 1-1 15,-4 1-35-15,-2 1-9 16,-3 0-3-16,0 3-12 16,-5 3-15-16,-3 3-12 15,-3 5-5-15,-1 3 8 16,0 10 6-16,1 3 9 0,-2 13 9 16,-2 5 0-16,-3 7-3 15,-3 2 6-15,-7 6-12 16,1 1 0-16,-3 4 3 15,2 4 3-15,1 6 3 16,1 2 3-16,-4 2-6 16,-2-3-9-16,-2-10-12 15,-1-5-3-15,0-12 15 16,4-4 6-16,-1-11 9 16,2-5 0-16,8-8 6 15,4-4 3-15,9-5-9 16,1-2-21-16,4-1-80 15,-2-2-19-15,1 0 10 16,3-2 23-16,1-5 85 16,1-1 13-16,1-5 37 15,1-3 9-15,-3-3-19 16,3-5-2-16,-2-7-18 0,0-3-18 16,1-3-3-16,-2-1-3 15,0-1 0-15,1 1 9 16,-3 3 0-16,0 1 6 15,-3 1 0-15,-2 0 3 16,-3-4 9-16,-3-4 0 16,-5-7 0-16,0-6 3 15,-2-11-12-15,-1-4-9 0,1-5-33 16,0 0-12-16,1 8-12 16,2 4 6-16,4 15 22 15,1 7 8-15,4 10-6 16,1 6-9-16,2 3 12 15,2 0 6-15,1-1 15 16,2-3 15-16,2-2 18 16,2-2 9-16,4-1 17 15,2 0 1-15,4 0-39 16,2 2-42-16,1 3-188 16,2 2-163-16,1-3 236 15</inkml:trace>
  <inkml:trace contextRef="#ctx0" brushRef="#br2" timeOffset="133280.01">4609 8385 671 0,'17'30'175'0,"6"9"162"16,8 9-233-16,13 12-80 16,10 5-19-16,14 6-5 0,2 3 0 15,5 1-3-15,4-1 1 16,-1-2 2-16,-4-1 2 16,-4-6 1-16,-6 2 11 15,-10-6 40-15,-5-1 12 16,-15-7 19-16,-9-6 97 15,-11-13-68-15,-4-7-30 16,-6-16-55-16,-3-11-14 0,-5-18-9 16,-3-13-6-1,-14-23-95-15,-7-11-61 0,-17-13-92 16,-5-5-47-16,-7-7 179 16</inkml:trace>
  <inkml:trace contextRef="#ctx0" brushRef="#br2" timeOffset="133978.54">4617 8193 1132 0,'32'-22'64'0,"3"-7"56"16,15-15-102-16,10-9-10 15,6-12-8-15,2-3 2 16,-1 2-2-16,1 4 0 16,-3 8 3-16,0 1 1 15,-4 7-2-15,-3 2 0 16,-4 4-29-16,-1 4-23 15,-10 3-24-15,-8 4-1 0,-15 2 28 16,-7 4 24-16,-7 6 40 16,-4 2 20-16,-2 8 35 15,0 7 15-15,0 0-6 16,-1 5-11-16,1 8-22 16,0 3-11-16,0 6-12 15,5 7 1-15,2 12-14 16,5 10-6-16,12 25 9 15,9 6 0-15,19 16 9 16,12 1-9-16,8-3-33 16,-1-3-33-16,-3-11 4 15,-9-6 18-15,-5-12 9 16,-4-6 12-16,-11-9 26 16,-3-5 11-16,-12-8 67 15,-5-3 53-15,-9-7-8 0,0-4-22 16,-9-6-53-16,-2-2-24 15,-13-2-30-15,-12 2-12 16,-16 0-33-16,-6 6-12 16,-17 5-12-16,-2 3 6 15,-11 11 24-15,-7 5 13 16,-3 7 14-16,2 4 0 0,6 3 9 16,3-2-4-16,4-1-13 15,0-3-13-15,8-5-15 16,8-3-6-16,12-7 9 15,5-4-18-15,16-11-68 16,7-8-18-16,17-17 92 16</inkml:trace>
  <inkml:trace contextRef="#ctx0" brushRef="#br2" timeOffset="135112.34">6303 7551 2073 0,'34'88'119'0,"10"3"-113"16,6 5-152-16,7-7-180 15,-1-10 44-15,-3-18 75 16,-4-9 38-16,-7-16 122 0,-5-6 87 16,-12-10 88-16,-3 0-1 15,-7-6-57-15,-4-3-31 16,-5-2-27-16,-1-4-7 16,-5-5 11-16,-4-3 3 15,-7-9 8-15,-2-5 1 16,-7-15-1-16,-3-7 3 0,-9-13-21 15,-3-9-9-15,-9-10-53 16,-2-6 24-16,-3-6-12 16,0-1 5-16,10 9 16 15,7 5 12-15,9 18 18 16,8 10 9-16,6 13 11 16,3 5 2-16,6 7 5 15,6 2 34-15,6-1-3 16,6-2-14-16,18-6-21 15,4-4-9-15,11-2-6 16,3 0-6-16,-3 1-9 16,-3 3 3-16,-3 2 27 15,-5 0 12-15,-2 2 5 16,1-2-2-16,1-3-33 16,2-1-21-16,0-4-57 15,-1 1-32-15,-4 1-37 16,-4 2 4-16,-8 8 68 0,-6 4 39 15,-11 9 19-15,-6 6 0 16,-6 6 14-16,-4 6 11 16,-2 5 78-16,0 2 21 15,5 5-8-15,2 1-25 16,7 6-41-16,5 3-18 16,8 10-24-16,4 8-6 0,3 15 0 15,3 8 0-15,2 10-3 16,5 0-3-16,1-4-24 15,3-6-12-15,1-10-23 16,-2-5-7-16,-8-15 15 16,-2-5 12-16,-14-10 36 15,-9-3 12-15,-13-3 21 16,-10-1-3-16,-13 3 3 16,-8 1-3-16,-12 3-6 15,-7 2-3-15,-9 4 0 16,-2 5-3-16,1 5-6 15,-4 3 6-15,2 2-15 16,1 1-27-16,-2-2-114 16,3-2-38-16,8-15 139 15</inkml:trace>
  <inkml:trace contextRef="#ctx0" brushRef="#br2" timeOffset="137479.65">8277 6047 1198 0,'0'0'39'15,"0"0"6"-15,5 7-38 16,5 6-7-16,2 7 8 16,8 20 17-16,6 13 4 15,5 28 8-15,3 17-10 16,1 21-13-16,-1 5-14 0,-2 2-27 15,0-8-2-15,-1-23 0 16,-2-11 9-16,-4-23 42 16,-1-6 20-16,-5-12 30 15,1-5 5-15,-6-8 88 16,-1-7-6-16,-1-8-61 16,-2-6-23-16,-3-9-39 15,1-3-15-15,-5-11-24 16,-1-5-15-16,-2-13-21 15,-5-7-9-15,-1-16-41 16,-6-9-19-16,-5-14-62 16,-2-6 47-16,-7-6 28 15,-2-2 13-15,-4 2 30 16,-5 3 19-16,1 8 39 16,0 5 17-16,3 15 33 15,6 6 10-15,0 8 4 0,2 5-18 16,4 5-26-16,4 5-15 15,5 8-11-15,3 4 4 16,9 6-4-16,2 0 0 16,12 3 2-16,6-2-2 15,13-1 0-15,7 1-2 16,12-3 2-16,5-2 5 16,12-6 4-16,0-4-3 15,10-5-3-15,-1-6 0 0,0-1 0 16,2-4 0-16,-3 1 0 15,-1 2-3-15,-3-1 3 16,-3 2-3-16,-5-1 0 16,-2 0 0-16,-4-1 0 15,-2 1 0-15,1 1 0 16,-3 0 0-16,-5 3-15 16,-6 3 0-16,-16 8-1 15,-4 8 7-15,-11 12 1 16,-4 2 0-16,-4 9 6 15,-3 2 4-15,2 7 8 16,-2 4 3-16,3 7 11 16,1 5 6-16,3 15 3 15,2 12 6-15,4 21 17 16,0 12 1-16,-1 12-15 0,-2-1-12 16,-1-5-27-16,-1-7-6 15,5-16-6-15,6-10-6 16,8-18 9-16,3-8 6 15,1-10 0-15,-1-5 6 16,-3-6-3-16,-4-3 3 16,-8-5-3-16,-4-2 0 15,-10 0-3-15,-5-1 0 0,-10 1 9 16,-9 3 9-16,-12 3-3 16,-10 1-3-16,-16 9-24 15,-10 1-18-15,-13 11 3 16,-5 6-3-16,-18 12 12 15,-3 6 15-15,-15 12 6 16,-2 4 15-16,-3 6 21 16,-1-1 12-16,5 2 11 15,-2-1 4-15,6-6-15 16,9-5-12-16,8-13-21 16,11-8-3-16,20-18 3 15,11-6 9-15,27-11 29 16,10-4 10-16,18-6-30 15,6-3-34-15,10-3-210 16,10-4-130-16,9-11 156 0</inkml:trace>
  <inkml:trace contextRef="#ctx0" brushRef="#br2" timeOffset="138963.01">9208 7125 1553 0,'5'8'120'0,"9"16"8"15,7 11-59-15,13 34-21 16,6 15-4-16,2 25-32 16,0 7-27-16,-2-6-62 15,-2-5-19-15,-6-19-20 16,-3-14 11-16,-11-19 73 15,-3-11 27-15,-10-19 51 16,0-7 79-16,-5-16 67 16,0 0 5-16,-9-6-48 15,1-10-50-15,-6-15-84 16,-3-12-30-16,-7-21-54 16,-1-8-32-16,-5-18-19 15,0-5 1-15,-3-6-1 16,0-3 9-16,-1 9 4 15,2 6 44-15,3 16 41 16,2 12 7-16,1 18 21 16,-1 5 3-16,4 10 5 0,1 4 1 15,8 8-3-15,8 3 17 16,7 6-5-16,6 2-3 16,14 3-9-16,7-2 0 15,22-1 26-15,9-1 7 16,16-8 3-16,8-2-6 15,9-8-27-15,0-2-12 0,-2-8-3 16,-1-1 3-16,-7-3-3 16,-4 2 3-16,-8 3-3 15,-7 2 3-15,-13 4-3 16,-6 1 3-16,-9 4-3 16,-6 0 0-16,-10 3 0 15,-5 4 0-15,-7 7 0 16,-7 8 36-16,0 0 47 15,0 0 4-15,-7 1 6 16,1 10-37-16,4 10-44 16,-2 9-12-16,9 15 0 15,6 12 0-15,10 18-6 16,5 10 12-16,13 11-3 16,2 1-3-16,5-8-18 15,-3-5-23-15,-9-14-7 16,-4-10 9-16,-11-16 24 0,-4-11 21 15,-5-17 33-15,-4-6 3 16,-4-7 2-16,-5 0 4 16,-13 2-9-16,-8 1-12 15,-26 9-3-15,-14 3-17 16,-17 11-5-16,-10 5-2 16,-11 9 2-16,0 3 3 15,-6-2-9-15,3 0-32 0,7-9-230 16,-1-2-291-16,21-7 441 15</inkml:trace>
  <inkml:trace contextRef="#ctx0" brushRef="#br2" timeOffset="140478.87">10429 6991 1956 0,'49'-16'216'0,"7"0"-1"15,3-2-126-15,3 2-208 16,-5 0-177-16,-7 1-361 15,-1 0 484-15</inkml:trace>
  <inkml:trace contextRef="#ctx0" brushRef="#br2" timeOffset="140830.29">9981 5918 2316 0,'20'-12'50'16,"6"-1"-28"-16,18-3-182 16,4-4-85-16,7-4-24 15,5-3 71-15,-1-5 130 0,0-1 20 16,-4-1-8-1,-4 1-167-15,-20-1 144 0</inkml:trace>
  <inkml:trace contextRef="#ctx0" brushRef="#br2" timeOffset="141261.94">7127 7324 2357 0,'7'-11'134'16,"17"-6"18"-16,15-4-116 15,25-12-34-15,9-6-7 16,17-6-93-16,-3-2-105 16,-10 0-389-16,-6 1 317 15</inkml:trace>
  <inkml:trace contextRef="#ctx0" brushRef="#br2" timeOffset="141679.76">5565 7897 2297 0,'13'-33'76'0,"16"-8"-29"15,13-8-56-15,28-19-10 16,7-7-17-16,4-7-163 16,3-1-136-16,-11 4 159 15</inkml:trace>
  <inkml:trace contextRef="#ctx0" brushRef="#br2" timeOffset="142097.37">4171 7497 2527 0,'-5'-9'121'0,"18"-6"-36"15,17-4-69-15,31-18-46 16,13-10-31-16,14-11-188 15,-2-1-245-15,-12 1 213 16</inkml:trace>
  <inkml:trace contextRef="#ctx0" brushRef="#br2" timeOffset="143162.7">11148 6941 1113 0,'-7'17'76'16,"2"4"50"-16,2 3-43 15,2 3-33-15,0 2-1 16,0-2-11-16,0-2 25 16,3-7-3-16,4-3-16 0,4-6-29 15,6-3-9-15,8-3-3 16,7-3 9-16,10-4 0 15,1 3 6-15,1 1-9 16,-4 1-3-16,-10 8-3 16,-6 0-3-16,-12 2-12 15,-7 3-3-15,-13 2 0 16,-8 4-3-16,-14 0-53 16,-5-1-64-16,2-11 108 15</inkml:trace>
  <inkml:trace contextRef="#ctx0" brushRef="#br2" timeOffset="143344.94">11214 6918 3112 0,'26'-21'67'16,"16"-2"-81"-16,11-1-73 15,16-2-191-15,3-5-676 16,-8-4 554-16</inkml:trace>
  <inkml:trace contextRef="#ctx0" brushRef="#br2" timeOffset="144478.87">8193 8080 2720 0,'-11'-3'81'0,"0"2"103"15,4 5-486-15,-3 6 87 16</inkml:trace>
  <inkml:trace contextRef="#ctx0" brushRef="#br2" timeOffset="144779.16">7405 9139 2641 0,'-5'0'141'0,"5"0"46"0,0 0-132 15,0 0-231-15,8-6-134 16,2-12 42-16</inkml:trace>
  <inkml:trace contextRef="#ctx0" brushRef="#br2" timeOffset="145029.23">6503 9261 2918 0,'-13'-7'114'0,"4"-1"-27"15,3-2-136-15,8-10-223 16,7-11-250-16,2-13 65 16</inkml:trace>
  <inkml:trace contextRef="#ctx0" brushRef="#br2" timeOffset="145429.14">7178 5863 3048 0,'-14'-11'0'0,"3"10"-178"0,3 9-85 16,3 19-364-16,1 8-104 16,-3 4 576-16</inkml:trace>
  <inkml:trace contextRef="#ctx0" brushRef="#br2" timeOffset="145745.44">5261 6730 2946 0,'-5'4'51'0,"9"0"-94"0,7-4-130 16,13-14 85-16</inkml:trace>
  <inkml:trace contextRef="#ctx0" brushRef="#br2" timeOffset="145995.01">4628 5825 3185 0,'-11'-11'52'16,"3"1"-30"-16,10 8-131 16,9 2-117-16,12-7 106 15</inkml:trace>
  <inkml:trace contextRef="#ctx0" brushRef="#br2" timeOffset="146300.14">3309 6168 2826 0,'-15'-8'90'16,"4"4"-19"-16,6 7-30 0,11 15-159 16,4 7-99-16,1 15 77 15</inkml:trace>
  <inkml:trace contextRef="#ctx0" brushRef="#br2" timeOffset="146545.66">3077 7270 3257 0,'5'-10'30'16,"0"1"-85"-16,21-1-245 16,2 0 150-16</inkml:trace>
  <inkml:trace contextRef="#ctx0" brushRef="#br2" timeOffset="149578.34">10826 10497 1386 0,'-1'-3'132'16,"1"0"560"-16,15-1-569 16,8-2-103-16,23-5-17 15,8-3-3-15,10-2 0 16,1 0-3-16,-1 1-50 16,-2 2-78-16,-11 3-106 15,-5 2-43-15,-14 2 24 16,-7 2 173-16</inkml:trace>
  <inkml:trace contextRef="#ctx0" brushRef="#br2" timeOffset="149761.34">11059 10711 2910 0,'81'-24'-357'0,"4"-10"92"15</inkml:trace>
  <inkml:trace contextRef="#ctx0" brushRef="#br2" timeOffset="150944.54">11651 10344 1289 0,'-3'1'43'0,"2"7"-2"16,0 5-32-16,1 17-9 16,1 9 2-16,0 14-2 15,-1 7-2-15,-1 8 4 16,-2 2 2-16,0-7-2 15,0-7 0-15,-2-17 0 16,1-13-2-16,2-15 15 0,2-11 13 16,-4-6 14-16,3-12 9 15,2-18 23-15,4-9-8 16,1-14-46-16,3-3-14 16,4-3-3-16,1 2-3 15,3 8 3-15,0 5 0 16,0 14 0-16,-1 5 6 15,-3 13-6-15,-1 7 6 16,2 12 12-16,-2 5 3 0,2 11 0 16,-2 4 0-16,-1 11-15 15,-1 1-6-15,-2 3-6 16,-1-2-9-16,-1-7-9 16,-2-5-3-16,1-9 6 15,1-7 12-15,0-7 12 16,3-5-3-16,2-12 6 15,1-6-6-15,3-8-6 16,0 0 3-16,-2 3-9 16,0 3 0-16,-4 9 9 15,0 4 0-15,-4 8 0 16,0 5-3-16,0 5 3 16,2 5 3-16,5 5 0 15,4 3 0-15,4-1-81 16,6 0-68-16,-2-4 118 0</inkml:trace>
  <inkml:trace contextRef="#ctx0" brushRef="#br2" timeOffset="151145.31">12180 10448 1132 0,'4'-5'57'16,"-3"2"24"-16,-1 3-58 15,0 0-21-15,5 9 2 16,-5 2 2-16,-5 2 5 0,-3 4 13 15,0 0 3-15,-4-2 2 16,3-3-4-16,2-7-25 16,2-3-21-16,2-13-134 15,1-5 99-15</inkml:trace>
  <inkml:trace contextRef="#ctx0" brushRef="#br2" timeOffset="151446.44">12151 10313 1192 0,'6'-18'101'0,"1"0"64"15,0 1 11-15,5 6 12 16,0 3-48-16,9 8-92 16,3 7-30-16,4 15-27 15,-2 6-6-15,-7 11-24 16,-6 2-8-16,-8-3-19 16,-5-4 12-16,-3-9 30 0,-3-7 12 15,2-11 21-15,4-7-3 16,0 0 6-16,-2-6-3 15,4-9 9-15,0-4-3 16,6-6 0-16,5-3 0 16,9-2-15-16,2 1 6 15,1 1-6-15,-2 3 0 16,-7 9 12-16,-3 7 9 0,-1 12 29 16,-2 9-2-16,2 11-9 15,1 6-9-15,5 0-144 16,3 0-113-16,4-10 135 15</inkml:trace>
  <inkml:trace contextRef="#ctx0" brushRef="#br2" timeOffset="151861.47">11921 10841 2376 0,'74'-21'-118'16,"7"-1"20"-16,8-4 50 15,4 0 27-15,-8 4 21 16,-4 2 6-16,-9 6 3 15,-12 1-3-15,-10 3-24 16,-4 0-108-16,-8-5 90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728BFE8-6EC4-975A-05E6-3C6BC2E0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CAC0655-2E54-A4F6-BD0E-7B9FCF8E7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61383B6-504C-6CD1-E090-210A6396F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5554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A809B1F-000D-67EF-7B47-44AB3591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6A7FFA4-863B-392E-596D-7518594709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3B95958-5616-81AC-39A1-017E58C372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56411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1BA9C33A-21FC-C888-85F6-29236CF8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78664869-2AD0-667D-9582-0E862BCA94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2465AA74-FB29-90B6-5E8A-BBDE839B1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439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E44D2BB-0376-FF92-6B54-863B36EFE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8CC5616-FF84-D896-BC19-05FE924CD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C31580E4-32FA-001F-3511-C34B07E26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5774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D55D2F5B-9502-823D-0D40-7ECCFDE44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F0399863-C644-DBEB-F832-E88D0B0F86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A8DB1B05-FFD8-0E5B-B55B-25B2054064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3424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F512C1E-1EE0-B727-B19A-FA3B1A7D2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5400B9B-6DF8-06B0-E18E-2355A23183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4056BD51-0687-1089-C956-9D8A191FA2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16554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4762C919-262D-6DBC-4FDE-EF1864E39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5A2B637-0839-8E8F-8F87-B822AF06A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53F1687-501A-CA6F-F47C-5221DBD8A7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16560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CD3126D3-BC35-988C-C333-C9A3F8EE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88F1C0FB-1E6D-32EE-9076-236859FFF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F401B845-0F43-A899-6C4A-60D9E932E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6493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C37B9EF-E319-8BA2-8670-E754C6E63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5170045-4728-AFAE-8882-EE0C105EBC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5061D80-568D-9BFA-AEE9-78FAE04786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02964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C78FA1F-21A5-D5C1-2308-9BA626919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EEBDD38-2AB8-95C6-05C3-8E2AE74CD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CAC6A20-A636-B94B-DA26-1C1084FDA3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09116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427A8A99-3747-7304-657C-F5998BA04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2966504D-E94E-17A4-566F-8A0FE5F093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87C7CF8-0A12-7E7D-BAE6-6FAA13F027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806754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DF9E618-8E1B-BA00-EB33-77C978C21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E98B6D3-6BE7-AECD-40A5-1D70447ADA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3F951D6-826C-31AC-7AA4-A571641C5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24052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565ABF9-787D-E962-9716-937AD0703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4E45128B-F18F-FA07-5DE8-8B3C088EF4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0408152A-88AD-7F86-C2A8-4F8D74FF90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61109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E7D6627-04A6-03C4-7779-E2DDF468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96B2ED0-7DD9-23E3-75C6-07D6C43D59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77A23C79-A9E5-606B-A478-60B52BF66E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1465961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D282985D-A136-08C0-11F4-B1663995F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B8605DCC-1C2B-C53C-C444-2ABCAA5E4D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C332D36E-DB12-4DCF-6B1A-2DF9FFF1AE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9260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8BCFF7C-B956-A147-0311-677B8F8A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58791E8C-93C0-CDF0-E99B-7C9BCE0CDE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E9B9B3DD-D7FF-36E3-403C-D2523EEF96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5094263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035020C-CB6C-35FF-AB7E-AB5473FD5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9A44CA7-C61D-472C-9612-39EA159AD4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E1238AF-F427-5B58-DBA5-7F34CA58B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2920165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035020C-CB6C-35FF-AB7E-AB5473FD5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9A44CA7-C61D-472C-9612-39EA159AD4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E1238AF-F427-5B58-DBA5-7F34CA58B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973905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035020C-CB6C-35FF-AB7E-AB5473FD5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9A44CA7-C61D-472C-9612-39EA159AD4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E1238AF-F427-5B58-DBA5-7F34CA58B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7272841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98EB39C-A84C-72F7-DF33-39E38A1C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B497C21-221E-099B-AB79-1FE1DB8EA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5787D38C-E037-FD2D-4705-6657FC86F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13354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98EB39C-A84C-72F7-DF33-39E38A1C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B497C21-221E-099B-AB79-1FE1DB8EA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5787D38C-E037-FD2D-4705-6657FC86F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935469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98EB39C-A84C-72F7-DF33-39E38A1C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B497C21-221E-099B-AB79-1FE1DB8EA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5787D38C-E037-FD2D-4705-6657FC86F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549360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D58D1B4-7499-A52E-F105-1E74782A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E5B5BA4D-8818-197C-9542-42C51C92E6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25B809E-49DA-6DF4-E171-9E05D378FF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72512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6FE376A-F114-A5B1-084C-95500900A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32AA4A4-EA10-6321-4D5F-8CCE0F493A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91D1D37-3284-584B-D82A-C2AC6F36A8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21372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CCE413A0-0BAF-0D2E-A7F7-D989B148C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C6671D8-DA26-F825-3D38-F44A52C59D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1D036ED-2EEA-13AC-F071-175AAD1171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691252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464E8AA-F764-4158-5E15-663E43D8E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71141B9-2AA1-DE5B-1ACE-334FE711EA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780DE94-AA5E-ABA5-9FEA-924C46A7A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231677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3C38A5F-FB4B-4C15-CCB6-953C7733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8E3034E-F632-6665-C058-4D2E9824BD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E411450-535F-1642-580F-031400313E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170081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8B783301-49B6-90F6-818D-E3ACB9490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5FACC512-65AA-51A0-2282-1656BC64FF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324E3C51-B39F-26EA-5892-C896380757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19380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8D28DD5-E291-13B7-1692-58AF9A374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7C81C91-55E2-3B9D-0373-50B51FD65C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59F88BF0-6587-3FD9-6EC7-8B4097F6E7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514763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2BC318A-294E-EE3C-EE51-B60927DF7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90D7980B-51C2-6C2A-EDFC-C277F10B64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3F9F607E-E3EE-7B2F-8F81-0FDDDAAB17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80407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FF6FE1A-543F-67B7-AB2B-AF38D07D3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44779B93-12D7-E82E-4495-1F54B863F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B2AC1EC-F030-096E-22CC-C448DCB69A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074562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3B74F97-B12B-0036-7E89-9C9F484A3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D18D0078-A812-EC59-CA69-63781C0FF2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4C95A94E-9C6A-5C58-C1A2-3D053D6471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902107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4460AB9-611A-330B-8229-EFFFD5B4D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279AE340-25E3-871E-BCB7-86DB379703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7DF241BE-1E06-D5EA-2381-DB6381D952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707449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D9D3AD1-CB66-1645-448E-77C0F49A5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3C984AC-DD33-67D3-55BE-CA20BB56BD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F80DF70-3382-B20E-949C-EBD5B22955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2385967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6D29CF4-FB40-5669-925E-A297ED4AA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C918A02-AE53-FAA3-F04E-967FFC1F7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4681F2EA-47EC-3F40-9C83-FD476363D8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1674479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FB8AE3F-1095-5326-141F-B8AC1BF4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5E19BDA1-D77F-551B-66BD-11DB8C0FC1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64F37D2-9779-6A39-E1B2-77A1C53F28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9775090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8CF1E74-55A6-05BF-C14A-A28F18832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1A48A21-B9A0-770B-CA80-20D8AA73C8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EC318A74-8996-F1D5-3FBA-6190F2103F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034330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E1CB7B0-C75E-9EB5-A97C-BEB732334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2BA876C-F7FE-A156-C93E-7BB7E79A10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C845924-2D6C-CA8A-13EC-A151B354B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4448182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DC9D191-6DAC-BC6A-2695-1D5643048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D03F783-67A8-7B64-4472-3315FADFC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36ADB68-75F0-679B-D02A-0AE0381BB0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5419878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6655598-6661-E090-83C6-007EA3197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E5E8811-3C0D-3294-28E0-A0BD2EB846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C0950068-2C17-8058-4CF3-545834E5AF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2495888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BD49A38-737F-3C9B-C053-6F4BFF071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ABC16EF8-0E00-89AE-17B3-D292779549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971DCA4-800B-6526-CB27-F6712DC425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8991345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A8DB9714-D965-6EAF-3B9E-206BE3CBD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393E701-CDA0-430D-D61B-0B132125DA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80552DB-7B41-41EA-A1A8-96F021DA1D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451679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CC1493C-5D99-3A64-F9F4-67F9B1B08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FE9298B3-B2C8-D8C5-0983-6A08B79D3B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097F324-9AC8-F21E-4939-70F99AC33E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040454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80D27722-116D-ACF3-F140-2BF5E145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E237192F-2A4F-39B8-BEC7-F5FC658F5D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F1DAA7AC-7D86-DFBF-173E-D3478E0A5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774439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50EF634-8B31-A97B-9271-00F419ED0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DC732AF-9E7B-5F70-21B8-E71DC26371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04E303A5-8A13-8545-E2D0-8D485594C9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9717851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7B454AC4-69BD-881C-9DE4-7E783E426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20F24518-2A81-697C-2A81-68682B284C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2DBBA357-0058-F02A-3E74-1B24D1A01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122532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64A53C3-A1FD-F26C-8485-6D49B929F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75A4C5E-AF68-5E46-B8FD-A65257F384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CA7F9A2-8EDC-4838-88A8-4C6F55CFEA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37987763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0B91451-5498-4AD7-54B7-C4E5F90C6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28409A3-1571-0B26-A2B4-F7DD7EA054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9E28A8B5-0C04-9BE6-B09A-8A62F076C5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130624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F2210BD6-9B43-7A23-C91C-27A4679E9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F6C10B0-1F1D-0E27-99E7-592376B6FA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1FE0FFD-58DC-E1EB-B904-F99D649A76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278943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8B7712B-5205-051F-078E-898B81F39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FAD62C3-A028-A281-DDD2-01413720F4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BFC79F2-9973-201A-F218-5B7D67B29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8328596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EC2DEE09-987D-1F03-087D-A11C61D2F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58FAB87D-3688-A55B-462D-824434442B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1EA4AF38-A07F-A5C0-F42A-7B9D6F4E0C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98526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F2210BD6-9B43-7A23-C91C-27A4679E9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F6C10B0-1F1D-0E27-99E7-592376B6FA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1FE0FFD-58DC-E1EB-B904-F99D649A76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286721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221450" y="2439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221450" y="2006304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4788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4325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36564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7472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88760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7877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FF0000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47513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5394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40116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userDrawn="1">
  <p:cSld name="Big 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98549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662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32858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customXml" Target="../ink/ink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4.png"/><Relationship Id="rId117" Type="http://schemas.openxmlformats.org/officeDocument/2006/relationships/image" Target="../media/image18.png"/><Relationship Id="rId42" Type="http://schemas.openxmlformats.org/officeDocument/2006/relationships/image" Target="../media/image72.png"/><Relationship Id="rId47" Type="http://schemas.openxmlformats.org/officeDocument/2006/relationships/customXml" Target="../ink/ink18.xml"/><Relationship Id="rId63" Type="http://schemas.openxmlformats.org/officeDocument/2006/relationships/customXml" Target="../ink/ink26.xml"/><Relationship Id="rId68" Type="http://schemas.openxmlformats.org/officeDocument/2006/relationships/image" Target="../media/image85.png"/><Relationship Id="rId89" Type="http://schemas.openxmlformats.org/officeDocument/2006/relationships/customXml" Target="../ink/ink36.xml"/><Relationship Id="rId24" Type="http://schemas.openxmlformats.org/officeDocument/2006/relationships/image" Target="../media/image63.png"/><Relationship Id="rId32" Type="http://schemas.openxmlformats.org/officeDocument/2006/relationships/image" Target="../media/image67.png"/><Relationship Id="rId37" Type="http://schemas.openxmlformats.org/officeDocument/2006/relationships/customXml" Target="../ink/ink13.xml"/><Relationship Id="rId40" Type="http://schemas.openxmlformats.org/officeDocument/2006/relationships/image" Target="../media/image71.png"/><Relationship Id="rId45" Type="http://schemas.openxmlformats.org/officeDocument/2006/relationships/customXml" Target="../ink/ink17.xml"/><Relationship Id="rId53" Type="http://schemas.openxmlformats.org/officeDocument/2006/relationships/customXml" Target="../ink/ink21.xml"/><Relationship Id="rId58" Type="http://schemas.openxmlformats.org/officeDocument/2006/relationships/image" Target="../media/image80.png"/><Relationship Id="rId66" Type="http://schemas.openxmlformats.org/officeDocument/2006/relationships/image" Target="../media/image84.png"/><Relationship Id="rId74" Type="http://schemas.openxmlformats.org/officeDocument/2006/relationships/image" Target="../media/image46.png"/><Relationship Id="rId79" Type="http://schemas.openxmlformats.org/officeDocument/2006/relationships/customXml" Target="../ink/ink34.xml"/><Relationship Id="rId87" Type="http://schemas.openxmlformats.org/officeDocument/2006/relationships/customXml" Target="../ink/ink35.xml"/><Relationship Id="rId115" Type="http://schemas.openxmlformats.org/officeDocument/2006/relationships/image" Target="../media/image17.png"/><Relationship Id="rId61" Type="http://schemas.openxmlformats.org/officeDocument/2006/relationships/customXml" Target="../ink/ink25.xml"/><Relationship Id="rId90" Type="http://schemas.openxmlformats.org/officeDocument/2006/relationships/image" Target="../media/image96.png"/><Relationship Id="rId95" Type="http://schemas.openxmlformats.org/officeDocument/2006/relationships/customXml" Target="../ink/ink39.xml"/><Relationship Id="rId27" Type="http://schemas.openxmlformats.org/officeDocument/2006/relationships/customXml" Target="../ink/ink8.xml"/><Relationship Id="rId30" Type="http://schemas.openxmlformats.org/officeDocument/2006/relationships/image" Target="../media/image66.png"/><Relationship Id="rId35" Type="http://schemas.openxmlformats.org/officeDocument/2006/relationships/customXml" Target="../ink/ink12.xml"/><Relationship Id="rId43" Type="http://schemas.openxmlformats.org/officeDocument/2006/relationships/customXml" Target="../ink/ink16.xml"/><Relationship Id="rId48" Type="http://schemas.openxmlformats.org/officeDocument/2006/relationships/image" Target="../media/image75.png"/><Relationship Id="rId56" Type="http://schemas.openxmlformats.org/officeDocument/2006/relationships/image" Target="../media/image79.png"/><Relationship Id="rId64" Type="http://schemas.openxmlformats.org/officeDocument/2006/relationships/image" Target="../media/image83.png"/><Relationship Id="rId69" Type="http://schemas.openxmlformats.org/officeDocument/2006/relationships/customXml" Target="../ink/ink29.xml"/><Relationship Id="rId77" Type="http://schemas.openxmlformats.org/officeDocument/2006/relationships/customXml" Target="../ink/ink33.xml"/><Relationship Id="rId51" Type="http://schemas.openxmlformats.org/officeDocument/2006/relationships/customXml" Target="../ink/ink20.xml"/><Relationship Id="rId72" Type="http://schemas.openxmlformats.org/officeDocument/2006/relationships/image" Target="../media/image310.png"/><Relationship Id="rId93" Type="http://schemas.openxmlformats.org/officeDocument/2006/relationships/customXml" Target="../ink/ink38.xml"/><Relationship Id="rId98" Type="http://schemas.openxmlformats.org/officeDocument/2006/relationships/image" Target="../media/image100.png"/><Relationship Id="rId3" Type="http://schemas.openxmlformats.org/officeDocument/2006/relationships/customXml" Target="../ink/ink6.xml"/><Relationship Id="rId25" Type="http://schemas.openxmlformats.org/officeDocument/2006/relationships/customXml" Target="../ink/ink7.xml"/><Relationship Id="rId33" Type="http://schemas.openxmlformats.org/officeDocument/2006/relationships/customXml" Target="../ink/ink11.xml"/><Relationship Id="rId38" Type="http://schemas.openxmlformats.org/officeDocument/2006/relationships/image" Target="../media/image70.png"/><Relationship Id="rId46" Type="http://schemas.openxmlformats.org/officeDocument/2006/relationships/image" Target="../media/image74.png"/><Relationship Id="rId59" Type="http://schemas.openxmlformats.org/officeDocument/2006/relationships/customXml" Target="../ink/ink24.xml"/><Relationship Id="rId67" Type="http://schemas.openxmlformats.org/officeDocument/2006/relationships/customXml" Target="../ink/ink28.xml"/><Relationship Id="rId116" Type="http://schemas.openxmlformats.org/officeDocument/2006/relationships/customXml" Target="../ink/ink42.xml"/><Relationship Id="rId41" Type="http://schemas.openxmlformats.org/officeDocument/2006/relationships/customXml" Target="../ink/ink15.xml"/><Relationship Id="rId54" Type="http://schemas.openxmlformats.org/officeDocument/2006/relationships/image" Target="../media/image78.png"/><Relationship Id="rId62" Type="http://schemas.openxmlformats.org/officeDocument/2006/relationships/image" Target="../media/image82.png"/><Relationship Id="rId70" Type="http://schemas.openxmlformats.org/officeDocument/2006/relationships/image" Target="../media/image86.png"/><Relationship Id="rId75" Type="http://schemas.openxmlformats.org/officeDocument/2006/relationships/customXml" Target="../ink/ink32.xml"/><Relationship Id="rId88" Type="http://schemas.openxmlformats.org/officeDocument/2006/relationships/image" Target="../media/image95.png"/><Relationship Id="rId91" Type="http://schemas.openxmlformats.org/officeDocument/2006/relationships/customXml" Target="../ink/ink37.xml"/><Relationship Id="rId96" Type="http://schemas.openxmlformats.org/officeDocument/2006/relationships/image" Target="../media/image99.png"/><Relationship Id="rId1" Type="http://schemas.openxmlformats.org/officeDocument/2006/relationships/slideLayout" Target="../slideLayouts/slideLayout3.xml"/><Relationship Id="rId28" Type="http://schemas.openxmlformats.org/officeDocument/2006/relationships/image" Target="../media/image65.png"/><Relationship Id="rId36" Type="http://schemas.openxmlformats.org/officeDocument/2006/relationships/image" Target="../media/image69.png"/><Relationship Id="rId49" Type="http://schemas.openxmlformats.org/officeDocument/2006/relationships/customXml" Target="../ink/ink19.xml"/><Relationship Id="rId57" Type="http://schemas.openxmlformats.org/officeDocument/2006/relationships/customXml" Target="../ink/ink23.xml"/><Relationship Id="rId114" Type="http://schemas.openxmlformats.org/officeDocument/2006/relationships/image" Target="../media/image710.png"/><Relationship Id="rId31" Type="http://schemas.openxmlformats.org/officeDocument/2006/relationships/customXml" Target="../ink/ink10.xml"/><Relationship Id="rId44" Type="http://schemas.openxmlformats.org/officeDocument/2006/relationships/image" Target="../media/image73.png"/><Relationship Id="rId52" Type="http://schemas.openxmlformats.org/officeDocument/2006/relationships/image" Target="../media/image77.png"/><Relationship Id="rId60" Type="http://schemas.openxmlformats.org/officeDocument/2006/relationships/image" Target="../media/image81.png"/><Relationship Id="rId65" Type="http://schemas.openxmlformats.org/officeDocument/2006/relationships/customXml" Target="../ink/ink27.xml"/><Relationship Id="rId73" Type="http://schemas.openxmlformats.org/officeDocument/2006/relationships/customXml" Target="../ink/ink31.xml"/><Relationship Id="rId78" Type="http://schemas.openxmlformats.org/officeDocument/2006/relationships/image" Target="../media/image610.png"/><Relationship Id="rId86" Type="http://schemas.openxmlformats.org/officeDocument/2006/relationships/image" Target="../media/image94.png"/><Relationship Id="rId94" Type="http://schemas.openxmlformats.org/officeDocument/2006/relationships/image" Target="../media/image98.png"/><Relationship Id="rId99" Type="http://schemas.openxmlformats.org/officeDocument/2006/relationships/customXml" Target="../ink/ink41.xml"/><Relationship Id="rId39" Type="http://schemas.openxmlformats.org/officeDocument/2006/relationships/customXml" Target="../ink/ink14.xml"/><Relationship Id="rId34" Type="http://schemas.openxmlformats.org/officeDocument/2006/relationships/image" Target="../media/image68.png"/><Relationship Id="rId50" Type="http://schemas.openxmlformats.org/officeDocument/2006/relationships/image" Target="../media/image76.png"/><Relationship Id="rId55" Type="http://schemas.openxmlformats.org/officeDocument/2006/relationships/customXml" Target="../ink/ink22.xml"/><Relationship Id="rId76" Type="http://schemas.openxmlformats.org/officeDocument/2006/relationships/image" Target="../media/image50.png"/><Relationship Id="rId97" Type="http://schemas.openxmlformats.org/officeDocument/2006/relationships/customXml" Target="../ink/ink40.xml"/><Relationship Id="rId71" Type="http://schemas.openxmlformats.org/officeDocument/2006/relationships/customXml" Target="../ink/ink30.xml"/><Relationship Id="rId92" Type="http://schemas.openxmlformats.org/officeDocument/2006/relationships/image" Target="../media/image97.png"/><Relationship Id="rId2" Type="http://schemas.openxmlformats.org/officeDocument/2006/relationships/notesSlide" Target="../notesSlides/notesSlide20.xml"/><Relationship Id="rId29" Type="http://schemas.openxmlformats.org/officeDocument/2006/relationships/customXml" Target="../ink/ink9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4.png"/><Relationship Id="rId42" Type="http://schemas.openxmlformats.org/officeDocument/2006/relationships/image" Target="../media/image72.png"/><Relationship Id="rId47" Type="http://schemas.openxmlformats.org/officeDocument/2006/relationships/customXml" Target="../ink/ink55.xml"/><Relationship Id="rId63" Type="http://schemas.openxmlformats.org/officeDocument/2006/relationships/customXml" Target="../ink/ink63.xml"/><Relationship Id="rId68" Type="http://schemas.openxmlformats.org/officeDocument/2006/relationships/image" Target="../media/image85.png"/><Relationship Id="rId84" Type="http://schemas.openxmlformats.org/officeDocument/2006/relationships/image" Target="../media/image93.png"/><Relationship Id="rId89" Type="http://schemas.openxmlformats.org/officeDocument/2006/relationships/customXml" Target="../ink/ink76.xml"/><Relationship Id="rId24" Type="http://schemas.openxmlformats.org/officeDocument/2006/relationships/image" Target="../media/image63.png"/><Relationship Id="rId32" Type="http://schemas.openxmlformats.org/officeDocument/2006/relationships/image" Target="../media/image67.png"/><Relationship Id="rId37" Type="http://schemas.openxmlformats.org/officeDocument/2006/relationships/customXml" Target="../ink/ink50.xml"/><Relationship Id="rId40" Type="http://schemas.openxmlformats.org/officeDocument/2006/relationships/image" Target="../media/image71.png"/><Relationship Id="rId45" Type="http://schemas.openxmlformats.org/officeDocument/2006/relationships/customXml" Target="../ink/ink54.xml"/><Relationship Id="rId53" Type="http://schemas.openxmlformats.org/officeDocument/2006/relationships/customXml" Target="../ink/ink58.xml"/><Relationship Id="rId58" Type="http://schemas.openxmlformats.org/officeDocument/2006/relationships/image" Target="../media/image80.png"/><Relationship Id="rId66" Type="http://schemas.openxmlformats.org/officeDocument/2006/relationships/image" Target="../media/image84.png"/><Relationship Id="rId74" Type="http://schemas.openxmlformats.org/officeDocument/2006/relationships/image" Target="../media/image88.png"/><Relationship Id="rId79" Type="http://schemas.openxmlformats.org/officeDocument/2006/relationships/customXml" Target="../ink/ink71.xml"/><Relationship Id="rId87" Type="http://schemas.openxmlformats.org/officeDocument/2006/relationships/customXml" Target="../ink/ink75.xml"/><Relationship Id="rId61" Type="http://schemas.openxmlformats.org/officeDocument/2006/relationships/customXml" Target="../ink/ink62.xml"/><Relationship Id="rId82" Type="http://schemas.openxmlformats.org/officeDocument/2006/relationships/image" Target="../media/image92.png"/><Relationship Id="rId90" Type="http://schemas.openxmlformats.org/officeDocument/2006/relationships/image" Target="../media/image96.png"/><Relationship Id="rId95" Type="http://schemas.openxmlformats.org/officeDocument/2006/relationships/customXml" Target="../ink/ink79.xml"/><Relationship Id="rId27" Type="http://schemas.openxmlformats.org/officeDocument/2006/relationships/customXml" Target="../ink/ink45.xml"/><Relationship Id="rId30" Type="http://schemas.openxmlformats.org/officeDocument/2006/relationships/image" Target="../media/image66.png"/><Relationship Id="rId35" Type="http://schemas.openxmlformats.org/officeDocument/2006/relationships/customXml" Target="../ink/ink49.xml"/><Relationship Id="rId43" Type="http://schemas.openxmlformats.org/officeDocument/2006/relationships/customXml" Target="../ink/ink53.xml"/><Relationship Id="rId48" Type="http://schemas.openxmlformats.org/officeDocument/2006/relationships/image" Target="../media/image75.png"/><Relationship Id="rId56" Type="http://schemas.openxmlformats.org/officeDocument/2006/relationships/image" Target="../media/image79.png"/><Relationship Id="rId64" Type="http://schemas.openxmlformats.org/officeDocument/2006/relationships/image" Target="../media/image83.png"/><Relationship Id="rId69" Type="http://schemas.openxmlformats.org/officeDocument/2006/relationships/customXml" Target="../ink/ink66.xml"/><Relationship Id="rId77" Type="http://schemas.openxmlformats.org/officeDocument/2006/relationships/customXml" Target="../ink/ink70.xml"/><Relationship Id="rId100" Type="http://schemas.openxmlformats.org/officeDocument/2006/relationships/image" Target="../media/image19.png"/><Relationship Id="rId51" Type="http://schemas.openxmlformats.org/officeDocument/2006/relationships/customXml" Target="../ink/ink57.xml"/><Relationship Id="rId72" Type="http://schemas.openxmlformats.org/officeDocument/2006/relationships/image" Target="../media/image87.png"/><Relationship Id="rId80" Type="http://schemas.openxmlformats.org/officeDocument/2006/relationships/image" Target="../media/image91.png"/><Relationship Id="rId85" Type="http://schemas.openxmlformats.org/officeDocument/2006/relationships/customXml" Target="../ink/ink74.xml"/><Relationship Id="rId93" Type="http://schemas.openxmlformats.org/officeDocument/2006/relationships/customXml" Target="../ink/ink78.xml"/><Relationship Id="rId98" Type="http://schemas.openxmlformats.org/officeDocument/2006/relationships/image" Target="../media/image100.png"/><Relationship Id="rId3" Type="http://schemas.openxmlformats.org/officeDocument/2006/relationships/customXml" Target="../ink/ink43.xml"/><Relationship Id="rId25" Type="http://schemas.openxmlformats.org/officeDocument/2006/relationships/customXml" Target="../ink/ink44.xml"/><Relationship Id="rId33" Type="http://schemas.openxmlformats.org/officeDocument/2006/relationships/customXml" Target="../ink/ink48.xml"/><Relationship Id="rId38" Type="http://schemas.openxmlformats.org/officeDocument/2006/relationships/image" Target="../media/image70.png"/><Relationship Id="rId46" Type="http://schemas.openxmlformats.org/officeDocument/2006/relationships/image" Target="../media/image74.png"/><Relationship Id="rId59" Type="http://schemas.openxmlformats.org/officeDocument/2006/relationships/customXml" Target="../ink/ink61.xml"/><Relationship Id="rId67" Type="http://schemas.openxmlformats.org/officeDocument/2006/relationships/customXml" Target="../ink/ink65.xml"/><Relationship Id="rId41" Type="http://schemas.openxmlformats.org/officeDocument/2006/relationships/customXml" Target="../ink/ink52.xml"/><Relationship Id="rId54" Type="http://schemas.openxmlformats.org/officeDocument/2006/relationships/image" Target="../media/image78.png"/><Relationship Id="rId62" Type="http://schemas.openxmlformats.org/officeDocument/2006/relationships/image" Target="../media/image82.png"/><Relationship Id="rId70" Type="http://schemas.openxmlformats.org/officeDocument/2006/relationships/image" Target="../media/image86.png"/><Relationship Id="rId75" Type="http://schemas.openxmlformats.org/officeDocument/2006/relationships/customXml" Target="../ink/ink69.xml"/><Relationship Id="rId83" Type="http://schemas.openxmlformats.org/officeDocument/2006/relationships/customXml" Target="../ink/ink73.xml"/><Relationship Id="rId88" Type="http://schemas.openxmlformats.org/officeDocument/2006/relationships/image" Target="../media/image95.png"/><Relationship Id="rId91" Type="http://schemas.openxmlformats.org/officeDocument/2006/relationships/customXml" Target="../ink/ink77.xml"/><Relationship Id="rId96" Type="http://schemas.openxmlformats.org/officeDocument/2006/relationships/image" Target="../media/image99.png"/><Relationship Id="rId1" Type="http://schemas.openxmlformats.org/officeDocument/2006/relationships/slideLayout" Target="../slideLayouts/slideLayout3.xml"/><Relationship Id="rId28" Type="http://schemas.openxmlformats.org/officeDocument/2006/relationships/image" Target="../media/image65.png"/><Relationship Id="rId36" Type="http://schemas.openxmlformats.org/officeDocument/2006/relationships/image" Target="../media/image69.png"/><Relationship Id="rId49" Type="http://schemas.openxmlformats.org/officeDocument/2006/relationships/customXml" Target="../ink/ink56.xml"/><Relationship Id="rId57" Type="http://schemas.openxmlformats.org/officeDocument/2006/relationships/customXml" Target="../ink/ink60.xml"/><Relationship Id="rId31" Type="http://schemas.openxmlformats.org/officeDocument/2006/relationships/customXml" Target="../ink/ink47.xml"/><Relationship Id="rId44" Type="http://schemas.openxmlformats.org/officeDocument/2006/relationships/image" Target="../media/image73.png"/><Relationship Id="rId52" Type="http://schemas.openxmlformats.org/officeDocument/2006/relationships/image" Target="../media/image77.png"/><Relationship Id="rId60" Type="http://schemas.openxmlformats.org/officeDocument/2006/relationships/image" Target="../media/image81.png"/><Relationship Id="rId65" Type="http://schemas.openxmlformats.org/officeDocument/2006/relationships/customXml" Target="../ink/ink64.xml"/><Relationship Id="rId73" Type="http://schemas.openxmlformats.org/officeDocument/2006/relationships/customXml" Target="../ink/ink68.xml"/><Relationship Id="rId78" Type="http://schemas.openxmlformats.org/officeDocument/2006/relationships/image" Target="../media/image90.png"/><Relationship Id="rId81" Type="http://schemas.openxmlformats.org/officeDocument/2006/relationships/customXml" Target="../ink/ink72.xml"/><Relationship Id="rId86" Type="http://schemas.openxmlformats.org/officeDocument/2006/relationships/image" Target="../media/image94.png"/><Relationship Id="rId94" Type="http://schemas.openxmlformats.org/officeDocument/2006/relationships/image" Target="../media/image98.png"/><Relationship Id="rId99" Type="http://schemas.openxmlformats.org/officeDocument/2006/relationships/customXml" Target="../ink/ink81.xml"/><Relationship Id="rId39" Type="http://schemas.openxmlformats.org/officeDocument/2006/relationships/customXml" Target="../ink/ink51.xml"/><Relationship Id="rId34" Type="http://schemas.openxmlformats.org/officeDocument/2006/relationships/image" Target="../media/image68.png"/><Relationship Id="rId50" Type="http://schemas.openxmlformats.org/officeDocument/2006/relationships/image" Target="../media/image76.png"/><Relationship Id="rId55" Type="http://schemas.openxmlformats.org/officeDocument/2006/relationships/customXml" Target="../ink/ink59.xml"/><Relationship Id="rId76" Type="http://schemas.openxmlformats.org/officeDocument/2006/relationships/image" Target="../media/image89.png"/><Relationship Id="rId97" Type="http://schemas.openxmlformats.org/officeDocument/2006/relationships/customXml" Target="../ink/ink80.xml"/><Relationship Id="rId71" Type="http://schemas.openxmlformats.org/officeDocument/2006/relationships/customXml" Target="../ink/ink67.xml"/><Relationship Id="rId92" Type="http://schemas.openxmlformats.org/officeDocument/2006/relationships/image" Target="../media/image97.png"/><Relationship Id="rId2" Type="http://schemas.openxmlformats.org/officeDocument/2006/relationships/notesSlide" Target="../notesSlides/notesSlide21.xml"/><Relationship Id="rId29" Type="http://schemas.openxmlformats.org/officeDocument/2006/relationships/customXml" Target="../ink/ink46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90.png"/><Relationship Id="rId21" Type="http://schemas.openxmlformats.org/officeDocument/2006/relationships/customXml" Target="../ink/ink91.xml"/><Relationship Id="rId42" Type="http://schemas.openxmlformats.org/officeDocument/2006/relationships/image" Target="../media/image27.png"/><Relationship Id="rId47" Type="http://schemas.openxmlformats.org/officeDocument/2006/relationships/customXml" Target="../ink/ink104.xml"/><Relationship Id="rId63" Type="http://schemas.openxmlformats.org/officeDocument/2006/relationships/customXml" Target="../ink/ink112.xml"/><Relationship Id="rId68" Type="http://schemas.openxmlformats.org/officeDocument/2006/relationships/image" Target="../media/image36.png"/><Relationship Id="rId16" Type="http://schemas.openxmlformats.org/officeDocument/2006/relationships/image" Target="../media/image140.png"/><Relationship Id="rId11" Type="http://schemas.openxmlformats.org/officeDocument/2006/relationships/customXml" Target="../ink/ink86.xml"/><Relationship Id="rId24" Type="http://schemas.openxmlformats.org/officeDocument/2006/relationships/image" Target="../media/image180.png"/><Relationship Id="rId32" Type="http://schemas.openxmlformats.org/officeDocument/2006/relationships/image" Target="../media/image22.png"/><Relationship Id="rId37" Type="http://schemas.openxmlformats.org/officeDocument/2006/relationships/customXml" Target="../ink/ink99.xml"/><Relationship Id="rId40" Type="http://schemas.openxmlformats.org/officeDocument/2006/relationships/image" Target="../media/image26.png"/><Relationship Id="rId45" Type="http://schemas.openxmlformats.org/officeDocument/2006/relationships/customXml" Target="../ink/ink103.xml"/><Relationship Id="rId53" Type="http://schemas.openxmlformats.org/officeDocument/2006/relationships/customXml" Target="../ink/ink107.xml"/><Relationship Id="rId58" Type="http://schemas.openxmlformats.org/officeDocument/2006/relationships/image" Target="../media/image33.png"/><Relationship Id="rId66" Type="http://schemas.openxmlformats.org/officeDocument/2006/relationships/image" Target="../media/image35.png"/><Relationship Id="rId74" Type="http://schemas.openxmlformats.org/officeDocument/2006/relationships/image" Target="../media/image39.png"/><Relationship Id="rId79" Type="http://schemas.openxmlformats.org/officeDocument/2006/relationships/customXml" Target="../ink/ink120.xml"/><Relationship Id="rId5" Type="http://schemas.openxmlformats.org/officeDocument/2006/relationships/customXml" Target="../ink/ink83.xml"/><Relationship Id="rId61" Type="http://schemas.openxmlformats.org/officeDocument/2006/relationships/customXml" Target="../ink/ink111.xml"/><Relationship Id="rId19" Type="http://schemas.openxmlformats.org/officeDocument/2006/relationships/customXml" Target="../ink/ink90.xml"/><Relationship Id="rId14" Type="http://schemas.openxmlformats.org/officeDocument/2006/relationships/image" Target="../media/image130.png"/><Relationship Id="rId22" Type="http://schemas.openxmlformats.org/officeDocument/2006/relationships/image" Target="../media/image170.png"/><Relationship Id="rId27" Type="http://schemas.openxmlformats.org/officeDocument/2006/relationships/customXml" Target="../ink/ink94.xml"/><Relationship Id="rId30" Type="http://schemas.openxmlformats.org/officeDocument/2006/relationships/image" Target="../media/image21.png"/><Relationship Id="rId35" Type="http://schemas.openxmlformats.org/officeDocument/2006/relationships/customXml" Target="../ink/ink98.xml"/><Relationship Id="rId43" Type="http://schemas.openxmlformats.org/officeDocument/2006/relationships/customXml" Target="../ink/ink102.xml"/><Relationship Id="rId48" Type="http://schemas.openxmlformats.org/officeDocument/2006/relationships/image" Target="../media/image30.png"/><Relationship Id="rId56" Type="http://schemas.openxmlformats.org/officeDocument/2006/relationships/image" Target="../media/image46.png"/><Relationship Id="rId64" Type="http://schemas.openxmlformats.org/officeDocument/2006/relationships/image" Target="../media/image610.png"/><Relationship Id="rId69" Type="http://schemas.openxmlformats.org/officeDocument/2006/relationships/customXml" Target="../ink/ink115.xml"/><Relationship Id="rId77" Type="http://schemas.openxmlformats.org/officeDocument/2006/relationships/customXml" Target="../ink/ink119.xml"/><Relationship Id="rId8" Type="http://schemas.openxmlformats.org/officeDocument/2006/relationships/image" Target="../media/image105.png"/><Relationship Id="rId51" Type="http://schemas.openxmlformats.org/officeDocument/2006/relationships/customXml" Target="../ink/ink106.xml"/><Relationship Id="rId72" Type="http://schemas.openxmlformats.org/officeDocument/2006/relationships/image" Target="../media/image38.png"/><Relationship Id="rId80" Type="http://schemas.openxmlformats.org/officeDocument/2006/relationships/image" Target="../media/image43.png"/><Relationship Id="rId3" Type="http://schemas.openxmlformats.org/officeDocument/2006/relationships/customXml" Target="../ink/ink82.xml"/><Relationship Id="rId12" Type="http://schemas.openxmlformats.org/officeDocument/2006/relationships/image" Target="../media/image120.png"/><Relationship Id="rId17" Type="http://schemas.openxmlformats.org/officeDocument/2006/relationships/customXml" Target="../ink/ink89.xml"/><Relationship Id="rId25" Type="http://schemas.openxmlformats.org/officeDocument/2006/relationships/customXml" Target="../ink/ink93.xml"/><Relationship Id="rId33" Type="http://schemas.openxmlformats.org/officeDocument/2006/relationships/customXml" Target="../ink/ink97.xml"/><Relationship Id="rId38" Type="http://schemas.openxmlformats.org/officeDocument/2006/relationships/image" Target="../media/image25.png"/><Relationship Id="rId46" Type="http://schemas.openxmlformats.org/officeDocument/2006/relationships/image" Target="../media/image29.png"/><Relationship Id="rId59" Type="http://schemas.openxmlformats.org/officeDocument/2006/relationships/customXml" Target="../ink/ink110.xml"/><Relationship Id="rId67" Type="http://schemas.openxmlformats.org/officeDocument/2006/relationships/customXml" Target="../ink/ink114.xml"/><Relationship Id="rId20" Type="http://schemas.openxmlformats.org/officeDocument/2006/relationships/image" Target="../media/image160.png"/><Relationship Id="rId41" Type="http://schemas.openxmlformats.org/officeDocument/2006/relationships/customXml" Target="../ink/ink101.xml"/><Relationship Id="rId54" Type="http://schemas.openxmlformats.org/officeDocument/2006/relationships/image" Target="../media/image310.png"/><Relationship Id="rId62" Type="http://schemas.openxmlformats.org/officeDocument/2006/relationships/image" Target="../media/image50.png"/><Relationship Id="rId70" Type="http://schemas.openxmlformats.org/officeDocument/2006/relationships/image" Target="../media/image37.png"/><Relationship Id="rId75" Type="http://schemas.openxmlformats.org/officeDocument/2006/relationships/customXml" Target="../ink/ink1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10.png"/><Relationship Id="rId15" Type="http://schemas.openxmlformats.org/officeDocument/2006/relationships/customXml" Target="../ink/ink88.xml"/><Relationship Id="rId23" Type="http://schemas.openxmlformats.org/officeDocument/2006/relationships/customXml" Target="../ink/ink92.xml"/><Relationship Id="rId28" Type="http://schemas.openxmlformats.org/officeDocument/2006/relationships/image" Target="../media/image20.png"/><Relationship Id="rId36" Type="http://schemas.openxmlformats.org/officeDocument/2006/relationships/image" Target="../media/image24.png"/><Relationship Id="rId49" Type="http://schemas.openxmlformats.org/officeDocument/2006/relationships/customXml" Target="../ink/ink105.xml"/><Relationship Id="rId57" Type="http://schemas.openxmlformats.org/officeDocument/2006/relationships/customXml" Target="../ink/ink109.xml"/><Relationship Id="rId10" Type="http://schemas.openxmlformats.org/officeDocument/2006/relationships/image" Target="../media/image110.png"/><Relationship Id="rId31" Type="http://schemas.openxmlformats.org/officeDocument/2006/relationships/customXml" Target="../ink/ink96.xml"/><Relationship Id="rId44" Type="http://schemas.openxmlformats.org/officeDocument/2006/relationships/image" Target="../media/image28.png"/><Relationship Id="rId52" Type="http://schemas.openxmlformats.org/officeDocument/2006/relationships/image" Target="../media/image32.png"/><Relationship Id="rId60" Type="http://schemas.openxmlformats.org/officeDocument/2006/relationships/image" Target="../media/image34.png"/><Relationship Id="rId65" Type="http://schemas.openxmlformats.org/officeDocument/2006/relationships/customXml" Target="../ink/ink113.xml"/><Relationship Id="rId73" Type="http://schemas.openxmlformats.org/officeDocument/2006/relationships/customXml" Target="../ink/ink117.xml"/><Relationship Id="rId78" Type="http://schemas.openxmlformats.org/officeDocument/2006/relationships/image" Target="../media/image41.png"/><Relationship Id="rId4" Type="http://schemas.openxmlformats.org/officeDocument/2006/relationships/image" Target="../media/image810.png"/><Relationship Id="rId9" Type="http://schemas.openxmlformats.org/officeDocument/2006/relationships/customXml" Target="../ink/ink85.xml"/><Relationship Id="rId13" Type="http://schemas.openxmlformats.org/officeDocument/2006/relationships/customXml" Target="../ink/ink87.xml"/><Relationship Id="rId18" Type="http://schemas.openxmlformats.org/officeDocument/2006/relationships/image" Target="../media/image150.png"/><Relationship Id="rId39" Type="http://schemas.openxmlformats.org/officeDocument/2006/relationships/customXml" Target="../ink/ink100.xml"/><Relationship Id="rId34" Type="http://schemas.openxmlformats.org/officeDocument/2006/relationships/image" Target="../media/image23.png"/><Relationship Id="rId50" Type="http://schemas.openxmlformats.org/officeDocument/2006/relationships/image" Target="../media/image31.png"/><Relationship Id="rId55" Type="http://schemas.openxmlformats.org/officeDocument/2006/relationships/customXml" Target="../ink/ink108.xml"/><Relationship Id="rId76" Type="http://schemas.openxmlformats.org/officeDocument/2006/relationships/image" Target="../media/image40.png"/><Relationship Id="rId7" Type="http://schemas.openxmlformats.org/officeDocument/2006/relationships/customXml" Target="../ink/ink84.xml"/><Relationship Id="rId71" Type="http://schemas.openxmlformats.org/officeDocument/2006/relationships/customXml" Target="../ink/ink116.xml"/><Relationship Id="rId2" Type="http://schemas.openxmlformats.org/officeDocument/2006/relationships/notesSlide" Target="../notesSlides/notesSlide22.xml"/><Relationship Id="rId29" Type="http://schemas.openxmlformats.org/officeDocument/2006/relationships/customXml" Target="../ink/ink95.xml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90.png"/><Relationship Id="rId21" Type="http://schemas.openxmlformats.org/officeDocument/2006/relationships/customXml" Target="../ink/ink130.xml"/><Relationship Id="rId42" Type="http://schemas.openxmlformats.org/officeDocument/2006/relationships/image" Target="../media/image27.png"/><Relationship Id="rId47" Type="http://schemas.openxmlformats.org/officeDocument/2006/relationships/customXml" Target="../ink/ink143.xml"/><Relationship Id="rId63" Type="http://schemas.openxmlformats.org/officeDocument/2006/relationships/customXml" Target="../ink/ink151.xml"/><Relationship Id="rId68" Type="http://schemas.openxmlformats.org/officeDocument/2006/relationships/image" Target="../media/image36.png"/><Relationship Id="rId16" Type="http://schemas.openxmlformats.org/officeDocument/2006/relationships/image" Target="../media/image140.png"/><Relationship Id="rId11" Type="http://schemas.openxmlformats.org/officeDocument/2006/relationships/customXml" Target="../ink/ink125.xml"/><Relationship Id="rId24" Type="http://schemas.openxmlformats.org/officeDocument/2006/relationships/image" Target="../media/image180.png"/><Relationship Id="rId32" Type="http://schemas.openxmlformats.org/officeDocument/2006/relationships/image" Target="../media/image22.png"/><Relationship Id="rId37" Type="http://schemas.openxmlformats.org/officeDocument/2006/relationships/customXml" Target="../ink/ink138.xml"/><Relationship Id="rId40" Type="http://schemas.openxmlformats.org/officeDocument/2006/relationships/image" Target="../media/image26.png"/><Relationship Id="rId45" Type="http://schemas.openxmlformats.org/officeDocument/2006/relationships/customXml" Target="../ink/ink142.xml"/><Relationship Id="rId53" Type="http://schemas.openxmlformats.org/officeDocument/2006/relationships/customXml" Target="../ink/ink146.xml"/><Relationship Id="rId58" Type="http://schemas.openxmlformats.org/officeDocument/2006/relationships/image" Target="../media/image33.png"/><Relationship Id="rId66" Type="http://schemas.openxmlformats.org/officeDocument/2006/relationships/image" Target="../media/image35.png"/><Relationship Id="rId74" Type="http://schemas.openxmlformats.org/officeDocument/2006/relationships/image" Target="../media/image39.png"/><Relationship Id="rId79" Type="http://schemas.openxmlformats.org/officeDocument/2006/relationships/customXml" Target="../ink/ink159.xml"/><Relationship Id="rId5" Type="http://schemas.openxmlformats.org/officeDocument/2006/relationships/customXml" Target="../ink/ink122.xml"/><Relationship Id="rId61" Type="http://schemas.openxmlformats.org/officeDocument/2006/relationships/customXml" Target="../ink/ink150.xml"/><Relationship Id="rId19" Type="http://schemas.openxmlformats.org/officeDocument/2006/relationships/customXml" Target="../ink/ink129.xml"/><Relationship Id="rId14" Type="http://schemas.openxmlformats.org/officeDocument/2006/relationships/image" Target="../media/image130.png"/><Relationship Id="rId22" Type="http://schemas.openxmlformats.org/officeDocument/2006/relationships/image" Target="../media/image170.png"/><Relationship Id="rId27" Type="http://schemas.openxmlformats.org/officeDocument/2006/relationships/customXml" Target="../ink/ink133.xml"/><Relationship Id="rId30" Type="http://schemas.openxmlformats.org/officeDocument/2006/relationships/image" Target="../media/image21.png"/><Relationship Id="rId35" Type="http://schemas.openxmlformats.org/officeDocument/2006/relationships/customXml" Target="../ink/ink137.xml"/><Relationship Id="rId43" Type="http://schemas.openxmlformats.org/officeDocument/2006/relationships/customXml" Target="../ink/ink141.xml"/><Relationship Id="rId48" Type="http://schemas.openxmlformats.org/officeDocument/2006/relationships/image" Target="../media/image30.png"/><Relationship Id="rId56" Type="http://schemas.openxmlformats.org/officeDocument/2006/relationships/image" Target="../media/image46.png"/><Relationship Id="rId64" Type="http://schemas.openxmlformats.org/officeDocument/2006/relationships/image" Target="../media/image610.png"/><Relationship Id="rId69" Type="http://schemas.openxmlformats.org/officeDocument/2006/relationships/customXml" Target="../ink/ink154.xml"/><Relationship Id="rId77" Type="http://schemas.openxmlformats.org/officeDocument/2006/relationships/customXml" Target="../ink/ink158.xml"/><Relationship Id="rId8" Type="http://schemas.openxmlformats.org/officeDocument/2006/relationships/image" Target="../media/image105.png"/><Relationship Id="rId51" Type="http://schemas.openxmlformats.org/officeDocument/2006/relationships/customXml" Target="../ink/ink145.xml"/><Relationship Id="rId72" Type="http://schemas.openxmlformats.org/officeDocument/2006/relationships/image" Target="../media/image38.png"/><Relationship Id="rId80" Type="http://schemas.openxmlformats.org/officeDocument/2006/relationships/image" Target="../media/image44.png"/><Relationship Id="rId3" Type="http://schemas.openxmlformats.org/officeDocument/2006/relationships/customXml" Target="../ink/ink121.xml"/><Relationship Id="rId12" Type="http://schemas.openxmlformats.org/officeDocument/2006/relationships/image" Target="../media/image120.png"/><Relationship Id="rId17" Type="http://schemas.openxmlformats.org/officeDocument/2006/relationships/customXml" Target="../ink/ink128.xml"/><Relationship Id="rId25" Type="http://schemas.openxmlformats.org/officeDocument/2006/relationships/customXml" Target="../ink/ink132.xml"/><Relationship Id="rId33" Type="http://schemas.openxmlformats.org/officeDocument/2006/relationships/customXml" Target="../ink/ink136.xml"/><Relationship Id="rId38" Type="http://schemas.openxmlformats.org/officeDocument/2006/relationships/image" Target="../media/image25.png"/><Relationship Id="rId46" Type="http://schemas.openxmlformats.org/officeDocument/2006/relationships/image" Target="../media/image29.png"/><Relationship Id="rId59" Type="http://schemas.openxmlformats.org/officeDocument/2006/relationships/customXml" Target="../ink/ink149.xml"/><Relationship Id="rId67" Type="http://schemas.openxmlformats.org/officeDocument/2006/relationships/customXml" Target="../ink/ink153.xml"/><Relationship Id="rId20" Type="http://schemas.openxmlformats.org/officeDocument/2006/relationships/image" Target="../media/image160.png"/><Relationship Id="rId41" Type="http://schemas.openxmlformats.org/officeDocument/2006/relationships/customXml" Target="../ink/ink140.xml"/><Relationship Id="rId54" Type="http://schemas.openxmlformats.org/officeDocument/2006/relationships/image" Target="../media/image310.png"/><Relationship Id="rId62" Type="http://schemas.openxmlformats.org/officeDocument/2006/relationships/image" Target="../media/image50.png"/><Relationship Id="rId70" Type="http://schemas.openxmlformats.org/officeDocument/2006/relationships/image" Target="../media/image37.png"/><Relationship Id="rId75" Type="http://schemas.openxmlformats.org/officeDocument/2006/relationships/customXml" Target="../ink/ink15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10.png"/><Relationship Id="rId15" Type="http://schemas.openxmlformats.org/officeDocument/2006/relationships/customXml" Target="../ink/ink127.xml"/><Relationship Id="rId23" Type="http://schemas.openxmlformats.org/officeDocument/2006/relationships/customXml" Target="../ink/ink131.xml"/><Relationship Id="rId28" Type="http://schemas.openxmlformats.org/officeDocument/2006/relationships/image" Target="../media/image20.png"/><Relationship Id="rId36" Type="http://schemas.openxmlformats.org/officeDocument/2006/relationships/image" Target="../media/image24.png"/><Relationship Id="rId49" Type="http://schemas.openxmlformats.org/officeDocument/2006/relationships/customXml" Target="../ink/ink144.xml"/><Relationship Id="rId57" Type="http://schemas.openxmlformats.org/officeDocument/2006/relationships/customXml" Target="../ink/ink148.xml"/><Relationship Id="rId10" Type="http://schemas.openxmlformats.org/officeDocument/2006/relationships/image" Target="../media/image110.png"/><Relationship Id="rId31" Type="http://schemas.openxmlformats.org/officeDocument/2006/relationships/customXml" Target="../ink/ink135.xml"/><Relationship Id="rId44" Type="http://schemas.openxmlformats.org/officeDocument/2006/relationships/image" Target="../media/image28.png"/><Relationship Id="rId52" Type="http://schemas.openxmlformats.org/officeDocument/2006/relationships/image" Target="../media/image32.png"/><Relationship Id="rId60" Type="http://schemas.openxmlformats.org/officeDocument/2006/relationships/image" Target="../media/image34.png"/><Relationship Id="rId65" Type="http://schemas.openxmlformats.org/officeDocument/2006/relationships/customXml" Target="../ink/ink152.xml"/><Relationship Id="rId73" Type="http://schemas.openxmlformats.org/officeDocument/2006/relationships/customXml" Target="../ink/ink156.xml"/><Relationship Id="rId78" Type="http://schemas.openxmlformats.org/officeDocument/2006/relationships/image" Target="../media/image41.png"/><Relationship Id="rId4" Type="http://schemas.openxmlformats.org/officeDocument/2006/relationships/image" Target="../media/image810.png"/><Relationship Id="rId9" Type="http://schemas.openxmlformats.org/officeDocument/2006/relationships/customXml" Target="../ink/ink124.xml"/><Relationship Id="rId13" Type="http://schemas.openxmlformats.org/officeDocument/2006/relationships/customXml" Target="../ink/ink126.xml"/><Relationship Id="rId18" Type="http://schemas.openxmlformats.org/officeDocument/2006/relationships/image" Target="../media/image150.png"/><Relationship Id="rId39" Type="http://schemas.openxmlformats.org/officeDocument/2006/relationships/customXml" Target="../ink/ink139.xml"/><Relationship Id="rId34" Type="http://schemas.openxmlformats.org/officeDocument/2006/relationships/image" Target="../media/image23.png"/><Relationship Id="rId50" Type="http://schemas.openxmlformats.org/officeDocument/2006/relationships/image" Target="../media/image31.png"/><Relationship Id="rId55" Type="http://schemas.openxmlformats.org/officeDocument/2006/relationships/customXml" Target="../ink/ink147.xml"/><Relationship Id="rId76" Type="http://schemas.openxmlformats.org/officeDocument/2006/relationships/image" Target="../media/image40.png"/><Relationship Id="rId7" Type="http://schemas.openxmlformats.org/officeDocument/2006/relationships/customXml" Target="../ink/ink123.xml"/><Relationship Id="rId71" Type="http://schemas.openxmlformats.org/officeDocument/2006/relationships/customXml" Target="../ink/ink155.xml"/><Relationship Id="rId2" Type="http://schemas.openxmlformats.org/officeDocument/2006/relationships/notesSlide" Target="../notesSlides/notesSlide23.xml"/><Relationship Id="rId29" Type="http://schemas.openxmlformats.org/officeDocument/2006/relationships/customXml" Target="../ink/ink13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0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oleObject" Target="../embeddings/oleObject1.bin"/><Relationship Id="rId7" Type="http://schemas.openxmlformats.org/officeDocument/2006/relationships/customXml" Target="../ink/ink16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6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oleObject" Target="../embeddings/oleObject3.bin"/><Relationship Id="rId7" Type="http://schemas.openxmlformats.org/officeDocument/2006/relationships/customXml" Target="../ink/ink16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9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tab.net/statistics-calculator/cluster/hierarchical-cluster-analysis-calculator?example=hierarchical_cluster_analysis" TargetMode="Externa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4.png"/><Relationship Id="rId5" Type="http://schemas.openxmlformats.org/officeDocument/2006/relationships/oleObject" Target="../embeddings/oleObject6.bin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8" Type="http://schemas.openxmlformats.org/officeDocument/2006/relationships/customXml" Target="../ink/ink166.xml"/><Relationship Id="rId26" Type="http://schemas.openxmlformats.org/officeDocument/2006/relationships/customXml" Target="../ink/ink170.xml"/><Relationship Id="rId3" Type="http://schemas.openxmlformats.org/officeDocument/2006/relationships/image" Target="../media/image56.png"/><Relationship Id="rId21" Type="http://schemas.openxmlformats.org/officeDocument/2006/relationships/image" Target="../media/image248.png"/><Relationship Id="rId17" Type="http://schemas.openxmlformats.org/officeDocument/2006/relationships/image" Target="../media/image246.png"/><Relationship Id="rId25" Type="http://schemas.openxmlformats.org/officeDocument/2006/relationships/image" Target="../media/image250.png"/><Relationship Id="rId2" Type="http://schemas.openxmlformats.org/officeDocument/2006/relationships/notesSlide" Target="../notesSlides/notesSlide33.xml"/><Relationship Id="rId16" Type="http://schemas.openxmlformats.org/officeDocument/2006/relationships/customXml" Target="../ink/ink165.xml"/><Relationship Id="rId20" Type="http://schemas.openxmlformats.org/officeDocument/2006/relationships/customXml" Target="../ink/ink167.xml"/><Relationship Id="rId29" Type="http://schemas.openxmlformats.org/officeDocument/2006/relationships/image" Target="../media/image252.png"/><Relationship Id="rId1" Type="http://schemas.openxmlformats.org/officeDocument/2006/relationships/slideLayout" Target="../slideLayouts/slideLayout3.xml"/><Relationship Id="rId24" Type="http://schemas.openxmlformats.org/officeDocument/2006/relationships/customXml" Target="../ink/ink169.xml"/><Relationship Id="rId15" Type="http://schemas.openxmlformats.org/officeDocument/2006/relationships/image" Target="../media/image245.png"/><Relationship Id="rId23" Type="http://schemas.openxmlformats.org/officeDocument/2006/relationships/image" Target="../media/image249.png"/><Relationship Id="rId28" Type="http://schemas.openxmlformats.org/officeDocument/2006/relationships/customXml" Target="../ink/ink171.xml"/><Relationship Id="rId19" Type="http://schemas.openxmlformats.org/officeDocument/2006/relationships/image" Target="../media/image247.png"/><Relationship Id="rId4" Type="http://schemas.openxmlformats.org/officeDocument/2006/relationships/customXml" Target="../ink/ink164.xml"/><Relationship Id="rId22" Type="http://schemas.openxmlformats.org/officeDocument/2006/relationships/customXml" Target="../ink/ink168.xml"/><Relationship Id="rId27" Type="http://schemas.openxmlformats.org/officeDocument/2006/relationships/image" Target="../media/image25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01.png"/><Relationship Id="rId4" Type="http://schemas.openxmlformats.org/officeDocument/2006/relationships/oleObject" Target="../embeddings/oleObject8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2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4.png"/><Relationship Id="rId4" Type="http://schemas.openxmlformats.org/officeDocument/2006/relationships/image" Target="../media/image221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aftaliharris.com/blog/visualizing-dbscan-clustering/" TargetMode="Externa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583644C7-D4DF-543E-6801-D112434A16B3}"/>
              </a:ext>
            </a:extLst>
          </p:cNvPr>
          <p:cNvSpPr txBox="1">
            <a:spLocks/>
          </p:cNvSpPr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GB" dirty="0">
                <a:solidFill>
                  <a:srgbClr val="FF0000"/>
                </a:solidFill>
              </a:rPr>
              <a:t>Clustering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Advanced Machine Learning</a:t>
            </a:r>
          </a:p>
        </p:txBody>
      </p:sp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931FCB0E-A5A6-B716-2963-FEF651776A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Science at Zindua School | By Chris Aloo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B875EE1-DDC3-C65B-8B44-0BFCFF20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A6AB09A3-CC8A-4ADF-B201-F2686D1CE3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Brain Teaser</a:t>
            </a:r>
            <a:endParaRPr dirty="0"/>
          </a:p>
        </p:txBody>
      </p:sp>
      <p:pic>
        <p:nvPicPr>
          <p:cNvPr id="6" name="Picture 2" descr="See the source image">
            <a:extLst>
              <a:ext uri="{FF2B5EF4-FFF2-40B4-BE49-F238E27FC236}">
                <a16:creationId xmlns:a16="http://schemas.microsoft.com/office/drawing/2014/main" id="{370268F4-4DB6-FAA8-9CD0-662258C43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96" y="1095924"/>
            <a:ext cx="8334076" cy="2951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BFFC794-4C3D-6EAF-B28D-7A366AB5CEB4}"/>
              </a:ext>
            </a:extLst>
          </p:cNvPr>
          <p:cNvSpPr/>
          <p:nvPr/>
        </p:nvSpPr>
        <p:spPr>
          <a:xfrm>
            <a:off x="3863788" y="1237129"/>
            <a:ext cx="4464424" cy="573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Google Shape;28;p4">
            <a:extLst>
              <a:ext uri="{FF2B5EF4-FFF2-40B4-BE49-F238E27FC236}">
                <a16:creationId xmlns:a16="http://schemas.microsoft.com/office/drawing/2014/main" id="{9B511510-3535-AE31-7407-B6C3AACB5E6A}"/>
              </a:ext>
            </a:extLst>
          </p:cNvPr>
          <p:cNvSpPr txBox="1">
            <a:spLocks/>
          </p:cNvSpPr>
          <p:nvPr/>
        </p:nvSpPr>
        <p:spPr>
          <a:xfrm>
            <a:off x="4429166" y="1237129"/>
            <a:ext cx="40801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GB" dirty="0">
                <a:solidFill>
                  <a:srgbClr val="FF0000"/>
                </a:solidFill>
                <a:latin typeface="Rockwell Extra Bold" panose="02060903040505020403" pitchFamily="18" charset="0"/>
              </a:rPr>
              <a:t>?</a:t>
            </a:r>
          </a:p>
        </p:txBody>
      </p:sp>
      <p:sp>
        <p:nvSpPr>
          <p:cNvPr id="10" name="Google Shape;28;p4">
            <a:extLst>
              <a:ext uri="{FF2B5EF4-FFF2-40B4-BE49-F238E27FC236}">
                <a16:creationId xmlns:a16="http://schemas.microsoft.com/office/drawing/2014/main" id="{56F8794C-5FB8-335F-6B8B-5B142C1F2F17}"/>
              </a:ext>
            </a:extLst>
          </p:cNvPr>
          <p:cNvSpPr txBox="1">
            <a:spLocks/>
          </p:cNvSpPr>
          <p:nvPr/>
        </p:nvSpPr>
        <p:spPr>
          <a:xfrm>
            <a:off x="7000106" y="1237129"/>
            <a:ext cx="40801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GB" dirty="0">
                <a:solidFill>
                  <a:srgbClr val="FF0000"/>
                </a:solidFill>
                <a:latin typeface="Rockwell Extra Bold" panose="02060903040505020403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50749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27B9577-7C38-1C8E-892C-664663F99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2889C7FD-3FA7-D1FA-4F10-9B23985ABB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Brain Teaser</a:t>
            </a:r>
            <a:endParaRPr dirty="0"/>
          </a:p>
        </p:txBody>
      </p:sp>
      <p:pic>
        <p:nvPicPr>
          <p:cNvPr id="6" name="Picture 2" descr="See the source image">
            <a:extLst>
              <a:ext uri="{FF2B5EF4-FFF2-40B4-BE49-F238E27FC236}">
                <a16:creationId xmlns:a16="http://schemas.microsoft.com/office/drawing/2014/main" id="{70D7F4F6-C3B5-A203-0897-FC4713A3E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96" y="1095924"/>
            <a:ext cx="8334076" cy="2951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336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D8F52D25-38D8-2A86-85C8-0846A3BD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EF3944A-EAD5-EE28-C376-A58B05C4B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Clustering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47DB140-3CE5-A333-2682-DAE22A2876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34392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4291F75-EB2A-ADCD-BB16-DB1EFCBEB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5B17210-8CAA-840C-123E-7F8BD72904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Introduction to Clustering</a:t>
            </a:r>
            <a:endParaRPr dirty="0"/>
          </a:p>
        </p:txBody>
      </p:sp>
      <p:sp>
        <p:nvSpPr>
          <p:cNvPr id="3" name="Google Shape;29;p4">
            <a:extLst>
              <a:ext uri="{FF2B5EF4-FFF2-40B4-BE49-F238E27FC236}">
                <a16:creationId xmlns:a16="http://schemas.microsoft.com/office/drawing/2014/main" id="{407D8477-2015-584D-8ECC-3A2AA1874D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458992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00000"/>
              </a:lnSpc>
              <a:buFont typeface="ArialMT"/>
              <a:buChar char="►"/>
            </a:pPr>
            <a:r>
              <a:rPr lang="en-GB" sz="1800" b="1" dirty="0"/>
              <a:t>Unsupervised Learning Models </a:t>
            </a:r>
          </a:p>
          <a:p>
            <a:pPr>
              <a:lnSpc>
                <a:spcPct val="100000"/>
              </a:lnSpc>
              <a:buFont typeface="ArialMT"/>
              <a:buChar char="►"/>
            </a:pPr>
            <a:r>
              <a:rPr lang="en-GB" sz="1800" b="1" dirty="0"/>
              <a:t>What is Clustering </a:t>
            </a:r>
          </a:p>
          <a:p>
            <a:pPr>
              <a:lnSpc>
                <a:spcPct val="100000"/>
              </a:lnSpc>
              <a:buFont typeface="ArialMT"/>
              <a:buChar char="►"/>
            </a:pPr>
            <a:r>
              <a:rPr lang="en-GB" sz="1800" b="1" dirty="0"/>
              <a:t>Types of Clustering Models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/>
              <a:t>Partitioning/Centroid Based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/>
              <a:t>Hierarchical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/>
              <a:t>Density Based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/>
              <a:t>Distribution Based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b="1" dirty="0"/>
              <a:t>Applications of Clustering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Notion of Similarity/Distance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/>
              <a:t>Statistical Distance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/>
              <a:t>Semantic Similarity </a:t>
            </a:r>
          </a:p>
          <a:p>
            <a:pPr>
              <a:lnSpc>
                <a:spcPct val="100000"/>
              </a:lnSpc>
              <a:buFont typeface="ArialMT"/>
              <a:buChar char="►"/>
            </a:pPr>
            <a:r>
              <a:rPr lang="en-GB" sz="2000" b="1" dirty="0"/>
              <a:t>Evaluation Metrics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3855953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D0EBAA6-1C6F-7400-1AFF-83F7B46C6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7FF03CFC-7547-CB8F-8172-3B5DC47666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What is Clustering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E8A447-B1C3-7595-9E74-E2D5D383B863}"/>
                  </a:ext>
                </a:extLst>
              </p:cNvPr>
              <p:cNvSpPr txBox="1"/>
              <p:nvPr/>
            </p:nvSpPr>
            <p:spPr>
              <a:xfrm>
                <a:off x="228600" y="917453"/>
                <a:ext cx="8401050" cy="29461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indent="-311150">
                  <a:lnSpc>
                    <a:spcPct val="150000"/>
                  </a:lnSpc>
                  <a:buClr>
                    <a:schemeClr val="accent1"/>
                  </a:buClr>
                  <a:buSzPts val="1300"/>
                  <a:buFont typeface="ArialMT"/>
                  <a:buChar char="►"/>
                  <a:defRPr sz="18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1pPr>
                <a:lvl2pPr marL="914400" indent="-298450">
                  <a:lnSpc>
                    <a:spcPct val="150000"/>
                  </a:lnSpc>
                  <a:buClr>
                    <a:schemeClr val="accent1"/>
                  </a:buClr>
                  <a:buSzPts val="1100"/>
                  <a:buFont typeface="ArialMT"/>
                  <a:buChar char="►"/>
                  <a:defRPr sz="18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2pPr>
                <a:lvl3pPr marL="13716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■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3pPr>
                <a:lvl4pPr marL="18288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●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4pPr>
                <a:lvl5pPr marL="22860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○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5pPr>
                <a:lvl6pPr marL="27432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■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6pPr>
                <a:lvl7pPr marL="32004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●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7pPr>
                <a:lvl8pPr marL="36576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○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8pPr>
                <a:lvl9pPr marL="41148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■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dirty="0">
                    <a:latin typeface="+mn-lt"/>
                  </a:rPr>
                  <a:t>Cluster Analysis is an </a:t>
                </a:r>
                <a:r>
                  <a:rPr lang="en-US" b="1" dirty="0">
                    <a:latin typeface="+mn-lt"/>
                  </a:rPr>
                  <a:t>unsupervised learning </a:t>
                </a:r>
                <a:r>
                  <a:rPr lang="en-US" dirty="0">
                    <a:latin typeface="+mn-lt"/>
                  </a:rPr>
                  <a:t>method.  It doesn’t involve prediction or classification.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dirty="0">
                    <a:latin typeface="+mn-lt"/>
                  </a:rPr>
                  <a:t>Clustering is based on assigning vector observations, say,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⋯,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into distinct groups for the purpose of description and later action. 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GB" b="1" dirty="0">
                    <a:latin typeface="+mn-lt"/>
                  </a:rPr>
                  <a:t>Data Normalization</a:t>
                </a:r>
                <a:r>
                  <a:rPr lang="en-GB" dirty="0">
                    <a:latin typeface="+mn-lt"/>
                  </a:rPr>
                  <a:t> before cluster analysis is recommended.  Cluster Analysis involving variables with very different scales of measurement can lead to clusters that are not robust to adding or deleting variables or observations.</a:t>
                </a:r>
              </a:p>
              <a:p>
                <a:pPr marL="14605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E8A447-B1C3-7595-9E74-E2D5D383B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917453"/>
                <a:ext cx="8401050" cy="29461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491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90AD223-9693-5B9B-6E47-143C6D53B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C3A3CBC-D8CB-338F-6C74-50247101BE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Types of Clustering Models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2DA8B0-BF19-19D5-F172-DCFD907CBFD8}"/>
              </a:ext>
            </a:extLst>
          </p:cNvPr>
          <p:cNvSpPr txBox="1"/>
          <p:nvPr/>
        </p:nvSpPr>
        <p:spPr>
          <a:xfrm>
            <a:off x="322034" y="955923"/>
            <a:ext cx="6356352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chemeClr val="bg2">
                    <a:lumMod val="75000"/>
                    <a:lumOff val="25000"/>
                  </a:schemeClr>
                </a:solidFill>
              </a:rPr>
              <a:t>Types of Clustering Models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Partitioning/Centroid Based : </a:t>
            </a:r>
            <a:r>
              <a:rPr lang="en-GB" sz="1800" dirty="0">
                <a:solidFill>
                  <a:schemeClr val="tx1"/>
                </a:solidFill>
              </a:rPr>
              <a:t>K-Means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Hierarchical : </a:t>
            </a:r>
            <a:r>
              <a:rPr lang="en-GB" sz="1800" dirty="0">
                <a:solidFill>
                  <a:schemeClr val="tx1"/>
                </a:solidFill>
              </a:rPr>
              <a:t>Divisive, Agglomerative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Density Based : </a:t>
            </a:r>
            <a:r>
              <a:rPr lang="en-GB" sz="1800" dirty="0">
                <a:solidFill>
                  <a:schemeClr val="tx1"/>
                </a:solidFill>
              </a:rPr>
              <a:t>DBSCAN, DENCLUE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Distribution Based : </a:t>
            </a:r>
            <a:r>
              <a:rPr lang="en-GB" sz="1800" dirty="0">
                <a:solidFill>
                  <a:schemeClr val="tx1"/>
                </a:solidFill>
              </a:rPr>
              <a:t>Gaussian Mixture Models (GMM)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05940E-FFA8-7FBC-2641-E4373F438828}"/>
              </a:ext>
            </a:extLst>
          </p:cNvPr>
          <p:cNvSpPr txBox="1"/>
          <p:nvPr/>
        </p:nvSpPr>
        <p:spPr>
          <a:xfrm>
            <a:off x="322034" y="2571750"/>
            <a:ext cx="6356352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chemeClr val="bg2">
                    <a:lumMod val="75000"/>
                    <a:lumOff val="25000"/>
                  </a:schemeClr>
                </a:solidFill>
              </a:rPr>
              <a:t>Choosing the Right Model : Considerations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Data Shape and Data Distribution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Number of Clusters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Computational Resources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Interpretability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Presence of Outliers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Desired Cluster Characteristics </a:t>
            </a:r>
            <a:endParaRPr lang="en-GB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588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ADF6D39-4E24-F213-A31B-C4823F850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F86D72F-B540-5F94-5E93-6F40FB40BF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Application of Clustering</a:t>
            </a:r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139DD7-84B6-3F65-DA5C-E143403E469F}"/>
                  </a:ext>
                </a:extLst>
              </p14:cNvPr>
              <p14:cNvContentPartPr/>
              <p14:nvPr/>
            </p14:nvContentPartPr>
            <p14:xfrm>
              <a:off x="3982320" y="590400"/>
              <a:ext cx="507600" cy="321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139DD7-84B6-3F65-DA5C-E143403E46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72960" y="581040"/>
                <a:ext cx="526320" cy="34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1390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7D18478F-1416-8CE9-BA35-39FD7814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34BEFDA-A1E4-03EA-A5FE-83A7DD3084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K-Means Clustering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0766574-838B-B901-7C64-8350FD9174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84525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EFFC874-BBED-8CBA-A551-1A0476800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502F6914-8A60-68BB-6E52-04C8D449D0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16D45B-6E76-27BD-9E9C-946E613AB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7" y="1126575"/>
            <a:ext cx="5699386" cy="739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F3C8A0-CED7-83DF-7459-03CFC89C1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57" y="2020820"/>
            <a:ext cx="5568846" cy="8167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82D349-3BB0-3FB2-8708-E9105F3F1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113" y="2990855"/>
            <a:ext cx="5433934" cy="7969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6DE391-8D04-D2F2-00F8-6B4227D199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387" y="3938862"/>
            <a:ext cx="5634116" cy="8189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28EEFD3-0E96-8554-1708-CC6571A2CA92}"/>
                  </a:ext>
                </a:extLst>
              </p14:cNvPr>
              <p14:cNvContentPartPr/>
              <p14:nvPr/>
            </p14:nvContentPartPr>
            <p14:xfrm>
              <a:off x="5819400" y="1202040"/>
              <a:ext cx="958320" cy="4842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28EEFD3-0E96-8554-1708-CC6571A2CA9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10040" y="1192680"/>
                <a:ext cx="977040" cy="50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1710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0476153-7F2C-7E3B-9E8A-D05997CCF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C9E8C235-01CE-18DE-FE05-546DC10537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CAA052-7E9B-E347-11E6-53F56879A2DC}"/>
              </a:ext>
            </a:extLst>
          </p:cNvPr>
          <p:cNvSpPr txBox="1"/>
          <p:nvPr/>
        </p:nvSpPr>
        <p:spPr>
          <a:xfrm>
            <a:off x="322034" y="955923"/>
            <a:ext cx="635635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rgbClr val="F04C3E"/>
                </a:solidFill>
              </a:rPr>
              <a:t>How do you calculate distance</a:t>
            </a:r>
            <a:endParaRPr lang="en-GB" sz="1800" dirty="0">
              <a:solidFill>
                <a:srgbClr val="F04C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85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E089DF37-CDB7-02CC-0BEE-38B1C278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390E93C1-5B39-66C6-69E2-066900F560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5CC06-8888-7239-8E4E-92CBC6808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63" y="1267256"/>
            <a:ext cx="4669436" cy="21718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5BE6D7-2C05-1A69-0C4A-4B4866635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63" y="3541820"/>
            <a:ext cx="4819338" cy="1397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4DBD57-159D-1948-64E1-4091DFEE5A8B}"/>
              </a:ext>
            </a:extLst>
          </p:cNvPr>
          <p:cNvSpPr txBox="1"/>
          <p:nvPr/>
        </p:nvSpPr>
        <p:spPr>
          <a:xfrm>
            <a:off x="322034" y="955923"/>
            <a:ext cx="635635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rgbClr val="F04C3E"/>
                </a:solidFill>
              </a:rPr>
              <a:t>Choosing K</a:t>
            </a:r>
            <a:endParaRPr lang="en-GB" sz="1800" dirty="0">
              <a:solidFill>
                <a:srgbClr val="F04C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390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EB7D563-46DD-2C83-035A-AF55DB25A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FEFC5C4A-7DFB-A337-C4B5-7D18A96175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075186-ED8B-8385-89C8-23580F078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34" y="1135933"/>
            <a:ext cx="4414603" cy="13521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556B79-1FC9-42F6-8A66-CAAB350E1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49" y="2989862"/>
            <a:ext cx="4474818" cy="135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218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B9D5882-4919-D247-E019-A3B935216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3E8A7962-CB6E-76B2-6DC0-19F64F3DDB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C9E9A2-B637-4F85-30A6-B623B6361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34" y="1431560"/>
            <a:ext cx="4395388" cy="33821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C2E593-CD14-24D2-CCF1-BB4384FD059E}"/>
              </a:ext>
            </a:extLst>
          </p:cNvPr>
          <p:cNvSpPr txBox="1"/>
          <p:nvPr/>
        </p:nvSpPr>
        <p:spPr>
          <a:xfrm>
            <a:off x="322034" y="955923"/>
            <a:ext cx="635635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rgbClr val="F04C3E"/>
                </a:solidFill>
              </a:rPr>
              <a:t>Choosing K</a:t>
            </a:r>
            <a:endParaRPr lang="en-GB" sz="1800" dirty="0">
              <a:solidFill>
                <a:srgbClr val="F04C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560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D5106C6-8230-35A2-6264-97CF98ED2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4">
            <a:extLst>
              <a:ext uri="{FF2B5EF4-FFF2-40B4-BE49-F238E27FC236}">
                <a16:creationId xmlns:a16="http://schemas.microsoft.com/office/drawing/2014/main" id="{10C641BE-A621-92E3-E2D5-05610632421E}"/>
              </a:ext>
            </a:extLst>
          </p:cNvPr>
          <p:cNvSpPr txBox="1">
            <a:spLocks/>
          </p:cNvSpPr>
          <p:nvPr/>
        </p:nvSpPr>
        <p:spPr>
          <a:xfrm>
            <a:off x="322034" y="4907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GB" dirty="0"/>
              <a:t>Summary of K-Means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912A4-0DFF-5D7F-285A-713C6C107AA5}"/>
              </a:ext>
            </a:extLst>
          </p:cNvPr>
          <p:cNvSpPr txBox="1"/>
          <p:nvPr/>
        </p:nvSpPr>
        <p:spPr>
          <a:xfrm>
            <a:off x="322034" y="1025988"/>
            <a:ext cx="5809345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Easy to use</a:t>
            </a:r>
          </a:p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Need to know K</a:t>
            </a:r>
          </a:p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May need to scale data</a:t>
            </a:r>
          </a:p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Good initial method</a:t>
            </a:r>
          </a:p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Local optima</a:t>
            </a:r>
          </a:p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No guarantee of optimal solution</a:t>
            </a:r>
          </a:p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Repeat with different starting values</a:t>
            </a:r>
            <a:br>
              <a:rPr lang="en-US" sz="1800" b="0" dirty="0">
                <a:solidFill>
                  <a:schemeClr val="bg1">
                    <a:lumMod val="50000"/>
                  </a:schemeClr>
                </a:solidFill>
              </a:rPr>
            </a:br>
            <a:endParaRPr lang="en-GB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540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A5D35-4D96-E1B3-5FD9-D8030225A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K-means Lab</a:t>
            </a:r>
          </a:p>
        </p:txBody>
      </p:sp>
    </p:spTree>
    <p:extLst>
      <p:ext uri="{BB962C8B-B14F-4D97-AF65-F5344CB8AC3E}">
        <p14:creationId xmlns:p14="http://schemas.microsoft.com/office/powerpoint/2010/main" val="593933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2840F16C-959B-0B06-7F67-3898DC5C6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D6A0A2D3-0437-5F74-62DB-38AE07F44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Hierachical Clustering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D139807-87C3-5466-0D6C-E89A51CCD9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56003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1B82F7B-85E2-69A8-6F13-AAD75B88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2080C0F3-63D3-E9DB-05E1-251B0658A0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 </a:t>
            </a:r>
            <a:endParaRPr dirty="0"/>
          </a:p>
        </p:txBody>
      </p:sp>
      <p:sp>
        <p:nvSpPr>
          <p:cNvPr id="3" name="Google Shape;29;p4">
            <a:extLst>
              <a:ext uri="{FF2B5EF4-FFF2-40B4-BE49-F238E27FC236}">
                <a16:creationId xmlns:a16="http://schemas.microsoft.com/office/drawing/2014/main" id="{310EAC06-2050-E449-3C05-2F02B0748D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12926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marL="342900" indent="-342900">
              <a:lnSpc>
                <a:spcPct val="10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Agglomerative vs Divisive : </a:t>
            </a:r>
            <a:r>
              <a:rPr lang="en-GB" sz="1800" dirty="0">
                <a:solidFill>
                  <a:srgbClr val="F04C3E"/>
                </a:solidFill>
                <a:latin typeface="Arial"/>
                <a:cs typeface="Arial"/>
                <a:sym typeface="Arial"/>
              </a:rPr>
              <a:t>David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 </a:t>
            </a:r>
          </a:p>
          <a:p>
            <a:pPr marL="342900" indent="-342900">
              <a:lnSpc>
                <a:spcPct val="10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Dendrogram : </a:t>
            </a:r>
            <a:r>
              <a:rPr lang="en-GB" sz="1800" dirty="0">
                <a:solidFill>
                  <a:srgbClr val="F04C3E"/>
                </a:solidFill>
                <a:latin typeface="Arial"/>
                <a:cs typeface="Arial"/>
                <a:sym typeface="Arial"/>
              </a:rPr>
              <a:t>David</a:t>
            </a:r>
          </a:p>
          <a:p>
            <a:pPr marL="342900" indent="-342900">
              <a:lnSpc>
                <a:spcPct val="10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Distance Similarity Matrix : </a:t>
            </a:r>
            <a:r>
              <a:rPr lang="en-GB" sz="1800" dirty="0">
                <a:solidFill>
                  <a:srgbClr val="F04C3E"/>
                </a:solidFill>
                <a:latin typeface="Arial"/>
                <a:cs typeface="Arial"/>
                <a:sym typeface="Arial"/>
              </a:rPr>
              <a:t>Tracy</a:t>
            </a:r>
          </a:p>
          <a:p>
            <a:pPr marL="342900" indent="-342900">
              <a:lnSpc>
                <a:spcPct val="10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Linkage Criteria  : </a:t>
            </a:r>
            <a:r>
              <a:rPr lang="en-GB" sz="1800" dirty="0">
                <a:solidFill>
                  <a:srgbClr val="F04C3E"/>
                </a:solidFill>
                <a:latin typeface="Arial"/>
                <a:cs typeface="Arial"/>
                <a:sym typeface="Arial"/>
              </a:rPr>
              <a:t>Ivy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 </a:t>
            </a:r>
            <a:endParaRPr sz="1800" dirty="0">
              <a:solidFill>
                <a:schemeClr val="bg1">
                  <a:lumMod val="50000"/>
                </a:scheme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2034DF-F433-8129-CD06-B57C78C57DDB}"/>
              </a:ext>
            </a:extLst>
          </p:cNvPr>
          <p:cNvSpPr txBox="1"/>
          <p:nvPr/>
        </p:nvSpPr>
        <p:spPr>
          <a:xfrm>
            <a:off x="322033" y="2119021"/>
            <a:ext cx="8703433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SzPts val="1300"/>
              <a:buFont typeface="+mj-lt"/>
              <a:buAutoNum type="arabicPeriod"/>
              <a:defRPr sz="1800">
                <a:solidFill>
                  <a:schemeClr val="bg1">
                    <a:lumMod val="50000"/>
                  </a:schemeClr>
                </a:solidFill>
                <a:ea typeface="Lato"/>
                <a:sym typeface="Lato"/>
              </a:defRPr>
            </a:lvl1pPr>
            <a:lvl2pPr marL="914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dirty="0"/>
              <a:t>In Hierarchical Clustering, final clusters are built following a distinct set of sequential steps. </a:t>
            </a:r>
            <a:r>
              <a:rPr lang="en-US" dirty="0">
                <a:solidFill>
                  <a:srgbClr val="FF0000"/>
                </a:solidFill>
              </a:rPr>
              <a:t>Let’s explore this further (Next Slide)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chemeClr val="tx1"/>
                </a:solidFill>
              </a:rPr>
              <a:t>a partition P1 into 1 clusters (the entire collection)</a:t>
            </a: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chemeClr val="tx1"/>
                </a:solidFill>
              </a:rPr>
              <a:t>a partition P2  into 2 clusters</a:t>
            </a: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chemeClr val="tx1"/>
                </a:solidFill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chemeClr val="tx1"/>
                </a:solidFill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chemeClr val="tx1"/>
                </a:solidFill>
              </a:rPr>
              <a:t>a partition </a:t>
            </a:r>
            <a:r>
              <a:rPr lang="en-GB" dirty="0" err="1">
                <a:solidFill>
                  <a:schemeClr val="tx1"/>
                </a:solidFill>
              </a:rPr>
              <a:t>Pn</a:t>
            </a:r>
            <a:r>
              <a:rPr lang="en-GB" dirty="0">
                <a:solidFill>
                  <a:schemeClr val="tx1"/>
                </a:solidFill>
              </a:rPr>
              <a:t> into n clusters (each object forms its own cluster)</a:t>
            </a:r>
          </a:p>
          <a:p>
            <a:pPr>
              <a:lnSpc>
                <a:spcPct val="100000"/>
              </a:lnSpc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The user decides which of the partitions reflects actual sub-populations in the data.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F165367-0D58-C460-9250-46413A8E979D}"/>
                  </a:ext>
                </a:extLst>
              </p14:cNvPr>
              <p14:cNvContentPartPr/>
              <p14:nvPr/>
            </p14:nvContentPartPr>
            <p14:xfrm>
              <a:off x="402120" y="2463840"/>
              <a:ext cx="7170840" cy="1118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F165367-0D58-C460-9250-46413A8E97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2760" y="2454480"/>
                <a:ext cx="7189560" cy="113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6695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3DC1E2A-0B3B-1B82-9F67-33C835D08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147C1321-F9AC-9428-4969-6D6D7D7FE1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Hierarchical Cluster - Example</a:t>
            </a:r>
            <a:endParaRPr dirty="0"/>
          </a:p>
        </p:txBody>
      </p:sp>
      <p:pic>
        <p:nvPicPr>
          <p:cNvPr id="1026" name="Picture 2" descr="Hierarchical clustering explained | Towards Data Science">
            <a:extLst>
              <a:ext uri="{FF2B5EF4-FFF2-40B4-BE49-F238E27FC236}">
                <a16:creationId xmlns:a16="http://schemas.microsoft.com/office/drawing/2014/main" id="{2BAC729E-6C74-55D1-A6B2-5B90CE2BB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34" y="1169598"/>
            <a:ext cx="5672138" cy="3104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E13BDA-621A-6A99-74C7-EC8EC42F1591}"/>
              </a:ext>
            </a:extLst>
          </p:cNvPr>
          <p:cNvSpPr txBox="1"/>
          <p:nvPr/>
        </p:nvSpPr>
        <p:spPr>
          <a:xfrm>
            <a:off x="322034" y="869526"/>
            <a:ext cx="635635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rgbClr val="F04C3E"/>
                </a:solidFill>
              </a:rPr>
              <a:t>We decide the number of clusters we want</a:t>
            </a:r>
            <a:endParaRPr lang="en-GB" sz="1800" dirty="0">
              <a:solidFill>
                <a:srgbClr val="F04C3E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7E2D11F-DE39-20D7-627A-1BACF9E52210}"/>
                  </a:ext>
                </a:extLst>
              </p14:cNvPr>
              <p14:cNvContentPartPr/>
              <p14:nvPr/>
            </p14:nvContentPartPr>
            <p14:xfrm>
              <a:off x="816120" y="893880"/>
              <a:ext cx="7194600" cy="3659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7E2D11F-DE39-20D7-627A-1BACF9E522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6760" y="884520"/>
                <a:ext cx="7213320" cy="367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3764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3DC1E2A-0B3B-1B82-9F67-33C835D08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147C1321-F9AC-9428-4969-6D6D7D7FE1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Agglomerative vs Divisive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31591-1631-04DB-1EE9-597A07E88A25}"/>
              </a:ext>
            </a:extLst>
          </p:cNvPr>
          <p:cNvSpPr txBox="1"/>
          <p:nvPr/>
        </p:nvSpPr>
        <p:spPr>
          <a:xfrm>
            <a:off x="322034" y="899821"/>
            <a:ext cx="8703433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SzPts val="1300"/>
              <a:buFont typeface="+mj-lt"/>
              <a:buAutoNum type="arabicPeriod"/>
              <a:defRPr sz="1800">
                <a:solidFill>
                  <a:schemeClr val="bg1">
                    <a:lumMod val="50000"/>
                  </a:schemeClr>
                </a:solidFill>
                <a:ea typeface="Lato"/>
                <a:sym typeface="Lato"/>
              </a:defRPr>
            </a:lvl1pPr>
            <a:lvl2pPr marL="914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dirty="0"/>
              <a:t>Hierarchical methods again come in two varieties, </a:t>
            </a:r>
            <a:r>
              <a:rPr lang="en-GB" dirty="0">
                <a:solidFill>
                  <a:schemeClr val="tx1"/>
                </a:solidFill>
              </a:rPr>
              <a:t>agglomerative</a:t>
            </a:r>
            <a:r>
              <a:rPr lang="en-GB" dirty="0"/>
              <a:t> and </a:t>
            </a:r>
            <a:r>
              <a:rPr lang="en-GB" dirty="0">
                <a:solidFill>
                  <a:schemeClr val="tx1"/>
                </a:solidFill>
              </a:rPr>
              <a:t>divisive</a:t>
            </a:r>
            <a:r>
              <a:rPr lang="en-GB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Agglomerative methods: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Start with partition </a:t>
            </a:r>
            <a:r>
              <a:rPr lang="en-GB" dirty="0" err="1"/>
              <a:t>Pn</a:t>
            </a:r>
            <a:r>
              <a:rPr lang="en-GB" dirty="0"/>
              <a:t>, where each object forms its own cluster.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Merge the two closest clusters, obtaining Pn-1.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Repeat merge until only one cluster is left.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Divisive methods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Start with P1.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Split the collection into two clusters that are as homogenous (and as different from each other) as possible.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Apply splitting procedure recursively to the clusters.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69F2C6F-8C72-6771-A233-8F365D1E6A45}"/>
                  </a:ext>
                </a:extLst>
              </p14:cNvPr>
              <p14:cNvContentPartPr/>
              <p14:nvPr/>
            </p14:nvContentPartPr>
            <p14:xfrm>
              <a:off x="865440" y="1222200"/>
              <a:ext cx="7278480" cy="3220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69F2C6F-8C72-6771-A233-8F365D1E6A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6080" y="1212840"/>
                <a:ext cx="7297200" cy="323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0766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3DC1E2A-0B3B-1B82-9F67-33C835D08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147C1321-F9AC-9428-4969-6D6D7D7FE1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Dendrogram</a:t>
            </a:r>
            <a:endParaRPr dirty="0"/>
          </a:p>
        </p:txBody>
      </p:sp>
      <p:graphicFrame>
        <p:nvGraphicFramePr>
          <p:cNvPr id="4" name="Google Shape;102;p19">
            <a:extLst>
              <a:ext uri="{FF2B5EF4-FFF2-40B4-BE49-F238E27FC236}">
                <a16:creationId xmlns:a16="http://schemas.microsoft.com/office/drawing/2014/main" id="{BC7CF1F9-31ED-04F6-0079-274305CF2B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7260549"/>
              </p:ext>
            </p:extLst>
          </p:nvPr>
        </p:nvGraphicFramePr>
        <p:xfrm>
          <a:off x="434230" y="1025988"/>
          <a:ext cx="4137769" cy="1295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9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</a:tblGrid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X1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X2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6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9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4" name="Group 43">
            <a:extLst>
              <a:ext uri="{FF2B5EF4-FFF2-40B4-BE49-F238E27FC236}">
                <a16:creationId xmlns:a16="http://schemas.microsoft.com/office/drawing/2014/main" id="{9C2FA3AE-E560-16D1-AF1B-8811C5A548B2}"/>
              </a:ext>
            </a:extLst>
          </p:cNvPr>
          <p:cNvGrpSpPr/>
          <p:nvPr/>
        </p:nvGrpSpPr>
        <p:grpSpPr>
          <a:xfrm>
            <a:off x="434230" y="2482142"/>
            <a:ext cx="4052520" cy="2539080"/>
            <a:chOff x="434230" y="2482142"/>
            <a:chExt cx="4052520" cy="253908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A64F1C4-F23B-D6EF-8EBF-309239B107E9}"/>
                </a:ext>
              </a:extLst>
            </p:cNvPr>
            <p:cNvGrpSpPr/>
            <p:nvPr/>
          </p:nvGrpSpPr>
          <p:grpSpPr>
            <a:xfrm>
              <a:off x="845701" y="2512578"/>
              <a:ext cx="3598334" cy="2209800"/>
              <a:chOff x="4969933" y="948267"/>
              <a:chExt cx="3598334" cy="220980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30385C2-2428-546E-A0AB-5220D4280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69933" y="948267"/>
                <a:ext cx="0" cy="220980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A7EF356-6D48-EC77-5A03-E662510C15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9933" y="3158067"/>
                <a:ext cx="3598334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0E34BE7-524A-BB6C-D53B-991DFC9FFC2C}"/>
                </a:ext>
              </a:extLst>
            </p:cNvPr>
            <p:cNvGrpSpPr/>
            <p:nvPr/>
          </p:nvGrpSpPr>
          <p:grpSpPr>
            <a:xfrm>
              <a:off x="4188670" y="4787942"/>
              <a:ext cx="298080" cy="233280"/>
              <a:chOff x="3777199" y="4865569"/>
              <a:chExt cx="298080" cy="233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28" name="Ink 27">
                    <a:extLst>
                      <a:ext uri="{FF2B5EF4-FFF2-40B4-BE49-F238E27FC236}">
                        <a16:creationId xmlns:a16="http://schemas.microsoft.com/office/drawing/2014/main" id="{4741A72D-6DD1-16D3-62D9-7C7EEFAE5A7B}"/>
                      </a:ext>
                    </a:extLst>
                  </p14:cNvPr>
                  <p14:cNvContentPartPr/>
                  <p14:nvPr/>
                </p14:nvContentPartPr>
                <p14:xfrm>
                  <a:off x="3777199" y="4865569"/>
                  <a:ext cx="201240" cy="197280"/>
                </p14:xfrm>
              </p:contentPart>
            </mc:Choice>
            <mc:Fallback xmlns="">
              <p:pic>
                <p:nvPicPr>
                  <p:cNvPr id="28" name="Ink 27">
                    <a:extLst>
                      <a:ext uri="{FF2B5EF4-FFF2-40B4-BE49-F238E27FC236}">
                        <a16:creationId xmlns:a16="http://schemas.microsoft.com/office/drawing/2014/main" id="{4741A72D-6DD1-16D3-62D9-7C7EEFAE5A7B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3771079" y="4859449"/>
                    <a:ext cx="213480" cy="209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29" name="Ink 28">
                    <a:extLst>
                      <a:ext uri="{FF2B5EF4-FFF2-40B4-BE49-F238E27FC236}">
                        <a16:creationId xmlns:a16="http://schemas.microsoft.com/office/drawing/2014/main" id="{7293824B-E374-A5DD-904B-47D1A80B51A0}"/>
                      </a:ext>
                    </a:extLst>
                  </p14:cNvPr>
                  <p14:cNvContentPartPr/>
                  <p14:nvPr/>
                </p14:nvContentPartPr>
                <p14:xfrm>
                  <a:off x="3798439" y="4895089"/>
                  <a:ext cx="176760" cy="123480"/>
                </p14:xfrm>
              </p:contentPart>
            </mc:Choice>
            <mc:Fallback xmlns="">
              <p:pic>
                <p:nvPicPr>
                  <p:cNvPr id="29" name="Ink 28">
                    <a:extLst>
                      <a:ext uri="{FF2B5EF4-FFF2-40B4-BE49-F238E27FC236}">
                        <a16:creationId xmlns:a16="http://schemas.microsoft.com/office/drawing/2014/main" id="{7293824B-E374-A5DD-904B-47D1A80B51A0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792319" y="4888969"/>
                    <a:ext cx="189000" cy="135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30" name="Ink 29">
                    <a:extLst>
                      <a:ext uri="{FF2B5EF4-FFF2-40B4-BE49-F238E27FC236}">
                        <a16:creationId xmlns:a16="http://schemas.microsoft.com/office/drawing/2014/main" id="{DC3967E7-B3D3-8ACB-D48F-F6EE513EE153}"/>
                      </a:ext>
                    </a:extLst>
                  </p14:cNvPr>
                  <p14:cNvContentPartPr/>
                  <p14:nvPr/>
                </p14:nvContentPartPr>
                <p14:xfrm>
                  <a:off x="4048279" y="4959889"/>
                  <a:ext cx="27000" cy="138960"/>
                </p14:xfrm>
              </p:contentPart>
            </mc:Choice>
            <mc:Fallback xmlns="">
              <p:pic>
                <p:nvPicPr>
                  <p:cNvPr id="30" name="Ink 29">
                    <a:extLst>
                      <a:ext uri="{FF2B5EF4-FFF2-40B4-BE49-F238E27FC236}">
                        <a16:creationId xmlns:a16="http://schemas.microsoft.com/office/drawing/2014/main" id="{DC3967E7-B3D3-8ACB-D48F-F6EE513EE153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4042159" y="4953769"/>
                    <a:ext cx="39240" cy="1512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2376148-21EB-6B79-ABD1-53980258923C}"/>
                </a:ext>
              </a:extLst>
            </p:cNvPr>
            <p:cNvGrpSpPr/>
            <p:nvPr/>
          </p:nvGrpSpPr>
          <p:grpSpPr>
            <a:xfrm>
              <a:off x="434230" y="2482142"/>
              <a:ext cx="342360" cy="293040"/>
              <a:chOff x="22759" y="2559769"/>
              <a:chExt cx="342360" cy="2930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9C4A6CF8-3CDD-2C73-0241-413D049518BC}"/>
                      </a:ext>
                    </a:extLst>
                  </p14:cNvPr>
                  <p14:cNvContentPartPr/>
                  <p14:nvPr/>
                </p14:nvContentPartPr>
                <p14:xfrm>
                  <a:off x="22759" y="2559769"/>
                  <a:ext cx="167400" cy="253440"/>
                </p14:xfrm>
              </p:contentPart>
            </mc:Choice>
            <mc:Fallback xmlns=""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9C4A6CF8-3CDD-2C73-0241-413D049518BC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16639" y="2553649"/>
                    <a:ext cx="179640" cy="265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33114441-98C3-E809-254F-8BECB05FA198}"/>
                      </a:ext>
                    </a:extLst>
                  </p14:cNvPr>
                  <p14:cNvContentPartPr/>
                  <p14:nvPr/>
                </p14:nvContentPartPr>
                <p14:xfrm>
                  <a:off x="57679" y="2591089"/>
                  <a:ext cx="170280" cy="218520"/>
                </p14:xfrm>
              </p:contentPart>
            </mc:Choice>
            <mc:Fallback xmlns=""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33114441-98C3-E809-254F-8BECB05FA198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51559" y="2584969"/>
                    <a:ext cx="182520" cy="230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1AD3EBDC-9FEA-884B-ED01-63EA59C726E9}"/>
                      </a:ext>
                    </a:extLst>
                  </p14:cNvPr>
                  <p14:cNvContentPartPr/>
                  <p14:nvPr/>
                </p14:nvContentPartPr>
                <p14:xfrm>
                  <a:off x="227959" y="2701249"/>
                  <a:ext cx="137160" cy="151560"/>
                </p14:xfrm>
              </p:contentPart>
            </mc:Choice>
            <mc:Fallback xmlns=""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1AD3EBDC-9FEA-884B-ED01-63EA59C726E9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221839" y="2695129"/>
                    <a:ext cx="149400" cy="1638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8F82E40C-6D44-72F3-6E7E-8D2F9D7980E0}"/>
                </a:ext>
              </a:extLst>
            </p:cNvPr>
            <p:cNvGrpSpPr/>
            <p:nvPr/>
          </p:nvGrpSpPr>
          <p:grpSpPr>
            <a:xfrm>
              <a:off x="2132890" y="2699582"/>
              <a:ext cx="1775520" cy="1189800"/>
              <a:chOff x="1721419" y="2777209"/>
              <a:chExt cx="1775520" cy="1189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CB6A5D04-A956-0058-CFC9-9969B317166A}"/>
                      </a:ext>
                    </a:extLst>
                  </p14:cNvPr>
                  <p14:cNvContentPartPr/>
                  <p14:nvPr/>
                </p14:nvContentPartPr>
                <p14:xfrm>
                  <a:off x="3168979" y="2782609"/>
                  <a:ext cx="99360" cy="104400"/>
                </p14:xfrm>
              </p:contentPart>
            </mc:Choice>
            <mc:Fallback xmlns=""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CB6A5D04-A956-0058-CFC9-9969B317166A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3162859" y="2776489"/>
                    <a:ext cx="111600" cy="116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2DE79872-FCB4-473A-26BE-238A08E80A95}"/>
                      </a:ext>
                    </a:extLst>
                  </p14:cNvPr>
                  <p14:cNvContentPartPr/>
                  <p14:nvPr/>
                </p14:nvContentPartPr>
                <p14:xfrm>
                  <a:off x="3177979" y="2782609"/>
                  <a:ext cx="84240" cy="95400"/>
                </p14:xfrm>
              </p:contentPart>
            </mc:Choice>
            <mc:Fallback xmlns=""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2DE79872-FCB4-473A-26BE-238A08E80A95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3171859" y="2776489"/>
                    <a:ext cx="96480" cy="107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">
                <p14:nvContentPartPr>
                  <p14:cNvPr id="81" name="Ink 80">
                    <a:extLst>
                      <a:ext uri="{FF2B5EF4-FFF2-40B4-BE49-F238E27FC236}">
                        <a16:creationId xmlns:a16="http://schemas.microsoft.com/office/drawing/2014/main" id="{B51EDB3A-EAB6-4337-4417-A5BB8F1021B3}"/>
                      </a:ext>
                    </a:extLst>
                  </p14:cNvPr>
                  <p14:cNvContentPartPr/>
                  <p14:nvPr/>
                </p14:nvContentPartPr>
                <p14:xfrm>
                  <a:off x="3147739" y="2792689"/>
                  <a:ext cx="170640" cy="101880"/>
                </p14:xfrm>
              </p:contentPart>
            </mc:Choice>
            <mc:Fallback xmlns="">
              <p:pic>
                <p:nvPicPr>
                  <p:cNvPr id="81" name="Ink 80">
                    <a:extLst>
                      <a:ext uri="{FF2B5EF4-FFF2-40B4-BE49-F238E27FC236}">
                        <a16:creationId xmlns:a16="http://schemas.microsoft.com/office/drawing/2014/main" id="{B51EDB3A-EAB6-4337-4417-A5BB8F1021B3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3141619" y="2786569"/>
                    <a:ext cx="182880" cy="114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">
                <p14:nvContentPartPr>
                  <p14:cNvPr id="82" name="Ink 81">
                    <a:extLst>
                      <a:ext uri="{FF2B5EF4-FFF2-40B4-BE49-F238E27FC236}">
                        <a16:creationId xmlns:a16="http://schemas.microsoft.com/office/drawing/2014/main" id="{9E57756E-ABED-FD89-D8E5-C9553AD95C3D}"/>
                      </a:ext>
                    </a:extLst>
                  </p14:cNvPr>
                  <p14:cNvContentPartPr/>
                  <p14:nvPr/>
                </p14:nvContentPartPr>
                <p14:xfrm>
                  <a:off x="3165739" y="2807809"/>
                  <a:ext cx="143640" cy="66240"/>
                </p14:xfrm>
              </p:contentPart>
            </mc:Choice>
            <mc:Fallback xmlns="">
              <p:pic>
                <p:nvPicPr>
                  <p:cNvPr id="82" name="Ink 81">
                    <a:extLst>
                      <a:ext uri="{FF2B5EF4-FFF2-40B4-BE49-F238E27FC236}">
                        <a16:creationId xmlns:a16="http://schemas.microsoft.com/office/drawing/2014/main" id="{9E57756E-ABED-FD89-D8E5-C9553AD95C3D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3159619" y="2801689"/>
                    <a:ext cx="155880" cy="78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">
                <p14:nvContentPartPr>
                  <p14:cNvPr id="83" name="Ink 82">
                    <a:extLst>
                      <a:ext uri="{FF2B5EF4-FFF2-40B4-BE49-F238E27FC236}">
                        <a16:creationId xmlns:a16="http://schemas.microsoft.com/office/drawing/2014/main" id="{69A07759-E405-0FCF-021E-8AF865A067DD}"/>
                      </a:ext>
                    </a:extLst>
                  </p14:cNvPr>
                  <p14:cNvContentPartPr/>
                  <p14:nvPr/>
                </p14:nvContentPartPr>
                <p14:xfrm>
                  <a:off x="3162139" y="2795929"/>
                  <a:ext cx="123120" cy="56520"/>
                </p14:xfrm>
              </p:contentPart>
            </mc:Choice>
            <mc:Fallback xmlns="">
              <p:pic>
                <p:nvPicPr>
                  <p:cNvPr id="83" name="Ink 82">
                    <a:extLst>
                      <a:ext uri="{FF2B5EF4-FFF2-40B4-BE49-F238E27FC236}">
                        <a16:creationId xmlns:a16="http://schemas.microsoft.com/office/drawing/2014/main" id="{69A07759-E405-0FCF-021E-8AF865A067DD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3156019" y="2789809"/>
                    <a:ext cx="135360" cy="68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84" name="Ink 83">
                    <a:extLst>
                      <a:ext uri="{FF2B5EF4-FFF2-40B4-BE49-F238E27FC236}">
                        <a16:creationId xmlns:a16="http://schemas.microsoft.com/office/drawing/2014/main" id="{5FF50B74-55F6-EDA5-BBA9-4F01E8054F6D}"/>
                      </a:ext>
                    </a:extLst>
                  </p14:cNvPr>
                  <p14:cNvContentPartPr/>
                  <p14:nvPr/>
                </p14:nvContentPartPr>
                <p14:xfrm>
                  <a:off x="3129019" y="2783329"/>
                  <a:ext cx="176760" cy="59040"/>
                </p14:xfrm>
              </p:contentPart>
            </mc:Choice>
            <mc:Fallback xmlns="">
              <p:pic>
                <p:nvPicPr>
                  <p:cNvPr id="84" name="Ink 83">
                    <a:extLst>
                      <a:ext uri="{FF2B5EF4-FFF2-40B4-BE49-F238E27FC236}">
                        <a16:creationId xmlns:a16="http://schemas.microsoft.com/office/drawing/2014/main" id="{5FF50B74-55F6-EDA5-BBA9-4F01E8054F6D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3122899" y="2777209"/>
                    <a:ext cx="189000" cy="71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7">
                <p14:nvContentPartPr>
                  <p14:cNvPr id="85" name="Ink 84">
                    <a:extLst>
                      <a:ext uri="{FF2B5EF4-FFF2-40B4-BE49-F238E27FC236}">
                        <a16:creationId xmlns:a16="http://schemas.microsoft.com/office/drawing/2014/main" id="{6A378B9E-922B-7467-C559-95ECEDBC8016}"/>
                      </a:ext>
                    </a:extLst>
                  </p14:cNvPr>
                  <p14:cNvContentPartPr/>
                  <p14:nvPr/>
                </p14:nvContentPartPr>
                <p14:xfrm>
                  <a:off x="3179419" y="2777209"/>
                  <a:ext cx="78480" cy="71280"/>
                </p14:xfrm>
              </p:contentPart>
            </mc:Choice>
            <mc:Fallback xmlns="">
              <p:pic>
                <p:nvPicPr>
                  <p:cNvPr id="85" name="Ink 84">
                    <a:extLst>
                      <a:ext uri="{FF2B5EF4-FFF2-40B4-BE49-F238E27FC236}">
                        <a16:creationId xmlns:a16="http://schemas.microsoft.com/office/drawing/2014/main" id="{6A378B9E-922B-7467-C559-95ECEDBC8016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3173299" y="2771089"/>
                    <a:ext cx="90720" cy="83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9">
                <p14:nvContentPartPr>
                  <p14:cNvPr id="86" name="Ink 85">
                    <a:extLst>
                      <a:ext uri="{FF2B5EF4-FFF2-40B4-BE49-F238E27FC236}">
                        <a16:creationId xmlns:a16="http://schemas.microsoft.com/office/drawing/2014/main" id="{B2D1ECC0-0072-D0B9-9AD2-38499FC52889}"/>
                      </a:ext>
                    </a:extLst>
                  </p14:cNvPr>
                  <p14:cNvContentPartPr/>
                  <p14:nvPr/>
                </p14:nvContentPartPr>
                <p14:xfrm>
                  <a:off x="3332059" y="2890249"/>
                  <a:ext cx="164880" cy="171360"/>
                </p14:xfrm>
              </p:contentPart>
            </mc:Choice>
            <mc:Fallback xmlns="">
              <p:pic>
                <p:nvPicPr>
                  <p:cNvPr id="86" name="Ink 85">
                    <a:extLst>
                      <a:ext uri="{FF2B5EF4-FFF2-40B4-BE49-F238E27FC236}">
                        <a16:creationId xmlns:a16="http://schemas.microsoft.com/office/drawing/2014/main" id="{B2D1ECC0-0072-D0B9-9AD2-38499FC52889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3325939" y="2884129"/>
                    <a:ext cx="177120" cy="183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">
                <p14:nvContentPartPr>
                  <p14:cNvPr id="36" name="Ink 35">
                    <a:extLst>
                      <a:ext uri="{FF2B5EF4-FFF2-40B4-BE49-F238E27FC236}">
                        <a16:creationId xmlns:a16="http://schemas.microsoft.com/office/drawing/2014/main" id="{AFE73546-FE61-544A-5CA1-11B4AEA41F2A}"/>
                      </a:ext>
                    </a:extLst>
                  </p14:cNvPr>
                  <p14:cNvContentPartPr/>
                  <p14:nvPr/>
                </p14:nvContentPartPr>
                <p14:xfrm>
                  <a:off x="2431339" y="3453289"/>
                  <a:ext cx="121680" cy="140040"/>
                </p14:xfrm>
              </p:contentPart>
            </mc:Choice>
            <mc:Fallback xmlns="">
              <p:pic>
                <p:nvPicPr>
                  <p:cNvPr id="36" name="Ink 35">
                    <a:extLst>
                      <a:ext uri="{FF2B5EF4-FFF2-40B4-BE49-F238E27FC236}">
                        <a16:creationId xmlns:a16="http://schemas.microsoft.com/office/drawing/2014/main" id="{AFE73546-FE61-544A-5CA1-11B4AEA41F2A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2425219" y="3447169"/>
                    <a:ext cx="133920" cy="152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">
                <p14:nvContentPartPr>
                  <p14:cNvPr id="37" name="Ink 36">
                    <a:extLst>
                      <a:ext uri="{FF2B5EF4-FFF2-40B4-BE49-F238E27FC236}">
                        <a16:creationId xmlns:a16="http://schemas.microsoft.com/office/drawing/2014/main" id="{4B1CF808-7BE2-1B82-F14A-8987929BE198}"/>
                      </a:ext>
                    </a:extLst>
                  </p14:cNvPr>
                  <p14:cNvContentPartPr/>
                  <p14:nvPr/>
                </p14:nvContentPartPr>
                <p14:xfrm>
                  <a:off x="2485699" y="3486769"/>
                  <a:ext cx="58320" cy="93960"/>
                </p14:xfrm>
              </p:contentPart>
            </mc:Choice>
            <mc:Fallback xmlns="">
              <p:pic>
                <p:nvPicPr>
                  <p:cNvPr id="37" name="Ink 36">
                    <a:extLst>
                      <a:ext uri="{FF2B5EF4-FFF2-40B4-BE49-F238E27FC236}">
                        <a16:creationId xmlns:a16="http://schemas.microsoft.com/office/drawing/2014/main" id="{4B1CF808-7BE2-1B82-F14A-8987929BE198}"/>
                      </a:ext>
                    </a:extLst>
                  </p:cNvPr>
                  <p:cNvPicPr/>
                  <p:nvPr/>
                </p:nvPicPr>
                <p:blipFill>
                  <a:blip r:embed="rId54"/>
                  <a:stretch>
                    <a:fillRect/>
                  </a:stretch>
                </p:blipFill>
                <p:spPr>
                  <a:xfrm>
                    <a:off x="2479579" y="3480649"/>
                    <a:ext cx="70560" cy="106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5">
                <p14:nvContentPartPr>
                  <p14:cNvPr id="38" name="Ink 37">
                    <a:extLst>
                      <a:ext uri="{FF2B5EF4-FFF2-40B4-BE49-F238E27FC236}">
                        <a16:creationId xmlns:a16="http://schemas.microsoft.com/office/drawing/2014/main" id="{9B9AA90E-63CB-7E1E-E872-DD9449247C7C}"/>
                      </a:ext>
                    </a:extLst>
                  </p14:cNvPr>
                  <p14:cNvContentPartPr/>
                  <p14:nvPr/>
                </p14:nvContentPartPr>
                <p14:xfrm>
                  <a:off x="2496859" y="3463009"/>
                  <a:ext cx="47520" cy="88200"/>
                </p14:xfrm>
              </p:contentPart>
            </mc:Choice>
            <mc:Fallback xmlns="">
              <p:pic>
                <p:nvPicPr>
                  <p:cNvPr id="38" name="Ink 37">
                    <a:extLst>
                      <a:ext uri="{FF2B5EF4-FFF2-40B4-BE49-F238E27FC236}">
                        <a16:creationId xmlns:a16="http://schemas.microsoft.com/office/drawing/2014/main" id="{9B9AA90E-63CB-7E1E-E872-DD9449247C7C}"/>
                      </a:ext>
                    </a:extLst>
                  </p:cNvPr>
                  <p:cNvPicPr/>
                  <p:nvPr/>
                </p:nvPicPr>
                <p:blipFill>
                  <a:blip r:embed="rId56"/>
                  <a:stretch>
                    <a:fillRect/>
                  </a:stretch>
                </p:blipFill>
                <p:spPr>
                  <a:xfrm>
                    <a:off x="2490739" y="3456889"/>
                    <a:ext cx="59760" cy="100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7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8601BFB1-CF6B-B282-6848-B94C9658748C}"/>
                      </a:ext>
                    </a:extLst>
                  </p14:cNvPr>
                  <p14:cNvContentPartPr/>
                  <p14:nvPr/>
                </p14:nvContentPartPr>
                <p14:xfrm>
                  <a:off x="2437099" y="3515209"/>
                  <a:ext cx="117720" cy="16560"/>
                </p14:xfrm>
              </p:contentPart>
            </mc:Choice>
            <mc:Fallback xmlns="">
              <p:pic>
                <p:nvPicPr>
                  <p:cNvPr id="39" name="Ink 38">
                    <a:extLst>
                      <a:ext uri="{FF2B5EF4-FFF2-40B4-BE49-F238E27FC236}">
                        <a16:creationId xmlns:a16="http://schemas.microsoft.com/office/drawing/2014/main" id="{8601BFB1-CF6B-B282-6848-B94C9658748C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2430979" y="3509089"/>
                    <a:ext cx="129960" cy="28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9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3E97922A-35C0-D5C6-7F84-14349334F991}"/>
                      </a:ext>
                    </a:extLst>
                  </p14:cNvPr>
                  <p14:cNvContentPartPr/>
                  <p14:nvPr/>
                </p14:nvContentPartPr>
                <p14:xfrm>
                  <a:off x="2473819" y="3489289"/>
                  <a:ext cx="93960" cy="32400"/>
                </p14:xfrm>
              </p:contentPart>
            </mc:Choice>
            <mc:Fallback xmlns="">
              <p:pic>
                <p:nvPicPr>
                  <p:cNvPr id="40" name="Ink 39">
                    <a:extLst>
                      <a:ext uri="{FF2B5EF4-FFF2-40B4-BE49-F238E27FC236}">
                        <a16:creationId xmlns:a16="http://schemas.microsoft.com/office/drawing/2014/main" id="{3E97922A-35C0-D5C6-7F84-14349334F991}"/>
                      </a:ext>
                    </a:extLst>
                  </p:cNvPr>
                  <p:cNvPicPr/>
                  <p:nvPr/>
                </p:nvPicPr>
                <p:blipFill>
                  <a:blip r:embed="rId60"/>
                  <a:stretch>
                    <a:fillRect/>
                  </a:stretch>
                </p:blipFill>
                <p:spPr>
                  <a:xfrm>
                    <a:off x="2467699" y="3483169"/>
                    <a:ext cx="106200" cy="44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1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D30192D0-F451-DCFA-16F5-1F49BB36BEE1}"/>
                      </a:ext>
                    </a:extLst>
                  </p14:cNvPr>
                  <p14:cNvContentPartPr/>
                  <p14:nvPr/>
                </p14:nvContentPartPr>
                <p14:xfrm>
                  <a:off x="2457619" y="3456889"/>
                  <a:ext cx="96840" cy="103680"/>
                </p14:xfrm>
              </p:contentPart>
            </mc:Choice>
            <mc:Fallback xmlns=""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D30192D0-F451-DCFA-16F5-1F49BB36BEE1}"/>
                      </a:ext>
                    </a:extLst>
                  </p:cNvPr>
                  <p:cNvPicPr/>
                  <p:nvPr/>
                </p:nvPicPr>
                <p:blipFill>
                  <a:blip r:embed="rId62"/>
                  <a:stretch>
                    <a:fillRect/>
                  </a:stretch>
                </p:blipFill>
                <p:spPr>
                  <a:xfrm>
                    <a:off x="2451499" y="3450769"/>
                    <a:ext cx="109080" cy="115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3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62B5ADDF-DD3A-BD3A-C0EB-CAB3CBD84F13}"/>
                      </a:ext>
                    </a:extLst>
                  </p14:cNvPr>
                  <p14:cNvContentPartPr/>
                  <p14:nvPr/>
                </p14:nvContentPartPr>
                <p14:xfrm>
                  <a:off x="2465179" y="3474169"/>
                  <a:ext cx="91080" cy="87120"/>
                </p14:xfrm>
              </p:contentPart>
            </mc:Choice>
            <mc:Fallback xmlns=""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62B5ADDF-DD3A-BD3A-C0EB-CAB3CBD84F13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2459059" y="3468049"/>
                    <a:ext cx="103320" cy="99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5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CDD45E6F-3C2C-2913-9012-C87C9F147A29}"/>
                      </a:ext>
                    </a:extLst>
                  </p14:cNvPr>
                  <p14:cNvContentPartPr/>
                  <p14:nvPr/>
                </p14:nvContentPartPr>
                <p14:xfrm>
                  <a:off x="2445739" y="3497569"/>
                  <a:ext cx="133920" cy="44280"/>
                </p14:xfrm>
              </p:contentPart>
            </mc:Choice>
            <mc:Fallback xmlns=""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CDD45E6F-3C2C-2913-9012-C87C9F147A29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2439619" y="3491449"/>
                    <a:ext cx="146160" cy="56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7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CBE28FC1-FF60-E731-AC16-FED87650386D}"/>
                      </a:ext>
                    </a:extLst>
                  </p14:cNvPr>
                  <p14:cNvContentPartPr/>
                  <p14:nvPr/>
                </p14:nvContentPartPr>
                <p14:xfrm>
                  <a:off x="2640139" y="3438169"/>
                  <a:ext cx="59040" cy="172800"/>
                </p14:xfrm>
              </p:contentPart>
            </mc:Choice>
            <mc:Fallback xmlns=""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CBE28FC1-FF60-E731-AC16-FED87650386D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2634019" y="3432049"/>
                    <a:ext cx="71280" cy="185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9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3506C89A-A84E-D49A-43B9-F15C88D3BC29}"/>
                      </a:ext>
                    </a:extLst>
                  </p14:cNvPr>
                  <p14:cNvContentPartPr/>
                  <p14:nvPr/>
                </p14:nvContentPartPr>
                <p14:xfrm>
                  <a:off x="2603419" y="3391729"/>
                  <a:ext cx="148320" cy="292680"/>
                </p14:xfrm>
              </p:contentPart>
            </mc:Choice>
            <mc:Fallback xmlns="">
              <p:pic>
                <p:nvPicPr>
                  <p:cNvPr id="46" name="Ink 45">
                    <a:extLst>
                      <a:ext uri="{FF2B5EF4-FFF2-40B4-BE49-F238E27FC236}">
                        <a16:creationId xmlns:a16="http://schemas.microsoft.com/office/drawing/2014/main" id="{3506C89A-A84E-D49A-43B9-F15C88D3BC29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2597299" y="3385609"/>
                    <a:ext cx="160560" cy="304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">
                <p14:nvContentPartPr>
                  <p14:cNvPr id="62" name="Ink 61">
                    <a:extLst>
                      <a:ext uri="{FF2B5EF4-FFF2-40B4-BE49-F238E27FC236}">
                        <a16:creationId xmlns:a16="http://schemas.microsoft.com/office/drawing/2014/main" id="{CC4F2709-A0E3-E7D0-8073-9114F8A2F06A}"/>
                      </a:ext>
                    </a:extLst>
                  </p14:cNvPr>
                  <p14:cNvContentPartPr/>
                  <p14:nvPr/>
                </p14:nvContentPartPr>
                <p14:xfrm>
                  <a:off x="1796299" y="3698089"/>
                  <a:ext cx="105480" cy="200160"/>
                </p14:xfrm>
              </p:contentPart>
            </mc:Choice>
            <mc:Fallback xmlns="">
              <p:pic>
                <p:nvPicPr>
                  <p:cNvPr id="62" name="Ink 61">
                    <a:extLst>
                      <a:ext uri="{FF2B5EF4-FFF2-40B4-BE49-F238E27FC236}">
                        <a16:creationId xmlns:a16="http://schemas.microsoft.com/office/drawing/2014/main" id="{CC4F2709-A0E3-E7D0-8073-9114F8A2F06A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1790179" y="3691980"/>
                    <a:ext cx="117720" cy="21237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">
                <p14:nvContentPartPr>
                  <p14:cNvPr id="63" name="Ink 62">
                    <a:extLst>
                      <a:ext uri="{FF2B5EF4-FFF2-40B4-BE49-F238E27FC236}">
                        <a16:creationId xmlns:a16="http://schemas.microsoft.com/office/drawing/2014/main" id="{4954C0B8-F522-E300-6263-9C93D16E012A}"/>
                      </a:ext>
                    </a:extLst>
                  </p14:cNvPr>
                  <p14:cNvContentPartPr/>
                  <p14:nvPr/>
                </p14:nvContentPartPr>
                <p14:xfrm>
                  <a:off x="1721419" y="3748489"/>
                  <a:ext cx="222480" cy="111600"/>
                </p14:xfrm>
              </p:contentPart>
            </mc:Choice>
            <mc:Fallback xmlns="">
              <p:pic>
                <p:nvPicPr>
                  <p:cNvPr id="63" name="Ink 62">
                    <a:extLst>
                      <a:ext uri="{FF2B5EF4-FFF2-40B4-BE49-F238E27FC236}">
                        <a16:creationId xmlns:a16="http://schemas.microsoft.com/office/drawing/2014/main" id="{4954C0B8-F522-E300-6263-9C93D16E012A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1715299" y="3742369"/>
                    <a:ext cx="234720" cy="123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5">
                <p14:nvContentPartPr>
                  <p14:cNvPr id="66" name="Ink 65">
                    <a:extLst>
                      <a:ext uri="{FF2B5EF4-FFF2-40B4-BE49-F238E27FC236}">
                        <a16:creationId xmlns:a16="http://schemas.microsoft.com/office/drawing/2014/main" id="{31FC933B-FE43-3426-5B1C-5BC3900B5622}"/>
                      </a:ext>
                    </a:extLst>
                  </p14:cNvPr>
                  <p14:cNvContentPartPr/>
                  <p14:nvPr/>
                </p14:nvContentPartPr>
                <p14:xfrm>
                  <a:off x="1778299" y="3758569"/>
                  <a:ext cx="150120" cy="37080"/>
                </p14:xfrm>
              </p:contentPart>
            </mc:Choice>
            <mc:Fallback xmlns="">
              <p:pic>
                <p:nvPicPr>
                  <p:cNvPr id="66" name="Ink 65">
                    <a:extLst>
                      <a:ext uri="{FF2B5EF4-FFF2-40B4-BE49-F238E27FC236}">
                        <a16:creationId xmlns:a16="http://schemas.microsoft.com/office/drawing/2014/main" id="{31FC933B-FE43-3426-5B1C-5BC3900B5622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1772179" y="3752449"/>
                    <a:ext cx="162360" cy="49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7">
                <p14:nvContentPartPr>
                  <p14:cNvPr id="68" name="Ink 67">
                    <a:extLst>
                      <a:ext uri="{FF2B5EF4-FFF2-40B4-BE49-F238E27FC236}">
                        <a16:creationId xmlns:a16="http://schemas.microsoft.com/office/drawing/2014/main" id="{20D1CDC1-1DD0-0AC7-23FC-133672936B55}"/>
                      </a:ext>
                    </a:extLst>
                  </p14:cNvPr>
                  <p14:cNvContentPartPr/>
                  <p14:nvPr/>
                </p14:nvContentPartPr>
                <p14:xfrm>
                  <a:off x="1949659" y="3711409"/>
                  <a:ext cx="169560" cy="255600"/>
                </p14:xfrm>
              </p:contentPart>
            </mc:Choice>
            <mc:Fallback xmlns="">
              <p:pic>
                <p:nvPicPr>
                  <p:cNvPr id="68" name="Ink 67">
                    <a:extLst>
                      <a:ext uri="{FF2B5EF4-FFF2-40B4-BE49-F238E27FC236}">
                        <a16:creationId xmlns:a16="http://schemas.microsoft.com/office/drawing/2014/main" id="{20D1CDC1-1DD0-0AC7-23FC-133672936B55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1943539" y="3705289"/>
                    <a:ext cx="181800" cy="267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9">
                <p14:nvContentPartPr>
                  <p14:cNvPr id="70" name="Ink 69">
                    <a:extLst>
                      <a:ext uri="{FF2B5EF4-FFF2-40B4-BE49-F238E27FC236}">
                        <a16:creationId xmlns:a16="http://schemas.microsoft.com/office/drawing/2014/main" id="{3C691267-600A-0DF1-D559-3F13CAA42278}"/>
                      </a:ext>
                    </a:extLst>
                  </p14:cNvPr>
                  <p14:cNvContentPartPr/>
                  <p14:nvPr/>
                </p14:nvContentPartPr>
                <p14:xfrm>
                  <a:off x="2127139" y="2995729"/>
                  <a:ext cx="128880" cy="153720"/>
                </p14:xfrm>
              </p:contentPart>
            </mc:Choice>
            <mc:Fallback xmlns="">
              <p:pic>
                <p:nvPicPr>
                  <p:cNvPr id="70" name="Ink 69">
                    <a:extLst>
                      <a:ext uri="{FF2B5EF4-FFF2-40B4-BE49-F238E27FC236}">
                        <a16:creationId xmlns:a16="http://schemas.microsoft.com/office/drawing/2014/main" id="{3C691267-600A-0DF1-D559-3F13CAA42278}"/>
                      </a:ext>
                    </a:extLst>
                  </p:cNvPr>
                  <p:cNvPicPr/>
                  <p:nvPr/>
                </p:nvPicPr>
                <p:blipFill>
                  <a:blip r:embed="rId86"/>
                  <a:stretch>
                    <a:fillRect/>
                  </a:stretch>
                </p:blipFill>
                <p:spPr>
                  <a:xfrm>
                    <a:off x="2121019" y="2989609"/>
                    <a:ext cx="141120" cy="165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7">
                <p14:nvContentPartPr>
                  <p14:cNvPr id="71" name="Ink 70">
                    <a:extLst>
                      <a:ext uri="{FF2B5EF4-FFF2-40B4-BE49-F238E27FC236}">
                        <a16:creationId xmlns:a16="http://schemas.microsoft.com/office/drawing/2014/main" id="{15479C16-77A8-C7B1-7BE4-79D50717E0DB}"/>
                      </a:ext>
                    </a:extLst>
                  </p14:cNvPr>
                  <p14:cNvContentPartPr/>
                  <p14:nvPr/>
                </p14:nvContentPartPr>
                <p14:xfrm>
                  <a:off x="2148019" y="3009769"/>
                  <a:ext cx="82440" cy="153360"/>
                </p14:xfrm>
              </p:contentPart>
            </mc:Choice>
            <mc:Fallback xmlns="">
              <p:pic>
                <p:nvPicPr>
                  <p:cNvPr id="71" name="Ink 70">
                    <a:extLst>
                      <a:ext uri="{FF2B5EF4-FFF2-40B4-BE49-F238E27FC236}">
                        <a16:creationId xmlns:a16="http://schemas.microsoft.com/office/drawing/2014/main" id="{15479C16-77A8-C7B1-7BE4-79D50717E0DB}"/>
                      </a:ext>
                    </a:extLst>
                  </p:cNvPr>
                  <p:cNvPicPr/>
                  <p:nvPr/>
                </p:nvPicPr>
                <p:blipFill>
                  <a:blip r:embed="rId88"/>
                  <a:stretch>
                    <a:fillRect/>
                  </a:stretch>
                </p:blipFill>
                <p:spPr>
                  <a:xfrm>
                    <a:off x="2141899" y="3003649"/>
                    <a:ext cx="94680" cy="165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9">
                <p14:nvContentPartPr>
                  <p14:cNvPr id="72" name="Ink 71">
                    <a:extLst>
                      <a:ext uri="{FF2B5EF4-FFF2-40B4-BE49-F238E27FC236}">
                        <a16:creationId xmlns:a16="http://schemas.microsoft.com/office/drawing/2014/main" id="{010DBB6E-A221-3714-C11B-843F01F4DB5A}"/>
                      </a:ext>
                    </a:extLst>
                  </p14:cNvPr>
                  <p14:cNvContentPartPr/>
                  <p14:nvPr/>
                </p14:nvContentPartPr>
                <p14:xfrm>
                  <a:off x="2100499" y="3032089"/>
                  <a:ext cx="156240" cy="122400"/>
                </p14:xfrm>
              </p:contentPart>
            </mc:Choice>
            <mc:Fallback xmlns="">
              <p:pic>
                <p:nvPicPr>
                  <p:cNvPr id="72" name="Ink 71">
                    <a:extLst>
                      <a:ext uri="{FF2B5EF4-FFF2-40B4-BE49-F238E27FC236}">
                        <a16:creationId xmlns:a16="http://schemas.microsoft.com/office/drawing/2014/main" id="{010DBB6E-A221-3714-C11B-843F01F4DB5A}"/>
                      </a:ext>
                    </a:extLst>
                  </p:cNvPr>
                  <p:cNvPicPr/>
                  <p:nvPr/>
                </p:nvPicPr>
                <p:blipFill>
                  <a:blip r:embed="rId90"/>
                  <a:stretch>
                    <a:fillRect/>
                  </a:stretch>
                </p:blipFill>
                <p:spPr>
                  <a:xfrm>
                    <a:off x="2094379" y="3025969"/>
                    <a:ext cx="168480" cy="134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1">
                <p14:nvContentPartPr>
                  <p14:cNvPr id="73" name="Ink 72">
                    <a:extLst>
                      <a:ext uri="{FF2B5EF4-FFF2-40B4-BE49-F238E27FC236}">
                        <a16:creationId xmlns:a16="http://schemas.microsoft.com/office/drawing/2014/main" id="{E556EB8C-CE03-FA1D-57EA-86862AC9185C}"/>
                      </a:ext>
                    </a:extLst>
                  </p14:cNvPr>
                  <p14:cNvContentPartPr/>
                  <p14:nvPr/>
                </p14:nvContentPartPr>
                <p14:xfrm>
                  <a:off x="2120659" y="3038569"/>
                  <a:ext cx="88920" cy="67680"/>
                </p14:xfrm>
              </p:contentPart>
            </mc:Choice>
            <mc:Fallback xmlns="">
              <p:pic>
                <p:nvPicPr>
                  <p:cNvPr id="73" name="Ink 72">
                    <a:extLst>
                      <a:ext uri="{FF2B5EF4-FFF2-40B4-BE49-F238E27FC236}">
                        <a16:creationId xmlns:a16="http://schemas.microsoft.com/office/drawing/2014/main" id="{E556EB8C-CE03-FA1D-57EA-86862AC9185C}"/>
                      </a:ext>
                    </a:extLst>
                  </p:cNvPr>
                  <p:cNvPicPr/>
                  <p:nvPr/>
                </p:nvPicPr>
                <p:blipFill>
                  <a:blip r:embed="rId92"/>
                  <a:stretch>
                    <a:fillRect/>
                  </a:stretch>
                </p:blipFill>
                <p:spPr>
                  <a:xfrm>
                    <a:off x="2114539" y="3032449"/>
                    <a:ext cx="101160" cy="79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3">
                <p14:nvContentPartPr>
                  <p14:cNvPr id="74" name="Ink 73">
                    <a:extLst>
                      <a:ext uri="{FF2B5EF4-FFF2-40B4-BE49-F238E27FC236}">
                        <a16:creationId xmlns:a16="http://schemas.microsoft.com/office/drawing/2014/main" id="{79C60821-9E6B-A2B1-5EF9-8EBBAAE4199E}"/>
                      </a:ext>
                    </a:extLst>
                  </p14:cNvPr>
                  <p14:cNvContentPartPr/>
                  <p14:nvPr/>
                </p14:nvContentPartPr>
                <p14:xfrm>
                  <a:off x="2119219" y="3063409"/>
                  <a:ext cx="132480" cy="47160"/>
                </p14:xfrm>
              </p:contentPart>
            </mc:Choice>
            <mc:Fallback xmlns="">
              <p:pic>
                <p:nvPicPr>
                  <p:cNvPr id="74" name="Ink 73">
                    <a:extLst>
                      <a:ext uri="{FF2B5EF4-FFF2-40B4-BE49-F238E27FC236}">
                        <a16:creationId xmlns:a16="http://schemas.microsoft.com/office/drawing/2014/main" id="{79C60821-9E6B-A2B1-5EF9-8EBBAAE4199E}"/>
                      </a:ext>
                    </a:extLst>
                  </p:cNvPr>
                  <p:cNvPicPr/>
                  <p:nvPr/>
                </p:nvPicPr>
                <p:blipFill>
                  <a:blip r:embed="rId94"/>
                  <a:stretch>
                    <a:fillRect/>
                  </a:stretch>
                </p:blipFill>
                <p:spPr>
                  <a:xfrm>
                    <a:off x="2113099" y="3057289"/>
                    <a:ext cx="144720" cy="59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5">
                <p14:nvContentPartPr>
                  <p14:cNvPr id="75" name="Ink 74">
                    <a:extLst>
                      <a:ext uri="{FF2B5EF4-FFF2-40B4-BE49-F238E27FC236}">
                        <a16:creationId xmlns:a16="http://schemas.microsoft.com/office/drawing/2014/main" id="{FACAB20B-CB5B-2D7A-A0DC-E0ECBC1F143B}"/>
                      </a:ext>
                    </a:extLst>
                  </p14:cNvPr>
                  <p14:cNvContentPartPr/>
                  <p14:nvPr/>
                </p14:nvContentPartPr>
                <p14:xfrm>
                  <a:off x="2096179" y="3047929"/>
                  <a:ext cx="177480" cy="80280"/>
                </p14:xfrm>
              </p:contentPart>
            </mc:Choice>
            <mc:Fallback xmlns="">
              <p:pic>
                <p:nvPicPr>
                  <p:cNvPr id="75" name="Ink 74">
                    <a:extLst>
                      <a:ext uri="{FF2B5EF4-FFF2-40B4-BE49-F238E27FC236}">
                        <a16:creationId xmlns:a16="http://schemas.microsoft.com/office/drawing/2014/main" id="{FACAB20B-CB5B-2D7A-A0DC-E0ECBC1F143B}"/>
                      </a:ext>
                    </a:extLst>
                  </p:cNvPr>
                  <p:cNvPicPr/>
                  <p:nvPr/>
                </p:nvPicPr>
                <p:blipFill>
                  <a:blip r:embed="rId96"/>
                  <a:stretch>
                    <a:fillRect/>
                  </a:stretch>
                </p:blipFill>
                <p:spPr>
                  <a:xfrm>
                    <a:off x="2090059" y="3041809"/>
                    <a:ext cx="189720" cy="92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7">
                <p14:nvContentPartPr>
                  <p14:cNvPr id="77" name="Ink 76">
                    <a:extLst>
                      <a:ext uri="{FF2B5EF4-FFF2-40B4-BE49-F238E27FC236}">
                        <a16:creationId xmlns:a16="http://schemas.microsoft.com/office/drawing/2014/main" id="{CFD4CB07-914E-8C1B-E187-257CAA40798D}"/>
                      </a:ext>
                    </a:extLst>
                  </p14:cNvPr>
                  <p14:cNvContentPartPr/>
                  <p14:nvPr/>
                </p14:nvContentPartPr>
                <p14:xfrm>
                  <a:off x="2338099" y="2957209"/>
                  <a:ext cx="151560" cy="208440"/>
                </p14:xfrm>
              </p:contentPart>
            </mc:Choice>
            <mc:Fallback xmlns="">
              <p:pic>
                <p:nvPicPr>
                  <p:cNvPr id="77" name="Ink 76">
                    <a:extLst>
                      <a:ext uri="{FF2B5EF4-FFF2-40B4-BE49-F238E27FC236}">
                        <a16:creationId xmlns:a16="http://schemas.microsoft.com/office/drawing/2014/main" id="{CFD4CB07-914E-8C1B-E187-257CAA40798D}"/>
                      </a:ext>
                    </a:extLst>
                  </p:cNvPr>
                  <p:cNvPicPr/>
                  <p:nvPr/>
                </p:nvPicPr>
                <p:blipFill>
                  <a:blip r:embed="rId98"/>
                  <a:stretch>
                    <a:fillRect/>
                  </a:stretch>
                </p:blipFill>
                <p:spPr>
                  <a:xfrm>
                    <a:off x="2331979" y="2951089"/>
                    <a:ext cx="163800" cy="22068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B58DBB02-67C4-9362-D806-6F1DA00CF7E0}"/>
                  </a:ext>
                </a:extLst>
              </p14:cNvPr>
              <p14:cNvContentPartPr/>
              <p14:nvPr/>
            </p14:nvContentPartPr>
            <p14:xfrm>
              <a:off x="5563104" y="2239415"/>
              <a:ext cx="34920" cy="684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B58DBB02-67C4-9362-D806-6F1DA00CF7E0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556984" y="2233295"/>
                <a:ext cx="47160" cy="8064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211079CA-8DD0-2F13-4560-9CD4E10779CD}"/>
              </a:ext>
            </a:extLst>
          </p:cNvPr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4778270" y="1913999"/>
            <a:ext cx="4007633" cy="324618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BAB7BA4-C72D-0DEE-FE66-893493E1FE53}"/>
                  </a:ext>
                </a:extLst>
              </p14:cNvPr>
              <p14:cNvContentPartPr/>
              <p14:nvPr/>
            </p14:nvContentPartPr>
            <p14:xfrm>
              <a:off x="412920" y="575640"/>
              <a:ext cx="8273160" cy="42267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BAB7BA4-C72D-0DEE-FE66-893493E1FE5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03560" y="566280"/>
                <a:ext cx="8291880" cy="424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087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E2A6D0A-0682-0490-1917-A66657115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FC78E6F-EA0C-8FA9-66D3-A16BBBBF12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Distance Similarity Matrix</a:t>
            </a:r>
            <a:endParaRPr dirty="0"/>
          </a:p>
        </p:txBody>
      </p:sp>
      <p:graphicFrame>
        <p:nvGraphicFramePr>
          <p:cNvPr id="5" name="Google Shape;102;p19">
            <a:extLst>
              <a:ext uri="{FF2B5EF4-FFF2-40B4-BE49-F238E27FC236}">
                <a16:creationId xmlns:a16="http://schemas.microsoft.com/office/drawing/2014/main" id="{37AD64C7-6D3B-18DB-B132-5BC490B62F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6746976"/>
              </p:ext>
            </p:extLst>
          </p:nvPr>
        </p:nvGraphicFramePr>
        <p:xfrm>
          <a:off x="434230" y="1025988"/>
          <a:ext cx="4137769" cy="1295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9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</a:tblGrid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X1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X2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6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9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D2722415-5825-0524-257B-205F3C5184D3}"/>
              </a:ext>
            </a:extLst>
          </p:cNvPr>
          <p:cNvGrpSpPr/>
          <p:nvPr/>
        </p:nvGrpSpPr>
        <p:grpSpPr>
          <a:xfrm>
            <a:off x="3777199" y="4865569"/>
            <a:ext cx="298080" cy="233280"/>
            <a:chOff x="3777199" y="4865569"/>
            <a:chExt cx="2980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028558-AC49-4E29-A5BB-022A55DC1E55}"/>
                    </a:ext>
                  </a:extLst>
                </p14:cNvPr>
                <p14:cNvContentPartPr/>
                <p14:nvPr/>
              </p14:nvContentPartPr>
              <p14:xfrm>
                <a:off x="3777199" y="4865569"/>
                <a:ext cx="201240" cy="197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741A72D-6DD1-16D3-62D9-7C7EEFAE5A7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771079" y="4859449"/>
                  <a:ext cx="213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784DC9B-EAC0-4010-E2B7-99E9E6A59510}"/>
                    </a:ext>
                  </a:extLst>
                </p14:cNvPr>
                <p14:cNvContentPartPr/>
                <p14:nvPr/>
              </p14:nvContentPartPr>
              <p14:xfrm>
                <a:off x="3798439" y="4895089"/>
                <a:ext cx="176760" cy="123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293824B-E374-A5DD-904B-47D1A80B51A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92319" y="4888969"/>
                  <a:ext cx="189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DE575FD-5D19-9B57-735F-0B8B11EF6830}"/>
                    </a:ext>
                  </a:extLst>
                </p14:cNvPr>
                <p14:cNvContentPartPr/>
                <p14:nvPr/>
              </p14:nvContentPartPr>
              <p14:xfrm>
                <a:off x="4048279" y="4959889"/>
                <a:ext cx="27000" cy="138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C3967E7-B3D3-8ACB-D48F-F6EE513EE15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042159" y="4953769"/>
                  <a:ext cx="3924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894273E-E237-EA69-60B8-AE193B7C81FA}"/>
              </a:ext>
            </a:extLst>
          </p:cNvPr>
          <p:cNvGrpSpPr/>
          <p:nvPr/>
        </p:nvGrpSpPr>
        <p:grpSpPr>
          <a:xfrm>
            <a:off x="22759" y="2559769"/>
            <a:ext cx="342360" cy="293040"/>
            <a:chOff x="22759" y="2559769"/>
            <a:chExt cx="34236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253BF0-8529-198B-70C6-AA3EFE658755}"/>
                    </a:ext>
                  </a:extLst>
                </p14:cNvPr>
                <p14:cNvContentPartPr/>
                <p14:nvPr/>
              </p14:nvContentPartPr>
              <p14:xfrm>
                <a:off x="22759" y="2559769"/>
                <a:ext cx="167400" cy="253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C4A6CF8-3CDD-2C73-0241-413D049518B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639" y="2553649"/>
                  <a:ext cx="179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801E04C-B8E5-F9E9-F42D-23B87C93FDB0}"/>
                    </a:ext>
                  </a:extLst>
                </p14:cNvPr>
                <p14:cNvContentPartPr/>
                <p14:nvPr/>
              </p14:nvContentPartPr>
              <p14:xfrm>
                <a:off x="57679" y="2591089"/>
                <a:ext cx="170280" cy="218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3114441-98C3-E809-254F-8BECB05FA19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559" y="2584969"/>
                  <a:ext cx="182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10357F1-D0F2-25CE-1470-9D7C179532BB}"/>
                    </a:ext>
                  </a:extLst>
                </p14:cNvPr>
                <p14:cNvContentPartPr/>
                <p14:nvPr/>
              </p14:nvContentPartPr>
              <p14:xfrm>
                <a:off x="227959" y="2701249"/>
                <a:ext cx="137160" cy="151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AD3EBDC-9FEA-884B-ED01-63EA59C726E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21839" y="2695129"/>
                  <a:ext cx="1494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39A4D0D-FC70-D3B0-6388-A92CA71F5FA9}"/>
              </a:ext>
            </a:extLst>
          </p:cNvPr>
          <p:cNvGrpSpPr/>
          <p:nvPr/>
        </p:nvGrpSpPr>
        <p:grpSpPr>
          <a:xfrm>
            <a:off x="1527019" y="2777209"/>
            <a:ext cx="1969920" cy="1347480"/>
            <a:chOff x="1527019" y="2777209"/>
            <a:chExt cx="1969920" cy="13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4ADE225-88FF-3E5D-FB88-B77790971875}"/>
                    </a:ext>
                  </a:extLst>
                </p14:cNvPr>
                <p14:cNvContentPartPr/>
                <p14:nvPr/>
              </p14:nvContentPartPr>
              <p14:xfrm>
                <a:off x="3168979" y="2782609"/>
                <a:ext cx="99360" cy="104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B6A5D04-A956-0058-CFC9-9969B317166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62859" y="2776489"/>
                  <a:ext cx="111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F922363-599E-D395-2CD8-1118D80920C6}"/>
                    </a:ext>
                  </a:extLst>
                </p14:cNvPr>
                <p14:cNvContentPartPr/>
                <p14:nvPr/>
              </p14:nvContentPartPr>
              <p14:xfrm>
                <a:off x="3177979" y="2782609"/>
                <a:ext cx="84240" cy="95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DE79872-FCB4-473A-26BE-238A08E80A9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71859" y="2776489"/>
                  <a:ext cx="96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9F5A197-CAE2-71B5-E15B-CCF78FA86829}"/>
                    </a:ext>
                  </a:extLst>
                </p14:cNvPr>
                <p14:cNvContentPartPr/>
                <p14:nvPr/>
              </p14:nvContentPartPr>
              <p14:xfrm>
                <a:off x="3147739" y="2792689"/>
                <a:ext cx="170640" cy="101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51EDB3A-EAB6-4337-4417-A5BB8F1021B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41619" y="2786569"/>
                  <a:ext cx="1828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05D9807-7E59-AC2E-37EF-8311AE234311}"/>
                    </a:ext>
                  </a:extLst>
                </p14:cNvPr>
                <p14:cNvContentPartPr/>
                <p14:nvPr/>
              </p14:nvContentPartPr>
              <p14:xfrm>
                <a:off x="3165739" y="2807809"/>
                <a:ext cx="143640" cy="66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E57756E-ABED-FD89-D8E5-C9553AD95C3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159619" y="2801689"/>
                  <a:ext cx="1558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09EE985-29DC-FE8B-11BF-E05237ABFB83}"/>
                    </a:ext>
                  </a:extLst>
                </p14:cNvPr>
                <p14:cNvContentPartPr/>
                <p14:nvPr/>
              </p14:nvContentPartPr>
              <p14:xfrm>
                <a:off x="3162139" y="2795929"/>
                <a:ext cx="123120" cy="56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9A07759-E405-0FCF-021E-8AF865A067D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156019" y="2789809"/>
                  <a:ext cx="1353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D7A694B-F691-C5CE-9D48-354CB4CDCEB4}"/>
                    </a:ext>
                  </a:extLst>
                </p14:cNvPr>
                <p14:cNvContentPartPr/>
                <p14:nvPr/>
              </p14:nvContentPartPr>
              <p14:xfrm>
                <a:off x="3129019" y="2783329"/>
                <a:ext cx="176760" cy="59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FF50B74-55F6-EDA5-BBA9-4F01E8054F6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22899" y="2777209"/>
                  <a:ext cx="1890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0F5FA2C-82F9-F45A-074D-21D54BA390C5}"/>
                    </a:ext>
                  </a:extLst>
                </p14:cNvPr>
                <p14:cNvContentPartPr/>
                <p14:nvPr/>
              </p14:nvContentPartPr>
              <p14:xfrm>
                <a:off x="3179419" y="2777209"/>
                <a:ext cx="78480" cy="712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A378B9E-922B-7467-C559-95ECEDBC801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173299" y="2771089"/>
                  <a:ext cx="90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BA97E3-E403-3ADE-2986-1F585F0160F5}"/>
                    </a:ext>
                  </a:extLst>
                </p14:cNvPr>
                <p14:cNvContentPartPr/>
                <p14:nvPr/>
              </p14:nvContentPartPr>
              <p14:xfrm>
                <a:off x="3332059" y="2890249"/>
                <a:ext cx="164880" cy="171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2D1ECC0-0072-D0B9-9AD2-38499FC5288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325939" y="2884129"/>
                  <a:ext cx="177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80318D2-48CB-010A-426F-A5F8A4704088}"/>
                    </a:ext>
                  </a:extLst>
                </p14:cNvPr>
                <p14:cNvContentPartPr/>
                <p14:nvPr/>
              </p14:nvContentPartPr>
              <p14:xfrm>
                <a:off x="2431339" y="3453289"/>
                <a:ext cx="121680" cy="140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FE73546-FE61-544A-5CA1-11B4AEA41F2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425219" y="3447169"/>
                  <a:ext cx="133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4A8A47A-E9C7-3AE1-5E92-D58FABE5890C}"/>
                    </a:ext>
                  </a:extLst>
                </p14:cNvPr>
                <p14:cNvContentPartPr/>
                <p14:nvPr/>
              </p14:nvContentPartPr>
              <p14:xfrm>
                <a:off x="2485699" y="3486769"/>
                <a:ext cx="58320" cy="93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B1CF808-7BE2-1B82-F14A-8987929BE19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479579" y="3480649"/>
                  <a:ext cx="70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D5BDDDE-ADBD-34D6-093C-E26D755917B3}"/>
                    </a:ext>
                  </a:extLst>
                </p14:cNvPr>
                <p14:cNvContentPartPr/>
                <p14:nvPr/>
              </p14:nvContentPartPr>
              <p14:xfrm>
                <a:off x="2496859" y="3463009"/>
                <a:ext cx="47520" cy="88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B9AA90E-63CB-7E1E-E872-DD9449247C7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490739" y="3456889"/>
                  <a:ext cx="59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1944B8C-16B8-45F8-50C2-44315C403A7C}"/>
                    </a:ext>
                  </a:extLst>
                </p14:cNvPr>
                <p14:cNvContentPartPr/>
                <p14:nvPr/>
              </p14:nvContentPartPr>
              <p14:xfrm>
                <a:off x="2437099" y="3515209"/>
                <a:ext cx="117720" cy="16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601BFB1-CF6B-B282-6848-B94C9658748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430979" y="3509089"/>
                  <a:ext cx="129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8F60ADB-7F4F-9CC4-456F-D1719978FC72}"/>
                    </a:ext>
                  </a:extLst>
                </p14:cNvPr>
                <p14:cNvContentPartPr/>
                <p14:nvPr/>
              </p14:nvContentPartPr>
              <p14:xfrm>
                <a:off x="2473819" y="3489289"/>
                <a:ext cx="93960" cy="32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E97922A-35C0-D5C6-7F84-14349334F99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467699" y="3483169"/>
                  <a:ext cx="106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C0FC550-B456-6ECC-A53E-02E646AB2A07}"/>
                    </a:ext>
                  </a:extLst>
                </p14:cNvPr>
                <p14:cNvContentPartPr/>
                <p14:nvPr/>
              </p14:nvContentPartPr>
              <p14:xfrm>
                <a:off x="2457619" y="3456889"/>
                <a:ext cx="96840" cy="103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30192D0-F451-DCFA-16F5-1F49BB36BEE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451499" y="3450769"/>
                  <a:ext cx="1090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7F727DF-D83A-CC9E-63F2-20E7B0ACF7E1}"/>
                    </a:ext>
                  </a:extLst>
                </p14:cNvPr>
                <p14:cNvContentPartPr/>
                <p14:nvPr/>
              </p14:nvContentPartPr>
              <p14:xfrm>
                <a:off x="2465179" y="3474169"/>
                <a:ext cx="91080" cy="87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2B5ADDF-DD3A-BD3A-C0EB-CAB3CBD84F1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459059" y="3468049"/>
                  <a:ext cx="103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6CB742-06CF-BA4B-1CEF-0AFF09CB5B75}"/>
                    </a:ext>
                  </a:extLst>
                </p14:cNvPr>
                <p14:cNvContentPartPr/>
                <p14:nvPr/>
              </p14:nvContentPartPr>
              <p14:xfrm>
                <a:off x="2445739" y="3497569"/>
                <a:ext cx="133920" cy="44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DD45E6F-3C2C-2913-9012-C87C9F147A2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439619" y="3491449"/>
                  <a:ext cx="146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36A8B47-9EAF-B596-50A2-5517A256013D}"/>
                    </a:ext>
                  </a:extLst>
                </p14:cNvPr>
                <p14:cNvContentPartPr/>
                <p14:nvPr/>
              </p14:nvContentPartPr>
              <p14:xfrm>
                <a:off x="2640139" y="3438169"/>
                <a:ext cx="59040" cy="172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BE28FC1-FF60-E731-AC16-FED87650386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634019" y="3432049"/>
                  <a:ext cx="71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5C8BDFF-1908-9C75-6A13-660C9E70C8D3}"/>
                    </a:ext>
                  </a:extLst>
                </p14:cNvPr>
                <p14:cNvContentPartPr/>
                <p14:nvPr/>
              </p14:nvContentPartPr>
              <p14:xfrm>
                <a:off x="2603419" y="3391729"/>
                <a:ext cx="148320" cy="292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506C89A-A84E-D49A-43B9-F15C88D3BC2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597299" y="3385609"/>
                  <a:ext cx="1605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CC5BCEA-6DA5-7BFD-FE56-2B473F3FC386}"/>
                    </a:ext>
                  </a:extLst>
                </p14:cNvPr>
                <p14:cNvContentPartPr/>
                <p14:nvPr/>
              </p14:nvContentPartPr>
              <p14:xfrm>
                <a:off x="1570939" y="3876289"/>
                <a:ext cx="117720" cy="140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374B40B-EE6D-1447-F2C9-F5294D760D7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564819" y="3870169"/>
                  <a:ext cx="129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9A52679-1BE2-510E-3383-547141E0493D}"/>
                    </a:ext>
                  </a:extLst>
                </p14:cNvPr>
                <p14:cNvContentPartPr/>
                <p14:nvPr/>
              </p14:nvContentPartPr>
              <p14:xfrm>
                <a:off x="1601899" y="3855769"/>
                <a:ext cx="105480" cy="200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C4F2709-A0E3-E7D0-8073-9114F8A2F06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595779" y="3849649"/>
                  <a:ext cx="1177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DD758DC-68F9-8156-EFE0-C7C0A3D25558}"/>
                    </a:ext>
                  </a:extLst>
                </p14:cNvPr>
                <p14:cNvContentPartPr/>
                <p14:nvPr/>
              </p14:nvContentPartPr>
              <p14:xfrm>
                <a:off x="1527019" y="3906169"/>
                <a:ext cx="222480" cy="111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954C0B8-F522-E300-6263-9C93D16E012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520899" y="3900049"/>
                  <a:ext cx="234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ABA19DD-E585-CA65-B834-945A9ACE64B8}"/>
                    </a:ext>
                  </a:extLst>
                </p14:cNvPr>
                <p14:cNvContentPartPr/>
                <p14:nvPr/>
              </p14:nvContentPartPr>
              <p14:xfrm>
                <a:off x="1591819" y="3905089"/>
                <a:ext cx="99720" cy="61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CD10336-5B40-EE80-5C52-6119091C80F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585699" y="3898969"/>
                  <a:ext cx="111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B091C6F-9F03-D52E-7BBE-5381B3461BE8}"/>
                    </a:ext>
                  </a:extLst>
                </p14:cNvPr>
                <p14:cNvContentPartPr/>
                <p14:nvPr/>
              </p14:nvContentPartPr>
              <p14:xfrm>
                <a:off x="1556179" y="3892129"/>
                <a:ext cx="160560" cy="79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B014493-BECB-38AA-846B-0DC08F434CA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550059" y="3886009"/>
                  <a:ext cx="1728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39F875-17B3-4D40-7704-5CEA34D625A1}"/>
                    </a:ext>
                  </a:extLst>
                </p14:cNvPr>
                <p14:cNvContentPartPr/>
                <p14:nvPr/>
              </p14:nvContentPartPr>
              <p14:xfrm>
                <a:off x="1583899" y="3916249"/>
                <a:ext cx="150120" cy="37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1FC933B-FE43-3426-5B1C-5BC3900B562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577779" y="3910129"/>
                  <a:ext cx="162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1CA1770-00E9-C032-5A2F-EFA794563420}"/>
                    </a:ext>
                  </a:extLst>
                </p14:cNvPr>
                <p14:cNvContentPartPr/>
                <p14:nvPr/>
              </p14:nvContentPartPr>
              <p14:xfrm>
                <a:off x="1755259" y="3869089"/>
                <a:ext cx="169560" cy="255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0D1CDC1-1DD0-0AC7-23FC-133672936B5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749139" y="3862969"/>
                  <a:ext cx="1818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9BE48AF-7D8A-93FB-D571-E1A51977A2C2}"/>
                    </a:ext>
                  </a:extLst>
                </p14:cNvPr>
                <p14:cNvContentPartPr/>
                <p14:nvPr/>
              </p14:nvContentPartPr>
              <p14:xfrm>
                <a:off x="2127139" y="2995729"/>
                <a:ext cx="128880" cy="153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C691267-600A-0DF1-D559-3F13CAA4227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121019" y="2989609"/>
                  <a:ext cx="1411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805B925-9C48-36F0-96AB-46A36BA285A6}"/>
                    </a:ext>
                  </a:extLst>
                </p14:cNvPr>
                <p14:cNvContentPartPr/>
                <p14:nvPr/>
              </p14:nvContentPartPr>
              <p14:xfrm>
                <a:off x="2148019" y="3009769"/>
                <a:ext cx="82440" cy="153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5479C16-77A8-C7B1-7BE4-79D50717E0D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141899" y="3003649"/>
                  <a:ext cx="946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108A817-C572-395E-F005-13914E23F221}"/>
                    </a:ext>
                  </a:extLst>
                </p14:cNvPr>
                <p14:cNvContentPartPr/>
                <p14:nvPr/>
              </p14:nvContentPartPr>
              <p14:xfrm>
                <a:off x="2100499" y="3032089"/>
                <a:ext cx="156240" cy="122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10DBB6E-A221-3714-C11B-843F01F4DB5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094379" y="3025969"/>
                  <a:ext cx="168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BFCE546-176C-16F6-5C66-A6BD0457D32B}"/>
                    </a:ext>
                  </a:extLst>
                </p14:cNvPr>
                <p14:cNvContentPartPr/>
                <p14:nvPr/>
              </p14:nvContentPartPr>
              <p14:xfrm>
                <a:off x="2120659" y="3038569"/>
                <a:ext cx="88920" cy="67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556EB8C-CE03-FA1D-57EA-86862AC9185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114539" y="3032449"/>
                  <a:ext cx="1011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84D24A8-0528-E2C7-E9A1-49FC4AA66EEB}"/>
                    </a:ext>
                  </a:extLst>
                </p14:cNvPr>
                <p14:cNvContentPartPr/>
                <p14:nvPr/>
              </p14:nvContentPartPr>
              <p14:xfrm>
                <a:off x="2119219" y="3063409"/>
                <a:ext cx="132480" cy="47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9C60821-9E6B-A2B1-5EF9-8EBBAAE4199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113099" y="3057289"/>
                  <a:ext cx="144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2B17D1E-B5B9-51D2-25FF-87A40ACC84A4}"/>
                    </a:ext>
                  </a:extLst>
                </p14:cNvPr>
                <p14:cNvContentPartPr/>
                <p14:nvPr/>
              </p14:nvContentPartPr>
              <p14:xfrm>
                <a:off x="2096179" y="3047929"/>
                <a:ext cx="177480" cy="80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ACAB20B-CB5B-2D7A-A0DC-E0ECBC1F143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090059" y="3041809"/>
                  <a:ext cx="189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068A3FD-0EC8-A2B5-D9AF-78007E100854}"/>
                    </a:ext>
                  </a:extLst>
                </p14:cNvPr>
                <p14:cNvContentPartPr/>
                <p14:nvPr/>
              </p14:nvContentPartPr>
              <p14:xfrm>
                <a:off x="2338099" y="2957209"/>
                <a:ext cx="151560" cy="2084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FD4CB07-914E-8C1B-E187-257CAA40798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331979" y="2951089"/>
                  <a:ext cx="16380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4D4152D-AAAA-642C-C817-E58DF62560D1}"/>
              </a:ext>
            </a:extLst>
          </p:cNvPr>
          <p:cNvGrpSpPr/>
          <p:nvPr/>
        </p:nvGrpSpPr>
        <p:grpSpPr>
          <a:xfrm>
            <a:off x="434230" y="2590205"/>
            <a:ext cx="3598334" cy="2209800"/>
            <a:chOff x="4969933" y="948267"/>
            <a:chExt cx="3598334" cy="2209800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BD91A2D3-824D-1B57-A7F8-C39492DF29DD}"/>
                </a:ext>
              </a:extLst>
            </p:cNvPr>
            <p:cNvCxnSpPr>
              <a:cxnSpLocks/>
            </p:cNvCxnSpPr>
            <p:nvPr/>
          </p:nvCxnSpPr>
          <p:spPr>
            <a:xfrm>
              <a:off x="4969933" y="948267"/>
              <a:ext cx="0" cy="22098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74A9B13-0857-6F21-646C-F16F3703CC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9933" y="3158067"/>
              <a:ext cx="3598334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6" name="Google Shape;102;p19">
            <a:extLst>
              <a:ext uri="{FF2B5EF4-FFF2-40B4-BE49-F238E27FC236}">
                <a16:creationId xmlns:a16="http://schemas.microsoft.com/office/drawing/2014/main" id="{8215BEA7-E6C6-B4F3-F45C-BF2AF5AB5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8424498"/>
              </p:ext>
            </p:extLst>
          </p:nvPr>
        </p:nvGraphicFramePr>
        <p:xfrm>
          <a:off x="4581089" y="2573688"/>
          <a:ext cx="4137770" cy="161898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13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627072239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423561470"/>
                    </a:ext>
                  </a:extLst>
                </a:gridCol>
              </a:tblGrid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7" name="TextBox 136">
            <a:extLst>
              <a:ext uri="{FF2B5EF4-FFF2-40B4-BE49-F238E27FC236}">
                <a16:creationId xmlns:a16="http://schemas.microsoft.com/office/drawing/2014/main" id="{541F62D6-2D74-96DA-0492-063C40FE107B}"/>
              </a:ext>
            </a:extLst>
          </p:cNvPr>
          <p:cNvSpPr txBox="1"/>
          <p:nvPr/>
        </p:nvSpPr>
        <p:spPr>
          <a:xfrm>
            <a:off x="4550127" y="817438"/>
            <a:ext cx="8703433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SzPts val="1300"/>
              <a:buFont typeface="+mj-lt"/>
              <a:buAutoNum type="arabicPeriod"/>
              <a:defRPr sz="1800">
                <a:solidFill>
                  <a:schemeClr val="bg1">
                    <a:lumMod val="50000"/>
                  </a:schemeClr>
                </a:solidFill>
                <a:ea typeface="Lato"/>
                <a:sym typeface="Lato"/>
              </a:defRPr>
            </a:lvl1pPr>
            <a:lvl2pPr marL="914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u="sng" dirty="0"/>
              <a:t>Using Euclidean Distance 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d(1,2)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(5-10)</a:t>
            </a:r>
            <a:r>
              <a:rPr lang="en-GB" baseline="30000" dirty="0"/>
              <a:t> 2 </a:t>
            </a:r>
            <a:r>
              <a:rPr lang="en-GB" dirty="0"/>
              <a:t>+(6-9)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d(1,3)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(5-3)</a:t>
            </a:r>
            <a:r>
              <a:rPr lang="en-GB" baseline="30000" dirty="0"/>
              <a:t> 2 </a:t>
            </a:r>
            <a:r>
              <a:rPr lang="en-GB" dirty="0"/>
              <a:t>+(6-4)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d(1,4)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(5-4)</a:t>
            </a:r>
            <a:r>
              <a:rPr lang="en-GB" baseline="30000" dirty="0"/>
              <a:t> 2 </a:t>
            </a:r>
            <a:r>
              <a:rPr lang="en-GB" dirty="0"/>
              <a:t>+(6-8)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2B4934C-BCAA-897F-58F5-DF8A9BE83759}"/>
                  </a:ext>
                </a:extLst>
              </p14:cNvPr>
              <p14:cNvContentPartPr/>
              <p14:nvPr/>
            </p14:nvContentPartPr>
            <p14:xfrm>
              <a:off x="1710000" y="1718280"/>
              <a:ext cx="6150240" cy="2797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2B4934C-BCAA-897F-58F5-DF8A9BE83759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700640" y="1708920"/>
                <a:ext cx="6168960" cy="281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514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E2A6D0A-0682-0490-1917-A66657115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FC78E6F-EA0C-8FA9-66D3-A16BBBBF12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Distance Similarity Matrix</a:t>
            </a:r>
            <a:endParaRPr dirty="0"/>
          </a:p>
        </p:txBody>
      </p:sp>
      <p:graphicFrame>
        <p:nvGraphicFramePr>
          <p:cNvPr id="5" name="Google Shape;102;p19">
            <a:extLst>
              <a:ext uri="{FF2B5EF4-FFF2-40B4-BE49-F238E27FC236}">
                <a16:creationId xmlns:a16="http://schemas.microsoft.com/office/drawing/2014/main" id="{37AD64C7-6D3B-18DB-B132-5BC490B62F48}"/>
              </a:ext>
            </a:extLst>
          </p:cNvPr>
          <p:cNvGraphicFramePr/>
          <p:nvPr/>
        </p:nvGraphicFramePr>
        <p:xfrm>
          <a:off x="434230" y="1025988"/>
          <a:ext cx="4137769" cy="1295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9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</a:tblGrid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X1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X2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6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9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D2722415-5825-0524-257B-205F3C5184D3}"/>
              </a:ext>
            </a:extLst>
          </p:cNvPr>
          <p:cNvGrpSpPr/>
          <p:nvPr/>
        </p:nvGrpSpPr>
        <p:grpSpPr>
          <a:xfrm>
            <a:off x="3777199" y="4865569"/>
            <a:ext cx="298080" cy="233280"/>
            <a:chOff x="3777199" y="4865569"/>
            <a:chExt cx="2980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028558-AC49-4E29-A5BB-022A55DC1E55}"/>
                    </a:ext>
                  </a:extLst>
                </p14:cNvPr>
                <p14:cNvContentPartPr/>
                <p14:nvPr/>
              </p14:nvContentPartPr>
              <p14:xfrm>
                <a:off x="3777199" y="4865569"/>
                <a:ext cx="201240" cy="197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0028558-AC49-4E29-A5BB-022A55DC1E5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771079" y="4859449"/>
                  <a:ext cx="213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784DC9B-EAC0-4010-E2B7-99E9E6A59510}"/>
                    </a:ext>
                  </a:extLst>
                </p14:cNvPr>
                <p14:cNvContentPartPr/>
                <p14:nvPr/>
              </p14:nvContentPartPr>
              <p14:xfrm>
                <a:off x="3798439" y="4895089"/>
                <a:ext cx="176760" cy="123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784DC9B-EAC0-4010-E2B7-99E9E6A5951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92331" y="4888969"/>
                  <a:ext cx="188975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DE575FD-5D19-9B57-735F-0B8B11EF6830}"/>
                    </a:ext>
                  </a:extLst>
                </p14:cNvPr>
                <p14:cNvContentPartPr/>
                <p14:nvPr/>
              </p14:nvContentPartPr>
              <p14:xfrm>
                <a:off x="4048279" y="4959889"/>
                <a:ext cx="27000" cy="138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DE575FD-5D19-9B57-735F-0B8B11EF68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42159" y="4953769"/>
                  <a:ext cx="3924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894273E-E237-EA69-60B8-AE193B7C81FA}"/>
              </a:ext>
            </a:extLst>
          </p:cNvPr>
          <p:cNvGrpSpPr/>
          <p:nvPr/>
        </p:nvGrpSpPr>
        <p:grpSpPr>
          <a:xfrm>
            <a:off x="22759" y="2559769"/>
            <a:ext cx="342360" cy="293040"/>
            <a:chOff x="22759" y="2559769"/>
            <a:chExt cx="34236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253BF0-8529-198B-70C6-AA3EFE658755}"/>
                    </a:ext>
                  </a:extLst>
                </p14:cNvPr>
                <p14:cNvContentPartPr/>
                <p14:nvPr/>
              </p14:nvContentPartPr>
              <p14:xfrm>
                <a:off x="22759" y="2559769"/>
                <a:ext cx="167400" cy="253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253BF0-8529-198B-70C6-AA3EFE65875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639" y="2553649"/>
                  <a:ext cx="179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801E04C-B8E5-F9E9-F42D-23B87C93FDB0}"/>
                    </a:ext>
                  </a:extLst>
                </p14:cNvPr>
                <p14:cNvContentPartPr/>
                <p14:nvPr/>
              </p14:nvContentPartPr>
              <p14:xfrm>
                <a:off x="57679" y="2591089"/>
                <a:ext cx="170280" cy="218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801E04C-B8E5-F9E9-F42D-23B87C93FDB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559" y="2584969"/>
                  <a:ext cx="182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10357F1-D0F2-25CE-1470-9D7C179532BB}"/>
                    </a:ext>
                  </a:extLst>
                </p14:cNvPr>
                <p14:cNvContentPartPr/>
                <p14:nvPr/>
              </p14:nvContentPartPr>
              <p14:xfrm>
                <a:off x="227959" y="2701249"/>
                <a:ext cx="137160" cy="151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10357F1-D0F2-25CE-1470-9D7C179532B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1839" y="2695129"/>
                  <a:ext cx="1494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39A4D0D-FC70-D3B0-6388-A92CA71F5FA9}"/>
              </a:ext>
            </a:extLst>
          </p:cNvPr>
          <p:cNvGrpSpPr/>
          <p:nvPr/>
        </p:nvGrpSpPr>
        <p:grpSpPr>
          <a:xfrm>
            <a:off x="1527019" y="2777209"/>
            <a:ext cx="1969920" cy="1347480"/>
            <a:chOff x="1527019" y="2777209"/>
            <a:chExt cx="1969920" cy="13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4ADE225-88FF-3E5D-FB88-B77790971875}"/>
                    </a:ext>
                  </a:extLst>
                </p14:cNvPr>
                <p14:cNvContentPartPr/>
                <p14:nvPr/>
              </p14:nvContentPartPr>
              <p14:xfrm>
                <a:off x="3168979" y="2782609"/>
                <a:ext cx="99360" cy="104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4ADE225-88FF-3E5D-FB88-B7779097187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62859" y="2776489"/>
                  <a:ext cx="111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F922363-599E-D395-2CD8-1118D80920C6}"/>
                    </a:ext>
                  </a:extLst>
                </p14:cNvPr>
                <p14:cNvContentPartPr/>
                <p14:nvPr/>
              </p14:nvContentPartPr>
              <p14:xfrm>
                <a:off x="3177979" y="2782609"/>
                <a:ext cx="84240" cy="95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F922363-599E-D395-2CD8-1118D80920C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71859" y="2776489"/>
                  <a:ext cx="96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9F5A197-CAE2-71B5-E15B-CCF78FA86829}"/>
                    </a:ext>
                  </a:extLst>
                </p14:cNvPr>
                <p14:cNvContentPartPr/>
                <p14:nvPr/>
              </p14:nvContentPartPr>
              <p14:xfrm>
                <a:off x="3147739" y="2792689"/>
                <a:ext cx="170640" cy="101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9F5A197-CAE2-71B5-E15B-CCF78FA8682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41632" y="2786569"/>
                  <a:ext cx="182854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05D9807-7E59-AC2E-37EF-8311AE234311}"/>
                    </a:ext>
                  </a:extLst>
                </p14:cNvPr>
                <p14:cNvContentPartPr/>
                <p14:nvPr/>
              </p14:nvContentPartPr>
              <p14:xfrm>
                <a:off x="3165739" y="2807809"/>
                <a:ext cx="143640" cy="66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05D9807-7E59-AC2E-37EF-8311AE23431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159619" y="2801656"/>
                  <a:ext cx="155880" cy="785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09EE985-29DC-FE8B-11BF-E05237ABFB83}"/>
                    </a:ext>
                  </a:extLst>
                </p14:cNvPr>
                <p14:cNvContentPartPr/>
                <p14:nvPr/>
              </p14:nvContentPartPr>
              <p14:xfrm>
                <a:off x="3162139" y="2795929"/>
                <a:ext cx="123120" cy="56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09EE985-29DC-FE8B-11BF-E05237ABFB8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56037" y="2789809"/>
                  <a:ext cx="135324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D7A694B-F691-C5CE-9D48-354CB4CDCEB4}"/>
                    </a:ext>
                  </a:extLst>
                </p14:cNvPr>
                <p14:cNvContentPartPr/>
                <p14:nvPr/>
              </p14:nvContentPartPr>
              <p14:xfrm>
                <a:off x="3129019" y="2783329"/>
                <a:ext cx="176760" cy="59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D7A694B-F691-C5CE-9D48-354CB4CDCEB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22911" y="2777246"/>
                  <a:ext cx="188975" cy="712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0F5FA2C-82F9-F45A-074D-21D54BA390C5}"/>
                    </a:ext>
                  </a:extLst>
                </p14:cNvPr>
                <p14:cNvContentPartPr/>
                <p14:nvPr/>
              </p14:nvContentPartPr>
              <p14:xfrm>
                <a:off x="3179419" y="2777209"/>
                <a:ext cx="78480" cy="7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0F5FA2C-82F9-F45A-074D-21D54BA390C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173299" y="2771089"/>
                  <a:ext cx="90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BA97E3-E403-3ADE-2986-1F585F0160F5}"/>
                    </a:ext>
                  </a:extLst>
                </p14:cNvPr>
                <p14:cNvContentPartPr/>
                <p14:nvPr/>
              </p14:nvContentPartPr>
              <p14:xfrm>
                <a:off x="3332059" y="2890249"/>
                <a:ext cx="164880" cy="171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6BA97E3-E403-3ADE-2986-1F585F0160F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25939" y="2884129"/>
                  <a:ext cx="177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80318D2-48CB-010A-426F-A5F8A4704088}"/>
                    </a:ext>
                  </a:extLst>
                </p14:cNvPr>
                <p14:cNvContentPartPr/>
                <p14:nvPr/>
              </p14:nvContentPartPr>
              <p14:xfrm>
                <a:off x="2431339" y="3453289"/>
                <a:ext cx="121680" cy="140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80318D2-48CB-010A-426F-A5F8A470408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25219" y="3447169"/>
                  <a:ext cx="133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4A8A47A-E9C7-3AE1-5E92-D58FABE5890C}"/>
                    </a:ext>
                  </a:extLst>
                </p14:cNvPr>
                <p14:cNvContentPartPr/>
                <p14:nvPr/>
              </p14:nvContentPartPr>
              <p14:xfrm>
                <a:off x="2485699" y="3486769"/>
                <a:ext cx="58320" cy="93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4A8A47A-E9C7-3AE1-5E92-D58FABE5890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79579" y="3480625"/>
                  <a:ext cx="70560" cy="1062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D5BDDDE-ADBD-34D6-093C-E26D755917B3}"/>
                    </a:ext>
                  </a:extLst>
                </p14:cNvPr>
                <p14:cNvContentPartPr/>
                <p14:nvPr/>
              </p14:nvContentPartPr>
              <p14:xfrm>
                <a:off x="2496859" y="3463009"/>
                <a:ext cx="47520" cy="88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D5BDDDE-ADBD-34D6-093C-E26D755917B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490692" y="3456889"/>
                  <a:ext cx="59853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1944B8C-16B8-45F8-50C2-44315C403A7C}"/>
                    </a:ext>
                  </a:extLst>
                </p14:cNvPr>
                <p14:cNvContentPartPr/>
                <p14:nvPr/>
              </p14:nvContentPartPr>
              <p14:xfrm>
                <a:off x="2437099" y="3515209"/>
                <a:ext cx="117720" cy="16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1944B8C-16B8-45F8-50C2-44315C403A7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430979" y="3509089"/>
                  <a:ext cx="129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8F60ADB-7F4F-9CC4-456F-D1719978FC72}"/>
                    </a:ext>
                  </a:extLst>
                </p14:cNvPr>
                <p14:cNvContentPartPr/>
                <p14:nvPr/>
              </p14:nvContentPartPr>
              <p14:xfrm>
                <a:off x="2473819" y="3489289"/>
                <a:ext cx="93960" cy="32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8F60ADB-7F4F-9CC4-456F-D1719978FC7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467699" y="3483169"/>
                  <a:ext cx="106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C0FC550-B456-6ECC-A53E-02E646AB2A07}"/>
                    </a:ext>
                  </a:extLst>
                </p14:cNvPr>
                <p14:cNvContentPartPr/>
                <p14:nvPr/>
              </p14:nvContentPartPr>
              <p14:xfrm>
                <a:off x="2457619" y="3456889"/>
                <a:ext cx="96840" cy="103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C0FC550-B456-6ECC-A53E-02E646AB2A0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51522" y="3450748"/>
                  <a:ext cx="109035" cy="1159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7F727DF-D83A-CC9E-63F2-20E7B0ACF7E1}"/>
                    </a:ext>
                  </a:extLst>
                </p14:cNvPr>
                <p14:cNvContentPartPr/>
                <p14:nvPr/>
              </p14:nvContentPartPr>
              <p14:xfrm>
                <a:off x="2465179" y="3474169"/>
                <a:ext cx="91080" cy="87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7F727DF-D83A-CC9E-63F2-20E7B0ACF7E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459059" y="3468049"/>
                  <a:ext cx="103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6CB742-06CF-BA4B-1CEF-0AFF09CB5B75}"/>
                    </a:ext>
                  </a:extLst>
                </p14:cNvPr>
                <p14:cNvContentPartPr/>
                <p14:nvPr/>
              </p14:nvContentPartPr>
              <p14:xfrm>
                <a:off x="2445739" y="3497569"/>
                <a:ext cx="133920" cy="44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16CB742-06CF-BA4B-1CEF-0AFF09CB5B7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439619" y="3491449"/>
                  <a:ext cx="146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36A8B47-9EAF-B596-50A2-5517A256013D}"/>
                    </a:ext>
                  </a:extLst>
                </p14:cNvPr>
                <p14:cNvContentPartPr/>
                <p14:nvPr/>
              </p14:nvContentPartPr>
              <p14:xfrm>
                <a:off x="2640139" y="3438169"/>
                <a:ext cx="59040" cy="172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36A8B47-9EAF-B596-50A2-5517A256013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634056" y="3432036"/>
                  <a:ext cx="71206" cy="185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5C8BDFF-1908-9C75-6A13-660C9E70C8D3}"/>
                    </a:ext>
                  </a:extLst>
                </p14:cNvPr>
                <p14:cNvContentPartPr/>
                <p14:nvPr/>
              </p14:nvContentPartPr>
              <p14:xfrm>
                <a:off x="2603419" y="3391729"/>
                <a:ext cx="148320" cy="292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5C8BDFF-1908-9C75-6A13-660C9E70C8D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597314" y="3385609"/>
                  <a:ext cx="16053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CC5BCEA-6DA5-7BFD-FE56-2B473F3FC386}"/>
                    </a:ext>
                  </a:extLst>
                </p14:cNvPr>
                <p14:cNvContentPartPr/>
                <p14:nvPr/>
              </p14:nvContentPartPr>
              <p14:xfrm>
                <a:off x="1570939" y="3876289"/>
                <a:ext cx="117720" cy="140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CC5BCEA-6DA5-7BFD-FE56-2B473F3FC38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564819" y="3870169"/>
                  <a:ext cx="129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9A52679-1BE2-510E-3383-547141E0493D}"/>
                    </a:ext>
                  </a:extLst>
                </p14:cNvPr>
                <p14:cNvContentPartPr/>
                <p14:nvPr/>
              </p14:nvContentPartPr>
              <p14:xfrm>
                <a:off x="1601899" y="3855769"/>
                <a:ext cx="105480" cy="200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9A52679-1BE2-510E-3383-547141E0493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595779" y="3849660"/>
                  <a:ext cx="117720" cy="2123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DD758DC-68F9-8156-EFE0-C7C0A3D25558}"/>
                    </a:ext>
                  </a:extLst>
                </p14:cNvPr>
                <p14:cNvContentPartPr/>
                <p14:nvPr/>
              </p14:nvContentPartPr>
              <p14:xfrm>
                <a:off x="1527019" y="3906169"/>
                <a:ext cx="222480" cy="111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DD758DC-68F9-8156-EFE0-C7C0A3D2555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520899" y="3900049"/>
                  <a:ext cx="234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ABA19DD-E585-CA65-B834-945A9ACE64B8}"/>
                    </a:ext>
                  </a:extLst>
                </p14:cNvPr>
                <p14:cNvContentPartPr/>
                <p14:nvPr/>
              </p14:nvContentPartPr>
              <p14:xfrm>
                <a:off x="1591819" y="3905089"/>
                <a:ext cx="99720" cy="61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ABA19DD-E585-CA65-B834-945A9ACE64B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585699" y="3898969"/>
                  <a:ext cx="111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B091C6F-9F03-D52E-7BBE-5381B3461BE8}"/>
                    </a:ext>
                  </a:extLst>
                </p14:cNvPr>
                <p14:cNvContentPartPr/>
                <p14:nvPr/>
              </p14:nvContentPartPr>
              <p14:xfrm>
                <a:off x="1556179" y="3892129"/>
                <a:ext cx="160560" cy="79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B091C6F-9F03-D52E-7BBE-5381B3461BE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50059" y="3886037"/>
                  <a:ext cx="172800" cy="917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39F875-17B3-4D40-7704-5CEA34D625A1}"/>
                    </a:ext>
                  </a:extLst>
                </p14:cNvPr>
                <p14:cNvContentPartPr/>
                <p14:nvPr/>
              </p14:nvContentPartPr>
              <p14:xfrm>
                <a:off x="1583899" y="3916249"/>
                <a:ext cx="150120" cy="37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339F875-17B3-4D40-7704-5CEA34D625A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577779" y="3910129"/>
                  <a:ext cx="162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1CA1770-00E9-C032-5A2F-EFA794563420}"/>
                    </a:ext>
                  </a:extLst>
                </p14:cNvPr>
                <p14:cNvContentPartPr/>
                <p14:nvPr/>
              </p14:nvContentPartPr>
              <p14:xfrm>
                <a:off x="1755259" y="3869089"/>
                <a:ext cx="169560" cy="255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1CA1770-00E9-C032-5A2F-EFA79456342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749139" y="3862969"/>
                  <a:ext cx="1818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9BE48AF-7D8A-93FB-D571-E1A51977A2C2}"/>
                    </a:ext>
                  </a:extLst>
                </p14:cNvPr>
                <p14:cNvContentPartPr/>
                <p14:nvPr/>
              </p14:nvContentPartPr>
              <p14:xfrm>
                <a:off x="2127139" y="2995729"/>
                <a:ext cx="128880" cy="153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9BE48AF-7D8A-93FB-D571-E1A51977A2C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121019" y="2989623"/>
                  <a:ext cx="141120" cy="1659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805B925-9C48-36F0-96AB-46A36BA285A6}"/>
                    </a:ext>
                  </a:extLst>
                </p14:cNvPr>
                <p14:cNvContentPartPr/>
                <p14:nvPr/>
              </p14:nvContentPartPr>
              <p14:xfrm>
                <a:off x="2148019" y="3009769"/>
                <a:ext cx="82440" cy="153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805B925-9C48-36F0-96AB-46A36BA285A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141899" y="3003663"/>
                  <a:ext cx="94680" cy="1655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108A817-C572-395E-F005-13914E23F221}"/>
                    </a:ext>
                  </a:extLst>
                </p14:cNvPr>
                <p14:cNvContentPartPr/>
                <p14:nvPr/>
              </p14:nvContentPartPr>
              <p14:xfrm>
                <a:off x="2100499" y="3032089"/>
                <a:ext cx="156240" cy="122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108A817-C572-395E-F005-13914E23F22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094379" y="3025969"/>
                  <a:ext cx="168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BFCE546-176C-16F6-5C66-A6BD0457D32B}"/>
                    </a:ext>
                  </a:extLst>
                </p14:cNvPr>
                <p14:cNvContentPartPr/>
                <p14:nvPr/>
              </p14:nvContentPartPr>
              <p14:xfrm>
                <a:off x="2120659" y="3038569"/>
                <a:ext cx="88920" cy="67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BFCE546-176C-16F6-5C66-A6BD0457D32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114539" y="3032416"/>
                  <a:ext cx="101160" cy="799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84D24A8-0528-E2C7-E9A1-49FC4AA66EEB}"/>
                    </a:ext>
                  </a:extLst>
                </p14:cNvPr>
                <p14:cNvContentPartPr/>
                <p14:nvPr/>
              </p14:nvContentPartPr>
              <p14:xfrm>
                <a:off x="2119219" y="3063409"/>
                <a:ext cx="132480" cy="47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84D24A8-0528-E2C7-E9A1-49FC4AA66EE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113099" y="3057289"/>
                  <a:ext cx="144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2B17D1E-B5B9-51D2-25FF-87A40ACC84A4}"/>
                    </a:ext>
                  </a:extLst>
                </p14:cNvPr>
                <p14:cNvContentPartPr/>
                <p14:nvPr/>
              </p14:nvContentPartPr>
              <p14:xfrm>
                <a:off x="2096179" y="3047929"/>
                <a:ext cx="177480" cy="802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2B17D1E-B5B9-51D2-25FF-87A40ACC84A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090059" y="3041809"/>
                  <a:ext cx="189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068A3FD-0EC8-A2B5-D9AF-78007E100854}"/>
                    </a:ext>
                  </a:extLst>
                </p14:cNvPr>
                <p14:cNvContentPartPr/>
                <p14:nvPr/>
              </p14:nvContentPartPr>
              <p14:xfrm>
                <a:off x="2338099" y="2957209"/>
                <a:ext cx="151560" cy="208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068A3FD-0EC8-A2B5-D9AF-78007E10085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331979" y="2951089"/>
                  <a:ext cx="16380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4D4152D-AAAA-642C-C817-E58DF62560D1}"/>
              </a:ext>
            </a:extLst>
          </p:cNvPr>
          <p:cNvGrpSpPr/>
          <p:nvPr/>
        </p:nvGrpSpPr>
        <p:grpSpPr>
          <a:xfrm>
            <a:off x="434230" y="2590205"/>
            <a:ext cx="3598334" cy="2209800"/>
            <a:chOff x="4969933" y="948267"/>
            <a:chExt cx="3598334" cy="2209800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BD91A2D3-824D-1B57-A7F8-C39492DF29DD}"/>
                </a:ext>
              </a:extLst>
            </p:cNvPr>
            <p:cNvCxnSpPr>
              <a:cxnSpLocks/>
            </p:cNvCxnSpPr>
            <p:nvPr/>
          </p:nvCxnSpPr>
          <p:spPr>
            <a:xfrm>
              <a:off x="4969933" y="948267"/>
              <a:ext cx="0" cy="22098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74A9B13-0857-6F21-646C-F16F3703CC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9933" y="3158067"/>
              <a:ext cx="3598334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6" name="Google Shape;102;p19">
            <a:extLst>
              <a:ext uri="{FF2B5EF4-FFF2-40B4-BE49-F238E27FC236}">
                <a16:creationId xmlns:a16="http://schemas.microsoft.com/office/drawing/2014/main" id="{8215BEA7-E6C6-B4F3-F45C-BF2AF5AB5207}"/>
              </a:ext>
            </a:extLst>
          </p:cNvPr>
          <p:cNvGraphicFramePr/>
          <p:nvPr/>
        </p:nvGraphicFramePr>
        <p:xfrm>
          <a:off x="4581089" y="2573688"/>
          <a:ext cx="4137770" cy="161898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13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627072239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423561470"/>
                    </a:ext>
                  </a:extLst>
                </a:gridCol>
              </a:tblGrid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5.83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2.8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8.6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2.2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6.1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4.1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7" name="TextBox 136">
            <a:extLst>
              <a:ext uri="{FF2B5EF4-FFF2-40B4-BE49-F238E27FC236}">
                <a16:creationId xmlns:a16="http://schemas.microsoft.com/office/drawing/2014/main" id="{541F62D6-2D74-96DA-0492-063C40FE107B}"/>
              </a:ext>
            </a:extLst>
          </p:cNvPr>
          <p:cNvSpPr txBox="1"/>
          <p:nvPr/>
        </p:nvSpPr>
        <p:spPr>
          <a:xfrm>
            <a:off x="4550127" y="817438"/>
            <a:ext cx="8703433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SzPts val="1300"/>
              <a:buFont typeface="+mj-lt"/>
              <a:buAutoNum type="arabicPeriod"/>
              <a:defRPr sz="1800">
                <a:solidFill>
                  <a:schemeClr val="bg1">
                    <a:lumMod val="50000"/>
                  </a:schemeClr>
                </a:solidFill>
                <a:ea typeface="Lato"/>
                <a:sym typeface="Lato"/>
              </a:defRPr>
            </a:lvl1pPr>
            <a:lvl2pPr marL="914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u="sng" dirty="0"/>
              <a:t>Using Euclidean Distance 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d(1,2)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(5-10)</a:t>
            </a:r>
            <a:r>
              <a:rPr lang="en-GB" baseline="30000" dirty="0"/>
              <a:t> 2 </a:t>
            </a:r>
            <a:r>
              <a:rPr lang="en-GB" dirty="0"/>
              <a:t>+(6-9)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d(1,3)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(5-3)</a:t>
            </a:r>
            <a:r>
              <a:rPr lang="en-GB" baseline="30000" dirty="0"/>
              <a:t> 2 </a:t>
            </a:r>
            <a:r>
              <a:rPr lang="en-GB" dirty="0"/>
              <a:t>+(6-4)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d(1,4)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(5-4)</a:t>
            </a:r>
            <a:r>
              <a:rPr lang="en-GB" baseline="30000" dirty="0"/>
              <a:t> 2 </a:t>
            </a:r>
            <a:r>
              <a:rPr lang="en-GB" dirty="0"/>
              <a:t>+(6-8)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C928008-E610-3B96-51B0-5F7A5130FD7B}"/>
                  </a:ext>
                </a:extLst>
              </p14:cNvPr>
              <p14:cNvContentPartPr/>
              <p14:nvPr/>
            </p14:nvContentPartPr>
            <p14:xfrm>
              <a:off x="5585760" y="3871080"/>
              <a:ext cx="586080" cy="378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C928008-E610-3B96-51B0-5F7A5130FD7B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576400" y="3861720"/>
                <a:ext cx="604800" cy="39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608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E2A6D0A-0682-0490-1917-A66657115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FC78E6F-EA0C-8FA9-66D3-A16BBBBF12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Distance Similarity Matrix</a:t>
            </a:r>
            <a:endParaRPr dirty="0"/>
          </a:p>
        </p:txBody>
      </p:sp>
      <p:graphicFrame>
        <p:nvGraphicFramePr>
          <p:cNvPr id="5" name="Google Shape;102;p19">
            <a:extLst>
              <a:ext uri="{FF2B5EF4-FFF2-40B4-BE49-F238E27FC236}">
                <a16:creationId xmlns:a16="http://schemas.microsoft.com/office/drawing/2014/main" id="{37AD64C7-6D3B-18DB-B132-5BC490B62F48}"/>
              </a:ext>
            </a:extLst>
          </p:cNvPr>
          <p:cNvGraphicFramePr/>
          <p:nvPr/>
        </p:nvGraphicFramePr>
        <p:xfrm>
          <a:off x="434230" y="1025988"/>
          <a:ext cx="4137769" cy="1295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9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</a:tblGrid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X1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X2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6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9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D2722415-5825-0524-257B-205F3C5184D3}"/>
              </a:ext>
            </a:extLst>
          </p:cNvPr>
          <p:cNvGrpSpPr/>
          <p:nvPr/>
        </p:nvGrpSpPr>
        <p:grpSpPr>
          <a:xfrm>
            <a:off x="3777199" y="4865569"/>
            <a:ext cx="298080" cy="233280"/>
            <a:chOff x="3777199" y="4865569"/>
            <a:chExt cx="2980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028558-AC49-4E29-A5BB-022A55DC1E55}"/>
                    </a:ext>
                  </a:extLst>
                </p14:cNvPr>
                <p14:cNvContentPartPr/>
                <p14:nvPr/>
              </p14:nvContentPartPr>
              <p14:xfrm>
                <a:off x="3777199" y="4865569"/>
                <a:ext cx="201240" cy="197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0028558-AC49-4E29-A5BB-022A55DC1E5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771079" y="4859449"/>
                  <a:ext cx="213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784DC9B-EAC0-4010-E2B7-99E9E6A59510}"/>
                    </a:ext>
                  </a:extLst>
                </p14:cNvPr>
                <p14:cNvContentPartPr/>
                <p14:nvPr/>
              </p14:nvContentPartPr>
              <p14:xfrm>
                <a:off x="3798439" y="4895089"/>
                <a:ext cx="176760" cy="123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784DC9B-EAC0-4010-E2B7-99E9E6A5951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92331" y="4888969"/>
                  <a:ext cx="188975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DE575FD-5D19-9B57-735F-0B8B11EF6830}"/>
                    </a:ext>
                  </a:extLst>
                </p14:cNvPr>
                <p14:cNvContentPartPr/>
                <p14:nvPr/>
              </p14:nvContentPartPr>
              <p14:xfrm>
                <a:off x="4048279" y="4959889"/>
                <a:ext cx="27000" cy="138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DE575FD-5D19-9B57-735F-0B8B11EF68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42159" y="4953769"/>
                  <a:ext cx="3924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894273E-E237-EA69-60B8-AE193B7C81FA}"/>
              </a:ext>
            </a:extLst>
          </p:cNvPr>
          <p:cNvGrpSpPr/>
          <p:nvPr/>
        </p:nvGrpSpPr>
        <p:grpSpPr>
          <a:xfrm>
            <a:off x="22759" y="2559769"/>
            <a:ext cx="342360" cy="293040"/>
            <a:chOff x="22759" y="2559769"/>
            <a:chExt cx="34236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253BF0-8529-198B-70C6-AA3EFE658755}"/>
                    </a:ext>
                  </a:extLst>
                </p14:cNvPr>
                <p14:cNvContentPartPr/>
                <p14:nvPr/>
              </p14:nvContentPartPr>
              <p14:xfrm>
                <a:off x="22759" y="2559769"/>
                <a:ext cx="167400" cy="253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253BF0-8529-198B-70C6-AA3EFE65875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639" y="2553649"/>
                  <a:ext cx="179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801E04C-B8E5-F9E9-F42D-23B87C93FDB0}"/>
                    </a:ext>
                  </a:extLst>
                </p14:cNvPr>
                <p14:cNvContentPartPr/>
                <p14:nvPr/>
              </p14:nvContentPartPr>
              <p14:xfrm>
                <a:off x="57679" y="2591089"/>
                <a:ext cx="170280" cy="218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801E04C-B8E5-F9E9-F42D-23B87C93FDB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559" y="2584969"/>
                  <a:ext cx="182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10357F1-D0F2-25CE-1470-9D7C179532BB}"/>
                    </a:ext>
                  </a:extLst>
                </p14:cNvPr>
                <p14:cNvContentPartPr/>
                <p14:nvPr/>
              </p14:nvContentPartPr>
              <p14:xfrm>
                <a:off x="227959" y="2701249"/>
                <a:ext cx="137160" cy="151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10357F1-D0F2-25CE-1470-9D7C179532B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1839" y="2695129"/>
                  <a:ext cx="1494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39A4D0D-FC70-D3B0-6388-A92CA71F5FA9}"/>
              </a:ext>
            </a:extLst>
          </p:cNvPr>
          <p:cNvGrpSpPr/>
          <p:nvPr/>
        </p:nvGrpSpPr>
        <p:grpSpPr>
          <a:xfrm>
            <a:off x="1527019" y="2777209"/>
            <a:ext cx="1969920" cy="1347480"/>
            <a:chOff x="1527019" y="2777209"/>
            <a:chExt cx="1969920" cy="13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4ADE225-88FF-3E5D-FB88-B77790971875}"/>
                    </a:ext>
                  </a:extLst>
                </p14:cNvPr>
                <p14:cNvContentPartPr/>
                <p14:nvPr/>
              </p14:nvContentPartPr>
              <p14:xfrm>
                <a:off x="3168979" y="2782609"/>
                <a:ext cx="99360" cy="104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4ADE225-88FF-3E5D-FB88-B7779097187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62859" y="2776489"/>
                  <a:ext cx="111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F922363-599E-D395-2CD8-1118D80920C6}"/>
                    </a:ext>
                  </a:extLst>
                </p14:cNvPr>
                <p14:cNvContentPartPr/>
                <p14:nvPr/>
              </p14:nvContentPartPr>
              <p14:xfrm>
                <a:off x="3177979" y="2782609"/>
                <a:ext cx="84240" cy="95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F922363-599E-D395-2CD8-1118D80920C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71859" y="2776489"/>
                  <a:ext cx="96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9F5A197-CAE2-71B5-E15B-CCF78FA86829}"/>
                    </a:ext>
                  </a:extLst>
                </p14:cNvPr>
                <p14:cNvContentPartPr/>
                <p14:nvPr/>
              </p14:nvContentPartPr>
              <p14:xfrm>
                <a:off x="3147739" y="2792689"/>
                <a:ext cx="170640" cy="101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9F5A197-CAE2-71B5-E15B-CCF78FA8682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41632" y="2786569"/>
                  <a:ext cx="182854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05D9807-7E59-AC2E-37EF-8311AE234311}"/>
                    </a:ext>
                  </a:extLst>
                </p14:cNvPr>
                <p14:cNvContentPartPr/>
                <p14:nvPr/>
              </p14:nvContentPartPr>
              <p14:xfrm>
                <a:off x="3165739" y="2807809"/>
                <a:ext cx="143640" cy="66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05D9807-7E59-AC2E-37EF-8311AE23431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159619" y="2801656"/>
                  <a:ext cx="155880" cy="785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09EE985-29DC-FE8B-11BF-E05237ABFB83}"/>
                    </a:ext>
                  </a:extLst>
                </p14:cNvPr>
                <p14:cNvContentPartPr/>
                <p14:nvPr/>
              </p14:nvContentPartPr>
              <p14:xfrm>
                <a:off x="3162139" y="2795929"/>
                <a:ext cx="123120" cy="56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09EE985-29DC-FE8B-11BF-E05237ABFB8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56037" y="2789809"/>
                  <a:ext cx="135324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D7A694B-F691-C5CE-9D48-354CB4CDCEB4}"/>
                    </a:ext>
                  </a:extLst>
                </p14:cNvPr>
                <p14:cNvContentPartPr/>
                <p14:nvPr/>
              </p14:nvContentPartPr>
              <p14:xfrm>
                <a:off x="3129019" y="2783329"/>
                <a:ext cx="176760" cy="59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D7A694B-F691-C5CE-9D48-354CB4CDCEB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22911" y="2777246"/>
                  <a:ext cx="188975" cy="712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0F5FA2C-82F9-F45A-074D-21D54BA390C5}"/>
                    </a:ext>
                  </a:extLst>
                </p14:cNvPr>
                <p14:cNvContentPartPr/>
                <p14:nvPr/>
              </p14:nvContentPartPr>
              <p14:xfrm>
                <a:off x="3179419" y="2777209"/>
                <a:ext cx="78480" cy="7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0F5FA2C-82F9-F45A-074D-21D54BA390C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173299" y="2771089"/>
                  <a:ext cx="90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BA97E3-E403-3ADE-2986-1F585F0160F5}"/>
                    </a:ext>
                  </a:extLst>
                </p14:cNvPr>
                <p14:cNvContentPartPr/>
                <p14:nvPr/>
              </p14:nvContentPartPr>
              <p14:xfrm>
                <a:off x="3332059" y="2890249"/>
                <a:ext cx="164880" cy="171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6BA97E3-E403-3ADE-2986-1F585F0160F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25939" y="2884129"/>
                  <a:ext cx="177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80318D2-48CB-010A-426F-A5F8A4704088}"/>
                    </a:ext>
                  </a:extLst>
                </p14:cNvPr>
                <p14:cNvContentPartPr/>
                <p14:nvPr/>
              </p14:nvContentPartPr>
              <p14:xfrm>
                <a:off x="2431339" y="3453289"/>
                <a:ext cx="121680" cy="140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80318D2-48CB-010A-426F-A5F8A470408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25219" y="3447169"/>
                  <a:ext cx="133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4A8A47A-E9C7-3AE1-5E92-D58FABE5890C}"/>
                    </a:ext>
                  </a:extLst>
                </p14:cNvPr>
                <p14:cNvContentPartPr/>
                <p14:nvPr/>
              </p14:nvContentPartPr>
              <p14:xfrm>
                <a:off x="2485699" y="3486769"/>
                <a:ext cx="58320" cy="93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4A8A47A-E9C7-3AE1-5E92-D58FABE5890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79579" y="3480625"/>
                  <a:ext cx="70560" cy="1062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D5BDDDE-ADBD-34D6-093C-E26D755917B3}"/>
                    </a:ext>
                  </a:extLst>
                </p14:cNvPr>
                <p14:cNvContentPartPr/>
                <p14:nvPr/>
              </p14:nvContentPartPr>
              <p14:xfrm>
                <a:off x="2496859" y="3463009"/>
                <a:ext cx="47520" cy="88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D5BDDDE-ADBD-34D6-093C-E26D755917B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490692" y="3456889"/>
                  <a:ext cx="59853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1944B8C-16B8-45F8-50C2-44315C403A7C}"/>
                    </a:ext>
                  </a:extLst>
                </p14:cNvPr>
                <p14:cNvContentPartPr/>
                <p14:nvPr/>
              </p14:nvContentPartPr>
              <p14:xfrm>
                <a:off x="2437099" y="3515209"/>
                <a:ext cx="117720" cy="16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1944B8C-16B8-45F8-50C2-44315C403A7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430979" y="3509089"/>
                  <a:ext cx="129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8F60ADB-7F4F-9CC4-456F-D1719978FC72}"/>
                    </a:ext>
                  </a:extLst>
                </p14:cNvPr>
                <p14:cNvContentPartPr/>
                <p14:nvPr/>
              </p14:nvContentPartPr>
              <p14:xfrm>
                <a:off x="2473819" y="3489289"/>
                <a:ext cx="93960" cy="32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8F60ADB-7F4F-9CC4-456F-D1719978FC7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467699" y="3483169"/>
                  <a:ext cx="106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C0FC550-B456-6ECC-A53E-02E646AB2A07}"/>
                    </a:ext>
                  </a:extLst>
                </p14:cNvPr>
                <p14:cNvContentPartPr/>
                <p14:nvPr/>
              </p14:nvContentPartPr>
              <p14:xfrm>
                <a:off x="2457619" y="3456889"/>
                <a:ext cx="96840" cy="103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C0FC550-B456-6ECC-A53E-02E646AB2A0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51522" y="3450748"/>
                  <a:ext cx="109035" cy="1159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7F727DF-D83A-CC9E-63F2-20E7B0ACF7E1}"/>
                    </a:ext>
                  </a:extLst>
                </p14:cNvPr>
                <p14:cNvContentPartPr/>
                <p14:nvPr/>
              </p14:nvContentPartPr>
              <p14:xfrm>
                <a:off x="2465179" y="3474169"/>
                <a:ext cx="91080" cy="87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7F727DF-D83A-CC9E-63F2-20E7B0ACF7E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459059" y="3468049"/>
                  <a:ext cx="103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6CB742-06CF-BA4B-1CEF-0AFF09CB5B75}"/>
                    </a:ext>
                  </a:extLst>
                </p14:cNvPr>
                <p14:cNvContentPartPr/>
                <p14:nvPr/>
              </p14:nvContentPartPr>
              <p14:xfrm>
                <a:off x="2445739" y="3497569"/>
                <a:ext cx="133920" cy="44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16CB742-06CF-BA4B-1CEF-0AFF09CB5B7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439619" y="3491449"/>
                  <a:ext cx="146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36A8B47-9EAF-B596-50A2-5517A256013D}"/>
                    </a:ext>
                  </a:extLst>
                </p14:cNvPr>
                <p14:cNvContentPartPr/>
                <p14:nvPr/>
              </p14:nvContentPartPr>
              <p14:xfrm>
                <a:off x="2640139" y="3438169"/>
                <a:ext cx="59040" cy="172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36A8B47-9EAF-B596-50A2-5517A256013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634056" y="3432036"/>
                  <a:ext cx="71206" cy="185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5C8BDFF-1908-9C75-6A13-660C9E70C8D3}"/>
                    </a:ext>
                  </a:extLst>
                </p14:cNvPr>
                <p14:cNvContentPartPr/>
                <p14:nvPr/>
              </p14:nvContentPartPr>
              <p14:xfrm>
                <a:off x="2603419" y="3391729"/>
                <a:ext cx="148320" cy="292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5C8BDFF-1908-9C75-6A13-660C9E70C8D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597314" y="3385609"/>
                  <a:ext cx="16053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CC5BCEA-6DA5-7BFD-FE56-2B473F3FC386}"/>
                    </a:ext>
                  </a:extLst>
                </p14:cNvPr>
                <p14:cNvContentPartPr/>
                <p14:nvPr/>
              </p14:nvContentPartPr>
              <p14:xfrm>
                <a:off x="1570939" y="3876289"/>
                <a:ext cx="117720" cy="140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CC5BCEA-6DA5-7BFD-FE56-2B473F3FC38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564819" y="3870169"/>
                  <a:ext cx="129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9A52679-1BE2-510E-3383-547141E0493D}"/>
                    </a:ext>
                  </a:extLst>
                </p14:cNvPr>
                <p14:cNvContentPartPr/>
                <p14:nvPr/>
              </p14:nvContentPartPr>
              <p14:xfrm>
                <a:off x="1601899" y="3855769"/>
                <a:ext cx="105480" cy="200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9A52679-1BE2-510E-3383-547141E0493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595779" y="3849660"/>
                  <a:ext cx="117720" cy="2123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DD758DC-68F9-8156-EFE0-C7C0A3D25558}"/>
                    </a:ext>
                  </a:extLst>
                </p14:cNvPr>
                <p14:cNvContentPartPr/>
                <p14:nvPr/>
              </p14:nvContentPartPr>
              <p14:xfrm>
                <a:off x="1527019" y="3906169"/>
                <a:ext cx="222480" cy="111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DD758DC-68F9-8156-EFE0-C7C0A3D2555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520899" y="3900049"/>
                  <a:ext cx="234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ABA19DD-E585-CA65-B834-945A9ACE64B8}"/>
                    </a:ext>
                  </a:extLst>
                </p14:cNvPr>
                <p14:cNvContentPartPr/>
                <p14:nvPr/>
              </p14:nvContentPartPr>
              <p14:xfrm>
                <a:off x="1591819" y="3905089"/>
                <a:ext cx="99720" cy="61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ABA19DD-E585-CA65-B834-945A9ACE64B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585699" y="3898969"/>
                  <a:ext cx="111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B091C6F-9F03-D52E-7BBE-5381B3461BE8}"/>
                    </a:ext>
                  </a:extLst>
                </p14:cNvPr>
                <p14:cNvContentPartPr/>
                <p14:nvPr/>
              </p14:nvContentPartPr>
              <p14:xfrm>
                <a:off x="1556179" y="3892129"/>
                <a:ext cx="160560" cy="79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B091C6F-9F03-D52E-7BBE-5381B3461BE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50059" y="3886037"/>
                  <a:ext cx="172800" cy="917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39F875-17B3-4D40-7704-5CEA34D625A1}"/>
                    </a:ext>
                  </a:extLst>
                </p14:cNvPr>
                <p14:cNvContentPartPr/>
                <p14:nvPr/>
              </p14:nvContentPartPr>
              <p14:xfrm>
                <a:off x="1583899" y="3916249"/>
                <a:ext cx="150120" cy="37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339F875-17B3-4D40-7704-5CEA34D625A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577779" y="3910129"/>
                  <a:ext cx="162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1CA1770-00E9-C032-5A2F-EFA794563420}"/>
                    </a:ext>
                  </a:extLst>
                </p14:cNvPr>
                <p14:cNvContentPartPr/>
                <p14:nvPr/>
              </p14:nvContentPartPr>
              <p14:xfrm>
                <a:off x="1755259" y="3869089"/>
                <a:ext cx="169560" cy="255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1CA1770-00E9-C032-5A2F-EFA79456342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749139" y="3862969"/>
                  <a:ext cx="1818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9BE48AF-7D8A-93FB-D571-E1A51977A2C2}"/>
                    </a:ext>
                  </a:extLst>
                </p14:cNvPr>
                <p14:cNvContentPartPr/>
                <p14:nvPr/>
              </p14:nvContentPartPr>
              <p14:xfrm>
                <a:off x="2127139" y="2995729"/>
                <a:ext cx="128880" cy="153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9BE48AF-7D8A-93FB-D571-E1A51977A2C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121019" y="2989623"/>
                  <a:ext cx="141120" cy="1659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805B925-9C48-36F0-96AB-46A36BA285A6}"/>
                    </a:ext>
                  </a:extLst>
                </p14:cNvPr>
                <p14:cNvContentPartPr/>
                <p14:nvPr/>
              </p14:nvContentPartPr>
              <p14:xfrm>
                <a:off x="2148019" y="3009769"/>
                <a:ext cx="82440" cy="153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805B925-9C48-36F0-96AB-46A36BA285A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141899" y="3003663"/>
                  <a:ext cx="94680" cy="1655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108A817-C572-395E-F005-13914E23F221}"/>
                    </a:ext>
                  </a:extLst>
                </p14:cNvPr>
                <p14:cNvContentPartPr/>
                <p14:nvPr/>
              </p14:nvContentPartPr>
              <p14:xfrm>
                <a:off x="2100499" y="3032089"/>
                <a:ext cx="156240" cy="122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108A817-C572-395E-F005-13914E23F22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094379" y="3025969"/>
                  <a:ext cx="168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BFCE546-176C-16F6-5C66-A6BD0457D32B}"/>
                    </a:ext>
                  </a:extLst>
                </p14:cNvPr>
                <p14:cNvContentPartPr/>
                <p14:nvPr/>
              </p14:nvContentPartPr>
              <p14:xfrm>
                <a:off x="2120659" y="3038569"/>
                <a:ext cx="88920" cy="67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BFCE546-176C-16F6-5C66-A6BD0457D32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114539" y="3032416"/>
                  <a:ext cx="101160" cy="799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84D24A8-0528-E2C7-E9A1-49FC4AA66EEB}"/>
                    </a:ext>
                  </a:extLst>
                </p14:cNvPr>
                <p14:cNvContentPartPr/>
                <p14:nvPr/>
              </p14:nvContentPartPr>
              <p14:xfrm>
                <a:off x="2119219" y="3063409"/>
                <a:ext cx="132480" cy="47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84D24A8-0528-E2C7-E9A1-49FC4AA66EE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113099" y="3057289"/>
                  <a:ext cx="144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2B17D1E-B5B9-51D2-25FF-87A40ACC84A4}"/>
                    </a:ext>
                  </a:extLst>
                </p14:cNvPr>
                <p14:cNvContentPartPr/>
                <p14:nvPr/>
              </p14:nvContentPartPr>
              <p14:xfrm>
                <a:off x="2096179" y="3047929"/>
                <a:ext cx="177480" cy="802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2B17D1E-B5B9-51D2-25FF-87A40ACC84A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090059" y="3041809"/>
                  <a:ext cx="189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068A3FD-0EC8-A2B5-D9AF-78007E100854}"/>
                    </a:ext>
                  </a:extLst>
                </p14:cNvPr>
                <p14:cNvContentPartPr/>
                <p14:nvPr/>
              </p14:nvContentPartPr>
              <p14:xfrm>
                <a:off x="2338099" y="2957209"/>
                <a:ext cx="151560" cy="208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068A3FD-0EC8-A2B5-D9AF-78007E10085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331979" y="2951089"/>
                  <a:ext cx="16380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4D4152D-AAAA-642C-C817-E58DF62560D1}"/>
              </a:ext>
            </a:extLst>
          </p:cNvPr>
          <p:cNvGrpSpPr/>
          <p:nvPr/>
        </p:nvGrpSpPr>
        <p:grpSpPr>
          <a:xfrm>
            <a:off x="434230" y="2590205"/>
            <a:ext cx="3598334" cy="2209800"/>
            <a:chOff x="4969933" y="948267"/>
            <a:chExt cx="3598334" cy="2209800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BD91A2D3-824D-1B57-A7F8-C39492DF29DD}"/>
                </a:ext>
              </a:extLst>
            </p:cNvPr>
            <p:cNvCxnSpPr>
              <a:cxnSpLocks/>
            </p:cNvCxnSpPr>
            <p:nvPr/>
          </p:nvCxnSpPr>
          <p:spPr>
            <a:xfrm>
              <a:off x="4969933" y="948267"/>
              <a:ext cx="0" cy="22098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74A9B13-0857-6F21-646C-F16F3703CC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9933" y="3158067"/>
              <a:ext cx="3598334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6" name="Google Shape;102;p19">
            <a:extLst>
              <a:ext uri="{FF2B5EF4-FFF2-40B4-BE49-F238E27FC236}">
                <a16:creationId xmlns:a16="http://schemas.microsoft.com/office/drawing/2014/main" id="{8215BEA7-E6C6-B4F3-F45C-BF2AF5AB5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3640266"/>
              </p:ext>
            </p:extLst>
          </p:nvPr>
        </p:nvGraphicFramePr>
        <p:xfrm>
          <a:off x="4581089" y="2406903"/>
          <a:ext cx="3331644" cy="12951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13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627072239"/>
                    </a:ext>
                  </a:extLst>
                </a:gridCol>
              </a:tblGrid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4,1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4,1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5.9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3.35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8.6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7" name="TextBox 136">
            <a:extLst>
              <a:ext uri="{FF2B5EF4-FFF2-40B4-BE49-F238E27FC236}">
                <a16:creationId xmlns:a16="http://schemas.microsoft.com/office/drawing/2014/main" id="{541F62D6-2D74-96DA-0492-063C40FE107B}"/>
              </a:ext>
            </a:extLst>
          </p:cNvPr>
          <p:cNvSpPr txBox="1"/>
          <p:nvPr/>
        </p:nvSpPr>
        <p:spPr>
          <a:xfrm>
            <a:off x="4550127" y="817438"/>
            <a:ext cx="8703433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SzPts val="1300"/>
              <a:buFont typeface="+mj-lt"/>
              <a:buAutoNum type="arabicPeriod"/>
              <a:defRPr sz="1800">
                <a:solidFill>
                  <a:schemeClr val="bg1">
                    <a:lumMod val="50000"/>
                  </a:schemeClr>
                </a:solidFill>
                <a:ea typeface="Lato"/>
                <a:sym typeface="Lato"/>
              </a:defRPr>
            </a:lvl1pPr>
            <a:lvl2pPr marL="914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u="sng" dirty="0"/>
              <a:t>Using Centroid Linkage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Centre (4,1) = [(5+4)/2, (6+8)/2)] = (4.5,7)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</a:t>
            </a:r>
            <a:r>
              <a:rPr lang="en-GB" b="1" dirty="0"/>
              <a:t>(</a:t>
            </a:r>
            <a:r>
              <a:rPr lang="en-GB" dirty="0"/>
              <a:t>(4,1),2</a:t>
            </a:r>
            <a:r>
              <a:rPr lang="en-GB" b="1" dirty="0"/>
              <a:t>)</a:t>
            </a:r>
            <a:r>
              <a:rPr lang="en-GB" dirty="0"/>
              <a:t>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(5-10)</a:t>
            </a:r>
            <a:r>
              <a:rPr lang="en-GB" baseline="30000" dirty="0"/>
              <a:t> 2 </a:t>
            </a:r>
            <a:r>
              <a:rPr lang="en-GB" dirty="0"/>
              <a:t>+(6-9)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</a:p>
        </p:txBody>
      </p:sp>
      <p:graphicFrame>
        <p:nvGraphicFramePr>
          <p:cNvPr id="3" name="Google Shape;102;p19">
            <a:extLst>
              <a:ext uri="{FF2B5EF4-FFF2-40B4-BE49-F238E27FC236}">
                <a16:creationId xmlns:a16="http://schemas.microsoft.com/office/drawing/2014/main" id="{8215BEA7-E6C6-B4F3-F45C-BF2AF5AB5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8958242"/>
              </p:ext>
            </p:extLst>
          </p:nvPr>
        </p:nvGraphicFramePr>
        <p:xfrm>
          <a:off x="4581089" y="4017049"/>
          <a:ext cx="2525518" cy="97139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13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</a:tblGrid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4,1,3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4,1,3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7.5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5130E7-94AC-8976-A32C-1520E0F6DC85}"/>
                  </a:ext>
                </a:extLst>
              </p14:cNvPr>
              <p14:cNvContentPartPr/>
              <p14:nvPr/>
            </p14:nvContentPartPr>
            <p14:xfrm>
              <a:off x="1230480" y="730080"/>
              <a:ext cx="7491600" cy="4293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5130E7-94AC-8976-A32C-1520E0F6DC85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221120" y="720720"/>
                <a:ext cx="7510320" cy="431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745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333978E-9030-3AE4-A7E5-E0D0DB40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2B9FF9DC-BBD4-CAA7-3485-2BA7DC11E4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Linkage Criteria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0E7E92F-0E7C-AF82-701B-91F2826C1B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4" y="1169894"/>
            <a:ext cx="7431316" cy="356669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1600" dirty="0"/>
              <a:t>Many variants to defining closest pair of clusters</a:t>
            </a:r>
          </a:p>
          <a:p>
            <a:pPr eaLnBrk="1" hangingPunct="1"/>
            <a:r>
              <a:rPr lang="en-US" altLang="en-US" sz="1600" b="1" dirty="0">
                <a:sym typeface="Symbol" panose="05050102010706020507" pitchFamily="18" charset="2"/>
              </a:rPr>
              <a:t>Single-link</a:t>
            </a:r>
          </a:p>
          <a:p>
            <a:pPr lvl="1" eaLnBrk="1" hangingPunct="1"/>
            <a:r>
              <a:rPr lang="en-US" altLang="en-US" sz="1400" dirty="0">
                <a:sym typeface="Symbol" panose="05050102010706020507" pitchFamily="18" charset="2"/>
              </a:rPr>
              <a:t>Similarity of the </a:t>
            </a:r>
            <a:r>
              <a:rPr lang="en-US" altLang="en-US" sz="1400" i="1" dirty="0">
                <a:sym typeface="Symbol" panose="05050102010706020507" pitchFamily="18" charset="2"/>
              </a:rPr>
              <a:t>most</a:t>
            </a:r>
            <a:r>
              <a:rPr lang="en-US" altLang="en-US" sz="1400" dirty="0">
                <a:sym typeface="Symbol" panose="05050102010706020507" pitchFamily="18" charset="2"/>
              </a:rPr>
              <a:t> cosine-similar (single-link)</a:t>
            </a:r>
          </a:p>
          <a:p>
            <a:pPr eaLnBrk="1" hangingPunct="1"/>
            <a:r>
              <a:rPr lang="en-US" altLang="en-US" sz="1600" b="1" dirty="0">
                <a:sym typeface="Symbol" panose="05050102010706020507" pitchFamily="18" charset="2"/>
              </a:rPr>
              <a:t>Complete-link</a:t>
            </a:r>
          </a:p>
          <a:p>
            <a:pPr lvl="1" eaLnBrk="1" hangingPunct="1"/>
            <a:r>
              <a:rPr lang="en-US" altLang="en-US" sz="1400" dirty="0">
                <a:sym typeface="Symbol" panose="05050102010706020507" pitchFamily="18" charset="2"/>
              </a:rPr>
              <a:t>Similarity of the “furthest” points, the </a:t>
            </a:r>
            <a:r>
              <a:rPr lang="en-US" altLang="en-US" sz="1400" i="1" dirty="0">
                <a:sym typeface="Symbol" panose="05050102010706020507" pitchFamily="18" charset="2"/>
              </a:rPr>
              <a:t>least</a:t>
            </a:r>
            <a:r>
              <a:rPr lang="en-US" altLang="en-US" sz="1400" dirty="0">
                <a:sym typeface="Symbol" panose="05050102010706020507" pitchFamily="18" charset="2"/>
              </a:rPr>
              <a:t> cosine-similar</a:t>
            </a:r>
            <a:endParaRPr lang="en-US" altLang="en-US" sz="1400" dirty="0"/>
          </a:p>
          <a:p>
            <a:pPr eaLnBrk="1" hangingPunct="1"/>
            <a:r>
              <a:rPr lang="en-US" altLang="en-US" sz="1600" b="1" dirty="0"/>
              <a:t>Centroid</a:t>
            </a:r>
          </a:p>
          <a:p>
            <a:pPr lvl="1" eaLnBrk="1" hangingPunct="1"/>
            <a:r>
              <a:rPr lang="en-US" altLang="en-US" sz="1400" dirty="0">
                <a:sym typeface="Symbol" panose="05050102010706020507" pitchFamily="18" charset="2"/>
              </a:rPr>
              <a:t>Clusters whose centroids (centers of gravity) are the most cosine-similar</a:t>
            </a:r>
          </a:p>
          <a:p>
            <a:pPr eaLnBrk="1" hangingPunct="1"/>
            <a:r>
              <a:rPr lang="en-US" altLang="en-US" sz="1600" b="1" dirty="0">
                <a:sym typeface="Symbol" panose="05050102010706020507" pitchFamily="18" charset="2"/>
              </a:rPr>
              <a:t>Average-link</a:t>
            </a:r>
          </a:p>
          <a:p>
            <a:pPr lvl="1" eaLnBrk="1" hangingPunct="1"/>
            <a:r>
              <a:rPr lang="en-US" altLang="en-US" sz="1400" dirty="0">
                <a:sym typeface="Symbol" panose="05050102010706020507" pitchFamily="18" charset="2"/>
              </a:rPr>
              <a:t>Average cosine between pairs of elements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78AB46-932F-7C91-F365-306040DFECA1}"/>
                  </a:ext>
                </a:extLst>
              </p14:cNvPr>
              <p14:cNvContentPartPr/>
              <p14:nvPr/>
            </p14:nvContentPartPr>
            <p14:xfrm>
              <a:off x="762480" y="1438920"/>
              <a:ext cx="5044320" cy="2280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578AB46-932F-7C91-F365-306040DFEC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3120" y="1429560"/>
                <a:ext cx="5063040" cy="229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2252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856780D-ADEE-057D-6138-CE592563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6FF58521-893A-95F2-73EC-9C86833C07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Single Linkage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80FDF93-F8B6-B606-803B-DC32107C3D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4" y="1131570"/>
            <a:ext cx="4017717" cy="2880360"/>
          </a:xfrm>
        </p:spPr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Use maximum similarity of pairs:</a:t>
            </a:r>
          </a:p>
          <a:p>
            <a:pPr eaLnBrk="1" hangingPunct="1">
              <a:spcBef>
                <a:spcPts val="600"/>
              </a:spcBef>
            </a:pPr>
            <a:endParaRPr lang="en-US" altLang="en-US" sz="1600" dirty="0"/>
          </a:p>
          <a:p>
            <a:pPr eaLnBrk="1" hangingPunct="1">
              <a:spcBef>
                <a:spcPts val="600"/>
              </a:spcBef>
            </a:pPr>
            <a:endParaRPr lang="en-US" altLang="en-US" sz="1600" dirty="0"/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Can result in “straggly” (long and thin) clusters due to chaining effect.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After merging </a:t>
            </a:r>
            <a:r>
              <a:rPr lang="en-US" altLang="en-US" sz="1600" i="1" dirty="0"/>
              <a:t>c</a:t>
            </a:r>
            <a:r>
              <a:rPr lang="en-US" altLang="en-US" sz="1600" i="1" baseline="-25000" dirty="0"/>
              <a:t>i</a:t>
            </a:r>
            <a:r>
              <a:rPr lang="en-US" altLang="en-US" sz="1600" dirty="0"/>
              <a:t> and </a:t>
            </a:r>
            <a:r>
              <a:rPr lang="en-US" altLang="en-US" sz="1600" i="1" dirty="0" err="1"/>
              <a:t>c</a:t>
            </a:r>
            <a:r>
              <a:rPr lang="en-US" altLang="en-US" sz="1600" i="1" baseline="-25000" dirty="0" err="1"/>
              <a:t>j</a:t>
            </a:r>
            <a:r>
              <a:rPr lang="en-US" altLang="en-US" sz="1600" dirty="0"/>
              <a:t>, the similarity of the resulting cluster to another cluster, </a:t>
            </a:r>
            <a:r>
              <a:rPr lang="en-US" altLang="en-US" sz="1600" i="1" dirty="0"/>
              <a:t>c</a:t>
            </a:r>
            <a:r>
              <a:rPr lang="en-US" altLang="en-US" sz="1600" i="1" baseline="-25000" dirty="0"/>
              <a:t>k</a:t>
            </a:r>
            <a:r>
              <a:rPr lang="en-US" altLang="en-US" sz="1600" dirty="0"/>
              <a:t>, is:</a:t>
            </a:r>
          </a:p>
          <a:p>
            <a:pPr lvl="1" eaLnBrk="1" hangingPunct="1">
              <a:spcBef>
                <a:spcPts val="600"/>
              </a:spcBef>
            </a:pPr>
            <a:endParaRPr lang="en-US" altLang="en-US" sz="1400" dirty="0"/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01B8C561-C012-3B54-37E4-5DFB92500F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399392"/>
              </p:ext>
            </p:extLst>
          </p:nvPr>
        </p:nvGraphicFramePr>
        <p:xfrm>
          <a:off x="823957" y="1700016"/>
          <a:ext cx="3310127" cy="599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52480" imgH="317160" progId="Equation.3">
                  <p:embed/>
                </p:oleObj>
              </mc:Choice>
              <mc:Fallback>
                <p:oleObj name="Equation" r:id="rId3" imgW="1752480" imgH="317160" progId="Equation.3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01B8C561-C012-3B54-37E4-5DFB92500F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957" y="1700016"/>
                        <a:ext cx="3310127" cy="5995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0778B93-87F5-D02B-B907-F9065DE2F9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9807119"/>
              </p:ext>
            </p:extLst>
          </p:nvPr>
        </p:nvGraphicFramePr>
        <p:xfrm>
          <a:off x="661416" y="4117512"/>
          <a:ext cx="3554964" cy="29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82880" imgH="241200" progId="Equation.3">
                  <p:embed/>
                </p:oleObj>
              </mc:Choice>
              <mc:Fallback>
                <p:oleObj name="Equation" r:id="rId5" imgW="2882880" imgH="241200" progId="Equation.3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80778B93-87F5-D02B-B907-F9065DE2F9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416" y="4117512"/>
                        <a:ext cx="3554964" cy="29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">
            <a:extLst>
              <a:ext uri="{FF2B5EF4-FFF2-40B4-BE49-F238E27FC236}">
                <a16:creationId xmlns:a16="http://schemas.microsoft.com/office/drawing/2014/main" id="{A283BCFC-3C6D-0E4B-F1EA-0DAF4CD8FAE7}"/>
              </a:ext>
            </a:extLst>
          </p:cNvPr>
          <p:cNvGrpSpPr>
            <a:grpSpLocks/>
          </p:cNvGrpSpPr>
          <p:nvPr/>
        </p:nvGrpSpPr>
        <p:grpSpPr bwMode="auto">
          <a:xfrm>
            <a:off x="4559744" y="1134755"/>
            <a:ext cx="3922840" cy="3485612"/>
            <a:chOff x="623" y="1104"/>
            <a:chExt cx="4632" cy="2549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AC7C62DB-2E7A-6606-3336-387056E965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1104"/>
              <a:ext cx="0" cy="25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28201CD5-59D3-3470-B33D-0B2264835B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3653"/>
              <a:ext cx="4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</p:grpSp>
      <p:sp>
        <p:nvSpPr>
          <p:cNvPr id="9" name="Oval 6">
            <a:extLst>
              <a:ext uri="{FF2B5EF4-FFF2-40B4-BE49-F238E27FC236}">
                <a16:creationId xmlns:a16="http://schemas.microsoft.com/office/drawing/2014/main" id="{5E10028F-09E5-9453-EFED-97DF249DD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6990" y="1963942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0F28F0E4-219F-4CBE-EB57-DDCF1D35E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190" y="1963942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92969F94-2429-9D70-99BC-B7FCE2478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6990" y="3411742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8F8C3BC5-DA50-7730-810A-455FD5A62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190" y="3411742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" name="Oval 10">
            <a:extLst>
              <a:ext uri="{FF2B5EF4-FFF2-40B4-BE49-F238E27FC236}">
                <a16:creationId xmlns:a16="http://schemas.microsoft.com/office/drawing/2014/main" id="{1051AD36-AAC5-0010-8E02-EED5499E7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9385" y="1950412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B817292B-923C-B2F3-37CB-A18DF4EAF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7585" y="1950412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A37FD189-2442-AC90-E050-F529A16FA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9738" y="3377279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" name="Oval 13">
            <a:extLst>
              <a:ext uri="{FF2B5EF4-FFF2-40B4-BE49-F238E27FC236}">
                <a16:creationId xmlns:a16="http://schemas.microsoft.com/office/drawing/2014/main" id="{E0607348-E5BC-7B28-8A37-C706C2ECF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938" y="3377279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" name="Oval 14">
            <a:extLst>
              <a:ext uri="{FF2B5EF4-FFF2-40B4-BE49-F238E27FC236}">
                <a16:creationId xmlns:a16="http://schemas.microsoft.com/office/drawing/2014/main" id="{63C74C26-EF26-9E46-F8CA-8C37157BB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910" y="1673224"/>
            <a:ext cx="1232326" cy="63354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3E370600-6BAE-D68F-472C-CF3262246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680" y="3086561"/>
            <a:ext cx="1232326" cy="63354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2CC2D486-B536-6B9B-F047-26BF61999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5305" y="1659694"/>
            <a:ext cx="1232326" cy="63354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" name="Oval 17">
            <a:extLst>
              <a:ext uri="{FF2B5EF4-FFF2-40B4-BE49-F238E27FC236}">
                <a16:creationId xmlns:a16="http://schemas.microsoft.com/office/drawing/2014/main" id="{022E2F1B-0029-CCD0-5B83-AAC1E62D2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910" y="3121024"/>
            <a:ext cx="1232326" cy="63354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" name="Oval 18">
            <a:extLst>
              <a:ext uri="{FF2B5EF4-FFF2-40B4-BE49-F238E27FC236}">
                <a16:creationId xmlns:a16="http://schemas.microsoft.com/office/drawing/2014/main" id="{D2E453AE-22A1-AC99-D9A3-B79C02A48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0725" y="1527845"/>
            <a:ext cx="3327282" cy="915116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" name="Oval 19">
            <a:extLst>
              <a:ext uri="{FF2B5EF4-FFF2-40B4-BE49-F238E27FC236}">
                <a16:creationId xmlns:a16="http://schemas.microsoft.com/office/drawing/2014/main" id="{482EBBB8-E19F-4267-45F2-33D836A03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25" y="2975645"/>
            <a:ext cx="3327282" cy="915116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" name="Oval 20">
            <a:extLst>
              <a:ext uri="{FF2B5EF4-FFF2-40B4-BE49-F238E27FC236}">
                <a16:creationId xmlns:a16="http://schemas.microsoft.com/office/drawing/2014/main" id="{F6722510-8230-6858-AA28-6F575B895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962" y="1032825"/>
            <a:ext cx="4008460" cy="3327634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61CC4A5-E531-C044-9316-F9E9D1D7DD01}"/>
                  </a:ext>
                </a:extLst>
              </p14:cNvPr>
              <p14:cNvContentPartPr/>
              <p14:nvPr/>
            </p14:nvContentPartPr>
            <p14:xfrm>
              <a:off x="5343120" y="1963080"/>
              <a:ext cx="2684880" cy="738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61CC4A5-E531-C044-9316-F9E9D1D7DD0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33760" y="1953720"/>
                <a:ext cx="2703600" cy="9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881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AB6A5C6-BCFF-508C-D2BB-3E4732E55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472A61D6-84D3-C8BA-B831-91E0C4A632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Complete Linkage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D4C4080-797B-F7C9-2BA4-60FC69A108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4" y="1131570"/>
            <a:ext cx="4135266" cy="2880360"/>
          </a:xfrm>
        </p:spPr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Use minimum similarity of pairs:</a:t>
            </a:r>
          </a:p>
          <a:p>
            <a:pPr eaLnBrk="1" hangingPunct="1">
              <a:spcBef>
                <a:spcPts val="600"/>
              </a:spcBef>
            </a:pPr>
            <a:endParaRPr lang="en-US" altLang="en-US" sz="1600" dirty="0"/>
          </a:p>
          <a:p>
            <a:pPr eaLnBrk="1" hangingPunct="1">
              <a:spcBef>
                <a:spcPts val="600"/>
              </a:spcBef>
            </a:pPr>
            <a:endParaRPr lang="en-US" altLang="en-US" sz="1600" dirty="0"/>
          </a:p>
          <a:p>
            <a:pPr eaLnBrk="1" hangingPunct="1">
              <a:spcBef>
                <a:spcPts val="600"/>
              </a:spcBef>
            </a:pPr>
            <a:r>
              <a:rPr lang="en-GB" altLang="en-US" sz="1600" dirty="0"/>
              <a:t>Makes “tighter,” spherical clusters that are typically preferable.</a:t>
            </a:r>
            <a:endParaRPr lang="en-US" altLang="en-US" sz="1600" dirty="0"/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After merging </a:t>
            </a:r>
            <a:r>
              <a:rPr lang="en-US" altLang="en-US" sz="1600" i="1" dirty="0"/>
              <a:t>c</a:t>
            </a:r>
            <a:r>
              <a:rPr lang="en-US" altLang="en-US" sz="1600" i="1" baseline="-25000" dirty="0"/>
              <a:t>i</a:t>
            </a:r>
            <a:r>
              <a:rPr lang="en-US" altLang="en-US" sz="1600" dirty="0"/>
              <a:t> and </a:t>
            </a:r>
            <a:r>
              <a:rPr lang="en-US" altLang="en-US" sz="1600" i="1" dirty="0" err="1"/>
              <a:t>c</a:t>
            </a:r>
            <a:r>
              <a:rPr lang="en-US" altLang="en-US" sz="1600" i="1" baseline="-25000" dirty="0" err="1"/>
              <a:t>j</a:t>
            </a:r>
            <a:r>
              <a:rPr lang="en-US" altLang="en-US" sz="1600" dirty="0"/>
              <a:t>, the similarity of the resulting cluster to another cluster, </a:t>
            </a:r>
            <a:r>
              <a:rPr lang="en-US" altLang="en-US" sz="1600" i="1" dirty="0"/>
              <a:t>c</a:t>
            </a:r>
            <a:r>
              <a:rPr lang="en-US" altLang="en-US" sz="1600" i="1" baseline="-25000" dirty="0"/>
              <a:t>k</a:t>
            </a:r>
            <a:r>
              <a:rPr lang="en-US" altLang="en-US" sz="1600" dirty="0"/>
              <a:t>, is:</a:t>
            </a:r>
          </a:p>
          <a:p>
            <a:pPr lvl="1" eaLnBrk="1" hangingPunct="1">
              <a:spcBef>
                <a:spcPts val="600"/>
              </a:spcBef>
            </a:pPr>
            <a:endParaRPr lang="en-US" altLang="en-US" sz="1400" dirty="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2390A87D-974D-6E93-FB0D-A6DC0B5348E7}"/>
              </a:ext>
            </a:extLst>
          </p:cNvPr>
          <p:cNvGrpSpPr>
            <a:grpSpLocks/>
          </p:cNvGrpSpPr>
          <p:nvPr/>
        </p:nvGrpSpPr>
        <p:grpSpPr bwMode="auto">
          <a:xfrm>
            <a:off x="4686702" y="1095403"/>
            <a:ext cx="4281567" cy="3659477"/>
            <a:chOff x="623" y="1104"/>
            <a:chExt cx="4632" cy="2549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A2A258F5-9055-9094-95E0-8513EFCCAE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1104"/>
              <a:ext cx="0" cy="25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2B26C848-ECD8-FA63-A19A-5E0F02B92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3653"/>
              <a:ext cx="4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</p:grpSp>
      <p:graphicFrame>
        <p:nvGraphicFramePr>
          <p:cNvPr id="24" name="Object 3">
            <a:extLst>
              <a:ext uri="{FF2B5EF4-FFF2-40B4-BE49-F238E27FC236}">
                <a16:creationId xmlns:a16="http://schemas.microsoft.com/office/drawing/2014/main" id="{97506092-A2D0-D761-4AC2-50328B11FB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369713"/>
              </p:ext>
            </p:extLst>
          </p:nvPr>
        </p:nvGraphicFramePr>
        <p:xfrm>
          <a:off x="666766" y="3953834"/>
          <a:ext cx="3946956" cy="333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57320" imgH="241200" progId="Equation.3">
                  <p:embed/>
                </p:oleObj>
              </mc:Choice>
              <mc:Fallback>
                <p:oleObj name="Equation" r:id="rId3" imgW="2857320" imgH="241200" progId="Equation.3">
                  <p:embed/>
                  <p:pic>
                    <p:nvPicPr>
                      <p:cNvPr id="24" name="Object 3">
                        <a:extLst>
                          <a:ext uri="{FF2B5EF4-FFF2-40B4-BE49-F238E27FC236}">
                            <a16:creationId xmlns:a16="http://schemas.microsoft.com/office/drawing/2014/main" id="{97506092-A2D0-D761-4AC2-50328B11FB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66" y="3953834"/>
                        <a:ext cx="3946956" cy="333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>
            <a:extLst>
              <a:ext uri="{FF2B5EF4-FFF2-40B4-BE49-F238E27FC236}">
                <a16:creationId xmlns:a16="http://schemas.microsoft.com/office/drawing/2014/main" id="{733DE1EC-D180-8BF8-BF3C-66B07EB45A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965048"/>
              </p:ext>
            </p:extLst>
          </p:nvPr>
        </p:nvGraphicFramePr>
        <p:xfrm>
          <a:off x="776288" y="1651989"/>
          <a:ext cx="3511296" cy="610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52480" imgH="304560" progId="Equation.3">
                  <p:embed/>
                </p:oleObj>
              </mc:Choice>
              <mc:Fallback>
                <p:oleObj name="Equation" r:id="rId5" imgW="1752480" imgH="304560" progId="Equation.3">
                  <p:embed/>
                  <p:pic>
                    <p:nvPicPr>
                      <p:cNvPr id="25" name="Object 2">
                        <a:extLst>
                          <a:ext uri="{FF2B5EF4-FFF2-40B4-BE49-F238E27FC236}">
                            <a16:creationId xmlns:a16="http://schemas.microsoft.com/office/drawing/2014/main" id="{733DE1EC-D180-8BF8-BF3C-66B07EB45A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88" y="1651989"/>
                        <a:ext cx="3511296" cy="6107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Oval 6">
            <a:extLst>
              <a:ext uri="{FF2B5EF4-FFF2-40B4-BE49-F238E27FC236}">
                <a16:creationId xmlns:a16="http://schemas.microsoft.com/office/drawing/2014/main" id="{508F2179-8786-D3E4-CD39-66ADCC8B3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66" y="4470048"/>
            <a:ext cx="505968" cy="371855"/>
          </a:xfrm>
          <a:prstGeom prst="ellipse">
            <a:avLst/>
          </a:prstGeom>
          <a:solidFill>
            <a:srgbClr val="FF00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en-US" altLang="en-US" sz="1400" i="1">
                <a:solidFill>
                  <a:schemeClr val="bg2"/>
                </a:solidFill>
              </a:rPr>
              <a:t>C</a:t>
            </a:r>
            <a:r>
              <a:rPr lang="en-US" altLang="en-US" sz="1400" i="1" baseline="-25000">
                <a:solidFill>
                  <a:schemeClr val="bg2"/>
                </a:solidFill>
              </a:rPr>
              <a:t>i</a:t>
            </a:r>
          </a:p>
        </p:txBody>
      </p:sp>
      <p:sp>
        <p:nvSpPr>
          <p:cNvPr id="32" name="Oval 7">
            <a:extLst>
              <a:ext uri="{FF2B5EF4-FFF2-40B4-BE49-F238E27FC236}">
                <a16:creationId xmlns:a16="http://schemas.microsoft.com/office/drawing/2014/main" id="{45DBEC5A-4F01-A5C1-CFFA-6D4821112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598" y="4466784"/>
            <a:ext cx="505968" cy="371855"/>
          </a:xfrm>
          <a:prstGeom prst="ellipse">
            <a:avLst/>
          </a:prstGeom>
          <a:solidFill>
            <a:srgbClr val="FF00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en-US" altLang="en-US" sz="1400" i="1" dirty="0" err="1">
                <a:solidFill>
                  <a:schemeClr val="bg2"/>
                </a:solidFill>
              </a:rPr>
              <a:t>C</a:t>
            </a:r>
            <a:r>
              <a:rPr lang="en-US" altLang="en-US" sz="1400" i="1" baseline="-25000" dirty="0" err="1">
                <a:solidFill>
                  <a:schemeClr val="bg2"/>
                </a:solidFill>
              </a:rPr>
              <a:t>j</a:t>
            </a:r>
            <a:endParaRPr lang="en-US" altLang="en-US" sz="1400" i="1" baseline="-25000" dirty="0">
              <a:solidFill>
                <a:schemeClr val="bg2"/>
              </a:solidFill>
            </a:endParaRPr>
          </a:p>
        </p:txBody>
      </p:sp>
      <p:sp>
        <p:nvSpPr>
          <p:cNvPr id="33" name="Oval 8">
            <a:extLst>
              <a:ext uri="{FF2B5EF4-FFF2-40B4-BE49-F238E27FC236}">
                <a16:creationId xmlns:a16="http://schemas.microsoft.com/office/drawing/2014/main" id="{4179E3DC-A7EA-E770-EFCD-54427C043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887" y="4464863"/>
            <a:ext cx="505968" cy="371855"/>
          </a:xfrm>
          <a:prstGeom prst="ellipse">
            <a:avLst/>
          </a:prstGeom>
          <a:solidFill>
            <a:srgbClr val="FF00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en-US" altLang="en-US" sz="1400" i="1" dirty="0">
                <a:solidFill>
                  <a:schemeClr val="bg2"/>
                </a:solidFill>
              </a:rPr>
              <a:t>C</a:t>
            </a:r>
            <a:r>
              <a:rPr lang="en-US" altLang="en-US" sz="1400" i="1" baseline="-25000" dirty="0">
                <a:solidFill>
                  <a:schemeClr val="bg2"/>
                </a:solidFill>
              </a:rPr>
              <a:t>k</a:t>
            </a:r>
          </a:p>
        </p:txBody>
      </p:sp>
      <p:cxnSp>
        <p:nvCxnSpPr>
          <p:cNvPr id="34" name="AutoShape 9">
            <a:extLst>
              <a:ext uri="{FF2B5EF4-FFF2-40B4-BE49-F238E27FC236}">
                <a16:creationId xmlns:a16="http://schemas.microsoft.com/office/drawing/2014/main" id="{259435E7-2A73-9763-1084-859869E0FA79}"/>
              </a:ext>
            </a:extLst>
          </p:cNvPr>
          <p:cNvCxnSpPr>
            <a:cxnSpLocks noChangeShapeType="1"/>
            <a:stCxn id="31" idx="6"/>
            <a:endCxn id="32" idx="2"/>
          </p:cNvCxnSpPr>
          <p:nvPr/>
        </p:nvCxnSpPr>
        <p:spPr bwMode="auto">
          <a:xfrm flipV="1">
            <a:off x="1172734" y="4652712"/>
            <a:ext cx="705864" cy="3264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AutoShape 10">
            <a:extLst>
              <a:ext uri="{FF2B5EF4-FFF2-40B4-BE49-F238E27FC236}">
                <a16:creationId xmlns:a16="http://schemas.microsoft.com/office/drawing/2014/main" id="{A953662C-A144-F4E3-1CF9-6936D7670AF8}"/>
              </a:ext>
            </a:extLst>
          </p:cNvPr>
          <p:cNvCxnSpPr>
            <a:cxnSpLocks noChangeShapeType="1"/>
            <a:stCxn id="32" idx="6"/>
            <a:endCxn id="33" idx="2"/>
          </p:cNvCxnSpPr>
          <p:nvPr/>
        </p:nvCxnSpPr>
        <p:spPr bwMode="auto">
          <a:xfrm flipV="1">
            <a:off x="2384566" y="4650791"/>
            <a:ext cx="1362321" cy="1921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Oval 6">
            <a:extLst>
              <a:ext uri="{FF2B5EF4-FFF2-40B4-BE49-F238E27FC236}">
                <a16:creationId xmlns:a16="http://schemas.microsoft.com/office/drawing/2014/main" id="{EFC7EDBF-315F-E058-BEF7-AF31264DC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277" y="2037138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0" name="Oval 7">
            <a:extLst>
              <a:ext uri="{FF2B5EF4-FFF2-40B4-BE49-F238E27FC236}">
                <a16:creationId xmlns:a16="http://schemas.microsoft.com/office/drawing/2014/main" id="{F6B1334D-26FD-EFC4-6F38-18F910758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2477" y="2037138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" name="Oval 8">
            <a:extLst>
              <a:ext uri="{FF2B5EF4-FFF2-40B4-BE49-F238E27FC236}">
                <a16:creationId xmlns:a16="http://schemas.microsoft.com/office/drawing/2014/main" id="{BF758A6B-4E43-0CBA-A482-40C809F89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0620" y="3172847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2" name="Oval 9">
            <a:extLst>
              <a:ext uri="{FF2B5EF4-FFF2-40B4-BE49-F238E27FC236}">
                <a16:creationId xmlns:a16="http://schemas.microsoft.com/office/drawing/2014/main" id="{E6DF85E6-B5E7-C393-1F72-3658FAE86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8820" y="3172847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3" name="Oval 10">
            <a:extLst>
              <a:ext uri="{FF2B5EF4-FFF2-40B4-BE49-F238E27FC236}">
                <a16:creationId xmlns:a16="http://schemas.microsoft.com/office/drawing/2014/main" id="{8BE28E43-F42C-878F-A1AC-F72266EC7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5567" y="2098495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4" name="Oval 11">
            <a:extLst>
              <a:ext uri="{FF2B5EF4-FFF2-40B4-BE49-F238E27FC236}">
                <a16:creationId xmlns:a16="http://schemas.microsoft.com/office/drawing/2014/main" id="{E3A694CE-72B9-237D-2B7C-3EBD2D7A8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767" y="2098495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5" name="Oval 12">
            <a:extLst>
              <a:ext uri="{FF2B5EF4-FFF2-40B4-BE49-F238E27FC236}">
                <a16:creationId xmlns:a16="http://schemas.microsoft.com/office/drawing/2014/main" id="{0149F3B9-EC20-C151-5FE2-93C64101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5567" y="3286193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" name="Oval 13">
            <a:extLst>
              <a:ext uri="{FF2B5EF4-FFF2-40B4-BE49-F238E27FC236}">
                <a16:creationId xmlns:a16="http://schemas.microsoft.com/office/drawing/2014/main" id="{8AB05646-3CAE-6B58-DC0C-AE85FB964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767" y="3286193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" name="Oval 14">
            <a:extLst>
              <a:ext uri="{FF2B5EF4-FFF2-40B4-BE49-F238E27FC236}">
                <a16:creationId xmlns:a16="http://schemas.microsoft.com/office/drawing/2014/main" id="{F6105E8E-C413-B702-069E-2A336E502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719" y="1774857"/>
            <a:ext cx="1222697" cy="56395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" name="Oval 15">
            <a:extLst>
              <a:ext uri="{FF2B5EF4-FFF2-40B4-BE49-F238E27FC236}">
                <a16:creationId xmlns:a16="http://schemas.microsoft.com/office/drawing/2014/main" id="{66CC15AE-0C75-DD26-8735-7D9E89E84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517" y="3027109"/>
            <a:ext cx="1319391" cy="56395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" name="Oval 16">
            <a:extLst>
              <a:ext uri="{FF2B5EF4-FFF2-40B4-BE49-F238E27FC236}">
                <a16:creationId xmlns:a16="http://schemas.microsoft.com/office/drawing/2014/main" id="{A41CCB16-2CA0-9195-1637-5792F7626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517" y="1873850"/>
            <a:ext cx="1319391" cy="56395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" name="Oval 17">
            <a:extLst>
              <a:ext uri="{FF2B5EF4-FFF2-40B4-BE49-F238E27FC236}">
                <a16:creationId xmlns:a16="http://schemas.microsoft.com/office/drawing/2014/main" id="{6E566DFC-1844-9481-3B71-BBF1B83A0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5819" y="2976633"/>
            <a:ext cx="1319391" cy="56395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" name="Oval 18">
            <a:extLst>
              <a:ext uri="{FF2B5EF4-FFF2-40B4-BE49-F238E27FC236}">
                <a16:creationId xmlns:a16="http://schemas.microsoft.com/office/drawing/2014/main" id="{2455712E-EEF1-4AE6-49BB-7B5855934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420" y="1603100"/>
            <a:ext cx="1781177" cy="231849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2" name="Oval 19">
            <a:extLst>
              <a:ext uri="{FF2B5EF4-FFF2-40B4-BE49-F238E27FC236}">
                <a16:creationId xmlns:a16="http://schemas.microsoft.com/office/drawing/2014/main" id="{54A7A377-CD7B-0705-94D0-0F7792406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3631" y="1651989"/>
            <a:ext cx="1681569" cy="2191878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" name="Oval 20">
            <a:extLst>
              <a:ext uri="{FF2B5EF4-FFF2-40B4-BE49-F238E27FC236}">
                <a16:creationId xmlns:a16="http://schemas.microsoft.com/office/drawing/2014/main" id="{6CD53B8A-EDA9-72D8-E72C-ABB7589DC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8454" y="1047762"/>
            <a:ext cx="3766856" cy="32400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31CAC7A-8B2D-422F-70A8-3AF981D6B3AE}"/>
                  </a:ext>
                </a:extLst>
              </p14:cNvPr>
              <p14:cNvContentPartPr/>
              <p14:nvPr/>
            </p14:nvContentPartPr>
            <p14:xfrm>
              <a:off x="6302520" y="1955520"/>
              <a:ext cx="1112400" cy="1370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31CAC7A-8B2D-422F-70A8-3AF981D6B3A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93160" y="1946160"/>
                <a:ext cx="1131120" cy="138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1938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AB17FCE-8FE9-21FF-8D7D-80A46C1EC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AF1238A1-B302-E467-E264-4862ED4532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Summary of Hierarchical Clustering</a:t>
            </a:r>
            <a:endParaRPr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22B4F02-BC9D-0708-A5FD-107CBA5251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3" y="1169894"/>
            <a:ext cx="8356299" cy="356669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600" dirty="0"/>
              <a:t>Questions to ask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How do you calculate the distance between clusters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How do you tell which clusters are near each other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Which points do you use </a:t>
            </a:r>
          </a:p>
          <a:p>
            <a:pPr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400" dirty="0">
                <a:sym typeface="Symbol" panose="05050102010706020507" pitchFamily="18" charset="2"/>
              </a:rPr>
              <a:t>Advantages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Easier to Implement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Do not require one to specify the number of clusters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Dendrogram can be used to understand results </a:t>
            </a:r>
          </a:p>
          <a:p>
            <a:pPr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400" dirty="0">
                <a:sym typeface="Symbol" panose="05050102010706020507" pitchFamily="18" charset="2"/>
              </a:rPr>
              <a:t>Disadvantages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Not Efficient for Large Datasets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Does not produce the same results each time it is run, due to random initialization of centroids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50FCE36-FD76-945A-8E4D-E70D745BEB45}"/>
                  </a:ext>
                </a:extLst>
              </p14:cNvPr>
              <p14:cNvContentPartPr/>
              <p14:nvPr/>
            </p14:nvContentPartPr>
            <p14:xfrm>
              <a:off x="2697840" y="1586880"/>
              <a:ext cx="2896200" cy="2995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50FCE36-FD76-945A-8E4D-E70D745BEB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88480" y="1577520"/>
                <a:ext cx="2914920" cy="301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6774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87FEE2F-8F17-7593-796F-3BEE24A05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65A4C8A7-005C-E854-2D52-23EF02FF3E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Computational Complexity</a:t>
            </a:r>
            <a:endParaRPr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B53CA84-10A0-55EC-0421-F663FD9C3C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3" y="1169894"/>
            <a:ext cx="8356299" cy="3566698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600" dirty="0"/>
              <a:t>In the first iteration, all HAC methods need to compute similarity of all pairs of </a:t>
            </a:r>
            <a:r>
              <a:rPr lang="en-US" altLang="en-US" sz="1600" i="1" dirty="0"/>
              <a:t>N </a:t>
            </a:r>
            <a:r>
              <a:rPr lang="en-US" altLang="en-US" sz="1600" dirty="0"/>
              <a:t>initial instances, which is O(</a:t>
            </a:r>
            <a:r>
              <a:rPr lang="en-US" altLang="en-US" sz="1600" i="1" dirty="0"/>
              <a:t>N</a:t>
            </a:r>
            <a:r>
              <a:rPr lang="en-US" altLang="en-US" sz="1600" baseline="30000" dirty="0"/>
              <a:t>2</a:t>
            </a:r>
            <a:r>
              <a:rPr lang="en-US" altLang="en-US" sz="1600" dirty="0"/>
              <a:t>).</a:t>
            </a: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600" dirty="0"/>
              <a:t>In each of the subsequent </a:t>
            </a:r>
            <a:r>
              <a:rPr lang="en-US" altLang="en-US" sz="1600" i="1" dirty="0"/>
              <a:t>N</a:t>
            </a:r>
            <a:r>
              <a:rPr lang="en-US" altLang="en-US" sz="1600" dirty="0">
                <a:sym typeface="Symbol" panose="05050102010706020507" pitchFamily="18" charset="2"/>
              </a:rPr>
              <a:t>2 merging iterations, compute the distance between the most recently created cluster and all other existing clusters.</a:t>
            </a: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600" dirty="0">
                <a:sym typeface="Symbol" panose="05050102010706020507" pitchFamily="18" charset="2"/>
              </a:rPr>
              <a:t>In order to maintain an overall </a:t>
            </a:r>
            <a:r>
              <a:rPr lang="en-US" altLang="en-US" sz="1600" dirty="0"/>
              <a:t>O(</a:t>
            </a:r>
            <a:r>
              <a:rPr lang="en-US" altLang="en-US" sz="1600" i="1" dirty="0"/>
              <a:t>N</a:t>
            </a:r>
            <a:r>
              <a:rPr lang="en-US" altLang="en-US" sz="1600" baseline="30000" dirty="0"/>
              <a:t>2</a:t>
            </a:r>
            <a:r>
              <a:rPr lang="en-US" altLang="en-US" sz="1600" dirty="0"/>
              <a:t>) performance, computing similarity to each other cluster must be done in constant time.</a:t>
            </a:r>
          </a:p>
          <a:p>
            <a:pPr lvl="1" eaLnBrk="1" hangingPunct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400" dirty="0">
                <a:sym typeface="Symbol" panose="05050102010706020507" pitchFamily="18" charset="2"/>
              </a:rPr>
              <a:t>Often </a:t>
            </a:r>
            <a:r>
              <a:rPr lang="en-US" altLang="en-US" sz="1400" dirty="0"/>
              <a:t>O(</a:t>
            </a:r>
            <a:r>
              <a:rPr lang="en-US" altLang="en-US" sz="1400" i="1" dirty="0"/>
              <a:t>N</a:t>
            </a:r>
            <a:r>
              <a:rPr lang="en-US" altLang="en-US" sz="1400" baseline="30000" dirty="0"/>
              <a:t>3</a:t>
            </a:r>
            <a:r>
              <a:rPr lang="en-US" altLang="en-US" sz="1400" dirty="0"/>
              <a:t>) if done naively or O(</a:t>
            </a:r>
            <a:r>
              <a:rPr lang="en-US" altLang="en-US" sz="1400" i="1" dirty="0"/>
              <a:t>N</a:t>
            </a:r>
            <a:r>
              <a:rPr lang="en-US" altLang="en-US" sz="1400" baseline="30000" dirty="0"/>
              <a:t>2</a:t>
            </a:r>
            <a:r>
              <a:rPr lang="en-US" altLang="en-US" sz="1400" i="1" dirty="0"/>
              <a:t> </a:t>
            </a:r>
            <a:r>
              <a:rPr lang="en-US" altLang="en-US" sz="1400" dirty="0"/>
              <a:t>log </a:t>
            </a:r>
            <a:r>
              <a:rPr lang="en-US" altLang="en-US" sz="1400" i="1" dirty="0"/>
              <a:t>N</a:t>
            </a:r>
            <a:r>
              <a:rPr lang="en-US" altLang="en-US" sz="1400" dirty="0"/>
              <a:t>) if done more cleverly </a:t>
            </a:r>
            <a:endParaRPr lang="en-US" altLang="en-US" sz="14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797731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2289E-4EF8-CE06-BEBC-E584E7557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F3D1-BD85-DCBB-803A-2D38A11F8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Hierarchical Clustering Lab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F7EAC60-957B-71E4-173C-D9414DD34654}"/>
              </a:ext>
            </a:extLst>
          </p:cNvPr>
          <p:cNvSpPr txBox="1">
            <a:spLocks noChangeArrowheads="1"/>
          </p:cNvSpPr>
          <p:nvPr/>
        </p:nvSpPr>
        <p:spPr>
          <a:xfrm>
            <a:off x="793672" y="2326908"/>
            <a:ext cx="8244450" cy="3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3400" indent="-533400">
              <a:lnSpc>
                <a:spcPct val="90000"/>
              </a:lnSpc>
              <a:spcAft>
                <a:spcPts val="2400"/>
              </a:spcAft>
            </a:pPr>
            <a:r>
              <a:rPr lang="en-US" sz="1800" dirty="0">
                <a:solidFill>
                  <a:schemeClr val="tx2"/>
                </a:solidFill>
              </a:rPr>
              <a:t>Check Out </a:t>
            </a:r>
            <a:r>
              <a:rPr lang="en-US" sz="1800" dirty="0">
                <a:solidFill>
                  <a:srgbClr val="00B0F0"/>
                </a:solidFill>
                <a:hlinkClick r:id="rId2"/>
              </a:rPr>
              <a:t>this Site</a:t>
            </a:r>
            <a:r>
              <a:rPr lang="en-US" sz="1800" dirty="0">
                <a:solidFill>
                  <a:schemeClr val="tx2"/>
                </a:solidFill>
                <a:hlinkClick r:id="rId2"/>
              </a:rPr>
              <a:t> </a:t>
            </a:r>
            <a:r>
              <a:rPr lang="en-US" sz="1800" dirty="0">
                <a:solidFill>
                  <a:schemeClr val="tx2"/>
                </a:solidFill>
              </a:rPr>
              <a:t>for illustration of Hierarchical Clustering </a:t>
            </a:r>
          </a:p>
        </p:txBody>
      </p:sp>
    </p:spTree>
    <p:extLst>
      <p:ext uri="{BB962C8B-B14F-4D97-AF65-F5344CB8AC3E}">
        <p14:creationId xmlns:p14="http://schemas.microsoft.com/office/powerpoint/2010/main" val="30230355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9488F315-49E2-2A56-AB86-48EBE1FA1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C1356B37-9518-2C9D-F3C2-F32E2AA26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Denisity Based Scan (DBSCAN)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32D9C99-FAC9-1354-C221-1B93E51963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8619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52A6B53-83D6-3EE2-1B6B-D41834ECC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E7333E11-BC8C-603A-CFAC-3886F9643A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Density-Based Clustering Methods</a:t>
            </a:r>
            <a:endParaRPr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3598E3DB-2FAF-7ED6-6E9F-3C0EC21F14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758388"/>
            <a:ext cx="8549872" cy="4953000"/>
          </a:xfrm>
        </p:spPr>
        <p:txBody>
          <a:bodyPr>
            <a:normAutofit/>
          </a:bodyPr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Clustering based on density (local cluster criterion), such as density-connected points or based on an explicitly constructed density function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Major features: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Discover clusters of arbitrary shape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Handle noise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One scan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Need density parameters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Several interesting studies: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zh-CN" sz="1800" u="sng" dirty="0">
                <a:latin typeface="EYInterstate Light" panose="02000506000000020004" pitchFamily="2" charset="0"/>
                <a:ea typeface="SimSun" panose="02010600030101010101" pitchFamily="2" charset="-122"/>
              </a:rPr>
              <a:t>DBSCAN:</a:t>
            </a: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 Ester, et al. (KDD’96)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zh-CN" sz="1800" u="sng" dirty="0">
                <a:latin typeface="EYInterstate Light" panose="02000506000000020004" pitchFamily="2" charset="0"/>
                <a:ea typeface="SimSun" panose="02010600030101010101" pitchFamily="2" charset="-122"/>
              </a:rPr>
              <a:t>DENCLUE</a:t>
            </a: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: </a:t>
            </a:r>
            <a:r>
              <a:rPr lang="en-US" altLang="zh-CN" sz="1800" dirty="0" err="1">
                <a:latin typeface="EYInterstate Light" panose="02000506000000020004" pitchFamily="2" charset="0"/>
                <a:ea typeface="SimSun" panose="02010600030101010101" pitchFamily="2" charset="-122"/>
              </a:rPr>
              <a:t>Hinneburg</a:t>
            </a: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 &amp; D. Keim  (KDD’98/2006)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zh-CN" sz="1800" u="sng" dirty="0">
                <a:latin typeface="EYInterstate Light" panose="02000506000000020004" pitchFamily="2" charset="0"/>
                <a:ea typeface="SimSun" panose="02010600030101010101" pitchFamily="2" charset="-122"/>
              </a:rPr>
              <a:t>OPTICS</a:t>
            </a: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: </a:t>
            </a:r>
            <a:r>
              <a:rPr lang="en-US" altLang="zh-CN" sz="1800" dirty="0" err="1">
                <a:latin typeface="EYInterstate Light" panose="02000506000000020004" pitchFamily="2" charset="0"/>
                <a:ea typeface="SimSun" panose="02010600030101010101" pitchFamily="2" charset="-122"/>
              </a:rPr>
              <a:t>Ankerst</a:t>
            </a: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, et al (SIGMOD’99).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zh-CN" sz="1800" u="sng" dirty="0">
                <a:latin typeface="EYInterstate Light" panose="02000506000000020004" pitchFamily="2" charset="0"/>
                <a:ea typeface="SimSun" panose="02010600030101010101" pitchFamily="2" charset="-122"/>
              </a:rPr>
              <a:t>CLIQUE</a:t>
            </a: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: Agrawal, et al. (SIGMOD’98)</a:t>
            </a:r>
          </a:p>
        </p:txBody>
      </p:sp>
    </p:spTree>
    <p:extLst>
      <p:ext uri="{BB962C8B-B14F-4D97-AF65-F5344CB8AC3E}">
        <p14:creationId xmlns:p14="http://schemas.microsoft.com/office/powerpoint/2010/main" val="41039398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EDF9C254-5337-2FDF-40FB-B982F5121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C921C764-FB12-2664-EA2F-116717FA8A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Density-based Approaches</a:t>
            </a:r>
            <a:endParaRPr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573BCEB-D8DF-2D20-3798-BAFD3AFABD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758388"/>
            <a:ext cx="8549872" cy="4953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altLang="zh-CN" sz="1600" dirty="0">
                <a:latin typeface="EYInterstate Light" panose="02000506000000020004" pitchFamily="2" charset="0"/>
                <a:ea typeface="SimSun" panose="02010600030101010101" pitchFamily="2" charset="-122"/>
              </a:rPr>
              <a:t> Why Density-Based Clustering methods?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altLang="zh-CN" sz="1400" dirty="0">
                <a:latin typeface="EYInterstate Light" panose="02000506000000020004" pitchFamily="2" charset="0"/>
                <a:ea typeface="SimSun" panose="02010600030101010101" pitchFamily="2" charset="-122"/>
              </a:rPr>
              <a:t> Discover clusters of arbitrary shape.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altLang="zh-CN" sz="1400" dirty="0">
                <a:latin typeface="EYInterstate Light" panose="02000506000000020004" pitchFamily="2" charset="0"/>
                <a:ea typeface="SimSun" panose="02010600030101010101" pitchFamily="2" charset="-122"/>
              </a:rPr>
              <a:t> Clusters – Dense regions of objects separated by regions of low density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altLang="zh-CN" sz="1600" dirty="0">
                <a:latin typeface="EYInterstate Light" panose="02000506000000020004" pitchFamily="2" charset="0"/>
                <a:ea typeface="SimSun" panose="02010600030101010101" pitchFamily="2" charset="-122"/>
              </a:rPr>
              <a:t> DBSCAN – the first density-based clustering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altLang="zh-CN" sz="1600" dirty="0">
                <a:latin typeface="EYInterstate Light" panose="02000506000000020004" pitchFamily="2" charset="0"/>
                <a:ea typeface="SimSun" panose="02010600030101010101" pitchFamily="2" charset="-122"/>
              </a:rPr>
              <a:t> OPTICS – density-based cluster-ordering 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altLang="zh-CN" sz="1600" dirty="0">
                <a:latin typeface="EYInterstate Light" panose="02000506000000020004" pitchFamily="2" charset="0"/>
                <a:ea typeface="SimSun" panose="02010600030101010101" pitchFamily="2" charset="-122"/>
              </a:rPr>
              <a:t> DENCLUE – a general density-based description of  cluster and clustering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FAE1E-722F-A054-2645-E1C99FEB71A3}"/>
              </a:ext>
            </a:extLst>
          </p:cNvPr>
          <p:cNvSpPr txBox="1"/>
          <p:nvPr/>
        </p:nvSpPr>
        <p:spPr>
          <a:xfrm>
            <a:off x="280623" y="289113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600" dirty="0">
                <a:latin typeface="EYInterstate Light" panose="02000506000000020004" pitchFamily="2" charset="0"/>
              </a:rPr>
              <a:t>Why Density-Based Clustering?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D30270AA-AB90-6E31-E4CF-C7823CF79447}"/>
              </a:ext>
            </a:extLst>
          </p:cNvPr>
          <p:cNvGrpSpPr>
            <a:grpSpLocks/>
          </p:cNvGrpSpPr>
          <p:nvPr/>
        </p:nvGrpSpPr>
        <p:grpSpPr bwMode="auto">
          <a:xfrm>
            <a:off x="441728" y="3388776"/>
            <a:ext cx="6678044" cy="1427178"/>
            <a:chOff x="607" y="2269"/>
            <a:chExt cx="5105" cy="1091"/>
          </a:xfrm>
        </p:grpSpPr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74CD0699-08E4-F6DC-91D0-3B66D86F268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20" y="2572"/>
              <a:ext cx="139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en-US">
                  <a:latin typeface="Times New Roman" panose="02020603050405020304" pitchFamily="18" charset="0"/>
                </a:rPr>
                <a:t>Results of a </a:t>
              </a:r>
              <a:r>
                <a:rPr lang="en-US" altLang="en-US" i="1">
                  <a:latin typeface="Times New Roman" panose="02020603050405020304" pitchFamily="18" charset="0"/>
                </a:rPr>
                <a:t>k</a:t>
              </a:r>
              <a:r>
                <a:rPr lang="en-US" altLang="en-US">
                  <a:latin typeface="Times New Roman" panose="02020603050405020304" pitchFamily="18" charset="0"/>
                </a:rPr>
                <a:t>-medoid </a:t>
              </a:r>
              <a:br>
                <a:rPr lang="en-US" altLang="en-US">
                  <a:latin typeface="Times New Roman" panose="02020603050405020304" pitchFamily="18" charset="0"/>
                </a:rPr>
              </a:br>
              <a:r>
                <a:rPr lang="en-US" altLang="en-US">
                  <a:latin typeface="Times New Roman" panose="02020603050405020304" pitchFamily="18" charset="0"/>
                </a:rPr>
                <a:t>algorithm for </a:t>
              </a:r>
              <a:r>
                <a:rPr lang="en-US" altLang="en-US" i="1">
                  <a:latin typeface="Times New Roman" panose="02020603050405020304" pitchFamily="18" charset="0"/>
                </a:rPr>
                <a:t>k</a:t>
              </a:r>
              <a:r>
                <a:rPr lang="en-US" altLang="en-US">
                  <a:latin typeface="Times New Roman" panose="02020603050405020304" pitchFamily="18" charset="0"/>
                </a:rPr>
                <a:t>=4</a:t>
              </a:r>
              <a:endParaRPr lang="en-CA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D6AF6309-1EC2-1279-DB4D-9FC2FEF431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07" y="2269"/>
              <a:ext cx="3665" cy="1091"/>
              <a:chOff x="720" y="2448"/>
              <a:chExt cx="4623" cy="1364"/>
            </a:xfrm>
          </p:grpSpPr>
          <p:grpSp>
            <p:nvGrpSpPr>
              <p:cNvPr id="9" name="Group 7">
                <a:extLst>
                  <a:ext uri="{FF2B5EF4-FFF2-40B4-BE49-F238E27FC236}">
                    <a16:creationId xmlns:a16="http://schemas.microsoft.com/office/drawing/2014/main" id="{778AA4A4-8928-E7F2-E0B5-C11D6C1DD41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720" y="2448"/>
                <a:ext cx="1370" cy="1364"/>
                <a:chOff x="4931" y="1918"/>
                <a:chExt cx="683" cy="680"/>
              </a:xfrm>
            </p:grpSpPr>
            <p:graphicFrame>
              <p:nvGraphicFramePr>
                <p:cNvPr id="32" name="Object 8">
                  <a:extLst>
                    <a:ext uri="{FF2B5EF4-FFF2-40B4-BE49-F238E27FC236}">
                      <a16:creationId xmlns:a16="http://schemas.microsoft.com/office/drawing/2014/main" id="{0DC1F803-848B-E66C-0D36-B6EB085D02A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934" y="1918"/>
                <a:ext cx="680" cy="6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Bitmap Image" r:id="rId3" imgW="1486107" imgH="1428949" progId="Paint.Picture">
                        <p:embed/>
                      </p:oleObj>
                    </mc:Choice>
                    <mc:Fallback>
                      <p:oleObj name="Bitmap Image" r:id="rId3" imgW="1486107" imgH="1428949" progId="Paint.Picture">
                        <p:embed/>
                        <p:pic>
                          <p:nvPicPr>
                            <p:cNvPr id="32" name="Object 8">
                              <a:extLst>
                                <a:ext uri="{FF2B5EF4-FFF2-40B4-BE49-F238E27FC236}">
                                  <a16:creationId xmlns:a16="http://schemas.microsoft.com/office/drawing/2014/main" id="{0DC1F803-848B-E66C-0D36-B6EB085D02AF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34" y="1918"/>
                              <a:ext cx="680" cy="68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33" name="Group 9">
                  <a:extLst>
                    <a:ext uri="{FF2B5EF4-FFF2-40B4-BE49-F238E27FC236}">
                      <a16:creationId xmlns:a16="http://schemas.microsoft.com/office/drawing/2014/main" id="{884294D8-F216-191C-010C-A3848C4859F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931" y="1918"/>
                  <a:ext cx="680" cy="680"/>
                  <a:chOff x="4766" y="1619"/>
                  <a:chExt cx="680" cy="680"/>
                </a:xfrm>
              </p:grpSpPr>
              <p:sp>
                <p:nvSpPr>
                  <p:cNvPr id="38" name="Line 10">
                    <a:extLst>
                      <a:ext uri="{FF2B5EF4-FFF2-40B4-BE49-F238E27FC236}">
                        <a16:creationId xmlns:a16="http://schemas.microsoft.com/office/drawing/2014/main" id="{694C2A01-C8C0-77B1-FD84-0A3D05BEEBF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4766" y="1878"/>
                    <a:ext cx="334" cy="27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GB"/>
                  </a:p>
                </p:txBody>
              </p:sp>
              <p:sp>
                <p:nvSpPr>
                  <p:cNvPr id="39" name="Line 11">
                    <a:extLst>
                      <a:ext uri="{FF2B5EF4-FFF2-40B4-BE49-F238E27FC236}">
                        <a16:creationId xmlns:a16="http://schemas.microsoft.com/office/drawing/2014/main" id="{16D6D873-ADFC-606C-C61B-B3C07AB8019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5100" y="1878"/>
                    <a:ext cx="150" cy="12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GB"/>
                  </a:p>
                </p:txBody>
              </p:sp>
              <p:sp>
                <p:nvSpPr>
                  <p:cNvPr id="40" name="Line 12">
                    <a:extLst>
                      <a:ext uri="{FF2B5EF4-FFF2-40B4-BE49-F238E27FC236}">
                        <a16:creationId xmlns:a16="http://schemas.microsoft.com/office/drawing/2014/main" id="{705DA7F1-0966-51C0-3EFB-D53355D6216E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5250" y="2007"/>
                    <a:ext cx="0" cy="29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GB"/>
                  </a:p>
                </p:txBody>
              </p:sp>
              <p:sp>
                <p:nvSpPr>
                  <p:cNvPr id="41" name="Line 13">
                    <a:extLst>
                      <a:ext uri="{FF2B5EF4-FFF2-40B4-BE49-F238E27FC236}">
                        <a16:creationId xmlns:a16="http://schemas.microsoft.com/office/drawing/2014/main" id="{255770F8-A45C-D3DA-9371-815C4479DF4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5250" y="1878"/>
                    <a:ext cx="196" cy="12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GB"/>
                  </a:p>
                </p:txBody>
              </p:sp>
              <p:sp>
                <p:nvSpPr>
                  <p:cNvPr id="42" name="Line 14">
                    <a:extLst>
                      <a:ext uri="{FF2B5EF4-FFF2-40B4-BE49-F238E27FC236}">
                        <a16:creationId xmlns:a16="http://schemas.microsoft.com/office/drawing/2014/main" id="{96A11A13-5A58-1DD7-1D14-86B6AE7D2B79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5100" y="1619"/>
                    <a:ext cx="0" cy="25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34" name="AutoShape 15">
                  <a:extLst>
                    <a:ext uri="{FF2B5EF4-FFF2-40B4-BE49-F238E27FC236}">
                      <a16:creationId xmlns:a16="http://schemas.microsoft.com/office/drawing/2014/main" id="{5CDD3486-0FFA-51DA-8857-0F5126A72B8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060" y="2091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5" name="AutoShape 16">
                  <a:extLst>
                    <a:ext uri="{FF2B5EF4-FFF2-40B4-BE49-F238E27FC236}">
                      <a16:creationId xmlns:a16="http://schemas.microsoft.com/office/drawing/2014/main" id="{BD7A2CBB-A62D-4C68-50A1-C195E3A5C16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264" y="2325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6" name="AutoShape 17">
                  <a:extLst>
                    <a:ext uri="{FF2B5EF4-FFF2-40B4-BE49-F238E27FC236}">
                      <a16:creationId xmlns:a16="http://schemas.microsoft.com/office/drawing/2014/main" id="{A2CC9D3E-8AE0-E4F3-C02C-6534E46F2B9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528" y="2313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" name="AutoShape 18">
                  <a:extLst>
                    <a:ext uri="{FF2B5EF4-FFF2-40B4-BE49-F238E27FC236}">
                      <a16:creationId xmlns:a16="http://schemas.microsoft.com/office/drawing/2014/main" id="{AB548CD6-6245-381C-B06B-FA2BE9B6026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402" y="2103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0" name="Group 19">
                <a:extLst>
                  <a:ext uri="{FF2B5EF4-FFF2-40B4-BE49-F238E27FC236}">
                    <a16:creationId xmlns:a16="http://schemas.microsoft.com/office/drawing/2014/main" id="{F0AB200B-5DF3-0B46-B800-3EB7F029653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352" y="2448"/>
                <a:ext cx="1370" cy="1364"/>
                <a:chOff x="4712" y="2428"/>
                <a:chExt cx="683" cy="680"/>
              </a:xfrm>
            </p:grpSpPr>
            <p:graphicFrame>
              <p:nvGraphicFramePr>
                <p:cNvPr id="22" name="Object 20">
                  <a:extLst>
                    <a:ext uri="{FF2B5EF4-FFF2-40B4-BE49-F238E27FC236}">
                      <a16:creationId xmlns:a16="http://schemas.microsoft.com/office/drawing/2014/main" id="{DAAFC0DA-AE72-4A2B-8D29-808CC326E68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715" y="2428"/>
                <a:ext cx="680" cy="6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Bitmap Image" r:id="rId5" imgW="1371429" imgH="1467055" progId="Paint.Picture">
                        <p:embed/>
                      </p:oleObj>
                    </mc:Choice>
                    <mc:Fallback>
                      <p:oleObj name="Bitmap Image" r:id="rId5" imgW="1371429" imgH="1467055" progId="Paint.Picture">
                        <p:embed/>
                        <p:pic>
                          <p:nvPicPr>
                            <p:cNvPr id="22" name="Object 20">
                              <a:extLst>
                                <a:ext uri="{FF2B5EF4-FFF2-40B4-BE49-F238E27FC236}">
                                  <a16:creationId xmlns:a16="http://schemas.microsoft.com/office/drawing/2014/main" id="{DAAFC0DA-AE72-4A2B-8D29-808CC326E68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15" y="2428"/>
                              <a:ext cx="680" cy="68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Line 21">
                  <a:extLst>
                    <a:ext uri="{FF2B5EF4-FFF2-40B4-BE49-F238E27FC236}">
                      <a16:creationId xmlns:a16="http://schemas.microsoft.com/office/drawing/2014/main" id="{88D36800-D8DC-94F1-F179-FA4165DE3E8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995" y="2733"/>
                  <a:ext cx="258" cy="18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" name="Line 22">
                  <a:extLst>
                    <a:ext uri="{FF2B5EF4-FFF2-40B4-BE49-F238E27FC236}">
                      <a16:creationId xmlns:a16="http://schemas.microsoft.com/office/drawing/2014/main" id="{13D47E4E-15AC-DD25-9563-AF70054EA46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 flipV="1">
                  <a:off x="4953" y="2434"/>
                  <a:ext cx="297" cy="2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5" name="Line 23">
                  <a:extLst>
                    <a:ext uri="{FF2B5EF4-FFF2-40B4-BE49-F238E27FC236}">
                      <a16:creationId xmlns:a16="http://schemas.microsoft.com/office/drawing/2014/main" id="{0D3402F8-1ED4-11CA-B674-283F635040C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 flipV="1">
                  <a:off x="4712" y="2775"/>
                  <a:ext cx="286" cy="1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6" name="Line 24">
                  <a:extLst>
                    <a:ext uri="{FF2B5EF4-FFF2-40B4-BE49-F238E27FC236}">
                      <a16:creationId xmlns:a16="http://schemas.microsoft.com/office/drawing/2014/main" id="{32E74274-0B74-BBDA-0AAB-4BA6E3884C0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4998" y="2916"/>
                  <a:ext cx="105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7" name="Line 25">
                  <a:extLst>
                    <a:ext uri="{FF2B5EF4-FFF2-40B4-BE49-F238E27FC236}">
                      <a16:creationId xmlns:a16="http://schemas.microsoft.com/office/drawing/2014/main" id="{463B023D-0693-30E5-FE80-C044C2BAC84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5250" y="2733"/>
                  <a:ext cx="14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8" name="AutoShape 26">
                  <a:extLst>
                    <a:ext uri="{FF2B5EF4-FFF2-40B4-BE49-F238E27FC236}">
                      <a16:creationId xmlns:a16="http://schemas.microsoft.com/office/drawing/2014/main" id="{D9E7A574-4935-F541-9A36-6A9BC8D10C7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233" y="2500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9" name="AutoShape 27">
                  <a:extLst>
                    <a:ext uri="{FF2B5EF4-FFF2-40B4-BE49-F238E27FC236}">
                      <a16:creationId xmlns:a16="http://schemas.microsoft.com/office/drawing/2014/main" id="{6D2E2DE3-0FA5-C790-117E-60C8428AC6B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953" y="2705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" name="AutoShape 28">
                  <a:extLst>
                    <a:ext uri="{FF2B5EF4-FFF2-40B4-BE49-F238E27FC236}">
                      <a16:creationId xmlns:a16="http://schemas.microsoft.com/office/drawing/2014/main" id="{57526495-784B-A9FC-9BA3-628BE9AFEB9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5" y="2985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" name="AutoShape 29">
                  <a:extLst>
                    <a:ext uri="{FF2B5EF4-FFF2-40B4-BE49-F238E27FC236}">
                      <a16:creationId xmlns:a16="http://schemas.microsoft.com/office/drawing/2014/main" id="{DAF29BBA-68E1-72E8-2EDD-93A817222AB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166" y="2894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1" name="Group 30">
                <a:extLst>
                  <a:ext uri="{FF2B5EF4-FFF2-40B4-BE49-F238E27FC236}">
                    <a16:creationId xmlns:a16="http://schemas.microsoft.com/office/drawing/2014/main" id="{ED63E6BB-B10A-66F8-DBBA-88A3821B9C4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84" y="2448"/>
                <a:ext cx="1359" cy="1359"/>
                <a:chOff x="4715" y="3244"/>
                <a:chExt cx="680" cy="680"/>
              </a:xfrm>
            </p:grpSpPr>
            <p:graphicFrame>
              <p:nvGraphicFramePr>
                <p:cNvPr id="12" name="Object 31">
                  <a:extLst>
                    <a:ext uri="{FF2B5EF4-FFF2-40B4-BE49-F238E27FC236}">
                      <a16:creationId xmlns:a16="http://schemas.microsoft.com/office/drawing/2014/main" id="{805ABC23-9999-CBEA-F1F6-C9DCF930A86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715" y="3244"/>
                <a:ext cx="680" cy="6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Bitmap Image" r:id="rId7" imgW="1343212" imgH="1247619" progId="Paint.Picture">
                        <p:embed/>
                      </p:oleObj>
                    </mc:Choice>
                    <mc:Fallback>
                      <p:oleObj name="Bitmap Image" r:id="rId7" imgW="1343212" imgH="1247619" progId="Paint.Picture">
                        <p:embed/>
                        <p:pic>
                          <p:nvPicPr>
                            <p:cNvPr id="12" name="Object 31">
                              <a:extLst>
                                <a:ext uri="{FF2B5EF4-FFF2-40B4-BE49-F238E27FC236}">
                                  <a16:creationId xmlns:a16="http://schemas.microsoft.com/office/drawing/2014/main" id="{805ABC23-9999-CBEA-F1F6-C9DCF930A868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15" y="3244"/>
                              <a:ext cx="680" cy="68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" name="Line 32">
                  <a:extLst>
                    <a:ext uri="{FF2B5EF4-FFF2-40B4-BE49-F238E27FC236}">
                      <a16:creationId xmlns:a16="http://schemas.microsoft.com/office/drawing/2014/main" id="{2CC40972-6F5B-D7CA-03EE-07CA9EAB543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4998" y="3558"/>
                  <a:ext cx="144" cy="4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4" name="Line 33">
                  <a:extLst>
                    <a:ext uri="{FF2B5EF4-FFF2-40B4-BE49-F238E27FC236}">
                      <a16:creationId xmlns:a16="http://schemas.microsoft.com/office/drawing/2014/main" id="{BD4FBC0E-9B44-81CF-8E3D-B76DE55062A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5154" y="3603"/>
                  <a:ext cx="0" cy="3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5" name="Line 34">
                  <a:extLst>
                    <a:ext uri="{FF2B5EF4-FFF2-40B4-BE49-F238E27FC236}">
                      <a16:creationId xmlns:a16="http://schemas.microsoft.com/office/drawing/2014/main" id="{3598B700-A7FE-FCA0-B669-2F3A2A8A541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5154" y="3453"/>
                  <a:ext cx="238" cy="1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6" name="Line 35">
                  <a:extLst>
                    <a:ext uri="{FF2B5EF4-FFF2-40B4-BE49-F238E27FC236}">
                      <a16:creationId xmlns:a16="http://schemas.microsoft.com/office/drawing/2014/main" id="{89BF48C9-DBF7-82C8-744B-DA838972C9D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 flipV="1">
                  <a:off x="4911" y="3244"/>
                  <a:ext cx="84" cy="31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" name="Line 36">
                  <a:extLst>
                    <a:ext uri="{FF2B5EF4-FFF2-40B4-BE49-F238E27FC236}">
                      <a16:creationId xmlns:a16="http://schemas.microsoft.com/office/drawing/2014/main" id="{7EDC1170-95DF-ED6A-03D5-5AF6B79F4C5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715" y="3558"/>
                  <a:ext cx="280" cy="3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8" name="AutoShape 37">
                  <a:extLst>
                    <a:ext uri="{FF2B5EF4-FFF2-40B4-BE49-F238E27FC236}">
                      <a16:creationId xmlns:a16="http://schemas.microsoft.com/office/drawing/2014/main" id="{849528A3-6D0D-F007-075E-40D8B340822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11" y="3453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9" name="AutoShape 38">
                  <a:extLst>
                    <a:ext uri="{FF2B5EF4-FFF2-40B4-BE49-F238E27FC236}">
                      <a16:creationId xmlns:a16="http://schemas.microsoft.com/office/drawing/2014/main" id="{BF271770-B720-CB38-61F7-10AFEA56FE7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090" y="3371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0" name="AutoShape 39">
                  <a:extLst>
                    <a:ext uri="{FF2B5EF4-FFF2-40B4-BE49-F238E27FC236}">
                      <a16:creationId xmlns:a16="http://schemas.microsoft.com/office/drawing/2014/main" id="{D22BAB4D-C28E-DA5A-C89E-2123F188286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210" y="3709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1" name="AutoShape 40">
                  <a:extLst>
                    <a:ext uri="{FF2B5EF4-FFF2-40B4-BE49-F238E27FC236}">
                      <a16:creationId xmlns:a16="http://schemas.microsoft.com/office/drawing/2014/main" id="{35F1E55F-97D9-91F5-6088-FC2FF2A839A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997" y="3721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9789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FB5BFD41-DEA7-1711-13CE-57DE899F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9EFC420-E23C-749C-363A-468505143B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Density-Based Clustering Methods</a:t>
            </a:r>
            <a:endParaRPr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92F7D36-E3DB-3246-9097-866392D05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9803" y="948266"/>
            <a:ext cx="8412163" cy="408093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1800" dirty="0">
                <a:latin typeface="EYInterstate Light" panose="02000506000000020004" pitchFamily="2" charset="0"/>
              </a:rPr>
              <a:t>DBSCAN is a density-based algorithm.</a:t>
            </a:r>
          </a:p>
          <a:p>
            <a:pPr marL="990600" lvl="1" indent="-533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EYInterstate Light" panose="02000506000000020004" pitchFamily="2" charset="0"/>
              </a:rPr>
              <a:t>Density = </a:t>
            </a:r>
            <a:r>
              <a:rPr lang="en-US" altLang="en-US" sz="1800" dirty="0">
                <a:solidFill>
                  <a:srgbClr val="7030A0"/>
                </a:solidFill>
                <a:latin typeface="EYInterstate Light" panose="02000506000000020004" pitchFamily="2" charset="0"/>
              </a:rPr>
              <a:t>number of points</a:t>
            </a:r>
            <a:r>
              <a:rPr lang="en-US" altLang="en-US" sz="1800" dirty="0">
                <a:solidFill>
                  <a:srgbClr val="C00000"/>
                </a:solidFill>
                <a:latin typeface="EYInterstate Light" panose="02000506000000020004" pitchFamily="2" charset="0"/>
              </a:rPr>
              <a:t> </a:t>
            </a:r>
            <a:r>
              <a:rPr lang="en-US" altLang="en-US" sz="1800" dirty="0">
                <a:latin typeface="EYInterstate Light" panose="02000506000000020004" pitchFamily="2" charset="0"/>
              </a:rPr>
              <a:t>within a specified </a:t>
            </a:r>
            <a:r>
              <a:rPr lang="en-US" altLang="en-US" sz="1800" dirty="0">
                <a:solidFill>
                  <a:srgbClr val="7030A0"/>
                </a:solidFill>
                <a:latin typeface="EYInterstate Light" panose="02000506000000020004" pitchFamily="2" charset="0"/>
              </a:rPr>
              <a:t>radius </a:t>
            </a:r>
            <a:r>
              <a:rPr lang="en-US" altLang="en-US" sz="1800" dirty="0">
                <a:solidFill>
                  <a:srgbClr val="FF0000"/>
                </a:solidFill>
                <a:latin typeface="EYInterstate Light" panose="02000506000000020004" pitchFamily="2" charset="0"/>
              </a:rPr>
              <a:t>r</a:t>
            </a:r>
            <a:r>
              <a:rPr lang="en-US" altLang="en-US" sz="1800" dirty="0">
                <a:latin typeface="EYInterstate Light" panose="02000506000000020004" pitchFamily="2" charset="0"/>
              </a:rPr>
              <a:t> (Eps)</a:t>
            </a:r>
          </a:p>
          <a:p>
            <a:pPr marL="990600" lvl="1" indent="-533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EYInterstate Light" panose="02000506000000020004" pitchFamily="2" charset="0"/>
              </a:rPr>
              <a:t>A point is a </a:t>
            </a:r>
            <a:r>
              <a:rPr lang="en-US" altLang="en-US" sz="1800" dirty="0">
                <a:solidFill>
                  <a:srgbClr val="FF0000"/>
                </a:solidFill>
                <a:latin typeface="EYInterstate Light" panose="02000506000000020004" pitchFamily="2" charset="0"/>
              </a:rPr>
              <a:t>core point</a:t>
            </a:r>
            <a:r>
              <a:rPr lang="en-US" altLang="en-US" sz="1800" dirty="0">
                <a:latin typeface="EYInterstate Light" panose="02000506000000020004" pitchFamily="2" charset="0"/>
              </a:rPr>
              <a:t> if it has more than a specified number of points (</a:t>
            </a:r>
            <a:r>
              <a:rPr lang="en-US" altLang="en-US" sz="1800" dirty="0" err="1">
                <a:latin typeface="EYInterstate Light" panose="02000506000000020004" pitchFamily="2" charset="0"/>
              </a:rPr>
              <a:t>MinPts</a:t>
            </a:r>
            <a:r>
              <a:rPr lang="en-US" altLang="en-US" sz="1800" dirty="0">
                <a:latin typeface="EYInterstate Light" panose="02000506000000020004" pitchFamily="2" charset="0"/>
              </a:rPr>
              <a:t>) within Eps </a:t>
            </a:r>
          </a:p>
          <a:p>
            <a:pPr marL="1447800" lvl="2" indent="-533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EYInterstate Light" panose="02000506000000020004" pitchFamily="2" charset="0"/>
              </a:rPr>
              <a:t>These are points that are at the interior of a cluster</a:t>
            </a:r>
          </a:p>
          <a:p>
            <a:pPr marL="990600" lvl="1" indent="-533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EYInterstate Light" panose="02000506000000020004" pitchFamily="2" charset="0"/>
              </a:rPr>
              <a:t>A </a:t>
            </a:r>
            <a:r>
              <a:rPr lang="en-US" altLang="en-US" sz="1800" dirty="0">
                <a:solidFill>
                  <a:srgbClr val="FF0000"/>
                </a:solidFill>
                <a:latin typeface="EYInterstate Light" panose="02000506000000020004" pitchFamily="2" charset="0"/>
              </a:rPr>
              <a:t>border point</a:t>
            </a:r>
            <a:r>
              <a:rPr lang="en-US" altLang="en-US" sz="1800" dirty="0">
                <a:latin typeface="EYInterstate Light" panose="02000506000000020004" pitchFamily="2" charset="0"/>
              </a:rPr>
              <a:t> has fewer than </a:t>
            </a:r>
            <a:r>
              <a:rPr lang="en-US" altLang="en-US" sz="1800" dirty="0" err="1">
                <a:latin typeface="EYInterstate Light" panose="02000506000000020004" pitchFamily="2" charset="0"/>
              </a:rPr>
              <a:t>MinPts</a:t>
            </a:r>
            <a:r>
              <a:rPr lang="en-US" altLang="en-US" sz="1800" dirty="0">
                <a:latin typeface="EYInterstate Light" panose="02000506000000020004" pitchFamily="2" charset="0"/>
              </a:rPr>
              <a:t> within Eps, but is in the neighborhood of a core point</a:t>
            </a:r>
          </a:p>
          <a:p>
            <a:pPr marL="990600" lvl="1" indent="-533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EYInterstate Light" panose="02000506000000020004" pitchFamily="2" charset="0"/>
              </a:rPr>
              <a:t>A </a:t>
            </a:r>
            <a:r>
              <a:rPr lang="en-US" altLang="en-US" sz="1800" dirty="0">
                <a:solidFill>
                  <a:srgbClr val="FF0000"/>
                </a:solidFill>
                <a:latin typeface="EYInterstate Light" panose="02000506000000020004" pitchFamily="2" charset="0"/>
              </a:rPr>
              <a:t>noise point</a:t>
            </a:r>
            <a:r>
              <a:rPr lang="en-US" altLang="en-US" sz="1800" dirty="0">
                <a:latin typeface="EYInterstate Light" panose="02000506000000020004" pitchFamily="2" charset="0"/>
              </a:rPr>
              <a:t> is any point that is not a core point or a border point.</a:t>
            </a:r>
          </a:p>
        </p:txBody>
      </p:sp>
    </p:spTree>
    <p:extLst>
      <p:ext uri="{BB962C8B-B14F-4D97-AF65-F5344CB8AC3E}">
        <p14:creationId xmlns:p14="http://schemas.microsoft.com/office/powerpoint/2010/main" val="17960030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F02146D-5990-C514-B587-07456F36F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33DAE368-4BC4-A290-4666-A8B656E8DA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DBSCAN: Core, Border, and Noise Points</a:t>
            </a:r>
            <a:endParaRPr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1FD455FB-916C-87FA-89D4-18F7A63BB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11"/>
          <a:stretch>
            <a:fillRect/>
          </a:stretch>
        </p:blipFill>
        <p:spPr bwMode="auto">
          <a:xfrm>
            <a:off x="135556" y="1391652"/>
            <a:ext cx="4436444" cy="3189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56036C22-822C-9BD1-AACB-158AC89D2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09" y="4073274"/>
            <a:ext cx="2895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3200" dirty="0"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= 1unit, </a:t>
            </a:r>
            <a:r>
              <a:rPr lang="en-US" altLang="zh-CN" sz="2400" dirty="0" err="1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MinPts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= 5</a:t>
            </a: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E80144C4-B468-5739-6AD5-9FECBA7A7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272" y="1974599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0883597E-996A-613E-C9D8-DC6C76475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597" y="2285749"/>
            <a:ext cx="198437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AB07A80D-3CCA-80B2-4853-0A6C83944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97" y="2347662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088CF6A2-CE6F-4306-E676-64DF2A3AB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5559" y="1974599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148DB04E-6A62-4344-D71B-B35C0ECCD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322" y="2534987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" name="Oval 10">
            <a:extLst>
              <a:ext uri="{FF2B5EF4-FFF2-40B4-BE49-F238E27FC236}">
                <a16:creationId xmlns:a16="http://schemas.microsoft.com/office/drawing/2014/main" id="{88058CDC-B246-357A-D440-411F4D944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272" y="2598487"/>
            <a:ext cx="196850" cy="185737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1F5B23D9-42E3-8DF2-6CDB-60BD8DAEB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97" y="2784224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D051F01A-623E-4004-0642-58E303285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2034" y="3096962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" name="Oval 13">
            <a:extLst>
              <a:ext uri="{FF2B5EF4-FFF2-40B4-BE49-F238E27FC236}">
                <a16:creationId xmlns:a16="http://schemas.microsoft.com/office/drawing/2014/main" id="{3C195D5B-E0ED-24FB-917C-B3CCA8788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647" y="3284287"/>
            <a:ext cx="198437" cy="185737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" name="Oval 14">
            <a:extLst>
              <a:ext uri="{FF2B5EF4-FFF2-40B4-BE49-F238E27FC236}">
                <a16:creationId xmlns:a16="http://schemas.microsoft.com/office/drawing/2014/main" id="{22C1ABFA-A204-4C93-137C-C1EDE98C5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409" y="3533524"/>
            <a:ext cx="198438" cy="185738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F10C310C-B6D4-5767-8814-7E621333A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322" y="2971549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BBCD1CEB-625D-5CB7-B827-C33781532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2984" y="1226887"/>
            <a:ext cx="198438" cy="185737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" name="Oval 17">
            <a:extLst>
              <a:ext uri="{FF2B5EF4-FFF2-40B4-BE49-F238E27FC236}">
                <a16:creationId xmlns:a16="http://schemas.microsoft.com/office/drawing/2014/main" id="{AD32481D-58B1-D7ED-7107-CBA419541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747" y="1974599"/>
            <a:ext cx="198437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" name="Oval 18">
            <a:extLst>
              <a:ext uri="{FF2B5EF4-FFF2-40B4-BE49-F238E27FC236}">
                <a16:creationId xmlns:a16="http://schemas.microsoft.com/office/drawing/2014/main" id="{AC95E49C-45B8-6BDE-2FB5-2A4F3C6F0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7897" y="2223837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" name="Oval 19">
            <a:extLst>
              <a:ext uri="{FF2B5EF4-FFF2-40B4-BE49-F238E27FC236}">
                <a16:creationId xmlns:a16="http://schemas.microsoft.com/office/drawing/2014/main" id="{599A2EF7-9C82-E1E6-28D6-54D7D8D3C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8272" y="2347662"/>
            <a:ext cx="198437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" name="Oval 20">
            <a:extLst>
              <a:ext uri="{FF2B5EF4-FFF2-40B4-BE49-F238E27FC236}">
                <a16:creationId xmlns:a16="http://schemas.microsoft.com/office/drawing/2014/main" id="{9D86661A-5ACF-E817-1E32-DA4D19E7A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0034" y="2036512"/>
            <a:ext cx="198438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" name="Oval 21">
            <a:extLst>
              <a:ext uri="{FF2B5EF4-FFF2-40B4-BE49-F238E27FC236}">
                <a16:creationId xmlns:a16="http://schemas.microsoft.com/office/drawing/2014/main" id="{3C983838-E232-B46D-3E4A-56D90A96A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747" y="2473074"/>
            <a:ext cx="198437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" name="Rectangle 22">
            <a:extLst>
              <a:ext uri="{FF2B5EF4-FFF2-40B4-BE49-F238E27FC236}">
                <a16:creationId xmlns:a16="http://schemas.microsoft.com/office/drawing/2014/main" id="{F52F4047-B6C0-CD20-5B46-E0077B48D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459" y="1101474"/>
            <a:ext cx="335915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" name="Oval 23">
            <a:extLst>
              <a:ext uri="{FF2B5EF4-FFF2-40B4-BE49-F238E27FC236}">
                <a16:creationId xmlns:a16="http://schemas.microsoft.com/office/drawing/2014/main" id="{F4BD53A6-C3C6-C8BF-031E-2EEAA5A28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84" y="1725362"/>
            <a:ext cx="790575" cy="809625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" name="Oval 24">
            <a:extLst>
              <a:ext uri="{FF2B5EF4-FFF2-40B4-BE49-F238E27FC236}">
                <a16:creationId xmlns:a16="http://schemas.microsoft.com/office/drawing/2014/main" id="{20F1ED7A-5F61-562B-6A87-FB627FAC4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272" y="2473074"/>
            <a:ext cx="790575" cy="811213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" name="Oval 25">
            <a:extLst>
              <a:ext uri="{FF2B5EF4-FFF2-40B4-BE49-F238E27FC236}">
                <a16:creationId xmlns:a16="http://schemas.microsoft.com/office/drawing/2014/main" id="{9FCD2621-56F7-82E7-1B29-BED1CF1CB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8984" y="1101474"/>
            <a:ext cx="790575" cy="811213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" name="AutoShape 26">
            <a:extLst>
              <a:ext uri="{FF2B5EF4-FFF2-40B4-BE49-F238E27FC236}">
                <a16:creationId xmlns:a16="http://schemas.microsoft.com/office/drawing/2014/main" id="{2BB9417A-F2E2-BB53-1BA9-214A1B718068}"/>
              </a:ext>
            </a:extLst>
          </p:cNvPr>
          <p:cNvSpPr>
            <a:spLocks/>
          </p:cNvSpPr>
          <p:nvPr/>
        </p:nvSpPr>
        <p:spPr bwMode="auto">
          <a:xfrm>
            <a:off x="4511884" y="2790574"/>
            <a:ext cx="842963" cy="466725"/>
          </a:xfrm>
          <a:prstGeom prst="borderCallout1">
            <a:avLst>
              <a:gd name="adj1" fmla="val 24491"/>
              <a:gd name="adj2" fmla="val 109042"/>
              <a:gd name="adj3" fmla="val 18708"/>
              <a:gd name="adj4" fmla="val 16440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Core</a:t>
            </a:r>
          </a:p>
        </p:txBody>
      </p:sp>
      <p:sp>
        <p:nvSpPr>
          <p:cNvPr id="30" name="AutoShape 27">
            <a:extLst>
              <a:ext uri="{FF2B5EF4-FFF2-40B4-BE49-F238E27FC236}">
                <a16:creationId xmlns:a16="http://schemas.microsoft.com/office/drawing/2014/main" id="{5F50EE3C-9F11-19BC-F978-6E100055670D}"/>
              </a:ext>
            </a:extLst>
          </p:cNvPr>
          <p:cNvSpPr>
            <a:spLocks/>
          </p:cNvSpPr>
          <p:nvPr/>
        </p:nvSpPr>
        <p:spPr bwMode="auto">
          <a:xfrm>
            <a:off x="3907047" y="2009524"/>
            <a:ext cx="1173162" cy="466725"/>
          </a:xfrm>
          <a:prstGeom prst="borderCallout1">
            <a:avLst>
              <a:gd name="adj1" fmla="val 24491"/>
              <a:gd name="adj2" fmla="val 106495"/>
              <a:gd name="adj3" fmla="val 14625"/>
              <a:gd name="adj4" fmla="val 14641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Border</a:t>
            </a:r>
          </a:p>
        </p:txBody>
      </p:sp>
      <p:sp>
        <p:nvSpPr>
          <p:cNvPr id="31" name="AutoShape 28">
            <a:extLst>
              <a:ext uri="{FF2B5EF4-FFF2-40B4-BE49-F238E27FC236}">
                <a16:creationId xmlns:a16="http://schemas.microsoft.com/office/drawing/2014/main" id="{26175E38-5E0D-A9ED-31E2-BC9D1334AB79}"/>
              </a:ext>
            </a:extLst>
          </p:cNvPr>
          <p:cNvSpPr>
            <a:spLocks/>
          </p:cNvSpPr>
          <p:nvPr/>
        </p:nvSpPr>
        <p:spPr bwMode="auto">
          <a:xfrm>
            <a:off x="8010734" y="1226887"/>
            <a:ext cx="1184275" cy="466725"/>
          </a:xfrm>
          <a:prstGeom prst="borderCallout1">
            <a:avLst>
              <a:gd name="adj1" fmla="val 24491"/>
              <a:gd name="adj2" fmla="val -6435"/>
              <a:gd name="adj3" fmla="val 21431"/>
              <a:gd name="adj4" fmla="val -74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Outlier</a:t>
            </a:r>
          </a:p>
        </p:txBody>
      </p:sp>
      <p:sp>
        <p:nvSpPr>
          <p:cNvPr id="32" name="Oval 29">
            <a:extLst>
              <a:ext uri="{FF2B5EF4-FFF2-40B4-BE49-F238E27FC236}">
                <a16:creationId xmlns:a16="http://schemas.microsoft.com/office/drawing/2014/main" id="{DA7DB288-C04A-D7ED-2814-F47E65241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4172" y="3220787"/>
            <a:ext cx="198437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" name="Oval 30">
            <a:extLst>
              <a:ext uri="{FF2B5EF4-FFF2-40B4-BE49-F238E27FC236}">
                <a16:creationId xmlns:a16="http://schemas.microsoft.com/office/drawing/2014/main" id="{2A8AD152-0220-C11D-CA89-740E64231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872" y="2026987"/>
            <a:ext cx="790575" cy="811212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308B68B-37F2-666B-3225-77A8C96B45F0}"/>
              </a:ext>
            </a:extLst>
          </p:cNvPr>
          <p:cNvGrpSpPr/>
          <p:nvPr/>
        </p:nvGrpSpPr>
        <p:grpSpPr>
          <a:xfrm>
            <a:off x="2973240" y="3031608"/>
            <a:ext cx="47160" cy="252360"/>
            <a:chOff x="2973240" y="3031608"/>
            <a:chExt cx="4716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A17EDD9-1D23-6A40-7DEB-178F34BD828C}"/>
                    </a:ext>
                  </a:extLst>
                </p14:cNvPr>
                <p14:cNvContentPartPr/>
                <p14:nvPr/>
              </p14:nvContentPartPr>
              <p14:xfrm>
                <a:off x="2973240" y="3257328"/>
                <a:ext cx="18720" cy="25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A17EDD9-1D23-6A40-7DEB-178F34BD828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67120" y="3251208"/>
                  <a:ext cx="30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428D2C3-010A-752D-996C-9370846B2D4F}"/>
                    </a:ext>
                  </a:extLst>
                </p14:cNvPr>
                <p14:cNvContentPartPr/>
                <p14:nvPr/>
              </p14:nvContentPartPr>
              <p14:xfrm>
                <a:off x="2979360" y="3031608"/>
                <a:ext cx="41040" cy="252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428D2C3-010A-752D-996C-9370846B2D4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73240" y="3025488"/>
                  <a:ext cx="5328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F041CC4-9C4D-272D-B346-B965F9A885FB}"/>
              </a:ext>
            </a:extLst>
          </p:cNvPr>
          <p:cNvGrpSpPr/>
          <p:nvPr/>
        </p:nvGrpSpPr>
        <p:grpSpPr>
          <a:xfrm>
            <a:off x="2338920" y="3212688"/>
            <a:ext cx="24120" cy="64080"/>
            <a:chOff x="2338920" y="3212688"/>
            <a:chExt cx="24120" cy="6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E890CDB-D869-2BA6-5400-1E9B97E3A10D}"/>
                    </a:ext>
                  </a:extLst>
                </p14:cNvPr>
                <p14:cNvContentPartPr/>
                <p14:nvPr/>
              </p14:nvContentPartPr>
              <p14:xfrm>
                <a:off x="2346840" y="3212688"/>
                <a:ext cx="16200" cy="61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E890CDB-D869-2BA6-5400-1E9B97E3A10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40720" y="3206568"/>
                  <a:ext cx="284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7B5EDC3-F66E-1801-EB9A-72B6D6B3F60F}"/>
                    </a:ext>
                  </a:extLst>
                </p14:cNvPr>
                <p14:cNvContentPartPr/>
                <p14:nvPr/>
              </p14:nvContentPartPr>
              <p14:xfrm>
                <a:off x="2338920" y="3263448"/>
                <a:ext cx="5040" cy="13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7B5EDC3-F66E-1801-EB9A-72B6D6B3F60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32800" y="3257328"/>
                  <a:ext cx="1728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54B2163-33CB-B886-9B43-A40680A07650}"/>
                  </a:ext>
                </a:extLst>
              </p14:cNvPr>
              <p14:cNvContentPartPr/>
              <p14:nvPr/>
            </p14:nvContentPartPr>
            <p14:xfrm>
              <a:off x="1692720" y="3276408"/>
              <a:ext cx="20520" cy="40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54B2163-33CB-B886-9B43-A40680A0765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86600" y="3270288"/>
                <a:ext cx="3276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89725228-9F85-E77B-DF9F-F684AB6CC08D}"/>
              </a:ext>
            </a:extLst>
          </p:cNvPr>
          <p:cNvGrpSpPr/>
          <p:nvPr/>
        </p:nvGrpSpPr>
        <p:grpSpPr>
          <a:xfrm>
            <a:off x="1520640" y="3259488"/>
            <a:ext cx="72360" cy="61200"/>
            <a:chOff x="1520640" y="3259488"/>
            <a:chExt cx="72360" cy="6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DA73D1D-BC38-8FB6-D3A9-7F8693F6A2A0}"/>
                    </a:ext>
                  </a:extLst>
                </p14:cNvPr>
                <p14:cNvContentPartPr/>
                <p14:nvPr/>
              </p14:nvContentPartPr>
              <p14:xfrm>
                <a:off x="1582920" y="3259488"/>
                <a:ext cx="10080" cy="27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DA73D1D-BC38-8FB6-D3A9-7F8693F6A2A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76800" y="3253368"/>
                  <a:ext cx="223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5EAB0A7-1E75-BB74-F380-BA28097D48D6}"/>
                    </a:ext>
                  </a:extLst>
                </p14:cNvPr>
                <p14:cNvContentPartPr/>
                <p14:nvPr/>
              </p14:nvContentPartPr>
              <p14:xfrm>
                <a:off x="1523160" y="3310608"/>
                <a:ext cx="14400" cy="7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5EAB0A7-1E75-BB74-F380-BA28097D48D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17040" y="3304488"/>
                  <a:ext cx="266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002B8AD-4C0A-22F8-0F57-6147D64B7748}"/>
                    </a:ext>
                  </a:extLst>
                </p14:cNvPr>
                <p14:cNvContentPartPr/>
                <p14:nvPr/>
              </p14:nvContentPartPr>
              <p14:xfrm>
                <a:off x="1520640" y="3300168"/>
                <a:ext cx="11520" cy="20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002B8AD-4C0A-22F8-0F57-6147D64B774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14520" y="3294048"/>
                  <a:ext cx="23760" cy="32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451245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CEA4D97-4E6E-E6C0-3FA3-204F28F91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D3906D17-FB76-67D5-2497-AED47021AC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DBSCAN Algorithm (simplified view for teaching)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7F1A736-DD55-8166-FC91-0F1F1D83B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9179" y="928838"/>
            <a:ext cx="8839200" cy="4953000"/>
          </a:xfrm>
        </p:spPr>
        <p:txBody>
          <a:bodyPr>
            <a:normAutofit/>
          </a:bodyPr>
          <a:lstStyle/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/>
              <a:t>Create a graph whose nodes are the points to be clustered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/>
              <a:t>For each core-point c create an edge from c to every point p in the </a:t>
            </a:r>
            <a:r>
              <a:rPr lang="en-US" altLang="en-US" sz="1800" dirty="0">
                <a:sym typeface="Symbol" panose="05050102010706020507" pitchFamily="18" charset="2"/>
              </a:rPr>
              <a:t>-neighborhood of c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Set N to the nodes of the graph; 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If N does not contain any core points terminate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Pick a core point c in N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Let X be the set of nodes that can be reached from c by going forward; 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create a cluster containing X{c}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N=N/(X{c}) 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Continue with step 4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endParaRPr lang="en-US" altLang="en-US" sz="1800" dirty="0">
              <a:sym typeface="Symbol" panose="05050102010706020507" pitchFamily="18" charset="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34CC3F3-29E5-FB5C-D25C-A08478BB3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179" y="4314574"/>
            <a:ext cx="9144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</a:rPr>
              <a:t>Remark</a:t>
            </a:r>
            <a:r>
              <a:rPr lang="en-US" altLang="en-US" sz="1600" dirty="0"/>
              <a:t>: points that are not assigned to any cluster are outliers;</a:t>
            </a:r>
          </a:p>
        </p:txBody>
      </p:sp>
    </p:spTree>
    <p:extLst>
      <p:ext uri="{BB962C8B-B14F-4D97-AF65-F5344CB8AC3E}">
        <p14:creationId xmlns:p14="http://schemas.microsoft.com/office/powerpoint/2010/main" val="11764585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0A75BDC-5FDC-D665-0013-0EEE79950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C2D34311-737D-8A87-976C-F54B4702A7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AD4E55F1-9C16-2E01-4DA7-F1A984D97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34" y="1109639"/>
            <a:ext cx="5674073" cy="3757635"/>
          </a:xfrm>
          <a:prstGeom prst="rect">
            <a:avLst/>
          </a:prstGeom>
        </p:spPr>
      </p:pic>
      <p:sp>
        <p:nvSpPr>
          <p:cNvPr id="65" name="Oval 64">
            <a:extLst>
              <a:ext uri="{FF2B5EF4-FFF2-40B4-BE49-F238E27FC236}">
                <a16:creationId xmlns:a16="http://schemas.microsoft.com/office/drawing/2014/main" id="{74F30EA2-6B15-9235-1405-9F4908E2929D}"/>
              </a:ext>
            </a:extLst>
          </p:cNvPr>
          <p:cNvSpPr/>
          <p:nvPr/>
        </p:nvSpPr>
        <p:spPr>
          <a:xfrm>
            <a:off x="1114425" y="3048000"/>
            <a:ext cx="657225" cy="6572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9382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7CD7214-BBBF-DA3C-589B-1191B067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1E72F0A7-B526-A7E0-8BCA-78E8C26A51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F62B7824-1919-C8B6-9DF7-AA19F9B4E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52" y="1128469"/>
            <a:ext cx="5321648" cy="352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4627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03985BD-1EF9-B05C-2C00-8F462EEED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9C85C64-A2A8-8453-2DD6-6B3C35F460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DBSCAN: Core, Border and Noise Points</a:t>
            </a:r>
            <a:endParaRPr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0BBECFBA-A1B1-E421-AB2C-7B1FE228F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" y="922087"/>
            <a:ext cx="4005764" cy="3004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AB52893-0507-1032-AF12-3B212046C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2" y="998287"/>
            <a:ext cx="4005764" cy="3004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A0C9D21A-AD76-08F7-8EC2-C7BF7D44E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330" y="3738312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90A24587-BE35-36F8-90BE-BBB0D8FE6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0530" y="3814512"/>
            <a:ext cx="251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Point types: </a:t>
            </a:r>
            <a:r>
              <a:rPr lang="en-US" altLang="en-US" sz="1800">
                <a:solidFill>
                  <a:schemeClr val="hlink"/>
                </a:solidFill>
              </a:rPr>
              <a:t>core</a:t>
            </a:r>
            <a:r>
              <a:rPr lang="en-US" altLang="en-US" sz="1800"/>
              <a:t>, </a:t>
            </a:r>
            <a:r>
              <a:rPr lang="en-US" altLang="en-US" sz="1800">
                <a:solidFill>
                  <a:srgbClr val="003399"/>
                </a:solidFill>
              </a:rPr>
              <a:t>border</a:t>
            </a:r>
            <a:r>
              <a:rPr lang="en-US" altLang="en-US" sz="1800"/>
              <a:t> and </a:t>
            </a:r>
            <a:r>
              <a:rPr lang="en-US" altLang="en-US" sz="1800">
                <a:solidFill>
                  <a:srgbClr val="FF0000"/>
                </a:solidFill>
              </a:rPr>
              <a:t>noise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637AD962-21D0-3D78-0EA0-45AE654FD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662" y="4409871"/>
            <a:ext cx="3276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Eps = 10, </a:t>
            </a:r>
            <a:r>
              <a:rPr lang="en-US" altLang="en-US" sz="1800" dirty="0" err="1"/>
              <a:t>MinPts</a:t>
            </a:r>
            <a:r>
              <a:rPr lang="en-US" altLang="en-US" sz="1800" dirty="0"/>
              <a:t> = 4</a:t>
            </a:r>
          </a:p>
        </p:txBody>
      </p:sp>
    </p:spTree>
    <p:extLst>
      <p:ext uri="{BB962C8B-B14F-4D97-AF65-F5344CB8AC3E}">
        <p14:creationId xmlns:p14="http://schemas.microsoft.com/office/powerpoint/2010/main" val="39813337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0C6CC8A-86A2-41EE-9113-7C209411F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1C0CAB50-67E7-2195-02EA-041FF929C9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When DBSCAN Works Well</a:t>
            </a:r>
            <a:endParaRPr dirty="0"/>
          </a:p>
        </p:txBody>
      </p:sp>
      <p:pic>
        <p:nvPicPr>
          <p:cNvPr id="3" name="Picture 2051">
            <a:extLst>
              <a:ext uri="{FF2B5EF4-FFF2-40B4-BE49-F238E27FC236}">
                <a16:creationId xmlns:a16="http://schemas.microsoft.com/office/drawing/2014/main" id="{0A14EF6D-238D-6729-3F15-538734F2F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1088"/>
            <a:ext cx="3957638" cy="296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2053">
            <a:extLst>
              <a:ext uri="{FF2B5EF4-FFF2-40B4-BE49-F238E27FC236}">
                <a16:creationId xmlns:a16="http://schemas.microsoft.com/office/drawing/2014/main" id="{754E5EFA-DC01-F16B-A28A-0D8C060FABA0}"/>
              </a:ext>
            </a:extLst>
          </p:cNvPr>
          <p:cNvGrpSpPr>
            <a:grpSpLocks/>
          </p:cNvGrpSpPr>
          <p:nvPr/>
        </p:nvGrpSpPr>
        <p:grpSpPr bwMode="auto">
          <a:xfrm>
            <a:off x="4271963" y="1004888"/>
            <a:ext cx="3957637" cy="3145219"/>
            <a:chOff x="2691" y="633"/>
            <a:chExt cx="3069" cy="2439"/>
          </a:xfrm>
        </p:grpSpPr>
        <p:pic>
          <p:nvPicPr>
            <p:cNvPr id="5" name="Picture 2054">
              <a:extLst>
                <a:ext uri="{FF2B5EF4-FFF2-40B4-BE49-F238E27FC236}">
                  <a16:creationId xmlns:a16="http://schemas.microsoft.com/office/drawing/2014/main" id="{52E87679-6F76-CDDC-F4E1-F84934F730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1" y="633"/>
              <a:ext cx="3069" cy="2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2055">
              <a:extLst>
                <a:ext uri="{FF2B5EF4-FFF2-40B4-BE49-F238E27FC236}">
                  <a16:creationId xmlns:a16="http://schemas.microsoft.com/office/drawing/2014/main" id="{936A15F9-7BCA-BCEE-9D79-884630CB0C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841"/>
              <a:ext cx="15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 dirty="0"/>
                <a:t>Clusters</a:t>
              </a:r>
            </a:p>
          </p:txBody>
        </p:sp>
      </p:grpSp>
      <p:sp>
        <p:nvSpPr>
          <p:cNvPr id="12" name="Text Box 2056">
            <a:extLst>
              <a:ext uri="{FF2B5EF4-FFF2-40B4-BE49-F238E27FC236}">
                <a16:creationId xmlns:a16="http://schemas.microsoft.com/office/drawing/2014/main" id="{C597CFCA-3791-DEA9-262D-3B7061A89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471" y="4049639"/>
            <a:ext cx="538517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800"/>
              <a:t> Resistant to Noise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800"/>
              <a:t> Can handle clusters of different shapes and sizes</a:t>
            </a:r>
          </a:p>
        </p:txBody>
      </p:sp>
    </p:spTree>
    <p:extLst>
      <p:ext uri="{BB962C8B-B14F-4D97-AF65-F5344CB8AC3E}">
        <p14:creationId xmlns:p14="http://schemas.microsoft.com/office/powerpoint/2010/main" val="401611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90C6929-F827-FF92-3F2A-5E2599C6B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88F4D95B-3A87-75F3-C382-A242071D8B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When DBSCAN Works Well</a:t>
            </a:r>
            <a:endParaRPr dirty="0"/>
          </a:p>
        </p:txBody>
      </p:sp>
      <p:pic>
        <p:nvPicPr>
          <p:cNvPr id="3" name="Picture 2051">
            <a:extLst>
              <a:ext uri="{FF2B5EF4-FFF2-40B4-BE49-F238E27FC236}">
                <a16:creationId xmlns:a16="http://schemas.microsoft.com/office/drawing/2014/main" id="{95407118-3DE4-6692-798B-127D17868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1088"/>
            <a:ext cx="3957638" cy="296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2053">
            <a:extLst>
              <a:ext uri="{FF2B5EF4-FFF2-40B4-BE49-F238E27FC236}">
                <a16:creationId xmlns:a16="http://schemas.microsoft.com/office/drawing/2014/main" id="{7A427CA3-4347-ADAF-24C2-57161DD3B2E5}"/>
              </a:ext>
            </a:extLst>
          </p:cNvPr>
          <p:cNvGrpSpPr>
            <a:grpSpLocks/>
          </p:cNvGrpSpPr>
          <p:nvPr/>
        </p:nvGrpSpPr>
        <p:grpSpPr bwMode="auto">
          <a:xfrm>
            <a:off x="4271963" y="1004888"/>
            <a:ext cx="3957637" cy="3145219"/>
            <a:chOff x="2691" y="633"/>
            <a:chExt cx="3069" cy="2439"/>
          </a:xfrm>
        </p:grpSpPr>
        <p:pic>
          <p:nvPicPr>
            <p:cNvPr id="5" name="Picture 2054">
              <a:extLst>
                <a:ext uri="{FF2B5EF4-FFF2-40B4-BE49-F238E27FC236}">
                  <a16:creationId xmlns:a16="http://schemas.microsoft.com/office/drawing/2014/main" id="{F89B2B11-85BF-913B-385A-39522FB137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1" y="633"/>
              <a:ext cx="3069" cy="2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2055">
              <a:extLst>
                <a:ext uri="{FF2B5EF4-FFF2-40B4-BE49-F238E27FC236}">
                  <a16:creationId xmlns:a16="http://schemas.microsoft.com/office/drawing/2014/main" id="{DCE2A5D8-CBF8-A40A-750E-086EBD98C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841"/>
              <a:ext cx="15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 dirty="0"/>
                <a:t>Clusters</a:t>
              </a:r>
            </a:p>
          </p:txBody>
        </p:sp>
      </p:grpSp>
      <p:sp>
        <p:nvSpPr>
          <p:cNvPr id="12" name="Text Box 2056">
            <a:extLst>
              <a:ext uri="{FF2B5EF4-FFF2-40B4-BE49-F238E27FC236}">
                <a16:creationId xmlns:a16="http://schemas.microsoft.com/office/drawing/2014/main" id="{3FE9C92F-2DF5-C12B-BE2A-E264BCD3C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471" y="4049639"/>
            <a:ext cx="538517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800"/>
              <a:t> Resistant to Noise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800"/>
              <a:t> Can handle clusters of different shapes and sizes</a:t>
            </a:r>
          </a:p>
        </p:txBody>
      </p:sp>
    </p:spTree>
    <p:extLst>
      <p:ext uri="{BB962C8B-B14F-4D97-AF65-F5344CB8AC3E}">
        <p14:creationId xmlns:p14="http://schemas.microsoft.com/office/powerpoint/2010/main" val="122590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C3E6309-64C2-8DA1-82F0-C1A27D0EB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698EFB0-090C-F541-A1D9-B56E7FD869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When DBSCAN Does NOT Work Well</a:t>
            </a:r>
            <a:endParaRPr dirty="0"/>
          </a:p>
        </p:txBody>
      </p:sp>
      <p:pic>
        <p:nvPicPr>
          <p:cNvPr id="7" name="Picture 5" descr="fish_clusters">
            <a:extLst>
              <a:ext uri="{FF2B5EF4-FFF2-40B4-BE49-F238E27FC236}">
                <a16:creationId xmlns:a16="http://schemas.microsoft.com/office/drawing/2014/main" id="{1F38AF76-DBA6-4850-4715-45F6E928B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77" y="1483188"/>
            <a:ext cx="304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8ACDEF6D-1A79-5959-AACF-E79AC9FFAB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374130"/>
              </p:ext>
            </p:extLst>
          </p:nvPr>
        </p:nvGraphicFramePr>
        <p:xfrm>
          <a:off x="3953577" y="1157710"/>
          <a:ext cx="2590800" cy="1761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686706" imgH="3177815" progId="MSPhotoEd.3">
                  <p:embed/>
                </p:oleObj>
              </mc:Choice>
              <mc:Fallback>
                <p:oleObj r:id="rId4" imgW="4686706" imgH="3177815" progId="MSPhotoEd.3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8ACDEF6D-1A79-5959-AACF-E79AC9FFAB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3577" y="1157710"/>
                        <a:ext cx="2590800" cy="17618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A28372D-954C-CECD-BBFF-8179E645A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811846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MinPts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=4, Eps=9.75).</a:t>
            </a:r>
            <a:r>
              <a:rPr lang="en-US" altLang="en-US" sz="900" dirty="0">
                <a:latin typeface="Times New Roman" panose="02020603050405020304" pitchFamily="18" charset="0"/>
              </a:rPr>
              <a:t> 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6D193CCA-D58D-6CCC-D957-BED4B8AEC6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737323"/>
              </p:ext>
            </p:extLst>
          </p:nvPr>
        </p:nvGraphicFramePr>
        <p:xfrm>
          <a:off x="3953577" y="3098966"/>
          <a:ext cx="2592600" cy="1761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686706" imgH="3177815" progId="MSPhotoEd.3">
                  <p:embed/>
                </p:oleObj>
              </mc:Choice>
              <mc:Fallback>
                <p:oleObj r:id="rId6" imgW="4686706" imgH="3177815" progId="MSPhotoEd.3">
                  <p:embed/>
                  <p:pic>
                    <p:nvPicPr>
                      <p:cNvPr id="10" name="Object 3">
                        <a:extLst>
                          <a:ext uri="{FF2B5EF4-FFF2-40B4-BE49-F238E27FC236}">
                            <a16:creationId xmlns:a16="http://schemas.microsoft.com/office/drawing/2014/main" id="{6D193CCA-D58D-6CCC-D957-BED4B8AEC6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3577" y="3098966"/>
                        <a:ext cx="2592600" cy="17618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1">
            <a:extLst>
              <a:ext uri="{FF2B5EF4-FFF2-40B4-BE49-F238E27FC236}">
                <a16:creationId xmlns:a16="http://schemas.microsoft.com/office/drawing/2014/main" id="{2444F655-EE2F-FE42-52C9-3E3143FFE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715213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(MinPts=4, Eps=9.92)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3AA8F4C3-71BF-C3DB-F476-730CAFB03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77" y="4262981"/>
            <a:ext cx="35052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Varying densities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High-dimensional data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916F9872-48A4-13E3-0202-8B251725F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310" y="3648538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Original Points</a:t>
            </a:r>
          </a:p>
        </p:txBody>
      </p:sp>
    </p:spTree>
    <p:extLst>
      <p:ext uri="{BB962C8B-B14F-4D97-AF65-F5344CB8AC3E}">
        <p14:creationId xmlns:p14="http://schemas.microsoft.com/office/powerpoint/2010/main" val="50234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C2A6184-7FB8-DA35-A34F-F3FE4E6F7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C04AC245-8B0C-1222-A822-1E41CBEEB8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DBSCAN: Determining EPS and </a:t>
            </a:r>
            <a:r>
              <a:rPr lang="en-GB" dirty="0" err="1"/>
              <a:t>MinPts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5F6D2CC-61B0-F543-6C5A-3F3179595D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7531" y="990600"/>
            <a:ext cx="8686800" cy="5029200"/>
          </a:xfrm>
          <a:noFill/>
        </p:spPr>
        <p:txBody>
          <a:bodyPr/>
          <a:lstStyle/>
          <a:p>
            <a:pPr marL="533400" indent="-533400">
              <a:lnSpc>
                <a:spcPct val="90000"/>
              </a:lnSpc>
            </a:pPr>
            <a:r>
              <a:rPr lang="en-US" altLang="en-US" sz="1800" dirty="0"/>
              <a:t>Idea is that for points in a cluster, their k</a:t>
            </a:r>
            <a:r>
              <a:rPr lang="en-US" altLang="en-US" sz="1800" baseline="30000" dirty="0"/>
              <a:t>th</a:t>
            </a:r>
            <a:r>
              <a:rPr lang="en-US" altLang="en-US" sz="1800" dirty="0"/>
              <a:t> nearest neighbors are at roughly the same distance</a:t>
            </a:r>
          </a:p>
          <a:p>
            <a:pPr marL="533400" indent="-533400">
              <a:lnSpc>
                <a:spcPct val="90000"/>
              </a:lnSpc>
            </a:pPr>
            <a:r>
              <a:rPr lang="en-US" altLang="en-US" sz="1800" dirty="0"/>
              <a:t>Noise points have the k</a:t>
            </a:r>
            <a:r>
              <a:rPr lang="en-US" altLang="en-US" sz="1800" baseline="30000" dirty="0"/>
              <a:t>th</a:t>
            </a:r>
            <a:r>
              <a:rPr lang="en-US" altLang="en-US" sz="1800" dirty="0"/>
              <a:t> nearest neighbor at farther distance</a:t>
            </a:r>
          </a:p>
          <a:p>
            <a:pPr marL="533400" indent="-533400">
              <a:lnSpc>
                <a:spcPct val="90000"/>
              </a:lnSpc>
            </a:pPr>
            <a:r>
              <a:rPr lang="en-US" altLang="en-US" sz="1800" dirty="0"/>
              <a:t>So, plot sorted distance of every point to its k</a:t>
            </a:r>
            <a:r>
              <a:rPr lang="en-US" altLang="en-US" sz="1800" baseline="30000" dirty="0"/>
              <a:t>th</a:t>
            </a:r>
            <a:r>
              <a:rPr lang="en-US" altLang="en-US" sz="1800" dirty="0"/>
              <a:t> nearest neighbor</a:t>
            </a:r>
            <a:endParaRPr lang="en-US" altLang="en-US" sz="11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588DB44-A951-4664-3024-C3168C46F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12" y="2036094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2">
            <a:extLst>
              <a:ext uri="{FF2B5EF4-FFF2-40B4-BE49-F238E27FC236}">
                <a16:creationId xmlns:a16="http://schemas.microsoft.com/office/drawing/2014/main" id="{8F4E0566-BCE4-7067-8769-75BBBEA727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9149" y="2188494"/>
            <a:ext cx="0" cy="2438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100"/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A8E0D0BA-3CD1-6009-67FC-D67865B51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647" y="3707368"/>
            <a:ext cx="18405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Non-Core-points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5A07B4AF-EA4E-D28E-A89C-EA73905CF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707368"/>
            <a:ext cx="1350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Core-points</a:t>
            </a: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E6E7C0FC-CD09-F38C-2880-21FDAB1F7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0706" y="3038362"/>
            <a:ext cx="33361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400" dirty="0">
                <a:solidFill>
                  <a:srgbClr val="FF0000"/>
                </a:solidFill>
              </a:rPr>
              <a:t>Run K-means for </a:t>
            </a:r>
            <a:r>
              <a:rPr lang="en-US" altLang="en-US" sz="1400" dirty="0" err="1">
                <a:solidFill>
                  <a:srgbClr val="FF0000"/>
                </a:solidFill>
              </a:rPr>
              <a:t>Minp</a:t>
            </a:r>
            <a:r>
              <a:rPr lang="en-US" altLang="en-US" sz="1400" dirty="0">
                <a:solidFill>
                  <a:srgbClr val="FF0000"/>
                </a:solidFill>
              </a:rPr>
              <a:t>=4 and </a:t>
            </a:r>
            <a:r>
              <a:rPr lang="en-US" altLang="en-US" sz="1400" dirty="0">
                <a:solidFill>
                  <a:srgbClr val="FF0000"/>
                </a:solidFill>
                <a:sym typeface="Symbol" panose="05050102010706020507" pitchFamily="18" charset="2"/>
              </a:rPr>
              <a:t>not fixed </a:t>
            </a:r>
            <a:endParaRPr lang="en-US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7110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DCA9BDC-E48A-5218-8D4B-D7052EE81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C1F50AE3-6C01-64AF-38B9-0F8FF25C62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Complexity DBSCAN</a:t>
            </a:r>
            <a:endParaRPr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0FFEDE5-9F99-CD19-C394-0BDAB34651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4" y="1143000"/>
            <a:ext cx="8001000" cy="3509712"/>
          </a:xfrm>
        </p:spPr>
        <p:txBody>
          <a:bodyPr>
            <a:normAutofit/>
          </a:bodyPr>
          <a:lstStyle/>
          <a:p>
            <a:pPr marL="468000" indent="-533400">
              <a:lnSpc>
                <a:spcPct val="90000"/>
              </a:lnSpc>
              <a:spcAft>
                <a:spcPts val="1200"/>
              </a:spcAft>
              <a:defRPr/>
            </a:pPr>
            <a:endParaRPr lang="en-US" sz="18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/>
            </a:pPr>
            <a:r>
              <a:rPr lang="en-US" sz="1800" u="sng" dirty="0"/>
              <a:t>Time Complexity</a:t>
            </a:r>
            <a:r>
              <a:rPr lang="en-US" sz="1800" dirty="0"/>
              <a:t>: O(n</a:t>
            </a:r>
            <a:r>
              <a:rPr lang="en-US" sz="1800" baseline="30000" dirty="0"/>
              <a:t>2</a:t>
            </a:r>
            <a:r>
              <a:rPr lang="en-US" sz="1800" dirty="0"/>
              <a:t>)</a:t>
            </a:r>
            <a:r>
              <a:rPr lang="en-US" sz="1800" dirty="0">
                <a:cs typeface="Times New Roman"/>
              </a:rPr>
              <a:t>—for each point it has to be determined if it is a core point</a:t>
            </a:r>
            <a:r>
              <a:rPr lang="en-US" sz="1800" dirty="0"/>
              <a:t>, can be reduced to O(n*log(n)) in lower dimensional spaces by using efficient data structures (n is the number of objects to be clustered); </a:t>
            </a:r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/>
            </a:pPr>
            <a:r>
              <a:rPr lang="en-US" sz="1800" u="sng" dirty="0"/>
              <a:t>Space Complexity</a:t>
            </a:r>
            <a:r>
              <a:rPr lang="en-US" sz="1800" dirty="0"/>
              <a:t>: O(n).</a:t>
            </a:r>
          </a:p>
          <a:p>
            <a:pPr marL="468000" indent="-533400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421772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B09E578-DDD1-6B98-2687-D2C2CCD04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8AB89BC-FF69-940D-6771-41A1AE3DDD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Summary of DBSCAN </a:t>
            </a:r>
            <a:endParaRPr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3AD0088-801A-8C58-DCAC-9C481F8386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4" y="1143000"/>
            <a:ext cx="8244450" cy="3509712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33400" indent="-533400">
              <a:lnSpc>
                <a:spcPct val="90000"/>
              </a:lnSpc>
              <a:spcAft>
                <a:spcPts val="2400"/>
              </a:spcAft>
            </a:pPr>
            <a:r>
              <a:rPr lang="en-US" sz="1800" dirty="0">
                <a:solidFill>
                  <a:srgbClr val="FF0000"/>
                </a:solidFill>
              </a:rPr>
              <a:t>Good</a:t>
            </a:r>
            <a:r>
              <a:rPr lang="en-US" sz="1800" dirty="0"/>
              <a:t>: can detect arbitrary shapes, not very sensitive to noise, supports outlier detection, complexity is kind of okay, beside K-means the second most used clustering algorithm.</a:t>
            </a:r>
          </a:p>
          <a:p>
            <a:pPr marL="533400" indent="-533400">
              <a:lnSpc>
                <a:spcPct val="90000"/>
              </a:lnSpc>
              <a:spcAft>
                <a:spcPts val="2400"/>
              </a:spcAft>
            </a:pPr>
            <a:r>
              <a:rPr lang="en-US" sz="1800" dirty="0">
                <a:solidFill>
                  <a:srgbClr val="FF0000"/>
                </a:solidFill>
              </a:rPr>
              <a:t>Bad</a:t>
            </a:r>
            <a:r>
              <a:rPr lang="en-US" sz="1800" dirty="0"/>
              <a:t>: does not work well in high-dimensional datasets, parameter selection is tricky, has problems of identifying clusters of varying densities (</a:t>
            </a:r>
            <a:r>
              <a:rPr lang="en-US" sz="1800" dirty="0">
                <a:sym typeface="Wingdings" pitchFamily="2" charset="2"/>
              </a:rPr>
              <a:t>SSN algorithm), density estimation is kind of simplistic (does not create a real density function, but rather a graph of density-connected points)</a:t>
            </a:r>
            <a:endParaRPr lang="en-US" sz="1800" dirty="0"/>
          </a:p>
          <a:p>
            <a:pPr marL="533400" indent="-533400">
              <a:lnSpc>
                <a:spcPct val="90000"/>
              </a:lnSpc>
              <a:spcAft>
                <a:spcPts val="2400"/>
              </a:spcAf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782265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F8CDE4C-3D4B-479F-2D5D-96A884C90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F53E30DB-DA29-A9E9-014E-937EEB7A91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84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pPr lvl="1"/>
            <a:r>
              <a:rPr lang="en-GB" dirty="0"/>
              <a:t>Summary of DBSCAN</a:t>
            </a:r>
            <a:br>
              <a:rPr lang="en-GB" dirty="0"/>
            </a:br>
            <a:endParaRPr b="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B04BFD4-499A-DD2B-C6E3-E50583A0CC5C}"/>
                  </a:ext>
                </a:extLst>
              </p14:cNvPr>
              <p14:cNvContentPartPr/>
              <p14:nvPr/>
            </p14:nvContentPartPr>
            <p14:xfrm>
              <a:off x="400244" y="1862641"/>
              <a:ext cx="4741459" cy="2054842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B04BFD4-499A-DD2B-C6E3-E50583A0CC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0884" y="1853281"/>
                <a:ext cx="4760179" cy="2073562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D01B857-592D-C607-8CCA-7A700385AC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6280" y="907983"/>
            <a:ext cx="4255964" cy="3972025"/>
          </a:xfrm>
        </p:spPr>
        <p:txBody>
          <a:bodyPr/>
          <a:lstStyle/>
          <a:p>
            <a:r>
              <a:rPr lang="en-US" altLang="en-US" dirty="0"/>
              <a:t>Eliminate noise points</a:t>
            </a:r>
          </a:p>
          <a:p>
            <a:r>
              <a:rPr lang="en-US" altLang="en-US" dirty="0"/>
              <a:t>Perform clustering on the remaining points: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EAED13-46B5-F95E-61B1-3B91276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78668" y="1638701"/>
            <a:ext cx="3843332" cy="2054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23942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3FE80-1BAE-9188-4C7B-1B2630E13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3EC39-0459-EB47-598F-C6AEE16F9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DBSCAN Lab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85640E1-A94D-D4F2-4910-7F0207CD8042}"/>
              </a:ext>
            </a:extLst>
          </p:cNvPr>
          <p:cNvSpPr txBox="1">
            <a:spLocks noChangeArrowheads="1"/>
          </p:cNvSpPr>
          <p:nvPr/>
        </p:nvSpPr>
        <p:spPr>
          <a:xfrm>
            <a:off x="793672" y="2326908"/>
            <a:ext cx="8244450" cy="3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3400" indent="-533400">
              <a:lnSpc>
                <a:spcPct val="90000"/>
              </a:lnSpc>
              <a:spcAft>
                <a:spcPts val="2400"/>
              </a:spcAft>
            </a:pPr>
            <a:r>
              <a:rPr lang="en-US" sz="1800" dirty="0">
                <a:solidFill>
                  <a:schemeClr val="tx2"/>
                </a:solidFill>
              </a:rPr>
              <a:t>Check Out </a:t>
            </a:r>
            <a:r>
              <a:rPr lang="en-US" sz="18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Site</a:t>
            </a:r>
            <a:r>
              <a:rPr lang="en-US" sz="1800" dirty="0">
                <a:solidFill>
                  <a:schemeClr val="tx2"/>
                </a:solidFill>
              </a:rPr>
              <a:t> for Implementation of DBSCAN with different shapes</a:t>
            </a:r>
          </a:p>
        </p:txBody>
      </p:sp>
    </p:spTree>
    <p:extLst>
      <p:ext uri="{BB962C8B-B14F-4D97-AF65-F5344CB8AC3E}">
        <p14:creationId xmlns:p14="http://schemas.microsoft.com/office/powerpoint/2010/main" val="42574684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19D510D6-584A-6385-438F-F9D78E78A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FDC051F9-1A2F-04BF-94CD-B864A9ABB5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Density Estimation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58C1A02A-5A82-5E26-CF49-61877EE8F3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48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475923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A8735A2-0EA5-6BA8-4D67-08E1B7464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E7834C96-E0AE-E68C-5FAA-3C535A3EF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05987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1AA3C8CD-7CC4-ADD6-91C3-DF600CF60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270F8C39-389B-9E25-74B2-AEEE5AD7EE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Gaussian Mixture Models (GMM)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320A5AB0-FB27-2CA0-5ACA-ADB3AE8A11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50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449962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D1B0AAB-963B-30B9-7B11-543580DC1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8CCEC270-3114-88EA-67C3-18C73535C8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80551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9BBB6A4-3683-84B2-8E89-56C5DAB0F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C2124A5-E569-08AE-ECD1-5A98884A2D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When to Use GMMs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84186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78E33-FA41-DCD1-942D-A08FA187B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03979-3C64-3DF0-0AA1-78F96682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GMMs Lab</a:t>
            </a:r>
          </a:p>
        </p:txBody>
      </p:sp>
    </p:spTree>
    <p:extLst>
      <p:ext uri="{BB962C8B-B14F-4D97-AF65-F5344CB8AC3E}">
        <p14:creationId xmlns:p14="http://schemas.microsoft.com/office/powerpoint/2010/main" val="20802207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1595B84-9311-F949-76B0-E4A37D579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7EE88567-0AE5-C497-7B2D-AE823E29C1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20264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2225B8A-C39A-9BCE-C2DF-322EFB83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8405CE0-A62E-581E-0E95-F32FF7E2ED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When to Use GMMs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71626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22582-B04C-5984-3BB4-C5C975747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DA4F-BD5B-9371-F2A5-5C924E4F3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GMMs Lab</a:t>
            </a:r>
          </a:p>
        </p:txBody>
      </p:sp>
    </p:spTree>
    <p:extLst>
      <p:ext uri="{BB962C8B-B14F-4D97-AF65-F5344CB8AC3E}">
        <p14:creationId xmlns:p14="http://schemas.microsoft.com/office/powerpoint/2010/main" val="16563152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84A0F882-FDF7-064B-F32A-F89AF9A6C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4430319-0492-3690-30F6-5E3319901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Clustering Performance Evaluation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74A0F5C9-F180-DF3C-7CEC-780A329FF6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57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5340184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1595B84-9311-F949-76B0-E4A37D579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7EE88567-0AE5-C497-7B2D-AE823E29C1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Clustering Evaluation Metrics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9462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145F-CF69-3E26-DDA7-FD06D9BD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;p15">
            <a:extLst>
              <a:ext uri="{FF2B5EF4-FFF2-40B4-BE49-F238E27FC236}">
                <a16:creationId xmlns:a16="http://schemas.microsoft.com/office/drawing/2014/main" id="{46C7B286-289D-4229-9F71-E59C474B7C0B}"/>
              </a:ext>
            </a:extLst>
          </p:cNvPr>
          <p:cNvSpPr txBox="1">
            <a:spLocks/>
          </p:cNvSpPr>
          <p:nvPr/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4000" b="1" dirty="0">
                <a:solidFill>
                  <a:srgbClr val="FF0000"/>
                </a:solidFill>
              </a:rPr>
              <a:t>End…</a:t>
            </a:r>
          </a:p>
        </p:txBody>
      </p:sp>
    </p:spTree>
    <p:extLst>
      <p:ext uri="{BB962C8B-B14F-4D97-AF65-F5344CB8AC3E}">
        <p14:creationId xmlns:p14="http://schemas.microsoft.com/office/powerpoint/2010/main" val="583822461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reamlin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10623</TotalTime>
  <Words>1757</Words>
  <Application>Microsoft Office PowerPoint</Application>
  <PresentationFormat>On-screen Show (16:9)</PresentationFormat>
  <Paragraphs>363</Paragraphs>
  <Slides>59</Slides>
  <Notes>53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59</vt:i4>
      </vt:variant>
    </vt:vector>
  </HeadingPairs>
  <TitlesOfParts>
    <vt:vector size="75" baseType="lpstr">
      <vt:lpstr>Rockwell Extra Bold</vt:lpstr>
      <vt:lpstr>Raleway</vt:lpstr>
      <vt:lpstr>Cambria Math</vt:lpstr>
      <vt:lpstr>Wingdings</vt:lpstr>
      <vt:lpstr>Symbol</vt:lpstr>
      <vt:lpstr>Arial</vt:lpstr>
      <vt:lpstr>Times New Roman</vt:lpstr>
      <vt:lpstr>Lato</vt:lpstr>
      <vt:lpstr>EYInterstate Light</vt:lpstr>
      <vt:lpstr>ArialMT</vt:lpstr>
      <vt:lpstr>Monotype Sorts</vt:lpstr>
      <vt:lpstr>Streamline</vt:lpstr>
      <vt:lpstr>1_Streamline</vt:lpstr>
      <vt:lpstr>Equation</vt:lpstr>
      <vt:lpstr>Bitmap Image</vt:lpstr>
      <vt:lpstr>MSPhotoEd.3</vt:lpstr>
      <vt:lpstr>PowerPoint Presentation</vt:lpstr>
      <vt:lpstr>Brain Teaser</vt:lpstr>
      <vt:lpstr>Brain Teaser</vt:lpstr>
      <vt:lpstr>Introduction to Clustering</vt:lpstr>
      <vt:lpstr>Introduction to Clustering</vt:lpstr>
      <vt:lpstr>What is Clustering</vt:lpstr>
      <vt:lpstr>Types of Clustering Models </vt:lpstr>
      <vt:lpstr>Application of Clustering</vt:lpstr>
      <vt:lpstr>K-Means Clustering</vt:lpstr>
      <vt:lpstr>Steps in the Algorithm</vt:lpstr>
      <vt:lpstr>Steps in the Algorithm</vt:lpstr>
      <vt:lpstr>Steps in the Algorithm</vt:lpstr>
      <vt:lpstr>Steps in the Algorithm</vt:lpstr>
      <vt:lpstr>Steps in the Algorithm</vt:lpstr>
      <vt:lpstr>PowerPoint Presentation</vt:lpstr>
      <vt:lpstr>K-means Lab</vt:lpstr>
      <vt:lpstr>Hierachical Clustering</vt:lpstr>
      <vt:lpstr>Key Concepts </vt:lpstr>
      <vt:lpstr>Hierarchical Cluster - Example</vt:lpstr>
      <vt:lpstr>Agglomerative vs Divisive</vt:lpstr>
      <vt:lpstr>Dendrogram</vt:lpstr>
      <vt:lpstr>Distance Similarity Matrix</vt:lpstr>
      <vt:lpstr>Distance Similarity Matrix</vt:lpstr>
      <vt:lpstr>Distance Similarity Matrix</vt:lpstr>
      <vt:lpstr>Linkage Criteria</vt:lpstr>
      <vt:lpstr>Single Linkage</vt:lpstr>
      <vt:lpstr>Complete Linkage</vt:lpstr>
      <vt:lpstr>Summary of Hierarchical Clustering</vt:lpstr>
      <vt:lpstr>Computational Complexity</vt:lpstr>
      <vt:lpstr>Hierarchical Clustering Lab</vt:lpstr>
      <vt:lpstr>Denisity Based Scan (DBSCAN)</vt:lpstr>
      <vt:lpstr>Density-Based Clustering Methods</vt:lpstr>
      <vt:lpstr>Density-based Approaches</vt:lpstr>
      <vt:lpstr>Density-Based Clustering Methods</vt:lpstr>
      <vt:lpstr>DBSCAN: Core, Border, and Noise Points</vt:lpstr>
      <vt:lpstr>DBSCAN Algorithm (simplified view for teaching)</vt:lpstr>
      <vt:lpstr>Steps in the Algorithm</vt:lpstr>
      <vt:lpstr>Steps in the Algorithm</vt:lpstr>
      <vt:lpstr>DBSCAN: Core, Border and Noise Points</vt:lpstr>
      <vt:lpstr>When DBSCAN Works Well</vt:lpstr>
      <vt:lpstr>When DBSCAN Works Well</vt:lpstr>
      <vt:lpstr>When DBSCAN Does NOT Work Well</vt:lpstr>
      <vt:lpstr>DBSCAN: Determining EPS and MinPts</vt:lpstr>
      <vt:lpstr>Complexity DBSCAN</vt:lpstr>
      <vt:lpstr>Summary of DBSCAN </vt:lpstr>
      <vt:lpstr>Summary of DBSCAN </vt:lpstr>
      <vt:lpstr>DBSCAN Lab</vt:lpstr>
      <vt:lpstr>Density Estimation</vt:lpstr>
      <vt:lpstr>Key Concepts</vt:lpstr>
      <vt:lpstr>Gaussian Mixture Models (GMM)</vt:lpstr>
      <vt:lpstr>Key Concepts</vt:lpstr>
      <vt:lpstr>When to Use GMMs</vt:lpstr>
      <vt:lpstr>GMMs Lab</vt:lpstr>
      <vt:lpstr>Key Concepts</vt:lpstr>
      <vt:lpstr>When to Use GMMs</vt:lpstr>
      <vt:lpstr>GMMs Lab</vt:lpstr>
      <vt:lpstr>Clustering Performance Evaluation</vt:lpstr>
      <vt:lpstr>Clustering Evaluation Metrics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Christopher Aloo</dc:creator>
  <cp:lastModifiedBy>Christopher Aloo</cp:lastModifiedBy>
  <cp:revision>5</cp:revision>
  <dcterms:modified xsi:type="dcterms:W3CDTF">2025-09-17T07:26:27Z</dcterms:modified>
</cp:coreProperties>
</file>