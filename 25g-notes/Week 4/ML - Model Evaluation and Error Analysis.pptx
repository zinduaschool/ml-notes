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6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7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9"/>
  </p:notesMasterIdLst>
  <p:sldIdLst>
    <p:sldId id="256" r:id="rId3"/>
    <p:sldId id="281" r:id="rId4"/>
    <p:sldId id="270" r:id="rId5"/>
    <p:sldId id="313" r:id="rId6"/>
    <p:sldId id="282" r:id="rId7"/>
    <p:sldId id="305" r:id="rId8"/>
    <p:sldId id="291" r:id="rId9"/>
    <p:sldId id="298" r:id="rId10"/>
    <p:sldId id="306" r:id="rId11"/>
    <p:sldId id="308" r:id="rId12"/>
    <p:sldId id="309" r:id="rId13"/>
    <p:sldId id="310" r:id="rId14"/>
    <p:sldId id="311" r:id="rId15"/>
    <p:sldId id="312" r:id="rId16"/>
    <p:sldId id="307" r:id="rId17"/>
    <p:sldId id="284" r:id="rId18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7EE59-9E56-4B2F-9787-5D174D70385F}" v="7" dt="2025-07-23T07:35:16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61" autoAdjust="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2257EE59-9E56-4B2F-9787-5D174D70385F}"/>
    <pc:docChg chg="custSel addSld delSld modSld sldOrd">
      <pc:chgData name="Christopher Aloo" userId="81d139e4-1a74-45bd-a04a-64f94c7d37c9" providerId="ADAL" clId="{2257EE59-9E56-4B2F-9787-5D174D70385F}" dt="2025-07-23T07:35:16.739" v="340"/>
      <pc:docMkLst>
        <pc:docMk/>
      </pc:docMkLst>
      <pc:sldChg chg="modSp mod">
        <pc:chgData name="Christopher Aloo" userId="81d139e4-1a74-45bd-a04a-64f94c7d37c9" providerId="ADAL" clId="{2257EE59-9E56-4B2F-9787-5D174D70385F}" dt="2025-07-22T17:06:06.074" v="15" actId="20577"/>
        <pc:sldMkLst>
          <pc:docMk/>
          <pc:sldMk cId="0" sldId="256"/>
        </pc:sldMkLst>
        <pc:spChg chg="mod">
          <ac:chgData name="Christopher Aloo" userId="81d139e4-1a74-45bd-a04a-64f94c7d37c9" providerId="ADAL" clId="{2257EE59-9E56-4B2F-9787-5D174D70385F}" dt="2025-07-22T17:06:06.074" v="15" actId="20577"/>
          <ac:spMkLst>
            <pc:docMk/>
            <pc:sldMk cId="0" sldId="256"/>
            <ac:spMk id="2" creationId="{583644C7-D4DF-543E-6801-D112434A16B3}"/>
          </ac:spMkLst>
        </pc:spChg>
      </pc:sldChg>
      <pc:sldChg chg="addSp delSp mod">
        <pc:chgData name="Christopher Aloo" userId="81d139e4-1a74-45bd-a04a-64f94c7d37c9" providerId="ADAL" clId="{2257EE59-9E56-4B2F-9787-5D174D70385F}" dt="2025-07-23T07:35:16.739" v="340"/>
        <pc:sldMkLst>
          <pc:docMk/>
          <pc:sldMk cId="1250749228" sldId="270"/>
        </pc:sldMkLst>
        <pc:inkChg chg="add">
          <ac:chgData name="Christopher Aloo" userId="81d139e4-1a74-45bd-a04a-64f94c7d37c9" providerId="ADAL" clId="{2257EE59-9E56-4B2F-9787-5D174D70385F}" dt="2025-07-23T07:35:16.739" v="340"/>
          <ac:inkMkLst>
            <pc:docMk/>
            <pc:sldMk cId="1250749228" sldId="270"/>
            <ac:inkMk id="2" creationId="{1A17D944-B21C-0666-4FF5-CCA35966BD8A}"/>
          </ac:inkMkLst>
        </pc:inkChg>
        <pc:inkChg chg="del">
          <ac:chgData name="Christopher Aloo" userId="81d139e4-1a74-45bd-a04a-64f94c7d37c9" providerId="ADAL" clId="{2257EE59-9E56-4B2F-9787-5D174D70385F}" dt="2025-07-22T17:06:12.754" v="16" actId="478"/>
          <ac:inkMkLst>
            <pc:docMk/>
            <pc:sldMk cId="1250749228" sldId="270"/>
            <ac:inkMk id="7" creationId="{9C876A14-EF1C-6390-94B3-1A59864337BA}"/>
          </ac:inkMkLst>
        </pc:inkChg>
      </pc:sldChg>
      <pc:sldChg chg="modSp mod">
        <pc:chgData name="Christopher Aloo" userId="81d139e4-1a74-45bd-a04a-64f94c7d37c9" providerId="ADAL" clId="{2257EE59-9E56-4B2F-9787-5D174D70385F}" dt="2025-07-22T17:06:53.368" v="62" actId="20577"/>
        <pc:sldMkLst>
          <pc:docMk/>
          <pc:sldMk cId="2434392186" sldId="281"/>
        </pc:sldMkLst>
        <pc:spChg chg="mod">
          <ac:chgData name="Christopher Aloo" userId="81d139e4-1a74-45bd-a04a-64f94c7d37c9" providerId="ADAL" clId="{2257EE59-9E56-4B2F-9787-5D174D70385F}" dt="2025-07-22T17:06:53.368" v="62" actId="20577"/>
          <ac:spMkLst>
            <pc:docMk/>
            <pc:sldMk cId="2434392186" sldId="281"/>
            <ac:spMk id="67" creationId="{BEF3944A-EAD5-EE28-C376-A58B05C4B247}"/>
          </ac:spMkLst>
        </pc:spChg>
      </pc:sldChg>
      <pc:sldChg chg="modSp mod">
        <pc:chgData name="Christopher Aloo" userId="81d139e4-1a74-45bd-a04a-64f94c7d37c9" providerId="ADAL" clId="{2257EE59-9E56-4B2F-9787-5D174D70385F}" dt="2025-07-22T17:07:09.227" v="97" actId="20577"/>
        <pc:sldMkLst>
          <pc:docMk/>
          <pc:sldMk cId="2684525786" sldId="282"/>
        </pc:sldMkLst>
        <pc:spChg chg="mod">
          <ac:chgData name="Christopher Aloo" userId="81d139e4-1a74-45bd-a04a-64f94c7d37c9" providerId="ADAL" clId="{2257EE59-9E56-4B2F-9787-5D174D70385F}" dt="2025-07-22T17:07:09.227" v="97" actId="20577"/>
          <ac:spMkLst>
            <pc:docMk/>
            <pc:sldMk cId="2684525786" sldId="282"/>
            <ac:spMk id="67" creationId="{734BEFDA-A1E4-03EA-A5FE-83A7DD30846F}"/>
          </ac:spMkLst>
        </pc:spChg>
      </pc:sldChg>
      <pc:sldChg chg="addSp delSp modSp mod ord">
        <pc:chgData name="Christopher Aloo" userId="81d139e4-1a74-45bd-a04a-64f94c7d37c9" providerId="ADAL" clId="{2257EE59-9E56-4B2F-9787-5D174D70385F}" dt="2025-07-23T07:35:16.739" v="340"/>
        <pc:sldMkLst>
          <pc:docMk/>
          <pc:sldMk cId="555297024" sldId="291"/>
        </pc:sldMkLst>
        <pc:inkChg chg="del mod">
          <ac:chgData name="Christopher Aloo" userId="81d139e4-1a74-45bd-a04a-64f94c7d37c9" providerId="ADAL" clId="{2257EE59-9E56-4B2F-9787-5D174D70385F}" dt="2025-07-22T17:06:19.849" v="21" actId="478"/>
          <ac:inkMkLst>
            <pc:docMk/>
            <pc:sldMk cId="555297024" sldId="291"/>
            <ac:inkMk id="2" creationId="{65F58F5D-6391-CFA4-6FB3-EBC676533A5E}"/>
          </ac:inkMkLst>
        </pc:inkChg>
        <pc:inkChg chg="del mod">
          <ac:chgData name="Christopher Aloo" userId="81d139e4-1a74-45bd-a04a-64f94c7d37c9" providerId="ADAL" clId="{2257EE59-9E56-4B2F-9787-5D174D70385F}" dt="2025-07-22T17:06:24.524" v="23" actId="478"/>
          <ac:inkMkLst>
            <pc:docMk/>
            <pc:sldMk cId="555297024" sldId="291"/>
            <ac:inkMk id="3" creationId="{69D6FB26-A674-9206-933D-A47678EC3C6C}"/>
          </ac:inkMkLst>
        </pc:inkChg>
        <pc:inkChg chg="add">
          <ac:chgData name="Christopher Aloo" userId="81d139e4-1a74-45bd-a04a-64f94c7d37c9" providerId="ADAL" clId="{2257EE59-9E56-4B2F-9787-5D174D70385F}" dt="2025-07-23T07:35:16.739" v="340"/>
          <ac:inkMkLst>
            <pc:docMk/>
            <pc:sldMk cId="555297024" sldId="291"/>
            <ac:inkMk id="4" creationId="{A4E9EA0A-EB55-A1E5-BE6A-1CF4A7B09962}"/>
          </ac:inkMkLst>
        </pc:inkChg>
      </pc:sldChg>
      <pc:sldChg chg="del">
        <pc:chgData name="Christopher Aloo" userId="81d139e4-1a74-45bd-a04a-64f94c7d37c9" providerId="ADAL" clId="{2257EE59-9E56-4B2F-9787-5D174D70385F}" dt="2025-07-22T17:06:26.420" v="24" actId="47"/>
        <pc:sldMkLst>
          <pc:docMk/>
          <pc:sldMk cId="305523129" sldId="293"/>
        </pc:sldMkLst>
      </pc:sldChg>
      <pc:sldChg chg="del">
        <pc:chgData name="Christopher Aloo" userId="81d139e4-1a74-45bd-a04a-64f94c7d37c9" providerId="ADAL" clId="{2257EE59-9E56-4B2F-9787-5D174D70385F}" dt="2025-07-22T17:06:28.675" v="25" actId="47"/>
        <pc:sldMkLst>
          <pc:docMk/>
          <pc:sldMk cId="381314288" sldId="294"/>
        </pc:sldMkLst>
      </pc:sldChg>
      <pc:sldChg chg="del">
        <pc:chgData name="Christopher Aloo" userId="81d139e4-1a74-45bd-a04a-64f94c7d37c9" providerId="ADAL" clId="{2257EE59-9E56-4B2F-9787-5D174D70385F}" dt="2025-07-22T17:06:30.964" v="27" actId="47"/>
        <pc:sldMkLst>
          <pc:docMk/>
          <pc:sldMk cId="3121508983" sldId="295"/>
        </pc:sldMkLst>
      </pc:sldChg>
      <pc:sldChg chg="del">
        <pc:chgData name="Christopher Aloo" userId="81d139e4-1a74-45bd-a04a-64f94c7d37c9" providerId="ADAL" clId="{2257EE59-9E56-4B2F-9787-5D174D70385F}" dt="2025-07-22T17:06:29.692" v="26" actId="47"/>
        <pc:sldMkLst>
          <pc:docMk/>
          <pc:sldMk cId="2056522040" sldId="296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4020610624" sldId="297"/>
        </pc:sldMkLst>
      </pc:sldChg>
      <pc:sldChg chg="modSp mod">
        <pc:chgData name="Christopher Aloo" userId="81d139e4-1a74-45bd-a04a-64f94c7d37c9" providerId="ADAL" clId="{2257EE59-9E56-4B2F-9787-5D174D70385F}" dt="2025-07-22T17:07:26.735" v="143" actId="20577"/>
        <pc:sldMkLst>
          <pc:docMk/>
          <pc:sldMk cId="2861849454" sldId="298"/>
        </pc:sldMkLst>
        <pc:spChg chg="mod">
          <ac:chgData name="Christopher Aloo" userId="81d139e4-1a74-45bd-a04a-64f94c7d37c9" providerId="ADAL" clId="{2257EE59-9E56-4B2F-9787-5D174D70385F}" dt="2025-07-22T17:07:26.735" v="143" actId="20577"/>
          <ac:spMkLst>
            <pc:docMk/>
            <pc:sldMk cId="2861849454" sldId="298"/>
            <ac:spMk id="67" creationId="{B88A3ED1-9572-0AEC-C0A1-36280C58BDEC}"/>
          </ac:spMkLst>
        </pc:spChg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260768918" sldId="299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548998681" sldId="300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3702168240" sldId="301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2521517357" sldId="302"/>
        </pc:sldMkLst>
      </pc:sldChg>
      <pc:sldChg chg="del">
        <pc:chgData name="Christopher Aloo" userId="81d139e4-1a74-45bd-a04a-64f94c7d37c9" providerId="ADAL" clId="{2257EE59-9E56-4B2F-9787-5D174D70385F}" dt="2025-07-22T17:06:32.375" v="28" actId="47"/>
        <pc:sldMkLst>
          <pc:docMk/>
          <pc:sldMk cId="786571099" sldId="303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2648778441" sldId="304"/>
        </pc:sldMkLst>
      </pc:sldChg>
      <pc:sldChg chg="addSp delSp mod ord">
        <pc:chgData name="Christopher Aloo" userId="81d139e4-1a74-45bd-a04a-64f94c7d37c9" providerId="ADAL" clId="{2257EE59-9E56-4B2F-9787-5D174D70385F}" dt="2025-07-23T07:35:16.739" v="340"/>
        <pc:sldMkLst>
          <pc:docMk/>
          <pc:sldMk cId="2679145969" sldId="305"/>
        </pc:sldMkLst>
        <pc:grpChg chg="del">
          <ac:chgData name="Christopher Aloo" userId="81d139e4-1a74-45bd-a04a-64f94c7d37c9" providerId="ADAL" clId="{2257EE59-9E56-4B2F-9787-5D174D70385F}" dt="2025-07-22T17:06:16.811" v="18" actId="478"/>
          <ac:grpSpMkLst>
            <pc:docMk/>
            <pc:sldMk cId="2679145969" sldId="305"/>
            <ac:grpSpMk id="12" creationId="{EADF8602-D36B-577E-411E-1C8295F296F4}"/>
          </ac:grpSpMkLst>
        </pc:grpChg>
        <pc:grpChg chg="del">
          <ac:chgData name="Christopher Aloo" userId="81d139e4-1a74-45bd-a04a-64f94c7d37c9" providerId="ADAL" clId="{2257EE59-9E56-4B2F-9787-5D174D70385F}" dt="2025-07-22T17:06:17.604" v="19" actId="478"/>
          <ac:grpSpMkLst>
            <pc:docMk/>
            <pc:sldMk cId="2679145969" sldId="305"/>
            <ac:grpSpMk id="107" creationId="{33367ABB-D6D9-3966-B1FE-6727B9F9FDC4}"/>
          </ac:grpSpMkLst>
        </pc:grpChg>
        <pc:grpChg chg="del">
          <ac:chgData name="Christopher Aloo" userId="81d139e4-1a74-45bd-a04a-64f94c7d37c9" providerId="ADAL" clId="{2257EE59-9E56-4B2F-9787-5D174D70385F}" dt="2025-07-22T17:06:15.667" v="17" actId="478"/>
          <ac:grpSpMkLst>
            <pc:docMk/>
            <pc:sldMk cId="2679145969" sldId="305"/>
            <ac:grpSpMk id="130" creationId="{D8415E03-D283-C56C-F1A2-B6917974B233}"/>
          </ac:grpSpMkLst>
        </pc:grpChg>
        <pc:inkChg chg="add">
          <ac:chgData name="Christopher Aloo" userId="81d139e4-1a74-45bd-a04a-64f94c7d37c9" providerId="ADAL" clId="{2257EE59-9E56-4B2F-9787-5D174D70385F}" dt="2025-07-23T07:35:16.739" v="340"/>
          <ac:inkMkLst>
            <pc:docMk/>
            <pc:sldMk cId="2679145969" sldId="305"/>
            <ac:inkMk id="7" creationId="{C0B946DA-2010-8000-CE34-235805CD1EF3}"/>
          </ac:inkMkLst>
        </pc:inkChg>
      </pc:sldChg>
      <pc:sldChg chg="addSp modSp add mod ord">
        <pc:chgData name="Christopher Aloo" userId="81d139e4-1a74-45bd-a04a-64f94c7d37c9" providerId="ADAL" clId="{2257EE59-9E56-4B2F-9787-5D174D70385F}" dt="2025-07-23T07:35:16.739" v="340"/>
        <pc:sldMkLst>
          <pc:docMk/>
          <pc:sldMk cId="1161904599" sldId="306"/>
        </pc:sldMkLst>
        <pc:graphicFrameChg chg="add mod">
          <ac:chgData name="Christopher Aloo" userId="81d139e4-1a74-45bd-a04a-64f94c7d37c9" providerId="ADAL" clId="{2257EE59-9E56-4B2F-9787-5D174D70385F}" dt="2025-07-23T07:34:54.924" v="333"/>
          <ac:graphicFrameMkLst>
            <pc:docMk/>
            <pc:sldMk cId="1161904599" sldId="306"/>
            <ac:graphicFrameMk id="2" creationId="{F04A42BB-9307-33DA-ABAF-EE33CF26D0AA}"/>
          </ac:graphicFrameMkLst>
        </pc:graphicFrameChg>
        <pc:graphicFrameChg chg="add mod modGraphic">
          <ac:chgData name="Christopher Aloo" userId="81d139e4-1a74-45bd-a04a-64f94c7d37c9" providerId="ADAL" clId="{2257EE59-9E56-4B2F-9787-5D174D70385F}" dt="2025-07-23T07:35:04.501" v="339" actId="14100"/>
          <ac:graphicFrameMkLst>
            <pc:docMk/>
            <pc:sldMk cId="1161904599" sldId="306"/>
            <ac:graphicFrameMk id="3" creationId="{8ACAEF70-DC71-1A74-F197-27CF2EE88ACC}"/>
          </ac:graphicFrameMkLst>
        </pc:graphicFrameChg>
        <pc:inkChg chg="add">
          <ac:chgData name="Christopher Aloo" userId="81d139e4-1a74-45bd-a04a-64f94c7d37c9" providerId="ADAL" clId="{2257EE59-9E56-4B2F-9787-5D174D70385F}" dt="2025-07-23T07:35:16.739" v="340"/>
          <ac:inkMkLst>
            <pc:docMk/>
            <pc:sldMk cId="1161904599" sldId="306"/>
            <ac:inkMk id="4" creationId="{3B5B9689-14D4-A57A-001D-6CF0DF43BCAF}"/>
          </ac:inkMkLst>
        </pc:inkChg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1701052150" sldId="306"/>
        </pc:sldMkLst>
      </pc:sldChg>
      <pc:sldChg chg="add">
        <pc:chgData name="Christopher Aloo" userId="81d139e4-1a74-45bd-a04a-64f94c7d37c9" providerId="ADAL" clId="{2257EE59-9E56-4B2F-9787-5D174D70385F}" dt="2025-07-22T17:07:33.160" v="147" actId="2890"/>
        <pc:sldMkLst>
          <pc:docMk/>
          <pc:sldMk cId="969187749" sldId="307"/>
        </pc:sldMkLst>
      </pc:sldChg>
      <pc:sldChg chg="del">
        <pc:chgData name="Christopher Aloo" userId="81d139e4-1a74-45bd-a04a-64f94c7d37c9" providerId="ADAL" clId="{2257EE59-9E56-4B2F-9787-5D174D70385F}" dt="2025-07-22T17:06:33.525" v="29" actId="47"/>
        <pc:sldMkLst>
          <pc:docMk/>
          <pc:sldMk cId="1875087664" sldId="307"/>
        </pc:sldMkLst>
      </pc:sldChg>
      <pc:sldChg chg="modSp add mod">
        <pc:chgData name="Christopher Aloo" userId="81d139e4-1a74-45bd-a04a-64f94c7d37c9" providerId="ADAL" clId="{2257EE59-9E56-4B2F-9787-5D174D70385F}" dt="2025-07-22T17:07:49.206" v="172" actId="20577"/>
        <pc:sldMkLst>
          <pc:docMk/>
          <pc:sldMk cId="2959217603" sldId="308"/>
        </pc:sldMkLst>
        <pc:spChg chg="mod">
          <ac:chgData name="Christopher Aloo" userId="81d139e4-1a74-45bd-a04a-64f94c7d37c9" providerId="ADAL" clId="{2257EE59-9E56-4B2F-9787-5D174D70385F}" dt="2025-07-22T17:07:49.206" v="172" actId="20577"/>
          <ac:spMkLst>
            <pc:docMk/>
            <pc:sldMk cId="2959217603" sldId="308"/>
            <ac:spMk id="67" creationId="{55634FEB-C106-D9A4-7B68-FA044682093D}"/>
          </ac:spMkLst>
        </pc:spChg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3893798214" sldId="308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901039197" sldId="309"/>
        </pc:sldMkLst>
      </pc:sldChg>
      <pc:sldChg chg="addSp add replId">
        <pc:chgData name="Christopher Aloo" userId="81d139e4-1a74-45bd-a04a-64f94c7d37c9" providerId="ADAL" clId="{2257EE59-9E56-4B2F-9787-5D174D70385F}" dt="2025-07-23T07:35:16.739" v="340"/>
        <pc:sldMkLst>
          <pc:docMk/>
          <pc:sldMk cId="4020662562" sldId="309"/>
        </pc:sldMkLst>
        <pc:inkChg chg="add">
          <ac:chgData name="Christopher Aloo" userId="81d139e4-1a74-45bd-a04a-64f94c7d37c9" providerId="ADAL" clId="{2257EE59-9E56-4B2F-9787-5D174D70385F}" dt="2025-07-23T07:35:16.739" v="340"/>
          <ac:inkMkLst>
            <pc:docMk/>
            <pc:sldMk cId="4020662562" sldId="309"/>
            <ac:inkMk id="2" creationId="{A301575A-D97C-6CA9-60AA-C4D22CEF594C}"/>
          </ac:inkMkLst>
        </pc:inkChg>
      </pc:sldChg>
      <pc:sldChg chg="modSp add mod">
        <pc:chgData name="Christopher Aloo" userId="81d139e4-1a74-45bd-a04a-64f94c7d37c9" providerId="ADAL" clId="{2257EE59-9E56-4B2F-9787-5D174D70385F}" dt="2025-07-22T17:08:18.754" v="238" actId="20577"/>
        <pc:sldMkLst>
          <pc:docMk/>
          <pc:sldMk cId="1403628725" sldId="310"/>
        </pc:sldMkLst>
        <pc:spChg chg="mod">
          <ac:chgData name="Christopher Aloo" userId="81d139e4-1a74-45bd-a04a-64f94c7d37c9" providerId="ADAL" clId="{2257EE59-9E56-4B2F-9787-5D174D70385F}" dt="2025-07-22T17:08:18.754" v="238" actId="20577"/>
          <ac:spMkLst>
            <pc:docMk/>
            <pc:sldMk cId="1403628725" sldId="310"/>
            <ac:spMk id="67" creationId="{1DF3245A-D2E0-64AF-F5B2-6D8400A09AD6}"/>
          </ac:spMkLst>
        </pc:spChg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3309296668" sldId="310"/>
        </pc:sldMkLst>
      </pc:sldChg>
      <pc:sldChg chg="add replId">
        <pc:chgData name="Christopher Aloo" userId="81d139e4-1a74-45bd-a04a-64f94c7d37c9" providerId="ADAL" clId="{2257EE59-9E56-4B2F-9787-5D174D70385F}" dt="2025-07-22T17:07:52.062" v="173" actId="2890"/>
        <pc:sldMkLst>
          <pc:docMk/>
          <pc:sldMk cId="2869571113" sldId="311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3522907835" sldId="311"/>
        </pc:sldMkLst>
      </pc:sldChg>
      <pc:sldChg chg="modSp add mod ord">
        <pc:chgData name="Christopher Aloo" userId="81d139e4-1a74-45bd-a04a-64f94c7d37c9" providerId="ADAL" clId="{2257EE59-9E56-4B2F-9787-5D174D70385F}" dt="2025-07-22T17:09:18.439" v="325" actId="14100"/>
        <pc:sldMkLst>
          <pc:docMk/>
          <pc:sldMk cId="840268632" sldId="312"/>
        </pc:sldMkLst>
        <pc:spChg chg="mod">
          <ac:chgData name="Christopher Aloo" userId="81d139e4-1a74-45bd-a04a-64f94c7d37c9" providerId="ADAL" clId="{2257EE59-9E56-4B2F-9787-5D174D70385F}" dt="2025-07-22T17:09:18.439" v="325" actId="14100"/>
          <ac:spMkLst>
            <pc:docMk/>
            <pc:sldMk cId="840268632" sldId="312"/>
            <ac:spMk id="67" creationId="{A3982D75-9BC0-0317-404E-9C5485424979}"/>
          </ac:spMkLst>
        </pc:spChg>
      </pc:sldChg>
      <pc:sldChg chg="addSp modSp add mod">
        <pc:chgData name="Christopher Aloo" userId="81d139e4-1a74-45bd-a04a-64f94c7d37c9" providerId="ADAL" clId="{2257EE59-9E56-4B2F-9787-5D174D70385F}" dt="2025-07-23T07:35:16.739" v="340"/>
        <pc:sldMkLst>
          <pc:docMk/>
          <pc:sldMk cId="256690448" sldId="313"/>
        </pc:sldMkLst>
        <pc:graphicFrameChg chg="add mod">
          <ac:chgData name="Christopher Aloo" userId="81d139e4-1a74-45bd-a04a-64f94c7d37c9" providerId="ADAL" clId="{2257EE59-9E56-4B2F-9787-5D174D70385F}" dt="2025-07-22T17:27:03.412" v="327"/>
          <ac:graphicFrameMkLst>
            <pc:docMk/>
            <pc:sldMk cId="256690448" sldId="313"/>
            <ac:graphicFrameMk id="2" creationId="{F3EC2820-BAE9-AA55-1DDD-7453B8D324FB}"/>
          </ac:graphicFrameMkLst>
        </pc:graphicFrameChg>
        <pc:graphicFrameChg chg="add mod modGraphic">
          <ac:chgData name="Christopher Aloo" userId="81d139e4-1a74-45bd-a04a-64f94c7d37c9" providerId="ADAL" clId="{2257EE59-9E56-4B2F-9787-5D174D70385F}" dt="2025-07-22T17:27:11.630" v="332" actId="14100"/>
          <ac:graphicFrameMkLst>
            <pc:docMk/>
            <pc:sldMk cId="256690448" sldId="313"/>
            <ac:graphicFrameMk id="3" creationId="{F63E9453-C2A5-AB35-EF04-AB28C3522179}"/>
          </ac:graphicFrameMkLst>
        </pc:graphicFrameChg>
        <pc:inkChg chg="add">
          <ac:chgData name="Christopher Aloo" userId="81d139e4-1a74-45bd-a04a-64f94c7d37c9" providerId="ADAL" clId="{2257EE59-9E56-4B2F-9787-5D174D70385F}" dt="2025-07-23T07:35:16.739" v="340"/>
          <ac:inkMkLst>
            <pc:docMk/>
            <pc:sldMk cId="256690448" sldId="313"/>
            <ac:inkMk id="4" creationId="{96E2CD4A-D08D-7E4E-DB85-C2E47AD3AA4D}"/>
          </ac:inkMkLst>
        </pc:inkChg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811530729" sldId="313"/>
        </pc:sldMkLst>
      </pc:sldChg>
      <pc:sldChg chg="del">
        <pc:chgData name="Christopher Aloo" userId="81d139e4-1a74-45bd-a04a-64f94c7d37c9" providerId="ADAL" clId="{2257EE59-9E56-4B2F-9787-5D174D70385F}" dt="2025-07-22T17:06:39.877" v="30" actId="47"/>
        <pc:sldMkLst>
          <pc:docMk/>
          <pc:sldMk cId="3330064731" sldId="315"/>
        </pc:sldMkLst>
      </pc:sldChg>
      <pc:sldMasterChg chg="delSldLayout">
        <pc:chgData name="Christopher Aloo" userId="81d139e4-1a74-45bd-a04a-64f94c7d37c9" providerId="ADAL" clId="{2257EE59-9E56-4B2F-9787-5D174D70385F}" dt="2025-07-22T17:06:39.877" v="30" actId="47"/>
        <pc:sldMasterMkLst>
          <pc:docMk/>
          <pc:sldMasterMk cId="0" sldId="2147483659"/>
        </pc:sldMasterMkLst>
        <pc:sldLayoutChg chg="del">
          <pc:chgData name="Christopher Aloo" userId="81d139e4-1a74-45bd-a04a-64f94c7d37c9" providerId="ADAL" clId="{2257EE59-9E56-4B2F-9787-5D174D70385F}" dt="2025-07-22T17:06:39.877" v="30" actId="47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7-22T17:09:47.6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1526 2015 0,'0'0'0,"17"121"16,-8 5-16,8 29 15,-8 14 1,4 4-16,-9-30 16,0-27-1,1-42-15,-1-35 16,-4-18-16,0-21 15,0 0 1,0 0-16,-22-155 16,5 3-1,4-16-15,5 8 16,3 13 0,14 0-16,4 47 15,0 44-15,0 30 16,-5 13-1,-8 13-15,0 0 16,57 87 0,-31-18-16,12 35 15,-3 17 1,-9-26-16,4-17 16,-8-9-16,-5-22 15,0-16 1,1-27-16,3-17 15,23-39 1,12-73-16,-13-27 16,-26 27-16,1 34 15,-10 35 1,-4 21-16,1 22 16,-1 9-1,5 21-15,-1 27 16,5 38-1,9 39-15,0-9 16,-1-21-16,5-13 16,4-9-1,9-4-15</inkml:trace>
  <inkml:trace contextRef="#ctx0" brushRef="#br0" timeOffset="481.91">2684 2837 0,'0'0'0,"0"0"0,0 0 16,0 0-1,18 65-15,-5-35 16,0-9 0,4 1-16,0-9 15,0-4-15,1-9 16,3-9-1,5-26-15,5-29 16,-18-6 0,-13 10-16,-9 8 15,-13 9 1,-4 8-16,-8 18 16,-1 17-16,-8 9 15,4 4 1,9 12-16,8 10 15,9 8 1,18 9-16,16-4 16,18-1-16</inkml:trace>
  <inkml:trace contextRef="#ctx0" brushRef="#br0" timeOffset="1348.65">3393 1859 0,'13'173'0,"9"74"16,8-22-16,0-18 15,-12-81 1,-1-57-16,-8-34 16,-1-14-16,-3-12 15,-5-5 1,0-4-16,0 0 16,0 0-1,0 0-15,-57-130 16,18 70-1,5 21-15,4 13 16,4 9-16,4 12 16,0 10-1,-3 3-15,3 14 16,5 8 0,4 1-16,8-1 15,5-4 1,5-5-16,8 1 15,4-5-15,13 1 16,9-10 0,9-3-16,4-5 15,4-9 1,0-8-16,-9-5 16,-8-4-1,0-9-15,-4 1 16,-5 4-16,-4 8 15,-4 0 1,-1 9-16,5 5 16,0-5-1,-4 4-15,-1 0 16,-3 1 0,-1-10-16,5-7 15,-1-23-15,-4-4 16,-4 0-1,-8 13-15,-5 13 16,-13 13 0,-9 13-16,22 0 15,-104 95 1,53-25-16,20 16 16,18 5-16,22-22 15,8-8 1,22-18-16,17-17 15,5-17 1,30-40-16,38-34 16</inkml:trace>
  <inkml:trace contextRef="#ctx0" brushRef="#br0" timeOffset="1749.8">4647 1674 0,'-9'82'0,"-4"130"0,13 95 15,18-31 1,7-38-16,-12-91 16,-8-52-1,-1-17-15</inkml:trace>
  <inkml:trace contextRef="#ctx0" brushRef="#br0" timeOffset="2832.4">5875 2569 0,'0'0'0,"0"0"0,0 0 15,0 0 1,0 0-16,116-22 16,-38-21-1,17-31-15,-4-12 16,-31-22 0,-47 13-16,-26 17 15,-30 4 1,-13 31-16,-26 34 15,-9 31-15,-17 47 16,0 44 0,17 3-16,35 27 15,26-35 1,17-26-16,17-17 16,5-9-16,17-8 15,8-18 1,14-25-16,47-40 15,52-56 1,-13-60-16,-52 30 16,-30 26-1,-13 8-15,-13 27 16,-9 29-16,-4 18 16,-4 18-1,-1 12-15,14 13 16,-1 22-1,14 22-15,0 3 16,-5-7 0,0-19-16,-8-16 15,-1-13 1,-3-14-16,-5-3 16,-5-5-16,1 0 15,0-13 1,-1-22-16,5-21 15,-4-18 1</inkml:trace>
  <inkml:trace contextRef="#ctx0" brushRef="#br0" timeOffset="3348.83">7387 2305 0,'0'0'0,"0"0"16,0 0-16,0 0 15,-112-39 1,52 39-16,-1 9 15,9 8-15,9 13 16,8 9 0,18 4-16,8-4 15,14-4 1,16-9-16,23-13 16,29-44-1,44-55-15,17-61 16,-56 13-16,-40 65 15,-25 38 1,-4 14-16,-9 17 16,0 17-1,0-17-15,-9 165 16,14-5 0,3-30-16,10-31 15,3-38-15,-3-27 16,3-30-1,22-30-15,44-73 16,30-83 0</inkml:trace>
  <inkml:trace contextRef="#ctx0" brushRef="#br0" timeOffset="3565.4">7859 1496 0,'4'69'0,"5"65"16,8 65-1,0-17-15,0-39 16,-4-40-16,-4-33 16,-5-31-1,1-18-15,-1-21 16,-4 0-1</inkml:trace>
  <inkml:trace contextRef="#ctx0" brushRef="#br0" timeOffset="3898.78">8153 1937 0,'0'0'0,"34"104"16,-8-26-16,4-9 15,1-17-15,-10-13 16,-4-13 0,-4-13-16,0-9 15,5-8 1,-1-5-16,9-12 16,-9-18-1,1-13-15,-10-9 16,-4 5-16,1-18 15,-1-16 1,5-1-16,-1 17 16,10 31-1,3 30-15,12 35 16,19 43 0</inkml:trace>
  <inkml:trace contextRef="#ctx0" brushRef="#br0" timeOffset="4350.93">9177 1976 0,'0'0'0,"-78"35"15,3 30 1,5 8-16,25-4 16,19-4-1,17-17-15,14-9 16,19-13-16,10-13 16,-34-13-1,123-57-15,-45-20 16,-11-32-1,-21 10-15,-18 13 16,-13 29 0,-9 31-16,-1 13 15,-5 13-15,0 5 16,2 12 0,6 44-16,10 42 15,10 14 1,2-30-16,2-36 15,1-38 1,6-26-16,17-21 16</inkml:trace>
  <inkml:trace contextRef="#ctx0" brushRef="#br0" timeOffset="4565.04">9936 1449 0,'-3'333'16,"12"51"-16,13-120 16,-9-147-16,-2-52 15,-5-31-15,3-12 16,-1-9-1</inkml:trace>
  <inkml:trace contextRef="#ctx0" brushRef="#br0" timeOffset="4931.54">9570 2309 0,'0'0'0,"0"0"16,100-17-1,-1 0-15,11-5 16,-17 5 0,-10-1-16,-10 1 15,-4 4-15,-6 4 16,-7 5-1,-11 8-15,-10 1 16,-7 12 0,-2 5-16,-9 4 15,-6 4-15,-7 0 16,-1-8 0,-6-5-16,-5-8 15,-3-9 1,11 0-16</inkml:trace>
  <inkml:trace contextRef="#ctx0" brushRef="#br0" timeOffset="5715.1">10260 1885 0,'0'0'0,"76"13"16,3 13-1,21 26-15,-1 26 16,-12 13-16,-18 4 16,-17-4-1,-13-18-15,-5-16 16,-6-14 0,-4-13-16,-4-4 15,-1-13 1,9-9-16,2-8 15,7-13-15,6-35 16,-4-13 0,-11-17-16,-8-26 15,-14 0 1,-14 4-16,-23 9 16,-25 21-1,-11 35-15,9 35 16,-5 21-16,5 13 15,12 5 1,18 8-16,18 5 16,14-1-1,15-12-15,20-5 16,24-12 0,23-23-16,12-16 15,-12-5-15,-15 4 16,-10 9-1,-14 9-15,-5 17 16,-4 26 0,-12 21-16,-17 14 15,-18 17 1,-14-1-16,-1-25 16,11-30-16,11-22 15,12-13 1,-10 0-16,102-113 15,2-51 1,23-9-16,-23 13 16,-41 78-1,-24 52-15,-7 38 16,13 40-16,16 77 16,-16 44-1,-17-9-15,-4-52 16,-6-43-1,1-26-15,-4-18 16,-2-12 0</inkml:trace>
  <inkml:trace contextRef="#ctx0" brushRef="#br0" timeOffset="6631.91">2256 3589 0,'0'0'0,"70"-17"15,64-5-15,99-4 16,52 0 0,5 9-16,0 0 15,-18 4 1,-4-9-16,0 1 16,-4-1-1,-31-4-15,-17 9 16,-34-1-1,-40 5-15,-34 9 16,-43 4-16,-26 4 16,-17 1-1,-22-1-15,0-4 16</inkml:trace>
  <inkml:trace contextRef="#ctx0" brushRef="#br0" timeOffset="7248.04">1340 4839 0,'0'0'0,"0"0"15,143-13-15,-5 2 16,13 2-1,5 5-15,-35 4 16,-30 0 0,-18 0-16,-21-4 15,-4-3-15</inkml:trace>
  <inkml:trace contextRef="#ctx0" brushRef="#br0" timeOffset="7614.62">1707 4393 0,'0'0'0,"139"26"15,-5-8 1,13-1-16,-18 5 16,-21 12-1,-30 1-15,-30 4 16,-18 0 0,-21 4-16,-18 13 15,-38 57-15,-49 40 16,-29-2-1,-13 9-15,38-58 16,48-50 0,31-20-16,12-8 15</inkml:trace>
  <inkml:trace contextRef="#ctx0" brushRef="#br0" timeOffset="8148.88">3484 4125 0,'-9'91'0,"18"74"15,17 55-15,13 35 16,4-65-16,-4-8 16,-13-35-1,0-26-15,-4-30 16,-5-43 0,0-20-16</inkml:trace>
  <inkml:trace contextRef="#ctx0" brushRef="#br0" timeOffset="8415.26">4171 4246 0,'18'173'0,"16"9"16,5 19-16,-9-50 16,-17-64-1,-8-31-15,-10-17 16,-3-9-16,-10-6 16,-7-9-1,-6-8-15</inkml:trace>
  <inkml:trace contextRef="#ctx0" brushRef="#br0" timeOffset="8665.2">3614 4941 0,'0'0'0,"65"-22"15,43-2-15,21 0 16,5 5 0,-21-1-16,-22-3 15,-18-3 1,-8 0-16,-13 0 16,-18 8-1,-12 6-15</inkml:trace>
  <inkml:trace contextRef="#ctx0" brushRef="#br0" timeOffset="9014.84">4656 4969 0,'0'0'0,"0"0"16,-18 67 0,18-48-16,9 3 15,4 4 1,13-3-16,8-7 15,5-12-15,22-17 16,17-32 0,-14-33-16,-25 9 15,-26 19 1,-13 15-16,-17-2 16,-18 5-1,-16 10-15,-6 18 16,-7 11-16,-6 12 15,6 13 1,16 10-16,26-4 16,22-16-1,13-7-15,18-2 16</inkml:trace>
  <inkml:trace contextRef="#ctx0" brushRef="#br0" timeOffset="9247.99">5239 4078 0,'0'0'0,"-35"160"16,27 56-16,21-13 15,21 1 1,5-62-16,5-47 16,-14-17-16,-4-6 15</inkml:trace>
  <inkml:trace contextRef="#ctx0" brushRef="#br0" timeOffset="9848.12">6285 3537 0,'0'0'0,"-43"186"15,26 39-15,21 39 16,22 0-1,4-83-15,-8-64 16,-5-41-16,-4-33 16,-9-17-1,5-11-15,-9-4 16,0-7 0,0-4-16,0 0 15,0 0 1,-95-140-16,8 40 15,-3 44-15,21 39 16,4 30 0,-4 26-16,12 8 15,23 7 1,25 15-16,18 7 16,34-2-1,35-12-15,47-21 16,22-30-16,22-32 15,17-42 1,-1-19-16,-7-9 16</inkml:trace>
  <inkml:trace contextRef="#ctx0" brushRef="#br0" timeOffset="10531.62">7898 4082 0,'0'0'0,"-61"147"16,18 43-16,25-4 15,23-21-15,25-18 16,5-52-1,8-39-15,4-23 16,14-25 0,25-25-16,27-50 15,-5-43 1,-13-37-16,-43-11 16,-52-37-1,-26-60-15,-43-13 16,-70 91-16,1 129 15,-26 61 1,-5 26-16,-12 78 16,47 34-1,52 26-15,51-12 16,40 8-16,26-9 16,16-11-1</inkml:trace>
  <inkml:trace contextRef="#ctx0" brushRef="#br0" timeOffset="10998.61">8764 4480 0,'0'0'0,"-4"91"0,6-9 16,11 17-16,11-16 16,2-27-1,4-22-15,-4-23 16,-2-22-1,6-21-15,-2-24 16,0-16-16,-6 8 16,-5 12-1,-8 26-15,-3 8 16,-1 10 0,-3 8-16,2 8 15,5 14 1,6 21-16,9 13 15,10-4-15,12-13 16,3-19 0,-3-20-16,3-11 15</inkml:trace>
  <inkml:trace contextRef="#ctx0" brushRef="#br0" timeOffset="11231.74">9702 4022 0,'33'246'0,"-1"5"0,-6-104 15,-9-61-15,1-40 16,-10-22 0,-3-9-16</inkml:trace>
  <inkml:trace contextRef="#ctx0" brushRef="#br0" timeOffset="11432.65">9432 4519 0,'89'-4'0,"47"-5"16,65-8-1,-9-9-15,18-22 16,-3-4-1</inkml:trace>
  <inkml:trace contextRef="#ctx0" brushRef="#br0" timeOffset="11948.25">11745 3788 0,'-167'74'0,"14"25"15,53-17-15,38 0 16,27 1-16,20-23 16,19-17-1,24 1-15,50-1 16,54-9 0,39 1-16,-26-5 15,-61 1 1,-37-6-16,-29 6 15,-27 3-15,-71 31 16,-67 4 0,-84-8-16,-39-11 15,84-16 1,50-6-16,36-6 16,40-9-1,36-13-15,24 0 16,0 0-16,143-115 15</inkml:trace>
  <inkml:trace contextRef="#ctx0" brushRef="#br0" timeOffset="12415.08">12078 4536 0,'0'0'0,"0"0"0,75 13 15,-32-13-15,3-4 16,6-13 0,8-14-16,-4-8 15,-12-13 1,-25-12-16,-23 7 15,-22 1 1,-15 9-16,-7 16 16,3 27-16,-16 30 15,-12 60 1,1 36-16,25 38 16,34-48-1,32-21-15,44-18 16,17-27-1,17-27-15,31-21 16,-3-20-16,33-19 16,-11-19-1,-37-31-15,-34-4 16,-14-22 0,-18 5-16,-12-1 15</inkml:trace>
  <inkml:trace contextRef="#ctx0" brushRef="#br0" timeOffset="12584.99">13072 3602 0,'0'0'0,"0"0"0,-28 121 16,23 35-1,16 77-15,9 5 16,8-39-16,0-91 15,-9-47 1,-4-18-16</inkml:trace>
  <inkml:trace contextRef="#ctx0" brushRef="#br0" timeOffset="12815.27">12745 4484 0,'0'0'0,"0"0"15,137-13-15,20-13 16,14-13 0,6-12-16,-10-6 15,-29-3 1,-13 4-16</inkml:trace>
  <inkml:trace contextRef="#ctx0" brushRef="#br0" timeOffset="13115.06">14137 4078 0,'0'0'0,"-116"34"16,12 10-1,-15 21-15,7-5 16,32-12-1,32-18-15,26-8 16,16-10-16,17 1 16,26 0-1,21 0-15,30 0 16,18 9 0,-15 0-16,-30-1 15,-33 5 1,-30 0-16,-50 26 15,-50 9-15,-88 8 16,32-17 0,-15-7-16,-4-2 15</inkml:trace>
  <inkml:trace contextRef="#ctx0" brushRef="#br0" timeOffset="13815.81">1656 7148 0,'69'-19'0,"22"6"16,43 2-16,-22 9 16,-4-3-1,0-8-15,0-10 16,0-10-16</inkml:trace>
  <inkml:trace contextRef="#ctx0" brushRef="#br0" timeOffset="14164.13">1889 6506 0,'69'-4'0,"44"10"0,38 7 16,9 11-16,-43 2 15,-31 8 1,-30 14-16,-21 12 15,-27 10 1,-29 14-16,-35 54 16,-35 7-1,0-41-15,18-24 16,25-19 0,18-14-16,8-4 15</inkml:trace>
  <inkml:trace contextRef="#ctx0" brushRef="#br0" timeOffset="15298.26">4288 6169 0,'-138'97'0,"-35"87"16,39 19-16,56-21 15,39 6 1,39-50-16,22-23 15,30-12-15,30-23 16,0-34 0,13-33-16,26-30 15,13-35 1,13-11-16,-26-2 16,-35-2-1,-42 4-15,-23 5 16</inkml:trace>
  <inkml:trace contextRef="#ctx0" brushRef="#br0" timeOffset="15781.68">4772 6938 0,'0'0'0,"0"0"0,0 0 16,104 83-16,-18 87 15,-16 55 1,-44-69-16,-26-61 16,-13-34-1,-9-25-15,-8-23 16,30-13-16,-65-21 16,35-14-1,4-36-15,8-29 16,27-17-1,21-55-15,26 5 16,18 22 0,-1 39-16,5 41 15,0 35 1,-9 30-16,-8 26 16,8 26-16</inkml:trace>
  <inkml:trace contextRef="#ctx0" brushRef="#br0" timeOffset="16215.19">5555 6934 0,'0'0'0,"39"95"0,12 39 16,6 24-1,-6-43-15,-12-48 16,-8-33 0,3-23-16,5-26 15,30-41 1,0-35-16,-17-28 15,-26 7-15,-30 25 16,-31 7 0,-21 9-16,-9 19 15,5 24 1,-5 23-16,-4 21 16,-5 22-1,-3 21-15,25 23 16,26-4-16,26-24 15,13-20 1,13-8-16</inkml:trace>
  <inkml:trace contextRef="#ctx0" brushRef="#br0" timeOffset="16648.31">6752 6534 0,'0'0'0,"0"0"0,-130 58 15,-12 18 1,12 6-16,44-15 16,21-11-16,17-12 15,22-10 1,22-8-16,13-2 15,25 4 1,53 0-16,25-6 16,-8-5-16,-14-2 15,-20-4 1,-27-2-16,-17-1 16,-26 5-1,-22 13-15,-30 20 16,-73 21-1,-22 11-15,22-7 16,25-17-16,35-19 16,35-18-1,21-21-15,9 4 16,0 0 0</inkml:trace>
  <inkml:trace contextRef="#ctx0" brushRef="#br0" timeOffset="17047.84">7595 6311 0,'0'0'0,"0"0"16,-164 121-1,12-15-15,1-6 16,52-14-16,34-17 15,26-17 1,17-15-16,18-11 16,13-6-1,21 1-15,48-1 16,30-7 0,13-3-16,-17 10 15,-31 8-15,-38 11 16,-35 13-1,-48 32-15,-47 50 16,-74 18 0,18-53-16,13-41 15,47-30-15,35-12 16,26-14 0,17-15-16,13 13 15,30-143 1</inkml:trace>
  <inkml:trace contextRef="#ctx0" brushRef="#br0" timeOffset="17698.18">8157 6301 0,'0'0'0,"0"0"0,65 84 16,-9 17 0,-4 34-16,-13-6 15,-18-25-15,-8 6 16,-4 3 0,-9-22-16,4-11 15,-4-22 1,5-21-16,-10-16 15,5-19 1,0-2-16,0 0 16,-73-192-16,30 56 15,12-16 1,18 16-16,18-19 16,12-31-1,22-65-15,13 19 16,4 55-16,-26 95 15,-6 41 1,0 17-16,-3 11 16,-1 7-1,-5 6-15,-2 2 16,-2 4 0,-1 1-16,-1-1 15,-2 1 1,-3-1-16,-2-1 15,-2-1-15,0 0 16,0 1 0,0-1-16,0 0 15,0-2 1,0 1-16,2-3 16,0-3-1,1 1-15,-1 0 16,0 0-16,0 0 15</inkml:trace>
  <inkml:trace contextRef="#ctx0" brushRef="#br0" timeOffset="18198.84">8105 6063 0,'56'86'0,"48"122"15,17 92 1,17 22-16,-27-38 16,-40-96-1,-30-106-15,-15-58 16,-9-33-1,-10-71-15,-7-117 16,-5-49-16,1 2 16,6-12-1,9 60-15,11 38 16,1 60 0,1 44-16,2 20 15,4 12 1,7 9-16,-2 13 15,6 11-15</inkml:trace>
  <inkml:trace contextRef="#ctx0" brushRef="#br0" timeOffset="18784.16">9892 6504 0,'0'0'0,"-95"-22"0,-13 20 16,-15 19-1,4 20-15,26 6 16,24 24 0,26 22-16,21-7 15,18-26 1,17-4-16,19-4 16,12-20-16,1-24 15,22-23 1,37-44-16,-1-43 15,-27 2 1,-28 11-16,-20 11 16,-15 22-16,-7 21 15,-4 17 1,0 11 0,-2 11-16,3 13 15,1 31-15,9 81 16,13 44-1,15-22-15,15-48 16,-2-43 0,-8-32-16,-3-30 15,9-29-15,15-54 16,-15-45 0,-18-37-16,-12-17 15</inkml:trace>
  <inkml:trace contextRef="#ctx0" brushRef="#br0" timeOffset="18963.91">10176 5425 0,'0'0'0,"10"177"16,23 33-1,25 15-15,11-52 16,-4-37-1,-22-52-15,-12-25 16,-5-10-16</inkml:trace>
  <inkml:trace contextRef="#ctx0" brushRef="#br0" timeOffset="19132.91">11038 6396 0,'37'192'0,"-7"-30"16,-6-17-16</inkml:trace>
  <inkml:trace contextRef="#ctx0" brushRef="#br0" timeOffset="20067.04">10926 6233 0,'2'-92'0,"11"-1"16,6 23 0,5 18-16,8 11 15,16 7-15,6 1 16,6 5-1,5 11-15,2 15 16,9 19 0,15 33-16,-1 43 15,8 32-15,-16-12 16,-22-5 0,-16-17-16,-8-16 15,-10-23 1,-8-19-16,-8-18 15,-5-13 1,-3-9-16,-2 7 16,0 0-16,-95-157 15,2 87 1,19 31-16,14 29 16,-5 20-1,-9 31-15,10 35 16,20 8-1,29-8-15,37 2 16,45 6-16,41-10 16,26-48-1,-2-39-15,34-43 16,3-37 0,8-28-16,-26-3 15,-49 23 1,-31 16-16,-34 18 15,-20 22-15,-15 17 16,-6 8 0,-9 10-16,13 10 15,-97 30 1,-5 41-16,7 46 16,28 13-1,26-27-15,24-33 16,17-27-16,11-11 15,17-14 1,21-18-16,40-26 16,17-41-1,11-50-15,-7-9 16,-26 1 0,-34 30-16,-20 37 15,-10 29-15,-7 19 16,-3 29-1,8 59-15,8 82 16,13 6 0,4-51-16,-4-50 15,-7-39 1,1-28-16,10-42 16,9-55-16,-3-33 15,-8-37 1,-8-17-16</inkml:trace>
  <inkml:trace contextRef="#ctx0" brushRef="#br0" timeOffset="20264.66">13506 5343 0,'11'225'0,"13"101"0,4-105 15,-13-94-15,-6-47 16,-7-19-16,-2-16 16,-5-12-1,-5-16-15,-5-9 16</inkml:trace>
  <inkml:trace contextRef="#ctx0" brushRef="#br0" timeOffset="21164.7">13057 6238 0,'64'-30'0,"29"4"0,28-3 16,20 14-1,-31 15-15,-10 9 16,10 8-16,-13 1 15,-28-3 1,-28-4-16,-19-5 16,-13 1-1,-9-7-15,0 0 16,0 0 0,0 0-16,-150 34 15,88-45-15,-10-17 16,5-24-1,18-15-15,34-2 16,30 2 0,15 4-16,2 18 15,1 21 1,-1 22-16,14 15 16,21 32-1,10 55-15,-16 8 16,-22-26-16,-11 5 15,-6-16 1,-3-15-16,3-21 16,6-11-16,2-18 15,2-12 1,7-18-16,9-26 16,-9-23-1,-22-7-15,-17-5 16,-22 3-1,-27 0-15,-7 13 16,14 28 0,12 17-16,6 11 15,7 6-15,2 3 16,6 2 0,5 0-16,4 2 15,0 0 1,0 0-16,0 0 15,166 47 1,-101-34-16,-17-6 16,-14-1-16,-12-4 15,-7 1 1,-6-3-16,-3-3 16,1-1-1,4-13-15,6-33 16,13-32-1,20-15-15,4 14 16,-13 36-16,-11 25 16,-4 27-1,13 29-15,15 81 16,26 69 0,-9 12-16,-8-5 15</inkml:trace>
  <inkml:trace contextRef="#ctx0" brushRef="#br0" timeOffset="38747.75">6687 8456 0,'272'-58'0,"96"-22"15,-1-9-15,-17 11 16,-21 26-16,-9 14 16,-7 3-1,-17-2-15,-30 0 16,-28 5 0,-20-5-16,-34 7 15,-31 4 1,-44 7-16,-30 1 15,-27 7-15,-24 5 16,-15 4 0,-10 0-16,-10 2 15,-15-3 1</inkml:trace>
  <inkml:trace contextRef="#ctx0" brushRef="#br0" timeOffset="39730.9">15549 5859 0,'0'0'0,"0"0"0,71 5 16,13-5-16,16 0 15,6-5 1,-5-3-16,-14-3 15,-16-6 1,-13-5-16,1-6 16,-1-9-1</inkml:trace>
  <inkml:trace contextRef="#ctx0" brushRef="#br0" timeOffset="40129.69">16013 5511 0,'0'0'0,"108"11"0,57 6 15,16 12 1,-34 1-16,-28 2 16,-37-4-1,-32-2-15,-26 5 16,-24-1-1,-35 26-15,-66 74 16,-85 47-16,0-17 16,11-4-1,41-55-15,15-16 16</inkml:trace>
  <inkml:trace contextRef="#ctx0" brushRef="#br0" timeOffset="40663.66">14822 4004 0,'108'5'0,"91"16"16,20-3-16,-53-14 15,-32-13 1,-35-8-16,-27-9 16,-20-9-1,-13-4-15</inkml:trace>
  <inkml:trace contextRef="#ctx0" brushRef="#br0" timeOffset="41013.9">16050 3299 0,'71'44'0,"24"21"16,7 4-16,-13-13 16,-22-26-1,-24-12-15,-11-1 16,-12-4-1,-14 0-15,-25 21 16,-94 100-16,-98 83 16,38-5-1,82-78-15,22-22 16</inkml:trace>
  <inkml:trace contextRef="#ctx0" brushRef="#br0" timeOffset="51796.65">18138 2590 0,'-28'134'0,"-5"26"0,-8 48 0,-2-52 16,-7-18 0,-1-17-16,1-35 15,-4-21 1,-9-8-16,-4-10 15,4-4-15,16-12 16,12-14 0,12-8-16,10-9 15,4-9 1,9-13-16,0 22 16,54-129-1,4 55-15,3 27 16,-1 29-16,14 23 15,23 20 1,5 14-16,-7-8 16,0-5-1,-9-13-15,-14-9 16,-8-4 0,3-4-16,7-9 15,6-5-15</inkml:trace>
  <inkml:trace contextRef="#ctx0" brushRef="#br0" timeOffset="52416.44">19359 2573 0,'-91'56'0,"-28"87"15,16 8-15,42-12 16,37-27 0,14-34-16,10-22 15,10-4 1,18 0-16,27-5 15,16-12 1,26-26-16,31-22 16,10-26-16,2-9 15,-19-17 1,-30-30-16,-26 0 16,-24-13-1,-19-26-15,-29 22 16,-27-5-16,-42 0 15,-36 31 1,-14 38-16,3 35 16,-2 26-1,-7 35-15,-2 29 16,28 6 0,33 29-16,40-13 15,18-3-15</inkml:trace>
  <inkml:trace contextRef="#ctx0" brushRef="#br0" timeOffset="54881.71">20358 2806 0,'-44'96'0,"1"42"0,11-13 16,19-42-16,13-23 16,11-4-16,10-4 15,20-9 1,39 1-1,15-27-15,20-30 16,36-30-16,3-22 16,-20-39-1,-33-26-15,-34 9 16,-30-26 0,-26 22-16,-29-22 15,-44 4-15,-38 44 16,-12 38-1,-3 35-15,16 22 16,-3 30 0,-14 60-16,5 40 15,40 38-15,24 9 16</inkml:trace>
  <inkml:trace contextRef="#ctx0" brushRef="#br0" timeOffset="57113.29">21724 2270 0,'0'0'0,"43"69"0,9 44 16,19 51 0,7 39-16,-9-17 15,-9-17-15,-10-52 16,-11-35-1,-15-34-15,-9-18 16,-6-9 0,-3-12-16,-2 0 15,-1-9-15,1-9 16,5-13 0,17-42-16,28-75 15,41-55 1,45-36-16,24 23 15,14 17 1,-18 56-16,-22 12 16,-15 32-1,-6 7-15</inkml:trace>
  <inkml:trace contextRef="#ctx0" brushRef="#br0" timeOffset="61479.55">18067 4117 0,'0'0'0,"175"-26"0,52-9 16,43-17-1,9 0-15,-14 1 16,-29 3-16,-16 9 16,-21 0-1,-26 9-15,-26 8 16,-19 1-1,-29 8-15,-21 0 16,-28 0 0,-16-5-16</inkml:trace>
  <inkml:trace contextRef="#ctx0" brushRef="#br0" timeOffset="65211.73">18162 4830 0,'0'0'0,"0"0"0,8 117 16,1 28-16,2 36 15,-5-3-15,1 10 16,-5-43 0,0 10-16,-4-29 15,-2-22 1,1-11-16,3-22 15,-2-30 1,0-17-16</inkml:trace>
  <inkml:trace contextRef="#ctx0" brushRef="#br0" timeOffset="65645.73">19041 5120 0,'-131'184'0,"5"15"0,16-5 15,36-77 1,20-37-16,11-26 15,4-24-15,3-17 16,1-15 0,3-15-16,3-11 15,19-20 1,16-15-16,22-4 16,13 9-16,9 23 15,2 23 1,13 24-16,13 38 15,-1 19 1,1 29-16,6 25 16,3-11-1,-7-14-15,-22-25 16,-6-10-16</inkml:trace>
  <inkml:trace contextRef="#ctx0" brushRef="#br0" timeOffset="66162.44">19873 5085 0,'0'0'0,"18"124"16,8 44-16,2 44 15,-13-60-15,-9-42 16,-3-30 0,-6-28-16,-1-16 15,2-10 1,0-13-16,0-13 16,2 0-1</inkml:trace>
  <inkml:trace contextRef="#ctx0" brushRef="#br0" timeOffset="66746.91">19554 5749 0,'0'0'0,"103"-21"16,23-12 0,31-8-16,-7 0 15,-47 4 1,-10 0-16,-8 1 16,-16-1-16,-17 11 15,-11 9 1,-18 12-16,-7 8 15,-8 5 1,-1 5-16,-7 2 16,0-15-1,-15 67-15,2-21 16,4-3-16,11-4 16,7 2-1,8-2-15,5-7 16,-1-12-1,5-12-15,0-8 16,4-8 0,3-14-16,-9-17 15,-14-4-15,-16 0 16,-16-9 0,-12 0-16,-1 7 15,7 14 1,4 12-16,5 10 15,2 9 1,-1 13-16,5 15 16,9 15-16,8 20 15</inkml:trace>
  <inkml:trace contextRef="#ctx0" brushRef="#br0" timeOffset="67011.83">21067 4562 0,'8'143'0,"7"93"16,16 73-16,-8-78 15,-3-90-15,-5-68 16,-6-25 0,-3-20-16,1-13 15,1-13 1,5-6-16</inkml:trace>
  <inkml:trace contextRef="#ctx0" brushRef="#br0" timeOffset="67445.6">21791 4484 0,'4'212'0,"9"45"16,11-10-1,-7-115-15,-6-67 16,-5-35 0,-1-13-16,-3-6 15,0-7 1,-2-4-16,0 0 16,0 0-16,0 0 15,-87-71 1,14 34-16,-1 18 15,18 17 1,9 13-16,6 14 16,10 12-16,16 2 15,11-4 1,15-1-16,23 1 16,27-18-1,10-19-15,50-24 16,24-28-1,2-19-15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7-22T17:11:25.72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2364 1972 0,'0'0'0,"0"0"0,0 0 0,-8 82 16,4-39-1,-1 5-15,1 4 16,0 4 0,4 17-16,0 5 15,4-8-15,-4-1 16,4 13-1,1 9-15,-1-5 16,0-12 0,-4-9-16,-4 12 15,0 1-15,-1-9 16,1-17 0,0-13-16,4-9 15,-5-8 1,5-9-16,0-4 15</inkml:trace>
  <inkml:trace contextRef="#ctx0" brushRef="#br0" timeOffset="1515.38">2390 2154 0,'0'0'0,"0"0"0,0 0 16,91 12-1,-48-12-15,31 0 16,21-8-16,4-1 16,5 5-1,17 8-15,-8 1 16,8 3-1,21 5-15,-12-4 16,4-1 0,4 1-16,-21-5 15,17 1-15,-4 3 16,-9 1 0,13 0-16,-5-1 15,-8 5 1,13-4-16,-8-5 15,-1 1 1,13-5-16,-12 0 16,-5 4-16,0-4 15,-13 0 1,-9 0-16,9 0 16,-8 0-1,-18-4-15,-8 4 16,-5 0-16,-4-5 15,-18 1 1,-8 4 0,-13-4-16,-9 4 15,-8 0-15,-1 0 16,-3 0 0,-1 0-16,-4 4 15,0-4 1,0 0-16,0 0 15,-43 56-15,13-8 16,-1 17 0,1-5-16,9-4 15,3 1 1,5 12-16,5 4 16,12 1-1,0-9-15,1-5 16,8 14-16,8-1 15,-4-4 1,1-12-16,-5-14 16,4-4-1,-4 0-15,-4 0 16,-5-9 0,0 0-16,1-4 15,-10-9-15,1-4 16,-5-4-1,-4-5-15,13-4 16,0 0 0,-129-30-16,29 8 15,-8-4 1,-13 9-16,-4 4 16,-5 0-16,-8 9 15,-18 4 1,-12 9-16,-23 4 15,-3 4 1,-5 4-16,4 5 16,14 0-16,4-8 15,12-5 1,14-5-16,-9-8 16,26 0-1,-4-4-15,4-5 16,21-8-1,10 0-15,16-1 16,14-8 0,8 5-16,9 4 15,8-5-15,5 0 16,8 5 0,9 0-16,5 4 15,12 4 1,5 5-16,0-1 15,-1 5 1</inkml:trace>
  <inkml:trace contextRef="#ctx0" brushRef="#br0" timeOffset="2915.48">3035 2577 0,'0'0'0,"0"0"15,0 0-15,0 0 16,-78 35 0,69-26-16,0-5 15,5 5-15,4-9 16,0 0-1,0 0-15,0 0 16,160 34 0,-86-30-16,-10-4 15,10-4-15,4-5 16,-14 1 0,-12-1-16,-17 5 15,-13-5 1,-9 5-16,-9 4 15,-4 0-15,0 0 16,0 0 0,0 0-16,0 0 15,-130 91 1,91-26-16,9 8 16,4-21-1,13-5-15,4-3 16,1-5-16,3-5 15,5 1 1,0-1-16,9-3 16</inkml:trace>
  <inkml:trace contextRef="#ctx0" brushRef="#br0" timeOffset="3317.52">3583 2984 0,'0'0'0,"0"0"16,0 0-16,0 0 15,26 69 1,-17-43-16,0-4 16,-1-5-1,1-9-15,-5 1 16,1-9-16,-5 0 16,0 0-1,0 0-15,0 0 16,69-91-1,-39 52-15,5 9 16,-5 4 0,0 9-16,0 0 15,5-5-15,8 5 16</inkml:trace>
  <inkml:trace contextRef="#ctx0" brushRef="#br0" timeOffset="4468.45">4297 2871 0,'0'0'0,"0"0"16,-78 5-16,43 3 16,1 10-1,8 3-15,9 1 16,4-5 0,8 5-16,10-1 15,8 5 1,21 0-16,14-4 15,-5-18-15,0-8 16,0-9 0,1-9-16,-6-12 15,-12-10 1,-13 6-16,-8 12 16,-5 8-16,-5 10 15,1 3 1,4 5-16,0 0 15,0 0 1,0 0-16,0 0 16,0 0-1,-26 143-15,30-113 16,9-4 0,9-8-16,-22-18 15,86-22 1,-21-17-16,-8 0 15,-23 13-15,-8 5 16,-4 8 0,-9 4-16,0 9 15,0 4 1,0 5-16,-1 4 16,1 4-16,0 5 15,-4-1 1,0-3-16,-9-5 15,0-13 1,0 0-16,0 0 16,0 0-1,0 0-15,0 0 16,0 0-16,0 0 16,0 0-1,-104-130-15,108 78 16,5 0-1,4 13-15,4 9 16,5 13-16,4 4 16,4 13-1,9 13-15,8 17 16,-3 13 0,-10 5-16,-12-9 15,-9-5 1,-9-3-16,-4-10 15,0 1-15,0-9 16,0 0 0,0-5-16,0-8 15,0 0 1,4-4-16,9-26 16,18-26-1,-1 4-15,5 13 16,-5 17-1,4 13-15,-3 14 16,3 12-16,-4 13 16,-4 5-1,-4 4-15,-5 8 16,-4 1 0,5 0-16,3-10 15</inkml:trace>
  <inkml:trace contextRef="#ctx0" brushRef="#br0" timeOffset="4699.09">5702 3135 0,'0'0'0,"0"0"16,0 0-16,0 0 16,0 0-1,0 0-15,0 0 16</inkml:trace>
  <inkml:trace contextRef="#ctx0" brushRef="#br0" timeOffset="5431.97">5762 2685 0,'0'0'16,"0"0"-16,91 52 16,-39 0-16,-13-4 15,-18-5 1,-12-8-16,-9-9 15,-4-5 1,4-4-16,0 1 16,4-5-16,0-5 15,5 1 1,0-5-16,8 1 16,-17-5-1,47-13-15,-12-5 16,-5-8-1,-8 5-15,-9 8 16,-5 0-16,-3 4 16,-5 5-1,0 4-15,0 0 16,0 0 0,0 0-16,0 0 15,0 0-15,0 0 16,0 0-1,0 0-15,0 0 16,0 0 0,0 0-16,-100 86 15,118-86 1,-1 0-16,-17 0 16,0 0-16,69-30 15,-56 21 1,0 1-16,-9 3 15,1 5 1,-5 0-16,0 0 16,0 0-1,0 0-15,-22 143 16,18-69-16,-1-5 16,5-4-1,-4 4-15,4-4 16,-4-13-1,-14-5-15,-16-3 16,-44-10 0,-43-12-16,-26-14 15</inkml:trace>
  <inkml:trace contextRef="#ctx0" brushRef="#br1" timeOffset="8548.11">7219 2188 0,'0'0'0,"0"0"16,0 0-16,0 0 16,0 0-1,9 82-15,3 0 16,-3 14-16,0-1 15,-5 17 1,-4 5-16,0-18 16,-4 5-1,-1 9-15,5-23 16,0-12 0,5-9-16,-1-8 15,-4-5-15,4-8 16,-4-18-1,5-8-15,-5-9 16,4-13 0,-4 0-16</inkml:trace>
  <inkml:trace contextRef="#ctx0" brushRef="#br1" timeOffset="9582.45">7223 2422 0,'0'0'0,"0"0"15,0 0-15,0 0 16,113 4 0,-5-13-16,30-8 15,31-9 1,3 0-16,6 4 15,-5 1-15,4-1 16,2 5 0,1 0-16,-7 4 15,-11 4 1,-15 0-16,-7 9 16,1-4-1,-5 0-15,0 4 16,-15-5-1,-20 1-15,-25 4 16,-22-4-16,-17 4 16,-15 0-1,-12 0-15,-8 4 16,-2-4 0,0 0-16,0 0 15,0 0-15,-144 39 16,72-13-1,-10 13 1,2 8-16,9 18 16,15-4-16,15-9 15,13-9 1,10 0-16,7 5 16,5 4-1,4 4-15,6 0 16,3-4-16,8 0 15,6 8 1,3 1-16,-4-9 16,-7-9-1,-11-8-15,-7-5 16,-12 5-16,-26-1 16,-33 1-1,-27-5-15,-19-4 16,-12-4-1,-2-9-15,-19 8 16,-5 1 0,-17 8-16,6 5 15,-15 4 1,9 4-16,8-4 16,18-9-16,25-8 15,18-5 1,18-4-16,20-9 15,19-4 1,12 0-16,13-8 16,4-1-16,9-8 15,9-14 1,17-16-16,13-22 16</inkml:trace>
  <inkml:trace contextRef="#ctx0" brushRef="#br1" timeOffset="11665.32">7794 2854 0,'39'78'0,"0"13"16,4 12-16,-13-20 15,-4-23-15,0-21 16,-9-9-1,1-12-15,-6-5 16,-3-9-16,0 0 16,-1-8-1,5-9-15,9-22 16,0-29 0,-1-10-16,1 0 15,-1-8 1,5 4-16,-8 27 15,-1 7-15,-4 23 16,4 8-16,1 4 16</inkml:trace>
  <inkml:trace contextRef="#ctx0" brushRef="#br1" timeOffset="12215.22">8630 2953 0,'0'0'0,"-101"31"0,47-5 15,8 13 1,7 13-16,22-5 16,8-8-1,18 0-15,13-9 16,8-4 0,13-13-16,2-4 15,1-18-15,4-25 16,1-27-1,-9-4-15,-19-8 16,-12 8 0,-7 17-16,-1 18 15,-3 13-15,0 8 16,0 9 0,0 9-16,0 4 15,4 17 1,5 17-16,8 5 15,11 0 1,9-17-16,4-22 16,2-26-1,7-17-15,-7-14 16,-2-29-16,-4-27 16</inkml:trace>
  <inkml:trace contextRef="#ctx0" brushRef="#br1" timeOffset="12432.59">9177 2331 0,'0'0'0,"7"125"0,1-21 15,12 39-15,1-27 16,3-20 0,-7-14-16,-2-13 15</inkml:trace>
  <inkml:trace contextRef="#ctx0" brushRef="#br1" timeOffset="13048.36">9525 2979 0,'0'0'0,"0"0"0,0 0 16,0 0-1,-17 74-15,15-70 16,2-4 0,0 0-16,0 0 15,19-199-15,9 52 16,13-17 0,0 47-16,-11 57 15,-4 21 1,-2 17-16,2 9 15,2 18 1,7 12-16,19 48 16,4 38-16,-8 10 15,-13 4 1,-14-31-16,-7-30 16,-8-17-1,-1-17-15,-3-5 16,-2-8-1,-2-9-15,-2 0 16,2 0 0,0 0-16,-138-130 15,73 83-15,22 25 16,12 22 0,-1 22-16,2 29 15,10 1 1,20-4-16,28 4 15,46-9-15,66-26 16,57-38 0,34-31-16</inkml:trace>
  <inkml:trace contextRef="#ctx0" brushRef="#br2" timeOffset="16819.7">11418 2115 0,'0'0'0,"0"0"0,0 0 16,0 0-16,0 0 16,-10 121-1,14-9-15,7 1 16,2-1 0,2 13-16,-2-25 15,-2-27 1,-1-8-16,-1-9 15,2-4-15,-3-4 16,1-5 0,0-17-16,-1-9 15,-1-12 1,-7-5-16</inkml:trace>
  <inkml:trace contextRef="#ctx0" brushRef="#br2" timeOffset="17681.84">11306 2162 0,'0'0'0,"0"0"0,0 0 16,0 0-16,84 13 15,-6-13 1,41-9-16,30-3 15,7-14 1,19-5-16,-22-3 16,3-1-1,-11 5-15,-14 4 16,6 0-16,-19 4 16,-18 1-1,-11 3-15,-20 5 16,-22 5-1,-19-1-15,-10 5 16,-8 4-16,-3-5 16,-3 5-1,-2 0-15,-2 0 16,0 0 0,0 0-16,0 0 15,0 0 1,0 0-16,-71 199 15,69-125-15,8-1 16,10 14 0,3 8-16,0-13 15,-3-17 1,-3-9-16,-3-4 16,-3-4-1,-7-5-15,-7-4 16,-8-4-16,-13-1 15,-19-8 1,-25-4-16,-34-9 16,-30-9-1,-28-4-15,-20 0 16,-8 9-16,-3 4 16,7 13-1,5-1-15,25 1 16,13 0-1,28-4-15,37-5 16,33-12 0,32-5-16,10 0 15</inkml:trace>
  <inkml:trace contextRef="#ctx0" brushRef="#br2" timeOffset="18798.16">11682 2244 0,'0'0'0,"26"108"0,-7-12 16,1-10-1,1 1-15,1-5 16,-2-22-1,1-17-15,-4-17 16,-6-13-16,-2-13 16,-3-4-1</inkml:trace>
  <inkml:trace contextRef="#ctx0" brushRef="#br2" timeOffset="19064.34">11513 2417 0,'0'0'0,"130"-34"0,-20 8 15,5 8 1,-11 1-16,-1-4 16,-14-1-1,-11 0-15</inkml:trace>
  <inkml:trace contextRef="#ctx0" brushRef="#br2" timeOffset="19565.29">12311 2655 0,'0'0'0,"0"0"0,0 0 16,0 0-16,71-43 15,-27 17 1,1-9-16,-8 1 16,-11 3-1,-11 6-15,-9 7 16,-8 1-1,-11 0-15,-15-1 16,-13 10 0,-13 8-16,-22 8 15,-8 18-15,13 5 16,19 3 0,17 5-16,16-9 15,12-4 1,14 0-16,16 5 15,23-1-15,10-9 16,5-12 0,14-13-16,20-18 15,13-17 1</inkml:trace>
  <inkml:trace contextRef="#ctx0" brushRef="#br2" timeOffset="19964.33">12773 2249 0,'0'0'0,"0"0"16,0 0-1,0 0-15,0 0 16,0 0 0,-23 65-16,38-44 15,13 5 1,9 0-16,2 0 16,-7 4-16,-6-4 15,-11 0 1,-11-4-16,-10 4 15,-14 8 1,-14 5-16,-7-4 16,6-9-1,5-9-15,11-13 16,3-12-16,3-5 16</inkml:trace>
  <inkml:trace contextRef="#ctx0" brushRef="#br2" timeOffset="20181.5">13065 2067 0,'24'82'0,"0"18"16,10 34-16,-6-22 15,-10-17 1,-5-13-16,-11-34 16,-4-13-1,-3-14-15</inkml:trace>
  <inkml:trace contextRef="#ctx0" brushRef="#br2" timeOffset="20335.45">13067 2357 0,'0'0'0,"121"26"0,-30-22 16,37-4 0,27-13-16</inkml:trace>
  <inkml:trace contextRef="#ctx0" brushRef="#br2" timeOffset="22681.35">1937 4043 0,'0'0'0,"0"0"0,-18 134 16,-3 18-1,-18 55-15,-9-34 16,-8 17-16,0-56 16,8-41-1,9-21-15,9-22 16,0-16 0,0-8-16,-1-6 15,5-12 1,5-8-16,3-15 15,6-24-15,16-65 16,26-49 0,9 43-16,0 53 15,8 27 1,5 19-16,5 13 16,20 31-1,27 38-15,13 7 16,-1-15-16,-29-24 15,-1-13 1,-3-13 0,-10-18-16,5-8 15</inkml:trace>
  <inkml:trace contextRef="#ctx0" brushRef="#br2" timeOffset="23117.49">2814 4493 0,'0'0'0,"0"0"0,-73 108 16,51-43-16,9-5 15,13-1 1,13 8-16,13-7 16,4-14-1,5-16-15,-1-17 16,1-11-16,8-13 16,13-17-1,-4-6-15,-9-5 16,-17-4-1,-17-5-15,-22-13 16,-22-12 0,-21 8-16,-9 22 15,1 17-15,12 13 16,8 13 0,6 9-16,7 16 15,18 10 1,13 8-16</inkml:trace>
  <inkml:trace contextRef="#ctx0" brushRef="#br2" timeOffset="23598.18">3748 4476 0,'0'0'0,"0"0"16,-95 121-16,69-52 15,8-4-15,18-3 16,13-1-1,9-11-15,8-13 16,9-18 0,4-17-16,14-15 15,3-15 1,-12 0-16,-9-4 16,-18-5-16,-8-2 15,-21-2 1,-23-15-16,-25-5 15,0 13-15,0 18 16,4 13 0,13 8-16,13 5 15,13 4 1,9 0-16,8 0 16,5 0-1</inkml:trace>
  <inkml:trace contextRef="#ctx0" brushRef="#br2" timeOffset="24014.16">4413 4238 0,'0'0'0,"0"0"0,0 0 15,0 0-15,13 82 16,0-4 0,13 17-16,0-9 15,5-12 1,-10-26-16,-4-18 16,-4-9-16,0-8 15,0-4 1,-4-7-16,8-13 15,9-28 1,9-34-16,-1-18 16,1-8-1,8-18-15,9 22 16,13 26-16,4 21 16,-4 18-1,8 12-15,5 14 16,-4 17-1,3 9-15</inkml:trace>
  <inkml:trace contextRef="#ctx0" brushRef="#br2" timeOffset="24533.12">2961 5555 0,'229'-20'0,"61"3"15,-40 0 1,-33 10-16,-40 1 16,-30 8-16,-35 0 15,-30 0 1,-30 0-16,-17 0 15,-27-2 1,-8 0-16</inkml:trace>
  <inkml:trace contextRef="#ctx0" brushRef="#br2" timeOffset="30598.29">13532 2439 0,'0'0'0,"0"0"0,93-108 16,-2 4 0,21-13-16,16 9 15,8-13-15,9 0 16,-11 26-1,-20 26-15,-10 17 16,-20 4 0,-28 18-16,-21 13 15,-15 8 1,-14 9-16,-6 4 16,0-4-16,0 0 15</inkml:trace>
  <inkml:trace contextRef="#ctx0" brushRef="#br2" timeOffset="30980.61">15201 861 0,'0'0'0,"-18"103"15,3 18 1,2 61-16,5 4 15,8 0-15,0-56 16,2-31 0,2-21-16,0-22 15,1-21 1,-3-14-16,-2-12 16,0-9-1,0 0-15</inkml:trace>
  <inkml:trace contextRef="#ctx0" brushRef="#br2" timeOffset="31231.14">15598 904 0,'-4'177'0,"0"31"16,-1-27 0,-1-25-16,6-52 15,-7-39 1,-3-22-16,-6-13 16,1-17-16,0-9 15</inkml:trace>
  <inkml:trace contextRef="#ctx0" brushRef="#br2" timeOffset="31749.23">15052 1591 0,'0'0'0,"82"5"15,19-5-15,25-9 16,-10 5 0,1-9-16,-15 4 15,-31 5-15,-24-1 16,-16 5 0,-12 5-16,-8-1 15,-7 5 1,-4 12-16,0-21 15,-8 95 1,1-38-16,5-5 16,6-18-16,7-4 15,4-8 1,3-9-16,5-9 16,14-12-1,17-10-15,4-20 16,-10-14-1,-22 4-15,-17 9 16,-16 5-16,-14 8 16,-23 0-1,-16 8-15,-12 14 16,-5 8 0,1 9-16,22 5 15,22-1 1,21-4-16,9-4 15</inkml:trace>
  <inkml:trace contextRef="#ctx0" brushRef="#br2" timeOffset="31964.28">16463 1609 0,'0'0'0,"0"0"16,0 0-1,-9 95-15,9-65 16,2-13 0,3-4-16</inkml:trace>
  <inkml:trace contextRef="#ctx0" brushRef="#br2" timeOffset="32267.28">16478 817 0,'0'0'0,"-35"143"16,12-13-1,8 47-15,8-21 16,7-9-16,9-9 16,6-34-1,6-22-15,1-26 16,-5-21-1,-6-18-15,-2-13 16</inkml:trace>
  <inkml:trace contextRef="#ctx0" brushRef="#br2" timeOffset="32733.28">17040 804 0,'4'173'0,"-6"39"0,6-9 16,-1-25-1,3-44-15,5-52 16,-2-34-16,-1-18 15,-1-13 1,-3-13-16,-4-4 16,0 0-1,0 0-15,0 0 16,-37-138 0,3 82-16,-14 17 15,-8 13 1,6 13-16,11 13 15,9 9-15,4 12 16,7 10 0,12 7-16,18 1 15,32 5 1,29-10-16,16-17 16,35-17-1,35-17-15</inkml:trace>
  <inkml:trace contextRef="#ctx0" brushRef="#br2" timeOffset="33180.44">17768 1414 0,'-34'69'0,"6"5"16,4 4 0,13-9-16,13-4 15,11-13-15,9-14 16,12-3 0,14-18-16,15-17 15,6-17 1,-7-31-16,-10-21 15,-19 4 1,-22 5-16,-14 4 16,-20-5-16,-29 9 15,-13 13 1,2 26-16,3 9 16,-7 13-1,4-1-15,11 5 16,20 0-1,14-4-15,18-5 16,0-4-16,0 0 16,0 0-1</inkml:trace>
  <inkml:trace contextRef="#ctx0" brushRef="#br2" timeOffset="33997.97">18315 1414 0,'0'0'0,"0"0"16,69 48-16,-49-18 16,-5 22-16,-6 13 15,-3 8 1,1-8-16,-3-17 16,2-14-16,1-12 15,1-5 1,5-13-16,9-8 15,13-13 1,4-18-16,2-12 16,-3-10-1,-7 6-15,-10 3 16,-8 18 0,-4 12-16,-5 10 15,-4 8-15,0 0 16,0 8-1,0 14-15,5 21 16,5 13 0,12 1-16,6-10 15,13-16-15,13-18 16,5-18 0,3-16-16,1-23 15,-9-12 1,-13-4-16,2-27 15,-15-8 1,-4-13-16,-7-9 16,-10 18-1,-5 38-15,-2 31 16,-2 13-16,2 17 16,0 0-1,0 0-15,-48 263 16,48-107-1,20-5-15,8-25 16,4-35-16,9-31 16,-4-21-1,-11-22-15,-11-17 16,-8-4 0,-7 4-16,0 0 15,0 0 1,-158-160-16,82 108 15,-8 13-15,13 13 16,21 9 0,26 8-16,24 5 15,26 4 1,39-4-16,101 4 16,61 0-1,24-9-15,4 0 16,-4 1-1</inkml:trace>
  <inkml:trace contextRef="#ctx0" brushRef="#br2" timeOffset="34531.07">15298 2685 0,'428'-8'0,"41"-18"0,-28-4 15,-9-5-15,-32 0 16,-43-4 0,-76 5-16,-70 8 15,-90 4 1,-60 5-16,-42 8 15,-25 1 1,-18-1-16</inkml:trace>
  <inkml:trace contextRef="#ctx0" brushRef="#br2" timeOffset="36331.12">5766 5894 0,'0'0'0,"5"112"0,3-38 16,10 28-16,-1 21 16,5-11-1,-1-14-15,-3-10 16,-1 12-16,4-10 16,-3-14-1,-1 0-15,0 2 16,1-9-1,-5-13-15,0-15 16,-9-13 0,0-8-16,0-12 15,-4-8-15,0 0 16,0 0 0</inkml:trace>
  <inkml:trace contextRef="#ctx0" brushRef="#br2" timeOffset="39514.03">5827 5799 0,'0'0'0,"0"0"15,0 0 1,0 0-16,0 0 16,0 0-16,0 0 15,99-2 1,-21-7-16,9-2 15,21-8 1,13-7 0,-5-2-16,18-5 15,13-1-15,13 1 16,5 3-16,3 8 16,1 5-1,-9 4-15,-5 0 16,-3-2-1,-1-2-15,-13-3 16,-12 5 0,-14 0-16,-8 4 15,-18 5-15,-19 4 16,-15 4 0,-9 0-16,-6 2 15,-7-2 1,-4 3-16,-4-3 15,-5 0 1,-4 0-16,-2 0 16,-2 0-16,-5 3 15,0-1 1,-2 0-16,1 3 16,1-1-1,0 3-15,3 0 16,1-1-16,1 1 15,2 0 1,0-3-16,-1 1 16,1-1-1,0-2-15,0 1 16,0-3 0,2 0-16,0-2 15,2 0-15,2-2 16,5 0-1,4-3-15,4-1 16,2-3 0,3 1-16,2-3 15,1-2 1,6-2-16,-1 2 16,-2 0-1,0 2-15,-2 2 16,0 1-1,-5 1-15,-6 3 16,-2 0-16,-2-1 16,0 1-1,-2-3-15,1 1 16,1-1 0,-2 3-16,-1 0 15,-1 2-15,1-1 16,1 1-1,2-2-15,6 0 16,9-1 0,9-3-16,3-3 15,3-2 1,7-2-16,6 2 16,-4 0-16,-11 0 15,-14 0 1,-9 4-16,-8 1 15,-4-1 1</inkml:trace>
  <inkml:trace contextRef="#ctx0" brushRef="#br2" timeOffset="40547.37">5792 6856 0,'0'0'0,"100"-24"16,17-2-1,-5 3-15,44-5 16,16-5-16,27-4 16,9 1-1,8 3-15,22-6 16,17-10 0,26-18-16,17-5 15,-13 5-15,1 13 16,1 11-1,7-5-15,-4 3 16,-16 6 0,-30 4-16,-45 20 15,-4 2-15,-3 7 16,-34 6 0,-9 6-16,-41 1 15,-28-1-15,-22 1 16,-15-1-1,-17-4-15,-13-4 16,-8-4 0,-5-1-16</inkml:trace>
  <inkml:trace contextRef="#ctx0" brushRef="#br2" timeOffset="41030.08">10487 5090 0,'0'0'0,"0"0"16,0 0-16,34 80 15,1 21-15,0 3 16,-5-9 0,-4 0-16,-5-8 15,-3-20 1,-3-13-16,-2-9 15,-2-6 1,-3-6-16,1-7 16,-3-7-16,-1-8 15,-1-5 1,-2-1-16,-2-3 16,0-2-1,0 0-15,0 0 16,0 0-16,0 0 15,0 0 1,0 0-16</inkml:trace>
  <inkml:trace contextRef="#ctx0" brushRef="#br2" timeOffset="42081.07">6644 5909 0,'0'0'0,"0"0"0,0 0 16,125-19 0,-38 4-16,12-3 15,1-3 1,-14-5-16,-8 0 16,-13 2-1,-5-2-15,-8 2 16,-22 7-1,-12 6-15,-14 5 16,-4 6-16,0 0 16,0 0-1,0 0-15,0 0 16,-121 151 0,86-36-16,5 14 15,17 8 1,9-16-16,8-35 15,5-28-15,-1-21 16,-3-15 0,3-13-16,-8-9 15,0 0 1,0 0-16</inkml:trace>
  <inkml:trace contextRef="#ctx0" brushRef="#br2" timeOffset="42364.3">7491 6132 0,'0'0'0,"0"0"0,0 0 16,52 78-1,-30-57-15,-5-6 16,0-8 0,-4-7-16,0-4 15,9-12-15,4-16 16,13-26 0,13-16-16,4 3 15,4 6 1</inkml:trace>
  <inkml:trace contextRef="#ctx0" brushRef="#br2" timeOffset="43350.8">8261 5892 0,'0'0'0,"-65"19"15,26-1-15,0 5 16,4 6 0,14 3-16,3 0 15,10-4 1,8-4-16,4-4 15,5-1-15,17-2 16,17-8 0,5-9-16,12-17 15,9-24 1,-4-15-16,-9 4 16,-13 11-16,-14 10 15,-10 12 1,-4 6-16,-4 9 15,-2 4 1,-1 6-16,5 11 16,4 14-1,5 10-15,0-2 16,-1-7-16,5-8 16,0-11-1,7-7-15,6-10 16,12-9-1,3-4-15,-8-3 16,-9 5 0,-14 4-16,-8 7 15,-6 2-15,-7 2 16,-2 0 0,0 0-16,0 0 15,0 0 1,0 0-16,0 0 15,0 0 1,0 0-16,0 0 16,-134-72-1,139 44-15,16-19 16,14-7-16,4 10 16,-3 16-1,-5 20-15,-3 16 16,2 16-1,-2 6-15,-6 5 16,-1 0-16,-3-7 16,-8-9-1,-1-6-15,-2-6 16,-3-5 0,0-4-1,1-5-15,3-8 16,5-9-16,7-4 15,3 0 1,1 13-16,-2 17 16,4 11-16,8 15 15,12 15 1,10 3-16,0-18 16,-4-19-1,-2-14-15</inkml:trace>
  <inkml:trace contextRef="#ctx0" brushRef="#br2" timeOffset="43717.42">9899 5788 0,'0'0'0,"0"0"0,0 0 15,0 0-15,9 65 16,-9-61 0,0-2-16,-3-2 15,3 0 1,0 0-16,0 0 16,0 0-16,0 0 15,0 0 1,-32-140-16,30 125 15,0 4 1,2 2-16,4 1 16,9-3-1,19-4-15,18-3 16,4 5-16,-2 3 16,-4 3-1</inkml:trace>
  <inkml:trace contextRef="#ctx0" brushRef="#br2" timeOffset="44166.33">10338 5561 0,'0'0'0,"0"0"15,0 0 1,-93 69-16,65-30 15,6 0 1,7-6-16,8-10 16,7-5-16,5-3 15,6-4 1,8-7-16,-19-4 16,69-13-1,-23-9-15,-3-6 16,-9 0-16,-6 6 15,-10 12 1,-7 7-16,-3 14 16,1 17-1,-3 18-15,-4 19 16,-6 21 0,-11 9-16,-9-15 15,-8-17 1,-7-28-16,-2-25 15,-2-18-15,-14-25 16,6-16 0,9-10-16</inkml:trace>
  <inkml:trace contextRef="#ctx0" brushRef="#br2" timeOffset="45781.16">11107 5168 0,'0'0'0,"0"0"16,20 134 0,-1-20-16,7 20 15,-4-17 1,-7-37-16,-5-24 16,-1-10-16,-2-12 15,-3-6 1,0-6-16,-2-9 15,1-9 1,-1-4-16</inkml:trace>
  <inkml:trace contextRef="#ctx0" brushRef="#br2" timeOffset="46498.72">10923 5191 0,'0'0'0,"0"0"16,91-21-16,26-1 15,54-10 1,6-14-16,20-12 15,-33-1 1,-17 5-16,-18 11 16,-25 15-16,-20 4 15,-21 11 1,-13 5-16,-16 3 16,-10 5-1,-4 3-15,-7 1 16,-5 7-1,-3 10-15,-5 16 16,-3 19-16,1 11 16,7 13-1,10 24-15,13 15 16,6-20 0,7-1-16,1-16 15,1-6 1,2-12-16,-6-18 15,-9-14-15,-10-10 16,-7-9 0,-7-4-16,-6-3 15,-6 0 1,-16 1-16,-23-1 16,-46 5-1,-39 7-15,-15 1 16,-23 5-16,14 6 15,-10 3 1,9-1-16,25-4 16,0-4-1,20-9-15,21-4 16,22-3 0,20-1-16,21-5 15,17-6-15,9-3 16</inkml:trace>
  <inkml:trace contextRef="#ctx0" brushRef="#br2" timeOffset="47948.24">13379 4757 0,'0'0'0,"0"0"0,0 0 15,32 129 1,-8-25-16,6 41 16,3 24-1,-8-44-15,1-10 16,3-16-16,-1-23 15,-2-22 1,-5-15-16,-4-15 16,-4-9-1,-4-11-15,-5-6 16,1-5 0</inkml:trace>
  <inkml:trace contextRef="#ctx0" brushRef="#br2" timeOffset="48564.3">13303 4748 0,'0'0'0,"110"-4"0,26-5 16,59-17-1,15-13-15,1-13 16,-23-4-16,-25 4 16,-14 9-1,-35 4-15,-19 0 16,-23 0-1,-29 18-15,-19 8 16,-11 4 0,-7 9-16,-4 4 15,-2 5-15,0-9 16,0 0 0,0 208-16,7-70 15,12 35 1,9-26-16,9-22 15,-2-8 1,-5-26-16,-6-28 16,-11-27-16,-13-12 15,-13-2 1,-48 2-16,-56-3 16,-92 3-1,-12-2-15,-14-1 16,23 7-16,22 3 15,36-3 1,35-7-16,50-10 16,35-9-1,29-13-15,5 11 16</inkml:trace>
  <inkml:trace contextRef="#ctx0" brushRef="#br2" timeOffset="49281.23">13856 5040 0,'0'0'0,"0"0"16,0 0-16,104 4 15,-13-17-15,30-10 16,-7-8 0,-21 1-16,-23 4 15,-21 7 1,-16 6-16,-16 2 16,-13 4-1,-8 3-15,-9 2 16,13 2-1,0 0-15,-166 39 16,94-5-16,14 7 16,17-2-1,13-2-15,15-4 16,13-1 0,6 7-16,9 11 15,9-1-15,6-3 16,-4-12-1,-8-10-15,-8-13 16,-3-7 0</inkml:trace>
  <inkml:trace contextRef="#ctx0" brushRef="#br2" timeOffset="49962.87">11539 5248 0,'0'0'0,"0"0"0,0 0 16,134 131 0,-45-55-16,-3 4 15,-23-4-15,-15-11 16,-14-20 0,-10-17-16,-7-11 15,-6-8 1,-2-5-16,-1-10 15,8-20-15,5-30 16,12-39 0,5-55-16,4 19 15,-1 16 1,-5 24-16,-1 11 16</inkml:trace>
  <inkml:trace contextRef="#ctx0" brushRef="#br2" timeOffset="53647.26">1846 7684 0,'0'0'0,"-13"95"0,0 3 16,-4 64-1,-5 7-15,5 34 16,4-35-16,13-18 15,0-27 1,4-11-16</inkml:trace>
  <inkml:trace contextRef="#ctx0" brushRef="#br2" timeOffset="54066.28">2650 7734 0,'0'0'0,"-160"162"16,17 5-1,18 3-15,30-57 16,26-31-16,21-24 15,13-25 1,10-24-16,7-18 16,-3-17-16,3-17 15,5-11 1,5 6-16,3 13 16,10 12-1,8 10-15,13 13 16,-26 0-1,138 65-15,-34 32 16,-5 26 0,-12-30-16,-10-13 15,-7-6-15,-10-5 16</inkml:trace>
  <inkml:trace contextRef="#ctx0" brushRef="#br2" timeOffset="54346.32">2913 8592 0,'0'0'0,"0"0"15,0 0-15,156 13 16,-44-6 0,-3-1-16</inkml:trace>
  <inkml:trace contextRef="#ctx0" brushRef="#br2" timeOffset="54749.42">3817 7258 0,'0'0'0,"4"80"0,1 95 16,12 89-1,13 7-15,-8-83 16,-9-72 0,-9-38-16,-4-26 15,-4-15 1,-5-13-16,0-9 15</inkml:trace>
  <inkml:trace contextRef="#ctx0" brushRef="#br2" timeOffset="54979.4">3653 7753 0,'0'0'0,"0"0"0,173-30 16,-13 22-16,21 1 16,-38 3-1,-22 2-15</inkml:trace>
  <inkml:trace contextRef="#ctx0" brushRef="#br2" timeOffset="55581.18">3821 8339 0,'95'-56'0,"35"-17"16,21-3-16,-34 22 16,-18 6-1,-12 14-15,-22 6 16,-18 10-16,-16 10 15,-14 8 1,-4 6-16,-5 9 16,-3 11-1,-1 18-15,-8 23 16,4 2 0,0-11-16,8-10 15,1-14-15,13-6 16,4-10-1,13-16-15,25-17 16,18-28 0,5-29-16,-31 7 15,-26 13 1,-17 7-16,-17 4 16,-13 2-16,-18 4 15,-25 18 1,3 21-16,-12 16 15,0 12 1,4 27-16,9 14 16,30-17-1,22-27-15,8-23 16,-4-6-16</inkml:trace>
  <inkml:trace contextRef="#ctx0" brushRef="#br2" timeOffset="55812.85">5403 7252 0,'5'82'0,"3"46"15,5 42 1,5-5-16,-1-46 15,0-18 1,0-23-16,-4-22 16,5-25-16,-1-14 15</inkml:trace>
  <inkml:trace contextRef="#ctx0" brushRef="#br2" timeOffset="56262.5">5961 7239 0,'4'69'0,"1"41"15,3 24-15,10 22 16,-1-41-1,0-37-15,-4-33 16,-4-17 0,-1-15-16,-8-11 15,0-2 1,0 0-16,0 0 16,0 0-16,-86-162 15,56 125 1,4 16-16,0 10 15,9 11 1,-5 11-16,5 19 16,8 17-1,9 8-15,22 14 16,21 0 0,35-24-16,-5-36 15,-4-20-15,13-15 16,5-19-1,-5-11-15</inkml:trace>
  <inkml:trace contextRef="#ctx0" brushRef="#br2" timeOffset="56664.43">3717 8854 0,'109'-19'0,"72"-10"0,61 1 16,9-6-1,-18-3-15,-30 2 16,-34 3 0,-18 4-16,-38 2 15,-35 9 1,-22 8-16,-22 5 15,-16 1-15,-18 3 16,0 0 0</inkml:trace>
  <inkml:trace contextRef="#ctx0" brushRef="#br2" timeOffset="59063.23">7284 8208 0,'0'0'0,"0"0"0,0 0 0,0 0 16,0 0 0,0 0-16,0 0 15,0 0-15,0 0 16,0 0-1,0 0-15,-5 71 16,1-2 0,4 22-16,4 2 15,-4-11 1,5 2-16,-5 7 16,4 4-1,-4-15-15,0-4 16,0-7-16,0-13 15,0-15 1,0-12-16,0-14 16,0-15-1,0 0-15</inkml:trace>
  <inkml:trace contextRef="#ctx0" brushRef="#br2" timeOffset="60212.47">7253 8138 0,'78'-17'0,"17"2"0,31-2 16,38-1-16,-4 3 16,26 0-1,-18 2-15,36-9 16,-10-6-1,29-8-15,1-12 16,-3-4-16,4 7 16,-31 4-1,12 8-15,-29 5 16,11-2 0,-33-3-16,10-1 15,-31-3 1,-11 7-16,0 10 15,-28 7-15,-32 7 16,-18 4 0,-4 4-16,-6 2 15,-5 1 1,-4-1-16,-4 0 16,-5 0-1,-2 1-15,0-3 16,-2 0-16,0 0 15,2 0 1,0 1-16,3-1 16,3 0-1,3-2-15,2 0 16,0 0 0,-2 0-16,-5 2 15,-4-2-15,-4 2 16,-2 0-1,-3 1-15,1 1 16,-3 2 0,-2 3-16,-2 2 15,0-11 1,0 0-16,-19 106 16,4-31-16,2 5 15,6-4 1,5 0-16,4 10 15,7 12 1,2-12-16,2-6 16,0 4-1,-7-8-15,-6-9 16,-6-13-16,-5-6 16,-7-7-1,-12-4-15,-28-7 16,-20-13-1,-21-15-15,-70-10 16,-25-12-16,-49 3 16,-3 2-1,26 4-15,-9 11 16,-7 2 0,-4 7-16,-24 8 15,-6 3 1,15-5-16,9 4 15,14 3-15,51-3 16,21-4 0,30-4-16,48-4 15,26-7 1,17-9-16,13-2 16</inkml:trace>
  <inkml:trace contextRef="#ctx0" brushRef="#br2" timeOffset="60962.67">12326 7799 0,'0'0'0,"11"99"0,0-27 16,4 27-1,0 5-15,-6-24 16,-5-2-1,-2-3-15,-6-3 16,-3-16-16,1-13 16,1-17-1,1-15-15,2-11 16,2 0 0,0 0-16</inkml:trace>
  <inkml:trace contextRef="#ctx0" brushRef="#br2" timeOffset="61779.2">12095 7600 0,'0'0'0,"0"0"16,0 0-1,0 0-15,0 0 16,93 6-16,-33-3 16,22-3-1,22-7-15,0-2 16,10-8-1,25-4-15,-14-5 16,11-2 0,5-3-16,-22 1 15,2 4 1,-15 4-16,-26 5 16,-24 6-16,-17 3 15,-13 1 1,-11 3-16,-4 2 15,-7 4 1,-2 2-16,-2 11 16,0-15-1,-15 95-15,2-25 16,0 3-16,4 9 16,3 0-1,6-6-15,6-11 16,9 4-1,3-4-15,1-9 16,1-6 0,-5-13-16,-2-9 15,-2-7-15,-5-5 16,-2-6 0,-4-1-16,-6-2 15,-9 1 1,-16-1-16,-38 4 15,-37 1-15,-17 1 16,-37 9 0,9 0-16,-28 6 15,16 2 1,-1 5-16,17-3 16,37-4-1,6-8-15,20-7 16,30-11-16,24-7 15,23-5 1,7 10-16</inkml:trace>
  <inkml:trace contextRef="#ctx0" brushRef="#br2" timeOffset="62412.99">14451 7345 0,'15'80'0,"6"21"0,5 44 16,0 7-16,-8-29 15,-8 0 1,-5-15-16,-10-28 16,3-19-1,-4-14-15,-1-14 16,3-14-16,-3-14 15,7-5 1,0 0-16,0 0 16</inkml:trace>
  <inkml:trace contextRef="#ctx0" brushRef="#br2" timeOffset="63012.4">14308 7308 0,'0'0'0,"0"0"16,86 11-16,42-5 16,41-1-1,38-12-15,-17-6 16,11-11-16,-43 1 15,-22-3 1,-21 2-16,-33 7 16,-30 4-1,-24 6-15,-11 5 16,-8 4 0,-5 7-16,-4 6 15,0-15-15,-19 106 16,-3 11-1,-2 8-15,11 5 16,11-9 0,9-22-16,12 7 15,5-13 1,2-11-16,-2-19 16,-3-20-16,-8-12 15,-4-12 1,-5-6-16,-6-4 15,-11-1 1,-50 3-16,-56 2 16,-92-2-16,-10 2 15,-6-7 1,31 1-16,18 2 16,42 1-1,15 1-15,35-2 16,40-11-1,18-3-15</inkml:trace>
  <inkml:trace contextRef="#ctx0" brushRef="#br2" timeOffset="64313.12">12769 7622 0,'0'0'0,"0"0"0,-30 69 15,-3 11-15,-23 30 16,-19 24-1,5-8-15,23-40 16,17-25 0,10-20-16,9-18 15,5-7-15</inkml:trace>
  <inkml:trace contextRef="#ctx0" brushRef="#br2" timeOffset="64612.39">13368 7585 0,'0'0'0,"-84"95"16,4 22-1,4-3-15,2 1 16,3-13-16,8-16 16,18-28-1,17-21-15,13-15 16,11-14 0,4-8-16,0 0 15,0 0 1</inkml:trace>
  <inkml:trace contextRef="#ctx0" brushRef="#br2" timeOffset="64862.77">13772 7632 0,'-63'74'0,"-19"32"0,-4 4 16,17-10-16,12-3 16,10-17-1,8-26-15,11-19 16,13-18-16,13-15 16,2-2-1,0 0-15</inkml:trace>
  <inkml:trace contextRef="#ctx0" brushRef="#br2" timeOffset="65063.41">13893 7952 0,'0'0'0,"-91"100"0,9-7 15,0 2 1,19-22-16,27-16 16,12-14-16,7-4 15</inkml:trace>
  <inkml:trace contextRef="#ctx0" brushRef="#br2" timeOffset="65679.25">13113 7397 0,'0'0'0,"-33"99"15,-1 22 1,-12 37-16,-14-20 16,-9-16-16,6-8 15,13-30 1,11-27-16,5-18 15,10-16 1,9-5-16,8-12 16,5-6-1</inkml:trace>
  <inkml:trace contextRef="#ctx0" brushRef="#br2" timeOffset="66013.25">12823 7790 0,'0'0'0,"0"0"15,0 0 1,-71-24-16,54 24 16,-5 7-16,-6 10 15,-11 20 1,-6 15-16,-5 8 16,11-3-1,9 3-15,10 1 16,12-12-1,5-1-15</inkml:trace>
  <inkml:trace contextRef="#ctx0" brushRef="#br2" timeOffset="67629.87">15194 7568 0,'0'0'0,"-123"164"0,50-41 16,21-39 0,17-23-16,7-16 15,0-17-15,8-17 16,3-9-1</inkml:trace>
  <inkml:trace contextRef="#ctx0" brushRef="#br2" timeOffset="67832.74">14803 7665 0,'0'0'0,"93"114"0,13-23 16,-9-22-1,-26-30-15,1-17 16,-5-13-16,0-7 16</inkml:trace>
  <inkml:trace contextRef="#ctx0" brushRef="#br2" timeOffset="68062.53">15724 7678 0,'-59'73'0,"-1"3"16,-5-7-16,-4-17 16,8-17-16,16-20 15,6-9 1</inkml:trace>
  <inkml:trace contextRef="#ctx0" brushRef="#br2" timeOffset="68245.3">15605 7691 0,'99'78'0,"-14"-11"0,-25-24 15,-15-24-15,-6-8 16</inkml:trace>
  <inkml:trace contextRef="#ctx0" brushRef="#br2" timeOffset="68763">15501 7408 0,'0'0'0,"-60"90"16,1-18-16,1 1 16,6 5-1,7-7-15,6-25 16,6-20-16,5-11 15</inkml:trace>
  <inkml:trace contextRef="#ctx0" brushRef="#br2" timeOffset="68946.39">15278 7524 0,'63'65'0,"17"13"0,2 4 15,-2-26 1,-4-17-16</inkml:trace>
  <inkml:trace contextRef="#ctx0" brushRef="#br2" timeOffset="69363.06">14838 7546 0,'0'0'0,"-124"112"0,70-62 16,13-13-1,9-22-15,6-11 16</inkml:trace>
  <inkml:trace contextRef="#ctx0" brushRef="#br2" timeOffset="69544.95">14732 7548 0,'0'0'0,"136"100"0,-11-36 16,-21-23 0,-15-12-16</inkml:trace>
  <inkml:trace contextRef="#ctx0" brushRef="#br2" timeOffset="73195.94">7530 9667 0,'0'0'0,"0"0"0,0 0 16,0 0-16,0 0 16,0 0-1,0 0-15,0 0 16,0 0-1,0 67-15,4-28 16,1 24-16,-1 19 16,5-2-1,-1-9-15,5 5 16,0 4 0,-4-7-16,4-8 15,-4-13 1,-1-11-16,1-4 15,-1-5-15,1-4 16,-5-8 0,5-7-16,-5-7 15,-4-3 1</inkml:trace>
  <inkml:trace contextRef="#ctx0" brushRef="#br2" timeOffset="74679.23">7457 9518 0,'0'0'0,"0"0"0,0 0 16,0 0-1,0 0-15,0 0 16,0 0 0,0 0-16,0 0 15,73-13 1,-34 15-16,22 0 15,25-2 1,22-2-16,22-2 16,25-7-16,5 0 15,17-6 1,-1-3-16,3-1 16,-6 3-1,6 8-15,-10-3 16,12 4-1,-12-4-15,4 2 16,-11-4-16,0 0 16,-2-2-1,-24 4-15,9-3 16,-24 3 0,-17 3-16,-5 1 15,-15 3-15,-19 3 16,-21 1-1,-19 2-15,-9 0 16,-8 2 0,-3 1-16,-5-1 15,0-2 1,0 0-16,0 0 16,0 0-16,0 0 15,-147 47 1,112-34-16,7 0 15,6-2 1,7-2-16,4-1 16,7 1-1,2 0-15,2-9 16,0 0-16,0 0 16,30 73-1,-8-19-15,10 26 16,3 7-1,-3-9-15,-2-5 16,-6-2 0,-6-10-16,-6-7 15,-1-6-15,-4-7 16,-5-7 0,-4-6-16,-3-2 15,-3-4 1,-5-7-16,-7-6 15,-6-7 1,26-2-16,-75-7 16,14-3-16,-32-1 15,-19 0 1,-5 0-16,-32 11 16,-4 4-1,-27 9-15,7 3 16,-2 7-1,0 8-15,2 3 16,-10 3-16,10-2 16,-2-10-1,10-3-15,-5-9 16,20-6 0,-5-7-16,30-3 15,16 1 1,1-2-16,26 0 15,22-1-15,21 3 16,17-4 0,18-10-16,4 16 15</inkml:trace>
  <inkml:trace contextRef="#ctx0" brushRef="#br2" timeOffset="75314.75">11563 9163 0,'0'0'0,"0"0"15,7 74-15,8 14 16,2 31 0,0 11-16,-8-31 15,-5-21 1,-2-2-16,-4-9 15,0-13-15,2-13 16,2-13 0,5-19-16,-7-9 15,0 0 1</inkml:trace>
  <inkml:trace contextRef="#ctx0" brushRef="#br2" timeOffset="76065.3">11509 9349 0,'0'0'0,"0"0"0,0 0 16,0 0-1,0 0-15,134-13 16,-34 2 0,-3-4-16,-2 0 15,9 0 1,-1-5-16,-12 1 16,9 0-16,-5 1 15,-11 3 1,-19 4-16,-22 5 15,-15 2 1,-11 1-16,-4 1 16,-4 2-1,-2 0-15,-3 0 16,-2 0-16,0 0 16,-2 2-1,0 1-15,0 1 16,0-4-1,0 0-15,0 0 16,-6 106-16,10-50 16,2 11-1,1 13-15,2-2 16,-1-7 0,-1-12-16,1-16 15,-1-9 1,-1-3-16,-1-10 15,-3-3-15,-4-8 16,-3-1 0,-3-5-16,-5-1 15,13-3 1,-89-11-16,-4-7 16,-8-5-1,-31 3-15,-4 12 16,25 8-1,-10 10-15,5 8 16,25-1-16,22-2 16,17-4-1,17 0-15,9 0 16</inkml:trace>
  <inkml:trace contextRef="#ctx0" brushRef="#br2" timeOffset="76682.14">13273 9085 0,'0'0'0,"0"0"0,0 0 16,0 0-1,11 78-15,4-2 16,4 8-16,-2 5 16,-4 2-1,-4-11-15,-5-13 16,1-13-1,-1-18-15,-2-12 16,0-11-16,0-8 16,-2-5-1,0 0-15</inkml:trace>
  <inkml:trace contextRef="#ctx0" brushRef="#br2" timeOffset="77712.42">13054 9036 0,'0'0'0,"0"0"0,0 0 15,0 0 1,117 13-16,-9-11 15,28-2 1,7-7-16,11-6 16,12-4-1,-6-5-15,21-4 16,-25-2 0,0 0-16,-12-2 15,-23 2-15,1 2 16,-17 6-1,-22 3-15,-16 4 16,-9 2 0,-6 3-16,-9 1 15,-11 3 1,-8 0-16,-6 1 16,-8 3-16,-1 0 15,-3 0 1,1 0-16,-1 0 15,-1 0 1,-1 0-16,0 0 16,1 0-16,-1 0 15,0 0 1,-1 0-16,1 0 16,0 0-1,0 3-15,1-1 16,-1 0-1,0 2-15,5 5 16,2 4-16,2 11 16,2 17-1,0 13-15,-2 8 16,0 1 0,0 15-16,2 8 15,2 3 1,7-9-16,0-2 15,2-2 1,-4-7-16,-5-6 16,-6-9-16,-3-11 15,-1-11 1,-1-6-16,-4-6 16,1-5-1,-6-2-15,-3-5 16,-11-1-16,-9-3 15,-9-4 1,-32-4-16,-52-7 16,-10-2-1,-40 2-15,9 9 16,-30 9 0,8 3-16,-30 8 15,46-1-15,-5 0 16,31-8-1,38-5-15,16-4 16,19-4 0,19-5-16,24-4 15,20-2 1,4 15-16,30-65 16</inkml:trace>
  <inkml:trace contextRef="#ctx0" brushRef="#br2" timeOffset="78544.92">14118 9232 0,'0'0'0,"-74"91"0,-6-4 16,3 19-1,16-13-15,16-26 16,-1-15 0,-1-16-16,4-12 15,6-15 1,11-11-16,9-16 16,1-16-1,3-16-15,5-11 16,19-6-16,8-4 15,7 17 1,-7 22-16,-6 12 16,-4 9-1,0 7-15,-9 4 16,0 0 0,95 65-16,-30-11 15,6 4-15,-6-12 16,-7-14-1,-10-12-15,6-16 16,11-15 0,12-17-16</inkml:trace>
  <inkml:trace contextRef="#ctx0" brushRef="#br2" timeOffset="78796.31">14768 9163 0,'-125'121'0,"49"-39"0,-1-2 16,-3-6-1,6-9-15,14-15 16,19-22-1,15-15-15,6-13 16,3-11-16,6-11 16,5-10-1</inkml:trace>
  <inkml:trace contextRef="#ctx0" brushRef="#br2" timeOffset="78965.13">14237 9356 0,'0'0'0,"0"0"16,110 41-16,-32 13 15,23 17 1,5-13-16,-19-16 16,-10-21-1,-5-12-15,-16-7 16,-2-13 0,4-10-16</inkml:trace>
  <inkml:trace contextRef="#ctx0" brushRef="#br2" timeOffset="79179.21">15253 9349 0,'0'0'0,"-117"121"16,50-67-16,13-17 15,11-13 1,8-13-16,9-14 16,2-5-1</inkml:trace>
  <inkml:trace contextRef="#ctx0" brushRef="#br2" timeOffset="79362.95">15065 9317 0,'0'0'0,"114"88"0,-15-34 15,-1-8 1,-20-12-16,-7-10 16,-11-9-16,-16-13 15,-5-6 1</inkml:trace>
  <inkml:trace contextRef="#ctx0" brushRef="#br2" timeOffset="80449.2">12024 9451 0,'-37'73'0,"-13"18"0,-10 4 16,8-17-16,13-17 16,13-18-1,13-19-15,9-16 16,4-6 0</inkml:trace>
  <inkml:trace contextRef="#ctx0" brushRef="#br2" timeOffset="80712.36">12505 9289 0,'-54'67'0,"7"0"15,4 8 1,2 1-16,2-11 16,2-13-1,2-15-15,12-14 16,12-16-16,6-9 16</inkml:trace>
  <inkml:trace contextRef="#ctx0" brushRef="#br2" timeOffset="80930.17">12769 9468 0,'0'0'0,"-54"125"16,0-27-16,-22 3 15,9-12 1,18-22-16,14-24 16,7-10-16</inkml:trace>
  <inkml:trace contextRef="#ctx0" brushRef="#br2" timeOffset="81278.16">12091 9455 0,'0'0'0,"-35"74"0,5 19 16,2-3-16,-9 1 15,4-22 1,3-12-16</inkml:trace>
  <inkml:trace contextRef="#ctx0" brushRef="#br2" timeOffset="84445.04">7504 11012 0,'0'0'0,"0"0"0,0 0 0,0 0 16,0 0 0,0 0-16,0 0 15,0 0 1,0 0-16,52 88 16,-39-27-1,0 19-15,-4 7 16,-1-10-16,-3-7 15,3-12 1,-3-6-16,3-7 16,-3-6-1,-1-17-15,-4-9 16</inkml:trace>
  <inkml:trace contextRef="#ctx0" brushRef="#br2" timeOffset="85830.82">7539 11094 0,'0'0'0,"0"0"16,0 0-16,0 0 15,0 0-15,0 0 16,0 0-1,0 0-15,0 0 16,82 13 0,-43-17-16,26-1 15,12-1 1,10-5-16,17 0 16,12-2-1,-8 0-15,-13 0 16,18 0-16,-7 3 15,-2-3 1,17 0-16,2 0 16,-17 2-1,6 0-15,-2 0 16,-25 3 0,-27 1-16,-13 3 15,-10-1-15,-11 3 16,-9 2-1,-4 0-15,-5 0 16,-4 0 0,-2 0-16,0 0 15,0 0 1,0 0-16,0 0 16,0 0-16,-54 117 15,41-46 1,5 5-16,3 19 15,10 2 1,-1 1-16,2-12 16,1-1-1,2-21-15,-3-14 16,1-15-16,-3-14 16,-2-6-1,-2-6-15,-2-5 16,-5-1-1,7-3-15,0 0 16,-149-26-16,45 11 16,-55 4-1,12 15-15,-22 13 16,0 14 0,16-1-16,-16 9 15,44-7 1,-13-1-16,12-6 15,27 1-15,12-4 16,14-9 0,17-7-16,21-6 15,18-2 1,13-4-16,-1-5 16</inkml:trace>
  <inkml:trace contextRef="#ctx0" brushRef="#br2" timeOffset="86247.43">7993 11206 0,'0'0'0,"0"0"16,-35 89-1,13 11-15,1-3 16,-1-4-16,9-5 16,0-18-1,5-21-15,-5-14 16,4-9-1</inkml:trace>
  <inkml:trace contextRef="#ctx0" brushRef="#br2" timeOffset="86564.15">8678 11059 0,'-43'67'0,"-12"11"16,-9 41-1,3 4-15,9-19 16,0 11-16,-8-11 15,8-27 1,13-27-16,17-20 16,10-17-1,3-6-15</inkml:trace>
  <inkml:trace contextRef="#ctx0" brushRef="#br2" timeOffset="86828.8">9006 11172 0,'0'0'0,"0"0"15,0 0-15,-47 158 16,-12-35-16,-1-6 15,2 10 1,10-23-16,3-24 16,8-28-1,11-22-15,9-10 16,1-7-16</inkml:trace>
  <inkml:trace contextRef="#ctx0" brushRef="#br2" timeOffset="87096.62">9356 11122 0,'0'0'0,"-56"95"0,22-8 15,1 6 1,1-5-16,6-12 16,2-5-16,5-12 15,6-14 1,4-12-16,3-10 16</inkml:trace>
  <inkml:trace contextRef="#ctx0" brushRef="#br2" timeOffset="88911.92">9975 10878 0,'0'0'0,"0"0"0,0 0 16,0 0-16,0 0 15,0 0 1,23 140-16,1-19 16,-2 7-16,-5-22 15,-6-26 1,-5-24-16,1-17 15,-5-13 1,0-7-16,-2-6 16</inkml:trace>
  <inkml:trace contextRef="#ctx0" brushRef="#br2" timeOffset="90248.12">10134 10841 0,'0'0'0,"85"-13"0,14-9 15,24-4-15,35-4 16,-15 0 0,-1 6-16,10 7 15,-25 2-15,27 2 16,-12-5 0,14-1-16,4-5 15,-37-2 1,9-2-16,-24 7 15,-26-3 1,-13 2-16,-10 5 16,-18 6-16,-15 5 15,-13 3 1,-9 3-16,-4 3 16,0-3-1,0 0-15,0 0 16,0 0-1,0 0-15,-76 157 16,57-57-16,6 1 16,6 5-1,10 5-15,5-14 16,10-11 0,3-6-16,-1-4 15,-3-9 1,-6-13-16,-5-19 15,-4-16 1,-4-8-16,-4-9 16,6-2-16,0 0 15,-93-60 1,-2 19-16,-5 6 16,-14 13-1,-40 12-15,3 18 16,-54 18-1,-3 20-15,-19 14 16,26 3-16,24-16 16,17 5-1,-4-2-15,45-7 16,2-8 0,20-11-16,30-9 15,30-13-15,13-11 16,7-6-1</inkml:trace>
  <inkml:trace contextRef="#ctx0" brushRef="#br2" timeOffset="90778.44">10815 10854 0,'0'0'0,"0"0"0,-58 84 15,4 11 1,-7 9-16,10-6 16,3-5-1,5-13-15,-5-18 16,11-21-1,7-26-15,4-8 16</inkml:trace>
  <inkml:trace contextRef="#ctx0" brushRef="#br2" timeOffset="90978.31">10476 10982 0,'0'0'0,"45"69"0,63 19 15,9-23 1,-2-24-16,6-10 16,-30-18-1,-16-9-15</inkml:trace>
  <inkml:trace contextRef="#ctx0" brushRef="#br2" timeOffset="91194.36">11699 10984 0,'-108'112'0,"4"-28"16,22-21-16,20-7 15,-3-8-15,-2-7 16</inkml:trace>
  <inkml:trace contextRef="#ctx0" brushRef="#br2" timeOffset="91394.15">11351 11133 0,'100'76'0,"8"-14"16,32-16-1,-27-29-15,-18-15 16</inkml:trace>
  <inkml:trace contextRef="#ctx0" brushRef="#br2" timeOffset="91629.81">12216 11046 0,'-76'89'0,"16"-20"16,19-25-1,8-19-15,3-14 16,2-9-16</inkml:trace>
  <inkml:trace contextRef="#ctx0" brushRef="#br2" timeOffset="91798.23">11760 11036 0,'0'0'0,"0"0"16,0 0-16,67-35 15,-33 42-15,27 27 16,53 48-1,5 16-15,-30-14 16,-3-17 0,-19-30-16,-8-14 15</inkml:trace>
  <inkml:trace contextRef="#ctx0" brushRef="#br2" timeOffset="92245.11">12974 10361 0,'0'0'0,"16"99"0,12 46 15,4 2 1,-4-15-16,-6-24 16,-7-32-16,-9-26 15,-1-22 1,-5-11-16,0-8 16,0-9-1,0-11-15,0 11 16</inkml:trace>
  <inkml:trace contextRef="#ctx0" brushRef="#br2" timeOffset="93180.17">12860 10339 0,'0'0'0,"0"0"0,119 16 15,17-16 1,35-9-16,49-8 16,-10-9-1,8-2-15,-4-3 16,-2-1-16,6-7 15,-4-2 1,-4 0-16,-33 2 16,0 6-1,-38 10-15,3 5 16,-25 8 0,-20 1-16,0 5 15,-8-1-15,-18-1 16,-19 1-1,-15 3-15,-13 2 16,-9 0 0,-4 0-16,-3 0 15,-1 2-15,-3 1 16,-2-1 0,1 0-16,-1 0 15,0 0 1,0 0-16,0 3 15,0 1 1,3 7-16,-1 7 16,5 12-1,1 11-15,6 16 16,5 19-16,3 14 16,0-3-1,-3-13-15,-1-7 16,-3-4-1,-6 2-15,0 2 16,-3-4-16,-1-5 16,-5 1-1,0-9-15,-8-7 16,-12-6 0,-18-4-16,-16-22 15,-41-18 1,-65-18-16,-47-8 15,10 14-15,-36 8 16,6 18 0,-32 17-16,-54 19 15,-13 14 1,43-9-16,32-7 16,3-9-1,40-5-15,40-14 16,45-5-1,19-3-15,29-7 16,30-2-16,27-3 16,16 5-1,0 0-15</inkml:trace>
  <inkml:trace contextRef="#ctx0" brushRef="#br2" timeOffset="95066.15">15942 6701 0,'0'0'0,"0"0"15,0 0 1,0 0-16,0 0 16,0 0-16,0 0 15,0 0 1,0 0-16,0 0 16,61 69-1,-16-52-15,9-2 16,-4-4-1,-3-2-15,-1-3 16,-3 1-16,-2-3 16,0 0-1,-4 1-15,-5 1 16,-6 1 0,-4-1-16,-7-2 15,-4 3 1,-1 1-16,-3 3 15,-3 7-15,1 14 16,3 31 0,3 25-16,8 20 15,5 24 1,-2 9-16,-1-7 16,-1 24-16,-3-11 15,0 30 1,-1-15-16,-6 33 15,-5-27 1,-3 36-16,-2-27 16,-4 22-1,-3-22-15,-6 29 16,4-14-16,3 5 16,6-13-1,0-7-15,4-2 16,-2 0-1,9-8-15,-4 3 16,4-25 0,-1-4-16,-1-18 15,2-19 1,-7-20-16,-8-15 16,-9-6-16,0-15 15,0-14 1,0-8-16,2-8 15,3-8 1,-1-5-16,-2-5 16,11 0-1,-39-9-15,7 0 16,-9-4 0,-7 3-16,1-1 15,-1 4-15,-2 3 16,-12 2-1,-29 8-15,-17 7 16,-28 2 0,-42 11-16,-31 0 15,-10-6-15,5-3 16</inkml:trace>
  <inkml:trace contextRef="#ctx0" brushRef="#br2" timeOffset="96049.17">7815 7451 0,'0'0'0,"-77"2"0,-1 2 16,-22 3-1,-8 1-15,0 8 16,-8 1-1,3 0-15,5 7 16,4 2-16,14-7 16,12 1-1,9-5-15,17 0 16,13 2 0,9 14-16,-1 23 15,10 28 1,3 11-16,14 45 15,8 16 1,14 47-16,-5 0 16,0 37-1,-13-16-15,-31 27 16,-12 41-16,-4-22 16,8-43-1,4 15-15,5-13 16,17-41-1,13 2-15,13-30 16,8-1-16,18-5 16,0-42-1,0-8-15,0-14 16,0-8 0,-4-21-16,8-16 15,17-11 1,18-10-16,21-11 15,48-11-15,26 0 16,52-4 0,-4-5-16,-14-2 15</inkml:trace>
  <inkml:trace contextRef="#ctx0" brushRef="#br2" timeOffset="111710.9">14509 3715 0,'0'0'0,"65"17"0,28 9 0,24 8 16,29 5 0,-14-8-16,-4-10 15,12-8 1,-12-8-16,19 3 15,2-4-15,-6 9 16,4 0 0,-31 0-16,-14 5 15,-18-5 1,-21 0-16,-20 0 16,-17-5-1,-11-3-15,-6 3 16,-5 1-16,-4 0 15,-9 12 1,-10 31-16,-9 35 16,0 8-1,0 17-15,4 26 16,9-12 0,2 27-16,13-1 15,11 32 1,6-5-16,11 3 15,4-14-15,-8-25 16,-9-5 0,-12-27-16,-10-12 15,-10 9 1,-11-8-16,-9-20 16,-21-20-1,-53-6-15,-25-13 16,-58-10-16,-7-14 15,-20-8 1,16-9-16,8-7 16,20-6-1,19-2-15,57-2 16,38-7-16,15-6 16</inkml:trace>
  <inkml:trace contextRef="#ctx0" brushRef="#br2" timeOffset="113577.22">17379 4731 0,'9'155'0,"0"29"15,-1-6-15,-3-64 16,-3-40-1,0-27-15,-2-17 16,-2-10 0,-3-9-16,1-9 15,4-2 1,0 0-16,0 0 16,-58-188-16,40 32 15,3-25 1,9 8-16,6 13 15,8 34 1,12 18-16,4 26 16,4 26-1,4 12-15,5 23 16,4 12-16,2 13 16,18 22-1,1 18-15,-8 21 16,-23 17-1,-25 8-15,-21-3 16,-20-1-16,-19-3 16,-15-12-1,-2-15 1,8-17-16,14-13 16,16-13-16,14-6 15,12-5 1,9-2-16,-2 0 15,0 0 1,229-46-16,-75 38 16,-11 18-16,-25 19 15,-33 12 1,-44-2-16,-35 2 16,-36 19-1,-74 42-15,-82 6 16,-28-22-1,16-29-15,38-21 16,41-18-16,47-14 16,27-8-1,19-9-15,26 13 16,0 0 0</inkml:trace>
  <inkml:trace contextRef="#ctx0" brushRef="#br2" timeOffset="114360.1">17535 7970 0,'0'0'0,"0"0"15,-30 101-15,-1 18 16,-5 22 0,-10 25-16,-6-8 15,-21 15 1,-11-6-16,19-27 15,15 9-15,9-30 16,2-6 0,7-29-16,4-24 15,8-29 1,7-25-16,0-23 16,5-33-1,12-64-15,24-85 16,22-56-16,8 53 15,-2 30 1,3 35-16,-5 46 16,-9 29-1,-8 21-15,-5 17 16,-2 15 0,7 16-16,11 19 15,30 43-15,25 50 16,5 11-1,33 19-15,-16-15 16,-21-30 0,32 12-16,-21-5 15,-14-31 1,3-16-16,-24-22 16,-33-21-16,-25-17 15,-9-6 1</inkml:trace>
  <inkml:trace contextRef="#ctx0" brushRef="#br2" timeOffset="114628.02">16729 8904 0,'0'0'0,"183"8"0,68-21 15,50-17-15,-66-7 16,-27-6 0,-38-11-16,-14-2 15,-50 4 1,-22 0-16</inkml:trace>
  <inkml:trace contextRef="#ctx0" brushRef="#br2" timeOffset="133042.29">14116 3382 0,'0'0'0,"0"0"0,123 47 0,-28-17 15,7 5 1,19-5-16,0-8 16,10-13-1,27-5-15,15-4 16,24-9-16,2 1 15,-3-1 1,-14-4-16,-3-4 16,-23-5-1,-11 9-15,-18-4 16,-21 4 0,-13 0-16,-19 4 15,-20 5-15,-18 4 16,-12 0-1,-9 0-15,-6 0 16,-7 4 0,-2-4-16,0 0 15,0 0 1,-50 91-16,20-39 16,-2 4-1,-3 9-15,3 13 16,1 17-16,8-4 15,5 8 1,8 18-16,7-9 16,8 0-1,6 18-15,4-14 16,-2-13-16,2 20 16,-2 0-1,-2-13-15,-1 15 16,8-2-1,-3-15-15,2 8 16,0 3 0,-6-22-16,-2-11 15,-1 0-15,-1-2 16,-5-15 0,-4-13-16,-2-13 15,-3-7 1,-2-6-16,-6-4 15,-4-5 1,-7-4-16,-11-2 16,-13-2-16,-17-5 15,-17 0 1,-15-1-16,-20-1 16,-13 2-1,-8 7-15,-18 8 16,17 1-16,20-5 15,5-4 1,27-11-16,11-5 16</inkml:trace>
  <inkml:trace contextRef="#ctx0" brushRef="#br2" timeOffset="134693.1">15227 6584 0,'0'0'0,"0"0"0,0 0 16,77 6-16,8-8 15,36-4 1,30-5-16,13-4 16,11 2-1,0-5-15,-2 1 16,-15 0-16,2-1 15,-2-1 1,-22 0-16,-11 1 16,-32 7-1,-30 5-15,-22 2 16,-17 1 0,-11 3-16,-7 3 15,-6-1-15,0-2 16,0 0-1,0 0-15,0 0 16,-125 138 0,75-79-16,5 10 15,8 2-15,5-2 16,10-10 0,11 8-16,9 11 15,6 6 1,9-2-16,2 5 15,5 10 1,2 0-16,-5-17 16,-2 7-1,-4 25-15,-7-4 16,-4 9-16,7 26 16,-1-12-1,1 25-15,1 2 16,5 8-1,9 14-15,4-9 16,0-11-16,-5-22 16,-6 5-1,5-3-15,-5-12 16,7 6 0,-5-4-16,0 4 15,-2-2 1,-2-9-16,-2 4 15,-7-10-15,-1-7 16,3-8 0,1-2-16,1-20 15,5-11 1,0-15-16,0-11 16,0-11-1,-4-8-15,-3-4 16,-4-7-16,-4-5 15,-4-3 1,-7-3-16,-2-2 16,15 0-1,-74-9-15,-12 1 16,-7-3 0,-9 6-16,-36 3 15,8 7-15,-23 12 16,-5 11-1,35 9-15,10 6 16,3-6 0,30-11-16,35-18 15,12-8 1</inkml:trace>
  <inkml:trace contextRef="#ctx0" brushRef="#br2" timeOffset="146225.68">13632 5027 0,'0'0'0,"0"0"0,0 0 0,0 0 15,0 0-15,0 0 16,0 0 0,90-22-16,-29 5 15,32-7 1,0-2-16,-3 5 16,16-1-1,-4 3-15,-22 4 16,-13 6-16,-4 5 15,-7 4 1,-9 2-16,-10 0 16,-9 2-1,-8 1-15,-7-3 16,-7 0 0,-4-2-16,0 0 15</inkml:trace>
  <inkml:trace contextRef="#ctx0" brushRef="#br0" timeOffset="151729.1">9908 4666 0,'0'0'0,"0"0"0,73-9 16,-12-4-16,25-4 15,31-5 1,-14-4-16,-18 9 15,-10 0 1,-3 4-16,-12 0 16,-12 4-16,-11 5 15,-14 4 1,-3 4-16,-3 14 16,0 20-1,1 27-15,3 22 16,3 43-1,6 12-15,-4 14 16,2 0-16,-2-31 16,-2 11-1,4-4-15,2-2 16,3 28 0,-1-11-16,3 36 15,-9-35 1,-5-4-16,-1-18 15,-7-35-15,-9-33 16,-2-15 0,0-13-16,-2-10 15,0-5 1,-2-2-16,-2-2 16,-3-2-16,-6-1 15,-8-1 1,-12-5-16,-14-2 15,-16-2 1,-28-1-16,-34 6 16,2 1-1,6 7-15,7 4 16,19 4 0,26-1-16,26-12 15,13-6-15</inkml:trace>
  <inkml:trace contextRef="#ctx0" brushRef="#br0" timeOffset="152792.03">11816 4290 0,'0'0'0,"0"0"16,95-13-16,-2 0 15,15-9 1,-11 5-16,9-5 15,7-4-15,-25 9 16,-27 8 0,-20 5-16,-13 4 15,-4 4 1,-5 14-16,1 25 16,-5 22-16,0 26 15,4 69 1,-1 8-16,1 55 15,3-13 1,6-14-16,2-23 16,2-23-1,-1-45-15,-5-22 16,-3-6-16,1 6 16,4 1-1,-6-13-15,-3-1 16,-6-10-1,-4-12-15,-7-14 16,-6-6 0,-7 0-16,-6-2 15,-20 5-15,-32 1 16,-20-2 0,-4-6-16,-26-4 15,-2-7 1,22-3-16,-3 1 15,-6 0 1,11 6-16,6 3 16</inkml:trace>
  <inkml:trace contextRef="#ctx0" brushRef="#br0" timeOffset="158041.76">14829 7619 0,'0'0'0,"0"0"0,0 0 16,11 78-1,-5-17-15,1 4 16,1-5 0,1-12-16,0-9 15,-1-7-15,5-4 16,7-8-1,10-7-15,15-9 16,12-10 0,10-16-16,30-30 15,24-34-15,-17-5 16,-33 17 0,-11 3-16,-1-1 15,-7 10 1,-9 19-16,-13 17 15,-8 10-15,-11 12 16,-7 4 0</inkml:trace>
  <inkml:trace contextRef="#ctx0" brushRef="#br0" timeOffset="159658.2">11831 9546 0,'0'0'0,"0"0"0,0 0 16,0 0-16,0 0 15,0 0 1,0 0-16,0 0 15,0 0 1,0 0-16,0 0 16,0 0-16,0 0 15,0 0 1,0 0-16,0 0 16,67-2-1,-54 26-15,2 6 16,3 4-1,-5-1-15,-1-3 16,-1-2-16,0-4 16,-2-5-1,-1-6-15,-1-2 16,2-2 0,-1-3-16,1-1 15,2-1-15,2-2 16,2-2-1,0-2-15,4 0 16,3-2 0,0-5-1,-1-2-15,3-6 16,6-9-16,9-13 16,15-9-1,28-6-15,15 2 16,-12 0-16,3-10 15,1-7 1,2-3-16</inkml:trace>
  <inkml:trace contextRef="#ctx0" brushRef="#br0" timeOffset="161807.97">10625 10891 0,'0'0'0,"0"0"16,0 0 0,0 0-16,11 136 15,8-34 1,1-5-16,-3-11 15,3-10-15,-3-15 16,-2-20 0,0-15-16,2-11 15,1-13 1,10-17-16,43-44 16,63-44-1,-2-31-15,4-13 16,15 23-1,-36 14-15,12-2 16,3 21-16,-37 17 16,4 3-1,3 0-15</inkml:trace>
  <inkml:trace contextRef="#ctx0" brushRef="#br0" timeOffset="163892.76">7219 8958 0,'0'0'0,"0"0"0,0 0 16,0 0-16,0 0 15,0 0 1,0 0-16,73-43 16,70-22-1,21 4-15,31 16 16,-22 25-16,21 20 15,14 9 1</inkml:trace>
  <inkml:trace contextRef="#ctx0" brushRef="#br0" timeOffset="170457.73">19580 3157 0,'0'0'0,"0"0"0,0 0 0,0 0 15,-26-65 1,-31 52-16,-25 17 16,-34 35-16,-36 52 15,18 8 1,39 27-16,30-5 16,29-22-1,20-4-15,14-17 16,17-4-16,24-9 15,41-13 1,15-22-16,-2-21 16,0-14-1,-8-12-15,-18-22 16,-20-17 0,-21 4-16,-24 4 15,-21-4-15,-29 1 16,-10 25-1,-5 13-15,-12 8 16,-1 10 0,15-1-16,20 5 15,18-5 1,12-4-16,9 4 16,2-4-16,0 0 15,0 0 1,151-21-16,-41 8 15,-8 0 1,-22 8-16,-18 10 16,-12 3-1,-9 14-15,-4 21 16,2 31-16,-9 12 16,-11 1-1,-6 3-15,-4-7 16,-2-23-1,-1-17-15,3-12 16,-1-14 0,1-13-16,0-4 15,4-13-15,6-13 16,9-21 0</inkml:trace>
  <inkml:trace contextRef="#ctx0" brushRef="#br0" timeOffset="170642.89">20072 3888 0,'0'0'0,"-2"82"0,-2-22 16,0 1-16,1-18 16,-3-17-1,-3-9-15,-4-17 16,13 0-1,0 0-15</inkml:trace>
  <inkml:trace contextRef="#ctx0" brushRef="#br0" timeOffset="170958.47">19798 3606 0,'0'0'0,"0"0"0,0 0 15,75-8-15,1 34 16,15 17 0,-5 22-16,-16 17 15,-19 0 1,-5-17-16,-9-13 16,-5-13-1,-4-13-15,-4-13 16,-3-9-16,3-17 15,2-17 1,0-39-16,-6-22 16,-10-17-1,-3 0-15,-7 38 16,-2 19 0</inkml:trace>
  <inkml:trace contextRef="#ctx0" brushRef="#br0" timeOffset="171375.84">20861 3853 0,'0'0'0,"0"0"16,0 0-16,80 9 15,-41-18 1,11-13-16,2-12 16,-7-1-1,-10-12-15,-20-10 16,-17 1-16,-16 0 16,-12 13-1,-9 17-15,-4 21 16,-15 27-1,-20 34-15,4 22 16,25-4 0,23-1-16,26-12 15,30-1-15,30 1 16,14-27 0,32-16-16,13-23 15,12-12 1</inkml:trace>
  <inkml:trace contextRef="#ctx0" brushRef="#br0" timeOffset="171757.65">21793 3317 0,'-46'69'0,"-1"30"0,8-12 16,17-27-1,18-21-15,13-4 16,10-13 0,13-5-16,23-4 15,12 0 1,-7 0-16,-17-5 15,-19 5-15,-24 0 16,-28 13 0,-37 9-16,-45 12 15,-35-8 1,31-13-16,27-13 16,29-17-16,12-9 15,27-13 1,19 26-16,32-65 15</inkml:trace>
  <inkml:trace contextRef="#ctx0" brushRef="#br0" timeOffset="172242.75">23742 3507 0,'-67'-30'0,"-15"8"0,-35 9 15,7 13 1,4 22-16,5 21 15,12 22 1,24 0-16,29-13 16,23-13-16,26-1 15,30 1 1,19-21-16,34-18 16,33-31-1,16-25-15,2-39 16,-32-22-1,-40 9-15,-29 4 16,-27 35-16,-10 35 16,-5 21-1,-2 26-15,5 34 16,10 74 0,15 31-16,25-14 15,25-26 1,8-21-16</inkml:trace>
  <inkml:trace contextRef="#ctx0" brushRef="#br0" timeOffset="173293.96">18808 4541 0,'4'77'0,"7"88"16,11 51-16,-1 22 15,-3-85 1,-5-60-16,-5-37 16,1-23-1,-1-16-15,3-15 16,-11-2 0,50-39-16,2-36 15,11-49-15,6-7 16,19 3-1,5 42-15,-19 51 16,-20 46 0,2 45-16,-17 28 15,-26 22 1,-26 5-16,-41 7 16,-69 19-16,2-29 15,-26-24 1,19-36-16,40-27 15,16-19 1,12-19-16,6-41 16,6-37-1</inkml:trace>
  <inkml:trace contextRef="#ctx0" brushRef="#br0" timeOffset="173757.75">19813 5429 0,'0'0'0,"84"22"15,-8-24 1,6-14-16,0-22 15,-8-19 1,-10-8-16,-12-2 16,-24-4-16,-23-5 15,-23-4 1,-18 9-16,-16 26 16,-6 27-1,-1 25-15,-21 64 16,2 61-1,27 54-15,29-30 16,24-5-16,28-26 16,35-32-1,22-43-15,-1-37 16,48-43 0,13-48-16,-19-21 15,-10-42 1,-25-25-16,-15-7 15</inkml:trace>
  <inkml:trace contextRef="#ctx0" brushRef="#br0" timeOffset="173975">20971 4480 0,'-2'203'0,"7"65"15,-3 46 1,-11-63-16,9-102 16,2-50-1,5-34-15,4-37 16,-11-28-16,0 0 16,99-151-1</inkml:trace>
  <inkml:trace contextRef="#ctx0" brushRef="#br0" timeOffset="174208.07">21462 4095 0,'-19'177'0,"8"143"16,13 31-16,-2-90 15,0-124 1,-4-70-16,-1-26 16,-1-18-1,-5-12-15,0-11 16,11 0-16,0 0 16</inkml:trace>
  <inkml:trace contextRef="#ctx0" brushRef="#br0" timeOffset="174425.63">20464 5174 0,'0'0'0,"121"-9"0,58-8 15,69-20 1,-34-8-16,-28 2 15,-45 4-15,-31 15 16,-17 13 0,-20 5-16,-8 1 15</inkml:trace>
  <inkml:trace contextRef="#ctx0" brushRef="#br0" timeOffset="175023.75">21845 5191 0,'0'0'0,"0"0"0,0 0 15,103-30-15,-23-5 16,7-14 0,-14-12-16,-17 5 15,-21 13-15,-22 12 16,-13 12-1,-11 4-15,-8 6 16,19 9 0,-104 82-16,22 81 15,13 70 1,38-56-16,27-73 16,15-35-16,6-25 15,11-21 1,13-23-16,26-32 15,35-48 1,8-48-16,-10-27 16,-23 23-1,-25 47-15,-21 44 16,-16 22-16,-9 15 16,-2 10-1,-1 11-15,-3 33 16,-3 32-1,1-6-15,0-22 16,2-19 0,2-12-16,3-14 15,-5-9-15,0 0 16,99-115 0,-15-25-16,20-37 15,-13 43 1,-28 58-16,-16 52 15,-6 33-15,13 21 16</inkml:trace>
  <inkml:trace contextRef="#ctx0" brushRef="#br0" timeOffset="175458.71">23667 4832 0,'0'0'0,"-46"109"16,29-36-16,8-25 15,7-18 1,4-13-16,0-6 15,3-5 1,-1-3-16,3-3 16,-3 0-1,0 0-15,-2 2 16,-2 0-16,-6 7 16</inkml:trace>
  <inkml:trace contextRef="#ctx0" brushRef="#br0" timeOffset="176291.69">18553 6586 0,'43'78'0,"15"82"0,3 65 15,-22-22 1,-13-17-16,-18-54 16,-8-37-1,-2-32-15,0-25 16,2-16-16,0-22 15,0 0 1,0 0-16,15-231 16,-2 38-1,5 1-15,3-1 16,20 5 0,15 30-16,11 20 15,-4 45-15,-7 39 16,-10 24-1,-12 19-15,-8 13 16,0 26 0,-4 35-16,-18 17 15,-19 19-15,-20 18 16,-17-15 0,-19-24-16,-4-22 15,5-17 1,21-15-16,10-11 15,15-9 1,11-6-16,2-5 16</inkml:trace>
  <inkml:trace contextRef="#ctx0" brushRef="#br0" timeOffset="176442.79">19735 7131 0,'39'84'0,"-13"-26"16</inkml:trace>
  <inkml:trace contextRef="#ctx0" brushRef="#br0" timeOffset="176611.96">19688 6510 0,'0'0'0,"118"33"16</inkml:trace>
  <inkml:trace contextRef="#ctx0" brushRef="#br0" timeOffset="177176.97">20543 6886 0,'-73'-13'0,"15"20"0,-14 12 15,-10 14 1,-6 36-16,8 50 16,32 2-16,35-11 15,28-17 1,26-8-16,15-14 15,9-15 1,22-21-16,10-33 16,11-30-1,39-54-15,7-48 16,-31-54-16,-30-10 16,-22-29-1,-23 26-15,-27 13 16,-12 68-1,-7 42-15,-2 35 16,-2 18 0,0 10-16,-3 11 15,5 0-15,-36 142 16,1 81 0,9 19-1,13-17-15,15-102 16,7-43-16,-3-26 15,-1-23 1,-5-20-16,-5-11 16,5 0-16</inkml:trace>
  <inkml:trace contextRef="#ctx0" brushRef="#br0" timeOffset="178210.85">20632 6992 0,'0'0'0,"65"-28"0,34-6 15,35-10-15,20 6 16,-37 14 0,-31 17-16,-17 14 15,-6 14 1,-9 16-16,-15 11 15,-13 10-15,-9 11 16,-6 0 0,-7-10-16,0-14 15,-1-10 1,-1-9-16,4-7 16,3-8-1,2-7-15,4-6 16,9-13-16,10-28 15,5-31 1,-4-14-16,-12-14 16,-14 0-1,-7 25-15,-2 23 16,0 21-16,2 11 16,1 10-1,3 7-15,9 10 16,22 27-1,15 28-15,4 16 16,-8 2 0,-16-2-16,-13-18 15,-8-15-15,-6-15 16,-3-12 0,-2-12-16,0-6 15,2-13 1,4-20-16,7-32 15,9-45 1,10-12-16,9 14 16,3 34-16,-5 40 15,-7 29 1,0 22-16,5 33 16,2 21-1,-7 4-15,-6-14 16,-6-14-1,1-8-15,3-5 16,6-3-16,9-6 16,2-10-1,7-8-15,2-12 16,17-12 0,13-16-16,-5-12 15,-10-16 1,-17 0-16,-22 13 15,-18 11-15,-10 7 16,-13 0 0,-17 4-16,-16 10 15,-2 18 1,-12 24-16,-25 60 16,7 42-1,35 14-15,34-32 16,33-10-16,45-3 15,52-17 1,34-44-16,29-42 16,38-38-1,18-29-15,-16-5 16,-44 6-16,-12-2 16</inkml:trace>
  <inkml:trace contextRef="#ctx0" brushRef="#br0" timeOffset="179240.88">24062 6391 0,'0'0'0,"-69"154"15,47-16 1,25-40-16,18-34 16,14-23-16,6-23 15,6-29 1,20-52-16,0-19 16,-15 4-1,-19 9-15,-16 13 16,-11 23-1,-6 14-15,-2 8 16,-4 9-16,6 2 16,0 0-1,-67 188-15,24 48 16,23-20 0,14-37-16,3-47 15,3-37-15,0-21 16,-2-11-1,-6-18-15,-12-10 16,-8-20 0,-11-13-16,-30-15 15,-24-24 1,-6-25-16,12-18 16,22-9-1,37 20-15,33 12 16,33-12-16,47-15 15,53 8 1,26 20-16,16 15 16,-16 17-1,-17 3-15,-28 5 16,-28-1-16,-42 2 16,-40 0-1,-33-13-15,-49-20 16,-42-4-1,-27 13-15,31 22 16,40 13 0,30 4-16,21 2 15,20-2-15,0 0 16,100-22 0,60-17-16,86-12 15,16 1 1</inkml:trace>
  <inkml:trace contextRef="#ctx0" brushRef="#br0" timeOffset="179926.7">18453 8943 0,'173'15'0,"69"-24"0,24-36 16,-26-18 0,-58 2-16,-35-8 15,-37-19-15,-30 3 16,-33 14-1,-29 0-15,-31-22 16,-30-7 0,-33 27-16,0 36 15,14 37-15,-16 65 16,-19 90 0,-1 107-16,29-13 15,24-72 1,23-65-16,13-32 15,14-21 1,14-25-16,14-23 16,-33-11-16,103-39 15</inkml:trace>
  <inkml:trace contextRef="#ctx0" brushRef="#br0" timeOffset="180624.74">19891 7494 0,'0'0'16,"-30"240"-16,19 52 16,6-76-16,3-36 15,0-44 1,-2-30-16,-3 0 15,7-18-15,5-18 16,5-19 0,6-18-16,-1-20 15,-15-13 1,58-39-16,-4-24 16,9-19-1,-5-9-15,-15 7 16,-10 21-16,-10 24 15,-7 15 1,-6 12-16,-1 7 16,0 10-1,2 10-15,4 13 16,4 6 0,5 1-16,10-3 15,12-8-15,6-13 16,-5-11-1,9-11-15,18-13 16,4-10 0,-5-9-16,-14-3 15,-16 7 1,-19 9-16,-16 6 16,-10 5-16,-20-3 15,-23 5 1,-20 6-16,-2 11 15,-17 15 1,-13 37-16,10 52 16,33 2-1,33 6-15,27-12 16,31-14-16,25-23 16,14-31-1,28-32-15,19-32 16,9-27-1</inkml:trace>
  <inkml:trace contextRef="#ctx0" brushRef="#br0" timeOffset="181308.02">21577 8281 0,'-9'71'0,"2"48"0,1 13 16,6 4-16,-2-8 16,0-26-1,2-42-15,0-27 16,2-25-1,-2-8-15,0 0 16,0 0-16,39-197 16,-13 66-1,2 3-15,-4 33 16,-3 30 0,1 22-16,-1 15 15,3 10-15,2 12 16,-2 10-1,4 11-15,7 26 16,-10 22 0,-7 2-16,-10-9 15,-5-10 1,-6-12-16,1-10 16,0-7-1,0-8-15,0-9 16,2 0-16,0 0 15,0 0 1,41-227-16,-4 69 16,4 24-1,-7 45-15,-4 44 16,1 30-16,-1 23 16,9 47-1,0 38-15,-13 17 16,-11 2-1,-2-19-15,-2-26 16,-1-21 0,-1-23-16,4-12 15,2-9-15</inkml:trace>
  <inkml:trace contextRef="#ctx0" brushRef="#br0" timeOffset="181707.84">22666 8419 0,'0'0'0,"0"106"16,15-45-1,7-7-15,1-15 16,8-13-1,1-15-15,7-20 16,13-19-16,6-28 16,-6-14-1,-15-5-15,-18-5 16,-19 0 0,-17 4-16,-18 16 15,-10 21 1,-11 24-16,-15 32 15,-27 52-15,5 20 16,39-18 0,31-21-16,16-20 15,16-11 1,10-8-16,11-4 16</inkml:trace>
  <inkml:trace contextRef="#ctx0" brushRef="#br0" timeOffset="182727.81">23537 7347 0,'0'0'16,"-20"249"-16,8 36 15,-4-45-15,14-104 16,0-47 0,6-24-16,3-16 15,2-14-15,1-9 16,-1-9 0,-3-10-16,-3-7 15,-3 0 1,0 0-16,0 0 15,-20-130 1,-6 61-16,-2 19 16,-2 22-1,0 24-15,-9 23 16,-5 24-16,12 16 16,15 6-1,17-18-15,13-4 16,11-6-1,10-9-15,7-13 16,9-15 0,10-12-16,16-14 15,0-9-15,-14 7 16,-16 6 0,-16 7-16,-13 6 15,-6 5 1,-4 0-16,-3 2 15,0 2 1,-2 0-16,1-3 16,3 1-16,5-4 15,13-7 1,19-15-16,17-15 16,10-22-1,-14-9-15,-22 14 16,-16 16-16,-14 16 15,-8 9 1,-9 6-16,-7 11 16,20 2-1,-93 80-15,37 8 16,19-8 0,18-6-16,19-16 15,19-4-15,18-11 16,15-12-1,6-20-15,11-20 16,16-21 0,-1-22-16,-11-20 15,-12-34 1,-24-10-16,-18-25 16,-14-2-16,-10 40 15,-1 42 1,-1 27-16,1 14 15,-3 16 1,9 4-16,-43 130 16,8 112-1,20-15-15,19-80 16,14-33 0,8-32-16,0-32 15,0-13-15</inkml:trace>
  <inkml:trace contextRef="#ctx0" brushRef="#br0" timeOffset="189509.95">24931 8073 0,'0'0'0,"0"0"15,0 0-15,0 0 16,0 0-1,-65 5-15,20 6 16,-14 15 0,-3 12-16,-3 10 15,9-3 1,15-6-16,17-11 16,15-8-16,14-3 15,14 5 1,20 2-16,30-1 15,30 6 1,-10-4-16,-31-1 16,-19 2-1,-24-4-15,-19-1 16,-30 12 0,-29 6-16,-13-5 15,5-10-15,6-7 16,0-6-1,3-4-15</inkml:trace>
  <inkml:trace contextRef="#ctx0" brushRef="#br0" timeOffset="191126.07">19465 9684 0,'0'0'0,"-86"-15"15,34 15-15,-22 20 16,-36 27-1,-20 50-15,24 50 16,35-25-16,26-10 16,23-15-1,20-34-15,13-13 16,10-11-16,23-13 16,33-18-1,16-23-15,43-43 16,35-37-1,-48 8-15,-34 3 16,-22-7 0,-19 13-16,-23 18 15,-16 16 1,-11 10-16,-13 1 16,-5 12-16,-1 12 15,21 9 1,-54 26-16,10 39 15,1 45 1,9 31-16,16 21 16,5-22-16,13-12 15,0-11 1,-2-20-16,0-13 16,-4-10-1,-16 4-15,-19 0 16,-7-16-1,-3-14-15,-27-11 16,-33-14-16,12-10 16,-11-11-1,-13-15-15,17-21 16,21-20 0,16-18-16,24 3 15,23-17 1,29-5-16,19-15 15</inkml:trace>
  <inkml:trace contextRef="#ctx0" brushRef="#br0" timeOffset="191990.77">20100 10158 0,'0'0'0,"0"0"0,74-15 15,15-22-15,21-26 16,-17-4-1,-28 9-15,-24-1 16,-15-8 0,-16-8-16,-20 1 15,-27-8 1,-30 13-16,-9 36 16,9 29-16,-26 26 15,-28 53 1,15 46-16,41 1 15,24 27 1,28-35-16,18-8 16,12-15-1,20-22-15,23-34 16,1-29-16,17-29 16,38-34-1,29-38-15,-26-19 16,-33 18-1,-32 27-15,-23 20 16,-14 12 0,-8 11-16,-7 11 15,-4 10-15,2 5 16,0 0 0,0 0-16,0 0 15,-89 199-15,72-140 16,6-20-1,7-18-15,4-10 16,2-9 0,-2-2-16,0 0 15,0 0 1,80-134-16,-37 65 16,2-2-1,-1-1-15,-10 16 16,-10 24-16,-9 16 15,-6 14 1,-1 13-16,3 13 16,2 13-1,2 12-15,7 8 16,15-1 0,12-13-16,-1-17 15,-5-11-15</inkml:trace>
  <inkml:trace contextRef="#ctx0" brushRef="#br0" timeOffset="192456.74">21551 9524 0,'0'0'0,"-115"124"16,59-42-16,13-15 16,10-2-16,7-5 15,13-17 1,9-15-16,11-8 16,10-7-1,-17-13-15,0 0 16,166-65-1,-73 11-15,-24-2 16,-23 8-16,-20 9 16,-11 7-1,-9 10-15,-4 7 16,-2 9 0,-2 3-16,2 3 15,0 0 1,0 0-16,0 0 15,0 0-15,0 0 16,9 147 0,13-121-16,6-6 15,2-11 1,-2-9-16,2-7 16</inkml:trace>
  <inkml:trace contextRef="#ctx0" brushRef="#br0" timeOffset="192941.11">21726 9485 0,'0'0'0,"0"0"16,0 0-16,-147 67 15,47 37 1,18 6-16,15 18 16,5 2-1,20-37-15,21 17 16,23-15-16,24-13 16,15-15-16,22-15 15,19-24 1,4-28-16,35-34 15,39-53 1,-26-12-16,-32-7 16,-14-4-1,-5-3-15</inkml:trace>
  <inkml:trace contextRef="#ctx0" brushRef="#br0" timeOffset="193406.67">22091 9572 0,'0'0'0,"4"80"15,3 30-15,-5 3 16,0-23-1,-4-31-15,0-25 16,0-10-16,-1-9 16,1-6-1,2-7-15,0-2 16,0 0 0,0 0-16,0 0 15,95-169 1,-41 87-16,0-2 15,-6 13-15,-3 8 16</inkml:trace>
  <inkml:trace contextRef="#ctx0" brushRef="#br0" timeOffset="193941.84">22837 9775 0,'0'0'0,"-93"-37"16,32 27-16,7 7 16,2 14-1,3 13-15,8 8 16,8 20-1,11 9-15,16-9 16,12-13 0,14-9-16,12-13 15,16-12 1,19-25-16,17-28 16,-8-6-16,-13-6 15,-20-3 1,-19 7-16,-16 19 15,-6 20 1,-2 10-16,0 7 16,0 0-16,0 0 15,-41 189 1,37-99-16,6-27 16,11-18-1,11-19-15,10-23 16,18-32-1,17-40-15,11-28 16,-4-35-16,-26 5 16,-13-42-1,-7-26-15</inkml:trace>
  <inkml:trace contextRef="#ctx0" brushRef="#br0" timeOffset="194124.57">23249 8735 0,'0'0'0,"0"0"15,-28 76 1,2 51-16,13 33 16,16-6-16,5-24 15,5-12 1,5-18-16,1-14 16,3-10-1,1-9-15,1-11 16,2-4-16</inkml:trace>
  <inkml:trace contextRef="#ctx0" brushRef="#br0" timeOffset="194340.05">23578 9552 0,'0'0'0,"0"0"0,15 106 16,0-32 0,-2-11-16,-4-18 15,-7-19 1,-2-15-16,-2-11 16,2 0-1</inkml:trace>
  <inkml:trace contextRef="#ctx0" brushRef="#br0" timeOffset="194490.42">23569 9483 0,'0'0'0,"80"-56"15,-17 17-15,15-6 16</inkml:trace>
  <inkml:trace contextRef="#ctx0" brushRef="#br0" timeOffset="195491.18">23814 9609 0,'0'0'0,"0"0"0,0 0 16,69-63-16,-15 33 15,-5 6 1,-10 11-16,-13 9 16,-13 8-1,-11 11-15,-2-15 16,-38 97-1,1-21-15,2-7 16,7-8-16,9-12 16,12-14-1,9-13-15,7-7 16,6-9 0,-15-6-16,0 0 15,130-39 1,-57-2-16,3-24 15,-11-2-15,-18 9 16,-16 13 0,-14 12-16,-11 7 15,-6 7 1,-6 4-16,-5 2 16,-6 6-16,-5 7 15,22 0 1,-63 41-16,33 2 15,9 3 1,12-9-16,11-11 16,7-7-1,8-8-15,7-9 16,-24-2-16,80-30 16,-35-3-1,-8-1 1,-11 3-16,-11 10 15,-4 6-15,-5 6 16,-4 5 0,-2 4-16,0 0 15,0 0 1,0 0-16,0 0 16,0 0-16,5 106 15,6-89 1,4-11-16,4-8 15,9-15 1,9-13-16,2-7 16,-2-8-16,-7-7 15,-11 0 1,-6 0-16,-6 15 16,-3 16-1,-2 10-15,-2 9 16,0 6-1,0 13-15,0-17 16,-4 91-16,6-20 16,-2-6-1,0-4-15,2-18 16,0-8 0,-2-14-16,-2-12 15,0-5 1</inkml:trace>
  <inkml:trace contextRef="#ctx0" brushRef="#br0" timeOffset="195642.05">24468 9578 0,'0'0'0,"80"13"15,24-6-15,50-12 16,32-10-16,-35 2 15,102-10 1</inkml:trace>
  <inkml:trace contextRef="#ctx0" brushRef="#br0" timeOffset="196373.55">19359 11053 0,'0'0'0,"0"0"0,67-45 16,-50 36-16,-6 2 15,-4 5 1,-3 9-16,2 16 16,5 29-1,0 20-15,0 10 16,0-9 0,-5-19-16,1-17 15,-3-19-15,-4-16 16,0-4-1</inkml:trace>
  <inkml:trace contextRef="#ctx0" brushRef="#br0" timeOffset="197140.02">19173 10698 0,'72'-15'0,"53"0"16,48 15-1,-11 22-15,-32 10 16,-22 9-16,-31-2 16,-27 4-1,-20 11-15,-12 18 16,-12 14-1,-4-4-15,1-12 16,3-16 0,7-13-16,6-15 15,3-16 1,2-10-16,13-10 16,25-31-16,3-35 15,-17-15 1,-27 9-16,-25 6 15,-24-6 1,-13 13-16,-5 26 16,-8 17-16,-13 15 15,11 9 1,15 2-16,13 2 16,13 0-1,11 2-15,4-4 16,0 0-1,0 0-15,146 39 16,-42-8-16,-4 8 16,-29-1-1,-21 4-15,-18 3 16,-12-6 0,-12-7-16,-3-6 15,-5-8 1,0-8-16,0-5 15,0-5-15,0-5 16,4-12 0,4-20-16,14-32 15,19-28 1,20 8-16,4 37 16,-9 41-16,-2 46 15,21 54 1,16 25-16,2 12 15</inkml:trace>
  <inkml:trace contextRef="#ctx0" brushRef="#br0" timeOffset="197845.72">22061 10683 0,'0'0'0,"0"0"16,0 0-16,4 65 16,9 28-1,0 24-15,-4 8 16,-3-2 0,-8 3-16,-5 1 15</inkml:trace>
  <inkml:trace contextRef="#ctx0" brushRef="#br0" timeOffset="198173.51">22022 11565 0,'-2'-194'0,"8"-7"16,14-13-16,8 45 15,4 67 1,9 31-16,9 19 15,-3 22 1,-5 15-16,-10 15 16,-6 6-1,-2 11-15,-11 18 16,-13-35-16,-28 134 16,-27-56-1,-12-20-15,7-19 16,8-17-1,11-11-15,6-11 16,5-13 0,2-13-16</inkml:trace>
  <inkml:trace contextRef="#ctx0" brushRef="#br0" timeOffset="199640.39">22666 10599 0,'0'0'0,"-13"123"0,19-4 15,14-15-15,8-37 16,2-28-1,9-28-15,9-22 16,17-28-16,6-26 16,-19-6-1,-16-5-15,-20 7 16,-19 0 0,-22-7-16,-38-6 15,-17 17 1,-17 26-16,-1 26 15,23 13 1,18 9-16,16 6 16,11 0-16,15 0 15,13-4 1,2-11-16,0 0 16,0 0-16,160 17 15,-59-26 1,16-1-16,-26 5 15,-22 10 1,-11 14-16,-10 9 16,-9 15-1,-9 16-15,-8 10 16,-7 5-16,-4-10 16,-7-20-1,0-16-15,-2-9 16,3-8-1,6-7-15,4-6 16,13-13 0,19-26-16,20-37 15,-8 0-15,-18 9 16,-17 22 0,-11 18-16,-9 16 15,-4 9 1,0 6-16,0 13 15,0 27 1,0 16-16,2 2 16,5-8-16,5-13 15,8-11 1,6-15-16,4-13 16,9-15-1,13-22-15,6-17 16,-17 3-1,-19 18-15,-16 16 16,-3 8 0,-3 5-16,0 2 15,0 2-15,2 2 16,4 0 0,9 0-16,9 0 15,17-6 1,15-5-16,5-6 15,-7-6-15,-17-8 16,-14-5 0,-12-9-16,-13-3 15,-15 1 1,-20 8-16,-17 18 16,-4 32-1,-16 45-15,9 22 16,18 26-16,23-2 15,20-20 1,15-23-16,14-14 16,17-14-1,7-23-15,12-14 16,12-15 0,20-23-16,-4-9 15,-27-6-15,-25 5 16,-22 16-1,-10 12-15,-8 9 16,1 6 0,-2 7-16,4 2 15,0 0 1,0 0-16,0 0 16,0 0-16,0 0 15,-45 132 1,42-119-16,1-2 15,2-3 1,0-3-16,2-3 16,-2-2-1,0 0-15,137-113 16,-21-25-16,10-26 16,-16 45-1,-24 17-15,-23 24 16,-22 35-1,-8 11-15</inkml:trace>
  <inkml:trace contextRef="#ctx0" brushRef="#br0" timeOffset="200140.71">20265 11684 0,'380'-52'0,"197"0"0,5 5 15,-94 34 1,-4 2-16,-54 7 16,-34 10-16,-63-8 15,-55 0 1,-79 6-16,-41-17 15,-7-6 1</inkml:trace>
  <inkml:trace contextRef="#ctx0" brushRef="#br0" timeOffset="201006.21">18728 2612 0,'337'-43'0,"52"34"0,15 26 15,-6 5-15,-2-5 16,31-8 0,-24-9-16,-6 0 15,12-9 1,-5 5-16,-30 0 16,-37 4-16,-34 4 15,-46 0 1,-71-4-16,-16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18:24:51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1 196 6969,'6'0'397,"1"1"0,-1 0-1,0 1 1,11 3-1,13 3-94,39 2 77,1-3-1,80-3 1,143-17-202,-168 5-54,260-12 222,745-57 613,-470 13-916,3 30-60,-116 23-839,-364 4 507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7-22T17:14:57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1906 2603 0,'0'0'0,"0"0"0,0 0 16,-39 113-16,26-35 15,0 8 1,0 26-16,5 14 16,-1-14-1,5 31-15,0-5 16,-1 18 0,-8 26-16,-4-5 15,0-4 1,-1-48-16,10-30 15,8-25-15,0-23 16,-5-17 0</inkml:trace>
  <inkml:trace contextRef="#ctx0" brushRef="#br0" timeOffset="1815.3">1911 2625 0,'125'-26'0,"-13"13"16,14 17-16,-18 14 16,-17 12-16,-27 13 15,-20 26 1,-27 22-16,-21 21 15,-40 79 1,-59 55-16,-14-25 16,5-22-1,-22-44-15,30-68 16,22-40 0,12-25-16,14-13 15,9-14-15,12-3 16,14-1-1,8 0-15,13 5 16,0 4 0,0 0-16,0 0 15,242-13-15,-87 48 16,10 43 0,-23-1-16,-12-3 15</inkml:trace>
  <inkml:trace contextRef="#ctx0" brushRef="#br0" timeOffset="2265.56">2667 4130 0,'0'0'0,"0"0"0,0 91 15,0-18-15,9-4 16,8-13 0,0-8-16,1-22 15,8-13-15,-5-13 16,9-13-1,9-22-15,5-34 16,-14-17 0,-13-1-16,-17-4 15,-13-30 1,-26 18-16,-17 42 16,-9 48-1,-8 61-15,-1 42 16,31 18-16,34 18 15,27-18 1,29-9-16,27-29 16,12-18-1</inkml:trace>
  <inkml:trace contextRef="#ctx0" brushRef="#br0" timeOffset="2566.84">3631 2802 0,'-17'126'0,"-14"90"16,14 69-16,22-69 16,7-17-1,6-47-15,3-5 16,1-39 0,-5-17-16,1-5 15</inkml:trace>
  <inkml:trace contextRef="#ctx0" brushRef="#br0" timeOffset="2818.71">4336 2928 0,'-26'168'0,"4"165"0,13 39 16,22-130-16,5-69 15,-1-78 1,-8-47-16,-1-22 16,1-13-1,-5-5-15</inkml:trace>
  <inkml:trace contextRef="#ctx0" brushRef="#br0" timeOffset="3018.48">4755 3892 0,'13'91'0,"-9"21"0,1 26 15</inkml:trace>
  <inkml:trace contextRef="#ctx0" brushRef="#br0" timeOffset="3499.86">5062 3494 0,'0'0'0,"17"151"0,-17 14 16,-13 8 0,5-61-16,8-69 15,-5-25-15,1-14 16,4-4 0,0 0-16,0 0 15,0 0 1,0 0-16,0 0 15,-26-169 1,39 40-16,17-62 16,18-12-16,-1 39 15,-8 73 1,-9 43-16,-4 22 16,5 13-1,3 18-15,18 21 16,13 34-1,4 31-15,-4 4 16,-5-4-16</inkml:trace>
  <inkml:trace contextRef="#ctx0" brushRef="#br0" timeOffset="4169.95">5827 3987 0,'0'0'0,"0"0"16,0 0-16,0 0 15,60 69-15,-51-69 16,-5 5 0,1-5-16,-5 0 15,0 0 1,0 0-16,-5 0 16,-3 0-1,-1 0-15,1 0 16,-10 8-1,-12 22-15,-13 44 16,4 38-16,26 1 16,26-9-1,8-40-15,14-33 16,-35-31 0,125-61-16,-21-51 15,-4-44-15,-36 26 16,-29 18-1,-22 30-15,-13 34 16,-4 14 0,-5 16-16,-4 10 15,13 8-15,0 0 16,-95 90 0,56-25-16,17-4 15,18 4 1,8 0-16,18-9 15,17 0 1,4 0-16,26 9 16,0 17-1,-34 18-15,-39 16 16,-40 51-16,-16 23 16,-14-21-1,-8-31-15,9-47 16,8-39-1,-8-24-15,-18-21 16,-9-18 0,-16-32-16,-53-55 15,31-34-15,47-54 16,22-23 0</inkml:trace>
  <inkml:trace contextRef="#ctx0" brushRef="#br0" timeOffset="4999.16">7621 4043 0,'-100'-56'0,"5"-13"15,-4-13-15,-44 43 16,53 43 0,25 31-16,17 12 15,14 14 1,12 17-16,18 21 16,17-8-1,21-22-15,31-21 16,4-27-16,13-29 15,74-66 1,38-60-16,5-56 16,-60 25-1,-62 14-15,-29 21 16,-13-25-16,-10-1 16,-20 39-1,-10 48-15,-3 39 16,3 25-1,5 5-15,0 0 16,-64 247 0,42-27-16,18-34 15,8-17-15,0-44 16,5-47 0,-5-34-16,1-27 15,-1-13 1,-4-4-16,0 0 15,35-130-15,-5 27 16,0-18 0,5 8-16,4 22 15,-5 18 1,1 12-16,-5 14 16,-13 12-1,1 14-15,-1 3 16,-4 5-1,4 0-15,0 13 16,1 0-16</inkml:trace>
  <inkml:trace contextRef="#ctx0" brushRef="#br0" timeOffset="6099.52">2010 4752 0,'86'26'0,"70"-2"16,73-7-16,61-10 15,21-11-15,13-5 16,-8-2-1,-14 0-15,-8-10 16,-8-5 0,-14 0-16,-34 4 15,-22 1 1,-22 12-16,-47 5 16,-39 8-16,-21 5 15,-31-5 1,-39-4-16,-8 0 15</inkml:trace>
  <inkml:trace contextRef="#ctx0" brushRef="#br0" timeOffset="8648.41">1751 5542 0,'0'0'0,"0"0"0,0 0 16,0 0 0,0 0-16,0 0 15,0 0 1,0 0-16,0 0 15,4 90 1,-8-16-16,-5 12 16,0 18-16,-4 4 15,-8-17 1,-1-9-16,5-2 16,0-4-1,4-13-15,0-16 16,8-12-1,-3-11-15,3-7 16,5-6 0,0-9-16,0-9 15,0-14-15</inkml:trace>
  <inkml:trace contextRef="#ctx0" brushRef="#br0" timeOffset="10899.49">1971 5537 0,'0'0'0,"0"0"0,104 18 15,-48-8 1,22 3-16,17 0 15,0-2-15,-8 2 16,3 2 0,14 0-16,-9-2 15,-4-6 1,4 1-16,0 1 16,-17 2-16,-9 2 15,-8 2 1,-10 5-16,-7-3 15,-10-2 1,-8-2-16,-8-4 16,-6-1-1,-7-1-15,-5-3 16,-5 3-16,-7 3 16,-14 5-1,-13 5-15,-22 8 16,-8 2-1,-9 5-15,5 2 16,-14 4 0,1 2-16,-9 9 15,13 11 1,-9 1-16,0-5 16,9-7-16,8-3 15,5 1 1,4 0-16,-8-5 15,4-6 1,13-6-16,8-7 16,9-9-1,9-4-15,8-7 16,5-1-16,0-5 16,4-2-1,0-1-15,4-1 16,-4-2-1,4-1-15,1 1 16,3-3-16,1-2 16,4-2-1</inkml:trace>
  <inkml:trace contextRef="#ctx0" brushRef="#br0" timeOffset="12698.63">1396 6437 0,'0'0'0,"0"0"15,65 6-15,9 3 16,29 2-1,10 6-15,16 2 16,10 5 0,-18-4-16,8-5 15,-3-4-15,-10-5 16,14-2 0,-4-1-16,3-3 15,10-5 1,-27-1-16,-21-3 15,-9-2 1,-13-2-16,-21 5 16,-18-1-16,-9 3 15,-3 1 1,-10 1-16,-3 0 16,-1-1-1,-4 3-15,0 2 16,0 0-1,0 0-15,0 0 16,-52-108-16,43 47 16,5-25-1,8-5-15,1 11 16,3 15 0,1 5-16,-5 1 15,1 3-15,-5 4 16,0 9-1,0 6 1,-5 7-16,1 6 16,0 5-16,-5 4 15,-4 2 1,4 4-16,-8 3 16,-4 1-1,-5 3-15,-13 4 16,-22 3-16,-21-3 15,-22-4 1,-30-5-16,-21 1 16,-18-3-1,0 0-15,17 5 16,-4 8 0,39 11-16,-21 29 15,-18 18-15</inkml:trace>
  <inkml:trace contextRef="#ctx0" brushRef="#br0" timeOffset="14831.52">4042 5857 0,'-5'113'0,"10"-14"15,3 20-15,-3 2 16,-1-30 0,0-35-16,-4-19 15,0-13 1,0-9-16,0-4 15,0-5 1,0-4-16,-4-2 16,4 0-16,0 0 15,0 0 1,-13-225-16,17 81 16,1-29-1,-1 17-15,5 13 16,4 68-1,-5 40-15,-8 20 16,5 8-16,-5 7 16,4 0-1,-4 0-15,0 0 16,0 0 0,0 0-16,73 67 15,-29-47 1,3-3-16,5-2 15,22 3-15,25-3 16,-8-7 0,-5-1-16,18-5 15,13-8 1,-5-10-16,13-5 16,1-1-1,-31 3-15,-26 8 16,-9 4-16,-8 5 15,-8 4 1,-14 1-16,-9 1 16,1 2-1,-9 1-15,-4 1 16,-9 3 0,0-11-16,0 0 15,-44 93-15,10-26 16,-9 33-1,12 1-15,5-10 16,5 0 0,8-5-16,9-10 15,-1-20 1,1-15-16,4-12 16,-4-8-16,4-6 15,-5-4 1,1 0-16,-18 0 15,-21 0 1,-30-5-16,-48-4 16,-26-4-16,17-7 15,-13-1 1,9-6-16,22-3 16,-13-3-1,-9-1-15</inkml:trace>
  <inkml:trace contextRef="#ctx0" brushRef="#br0" timeOffset="16001.15">6411 5805 0,'-18'93'0,"10"28"16,-1 20-16,9-5 15,9-30 1,-5-39-16,0-26 16,-4-17-1,5-11-15,-5-4 16,4-7-16,-4-2 16,0 0-1,21-156-15,-12-2 16,-9 5-1,0 21-15,4 32 16,-4 29 0,5 21-16,-5 20 15,4 8-15,-4 9 16,4 5 0,5 1-16,0 5 15,-9 2 1,0 0-16,0 0 15,95 63 1,-35-24-16,18 0 16,4-7-16,9-8 15,13-9 1,-5-13-16,-12-6 16,-10-5-1,-7-6-15,-18 2 16,-18 2-1,-17 5-15,-4 2 16,-8 4-16,-1 0 16,-4 0-1,0 0-15,0 0 16,-69 155 0,34-45-16,-4 29 15,9 1 1,8-34-16,1-26 15,4-4-15,-5-7 16,-4-6 0,0-9-16,-4-11 15,0-10 1,4-10-16,0-5 16,-9-7-1,-4-5-15,-34-10 16,-31-22-16,-26-26 15,18 6 1,12 5-16</inkml:trace>
  <inkml:trace contextRef="#ctx0" brushRef="#br0" timeOffset="17082.59">1906 7265 0,'0'0'0,"0"0"16,-26 134-16,22-43 16,4 6-1,9 33-15,-1-9 16,5-2 0,0 19-16,-4-25 15,0-20-15,-5-5 16,-4-1-1,0-20-15,-4-22 16,-1-15 0,5-10-16,-4-9 15,4-5-15,0-6 16,0 0 0,0 0-16,-4-216 15,12 8 1</inkml:trace>
  <inkml:trace contextRef="#ctx0" brushRef="#br0" timeOffset="17948.5">1816 7388 0,'0'0'0,"0"0"0,116-24 16,-25 13-1,4 5-15,22 2 16,17-1-1,4-1-15,26-3 16,-12 1 0,16-1-16,-12 0 15,-13 3-15,-5-1 16,-17 1 0,-17-7-16,-1-2 15,-8-7 1,-25 3-16,-18 1 15,-18 5 1,-12 5-16,-5 1 16,-13 5-16,1 0 15,-5 2 1,0 0-16,0 0 16,0 0-1,0 0-15,0 0 16,-152 97-1,96-21-15,17 36 16,22-10-16,8 13 16,18 6-1,8-24-15,1-13 16,3 1 0,1-1-16,-5-11 15,-4-10 1,0-9-16,-4-2 15,-5-4-15,0-7 16,-8-7 0,-5-3-16,-8-8 15,-13-5 1,-9-10-16,-13-8 16,-39-11-16,-38-6 15,-1-2 1,-26 6-16,-4 4 15,-13 11 1,-4 11-16,-30 22 16,25 4-1,5 0-15,30-13 16,48-13-16,25-9 16,18-11-1,4-3-15</inkml:trace>
  <inkml:trace contextRef="#ctx0" brushRef="#br0" timeOffset="19248.97">4621 7676 0,'17'95'0,"1"9"15,3 17 1,5-2-16,-9-35 16,-8-28-16,0-19 15,-5-13 1,-4-9-16,4-4 16,-4-5-1,0-2-15,0-1 16,0-3-16,0-7 15,0 7 1,-13-115-16,0-21 16,-4-28-1,8 43-15,1 37 16,3 29 0,5 19-16,5 10 15,-1 6-15,0 3 16,1 4-1,3 2-15,1 0 16,0 3 0,4-1-16,0 3 15,0 1 1,8 3-16,5 0 16,13 2-16,17 0 15,5 2 1,12-2-16,31-2 15,17-11 1,0-11-16,30-10 16,-12-1-16,-14 3 15,9 4 1,-22 4 0,-16 4-16,-14 5 15,-18 4-15,-16 5 16,-22 4-1,-13 0-15,-13 2 16,0 0-16,0 0 16,0 0-1,0 0-15,0 0 16,-169 101 0,109-34-16,4 5 15,21-3 1,13 0-16,14 11 15,8-7-15,13-3 16,4-12 0,0-4-16,5-2 15,0-2 1,-5-1-16,-4-5 16,0-3-1,-5-11-15,-8-4 16,0-2-16,-8-3 15,-5 1 1,-22 0-16,-17-5 16,-17-4-1,-22-7-15,-43-4 16,-13-6 0,-25 0-16,12-5 15,13-2 1,13 3-16,21-3 15,-12-6-15,-5-5 16</inkml:trace>
  <inkml:trace contextRef="#ctx0" brushRef="#br0" timeOffset="20431.56">7089 7455 0,'0'0'0,"0"0"0,-47 121 16,29-11 0,5 7-16,9-22 15,0-15 1,4-15-16,0-15 15,0-15 1,0-14-16,0-6 16,0-4-16,0-7 15,0-1 1,0-3-16,0 0 16,0 0-1,0 0-15,-13-210 16,0 106-1,4 26-15,5 22 16,-1 13 0,1 10-16,4 7 15,4 3-15,5 1 16,0 0 0,12 3-16,10 4 15,3 8 1,14 7-16,12 9 15,31 6-15,26-4 16,0-11 0,21-13-16,17-17 15,-8-9 1,9 4-16,-22 7 16,-17 11-1,-1 8-15,-18 9 16,-14 4-16,-4 3 15,-7-1 1,-16 1-16,-18-3 16,-13 1-1,-11-3-15,-7 0 16,-3-2 0,-5 2-16,0-2 15,0 0-15,0 0 16,0 0-1,-83 63-15,60-27 16,5 3 0,8-2-16,3 4 15,7 7 1,4 6-16,5 4 16,2-6-16,-2-6 15,-1-12 1,-3-8-16,-3-4 15,-2-5 1,-7 0-16,-8 1 16,-11-1-1,-19 0-15,-40 3 16,-31 1-16,-25 5 16,-36 7-1,-18 12-15,-3-2 16,20-4-1,6 0-15,20-11 16,1-6 0,34-11-16,26-5 15,22-6-15,22-9 16,3-16 0,10-17-16</inkml:trace>
  <inkml:trace contextRef="#ctx0" brushRef="#br0" timeOffset="22331.81">2101 9712 0,'4'93'0,"5"20"15,-1 12-15,1 1 16,-9-10 0,-4-33-16,-1-27 15,-3-22-15,3-12 16,1-9-1,0-7-15,4-6 16,0 0 0,0 0-16,0 0 15,-39-242 1,30 80-16,5-26 16,4-7-16,9 14 15,4 64 1,4 50-16,0 22 15,-4 16 1,-4 16-16,-1 7 16,1 6-1,-9 0-15,0 0 16,61 41-16,-14-11 16,31 7-1,17-4-15,9-8 16,25-7-1,18-7-15,22-9 16,13-4 0,16-7-16,1 2 15,4-3-15,-21-5 16,-9-1 0,-22 1-16,-21 4 15,-9 1 1,-26 3-16,-17 3 15,-9 4 1,-17 2-16,-9 0 16,-13 2-16,-12-1 15,-5-1 1,-9-2-16,-4 0 16,0 0-1,0 0-15,0 0 16,0 0-1,-138 8-15,68 5 16,-3 7-16,17 4 16,12 2-1,14 6-15,13 13 16,13 16 0,12 19-16,18 39 15,30 45 1,9-8-16,-4-13 15,-18-33-15,-4-26 16,0-8 0,-13-9-16,0-7 15,-13-8 1,-9-11-16,-13-6 16,-4-3-16,-8-3 15,-10-10 1,-7-8-16,-23-9 15,-25-15 1,-14-13-16,-17-9 16,-17-8-1,9 4-15,-9 3 16,-13 5 0,4 7-16,-16 7 15,16 9-15,-4 1 16,4 5-1,14 6-15,-5 1 16,26-1 0,17-4-16,13-2 15,17-3 1,14 1-16,21 0 16,13-3-16,13-1 15,0 8 1</inkml:trace>
  <inkml:trace contextRef="#ctx0" brushRef="#br0" timeOffset="23598.93">5836 9243 0,'0'0'0,"0"0"16,-9 145-16,18-20 16,12-6-1,-3-11-15,-1-4 16,-4-11 0,0-21-16,-5-23 15,-3-16 1,-1-12-16,0-5 15,-4-8-15,0-1 16,0-7 0,0 0-16,0 0 15,0 0 1,-69-169-16,26 33 16,0-26-16,8 28 15,14 36 1,12 42-16,9 24 15,0 14 1,9 8-16,-1 1 16,9 5-1,5 1-15,-22 3 16,108 13 0,-17 7-16,4 6 15,9-2-15,12-7 16,-3-4-1,-5-11-15,17-11 16,1-12 0,-5-14-16,8-6 15,-25 2-15,-26 9 16,-22 6 0,-13 7-16,-17 6 15,-4 4 1,-9 5-16,-9 2 15,1 5 1,-5 12-16,0-17 16,-13 104-16,4-22 15,-4 26 1,9-4-16,4-20 16,4 0-1,9 14-15,9-3 16,8-13-1,4-13-15,5-2 16,-4-2-16,-9-15 16,-9-11-1,-8-11-15,-14-7 16,-12 1 0,-26 4-16,-22-7 15,-17-6 1,-48 0-16,1-6 15,-44 6-15,4-4 16,-17 1 0,13-1-16,-17-7 15,21 0 1,1-2-16,25 0 16,35-2-1,30 2-15,26-6 16,18-12-16,12-5 15</inkml:trace>
  <inkml:trace contextRef="#ctx0" brushRef="#br0" timeOffset="25164.81">8135 9583 0,'5'69'0,"16"39"15,9 13-15,-8-24 16,-5-25 0,-12-20-16,-1-9 15,-4-13-15,4-4 16,-4-9 0,0-6-16,0-7 15,0-4 1,0 0-16,0 0 15,0 0-15,-60-229 16,21 76 0,9 4-16,8 51 15,0 20 1,5 14-16,4 5 16,5 9-1,-1 5-15,5 6 16,-1 5-16,5 1 15,0-1 1,0-1-16,0 5 16,5 6-1,-1 4-15,0 5 16,9 7 0,4 3-16,-17 5 15,91 13-15,-9 5 16,22 8-1,21 6-15,9 0 16,16-8 0,7-7-16,10-10 15,14-9 1,16-7-16,13-6 16,14 0-16,-10 6 15,5 1 1,-12 3-16,-21 5 15,-24 0 1,-11 0-16,-32-2 16,-24 0-1,-17-2-15,-19-1 16,-20 3-16,-16 0 16,-10 2-1,-11 0-15,-2 0 16,0 0-1,0 0-15,-194 86 16,86-25 0,8 6-16,27-6 15,12-7-15,10-3 16,16 8 0,9 1-16,11-3 15,13-10 1,8-1-16,9-1 15,3-2-15,1-4 16,1-6 0,-5-7-16,-2-7 15,-5-4 1,-1-4-16,-5-2 16,-2-3-1,-4-2-15,-7 1 16,-17-5-16,-35-7 15,-19-4 1,-13-8-16,-31-5 16,1 0-1,13 5-15,-12 4 16,6 4 0,12 9-16,-17 6 15,-5 7 1,5 8-16,-28 7 15,14 5 1,18 5-16,-6-1 16,13-5-16,23-2 15,5-4 1,-3-7-16,12-4 16,10-4-1,11-7-15,2-6 16,-4-7-16,-5-8 15,9-12 1,9-3-16,13 6 16,13 6-1,4 5-15,4 2 16</inkml:trace>
  <inkml:trace contextRef="#ctx0" brushRef="#br0" timeOffset="26930.91">8343 5572 0,'0'0'0,"52"132"16,-1-57-16,12-5 15,-9-16 1,-11-9-16,-8-4 16,-5 5-16,-2 3 15,-2 8 1,2 3-16,5 5 16</inkml:trace>
  <inkml:trace contextRef="#ctx0" brushRef="#br0" timeOffset="27451.93">8421 6253 0,'0'0'0,"101"89"0,-21-3 16,-6-8-16,3-5 15,8 1 1,-7-7-16,-18-17 16,-15-16-1,-6-3-15,-6-8 16,-7-5-16,-7-10 16,-6-1-1,-4-5-15,-5-2 16,-2-4-1,-2-5-15,0 9 16,0 0 0,-21-108-16,3 43 15,-8-37 1,-4-14-16,-2 20 16,10 21-16,9 12 15,4 7 1</inkml:trace>
  <inkml:trace contextRef="#ctx0" brushRef="#br0" timeOffset="27931.97">9562 7421 0,'0'0'0,"67"88"0,-18-32 16,1-2-1,15 20-15,37 30 16,6 4-16,-33-17 15,-8-16 1,-11-18-16,-17-27 16,-13-15-1,-13-9-15,-11-6 16,-2 0 0,0 0-16</inkml:trace>
  <inkml:trace contextRef="#ctx0" brushRef="#br0" timeOffset="28347.45">9700 8125 0,'0'0'0,"154"115"15,-36-48 1,-35-22-16,-14-8 16,2 0-1,5-7-15,-9-2 16,-11-6-16,-15-3 16,-6-1-1,-10-8-15,-7-1 16,-7-5-1,-7-4-15,-2-6 16,-2-9 0,0 15-16,0 0 15,-45-190-15,6 68 16,-2-3 0,-5-5-16,10 27 15,5 31 1,10 18-16,1 7 15</inkml:trace>
  <inkml:trace contextRef="#ctx0" brushRef="#br0" timeOffset="31468.7">4820 9278 0,'0'0'0,"-9"95"0,13 61 0,18 55 16,17 25-16,4 8 16,0-53-1,-8-18-15,-18-48 16,-8-36 0,-9-22-16,0-13 15,-4-9-15,4-12 16,0-7-1</inkml:trace>
  <inkml:trace contextRef="#ctx0" brushRef="#br0" timeOffset="32349.85">2027 9289 0,'0'0'0,"-26"84"0,22 9 15,4 21 1,13 10-16,9 31 15,-1-16-15,5-35 16,-4-9 0,-9-9-16,-5-19 15,1-13-15,-5-13 16,-4-10 0,5-12-16,-5-6 15,4-6 1,5-5-16,-5-2 15,9-5 1,9-3-16,12-3 16,22-2-16,26 2 15,9 5 1,26 12-16,30 18 16,26 15-1,21 8-15,-29-3 16,-18-5-1</inkml:trace>
  <inkml:trace contextRef="#ctx0" brushRef="#br0" timeOffset="33131.51">2754 9500 0,'0'0'0,"-78"111"16,30-16-16,-4 41 15,5 15 1,4-10-16,4 13 15,21-57-15,5-30 16,5-13 0</inkml:trace>
  <inkml:trace contextRef="#ctx0" brushRef="#br0" timeOffset="33398.21">3419 9427 0,'-30'80'0,"-22"71"0,-30 87 15,-4-50-15,8 0 16,13-43-1,22-37-15,4-17 16,13-24 0,17-30-16,5-15 15</inkml:trace>
  <inkml:trace contextRef="#ctx0" brushRef="#br0" timeOffset="33647.56">3960 9492 0,'0'0'0,"-78"132"15,9 8-15,-1 57 16,14-48-1,9-2-15,3-30 16,14-41 0,17-16-16,0-6 15</inkml:trace>
  <inkml:trace contextRef="#ctx0" brushRef="#br0" timeOffset="33914.51">4630 9762 0,'-87'186'0,"18"6"16,13 12-1,13-62-15,4 5 16,13-43-16,4-37 16,13-26-1,5-13-15,8-4 16</inkml:trace>
  <inkml:trace contextRef="#ctx0" brushRef="#br0" timeOffset="34148.01">5092 10262 0,'-47'125'0,"3"33"16,-3-5-16,12-53 15,9-38 1,9-16-16,4-14 16,-4-6-1</inkml:trace>
  <inkml:trace contextRef="#ctx0" brushRef="#br0" timeOffset="34614.5">2403 7542 0,'-108'138'0,"22"52"0,25 44 16,31-63-16,8-22 15,14-28 1,8-46-16,0-20 15,4-10 1</inkml:trace>
  <inkml:trace contextRef="#ctx0" brushRef="#br0" timeOffset="34901.85">3229 7079 0,'0'0'0,"-95"147"16,13-9-16,-9 20 15,-13 4-15,9 18 16,13-40-1,22 3-15,16-37 16,18-35 0,13-21-16,13-20 15,5-8 1</inkml:trace>
  <inkml:trace contextRef="#ctx0" brushRef="#br0" timeOffset="35197.76">3826 6977 0,'0'0'0,"-35"158"0,-8 0 16,-26 24-1,-5-31-15,-4 11 16,13-34 0,9-7-16,13 6 15,8-32 1,14-23-16,8-12 16,9-21-16,4-11 15</inkml:trace>
  <inkml:trace contextRef="#ctx0" brushRef="#br0" timeOffset="35431.51">4245 7481 0,'-35'128'0,"-8"49"0,-4 15 16,-10 16 0,5-52-16,-8 6 15,-1-48-15,14-34 16,8-23 0,4-12-16</inkml:trace>
  <inkml:trace contextRef="#ctx0" brushRef="#br0" timeOffset="35886.99">2313 6067 0,'0'0'15,"-117"115"-15,30 6 16,23 0-16,25-41 15,21-15 1,14-16-16,13-16 16,-1-9-16</inkml:trace>
  <inkml:trace contextRef="#ctx0" brushRef="#br0" timeOffset="36164.87">2961 5555 0,'-39'82'0,"-13"26"0,-8 48 15,4-3 1,12-47-16,10-9 15,8-19-15,9-26 16,8-24 0,9-19-16,0-9 15,0 0 1</inkml:trace>
  <inkml:trace contextRef="#ctx0" brushRef="#br0" timeOffset="36430.68">3566 5593 0,'-65'104'0,"5"7"16,4 42-16,4-19 15,9-4-15,-9 8 16,8-34-1,10-33-15,8-21 16,9-22 0,12-15-16,5-11 15,0-2-15,0 0 16,126-183 0</inkml:trace>
  <inkml:trace contextRef="#ctx0" brushRef="#br0" timeOffset="36580.83">3679 6115 0,'-104'168'0,"13"5"0,18 15 16,29-43-1,23-39-15,3-13 16</inkml:trace>
  <inkml:trace contextRef="#ctx0" brushRef="#br0" timeOffset="39583.67">11861 2499 0,'0'0'0,"-6"195"15,2 13-15,1 21 16,1-43 0,-6-39-16,-1-56 15,-2-35 1,3-26-16,-1-8 16,0-14-1,1-3-15,8-5 16,0 0-16,-50-178 15,48-12 1,25-48-16,29-21 16,13-14-1,11 74-15,4 44 16,-9 64 0,-2 30-16,9 31 15,-4 22-15,3 16 16,8 31-1,-16 26-15,-28 21 16,-37 40 0,-64 47-16,-57 47 15,-32-29 1,-20-27-16,29-30 16,36-65-16,44-34 15,29-18 1,16-13-16,9 1 15,6-5 1,0 0-16,0 0 16,207-35-1,-6 5-15,7 17 16,-57 17-16,-47 18 16,-37 4-1,-35 0-15,-25 17 16,-44 52-1,-95 48-15,-24-22 16,-19-30 0,41-48-16,26-26 15,15-25-15,11-27 16,9-30 0,14-82-16,44-39 15,30-26 1,16-8-16</inkml:trace>
  <inkml:trace contextRef="#ctx0" brushRef="#br0" timeOffset="39863.96">13439 1920 0,'0'0'16,"-15"104"-16,-4 69 15,-5 60-15,2 53 16,3-61 0,-3-22-16,-4-61 15,0-20-15,7-27 16,-1-26-1,-1-4-15,-3-9 16</inkml:trace>
  <inkml:trace contextRef="#ctx0" brushRef="#br0" timeOffset="40264.04">13761 2962 0,'7'82'0,"4"35"0,6 30 16,2-26-1,7-39-15,2-30 16,7-26-1,8-17-15,11-26 16,26-35 0,26-31-16,0-16 15,-26-31 1,-33 9-16,-29-26 16,-46 9-16,-65 4 15,0 65 1,-5 51-16,-36 40 15,-43 64 1,-2 87-16,86-21 16,30-10-16</inkml:trace>
  <inkml:trace contextRef="#ctx0" brushRef="#br0" timeOffset="40797.62">15268 2906 0,'-95'30'0,"-29"31"15,18 21-15,22 4 16,21-12 0,27-22-16,21-13 15,19-5 1,24 5-16,43 9 16,70-18-1,10-34-15,50-44 16,-28-38-16,13-70 15,-52 13 1,-48-38-16,-51 21 16,-33 0-1,-17 26-15,-2 26 16,-1 34 0,5 35-16,5 22 15,1 12-15,7 5 16,0 0-1,-75 256-15,18 29 16,-1 5 0,11-5-16,14-25 15,29-100 1,12-104-16,3-30 16</inkml:trace>
  <inkml:trace contextRef="#ctx0" brushRef="#br0" timeOffset="41250.04">16735 2573 0,'-80'91'0,"-71"77"0,15-38 16,-7-30 0,11-31-16,35-22 15,11-25-15,12-9 16,18-9 0,19-4-16,13-8 15,14-5 1,10 13-16,0 0 15,142-117-15,-47 82 16,5 14 0,-16 16-16,-15 10 15,-4 8 1,-2 4-16,-5 5 16,-4-1-1,-9-4-15,-8 1 16,-6-10-16,-1 1 15,-4-13 1,2-5-16</inkml:trace>
  <inkml:trace contextRef="#ctx0" brushRef="#br0" timeOffset="41630.75">16794 3044 0,'0'0'0,"0"0"0,80 9 16,-33-9-16,16-9 15,19-8 1,4-9-16,-12-9 16,-16-12-16,-21 4 15,-20 17 1,-19 8-16,-28 1 15,-46 13 1,-82 25-16,-30 31 16,57 0-1,35 9-15,42 12 16,31 14-16,33 4 16,34 30-1,64-13-15,24-39 16,8-56-1,-4-30-15,11-40 16,26-25-16,6-13 16</inkml:trace>
  <inkml:trace contextRef="#ctx0" brushRef="#br0" timeOffset="42383.94">18674 1717 0,'-50'186'0,"-12"116"0,20 1 16,30-39-16,7-108 15,5-61 1,0-48-16,-2-16 16,0-10-1,0-8-15,0 0 16,-5-4 0,-4-5-16,-15-13 15,-28-25-15,-19-27 16,-9-12-1,8 8-15,12 30 16,3 18 0,-1 26-16,-20 30 15,6 21-15,24 18 16,33 8 0,32-8-16,35-9 15,52 5 1,40-22-16,55-35 15,39-38 1,6-27-16,13-43 16,-11-17-16</inkml:trace>
  <inkml:trace contextRef="#ctx0" brushRef="#br0" timeOffset="42880.8">21110 2032 0,'-160'9'0,"-145"95"15,-8 60-15,101 5 16,71-31-16,61-17 15,39-26 1,26-30-16,17-9 16,22 14-1,41 25-15,88 17 16,68-25 0,10-53-16,-10-38 15,-51-35-15,5-52 16,-34-25-1,-14-53-15,-23 0 16,-9 1 0</inkml:trace>
  <inkml:trace contextRef="#ctx0" brushRef="#br0" timeOffset="43213.91">21756 2050 0,'0'0'0,"0"0"15,0 0 1,0 0-16,15 86 16,-6 18-1,17 39-15,13-9 16,2-22-16,-5-17 16,-5-25-1,-8-23-15,-1-8 16,-7-17-1,-4-9-15,-2-13 16,6-22 0,19-52-16,33-90 15,20-52-15,-12 17 16,-21 65 0,-6 43-16,13 22 15,36 13 1,26 0-16</inkml:trace>
  <inkml:trace contextRef="#ctx0" brushRef="#br0" timeOffset="43847.63">13638 3939 0,'417'-17'0,"95"-9"15,-21-21-15,-26-5 16,53 4 0,-7 9-16,35-4 15,-16-5-15,4 14 16,-7-9 0,-67-5-16,9 0 15,-36-3 1,-3-6-16</inkml:trace>
  <inkml:trace contextRef="#ctx0" brushRef="#br0" timeOffset="58163.52">12840 5312 0,'0'0'0,"-23"96"0,14-66 0,3-9 0,-1-8 0,3-10 16,4-3-1,0 0-15,0 0 16</inkml:trace>
  <inkml:trace contextRef="#ctx0" brushRef="#br0" timeOffset="58846.68">12910 4528 0,'0'0'0,"0"0"0,-7 125 15,5-26-15,0 27 16,0-5 0,4 2-16,2-6 15,0-26-15,-1-20 16,-1-13 0,-2-10-16,-2-11 15,2-16 1,0-12-16,0-7 15</inkml:trace>
  <inkml:trace contextRef="#ctx0" brushRef="#br0" timeOffset="60067.71">12990 4476 0,'0'0'0,"0"0"16,0 0-16,0 0 16,0 0-1,0 0-15,0 0 16,123 26-16,-30-18 15,10-8 1,42-8-16,-4-1 16,12-4-1,7 0-15,-17 0 16,12 4 0,-18 5-16,10 4 15,0 9-15,-24 4 16,9 0-1,-14 0-15,-29-5 16,-22 1 0,-4-5-16,-5 1 15,-8-5 1,-11 0-16,-11 4 16,-7-4-16,-5 0 15,-6 0 1,-1 0-16,-2 4 15,-3-4 1,-2 5-16,0-5 16,0 8-1,0-3-15,1 7 16,1 6-16,5 8 16,-1 8-1,3 10-15,4-1 16,2 9-1,1 6-15,-1 7 16,-2-5 0,-4-10-16,-2-7 15,-7-4 1,-2-6-16,-5 6 16,-5 0-16,-8 0 15,-3-5 1,-12-6-16,-14-6 15,-14-7-15,-4-8 16,-8-3 0,-29-4-16,-16 2 15,-14 2 1,-24 3-16,5 10 16,-18 5-1,7 4-15,0 2 16,0 2-1,11-6-15,-7 0 16,32-7-16,10-4 16,5-7-1,25-3-15,13-8 16,3-6 0,6-6-16,5-7 15,9-6-15,14 0 16,5 0-1,8 4-15,5 4 16,3 5 0,4 4-16,3 0 15,1 4 1,3 0-16,2 3 16,4-1-16,2-1 15</inkml:trace>
  <inkml:trace contextRef="#ctx0" brushRef="#br0" timeOffset="62082.45">13448 4813 0,'0'0'0,"0"0"16,0 0-16,0 0 15,0 0 1,0 0-16,0 0 16,67 9-16,-22-14 15,3-3 1,-7-1-16,-7 0 16,-10 3-1,-4 2-15,-7 4 16,-5 2-16,1 6 15,-3 12 1,-1 25-16,-1 24 16,-2 3-1,-2 1-15,-2 3 16,-2-7 0,2-19-16,-1-18 15,3-17-15,0-8 16</inkml:trace>
  <inkml:trace contextRef="#ctx0" brushRef="#br0" timeOffset="62447.83">14023 4962 0,'0'0'0,"0"0"0,0 78 16,8-35-1,10-2-15,1-6 16,1-13-16,-1-14 16,0-8-1,12-8-15,23-23 16,2-25-1,-15-15-15,-17 6 16,-18 17-16,-12 16 16,-16 10-1,-17 7-15,-17 13 16,-39 21 0,-9 27-16,24 16 15,18 10 1</inkml:trace>
  <inkml:trace contextRef="#ctx0" brushRef="#br0" timeOffset="64529.76">16072 4467 0,'0'0'0,"0"0"16,2 74-16,0-5 15,-2 22 1,6 30-16,3-5 16,0-27-16,-3-20 15,1-19 1,-5-20-16,-2-8 16,0-9-1,-4-5-15,-1-5 16,1-3-1,4 0-15,0 0 16,0 0-16,-48-150 16,38 40-1,1-35-15,7 24 16,4 35 0,2 29-16,1 27 15,-1 9 1,0 3-16,1 10 15,1-1-15,5 5 16,4 4 0,9 0-16,17 4 15,21 9 1,38 4-16,23 5 16,-8-13-1,21-9-15,-4-9 16,-26-4-16,4-4 15,-9-5 1,-27 9-16,-27 4 16,-16 5-1,-12 4-15,-4 4 16,-2 5-16,2 4 16,0 13-1,3 13-15,-1 17 16,0 5-1,1-1-15,5 12 16,14 23 0,6 2-16,5-13 15,-3-12 1,-12-18-16,-9-13 16,-9-13-16,-7-11 15,-6-4 1,-4-2-16,-6 0 15,-18 2 1,-30 2-16,-27 2 16,-38 7-16,-41 2 15,2-2 1,-21-1-16,23-3 16,-15 2-1,28-5-15,-10 0 16,12-6-1,18-2-15,1-5 16,27-6 0,37-5-16,23-8 15,11-4-15</inkml:trace>
  <inkml:trace contextRef="#ctx0" brushRef="#br0" timeOffset="65668.72">16370 4813 0,'0'0'0,"102"-13"16,-31 9-16,13 6 15,3 11 1,-20 8-16,-18 16 16,-23 9-1,-21 1-15,-27 12 16,-26 10 0,-6 0-16,-8-6 15,-7-14-15,8-16 16,18-16-1,13-8-15,10-9 16,9-5 0,5-1-16,6 6 15,0 0 1,0 0-16,0 0 16,158-69-16,-109 64 15,3 5 1,-4 3-16,-7-1 15,-9 2 1,-6-2-16,0-2 16,0-2-1,6-4-15,7-5 16,5-7 0</inkml:trace>
  <inkml:trace contextRef="#ctx0" brushRef="#br0" timeOffset="66063.34">17180 5083 0,'0'0'0,"0"0"15,0 0-15,0 0 16,0 0 0,0 0-16,0 0 15,0 0 1,0 0-16,0 0 15,-6 65 1,17-56-16,6-3 16,5-1-16,-1-5 15,-21 0 1,50-20-16,-20-8 16,-6-11-1,-9-4-15,-8-3 16,-12 5-1,-10 7-15,-13-1 16,-9 11-16,-4 11 16,0 11-1,-4 20-15,-9 36 16,6 23 0,9 12-16</inkml:trace>
  <inkml:trace contextRef="#ctx0" brushRef="#br0" timeOffset="66846.53">18233 4644 0,'0'0'0,"0"0"0,-19 100 15,19-5-15,4 26 16,5 22 0,6-7-16,0-50 15,-4-36 1,-5-24-16,-4-17 16,-2-9-1,0 0-15,0 0 16,-30-139-1</inkml:trace>
  <inkml:trace contextRef="#ctx0" brushRef="#br0" timeOffset="67479.73">18080 4579 0,'0'0'0,"0"0"15,0 0-15,0 0 16,0 0 0,86-8-16,-6-1 15,11-4 1,15-4-16,10-5 16,-10 1-1,-15-1-15,-7 0 16,-4 5-16,-19 0 15,-18-1 1,-13 10-16,-10 4 16,-7-1-1,-2 1-15,-3 8 16,1 5 0,2 17-16,-1 39 15,1 38-15,-2 10 16,-3 14-1,5-5-15,2-23 16,2-6 0,0-9-16,5-12 15,-3-18 1,-6-18-16,-7-10 16,-6-8-16,-7-3 15,-6-4 1,-21-3-16,-27-1 15,-32-1-15,-22-6 16,-30 0 0,15 0-16,24-2 15,7 2 1,6 2-16,19 0 16,24-2-1,17 0-15,16-2 16,8 0-16</inkml:trace>
  <inkml:trace contextRef="#ctx0" brushRef="#br0" timeOffset="67929.83">18568 4867 0,'0'0'0,"9"102"15,-1-5-15,3 13 16,0-21-16,-2-29 16,-3-21-1,3-13-15,2-11 16,-1-10 0,-10-5-16</inkml:trace>
  <inkml:trace contextRef="#ctx0" brushRef="#br0" timeOffset="68296.7">18881 4930 0,'0'0'0,"0"0"0,-8 82 16,10-39-16,7-2 15,6-4 1,2-9-16,2-13 16,1-8-1,2-7-15,-1-7 16,-1-8 0,-5-7-16,-11-6 15,-4 28-15,-24-78 16,-6 37-1,-13 7-15,-13 8 16,-3 15 0,10 11-16,12 15 15,19 0 1,12 3-16</inkml:trace>
  <inkml:trace contextRef="#ctx0" brushRef="#br0" timeOffset="70512.08">14928 6069 0,'0'0'0,"0"0"16,0 0-1,0 0-15,0 0 16,9 78 0,-3-13-16,5 26 15,0-3-15,-2-14 16,-5-14 0,0-10-16,-1-4 15,-1-3 1,2-2-16,0-11 15,3-8 1,1-9-16,-3-13 16,-5 0-1</inkml:trace>
  <inkml:trace contextRef="#ctx0" brushRef="#br0" timeOffset="71664.25">15112 6035 0,'0'0'0,"0"0"0,0 0 16,0 0-16,0 0 15,69-7 1,-56 7-16,0 0 16,0 0-1,4 0-15,14 0 16,16 2 0,12 3-16,1-3 15,5-4-15,24-7 16,16-4-1,-7-2-15,-10 4 16,7 2 0,11 1-16,-15 1 15,-4 3 1,12 0-16,-2-3 16,-19 3-16,-7-1 15,-6 1 1,-4-2-16,-12 1 15,-10 1 1,-8 2-16,-8 0 16,-5-1-1,-5 1-15,-3 0 16,-1 2-16,-2 0 16,-3 0-1,-2 0-15,0 0 16,-2 0-1,0 0-15,0 0 16,0 0 0,0 0-16,0 0 15,0 0-15,-8 115 16,10-37 0,4 17-16,3 4 15,0-17 1,-1-10-16,3-14 15,-2 3 1,-1-1-16,-3-1 16,-1-10-16,-4-8 15,-4-6 1,-7-7-16,-9-4 16,-12-5-1,-20-6-15,-4-6 16,-9-9-1,-37-1-15,-25-1 16,-5-5-16,-32 1 16,25-1-1,-14 1-15,0-1 16,6 2 0,-13 3-16,26 4 15,-13-4 1,19-3-16,37-1 15,24 1-15,15 3 16,9-3 0,15-4-16,7-1 15</inkml:trace>
  <inkml:trace contextRef="#ctx0" brushRef="#br0" timeOffset="72945.66">15367 6352 0,'0'0'0,"78"-19"0,-11 4 16,32-7-1,-4 5-15,-28 6 16,-23 5 0,-16 1-16,-11 3 15,-8 4 1,-7 7-16,-2-9 15,-39 99 1,-9-12-16,1-1 16,8 1-16,7-3 15,8-19 1,11-28-16,6-18 16,7-14-1,0-5-15</inkml:trace>
  <inkml:trace contextRef="#ctx0" brushRef="#br0" timeOffset="73312.5">16065 6301 0,'-8'67'0,"10"19"0,19 37 16,14-23 0,2-33-16,-3-35 15,-6-17 1,-6-15-16,2-13 16,6-13-16,2-10 15,-8-3 1,-9 2-16,-13 2 15,-8 1 1,-11-3-16,-18-2 16,-25 0-1,-10 11-15,19 13 16,16 8-16,16 7 16,6 3-1</inkml:trace>
  <inkml:trace contextRef="#ctx0" brushRef="#br0" timeOffset="75229.75">17444 6069 0,'0'0'0,"-6"84"16,8-21-16,-2 11 16,0-1-1,0-10-15,0-7 16,4-2-1,0-4-15,3-3 16,-1-5-16,-1-12 16,-1-6-1,-2-9-15,-2-9 16,0-6 0,0 0-16,0 0 15,0 0 1,0 0-16,-6-205 15</inkml:trace>
  <inkml:trace contextRef="#ctx0" brushRef="#br0" timeOffset="75929.3">17392 5974 0,'0'0'0,"0"0"0,0 0 15,0 0 1,0 0-16,72 7 16,5 5-1,10 1-15,14-4 16,16-2 0,-22-12-16,-4 1 15,17-5-15,-2 1 16,-17-3-1,-12 0-15,6-2 16,-10 2 0,-10 3-16,-14-1 15,-14 2 1,-9 3-16,-7 2 16,1 4-16,-1 5 15,3 6 1,4 8-16,-2 5 15,-1 4 1,-5 1-16,-1 1 16,-2 5-16,-4 2 15,0 8 1,2 12-16,2 12 16,-2-2-1,4-4-15,-4-15 16,-2-13-1,-3-11-15,-3-9 16,-5-6-16,-7 0 16,-8-3-1,-15-1-15,-18-3 16,-25 0 0,-50-2-16,-5 3 15,-36 1 1,6 3-16,13 4 15,1 2 1,33 4-16,16-1 16,0-1-16,11-6 15,32-7 1,26-8-16,13-3 16</inkml:trace>
  <inkml:trace contextRef="#ctx0" brushRef="#br0" timeOffset="77129.6">19618 6037 0,'-4'65'0,"4"-1"16,0 21-1,2 3-15,0-5 16,3-3-16,1-3 16,1-5-1,1-5-15,3-11 16,0-17 0,-7-15-16,-2-11 15,-2-9 1,0-4-16,0 0 15,0 0-15,0 0 16,0 0 0,0 0-16,-51-175 15,44 101 1,3-14-16,4 1 16,2 3-1,0 2-15,2 17 16,1 19-16,-1 16 15,0 11 1,5 4-16,6 4 16,7 2-1,6 5-15,2 4 16,5 2 0,6 4-16,19 5 15,35 0-15,9-7 16,13-8-1,32-5-15,-13-8 16,-2-7 0,0 5-16,-28-3 15,-30 3 1,-16 4-16,-17 4 16,-12 4-16,-12 3 15,-8 2 1,-7 4-16,-4-2 15,0 0 1,0 0-16,-58 162 16,26-64-1,-1 16-15,7-4 16,7-12-16,6-14 16,8-23-1,5-23-15,0-12 16,0-8-1,-4-5-15,-9-2 16,-13-1-16,-28 1 16,-28-4-1,-52-3 1,-35 0-16,-45 1 16,37-8-16,7 8 15,27 6 1,26 2-16,-4 2 15,28-7 1,39-10-16,15-4 16</inkml:trace>
  <inkml:trace contextRef="#ctx0" brushRef="#br0" timeOffset="77712.82">17777 6240 0,'0'0'0,"0"0"16,0 0 0,19 115-16,-6-38 15,-4-10 1,-2-13-16,-3-12 16,0-16-16,0-11 15,1-7 1</inkml:trace>
  <inkml:trace contextRef="#ctx0" brushRef="#br0" timeOffset="78095.44">18108 6301 0,'0'0'0,"0"0"0,8 118 15,5-57-15,9-11 16,4-18 0,8-15-16,3-12 15,6-14 1,7-21-16,11-33 15,-18 0-15,-13 1 16,-19 21 0,-9 15-16,-8 6 15,-10 3 1,-18 4-16,-27 6 16,-8 10-1,4 7-15,3 19 16,1 14-16</inkml:trace>
  <inkml:trace contextRef="#ctx0" brushRef="#br0" timeOffset="80062.48">10457 7057 0,'0'0'0,"125"-15"0,-4 0 16,35 0-16,12-2 15,-19-1 1,18-3-16,-23 3 16,21-3-1,-10-1-15,-10-2 16,-2 1-1,-39-1-15,-27 2 16,-14-2 0,-18 5-16,-16 2 15,-19 4-15,-12-3 16,-6-5 0,-12-12-16</inkml:trace>
  <inkml:trace contextRef="#ctx0" brushRef="#br0" timeOffset="80445.6">11503 6270 0,'99'15'0,"54"16"16,44 10-16,-2-2 16,-29-7-1,-8-15-15,-33-6 16,-2-4 0,-12-1-16,-25 3 15,-17 6-15,-17 4 16,-19 1-1,-20 6-15,-20 17 16,-38 54 0,-79 40-16,-18 10 15,-14 4 1,24-41-16,44-2 16,19-13-16,2 1 15</inkml:trace>
  <inkml:trace contextRef="#ctx0" brushRef="#br0" timeOffset="83095.62">13115 5970 0,'0'0'0,"0"0"0,82 23 15,-15 6 1,7 14-16,14 7 16,9-5-16,-6-4 15,-13 4 1,11 14-16,30 19 15,-3 4 1,-1-13-16,25 7 16,-14 12-1,1 7-15,18-10 16,-37-16 0,20 13-16,14 9 15,-36-18-15,19-5 16,7 1-1,-19 6-15,29 14 16,-8-15 0,-34-20-16,21-3 15,-9-1-15,-15 2 16,18 9 0,2-1-16,-29-4 15,-8-4 1,20 2-16,-1-2 15,-17-4 1,-4-3-16,17 5 16,5-2-16,-29-10 15,-11-5 1,16 1-16,15 3 16,-7 2-1,-8 4-15,8 5 16,5 4-1,-3 2-15,-15-2 16,-4-3-16,7 1 16,-5-9-1,-2-4-15,-4-5 16,-5-1 0,3-10-16,4-8 15,-11-6 1,-7-5-16</inkml:trace>
  <inkml:trace contextRef="#ctx0" brushRef="#br0" timeOffset="83650.27">17083 7855 0,'110'48'0,"11"6"0,48 17 16,-16 13 0,12 18-16,-10-3 15,-31-3 1,20 16-16,-27-15 16,-28-23-16,1-9 15,-14-16 1,-20-12-16,-15-9 15,-15-6 1,-13-9-16,-11-4 16,-10-1-1,-25 3-15,-34 2 16,-41-2-16,-56 0 16,2-5-1,-22 1-15,33-7 16,-5 0-1,29 0-15,21-7 16,6-6-16,23 0 16,20-8-1,14-5-15</inkml:trace>
  <inkml:trace contextRef="#ctx0" brushRef="#br0" timeOffset="87279.26">14239 8742 0,'0'0'0,"145"47"0,-145-47 0,157 46 0,1-3 0,11 0 15,-5 0-15,-23-10 16,25-5 0,-43-13-16,3-6 15,5-3-15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7-22T17:17:01.12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">
        <inkml:traceFormat>
          <inkml:channel name="X" type="integer" max="448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52.38095" units="1/cm"/>
          <inkml:channelProperty channel="Y" name="resolution" value="87.27273" units="1/cm"/>
          <inkml:channelProperty channel="T" name="resolution" value="1" units="1/dev"/>
        </inkml:channelProperties>
      </inkml:inkSource>
      <inkml:timestamp xml:id="ts1" timeString="2025-07-23T07:35:16.696"/>
    </inkml:context>
    <inkml:brush xml:id="br1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1483 1150 0,'0'0'0,"0"0"0,0 0 0,0 0 15,0 0-15,0 0 16,0 0 0,-13 65-16,4 30 15,9 13 1,4 48-16,5-13 15,0-18 1,-1-4-16,-3-21 16,-1-35-16,0-27 15,-4-16 1,5-9-16,-5-9 16,0-4-1,0 0-15,0 0 16,-13-207-16,8 30 15,1-18 1,13 13-16,4 40 16,4 16-1,5 40-15,-5 38 16,0 27 0,-17 21-16,26 30 15,-13 26-15,9 78 16,-1 26-1,14 35-15,-5-44 16,5-47 0,-5-26-16,-8-26 15,-5-22 1,-4-17-16,-5-13 16,14-13-16,13-35 15,21-64 1,13-35-16,0-52 15,-8 39 1,-22 60-16,-22 57 16,-4 22-1,0 16-15,0 14 16,4 30-16,5 60 16,-9 31-1,0 34-15,-5-43 16,1-34-1,4-9-15,4 4 16</inkml:trace>
  <inkml:trace contextRef="#ctx0" brushRef="#br0" timeOffset="419.09">2767 1704 0,'0'0'0,"0"0"0,0 0 16,0 0-1,8 95-15,9-35 16,9 5-1,5-4-15,-1-27 16,-4-16-16,4-23 16,9-12-1,9-26-15,-5-18 16,-17-8 0,-18 13-16,-16 13 15,-10 8-15,-12 13 16,-17 10-1,-14 20-15,-12 18 16,21 4 0,30-4-16,22-26 15,0 0 1,0 0-16</inkml:trace>
  <inkml:trace contextRef="#ctx0" brushRef="#br0" timeOffset="1301.86">3709 912 0,'-17'109'0,"12"12"16,5 43 0,5 0-16,8 9 15,4-52-15,-4-47 16,-5-35 0,1-18-16,-5-8 15,1-8 1,-1-5-16,-4 0 15,0 0 1,0 0-16,0 0 16,0 0-16,0 0 15,0 0 1,-86-82 0,64 82-16,5 4 15,4 0-15,4 0 16,5 5-1,4-9-15,0 0 16,0 0-16,0 0 16,0 0-1,168 61-15,-116-66 16,-9 1 0,1 0-16,-10-5 15,-8 5 1,-9-1-16,1 1 15,-5 4-15,-5 0 16,1 4 0,0-4-16,4 5 15,4-5 1,9 0-16,13-5 16,13-16-1,8-14-15,-4-12 16,-8-1-16,-18 5 15,-8 13 1,-14 4-16,-12 4 16,-9 0-1,-17 5-15,-26 13 16,-9 12 0,4 23-16,22 16 15,26 9-15,26 5 16,31-9-1,25-9-15,4-26 16,18-17 0,21-34-16,1-44 15,4-17-15,-18-35 16,-13-17 0</inkml:trace>
  <inkml:trace contextRef="#ctx0" brushRef="#br0" timeOffset="1481.96">5023 705 0,'0'0'0,"-43"112"16,25 48-16,23 78 16,25 9-1,13 16-15,5-46 16,-22-88-1,-9-25-15</inkml:trace>
  <inkml:trace contextRef="#ctx1" brushRef="#br0">5133 2170 0</inkml:trace>
  <inkml:trace contextRef="#ctx0" brushRef="#br0" timeOffset="2100.69">1863 2746 0,'104'-26'0,"82"4"0,77 5 16,31 4-16,0 9 16,-21 4-1,-5-5-15,13-8 16,-13-8 0,-48-14-16,-12-4 15</inkml:trace>
  <inkml:trace contextRef="#ctx0" brushRef="#br0" timeOffset="2849.54">6311 1613 0,'-13'182'0,"0"60"16,17 22-16,9-79 15,0-68 1,0-56-16,-8-31 16,-1-17-1,0-13-15,-4 0 16,0 0-16,-8-134 15,-5 4 1,0-69-16,4 18 16,9-14-1,13 61-15,9 30 16,12 22-16,10 13 16,12 13-1,9 21-15,-1 18 16,1 30-1,-4 21-15,-14 14 16,-16 12 0,-31 5-16,-35 26 15,-39 4-15,-21-21 16,-13-22 0,18-26-16,20-5 15,27-12 1,13-5-16</inkml:trace>
  <inkml:trace contextRef="#ctx0" brushRef="#br0" timeOffset="3567.64">7180 1812 0,'0'0'0,"0"0"16,0 0 0,78-17-16,8-14 15,18-29 1,-9-1-16,-17-17 15,-26-12-15,-31 7 16,-21 19 0,-21 3-16,-22 13 15,-5 23 1,5 20-16,-13 31 16,-18 56-1,1 52-15,29 35 16,31-22-1,22-26-15,30-8 16,30-23-16,18-38 16,-10-39-1,36-47-15,16-44 16,-33-17-16,-32-18 16,-16 14-1,-26 17-15,-10 17 16,-7 13-1,-5 22-15,4 12 16,-4 10 0,0 3-16,0 10 15,0-5-15,0 0 16,-4 125 0,8-60-16,5-13 15,-1-22 1,5-17-16,5-17 15,8-27 1,13-25-16,12-43 16,1-35-1,0 17-15,-4 17 16,-1 18-16,9 26 16,14 9-1</inkml:trace>
  <inkml:trace contextRef="#ctx0" brushRef="#br0" timeOffset="3900.25">9302 471 0,'0'0'0,"-13"70"0,-8 77 16,6 90-1,4 10-15,2-40 16,9-47-1,5-51-15,-3-53 16,-7-17-16,-3-18 16,-1-12-1</inkml:trace>
  <inkml:trace contextRef="#ctx0" brushRef="#br0" timeOffset="4420.08">8622 1531 0,'64'0'0,"73"-9"0,59-17 16,3-26-1,-56 0-15,-16 5 16,-14 12-16,-33 18 15,-31 8 1,-16 9-16,-12 9 16,-6 8-1,-2 18-15,-4 8 16,-5 0-16,-4 5 16,-2 8-1,-2 13-15,2 1 16,4-6-1,9-12-15,10-13 16,16-17 0,11-14-16,1-12 15,10-26-15,3-31 16,-8-8 0,-17 0-16,-22-5 15,-19 1 1,-26-5-16,-39 13 15,-16 26 1,16 22-16,19 17 16,7 13-16,2 30 15,19 9 1,12 4-16</inkml:trace>
  <inkml:trace contextRef="#ctx0" brushRef="#br0" timeOffset="4884.24">10502 1470 0,'0'0'0,"0"0"0,0 0 16,0 0-1,37 121-15,-24-56 16,-9-9-16,-6-17 15,-3-13 1,1-4-16,0-13 16,0-1-1,1-8-15,3 0 16,0 0-16,0 0 16,0 0-1,85-264-15,-5 113 16,-5 47-1,-21 52-15,-2 35 16,2 8 0</inkml:trace>
  <inkml:trace contextRef="#ctx0" brushRef="#br0" timeOffset="5750">10753 1414 0,'0'0'0,"0"0"0,0 0 15,73-17-15,5-1 16,2 10 0,-20 3-16,-14 14 15,-9 8 1,-7 9-16,-2 18 16,-9-1-1,-1 13-15,-8-4 16,-1-13-16,0-9 15,-3-13 1,1-12-16,1-10 16,3-8-1,11-17-15,12-26 16,14-26-16,-3 4 16,-6 17-1,-9 23-15,-8 16 16,-7 13-1,-2 14-15,0 25 16,2 22 0,3 8-16,-3-16 15,-2-19 1,0-7-16,0-10 16,4-12-1,11-13-15,13-26 16,13-18-16,-2 0 15,-9 18 1,-8 13-16,-7 17 16,-7 13-1,12 35-15,4 42 16,2 14-16,-5-17 16,-4-22-1,3-18-15,-3-16 16,-2-18-1,5-5-15,8-8 16</inkml:trace>
  <inkml:trace contextRef="#ctx0" brushRef="#br0" timeOffset="6220.17">12694 938 0,'0'0'0,"0"0"0,-89 87 16,9-14 0,15-12-16,15-5 15,14 0 1,8-4-16,12-4 16,10-1-1,6-3-15,13-5 16,19-9-16,29-13 15,8-21 1,13-31-16,18-38 16,-8-14-1,-18 5-15,-26 17 16,-20 0 0,-13 22-16,-9 21 15,-4 9 1,-2 9-16,0 4 15,0 0-15,0 0 16,-15 160 0,22-47-16,19-31 15,0-22 1,10-25-16,10-18 16,6-25-1,4-31-15,19-35 16,10-34-16</inkml:trace>
  <inkml:trace contextRef="#ctx0" brushRef="#br0" timeOffset="6601.9">13446 969 0,'-11'103'0,"-9"79"0,10-26 16,5-57-1,5-34-15,2-26 16,3-22 0,-1-17-16,-4 0 15,0 0-15,0 0 16,56-233 0,-25 116-16,-3 9 15,-2 30 1,-5 35-16,-1 21 15,1 14 1,7 21-16,13 47 16,0 91-16,-10-4 15,-12-43 1,-4-35-16,-2-21 16,2-18-1,3-21-15,-1-9 16,5-9-1</inkml:trace>
  <inkml:trace contextRef="#ctx0" brushRef="#br0" timeOffset="7249.34">14269 1012 0,'0'0'0,"0"0"16,-63 108-16,25-30 15,1 21 1,17-17-16,16-30 16,4-21-1,7-10-15,5-3 16,12-5-16,11-13 15,19-9 1,11-17-16,0-13 16,-9-9-1,-15 10-15,-15 16 16,-9 5 0,-4 8-16,-4 5 15,-3-1-15,1 5 16,-3 0-1,5 0-15,6 5 16,15-5 0,13 0-16,7-5 15,10-3 1,18-14-16,26-13 16,-11-12-16,-22-14 15,-19-8 1,-24 17-16,-17 13 15,-13 9 1,-13 8-16,-22 9 16,37 13-16,-123 39 15,47 57 1,22 20-16,39 5 16,56-13-1,67-21-15,39-27 16,32-42-1,66-23-15,42-20 16</inkml:trace>
  <inkml:trace contextRef="#ctx0" brushRef="#br0" timeOffset="14898.6">2101 4398 0,'0'0'0,"0"0"0</inkml:trace>
  <inkml:trace contextRef="#ctx0" brushRef="#br0" timeOffset="15466">2334 3446 0,'0'0'0,"0"0"16,5 104-1,-1-17-15,9 42 16,0 1-16,0 13 15,0 21 1,0-12-16,4 34 16,0-14-1,9 34-15,0-12 16,0 12-16,4 8 16,1-9-1,-1 38-15,-13-34 16,-4 3-1,-9-2-15,-4-18 16,0 20 0,-8-32-16,-5 14 15,-4-40-15,-1 4 16,1-33 0,4-32-1,9-35-15,4-14 16</inkml:trace>
  <inkml:trace contextRef="#ctx0" brushRef="#br0" timeOffset="16153.03">1150 7829 0,'0'0'0,"0"0"0,0 0 16,130 7-16,-27-14 15,66-8 1,34-15-16,39-7 16,-9 5-1,10 1-15,33 1 16,27-2 0,17 1-16,8-3 15,9-3-15,26-4 16,14 15-1,-6 6-15,5 8 16,0 3 0,-21 5-16,4-3 15,-18 7 1,-21 2-16,-26-6 16,-4 2-1,-18 0-15,-30-5 16,-35-4-16,-23 3 15,-35-1 1,-34 0-16,-24-1 16,-22-6-1,-11 1-15</inkml:trace>
  <inkml:trace contextRef="#ctx0" brushRef="#br1" timeOffset="19220.82">2356 7181 0,'121'-91'0,"47"-13"15,18-30-15,22-2 16,-9 19 0,25-34-16,-7 14 15,7-18-15,1-5 16,-9 26 0,-4-24-16,-13 32 15,-5-8 1,-16-2-16,-14 32 15,-4-10 1,-9-7-16,-12 30 16,-31 17-16,-9 1 15,-17 4 1,-21 21-16,-22 13 16,-14 9-1,-7 14-15,-10 3 16,-3 5-1</inkml:trace>
  <inkml:trace contextRef="#ctx0" brushRef="#br0" timeOffset="24369.87">3233 5987 0,'0'0'0,"0"0"0,0 0 16,0 0-16,0 0 16,0 0-1,9 65-15,0-41 16,4-3 0,-5-3-16,5-5 15,-4-7-15,0-4 16,-9-2-1,0 0-15,0 0 16,0 0-16,64-84 16,-59 56-1,-5 4-15,-5 0 16,-12 3 0,0 3-16,-9 10 15,0 3 1,26 5-16,-39 9 15,26 4-15,9 4 16</inkml:trace>
  <inkml:trace contextRef="#ctx0" brushRef="#br0" timeOffset="25381.94">4543 5217 0,'0'0'0,"0"0"16,0 0-1,0 0-15,0 0 16,-47 82 0,42-56-16,1 0 15,8-2-15,1-4 16,3-3-1,5-6-15,0-9 16,-13-2 0,0 0-16,69-54 15,-47 13 1,-5 4-16,-12 7 16,-10 6-16,1 2 15,-13 3 1,-9 6-16,0 13 15,26 0 1,-65 39-16</inkml:trace>
  <inkml:trace contextRef="#ctx0" brushRef="#br0" timeOffset="26464.65">5944 5304 0,'0'0'0,"0"0"16,0 0-16,0 0 15,0 0 1,0 0-16,0 65 15,4-37 1,5 4-16,4-2 16,4-1-1,0-10-15,5-8 16,-1-7-16,1-6 16,-5-9-1,1-8-15,-1-14 16,-8-8-1,-9-4-15,-5 4 16,-12 4 0,-9 7-16,-4 6 15,-1 11-15,10 9 16,4 10 0,-1 27-16,5 16 15,9 12 1</inkml:trace>
  <inkml:trace contextRef="#ctx0" brushRef="#br0" timeOffset="27215.16">6030 4251 0,'0'0'0,"0"0"15,13 78-15,0-48 16,0-4 0,4-9-16,-4-8 15,-4-9 1,-9 0-16,0 0 15,43-91 1,-43 35-16,-4 8 16,-9 5-16,0 8 15,-4 14 1,-5 8-16,0 8 16,22 5-1,-69 65-15,30 30 16</inkml:trace>
  <inkml:trace contextRef="#ctx0" brushRef="#br0" timeOffset="34064.25">3558 7829 0,'0'0'0,"0"0"0,0 0 0,0 0 16,0 0-1,0 0-15,0 0 16,0 0-16,0 0 16,0 0-1,0 0-15,0 0 16,0 0 0,0 0-16,0 0 15,0 0 1,-22-67-16,26 48 15,1-3-15,-1-4 16,0 0 0,1 2-16,-1 1 15,-4 3 1,4 1-16,-4-1 16,5-4-1,-5 1-15,4-3 16,0-2-16,0 2 15,1 0 1,-1 0-16,0 2 16,1 0-1,-5 3-15,4-3 16,-4-2 0,4-4-16,1-3 15,-5 3-15,4 4 16,-4 4-1,0 3-15,0 2 16,-4 1 0,4 1-16,0 0 15,0-4 1,0-3-16,-5-2 16,5 3-16,-4-3 15,4 2 1,-4-2-16,-1 1 15,1-3 1,4 0-16,0 0 16,4 0-1,-4 0-15,5 2 16,-5 3-16,4 3 16,-4 3-1,0 2-15,0 0 16,0 0-1,-4-2-15,4-4 16,4-12 0,0-12-16,5-4 15,4 3-15,0 12 16,-4 8 0,4 5-16</inkml:trace>
  <inkml:trace contextRef="#ctx0" brushRef="#br0" timeOffset="37181.55">3419 5911 0,'0'0'0,"0"0"0,0 0 0,0 0 15,0 0 1,-17 74-16,21-33 15,9 0 1,5-4-16,3-9 16,9-9-16,1-10 15,-5-11 1,8-11-16,1-17 16,4-14-1,-9-1-15,-8 4 16,-10 4-1,-3 0-15,-9-2 16,-4-6-16,-5-5 16,-4 5-1,-8 8-15,-10 11 16,1 11 0,-5 9-16,1 8 15,-5 11 1,0 13-16,5 10 15,3 3-15,14-4 16,8-3 0,9 1-16,13 8 15,22 11 1,17 2-16</inkml:trace>
  <inkml:trace contextRef="#ctx0" brushRef="#br0" timeOffset="41515.26">3696 6430 0,'0'0'0,"0"0"0,0 0 16,0 0-16,0 0 16,0 0-1,0 0-15,0 0 16,0 0-1,0 0-15,0 0 16,0 0 0,78-39-16,-61 33 15,-4 2-15,-4 1 16,-9 3 0,0 0-16,0 0 15,0 0 1,0 0-16,0 0 15,0 0 1,0 0-16,-134 15 16</inkml:trace>
  <inkml:trace contextRef="#ctx0" brushRef="#br0" timeOffset="42265.64">3454 6413 0,'0'0'0,"78"-24"16,-22 7-16,4-5 16,14 1-1,-1-3-15,-12 4 16,-14 1-1,-16 4-15,-10 2 16,-3 2 0</inkml:trace>
  <inkml:trace contextRef="#ctx0" brushRef="#br0" timeOffset="42830.68">3553 6391 0,'0'0'0,"0"0"15,108 15-15,-39 1 16,5-3-16,-9-7 16,-18-6-1,-3-4-15</inkml:trace>
  <inkml:trace contextRef="#ctx0" brushRef="#br0" timeOffset="43214.74">3519 6415 0,'0'0'0,"0"0"0,77 11 15,-20-2-15,12-1 16,4-1 0,-12-3-16,-14-6 15,-8-5 1</inkml:trace>
  <inkml:trace contextRef="#ctx0" brushRef="#br0" timeOffset="43999.53">3246 5792 0,'0'0'0,"0"0"16,0 0-16,82 9 16,-21-9-1,8 0-15,-4-2 16,-9 0-1,-4 2-15,13-2 16,4-1-16</inkml:trace>
  <inkml:trace contextRef="#ctx0" brushRef="#br0" timeOffset="44680.36">3264 5885 0,'0'0'0,"0"0"0,0 0 15,108 7 1,-35-9-16,1-3 16,-10-1-1,10-5-15,8-4 16,-4-2 0</inkml:trace>
  <inkml:trace contextRef="#ctx0" brushRef="#br0" timeOffset="45080.9">3216 5970 0,'0'0'0,"0"0"16,0 0-1,78-24-15,-13 15 16,17 1 0,-4-1-16,-5 2 15,1 3-15,8 2 16,-4 2 0,-22 0-16,-9 0 15</inkml:trace>
  <inkml:trace contextRef="#ctx0" brushRef="#br0" timeOffset="45380.18">3328 5816 0,'0'0'0,"78"-6"16,0 1-16,-4 3 15,16 4 1,1 7-16,0 6 16</inkml:trace>
  <inkml:trace contextRef="#ctx0" brushRef="#br0" timeOffset="45698.88">3385 5881 0,'73'-2'0,"22"0"16,69-3-16,35 3 15</inkml:trace>
  <inkml:trace contextRef="#ctx0" brushRef="#br0" timeOffset="47897.82">2014 5942 0,'0'0'0,"0"0"15,0 0 1,117-7-16,-39-2 16,34-4-1,-8-4-15,4-2 16,13-3-16,-8-2 15,-27 3 1,0-3-16,-25 2 16,-14 3-1</inkml:trace>
  <inkml:trace contextRef="#ctx0" brushRef="#br0" timeOffset="49130.04">955 5494 0,'0'0'0,"22"69"0,4-6 16,4 10-1,0 3-15,-4-5 16,0 3-1,-8-16-15,-1-12 16,-4-14 0,0-10-16,0-11 15,0-9 1,4-9-16,9-12 16,4-16-16,0-10 15,1-3 1,-5-6-16,-9 0 15,-4 4 1,-4 9-16,-5 11 16,0 13-16,-4 6 15,0 7 1,0 4-16,0 4 16,0 9-1,5 13-15,-1 15 16,4 17-1,5 27-15,5 3 16,-5-16 0,-5-18-16,-3-11 15,-5-6-15,-13 2 16,-9 2 0,-25 0-16,-14-2 15,5-13 1,0-13-16,8-11 15,-4-13 1,0-19-16,0-14 16</inkml:trace>
  <inkml:trace contextRef="#ctx0" brushRef="#br0" timeOffset="52329.92">1241 6729 0,'0'0'0,"0"0"16,0 0-16,0 0 15,0 0 1,0 0-16,0 0 15,0 0 1,0 0-16,0 0 16,0 0-16,0 0 15,0 0 1,0 0-16,0 0 16,0 0-1,0 0-15,0 0 16,34 82-16,-17-63 15,1-1 1,8-8-16,0-3 16,-9-7-1,5-4-15,-5-7 16,4-7 0,-3-10-16,-5 0 15,-5 4-15,-3 5 16,-5 4-1,0 4-15,-5 2 16,5 3 0,-4 2-16,4 4 15,0 0 1,0 0-16,0 0 16,0 0-16,22 166 15,-9-92 1,-5-1-16,-8-6 15,-4-9 1,-9-1-16,-13-8 16,-22-10-1,-8-15-15,4-15 16,18-16-16,-9-23 16,4-28-1,4-22-15</inkml:trace>
  <inkml:trace contextRef="#ctx0" brushRef="#br0" timeOffset="52929.99">1241 6595 0,'0'0'0,"0"0"0,0 0 16,69-20 0,-17-4-16,12-21 15,-7-7 1,-10 4-16,-4 12 16,-12 12-16,-10 7 15,-3 8 1,-10 9-16,1 15 15,8 24 1,0 19-16,9 14 16,0-5-1,-4-7-15,4-14 16,-4-10-16</inkml:trace>
  <inkml:trace contextRef="#ctx0" brushRef="#br0" timeOffset="54496.67">9186 3468 0,'0'0'0,"-126"138"16,27-47-1,23-9-15,29-17 16,19-17 0,12-14-16,12-8 15,13-4-15,19-5 16,24 1-1,8-10-15,-4-12 16,9-5 0,-4 1-16,-20-5 15,-17 4 1,-16 5-16,-8 4 16,0 0-16,0 0 15,0 0 1,-201 65-16,115-14 15,19 6 1,21 8-16,21-1 16,16-16-1,15-9-15,14-5 16,25 5-16,31-13 16,12-13-1,18-13-15,2-8 16,-23-10-1,-25-12-15,-12 0 16</inkml:trace>
  <inkml:trace contextRef="#ctx0" brushRef="#br0" timeOffset="54864.78">9875 3996 0,'0'0'16,"0"0"-16,121-9 15,-34-4-15,8-4 16,-11-1 0,-23-3-16,-23 8 15,-22 0-15,-12 0 16</inkml:trace>
  <inkml:trace contextRef="#ctx0" brushRef="#br0" timeOffset="55048.85">9944 4186 0,'0'0'0,"106"9"15,7-14 1,21-16-16,-26-5 16,-13-5-1,-4-8-15,-18 5 16,-8 4-16</inkml:trace>
  <inkml:trace contextRef="#ctx0" brushRef="#br0" timeOffset="55813.16">11554 3615 0,'0'0'0,"-2"69"16,2-12-16,5 12 16,3-9-1,1-8-15,2-13 16,2-4 0,4-14-16,13 1 15,18-9 1,6-9-16,-2-8 15,0-18-15,-1-12 16,-5-18 0,-12 4-16,-8-4 15,-8 13 1,-8 5-16,-3 4 16,-5 8-1,-2 13-15,0 1 16,0 8-16,0 0 15,0 0 1,0 0-16,7 147 16,12-48-1,13 9-15,5 5 16,-7-14 0,-8-17-16,-9-4 15,-9-9-15,-6-17 16,-13 0-1,-19-4-15,-16-14 16,-11-16 0,-34-10-16,-19-16 15,19-14 1,-1-26-16,19-4 16,10-8-16</inkml:trace>
  <inkml:trace contextRef="#ctx0" brushRef="#br0" timeOffset="61363.48">13074 3961 0,'0'0'0,"0"0"0,0 0 15,0 0-15,0 0 16,0 0-16,0 0 15,0 0 1</inkml:trace>
  <inkml:trace contextRef="#ctx0" brushRef="#br0" timeOffset="62496.36">12512 3918 0,'0'0'0,"0"0"0,0 0 16,108-30 0,-41 17-16,24-5 15,-3 1 1,-23 4-16,-11 9 15,-4-1 1,0 5-16</inkml:trace>
  <inkml:trace contextRef="#ctx0" brushRef="#br0" timeOffset="63213.08">13798 3481 0,'0'0'0,"0"0"16,0 0-16,4 95 16,1-56-16,1-4 15,5 4 1,0-9-16,4 0 15,13 0-15,11-8 16,4-9 0,-2-13-16,-2-9 15,2-8 1,2-13-16,1-9 16,-10-4-1,-8 4-15,-11 4 16,-8 14-16,-3 8 15,-2 4 1,0 5-16,3 12 16,3 14-1,5 17-15,9 39 16,6 25-16,0 10 16,-6-9-1,-5-9-15,-2-13 16,-11-22-1,-6-12-15,-13-9 16,-19-9 0,-23-13-16,-3-12 15,-35-22-15,-31-14 16,23-12 0,21-13-16,6-5 15,2-4 1</inkml:trace>
  <inkml:trace contextRef="#ctx0" brushRef="#br0" timeOffset="63764.13">13913 3096 0,'0'0'0,"0"0"16,0 0-16,0 0 16,84-95-16,-56 56 15,0-4 1,-6 4-1,-7 13-15,-4 9 16,-5 12-16,-2 5 16,3 18-1,1 16-15,8 14 16,3 12 0,9 10-16,5-6 15,1-7-15,3-14 16,0-13-1,-3-13-15,1-8 16,-3-9 0</inkml:trace>
  <inkml:trace contextRef="#ctx0" brushRef="#br0" timeOffset="64646.96">14820 2884 0,'0'0'0,"110"108"0,1 26 16,-23 9-1,-29 26-15,-14-22 16,-6-9-1,-13 5-15,-13-18 16,-15-8 0,-13-4-16,-9-10 15</inkml:trace>
  <inkml:trace contextRef="#ctx0" brushRef="#br0" timeOffset="65262.96">11626 2928 0,'-113'112'0,"14"44"16,17 25-16,26 10 16,25 16-1,25 1-15,15 38 16,19-4-1,34-56-15,31-58 16,2-33 0,3-17-16</inkml:trace>
  <inkml:trace contextRef="#ctx0" brushRef="#br0" timeOffset="76712.94">1759 7198 0,'0'0'0,"0"0"0,35 93 0,-22-54 16,0 4-1,-9-11-15,0-8 16</inkml:trace>
  <inkml:trace contextRef="#ctx0" brushRef="#br0" timeOffset="76929.92">1742 7070 0,'0'0'0,"0"0"16,0 0-16</inkml:trace>
  <inkml:trace contextRef="#ctx0" brushRef="#br0" timeOffset="77796.62">1915 7258 0,'0'0'15,"0"0"-15,0 0 16,0 0-16,0 0 15,0 0 1,0 0-16,78 7 16,-52-11-16,4-5 15,-4-6 1</inkml:trace>
  <inkml:trace contextRef="#ctx0" brushRef="#br0" timeOffset="77995.57">2053 7375 0,'0'0'0,"0"0"15,0 0-15,0 0 16,100-26-1,-48-8-15,-5-12 16</inkml:trace>
  <inkml:trace contextRef="#ctx0" brushRef="#br0" timeOffset="78220.07">2533 6960 0,'0'0'0,"0"0"16,-13 91-16,17-22 15,1 15-15,3 7 16</inkml:trace>
  <inkml:trace contextRef="#ctx0" brushRef="#br0" timeOffset="79562.81">2395 8871 0,'0'0'0,"-9"85"0,18 1 15,8 22 1,-4-17-16,-9-17 16</inkml:trace>
  <inkml:trace contextRef="#ctx0" brushRef="#br0" timeOffset="80397.47">2339 9987 0,'0'0'0,"0"0"0,0 0 16,0 0-16,0 0 15,77 0 1,-42 26-16,4 19 16,-9 9-16,-8-4 15,-14 0 1,-3-11-16,-10-9 15,1-6 1,-9-9-16,-9-9 16,22-6-1,0 0-15,0 0 16,-77-41 0,68 31-16,9 10 15,0 0-15,0 0 16,0 0-1,0 0-15,147-24 16,-91 35 0,9 8-16</inkml:trace>
  <inkml:trace contextRef="#ctx0" brushRef="#br0" timeOffset="81045.63">2533 10895 0,'0'0'0,"0"0"0,0 0 16,0 0 0,0 0-16,65-39 15,-52 37 1,0 4-16,-9 2 16,1 7-1,-1 7-15,-4 3 16,0-21-16,-4 67 15,-1-30 1,1-9-16,4-8 16,0-5-1,4-4-15,5-5 16,-1 0 0,5-3-16,-4-1 15,4 0-15,-4 2 16,-5 5-1,-4 6-15,-4 9 16,-5 8 0,-8 5-16,-1-5 15,1-6 1,0-4-16</inkml:trace>
  <inkml:trace contextRef="#ctx0" brushRef="#br0" timeOffset="81695.99">2650 11663 0,'0'0'0,"0"0"15,0 0 1,0 0-16,-35 88 15,22-49-15,0 7 16,-4 1 0,-5-1-16,14-14 15,-1-13 1,9-10-16,4-7 16,1-2-1,-5 0-15,0 0 16,0 0-1,0 0-15,138-58 16,-108 47-16,-8 5 16,-9-3-1,-4 0-15,-5 3 16,-4-1 0,0 7-16,0 0 15,0 0-15,0 0 16,0 0-1,0 0-15,0 0 16,0 0 0,0 0-16,4-13 15,18 57 1,8 5-16,-8-3 16,-1-7-16</inkml:trace>
  <inkml:trace contextRef="#ctx0" brushRef="#br0" timeOffset="100095.96">2922 9051 0,'0'0'0,"0"0"0,0 0 15,100-20-15,-27 5 16,1 4 0,-10 1-16,1 3 15,-4 1 1,-1-3-16</inkml:trace>
  <inkml:trace contextRef="#ctx0" brushRef="#br0" timeOffset="100613.39">3233 9935 0,'0'0'0,"0"0"16,70-2-16,-1-2 15,13-1-15,-13 5 16,0 5-1</inkml:trace>
  <inkml:trace contextRef="#ctx0" brushRef="#br0" timeOffset="101133.83">3372 11031 0,'0'0'0,"0"0"16,0 0-1,0 0-15,77 18 16,-25-8-1,0-1-15,-4 0 16,-5 2-16,-4-1 16</inkml:trace>
  <inkml:trace contextRef="#ctx0" brushRef="#br0" timeOffset="101545.04">3549 11963 0,'0'0'0,"0"0"0,0 0 16,108 5 0,-26-18-16,5-7 15,-10-4-15,-12-2 16</inkml:trace>
  <inkml:trace contextRef="#ctx0" brushRef="#br0" timeOffset="111310.15">10666 6277 0,'76'-18'0,"15"-3"0,51-12 0,-19 5 16,-19-2 0,-11 2-16</inkml:trace>
  <inkml:trace contextRef="#ctx0" brushRef="#br0" timeOffset="111594.45">10776 6608 0,'113'-35'0,"6"-6"16,10-7-16</inkml:trace>
  <inkml:trace contextRef="#ctx0" brushRef="#br0" timeOffset="112494.41">11946 5857 0,'0'0'0,"0"0"0,0 0 15,-9 134 1,16-15-16,1 28 16,3-19-1,-2-44-15,-3-25 16,-2-18-16,-1-11 16,-1-8-1,0-10-15,0-7 16,-2-5-1,0 0-15,0 0 16,0 0 0,20-214-16,-12 71 15,5 0-15,2 40 16,3 29 0,-3 26-16,0 18 15,2 15 1,0 15-16,7 13 15,15 43 1,4 46-16,-4 0 16,-11-7-16,-8-28 15,-3-28 1,0-18-16,3-14 16,4-16-1,8-15-15,5-17 16,-1-17-1,-3-20-15,-3-4 16,-6 13-16,-2 10 16,-5 14-1,-6 19-15,-1 15 16,1 13 0,4 16-16,7 36 15,10 39 1,-1 0-16,1 0 15,-4-16-15,-2-5 16</inkml:trace>
  <inkml:trace contextRef="#ctx0" brushRef="#br0" timeOffset="113030.37">13376 5939 0,'0'0'0,"-30"189"0,15-4 16,-9-14-1,9-60-15,7-53 16,1-30 0,3-19-16,4-9 15,0 0 1,0 0-16,11-255 16,-5 71-16,3 4 15,1 29 1,1 58-16,-4 48 15,-1 23 1,3 13-16,-9 9 16,0 0-1,78 102-15,0 23 16,8 12-16,-17-19 16,-21-29-1,-16-35-15,-8-24 16,-9-14-1,-6-10-15,-5-6 16,-2-4 0,-2 4-16,0 0 15,0 0-15</inkml:trace>
  <inkml:trace contextRef="#ctx0" brushRef="#br0" timeOffset="113228.42">13346 6203 0,'0'0'16,"0"0"-16,0 0 16,0 0-16,0 0 15,67 18 1,15-18-16,5-3 16,6 1-1,17 2-15,-2 2 16,0 1-16</inkml:trace>
  <inkml:trace contextRef="#ctx0" brushRef="#br0" timeOffset="113780.52">14751 5492 0,'0'0'0,"0"0"0,-106 45 15,54-8 1,5 4-16,6-2 16,6-4-16,7-7 15,9-9 1,3-4-16,6-2 15,1 0 1,3-2-16,-1 2 16,3 2-1,2 0-15,2 3 16,4 5-16,5 8 16,6 10-1,6 13-15,10 11 16,-6-11-1,-3-13-15,-2-13 16,-3-9-16,0-3 16,0-6-1,5-3-15,4-5 16,4-4 0,5-3-16,2 1 15,4-4 1,4-3-16,3-2 15,-5-2 1,-4-1-16,-11-1 16,-17 2-16,-11 2 15</inkml:trace>
  <inkml:trace contextRef="#ctx0" brushRef="#br0" timeOffset="114031.89">14293 6065 0,'0'0'0,"0"0"0,0 0 15,0 0-15,0 0 16,71-11-1,24-6-15,29-9 16,-23-2 0,-14 4-16,18-11 15,19-8 1</inkml:trace>
  <inkml:trace contextRef="#ctx0" brushRef="#br0" timeOffset="117827.46">12203 7129 0,'0'0'0,"0"0"0,0 0 0,0 0 15,0 0-15,0 0 16,0 0-1,0 0-15,0 0 16,0 0 0,0 0-16,0 0 15,0 0 1,0 0-16,0 0 16,0 0-16,0 0 15,0 0 1,0 0-16,0 0 15,0 0 1,0 0-16,-13 64 16,19-16-1,5 26-15,4 21 16,3 6-16,-1 10 16,2 16-1,-3-10-15,-6-24 16,-5-26-1,-1-28-15,-2-18 16,-2-12 0,0-9-16,0 0 15,0 0-15,0 0 16,0 0 0,0 0-16,-26-197 15,15 109 1,-2-42-16,-2-41 15,-4-36 1,-1 1-16,5 63 16,11 83-1,6 34-15,0 15 16,3 7-16,-3 4 16,-2 0-1,0 0-15,0 0 16,0 0-1,0 0-15,0 0 16,60 147-16,-55-125 16,-3-5-1,0-4-15,0-2 16,0-1 0,0-1-16,-2-2 15,3-1 1,-3-2-16,0 1 15,0-1-15,0-2 16,0 0 0,0 0-16,0 1 15,0-1 1,0 0-16,0-2 16,0 0-16,0 0 15,0 0 1,0 0-16,0 0 15,0 0 1,116-112-16,-44 79 16,-3 16-1,-17 15-15,-1 8 16,8 20-16,6 32 16,-20 18-1,-28-5-15,-21-1 16,-11-3-1,-11-5-15,-4-5 16,-11-8 0,-16-8-16,-14-4 15,6-15-15,16-14 16,14-5 0,11-3-16,7-5 15,6 1 1,5-3-16,6 3 15,0 4 1,0 0-16,0 0 16,136-2-16,-65 13 15,26 8 1,14 5-16,-23 2 16,-14-2-1,-9 0-15</inkml:trace>
  <inkml:trace contextRef="#ctx0" brushRef="#br0" timeOffset="118511.45">13383 7029 0,'0'0'0,"0"0"16,4 106-16,14 45 15,-1-38 1,-4-40-16,-7-23 16,1-9-16,-3-8 15,-2-12 1,0-6-16,1-8 15,-3-7 1,0 0-16,0 0 16,0 0-1,-11-234-15,9 111 16,-3 26-16,5 28 16,5 19-1,3 17-15,3 12 16,2 8-1,7 13-15,-20 0 16,92 99 0,-33 1-16,-16 12 15,-6 7 1,-9-30-16,-2-26 16,-5-27-16,-1-16 15,-3-18 1,5-19-16,8-31 15,13-45 1,-2-28-16,-10 0 16,-5 30-16,-5 28 15,-4 24 1,-4 18-16,-2 14 16,4 25-1,18 70-15,32 83 16,-9-22-1,-13-64-15,-15-31 16,-4-22-16,0-10 16</inkml:trace>
  <inkml:trace contextRef="#ctx0" brushRef="#br0" timeOffset="118994.44">15082 6793 0,'-84'31'0,"-1"8"0,-1 0 16,19-11 0,19-9-16,16-4 15,10-2-15,11 0 16,18 13 0,30 30-16,21 27 15,20 5-15,10-10 16,-25-17-1,-18-12-15,-10-1 16,-18-9 0,-12-7-16,-18-4 15,-22 3 1,-21-5-16,-11-7 16,-2-15-16,-3-14 15,16-16 1,15-9-16,11-2 15,6-2 1</inkml:trace>
  <inkml:trace contextRef="#ctx0" brushRef="#br0" timeOffset="119561.49">15534 6958 0,'0'0'0,"-11"67"0,2 37 16,-4 6-1,9-17-15,4-11 16,-2-13-16,2-19 16,0-13-1,2-9-15,0-7 16,0-5-16,2-3 15,1-5 1,1-1-16,3-5 16,2-2-1,-11 0-15,0 0 16,90-22 0,-38 14-16,0 1 15,0 1 1,2 1-16,4 3 15,14-2-15,-14-1 16,-8-1 0,-7-1-16,-4-3 15,-9-10 1,-10 3-16,-7 4 16</inkml:trace>
  <inkml:trace contextRef="#ctx0" brushRef="#br0" timeOffset="119845.12">15157 7248 0,'0'0'0,"0"0"0,0 0 16,132 15 0,-39-17-16,13-11 15,15-9-15,-19-4 16,-22-11 0,-24 3-16,-17 1 15,-15 5 1,-7 2-16</inkml:trace>
  <inkml:trace contextRef="#ctx0" brushRef="#br0" timeOffset="120094.46">14889 6882 0,'83'-2'0,"22"-5"15,73-10-15,-27-2 16,-15-12 0,-2 8-16,-32-5 15,-27-3 1,-16 1-16</inkml:trace>
  <inkml:trace contextRef="#ctx0" brushRef="#br0" timeOffset="122494.84">12683 8452 0,'0'0'0,"0"0"0,0 0 16,0 0 0,0 0-16,0 0 15,4 95-15,3 28 16,1 59 0,5 15-16,2-22 15,3-43 1,-5-42-16,-3-31 15,-3-27 1,-3-14-16,-2-12 16,0-6-16,-2 0 15,0 0 1,0 0-16,9-182 16,-5 83-1,-1-26-15,-1-10 16,0 10-1,-2-20-15,6 22 16,3 43-16,-2 37 16,-3 21-1,0 16-15,-4 6 16,0 0 0,41 177-16,-4-24 15,0-19 1,-9-45-16,-7-24 15,-1-17-15,-3-22 16,0-16 0,5-12-16,21-26 15,29-52 1,3-41-16,-19-2 16,-21 12-1,-13 18-15,-12 35 16,-1 21-16,-5 18 15,-1 15 1,-1 21-16,4 52 16,7 85-1,2 12-15,13-28 16,1-47 0,3-35-16,-2-25 15,-4-20-15,0-11 16,9-11-1,12-17-15,14-20 16</inkml:trace>
  <inkml:trace contextRef="#ctx0" brushRef="#br0" timeOffset="122929.21">14492 8333 0,'0'0'16,"-93"50"-16,-2 23 0,-3 31 16,8-7-1,18-21-15,29-20 16,24-13-1,17-15-15,14-2 16,17 5 0,12 1-16,28 5 15,17 2-15,-17 0 16,-21 0 0,-24 0-16,-16 4 15,-16 7 1,-33 25-16,-28 7 15,-11-12-15,0-19 16,10-27 0,19-19-16,14-12 15,11-8 1,11-17-16,6-18 16</inkml:trace>
  <inkml:trace contextRef="#ctx0" brushRef="#br0" timeOffset="123344.77">15004 8718 0,'0'0'0,"0"0"15,-2 112-15,2 18 16,4-24 0,-4-35-16,-2-10 15,-2-9 1,6-11-16,11-7 16,8-8-16,8-11 15,1-8 1,2-7-16,20-13 15,11-11 1,-5 0-16,-4-2 16,-11 7-1,-8 4-15,-11 4 16,-9 2 0,-4 1-16,-7-1 15,-4 0-15,0 9 16</inkml:trace>
  <inkml:trace contextRef="#ctx0" brushRef="#br0" timeOffset="123577.85">14760 9176 0,'0'0'0,"0"0"0,170-76 16,-46 16 0,-8-3-16,5 3 15,-23 12 1,-36 9-16,-23 2 16,-8 1-1</inkml:trace>
  <inkml:trace contextRef="#ctx0" brushRef="#br0" timeOffset="123762.85">14969 8534 0,'132'-28'0,"9"6"0,-1-4 16,-17 0-16</inkml:trace>
  <inkml:trace contextRef="#ctx0" brushRef="#br0" timeOffset="128711.59">11777 10359 0,'0'0'0,"0"0"0,0 0 0,0 0 16,0 0 0,0 0-16,0 0 15,0 0 1,0 0-16,0 0 16,69-11-16,-51 7 15,3-1 1,5-1-16,2-1 15,7 1 1,12-5-16,10 0 16,10 1-1,4 1-15,7 5 16,17 10-16,15 18 16,7 23-1,21 20-15,-10 3 16,-33 14-1,-15 31-15,-22-5 16,-28-6 0,-17-9-16,-24-17 15,-15-9 1,-2-15-16,-13-11 16,-17-15-16,-5-15 15,16-11 1,10-8-16,5-14 15,8-29 1,13-38-16,30-53 16,51-79-16,18-4 15,-14 51 1,-7 70-16,6 31 16,-6 19-1,-8 11-15,-5 4 16</inkml:trace>
  <inkml:trace contextRef="#ctx0" brushRef="#br0" timeOffset="129414.34">13640 10177 0,'0'0'0,"0"0"15,82-21 1,-15 10-16,2 11 16,-4 11-1,-8 15-15,-19 25 16,-14 27-16,-24-4 15,-24-3 1,-27-6-16,-8-15 16,16-22-16,15-13 15,11-13 1,6-6-16,4-5 16,5-6-1,2 15-15,0 0 16,0 0-1,115-91-15,-59 85 16,0 6-16,15 2 16,9-2-1,-8-4 1,-10-3-16</inkml:trace>
  <inkml:trace contextRef="#ctx0" brushRef="#br0" timeOffset="130031.31">15482 10195 0,'-98'0'0,"-29"8"15,-24 14-15,49 10 16,37 7 0,22 9-16,15-3 15,19-4-15,13-4 16,40 15 0,53 15-1,9-2-15,2-5 16,-17-10-1,-26-7-15,-31-8 16,-23-7-16,-26 7 16,-35 12-1,-26 1-15,-51-14 16,-3-19-16,9-15 16,7-4-1,34 2-15,32 0 16,22 0-1,18-1-15,8 3 16,0 0 0,151-56-16,28-6 15,35-10-15</inkml:trace>
  <inkml:trace contextRef="#ctx0" brushRef="#br0" timeOffset="130893.7">16031 10519 0,'0'0'0,"0"0"16,-158 97-1,50 18-15,36-11 16,34-5-1,18-13-15,11-23 16,9-22-16,16-13 16,12-6-1,17-16-15,18-21 16,36-37-16,35-25 16,-17-6-1,-44 6-15,-29 10 16,-18 13-1,-14 15-15,-7 13 16,-5 8 0,-5 8-16,-1 7 15,6 3-15,0 0 16,0 0 0,0 0-16,-39 180 15,46-128 1,6-5-16,4-12 15,7-16 1,6-14-16,9-16 16,8-17-16,-6-26 15,-21-11 1,-20 11-16,-17 0 16,-14 4-1,1 11-15,6 11 16,7 6-1,6 7-15,7 4 16,6 1-16,9-3 16,17 0-1,15 4-15,7 11 16,2 9 0,2 6-16,-5 9 15,-12 5 1,-17-1-16,-18 0 15,-9 7-15,-3-5 16,-1-8 0,4-11-16,3-11 15,4-2 1,0 0-16,0 0 16,99-197-1,-19 74-15,-8 13 16,-16 4-16,-2-13 15,-2 41 1,-3 20-16</inkml:trace>
  <inkml:trace contextRef="#ctx0" brushRef="#br0" timeOffset="131310.35">17237 10815 0,'0'0'0,"0"0"16,64-22-16,3-47 15,26-30 1,3-35-16,-27 4 15,-33 35 1,-23 17-16,-13 26 16,-15 9-1,-15 6-15,-18 16 16,1 18-16,-7 25 16,-2 17-1,2 26-15,15 49 16,26 12-1,21 1-15,29-16 16,41-36-16,24-27 16,3-39-1,23-29-15,4-34 16,-7-4 0,-10-3-16</inkml:trace>
  <inkml:trace contextRef="#ctx0" brushRef="#br0" timeOffset="132559.78">10556 7245 0,'0'0'0,"0"0"15,115-6-15,-1-3 16,37 1 0,-21-1-16,-26 0 15,-13-2-15,-22-10 16,-11-7 0</inkml:trace>
  <inkml:trace contextRef="#ctx0" brushRef="#br0" timeOffset="132878.95">11008 6884 0,'0'0'0,"103"44"0,-16-8 15,8 8-15,-6 7 16,-27 3 0,-19 3-16,-19-8 15,-15 10 1,-18 32-16,-32 25 15,-28 21-15,-2-21 16,4-14 0</inkml:trace>
  <inkml:trace contextRef="#ctx0" brushRef="#br0" timeOffset="133393.38">10852 9040 0,'82'-13'0,"28"-4"16,11 2-16,9 10 15,-17 10 1,-36-3-16,-16 0 16</inkml:trace>
  <inkml:trace contextRef="#ctx0" brushRef="#br0" timeOffset="133711.35">11299 8419 0,'0'0'0,"0"0"0,89 37 16,13 17-16,14 13 15,-12-13 1,-35-15-16,-23-9 16,-23 3-16,-12 27 15,-24 49 1,-39 61-16,-21 29 16,4-21-1,-5-21-15,-1-10 16</inkml:trace>
  <inkml:trace contextRef="#ctx0" brushRef="#br0" timeOffset="134193.54">10830 11174 0,'0'0'0,"83"0"0,22-4 16,23-9 0,4-11-16,-15-11 15,-35 1 1,-24 1-16,-13 10 16,-6 1-16</inkml:trace>
  <inkml:trace contextRef="#ctx0" brushRef="#br0" timeOffset="134526.24">11243 10763 0,'0'0'0,"136"9"0,-40-9 15,-4 0 1,-14 2-16,-24 2 16,-19 5-16,-16 6 15,-14 9-15,-23 32 16,-21 52-1,-8 15-15,-9 12 16,-7-8 0,-15-19-16,-8-8 15</inkml:trace>
  <inkml:trace contextRef="#ctx0" brushRef="#br0" timeOffset="135067.35">10997 8757 0,'6'177'0,"25"93"0,10-15 16,0-30 0</inkml:trace>
  <inkml:trace contextRef="#ctx0" brushRef="#br0" timeOffset="135526.99">10627 7157 0,'0'0'0,"5"140"16,16 85-16,33 95 16,9-21-1,2-27-15</inkml:trace>
  <inkml:trace contextRef="#ctx0" brushRef="#br0" timeOffset="135964.35">10513 6242 0,'0'0'0,"8"141"0,16 17 16,17 30-1,13 4-15,7-10 16</inkml:trace>
  <inkml:trace contextRef="#ctx0" brushRef="#br0" timeOffset="136411.48">10977 10636 0,'0'157'0,"20"150"15,14 72-15,-1-163 16,-14-67 0,-4-45-16,3-39 15,1-15 1</inkml:trace>
  <inkml:trace contextRef="#ctx0" brushRef="#br0" timeOffset="139110.35">17042 5126 0,'0'0'0,"0"0"0,0 0 15,0 0-15,0 0 16,0 0 0,106 16-16,11-1 15,41-2 1,34 0-16,5-5 16,6-6-1,15-6-15,2-9 16,-6-6-16,-26-7 15,-41 2 1,-36 2-16,-29 7 16,-22 9-1,-19 6-15,-6 6 16,-3 12-16,3 20 16,10 64-1,-6 49-15,-6 94 16,-18 49-1,-7 37-15,-1 10 16,6-12 0,6-33-16,3-17 15,10-7-15,1-25 16,-5-7 0,-9 6-16,-4 1 15,-12-18 1,-8 0-16,-1-15 15,-3-6 1,7-14-16,2-12 16,2-35-16,-6-24 15,-11-12 1,-7-23-16,1-12 16,-8 0-1,1-7-15,0-9 16,0-3-1,-2-6-15,0-7 16,4-8-16,2-10 16,0-10-1,0-8-15,-4-8 16,-6-4 0,-7-7-16,-7-2 15,-17-4 1,-19-3-16,-15-1 15</inkml:trace>
  <inkml:trace contextRef="#ctx0" brushRef="#br0" timeOffset="140060.35">19943 6184 0,'0'147'0,"4"110"16,5-17-1,-1-28-15,-3-87 16,-1-58 0,0-30-16,1-24 15,-5-13-15,0 0 16,77-177 0,-36-22-16,-12 15 15,-19-6 1,-10 39-16,-2-12 15,0 23-15,0 36 16,2 37 0,2 28-16,0 20 15,0 12 1,-2 7-16,0 0 16,57 206-1,-6 18-15,1-38 16,15-43-16,-2-65 15,-9-41 1,-10-35-16,8-24 16,21-38-1,23-57-15,-5-26 16,-24-15 0,-20 5-16,-12 27 15,-9 12 1,-8 51-16,-12 37 15,-3 35-15,-3 34 16,-6 111 0,-12 99-16,8-20 15,21-64 1,2-85-16,0-28 16</inkml:trace>
  <inkml:trace contextRef="#ctx0" brushRef="#br0" timeOffset="140543.31">21503 6556 0,'0'0'0,"65"10"16,2-5-16,39-12 16,17-25-1,-11-37-15,-23-18 16,-37 7 0,-37 9-16,-24-1 15,-23 1 1,-37 13-16,-18 34 15,1 52 1,-18 52-16,-4 41 16,20 50-16,29-33 15,31 7 1,24-24-16,43 7 16,32-18-1,39-41-15,20-45 16,32-58-16,43-53 15,-30-43 1,-47-10-16,-20-5 16,-19-48-1,-35-51-15,-13-17 16</inkml:trace>
  <inkml:trace contextRef="#ctx0" brushRef="#br0" timeOffset="141045.73">22711 5267 0,'0'0'0,"-58"141"16,13 77-16,1 52 15,21-25 1,7-21-16,6-68 16,5-50-1,3-50-15,-2-32 16,-1-22-16,-3-10 15,-9-18 1,-18-24-16,-10-19 16,4 15-1,2 13-15,8 10 16,14 14-16,8 6 16,3 2-1,8 1-15,22-12 16,36-14-1,55-20-15,41-2 16,-5 14 0,-39 32-16,-34 18 15,-13 16-15,-11 19 16,-13 24 0,-13 13-16,-15-8 15,-9-16 1,-6-13-16,-4-10 15,-3-14 1,-4-10-16,2-9 16,11 0-16,0 0 15,0 0 1,-34-162-16</inkml:trace>
  <inkml:trace contextRef="#ctx0" brushRef="#br0" timeOffset="141194.26">23172 5513 0,'0'0'0,"0"0"16,132-6-16,-29 4 15</inkml:trace>
  <inkml:trace contextRef="#ctx0" brushRef="#br0" timeOffset="141493.17">23986 5916 0,'0'0'0,"0"0"16,-123-3-16,41 25 16,2 24-1,18 14-15,23 1 16,23-10 0,19 4-16,29 25 15,42 23-15,31-18 16,23-40-1,8-21-15</inkml:trace>
  <inkml:trace contextRef="#ctx0" brushRef="#br0" timeOffset="141809.65">24663 5719 0,'0'0'0,"-112"110"0,32-30 16,10 9-1,25-16-15,17-19 16,17-15-16,9-15 16,8-2-1,16 4-15,13 8 16,-1 5-1,-12 2-15,-20 0 16,-28 13-16,-50 24 16,-58 15-1,-19 0-15,38-32 16,20-16 0</inkml:trace>
  <inkml:trace contextRef="#ctx0" brushRef="#br0" timeOffset="142710.42">20239 8236 0,'0'0'0,"112"0"15,33-26-15,69-24 16,-41 2-16,-7-1 16,-34-1-1,-35-11-15,-23-6 16,-14-2 0,-12-4-16,-26-18 15,-14-11 1</inkml:trace>
  <inkml:trace contextRef="#ctx0" brushRef="#br0" timeOffset="142843.71">21015 7457 0,'-39'182'0,"-2"92"16,2 53-1,41-74-15,15-11 16</inkml:trace>
  <inkml:trace contextRef="#ctx0" brushRef="#br0" timeOffset="143309.51">21598 7271 0,'-43'199'0,"11"104"16,14 26-16,23-98 16,5-104-16,-1-66 15,-5-33 1,-1-15-16,-1-11 15,-2-2 1,0 0-16,54-192 16,-2 32-16,10-13 15,16 28 1,-4 59-16,-29 49 16,-19 32-1,-2 27-15,-1 30 16,3 32-1,0 50-15,-2-10 16,-2-40-16,-3-34 16,3-29-1,-1-19-15,10-15 16,14-19 0,13-22-16</inkml:trace>
  <inkml:trace contextRef="#ctx0" brushRef="#br0" timeOffset="143692.95">22327 7939 0,'-78'85'0,"19"23"15,21 6-15,20-38 16,20-43-16,9-23 15,4-10 1,-15 0-16,98-80 16,-18-10-1,-22 10-15,-26 23 16,-12 18 0,-7 16-16,-7 10 15,-1 6 1,-3 7-16,-2 5 15,0-5-15,0 0 16,-2 129 0,15-53-16,15-13 15,4-18 1,-2-21-16,3-16 16,3-5-16</inkml:trace>
  <inkml:trace contextRef="#ctx0" brushRef="#br0" timeOffset="144760.31">23208 7470 0,'0'0'0,"-4"167"16,2-20-1,13 2-15,6-34 16,5-44-16,1-26 16,-1-23-1,0-16-15,10-14 16,22-23 0,20-14-16,21-24 15,-9-13 1,-23 10-16,-31 27 15,-17 21-15,-8 13 16,-7 9 0,0 2-16,0 0 15,0 0 1,0 0-16,-33 143 16,42-124-1,8-6-15,5-13 16,19-15-16,22-24 15,6-21 1,-17 6-16,-22 13 16,-13 2-1,-6 0-15,-7 6 16,-1 10 0,-3 5-16,0 7 15,0 5-15,0 4 16,2 2-1,2 0-15,5 2 16,4 2 0,8 1-16,5-3 15,7-4 1,8-5-16,6-6 16,3-13-16,-7-11 15,-8-10 1,-14-3-16,-12-8 15,-22-16 1,-26 1-16,-11 38 16,-19 42-1,-41 55-15,-15 105 16,36 53-16,61-12 16,43-39-1,24-61-15,24-39 16,21-32-1,31-40-15,21-25 16,-9-21-16,-8-12 16</inkml:trace>
  <inkml:trace contextRef="#ctx0" brushRef="#br0" timeOffset="145393.26">20446 9107 0,'0'0'0,"20"82"16,14 33-16,5 10 15,2-21 1,-2-31-16,4-29 16,9-18-1,-4-24-15,6-22 16,15-27-16,-6-27 16,-9-8-1,-18 2-15,-16 17 16,-7 9-1,0 7-15,2 1 16,0 5 0,2 5-16</inkml:trace>
  <inkml:trace contextRef="#ctx0" brushRef="#br0" timeOffset="145793.21">21533 9118 0,'-97'58'0,"34"7"0,20-4 16,22-14-1,16-6-15,12-6 16,10-3-16,13-8 16,9 0-1,0-3-15,-6 1 16,-10 0 0,-14-3-16,-13 7 15,-20 9-15,-24 8 16,-19-6-1,-6-7-15,19-15 16,21-13 0,20-8-16,13-7 15,0 13 1,0 0-16</inkml:trace>
  <inkml:trace contextRef="#ctx0" brushRef="#br0" timeOffset="146176.63">21899 9500 0,'0'0'0,"64"11"16,12-17-16,43-20 16,9-28-1,12-54-15,-23-18 16,-37-19-1,-37 16-15,-26 38 16,-19 28 0,-15 13-16,-22 12 15,-17 25-15,-29 34 16,-59 64 0,-8 92-16,40 24 15,41-17 1,42-39-16,32-55 15,25-16 1,17-31-16,35-32 16,48-50-16,49-47 15</inkml:trace>
  <inkml:trace contextRef="#ctx0" brushRef="#br0" timeOffset="146459.68">23133 8346 0,'-22'104'0,"-12"175"16,1 95 0,22-126-16,11-120 15,3-70 1,-6-17-16,-3-21 16,-1-18-1,7-2-15,0 0 16</inkml:trace>
  <inkml:trace contextRef="#ctx0" brushRef="#br0" timeOffset="147061.42">22809 9066 0,'0'0'0,"157"-52"0,-25 7 16,0 12-1,-41 18-15,-29 15 16,-12 13 0,-11 22-16,-13 19 15,-9 11 1,-6 2-16,-4-5 16,1-6-16,5-10 15,2-12 1,7-12-16,2-15 15,2-10 1,8-10-16,25-34 16,-1-24-1,-23-3-15,-25 3 16,-12 8 0,-13 0-16,-7 9 15,1 15-15,8 13 16,4 11-1,7 7-15,4 5 16,-2 3-16,0 0 16,74 113-1,-22-44-15,-20-24 16,-8-14 0,-11-12-16,-5-10 15,3-7 1,17-13-16,33-26 15,43-38-15,40-29 16,-5 9 0,-20-7-16,-18 7 15,-27 39 1,-16 23-16,-6 12 16</inkml:trace>
  <inkml:trace contextRef="#ctx0" brushRef="#br0" timeOffset="147629.9">20643 10404 0,'0'0'0,"127"102"15,-34 4-15,-11 15 16,-25-22-1,-25-29-15,-12-12 16,-16-8 0,-6-16-16,-7-8 15,-2-15-15,11-11 16,0 0 0,0 0-16,35-290 15,49 16 1,-4 96-16,-26 79 15,-15 30 1,6 10-16,7 1 16</inkml:trace>
  <inkml:trace contextRef="#ctx0" brushRef="#br0" timeOffset="147979.67">21685 10638 0,'0'0'0,"67"-102"0,6-10 16,-2 10 0,-23 7-16,-16-2 15,-23 17 1,-22 21-16,-26 18 15,-13 20-15,-2 29 16,-21 42 0,-18 45-16,17 26 15,31 18 1,21-8-16,24-31 16,24-7-1,15-20-15,12-10 16,40-54-16,52-37 15</inkml:trace>
  <inkml:trace contextRef="#ctx0" brushRef="#br0" timeOffset="148342.49">22422 9937 0,'-152'115'0,"75"-9"16,25 19-16,30-32 15,20-41 1,8-24-16,12-13 16,-18-15-16,0 0 15,160-110 1,-80 34-16,-7 14 15,-17 29 1,-19 27-16,-15 17 16,-14 21-16,-8-32 15,-41 151 1,-17-25-16,-5 23 16,-19 11-1,-11 13-15,-4 4 16</inkml:trace>
  <inkml:trace contextRef="#ctx0" brushRef="#br0" timeOffset="148714.84">22735 10032 0,'48'83'0,"-9"-8"16,-1 7-1,-14-32-15,-6-22 16,-10-13-16,1-10 15,-1-12 1,8-25-16,14-55 16,11-36-1,-2 24-15,-5 23 16,1 13 0,6 0-16,9 5 15,-5 17 1,-2 9-16</inkml:trace>
  <inkml:trace contextRef="#ctx0" brushRef="#br0" timeOffset="149242.7">23453 10238 0,'0'0'0,"39"-72"0,21-46 16,14-1 0,-18 36-16,-24 34 15,-19 23-15,-11 11 16,-6 6-1,-7 5-15,-4 4 16,15 0 0,0 0-16,0 0 15,-91 34-15,74-23 16,0 2 0,-3 13-16,-6 26 15,0 11 1,9-5-16,4-13 15,4-12-15,7-9 16,4-7 0,5 0-16,2-2 15,4 0 1,6 1-16,7 3 16,9 3-1,1-3-15,3-4 16,0-6-1,-2-9-15,4-7 16</inkml:trace>
  <inkml:trace contextRef="#ctx0" brushRef="#br0" timeOffset="149675.85">24341 9611 0,'-91'58'0,"-13"13"0,18-3 16,30-8-16,19-6 15,18-8 1,16-18-16,16-9 16,15-4-1,11 3-15,7 7 16,-3 10 0,-8 8-16,-16 3 15,-17-5-15,-13 0 16,-8-9-1,-5-8-15,3-13 16,10-11 0,11 0-16,0 0 15,0 0-15</inkml:trace>
  <inkml:trace contextRef="#ctx0" brushRef="#br0" timeOffset="150026.53">24631 9600 0,'0'0'0,"0"0"0,-59 84 16,18-25-16,9 6 16,17 2-1,10-13-15,7-13 16,5-11-1,-1-4-15,3-4 16,0 3-16,-5 8 16,-8 17-1,-7 14-15,-4 8 16,-5-3 0,-6-11-16,0-14 15,-8-16 1,-9-11-16,12-15 15,-1-10-15,0-10 16,8-8 0,17-15-16,18-24 15</inkml:trace>
  <inkml:trace contextRef="#ctx0" brushRef="#br0" timeOffset="150760.31">24724 10073 0,'0'0'0,"0"0"16,-67 46 0,43-42-16,2-8 15,1-16-15,1-23 16,5-17-1,6-16-15,7-24 16,15-10 0,15 0-16,24-5 15,17 22-15,16 48 16,1 54 0,11 47-16,-36 63 15,-37 26 1,-24-5-16,-7-23 15,-2-26 1,7-31-16,2-25 16,5-16-16,5-10 15,1-9 1,-11 0-16,0 0 16,76-87-1,-63 40-15,-20-1 16,-12-8-1,-18-13-15,-8-2 16,6 14-16,11 12 16,10 10-1,12 12-15,10 5 16,9 3 0,15 2-16,13 5 15,5 12 1,6 24-16,-5 26 15,-10 7-15,-9 3 16,-13 1 0,-8-19-16,-3-18 15,-2-9 1,2-10-16,3-9 16,10-13-1,9-22-15,11-14 16,-13-14-16,-24 24 15,0 20 1,0 12-16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5-07-22T17:31:50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2356 1665 0,'0'0'0,"0"0"0,-35 104 15,18-22-15,-5 26 16,1 9 0,3-14-16,10 32 15,-1 3 1,13 26-16,1 9 15,3-13-15,1-4 16,0-44 0,-5-17-16,5-17 15,-5-13 1,0-17-16,-4-18 16,5-8-1,-1-14-15,0-3 16</inkml:trace>
  <inkml:trace contextRef="#ctx0" brushRef="#br0" timeOffset="734.88">2166 1929 0,'0'0'0,"60"-74"0,14 18 16,12 0-1,-4 12-15,-4 14 16,-17 17-1,-5 13-15,4 13 16,1 22-16,-18 34 16,-21 9-1,-18 43 1,-21 4-16,-22 5 16,-13-5-16,0-21 15,9-39 1,0-26-16,8-13 15,0-9-15,5-12 16,13-5 0,0-5-16,8-12 15,5-9 1,4 26-16,21-78 16,1 39-1,4 9-15,0 21 16,8 22-16,22 39 15,14 22 1,-6 17-16,-7 17 16,-14-18-1,-13-20-15,0-10 16,5 1 0,4-9-16,0-9 15,-5-4-15</inkml:trace>
  <inkml:trace contextRef="#ctx0" brushRef="#br0" timeOffset="1182.93">3337 2945 0,'0'0'0,"0"0"0,0 0 15,0 0 1,0 0-16,69-43 16,-34-5-1,-1-8-15,-8 4 16,-13 9-1,-8 12-15,-14 5 16,-8 1-16,-9 12 16,-9 8-1,35 5-15,-86 39 16,38 4 0,9 27-16,18-1 15,16-13 1,18-4-16,5 4 15,16-4 1,22-4-16,27-23 16,-6-29-16,14-13 15</inkml:trace>
  <inkml:trace contextRef="#ctx0" brushRef="#br0" timeOffset="1766.15">4145 2543 0,'0'0'0,"0"0"15,0 0-15,-103 69 16,64-39 0,9-4-16,12-4 15,10-5 1,3-4-16,10 0 16,8 0-16,8-4 15,5-5 1,-26-4-16,100-17 15,-53 4 1,-12 4-16,-9 0 16,-13 5-1,-5 4-15,-3 9 16,-1 17-16,5 30 16,-1 30-1,9 44-15,1 17 16,-14-13-1,-4 0-15,-4-17 16,-5 0 0,-8-5-16,-9-4 15,-9-21 1,1-27-16,-1-29 16,9-27-16,-8-30 15,-23-65 1,-20-112-16,-1-61 15</inkml:trace>
  <inkml:trace contextRef="#ctx0" brushRef="#br0" timeOffset="2050.14">4496 2456 0,'0'0'0,"73"56"0,-25-4 16,-14 0-1,-12-9-15,-9-8 16,-9-18 0,-4-4-16,0-13 15,0 0 1,0 0-16,0 0 15,0 0-15,-17-207 16,30 90 0,13-8-16</inkml:trace>
  <inkml:trace contextRef="#ctx0" brushRef="#br0" timeOffset="2503.25">5196 2508 0,'0'0'0,"0"0"15,0 0-15,108-73 16,-61 34 0,-8-5-16,-13 6 15,-8-1 1,-5 4-16,-9 9 16,-8 9-16,-9 4 15,-5 13 1,18 0-16,-73 34 15,25 10 1,5 25-16,17 22 16,13-18-1,17-21-15,18-4 16,17-5-16,13-9 16,0-25-1,21-13-15,40-31 16,21-30-1</inkml:trace>
  <inkml:trace contextRef="#ctx0" brushRef="#br0" timeOffset="2918.9">6125 1959 0,'0'0'0,"0"0"0,-108 121 16,48-39-16,12-17 15,22-13 1,9-22-16,8-4 16,9-13-1,0 0-15,13-4 16,17-1-16,27 10 15,7 3 1,-7 5-16,-18 0 16,-22 9-1,-13-1-15,-17 10 16,-30 25 0,-26 17-16,8-8 15,9-26-15,22-17 16,9-22-1,8-9-15,4-8 16,9 4 0,0 0-16</inkml:trace>
  <inkml:trace contextRef="#ctx0" brushRef="#br0" timeOffset="3319.1">6899 1972 0,'0'0'0,"-82"60"0,-22 23 16,9-10-16,4-21 16,18-13-1,21-9-15,17-4 16,14-9-1,12-4-15,13 0 16,18-4 0,17 0-16,26-1 15,34-3-15,1 8 16,-36 4 0,-20 5-16,-31-1 15,-31 18 1,-42 17-16,-31 35 15,-34 17 1,12-17-16,48-43 16,31-22-16,17-14 15,4-3 1</inkml:trace>
  <inkml:trace contextRef="#ctx0" brushRef="#br0" timeOffset="3517.02">7292 2435 0,'0'0'0,"0"0"0,22 90 15,-22-64 1,-4-8-16,-1-1 15,-3-4-15</inkml:trace>
  <inkml:trace contextRef="#ctx0" brushRef="#br0" timeOffset="4266.92">7236 2266 0,'0'0'0,"65"-112"0,21 21 16,-3 13-1,-23 35-15,-17 25 16,-8 18 0,4 18-16,17 46 15,0 53-15,-17 17 16,-9 5-1,-12-36-15,-1-29 16,-4-22 0,-4-18-16,-1-21 15,5-4 1,4-13-16,1-14 16,16-29-16,5-35 15,-9-13 1,-25-14-16,-14-3 15,-12 13 1,-18 21-16,0 30 16,8 27-16,6 8 15,12 13 1,4 0-16,5 4 16,4-4-1,0 0-15,0 0 16,0 0-1,0 0-15,216 0 16,-117 9 0,-17 21-16,-13 26 15,-8 22-15,-18 8 16,-13 1 0,-19-22-16,-6-26 15,-1-13 1,0-13-16,3-13 15,4-5-15,14-25 16,17-31 0,7-34-16,1-13 15,-5 30 1,1 31-16,3 29 16,3 27-1,7 47-15,-3 57 16,-2 47-16,-9 17 15</inkml:trace>
  <inkml:trace contextRef="#ctx0" brushRef="#br0" timeOffset="4700.02">5434 3165 0,'302'-56'0,"5"26"0,4 4 16,-21 9-1,-35 4-15,-13 0 16,17-5 0,-51 5-16,-14 0 15,-34-8-15,-13-1 16</inkml:trace>
  <inkml:trace contextRef="#ctx0" brushRef="#br0" timeOffset="6386.03">11676 1924 0,'0'0'0,"0"0"0,-11 134 16,11-43-16,4 13 15,9 0 1,15-13-16,11-22 16,11-17-16,2-18 15,-5-16 1,9-10-16,24-16 15,18-27 1,-5-43-16,-14-8 16,-12-14-1,-25-4-15,-19 14 16,-12 29-16,-9 18 16,-4 17-1,-2 13-15,-3 4 16,1 5-1,6 4-15,0 0 16,-30 160 0,19 39-16,11 26 15,17 0-15,20-9 16,-11-48 0,-5-25-16,-14-43 15,-22-10 1,-20 10-16,-21-18 15,-18-26 1,-16-21-16,-16-22 16,-17-22-16,-44-34 15,29-31 1,4-29-16,21 7 16,38-12-1,34-21-15,41 8 16,58-31-16,41-21 15</inkml:trace>
  <inkml:trace contextRef="#ctx0" brushRef="#br0" timeOffset="7516.14">13593 2495 0,'0'0'0,"0"0"0,-11 139 15,-9-5 1,-3 13-16,-3-5 15</inkml:trace>
  <inkml:trace contextRef="#ctx0" brushRef="#br0" timeOffset="8217.17">14116 2084 0,'0'0'0,"0"0"0,0 0 16,0 0-16,6 117 15,-2-26 1,5 8-16,4-16 16,11-19-1,13-25-15,8-17 16,0-18-16,3-21 15,12-39 1,-1-22-16,-3-13 16,-17-17-1,-11 9-15,-15 25 16,-9 31 0,-2 17-16,1 9 15,-3 17-15,2 12 16,6 49-1,12 82-15,10 56 16,-4 8 0,9-21-16,-18-17 15,-2-31 1,-4-17-16,-11-34 16,-9-35-16,-8-13 15,-13-14 1,-27-12-16,-14-17 15,-26-22 1,-41-21-16,21-23 16,11-16-1,7-5-15,16-30 16,25 0-16,13-4 16</inkml:trace>
  <inkml:trace contextRef="#ctx0" brushRef="#br0" timeOffset="8732.85">14124 1704 0,'0'0'0,"0"0"16,0 0-16,0 0 16,54-91-1,0 22-15,22-26 16,-2 4 0,-14 13-16,-10 4 15,-16 27 1,-10 21-16,-4 17 15,-1 14-15,11 25 16,20 65 0,8 43-16,-8 9 15,-15-17 1,-3-39-16,9-26 16,11-13-1,9-9-15</inkml:trace>
  <inkml:trace contextRef="#ctx0" brushRef="#br0" timeOffset="9882.53">11209 3165 0,'138'-34'0,"28"12"0,66 1 16,25 8-1,-26-5-15,29 5 16,31-4-1,-16 4-15,1 0 16,16 0 0,24 0-16,10-9 15,-28-8-15,-51 0 16,-14 0 0,-2-1-16,-62 5 15,-22 9 1,-28-9-16,-11 0 15</inkml:trace>
  <inkml:trace contextRef="#ctx0" brushRef="#br0" timeOffset="10566.74">16372 2396 0,'0'0'0,"0"0"15,0 0 1,121 13-16,-39-13 15,33-9 1,6-4-16,-17-4 16,6-1-16,2-3 15</inkml:trace>
  <inkml:trace contextRef="#ctx0" brushRef="#br0" timeOffset="11572.93">18771 2037 0,'0'0'0,"-127"-43"16,12 25-16,-45 5 15,13 18 1,-32 29-16,30 48 16,51 18-1,40 25-15,39 9 16,34-17-16,30 17 15,65-22 1,18-38-16,53-57 16,12-51-1,62-66-15,-30-4 16,-40-34 0,-59 8-16,-20-4 15,-35-17-15,-39 17 16,-36-17-1,-28 4-15,-22-5 16,0 44 0,8 52-16,7 39 15,-8 47 1,-18 61-16,-11 116 16,18 44-16,26-9 15,23-13 1,28-64-16,16-44 15,6-48 1,0-34-16,4-30 16,20-31-16,24-38 15,4-35 1,-13-18 0,-24 18-16,-24 26 15,-12 21-15,-9 22 16,-7 13-1,-2 9-15,-2 8 16,0 1-16,0-5 16,0 0-1,0 0-15,-11 121 16,18-61 0,4-8-16,8-9 15,11-12 1,16-14-16,10-21 15,7-14 1,-3-21-16,-14-12 16,-18 7-16,-15 5 15,-11 5 1,-9-1-16,-16 1 16,-25 3-1,-13 18-15,5 13 16,0 9-16,4 13 15,18-5 1,18 5-16,16-10 16,0-12-1,0 0-15,182 39 16</inkml:trace>
  <inkml:trace contextRef="#ctx0" brushRef="#br0" timeOffset="11969.06">20684 2115 0,'0'0'0,"0"0"16,-71 56-16,10-13 16,7 0-1,15-12-15,18-10 16,12-8-16,9-4 15,11-1 1,13 1-16,10 0 16,5 8-16,2-4 15,-9 4 1,-12 1 0,-14-1-16,-10 0 15,-20 9-15,-38 13 16,-33 4-1,4-4-15,-4-4 16,6-14 0,22-8-16,26-4 15,19-5-15,14-4 16,8 0 0,0 0-16</inkml:trace>
  <inkml:trace contextRef="#ctx0" brushRef="#br0" timeOffset="12803.12">20844 2344 0,'0'0'0,"0"0"0,0 0 16,71 30-1,-30-21-15,15-14 16,22-8-16,2-8 16,-11-14-1,-15-4-15,-17-8 16,-15 3 0,-14 6-16,-18 3 15,-23 9 1,-25 4-16,0 18 15,-5 26-15,-4 30 16,4 25 0,11 49-16,37-9 15,22-14 1,32-3 0,30-44-16,13-39 0,15-30 15,37-39 1,-6-30-16,-25-4 15,-25 12 1,-24 9-16,-19 22 16,-16 13-1,-10 13-15,-5 8 16,-2 5-16,-4 4 16,2 0-1,0 0-15,0 0 16,0 0-1,0 0-15,0 0 16,-67 138 0,59-103-16,3-14 15,3-12 1,2-5-16,0-4 16,0 0-16,0 0 15,0 0 1,48-147-16,-18 69 15,11 13 1,0 22-16,-4 17 16,-5 18-16,-4 21 15,5 21 1,-3 22-16,-2 40 16,-13 12-1,2-22-15,3-30 16,4-25-1,-3-23-15,7-21 16,11-17-16,20-35 16,12-17-1</inkml:trace>
  <inkml:trace contextRef="#ctx0" brushRef="#br0" timeOffset="13232.24">22672 2188 0,'0'0'0,"0"0"0,0 0 15,0 0 1,0 0-16,0 0 16,50 65-1,-28-65-15,8-4 16,11-18-16,4-4 15,-1-13 1,-14-4-16,-15 13 16,-15 4-1,-11 4-15,-8 5 16,-14-1 0,-8 14-16,-11 13 15,-17 30-15,-11 47 16,22 18-1,32 13-15,35-26 16,30-31 0,17-17-16,15-25 15,20-14 1,13-21-16,27-22 16,6-17-16,-10-14 15</inkml:trace>
  <inkml:trace contextRef="#ctx0" brushRef="#br0" timeOffset="13599.98">23807 1730 0,'-101'43'0,"-14"22"0,-23 13 16,30-5-1,36-8-15,29-13 16,17-17-16,15-10 16,11-12-1,11 0-15,13 0 16,19 0 0,13 0-16,-4 5 15,-15-1 1,-15 5-16,-18 4 15,-15 4 1,-24 9-16,-23 4 16,-7-13-16,20-12 15,15-14 1,17-4-16,10-13 16,3 13-1</inkml:trace>
  <inkml:trace contextRef="#ctx0" brushRef="#br0" timeOffset="13950.78">24265 1760 0,'0'0'0,"-106"56"0,-6 0 16,15-8-1,25-5-15,27-12 16,17-6 0,13-3-16,10-5 15,10 1 1,12 8-16,20 8 16,15 9-16,-5-4 15,-21-17 1,-21-5-16,-18 5 15,-29 13 1,-44 12-16,-24 14 16,15-9-1,32-14-15,24-7 16,11-1-16</inkml:trace>
  <inkml:trace contextRef="#ctx0" brushRef="#br0" timeOffset="18067.93">3151 4772 0,'0'0'15,"0"0"-15,-65-54 0,-17 19 16,-65 9-16,-21 39 16,-61 48-1,17 19-15,22 47 16,69 1-1,51-3-15,40 22 16,30-2-16,35 43 16,21-30-1,61 35-15,17-66 16,17-51-16,-4-48 16,13-32-1,30-46-15,43-71 16,-47 0-1,-34 0-15,-31-3 16,-35 34 0,-30-8-16,-8-8 15</inkml:trace>
  <inkml:trace contextRef="#ctx0" brushRef="#br0" timeOffset="18351.2">3860 4225 0,'-39'281'16,"0"82"-16,22-64 15,21-59-15,18 2 16,8-76 0,18-36-16,8-11 15</inkml:trace>
  <inkml:trace contextRef="#ctx0" brushRef="#br0" timeOffset="18816.02">5066 4966 0,'-78'57'0,"-4"40"16,0 54-1,22-34-15,8-33 16,13-8 0,4-2-16,14-20 15,12-15-15,13-16 16,5-8-1,13-8-15,-22-7 16,95-56 0,4-24-16,-4-31 15,-26-16-15,-30 34 16,-21 26 0,-18 26-1,-5 15-15,-3 13 16,-1 11-16,9 2 15,0 0 1,-39 199-16,48-29 16,30-18-16,8-25 15</inkml:trace>
  <inkml:trace contextRef="#ctx0" brushRef="#br0" timeOffset="19215.81">5836 4843 0,'0'0'0,"-143"145"0,65-37 15,22 15-15,21-19 16,18-32 0,13-27-16,4-19 15,4-4 1,9 3-16,13 12 16,17 11-1,-8-1-15,-14 3 16,-16-2-16,-10 1 15,-12 10 1,-13-7-16,0-16 16,-1-12-1,1-11-15,8-13 16,5-4 0</inkml:trace>
  <inkml:trace contextRef="#ctx0" brushRef="#br0" timeOffset="19615.83">6398 4923 0,'-83'82'0,"6"29"16,-10 46-16,18-27 16,21-39-1,27-30-15,12-20 16,9-13-16,9-4 16,8-1-1,13 1-15,9 2 16,9 4-1,-9 5-15,0 15 16,-9 19-16,-21 4 16,-14 7-1,-8 28-15,-13-8 16,-4-40 0,4-34-16,5-21 15,3-12 1</inkml:trace>
  <inkml:trace contextRef="#ctx0" brushRef="#br0" timeOffset="19816.18">6683 5574 0,'0'0'0,"17"97"0,-21-51 16,-5-5-1</inkml:trace>
  <inkml:trace contextRef="#ctx0" brushRef="#br0" timeOffset="19966">6588 4744 0,'0'0'0,"0"0"16,112-65-16,-47 43 16</inkml:trace>
  <inkml:trace contextRef="#ctx0" brushRef="#br0" timeOffset="20565.64">7366 4238 0,'-26'69'0,"4"74"15,9 64-15,9 66 16,8 14 0,5-53-16,4-63 15,-9-81-15,-4-46 16,-4-18 0,-5-5-16,1-1 15,-14-1 1,-21 3-16,-5-5 15,1-6-15,12-7 16,5-6 0,8-13-16,5-31 15,13-27 1,30-31-16,30-21 16,13 4-1,-4 34-15,17 27 16,0 25-1,-8 11-15,-18 13 16,-9 11-16,-4 13 16,1 16-1,-5 9-15,-13 6 16,-13 5 0,-13 6-16,0-4 15,-5-10 1,1-15-16,-5-13 15,1-10-15,8-3 16,0 0 0,-57-158-16,36 2 15,3-26 1</inkml:trace>
  <inkml:trace contextRef="#ctx0" brushRef="#br0" timeOffset="20932.68">8023 4824 0,'26'177'0,"0"44"15,-9-55-15,-8-84 16,-9-51-16,-5-25 16,5-6-1,0 0-15,0 0 16,-30-162-1,21 49-15,1-29 16,16 8 0,14-18-16,17 31 15,13 52 1,-9 47-16,-4 48 16,0 39-16,4 39 15,-4 34 1,0-8-16,-9-50 15,-13-39 1,-1-26-16,-6-15 16,8-15-16,8-19 15</inkml:trace>
  <inkml:trace contextRef="#ctx0" brushRef="#br0" timeOffset="21417.83">8756 4709 0,'0'0'0,"-41"72"0,10-3 16,5-7 0,13-8-16,9-12 15,4-17 1,6-9-16,3-12 15,-9-4-15,0 0 16,100-102 0,-33 22-16,-11 7 15,-24 27 1,-15 20-16,-8 13 16,-5 9-1,-4 8-15,0 9 16,0-13-16,-6 124 15,6 5 1,0-1-16,0-9 16,-11-4-1,0-7-15,-28 4 16,-6-10 0,-2-12-16,-14-29 15,-23-16-15,-18-27 16,1-31-1,-25-48-15,18-38 16,35-16 0,21-4-16</inkml:trace>
  <inkml:trace contextRef="#ctx0" brushRef="#br0" timeOffset="21816.3">6238 6000 0,'0'0'0,"0"0"15,0 0-15,0 0 16,155-35 0,83 7-16,17-4 15,-9-9 1,14-24-16,-74-4 15,4 2-15,-60 19 16,-27 16 0,-12 10-16,-5 3 15</inkml:trace>
  <inkml:trace contextRef="#ctx0" brushRef="#br0" timeOffset="23953.24">18412 3771 0,'0'0'0,"-125"-9"0,0 35 15,-48 30 1,11 31-16,15-9 16,43-9-1,48-13-15,38 0 16,38 9-1,47 9-15,28 3 16,58 1 0,-10-17-16,4-14 15,-24-8-15,-43 0 16,-36 4 0,-29 1-16,-30 5 15,-61 29 1,-39-2-16,-62-13 15,43-37 1,17-16-16,20-7 16,24-10-1,23-8-15,22-17 16,11-12-16</inkml:trace>
  <inkml:trace contextRef="#ctx0" brushRef="#br0" timeOffset="24182.81">18758 4445 0,'0'0'0,"65"78"16,-37-22-16,-11 1 15,-12-14 1,-7-17-16,-7-9 15,-2-17-15,11 0 16,0 0 0,-101-112-16</inkml:trace>
  <inkml:trace contextRef="#ctx0" brushRef="#br0" timeOffset="25203.01">18555 4216 0,'0'0'0,"123"-30"16,-17 17-1,4 4-15,-25 9 16,-20 13 0,-14 13-16,-7 13 15,-16 22-15,-11 8 16,-11 9-1,-8-13-15,-4-22 16,2-22 0,-3-12-16,7-9 15,0 0-15,0 0 16,0 0 0,9-138-1,10 47-15,14 9 16,14 26-16,7 30 15,-6 21 1,-3 18-16,0 22 16,-1 17-16,-12-5 15,-8-3 1,-7-10-16,-6-12 16,-2-5-1,-3-4-15,-2-13 16,1 0-1,1-13-15,9-22 16,7-25-16,6-1 16,7 5-1,-3 17-15,-2 18 16,-4 12 0,-2 13-16,2 22 15,2 22 1,-6 8-16,-3-4 15,1-9-15,-1-13 16,-2-12 0,3-5-16,1-9 15,1-8 1,2-5-16,0-4 16,-3 4-1,-4 5-15,-4 8 16,-2 5-16,-2 13 15,-3 21 1,-1-4-16,-3-9 16,0-8-1,-2-14-15,0-8 16,0-8 0,2-18-16,-2-30 15,0-31 1,0-21-16,5-22 15,5-30-15,10 5 16,1-1 0,1 43-16,2 40 15,2 34 1,2 17-16,2 22 16,20 44-16,6 42 15,-2 87 1,-15 35-16,-20-5 15,-10-60 1,2-35-16,6-39 16,7-26-1,4-30-15,7-9 16,12-12-16</inkml:trace>
  <inkml:trace contextRef="#ctx0" brushRef="#br0" timeOffset="26565.74">21289 3853 0,'-97'35'0,"2"34"16,-2 17-16,21 22 15,30-21 1,27-35-16,19-22 16,15-13-16,11-12 15,-26-5 1,164-83-16,-38 6 16,-38-6-1,-27 6-15,-22 20 16,-20 23-16,-8 16 15,-7 14 1,-4 4-16,0 0 16,0 0-1,0 0-15,0 0 16,-32 130 0,30-104-16,4-9 15,4 0-15,5-8 16,7-9-1,-18 0-15,73-22 16,-28-8 0,1 4-16,-9 13 15,-12 13 1,-3 13-16,-5 9 16,-2 12-16,-2 14 15,-4 13 1,-2-5-16,-5-17 15,0-13 1,-2-18-16,0-8 16,0-4-1,0-22-15,2-17 16,5-44-16,12-55 16,22-18-1,22-31-15,12 49 16,-16 46-1,-7 53-15,-9 30 16,-4 18 0,13 38-16,6 61 15,-19 30 1,-24 30-16,-28-21 16,-2-14-16,-7-42 15,3-40 1,-7-21-16,-4-13 15,-1-17 1,-3-13-16,-5-18 16,2-4-16,9 0 15,9 0 1,10 9-16,9 9 16,9 3-1,4 10-15,4 3 16,-17 5-16,67 18 15,-13-1 1,4 4-16,-6 1 16,-9 4-1,-10 4-15,-12 5 16,-5-5 0,-8-4-16,1-9 15,-1-8 1,1-9-16,6-13 15,11-13-15,17-21 16,11-10 0,5-3-16,-12 4 15,-12 21 1,-13 13-16,-12 14 16,-1 3-1,-3 5-15,-1 5 16,-1 8-16,0 8 15,1 14 1,-1 13-16,5-5 16,8-17-1,5-18-15,14-25 16,29-39 0,11-57-16,-16 1 15,-21 8-15,-13 35 16,-11 30-1,-12 35-15,-3 4 16,0 0 0,-78 350-16,11-60 15</inkml:trace>
  <inkml:trace contextRef="#ctx0" brushRef="#br0" timeOffset="28431.9">11626 4943 0,'0'0'0,"0"0"15,0 0-15,0 0 16,4 69 0,7 0-16,8 31 15,16 5 1,13-20-16,3-31 16,-3-26-16,-11-19 15,-3-18 1,12-23-16,23-38 15,11-16 1,-11-11-16,-17-12 16,-24 25-16,-13 32 15,-8 24 1,-5 13-16,-4 11 16,2 4-1,0 0-15,-48 190 16,26 17-1,14 51-15,14-23 16,1-3-16,-1-3 16,-6-13-1,-15-71-15,-7-65 16,-8-30 0,-13-31-16,-5-34 15,-29-45 1,-57-61-16,10-22 15,31 24 1,1-22-16,25 16 16,28 6-16,11 0 15</inkml:trace>
  <inkml:trace contextRef="#ctx0" brushRef="#br0" timeOffset="28948.75">13083 5453 0,'-16'220'0,"-1"33"0,-2 11 16</inkml:trace>
  <inkml:trace contextRef="#ctx0" brushRef="#br0" timeOffset="29482.36">13664 4966 0,'0'0'0,"4"80"0,3-15 15,1 17-15,5-10 16,5-18-1,-1-15-15,5-15 16,14-16 0,21-16-16,20-29 15,1-22 1,-22-1-16,-12-14 16,-14-3-16,-13 14 15,-8 26 1,-3 13-16,-1 11 15,-3 11 1,0 17-16,2 39 16,13 102-1,35 95-15,-11-41 16,0-27-16,-21-31 16,-9-10-1</inkml:trace>
  <inkml:trace contextRef="#ctx0" brushRef="#br0" timeOffset="29615.51">14327 6437 0,'0'0'0,"-116"-95"0,12-46 15,-13-12 1,24 21-16,29 17 16,12 22-16,11 20 15,2 3 1</inkml:trace>
  <inkml:trace contextRef="#ctx0" brushRef="#br0" timeOffset="30166.81">13748 4605 0,'0'0'0,"0"0"0,113-77 16,-1-23-1,-8-30-15,-26 22 16,-29 22-16,-14 12 16,-16 18-1,-10 21-15,-9 27 16,0 8 0,0 0-16,0 0 15,-32 277-15,32-109 16,13-3-1,12-40-15,17-23 16,5-14 0</inkml:trace>
  <inkml:trace contextRef="#ctx0" brushRef="#br0" timeOffset="30814.94">14373 5965 0,'0'0'0,"28"137"15,-6-14-15,-3-19 16,-10-40-1,-5-27-15,-4-15 16,-2-9-16,-5-9 16,-3-4-1,-8 0-15,18 0 16,-58-8 0,23 1-16,-1-4 15,1-4 1,3-4-16,-1-5 15,-1-2-15,-1 0 16,3 2 0,1-4-16,5-20 15,5-12 1</inkml:trace>
  <inkml:trace contextRef="#ctx0" brushRef="#br0" timeOffset="34415.71">11779 8050 0,'-34'129'0,"14"-23"0,22-30 16,26-22-16,27-19 16,1-31-1,47-30-15,57-76 16,-15-49 0,-9-7-16,-21 5 15,-50 62-15,-24 4 16,-9 1-1,-12 12-15,-14 27 16,-10 17 0,-5 8-16,-6 7 15,-7 6 1,-1 5-16,23 4 16,-74 30-16,29 13 15,4 14 1,15-3-16,15 8 15,20 21 1,32 35-16,30 6 16,-8-33-16,-11-48 15,-5-32 1,1-22-16,1-15 16,1-22-1,-13-6-15,-13 0 16,-14 7-1,-5 12-15,-10 7 16,-5 0 0,-10 0-16</inkml:trace>
  <inkml:trace contextRef="#ctx0" brushRef="#br0" timeOffset="34731.99">12598 7377 0,'0'0'0,"-67"-6"0,16 12 16,-29 16-16,-44 25 15,-14 31 1,11 2-16,-23 18 16,23 16-1,43-29-15,21-29 16,24-17 0,28-13-16,11-7 15</inkml:trace>
  <inkml:trace contextRef="#ctx0" brushRef="#br0" timeOffset="37065.11">14142 7261 0,'2'127'0,"0"16"0,7 6 16,-3-56-1,-4-39-15,-2-22 16,-2-10-16,0-13 16,0-7-1,2-2-15,0 0 16,0 0 0,0 0-16,101-173 15,-21 97-15,-6 16 16,-7 23-1,11 17-15,-5 16 16,-12 11 0,-12 16-16,-5 18 15,-12 18-15,-21 8 16,-18-9 0,-27 3-16,-53 2 15,5-18 1,-28-10-16,-15-16 15,36-13 1,18-8-16,-1-9 16,1-21-16,0-18 15</inkml:trace>
  <inkml:trace contextRef="#ctx0" brushRef="#br0" timeOffset="38148.08">16441 7219 0,'0'0'0,"0"0"0,0 0 16,0 0-1,0 0-15,0 0 16,0 0-16,111 50 16,-29-48-1,26-4-15,-9-2 16,1-7 0,18-6-16,-10-5 15,-23 0 1,-10 1-16,-8-5 15,-4-4-15</inkml:trace>
  <inkml:trace contextRef="#ctx0" brushRef="#br0" timeOffset="40949.08">18441 6541 0,'0'0'0,"0"0"0,0 0 15,0 0 1,0 0-16,0 103 16,-3 25-1,-10 82-15,-10 38 16,16-51-16,5-106 16,0-52-1,2-26-15,0-13 16,0 0-1,21-141-15,-8-8 16,-4 2 0,-5 9-16,1 12 15,-1 27-15,-2 30 16,-2 27 0,0 21-16,0 8 15,2 9 1,-2 4-16,0 0 15,0 0-15,37 153 16,-9-58 0,11 0-16,2-26 15,-4-23 1,-5-20-16,-4-18 16,-6-10-1,0-11-15,4-15 16,-3-11-16,-1-19 15,-11-16 1,-7-3-16,-6-3 16,-7-31-1,-2-10-15,1-2 16</inkml:trace>
  <inkml:trace contextRef="#ctx0" brushRef="#br0" timeOffset="41365.62">19154 6995 0,'-11'88'0,"7"1"0,4-29 15,0-21 1,4-13-16,2-8 16,3-12-1,-9-6-15,0 0 16,117-99-16,-55 19 16,-14 4-1,-22 7-15,-22 8 16,-19 7-1,-17 7-15,-9 16 16,0 25 0,2 21-16,-9 33 15,1 34-15,25 8 16,26-22 0,16-34-16,10-30 15,-30-4 1</inkml:trace>
  <inkml:trace contextRef="#ctx0" brushRef="#br0" timeOffset="41614.96">19841 6093 0,'0'0'0,"-9"192"0,3 51 16,12-45-16,1-85 16,-3-50-1,-6-27-15,0-12 16,-5-4 0,1-10-16,2-7 15,1-3 1</inkml:trace>
  <inkml:trace contextRef="#ctx0" brushRef="#br0" timeOffset="41781.58">19554 6672 0,'90'22'0,"36"-5"0,40-30 15,27-23 1</inkml:trace>
  <inkml:trace contextRef="#ctx0" brushRef="#br0" timeOffset="42782.83">12754 8744 0,'0'0'0,"0"0"16,0 0-16,0 0 15,-71 32 1,45-19-16,0-2 16,-2 0-1,0-3-15,2 1 16,2-2-1,2-1-15,5 1 16,0-3-16,-1 2 16,-1-1-1,0-1-15,-3 2 16,0 1 0,-4 2-16,-2-1 15,2 3-15,0 0 16,7 0-1,6-3-15,2 7 16,3 7 0</inkml:trace>
  <inkml:trace contextRef="#ctx0" brushRef="#br0" timeOffset="43632.17">12663 8761 0,'0'0'0,"-101"15"0,27 5 16,-19 19-16,-21 32 15,16 9 1,34-15-16,20 10 16,21 21-1,16-14-15,16-20 16,17-8 0,21-12-16,14-19 15,6-16-15,30-18 16,33-26-1,-5-38-15,-4-21 16,-24 12 0,-30 4-16,-23-4 15,-23-1 1,-14 21-16,-12 14 16,-12 7-16,-11 10 15,-4 14 1,6 17-16,26 2 15,-61 47 1,35 29-16,13 15 16,13 8-1,17 31-15,25 15 16,25 2-16,0-48 16,-7-58-1,11-34-15,16-29 16,21-25-1</inkml:trace>
  <inkml:trace contextRef="#ctx0" brushRef="#br0" timeOffset="44599.18">14699 8545 0,'0'0'0,"0"0"15,0 0-15,0 0 16,0 0-1,0 0-15,0 0 16,0 0 0,-62 67-16,59-52 15,3-4 1,5 0-16,3-1 16,3 1-16,2-2 15,0 0 1,-2-3-16,-5-2 15,-1-2 1,-3 1-16,-2-3 16,0 0-1,-2 0-15,-3 0 16,5 0-16,0 0 16,0 0-1,-95-9-15,50 11 16,-18 5-1,-17 10-15,7 2 16,12 10 0,18 5-16,17 18 15,15 11-15,20 6 16,30 15 0,26-10-16,-3-38 15,-5-31 1,16-22-16,37-48 15,-4-56 1,-35 10-16,-21 5 16,-15 7-16,-16 21 15,-12 28 1,-7 20-16,-2 13 16,-3 6-1,-1 9-15,6 2 16,0 0-1,0 0-15,-35 218 16,42-82-16,14-30 16,16-36-1,13-34-15,8-23 16,-6-15 0,15-24-16,17-21 15</inkml:trace>
  <inkml:trace contextRef="#ctx0" brushRef="#br0" timeOffset="45615.03">16928 8521 0,'0'0'0,"0"0"16,0 0 0,0 0-16,0 0 15,196-19 1,-27-5-16,30-4 16,-48-3-16,5-8 15,8-8 1</inkml:trace>
  <inkml:trace contextRef="#ctx0" brushRef="#br0" timeOffset="46447.97">19102 7909 0,'0'0'0,"0"0"0,0 0 15,0 0 1,0 0-16,0 0 15,-67 35 1,65-33-16,0-2 16,2 0-1,0 0-15,0 0 16,0 0-16,0 0 16,0 0-1,0 0-15,0 0 16,0 0-1,0 0-15,0 0 16,0 0 0,0 0-16,0 0 15,0 0-15</inkml:trace>
  <inkml:trace contextRef="#ctx0" brushRef="#br0" timeOffset="46964.7">18834 8086 0,'13'106'0,"15"24"0,11-20 16,-7-49-16,1-31 15,-5-19 1,9-22-16,27-32 16,73-65-16,20-35 15,-16 16 1,12-12-16,-17 14 15,14 17 1,-19 43-16,-20 17 16,14 9-1,-15 13-15,-17 9 16,-4 2-16</inkml:trace>
  <inkml:trace contextRef="#ctx0" brushRef="#br0" timeOffset="48197.83">12330 9926 0,'0'0'0,"26"145"0,72 180 16,25 31-1,-65-135-15,-36-115 16,-20-56-1,-11-18-15,-4-10 16,-2-12 0,2-7-16,13-3 15,0 0-15,0 0 16,-6-132 0,27 28-16,5-28 15,7 24 1,8 15-16,21 2 15,21 5 1,-6 23-16,-5 33 16,8 25-16,10 31 15,-12 26 1,-37 2-16,-32 2 16,-37 20-1,-50 28-15,-17-7 16,-54-8-16,17-24 15,24-20 1,-7-19-16,31-15 16,32-15-1,13-12-15,7-7 16</inkml:trace>
  <inkml:trace contextRef="#ctx0" brushRef="#br0" timeOffset="49081.26">14805 9818 0,'9'156'0,"15"54"16,6-46-1,-2-43-15,2-24 16,-15-27-1,-10-27-15,-5-19 16,0-9-16,0-7 16,0-8-1,0-6-15,0 6 16,4-80 0,20-13-16,19-2 15,11 17 1,-2 22-16,6 23 15,16 14-15,4 10 16,-16 7 0,-8 6-16,-13 7 15,-8 11 1,-20 10-16,-18 12 16,-23 27-1,-45 9-15,-31-13 16,-19-9-16,-22-21 15,26-22 1,9-15-16,21-11 16,33-2-1,28-4-15,22-9 16,6 26-16</inkml:trace>
  <inkml:trace contextRef="#ctx0" brushRef="#br0" timeOffset="50664.68">17656 10171 0,'0'0'0,"160"-52"0,-20-2 16,25-5 0,-12 8-16,-53 16 15,-10 9-15,-8 4 16,-19 1-1,-22 1-15,-19 3 16,-9 2 0</inkml:trace>
  <inkml:trace contextRef="#ctx0" brushRef="#br0" timeOffset="51331.12">19264 9658 0,'13'108'0,"4"-23"0,1-31 16,3-26 0,9-24-16,29-34 15,70-115-15,68-88 16,-50 6-1,20 30-15,-33 17 16,6 48 0,13-2-16,-21 15 15,26 20-15,15 4 16</inkml:trace>
  <inkml:trace contextRef="#ctx0" brushRef="#br0" timeOffset="57149.77">23007 8865 0,'0'0'0,"-170"-9"0,-42 11 0,-32 5 16,21 6-16,-19 4 15,15-2-15,15 9 16,-19 2-1,43-2-15,17 0 16</inkml:trace>
  <inkml:trace contextRef="#ctx0" brushRef="#br0" timeOffset="58231.16">9404 11786 0,'-205'-69'0,"-16"0"16,14 8-16,19 3 15,4 6 1,-2 2-16,-4 0 16,-9 5-1,48 10-15,-9 1 16,4-1-16,-17-6 16,-21-30-1,-9-14-15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448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52.38095" units="1/cm"/>
          <inkml:channelProperty channel="Y" name="resolution" value="87.27273" units="1/cm"/>
          <inkml:channelProperty channel="T" name="resolution" value="1" units="1/dev"/>
        </inkml:channelProperties>
      </inkml:inkSource>
      <inkml:timestamp xml:id="ts0" timeString="2025-07-22T17:33:14.0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11752" units="cm"/>
          <inkml:channel name="Y" type="integer" max="6608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5-07-22T17:33:14.497"/>
    </inkml:context>
  </inkml:definitions>
  <inkml:trace contextRef="#ctx0" brushRef="#br0">2262 8453 0</inkml:trace>
  <inkml:trace contextRef="#ctx1" brushRef="#br0">1859 1669 0,'0'0'0,"-31"126"0,10-44 15,4 22-15,-5-5 16,9-21-1,9-13-15,4 4 16,13 9-16,4-9 16,5-22-1,-1-16-15,9-14 16,5-17 0,21-35-16,39-42 15,-8-27-15,-9-35 16,-27 27-1,-20 21-15,-23 22 16,-3 21 0,-5 27-16,0 12 15,0 9 1,0 0-16,0 0 16,-65 260-16,43-96 15,14-4 1,12-22-16,0 9 15,9-26 1,0-25-16,-9-23 16,-4-21-1,-4-13-15,-22-9 16,-34 0 0,-31-17-16,-9-13 15,-38-21-15,8-18 16,27-22-1,21-42-15,30-23 16,13-12 0</inkml:trace>
  <inkml:trace contextRef="#ctx1" brushRef="#br0" timeOffset="2465.52">3432 1907 0,'0'0'0,"0"0"15,-8 121-15,8-47 16,0-1 0,13 1-16,4-9 15,9-5 1,4-8-16,0-22 15,5-8-15,-5-18 16,5-12 0,8-10-16,17-16 15,1-10 1,-5-3-16,-17 4 16,-13 4-16,-13 8 15,-4 14 1,-9 4-16,0 9 15,0 4 1,0 0-16,0 0 16,0 0-16,-65 212 15,47-104 1,14 9-16,4 4 16,0-9-1,0-8-15,-4-13 16,-5-1-1,-4-3-15,-4-31 16,0-26-16,-5-17 16,22-13-1,-61-34-15,-12-44 16,-31-34 0,9-53-16,35 14 15,16 4 1</inkml:trace>
  <inkml:trace contextRef="#ctx1" brushRef="#br0" timeOffset="2903.26">3886 1544 0,'0'0'0,"0"0"16,43-69 0,9-1-16,13-12 15,0-9 1,-9 1-16,-21 16 16,-14 22-16,-12 26 15,-9 13 1,0 13-16,0 0 15,0 0 1,-74 329-16,40-65 16,21-52-1,13-26-15</inkml:trace>
  <inkml:trace contextRef="#ctx1" brushRef="#br0" timeOffset="4015.27">2027 3766 0,'0'0'0,"0"0"16,0 0 0,0 0-16,0 0 15,0 0 1,0 0-16,-34 87 15,21 17-15,13 30 16,0-13 0,4-4-16</inkml:trace>
  <inkml:trace contextRef="#ctx1" brushRef="#br0" timeOffset="4618.35">2092 5075 0,'0'0'0,"13"134"0,4 4 15,-4 9-15,-4-9 16</inkml:trace>
  <inkml:trace contextRef="#ctx1" brushRef="#br0" timeOffset="5099.35">2144 6322 0,'0'0'0,"0"0"0,0 0 16,0 0-1,0 0-15,0 0 16,-13 132-16,22-4 16,8-16-1,5-15-15</inkml:trace>
  <inkml:trace contextRef="#ctx1" brushRef="#br0" timeOffset="5802.89">2179 7539 0,'0'0'0,"-65"57"0,26-16 15,9 6 1,4 12-1,17-3-15,9-9 16,13-3-16,13-5 16,13-7-1,8-10-15,1-12 16,4-18 0,13-20-16,-13-26 15,-14-11-15,-16-4 16,-26-1-1,-18-12-15,-21 4 16,-5 20 0,-4 26-16,-12 23 15,3 28 1,-12 31-16,-5 24 16</inkml:trace>
  <inkml:trace contextRef="#ctx1" brushRef="#br0" timeOffset="6331.22">2611 8802 0,'0'0'0,"-87"-26"15,31 18 1,0 5-16,8 10 15,-3 8-15,-1 28 16,0 20 0,13 13-16,17-5 15,22-2 1,13 5-16,13-14 16,17-10-1,14-26-15,3-24 16,9-31-16,1-25 15,-10-26 1,-17-24-16,-30 15 16,-17 22-1,-13 4-15,-27 9 16,-25 19 0,0 31-16,0 30 15,-13 30 1</inkml:trace>
  <inkml:trace contextRef="#ctx1" brushRef="#br0" timeOffset="6864.39">2235 9769 0,'-52'71'0,"13"26"0,9 26 15,25-1-15,18-4 16,18-9 0,-1-25-16,0-28 15,13-17 1,-4-19-16,5-20 15,7-22-15,6-32 16,-5-33 0,-14-12-16,-20-3 15,-14 14 1,-8 16-16,-22 12 16,-17 12-1,-18 18-15,13 26 16,-3 17-16,-10 15 15</inkml:trace>
  <inkml:trace contextRef="#ctx1" brushRef="#br0" timeOffset="7134.91">2628 10882 0,'-13'119'0,"13"26"16,-4 15-16,-5-22 15,-4-23 1,5-29-16,-1-10 16</inkml:trace>
  <inkml:trace contextRef="#ctx1" brushRef="#br0" timeOffset="9464.31">3372 3991 0,'0'0'0,"0"0"16,0 0-16,0 0 16,0 0-1,0 0-15,-5-69 16,1 60-16,4-3 16,-4 3-1,4 5-15,-5-1 16,5 5-1,0 0-15,0 0 16,0 0 0,0 0-16,0 0 15,-73 130-15,73-104 16,9 4 0,4 5-16,12 4 15,14 0 1,5-9-16,-6-9 15,1-12 1,-8-5-16,-5-4 16,4-13-16,9-12 15,0-6 1,0-3-16,-5-10 16,-4-12-1,-8 0-15,-9 0 16,-9 8-1,-12 9-15,-18 0 16,-26-13-16,-22 1 16,-16 7-1,16 27-15,18 17 16,0 22 0,8 21-16,5 52 15,26 9-15,12 0 16</inkml:trace>
  <inkml:trace contextRef="#ctx1" brushRef="#br0" timeOffset="11330.54">3648 5077 0,'9'121'0,"4"24"0,-4 6 15,4-6-15</inkml:trace>
  <inkml:trace contextRef="#ctx1" brushRef="#br0" timeOffset="12181.37">3748 6915 0,'30'142'0</inkml:trace>
  <inkml:trace contextRef="#ctx1" brushRef="#br0" timeOffset="12814.18">3657 6463 0,'0'0'0,"0"0"15,22 112-15,-1 65 16,-4 61 0,-4 2-16</inkml:trace>
  <inkml:trace contextRef="#ctx1" brushRef="#br0" timeOffset="13714.11">3761 7829 0,'0'0'0,"0"0"16,0 0 0,0 0-16,-74 41 15,44-2 1,8 13-16,1 15 15,16 7-15,5-3 16,13-6 0,5-15-16,12-16 15,9-17 1,8-17-16,23-26 16,7-34-16,-3-20 15,-14-13 1,-16-24-16,-14 16 15,-21 12 1,-14 0-16,-16-4 16,-18 20-1,-18 27-15,-16 33 16,-1 35-16,-8 36 16,-8 42-1,29 23-15,18 5 16</inkml:trace>
  <inkml:trace contextRef="#ctx1" brushRef="#br0" timeOffset="14231.46">3821 8735 0,'0'0'0,"0"0"0,0 0 15,18 128 1,12 10-16,0-13 16,-8-45-1,-5-23-15,-4-12 16,-4-6-16</inkml:trace>
  <inkml:trace contextRef="#ctx1" brushRef="#br0" timeOffset="15197.84">3925 9980 0,'0'0'0,"0"0"16,-69 78-1,47-32-15,5 3 16,8-1-16,9-5 15,13 9 1,13 2-16,13-6 16,4-11-1,1-16-15,-1-10 16,9-18 0,4-14-16,-9-16 15,-3-15 1,-18-8-16,-26-16 15,-26-8-15,-22-5 16,1 26 0,-10 22-16,-12 20 15,-9 16 1,13 18-16,1 33 16,-1 25-16</inkml:trace>
  <inkml:trace contextRef="#ctx1" brushRef="#br0" timeOffset="16080.42">4163 11046 0,'0'0'0,"0"0"16,0 0 0,0 0-16,0 0 15,0 0-15,0 0 16,0 0-1,0 0-15,-69 63 16,56-52 0,4 0-16,0 0 15,1-1-15,-1-1 16,5 0 0,4-3-16,-5-2 15,5 1 1,0-3-16,0 0 15,0 0 1,0 0-16,5 1 16,-5-1-16,4 0 15,-4 0 1,4 0-16,-4 0 16,5-2-1,-5 3-15,4-1 16,-4 0-1,4 0-15,-4 5 16,9 10 0,4 24-16,4 26 15,1 17-15,3 16 16,1 4 0,-5-14-16,-4-16 15,-4-9 1</inkml:trace>
  <inkml:trace contextRef="#ctx1" brushRef="#br0" timeOffset="19863.21">5870 3533 0,'0'0'0,"-73"104"0,-1-18 15,-4 9-15,14-17 16,12-30-16,8-31 15,-3-8 1</inkml:trace>
  <inkml:trace contextRef="#ctx1" brushRef="#br0" timeOffset="20063.87">5425 3576 0,'0'0'0,"60"69"15,57 48 1,13 4-16,-13-13 16</inkml:trace>
  <inkml:trace contextRef="#ctx1" brushRef="#br0" timeOffset="22097.01">5581 5159 0,'0'0'0,"0"0"16,0 0-16,0 0 16,34 73-16,-17-40 15,1-7 1,-1-7-16,0-8 15,1-7 1,8-10-16,17-18 16,39-15-1,35-13-15,-9-8 16,-9-9-16,22-7 16,-17 5-1,-22 4-15,-13 4 16</inkml:trace>
  <inkml:trace contextRef="#ctx1" brushRef="#br0" timeOffset="23430.95">5529 6556 0,'0'0'0,"0"0"0,0 0 16,0 0-1,21 119-15,1-42 16,0-7-16,-1-16 16,-4-20-1,1-12-15,3-9 16,1-9 0,8-8-16,26-24 15,48-50 1,30-26-16,-21 15 15,-10-10-15,10-3 16,-18 18 0,-30 19-16,8-2 15,9-6 1,0 8-16,-4 6 16</inkml:trace>
  <inkml:trace contextRef="#ctx1" brushRef="#br0" timeOffset="24397.34">5676 7829 0,'0'0'0,"0"0"16,0 0-16,0 0 15,0 0-15,0 78 16,4-56-1,0-5-15,5-2 16,4-4 0,0-7-16,4-4 15,-17 0 1,91-56-16,13-15 16,12-1-16,-16 5 15,25-11 1,5-12-16,-22 10 15,0 13 1,0-3-16,-26 8 16,-17 1-1</inkml:trace>
  <inkml:trace contextRef="#ctx1" brushRef="#br0" timeOffset="25096.87">6190 8532 0,'0'0'0,"0"0"16,0 0-16,0 0 16,0 0-1,-99 136-15,17-8 16,8-3 0,18-38-16,0-25 15,-1-14-15,14-16 16,0-8-1</inkml:trace>
  <inkml:trace contextRef="#ctx1" brushRef="#br0" timeOffset="25296.99">5581 8798 0,'0'0'0,"99"43"16,0 31-16,27 10 16,-10-15-1,-38-21-15,-17-12 16</inkml:trace>
  <inkml:trace contextRef="#ctx1" brushRef="#br0" timeOffset="26614.17">5758 9890 0,'0'0'0,"0"0"0,0 0 16,0 0 0,0 0-16,0 0 15,0 0 1,17 65-16,-8-18 16,-5 5-16,-4-9 15,4-10 1,1-10-16,3-5 15,5-10 1,18-8-16,38-17 16,34-33-1,10-25-15,17-10 16,-5 3-16,-30 2 16,4-4-1,18 6 1,-26 20-16,-26 12 15,-13 5-15</inkml:trace>
  <inkml:trace contextRef="#ctx1" brushRef="#br0" timeOffset="27701.64">5598 11276 0,'0'0'0,"0"0"15,0 0-15,0 0 16,0 0 0,0 0-16,0 0 15,0 0-15,0 0 16,0 0-1,0 0-15,0 0 16,0 0 0,0 0-16,0 0 15,0 0 1,-35 67-16,35-63 16,0 0-16,0 1 15,0 1 1,0 1-16,0 1 15,5 3 1,-5 2-16,4 0 16,-4 0-1,0-2-15,0-3 16,0-1-16,0-1 16,0-1-1,0-1-15,0 0 16,4 1-1,-4-1-15,5 0 16,-5 1 0,4 1-16,-4 1 15,4-1-15,-4 1 16,5 1 0,-5-1-16,4-1 15,5 3 1,8-3-16,13-6 15,26-17 1,57-50-16,68-43 16,-21-29-16,52-34 15,-52 20 1,43-31 0,-34 24-16,21-13 15,13-6-15</inkml:trace>
  <inkml:trace contextRef="#ctx1" brushRef="#br0" timeOffset="30080.13">3687 12147 0,'0'0'0,"0"0"16,0 0-16,95-45 15,-34 25 1,8 3-16,9 2 16,34 2-1,9-2-15,9-3 16,34-3 0,-4-5-16,30-5 15,-12-1 1,25-3-16,-9 5 15,14-7-15,4 1 16,-27 5 0,23 10-16,-35-1 15,17-2 1,-43 3-16,-17-10 16,-9-3-1,0-5-15</inkml:trace>
  <inkml:trace contextRef="#ctx1" brushRef="#br0" timeOffset="39101.01">8369 2629 0,'0'0'0,"-18"95"0,10-30 16,-1-9-16,5-17 15,-1-8 1,5-10-16,-4-12 16,8-5-16,1-4 15,-5 0 1,69-60-16,22-14 16,8 14-1,-10 12-15,17 18 16,-13 21-1,-26 18-15,-11 25 16,-6 36-16,-20-6 16,-15-3-1,-15-9-15,-17 21 16,-53 27 0,-48 4-16,-8-14 15,-27-12 1,23-30-16,9-9 15</inkml:trace>
  <inkml:trace contextRef="#ctx1" brushRef="#br0" timeOffset="39363.19">8178 2681 0,'139'-69'0,"10"-5"16,-13 10 0,-8 16-16,-12 13 15,-23 9-15,-21 9 16,-3 4-1,2 4-15</inkml:trace>
  <inkml:trace contextRef="#ctx1" brushRef="#br0" timeOffset="39931.22">7928 4316 0,'0'0'0,"190"-108"15,-34 43-15,34 4 16,-32 1-16,25-23 15,-23 1 1,-8 17-16,1 5 16,-32-1-1,19-4-15,-29 9 16,-38 17 0,-12 9-16</inkml:trace>
  <inkml:trace contextRef="#ctx1" brushRef="#br0" timeOffset="40479.72">8812 4722 0,'0'0'0,"0"0"15,132-91-15,-20 9 16,26-4 0,-36 12-16,-42 27 15,-25 16 1,-18 18-16,-6 5 15,-4 8 1,-3 8-16,-2 14 16,0 21-16,-6 65 15,-13 61 1,-20 62-16,-11-14 16,1-21-1,6-57-15,19-36 16,-6-29-1,-4-11-15</inkml:trace>
  <inkml:trace contextRef="#ctx1" brushRef="#br0" timeOffset="40998.5">8518 6233 0,'140'-36'0,"61"-8"0,-10 1 16,-6 4-16,-42 7 15,-2 10 1,-31 9-16,-22 5 15,-16 5 1,-7 3-16</inkml:trace>
  <inkml:trace contextRef="#ctx1" brushRef="#br0" timeOffset="48280.78">11146 2119 0,'-69'195'0,"10"-5"0,18-17 16,15-48-1,11-51-15,7-35 16,3-22 0,3-8-16,2-9 15,0 0 1,0 0-16,76-225 16,-5 21-16,-2 14 15,-19 4 1,-15 31-16,-3-1 15,-8 48 1,-9 39-16,-6 30 16,-5 21-1,0 14-15,1 8 16,1 27-16,9 46 16,9 27-1,11 43-15,10-4 16,-2-35-1,-2-17-15,-2-22 16,-9-26 0,-4-21-16,-11-22 15,1-9 1</inkml:trace>
  <inkml:trace contextRef="#ctx1" brushRef="#br0" timeOffset="48481.21">10958 2538 0,'149'-60'0,"41"4"0,-45 12 16,-26 5-16</inkml:trace>
  <inkml:trace contextRef="#ctx1" brushRef="#br0" timeOffset="49495.82">12417 2197 0,'0'0'0,"-117"13"16,18 8-16,17 5 15,4 0 1,-2 17-1,0 22-15,24 13 16,23-9-16,22-12 16,20 3-1,23 1-15,7-22 16,7-22 0,12-21-16,37-22 15,15-22-15,9-25 16,13-27-1,-15 9-15,-44 31 16,-23 16 0,-15 14-16,-16 13 15,-8 4 1,-7 9-16,-4 8 16,0-4-16,0 0 15,0 0 1,-65 164-16,48-95 15,11-17 1,6-13-16,8-8 16,7-10-1,14-8-15,20-17 16,36-18-16,14-43 16,-13-21-1,-23 21-15,-24 9 16,-15 17-1,-13 13-15,-14 9 16,-3 8 0,-1 9-16,7 0 15,0 0-15,0 0 16,0 0 0,-60 160-16,58-117 15,6-13 1,9-12-16,11-10 15,-24-8-15,117-47 16,-42-14 0,-8 5-16,-6 9 15,-9 8 1,-16 8-16,-14 18 16,-11 9-1,-5 4-15,-4 9 16,-2-9-16,0 0 15,-17 103 1,11-42-16,3-18 16,3-17-1,5-17-15,3-9 16,-8 0 0,0 0-16,96-108 15,-55 30-15,-3-22 16,6 1-1,18-22-15,16-9 16</inkml:trace>
  <inkml:trace contextRef="#ctx1" brushRef="#br0" timeOffset="50612.89">14332 2045 0,'0'0'0,"0"0"0,-78-8 16,5 34-16,-25 17 16,12 13-1,19-4-15,28-13 16,17-9-1,11-4-15,11-9 16,16 1 0,23-10-16,19-16 15,28-22-15,50-31 16,-12-26 0,-47 10-16,-35 25 15,-21 26 1,-12 9-16,-5 12 15,-4 5 1,0 0-16,0 0 16,0 0-16,-52 160 15,48-108 1,10-17-16,7-14 16,5-8-1,12-13-15,30-13 16,23-17-16,1-18 15,-24 1 1,-16 8-16,-21 13 16,-7 13-1,-10 4-15,-6 5 16,-2 4 0,2 0-16,0 0 15,0 0-15,-123 125 16,90-73-1,16-8 1,21-14-16,16-13 16,8-8-16,6-9 15,27-13 1,36-22-16,-2-21 16,-23-4-1,-29 8-15,-22 21 16,-10 10-16,-6 12 15,-5 5 1,-3-1-16,3 5 16,0 0-1,0 0-15,0 0 16,0 0 0,0 0-16,0 0 15,24 113-15,17-117 16,20-18-1,10-13-15,-13-4 16,-23 18 0,-16 3-16,-8 14 15,-11 8-15,0-4 16,-52 117 0,-15 39-16,0-5 15,9-21 1,11-44-16,-1 1 15,-26-9-15,-14-9 16,14-43 0,-19-9-16,-28-21 15,-32-35 1,-48-47-16,19 3 16,-36-7-1,17 3-15,17 35 16,1 26-16,-8 5 15</inkml:trace>
  <inkml:trace contextRef="#ctx1" brushRef="#br0" timeOffset="50962.79">12268 2906 0,'164'9'0,"61"-9"0,36-18 16,38-12-16,20-13 15,-5-9 1,-18 4-16,-24 9 15,-4 5 1,-17-5-16,-82 9 16,-35 8-1,-41 5-15,-42 4 16,-27 0 0,-24 4-16,-13-8 15,-21-5-15</inkml:trace>
  <inkml:trace contextRef="#ctx1" brushRef="#br0" timeOffset="53896.66">17561 1686 0,'0'0'0,"0"0"15,0 0 1,0 0-16,0 0 16,0 0-16,0 0 15,0 0 1,0 0-16,0 0 15,-65-12 1,0 46-16,-30 27 16,2 8-1,26-4-15,15 21 16,18 1-16,14-22 16,14-18-1,8-12-15,11-5 16,19-4-1,22-9-15,9-17 16,30-21 0,58-44-16,-10-39 15,-68 35-15,-21 13 16,-15 12 0,-11 10-16,-11 12 15,-11 13-15,-6 5 16,2 4-1,0 0-15,0 0 16,0 0 0,0 0-16,0 0 15,-45 173 1,49-138-16,5-5 16,6-17-16,-2-9 15,-13-4 1,0 0-16,0 0 15,0 0 1,0 0-16,0 0 16,0 0-1,0 0-15,0 0 16,-11-134-16,11 130 16,4-5-1,11 1-15,16-5 16,14 4-1,0 5-15,-1 4 16,-3 13-16,6 8 16,-4 18-1,-17 9-15,-15-9 16,-9-9 0,-4-13-16,-2-4 15,0-4 1,1-9-16,3 0 15,0 0-15,0 0 16,50-182 0,4 96-16,2 21 15,-12 35 1,-12 21-16,-6 22 16,-2 9-1,-5 12-15,-4 14 16,-6-5-16,-3-8 15,-1-14 1,-3-4-16,0-8 16,0-9-1,0 0-15,3-9 16,10-8-16,15-22 16,18-13-1,6-4-15,4-4 16,-6 12-1,2 13-15,2 9 16,-2 9 0,0 4-16</inkml:trace>
  <inkml:trace contextRef="#ctx1" brushRef="#br0" timeOffset="54346.12">19314 1864 0,'0'0'0,"0"0"0,0 0 15,0 0 1,0 0-16,-95-65 16,45 61-1,-2 12-15,2 14 16,11-1 0,13 5-16,18-8 15,8-18-15,0 0 16,58 56-1,-10-43 1,19-13-16,19 0 16,5-13-16,-11-4 15,-7-9 1,-10-5-16,-11 1 16,-15 13-16,-16 4 15,-12 4 1,-7 1-16</inkml:trace>
  <inkml:trace contextRef="#ctx1" brushRef="#br0" timeOffset="55311.91">20288 1769 0,'0'0'0,"0"0"16,-97-35-16,43 26 15,11 9-15,4 9 16,4 13-1,7 8 1,9 5-16,10-5 16,9-4-16,11 0 15,19 0 1,20-13-16,6-13 16,22-22-16,34-34 15,-8-13 1,-30-1-16,-31 19 15,-17 7 1,-11-3-16,-4 3 16,-5 10-1,-4 12-15,1 9 16,-3 9 0,0 4-16,0 0 15,0 0-15,-65 182 16,17-74-1,16-39-15,10-26 16,5-21 0,2-9-16,0-9 15,2-4 1,-3 0-16,-3-9 16,-3 1-16,1-1 15,6 5 1,6-5-16,9 5 15,0 4 1,0 0-16,132-69 16,-24 21-1,11 13-15,13 1 16,-35 17-16,-13 4 16</inkml:trace>
  <inkml:trace contextRef="#ctx1" brushRef="#br0" timeOffset="55900.18">21237 1916 0,'0'0'0,"-75"155"0,25-51 16,9 4-1,11-17-15,8-35 16,9-21-16,4-18 15,7-8 1,2-9-16,0-13 16,0 13-1,26-143-15,7-4 16,18-9 0,10-8-16,6 30 15,-2 13-15,4 9 16,7 38-1,-5 35-15,-17 26 16,-13 17 0,-9 18-16,-8 13 15,-13 8 1,-15 9-16,-22 17 16,-30 5-16,-11-5 15,0-22 1,17-16-16,2-18 15,12-9 1,7-13-16,12-8 16,15-9-1,2 26-15</inkml:trace>
  <inkml:trace contextRef="#ctx1" brushRef="#br0" timeOffset="57645.37">21587 1505 0,'35'69'0,"-13"18"16,-3-10 0,-2-20-16,-6-23 15,-2-21 1,-1-9-16,8-16 16,5-19-16,9-21 15,7-8 1,11-5-16,-1 4 15,-8 18 1,-9 13-16,-6 8 16,-6 14-16,-6 3 15,-1 10 1,0 3-16,0 5 16,0 5-1,0-5-15,-1 4 16,1-4-16,0-5 15,2 5 1,0-4-16,2-5 16,2 1-1,3-5-15,6 0 16,8-9 0,7-8-16,7-9 15,2-9-15,-5-4 16,-6 0-1,-15 5-15,-14 12 16,-10 9 0,-8 5-16,8 8 15,0 0 1,0 0-16,-169 155 16,117-73-1,20-4-15,21-22 16,18-17-16,14-4 15,16-18 1,26-21-16,60-48 16,19-39-1,-14-30-15,-13-22 16,-10 18-16,-22 0 16,-27 25-1,-26 44-15,-15 26 16,-6 17-1,-7 8-15,-2 5 16,0 0 0,0 0-16,-84 195 15,43-100-15,6 0 16,13-26 0,9-21-16,7-13 15,4-18 1,4-4-16,2-4 15,-2-5 1,-2-4-16,0 0 16,0 0-16,0 0 15,-60-143 1,25 122-16,-4 25 16,-8 26-1,-1 18-15,12 12 16,25-4-1,17-4-15,16-8 16,19-6-16,32-12 16,18-21-1,11-18-15,-9-9 16,-15 5 0,-27 8-16,-18 5 15,-14 8 1,-6 9-16,-6 9 15,-7-5-15,0-17 16,0 0 0,-28 39-16,28-39 15,0 0 1,0 0-16,0 0 16,-54-173-1,56 95-15,4 5 16,7 16-16,9 14 15,8 9 1,3 12-16,3 9 16,8 9-1,16-1-15,26 14 16,12 8 0,-18 5-16,-24 13 15,-24-1-15,-17 5 16,-12-9-1,-12 5-15,-10-9 16,-10 0 0,1-9-16,5-4 15,3-4 1,7-5-16,4 0 16,7 1-16,4-1 15,5 0 1,12 9-16,12 0 15,8 0 1,2-13-16,11-8 16,-3-10-1,-6-3-15,-12-5 16,-12 4-16,-8 9 16,-5 5-1,-3 8-15,-3 0 16,0 4-1,0 5-15,2-1 16,6 1 0,16 4-16,13-9 15,17-13-15,9-12 16,6-14 0,-11-4-16,-19 18 15,-17 12 1,-9 9-16,-7 17 15,-4 9 1,-2-26-16,-2 74 16,2-22-16</inkml:trace>
  <inkml:trace contextRef="#ctx1" brushRef="#br0" timeOffset="58196.63">15674 2949 0,'214'-47'0,"95"-18"16,33 13-16,29 4 15,12 5-15,30-5 16,6 5-1,-2-9-15,-11-13 16,-23 5 0,-26 4-16,-25 12 15,-40 6-15,-39 7 16,-24-3 0,-23-1-16,-8 1 15</inkml:trace>
  <inkml:trace contextRef="#ctx1" brushRef="#br0" timeOffset="59462.73">17509 3096 0,'-22'95'0,"1"44"0,-1 29 15,11-21-15,5-39 16,4-43 0,4-21-16,2-18 15,0-13 1,3-5-16,-3-8 16,-4 0-16,0 0 15,0 0 1</inkml:trace>
  <inkml:trace contextRef="#ctx1" brushRef="#br0" timeOffset="59745.13">16322 3243 0,'0'0'0,"74"-8"0,69-14 16,101-17 0,26-17-16,-17 4 15,8 0-15,7-9 16,-47 5 0,-22 9-16,-50 12 15,-20 9 1,-33 13-16,-40 9 15,-26 0 1,-13 4-16</inkml:trace>
  <inkml:trace contextRef="#ctx1" brushRef="#br0" timeOffset="60229.14">18224 3490 0,'0'0'0,"0"0"0,-6 82 16,12-43-1,12 4-15,12 5 16,5-5 0,3-17-16,3-13 15,11-18 1,28-21-16,18-47 16,-12-22-16,-34 13 15,-28 21 1,-18 5-16,-12 13 15,-20 4 1,-30 8-16,-9 27 16,-9 13-1,-34 30-15,-11 26 16,26 30 0,41-22-16,29-30 15,16-21-15,9-18 16,-2-4-1</inkml:trace>
  <inkml:trace contextRef="#ctx1" brushRef="#br0" timeOffset="60430.05">19171 2664 0,'0'0'0,"0"0"0,13 142 0,-32 79 16,-16 21 0,9-86-16,2-78 15,-10-35 1,-3-8-16,-4-5 16</inkml:trace>
  <inkml:trace contextRef="#ctx1" brushRef="#br0" timeOffset="60662.66">18953 3165 0,'125'5'0,"13"8"16,-6-18-16,0-8 15,-4-4-15,-22-9 16,-35 9 0,-17 4-16,-20 0 15,-8 4 1</inkml:trace>
  <inkml:trace contextRef="#ctx1" brushRef="#br0" timeOffset="60999.74">19737 3139 0,'0'0'16,"-73"83"-16,43-27 15,10-9-15,18-12 16,11-9 0,8-13-16,11-13 15,-28 0-15,138-74 16,-49-12-1,-11-1-15,-24 27 16,-22 21 0,-15 17-16,-10 18 15,-7 4-15,0 0 16,0 0 0,-48 203-16,35-99 15,11-39 1,13-35-16,4-30 15,-15 0 1,115-147-16</inkml:trace>
  <inkml:trace contextRef="#ctx1" brushRef="#br0" timeOffset="61146.07">20556 3005 0,'-56'411'0,"7"-30"0</inkml:trace>
  <inkml:trace contextRef="#ctx1" brushRef="#br0" timeOffset="61868.7">21380 2651 0,'0'0'0,"-56"190"15,-7 61-15,20-48 16,23-112 0,7-35-16,5-26 15,6-17 1,2-4-16,0-9 16,0-9-16,0 9 15,0 0 1,0 0-16,30-147 15,-6 78 1,6-13-16,2-4 16,9-18-1,0-4-15,11 13 16,9 21-16,2 13 16,-7 23-1,2 7-15,7 18 16,4 9-1,-4 13-15,-7 12 16,-19 10 0,-26 38-16,-34 47 15,-40 57-15,-28-21 16,18-61 0,2-44-16,2-21 15,9-13 1,10-13-16,11-4 15,16-5-15,8-4 16</inkml:trace>
  <inkml:trace contextRef="#ctx1" brushRef="#br0" timeOffset="62631.13">21832 3126 0,'0'0'0,"0"0"0,0 0 15,-7 91 1,3-65-16,0-8 16,4-10-1,2-8-15,-2 0 16,0 0-1,0 0-15,84-151 16,-43 99 0,-2 9-16,-2 12 15,2 5-15,6 5 16,3 8 0,-3 0-16,-11 4 15,-8 5-15,-10 4 16,-6 0-1,-1 4-15,-3 5 16,-1 4 0,-1 0-16,3 4 15,-1-4-15,3 4 16,4-4 0,2 0-16,0-4 15,2-5 1,1 1-16,3-5 15,9-5-15,9 1 16,7-9 0,-1 0-16,-6-9 15,-13 5 1,-9 0-16,-10 4 16,-7 13-1,0 0-15,0 0 16,0 0-1,-173 47-15,101 27 16,21-5-16,27-13 16,20-21-1,10-13-15,13-5 16,27-8 0,36-14-16,54-34 15,-6-13 1,-13-12-16,-27-1 15,-10-22-15,-8-25 16,-8-18 0</inkml:trace>
  <inkml:trace contextRef="#ctx1" brushRef="#br0" timeOffset="63344.97">23448 2141 0,'0'0'0,"-47"142"15,-14 27 1,-1 17-16,5-18 16,27-55-1,13-40-15,6-25 16,7-22 0,2-13-16,-1-9 15,3-8-15,0-9 16,-2-17-1,-6-22-15,-3 0 16,-7 4 0,-5 14-16,-12 25 15,-12 22 1,-20 35-16,4 29 16,17 10-16,27-14 15,19-38 1,11-13-16,17-14 15,11-8 1,37-21-16,27-18 16,-18-9-16,-23 9 15,-16 13 1,-18 13-16,-11 9 16,-8 8-1,-7 14-15,-2-18 16,-28 95-1,4-39-15,2-13 16,9-21-16,5-13 16,8-9-1,0 0-15,0 0 16,0 0 0,30-173-16,0 73 15,11-4 1,5 18-16,-3 21 15,2 9-15,1 4 16,-1 13 0,0 17-16,1 5 15,-5 8 1,-9 1-16,-12-1 16,-14 9-1,-4 0-15,-2 0 16</inkml:trace>
  <inkml:trace contextRef="#ctx1" brushRef="#br0" timeOffset="66961.27">11286 5075 0,'11'149'0,"2"15"0,9 29 0,-7-64 16,-9-51-16,-6-22 15,-2-17 1,0-13-16,0-11 16,0-13-1,2-2-15,0 0 16,0 0-16,0-265 16,6 72-1,7 5-15,9-26 16,10 21-1,14-14-15,6 34 16,-1-9 0,3 48-16,7 13 15,0 26 1,-14 43-16,-10 26 16,-11 18-16,-5 12 15,1 26 1,-3 31-16,-3 55 15,-16 23-15,-11 29 16,-17-3 0,-18-44-16,-12-28 15,6-30-15,-4-18 16,-7-19 0,-15-15-16,7-16 15,-2-8 1</inkml:trace>
  <inkml:trace contextRef="#ctx1" brushRef="#br0" timeOffset="67361.14">12080 5286 0,'0'0'0,"49"117"0,-8-30 16,-2-7-1,-15-33-15,-9-23 16,-6-17-1,-5-14-15,3-12 16,1-27 0,5-64-16,0-15 15,5-5-15,1 11 16,1 26 0,-1 30-16,3 16 15,4 10 1,6 11-16,7 11 15,2 8 1</inkml:trace>
  <inkml:trace contextRef="#ctx1" brushRef="#br0" timeOffset="67744.67">12933 5548 0,'0'0'0,"0"0"16,0 0-1,70-56-15,-12-28 16,0-9 0,-12 4-16,-18 0 15,-15-4-15,-11 13 16,-15 5-1,-11 10-15,-6 17 16,-5 20 0,-1 24-16,-8 17 15,-12 32-15,2 52 16,26 12 0,28-10-16,30 7 15,20-20 1,15-25-16,28-18 15,17-13 1</inkml:trace>
  <inkml:trace contextRef="#ctx1" brushRef="#br0" timeOffset="68178.11">14096 4822 0,'0'0'0,"-84"62"15,10 27-15,10 2 16,20-18 0,16-8-16,15-13 15,11-13 1,11-7-16,10-4 15,18-8 1,15-11-16,6-18 16,14-19-16,12-11 15,4 2 1,-14 9-16,-20 15 16,-22 11-1,-8 8-15,-4 12 16,-7 10-16,-5 0 15,-3 0 1,-3-9-16,-2-6 16,0-6-1,0-7-15,0 0 16,0 0 0</inkml:trace>
  <inkml:trace contextRef="#ctx1" brushRef="#br0" timeOffset="68284.21">14394 4921 0,'0'0'0,"57"-112"16,-3 12-16,17 1 15,5 12 1</inkml:trace>
  <inkml:trace contextRef="#ctx1" brushRef="#br0" timeOffset="68678.25">15296 4683 0,'0'0'0,"0"0"0,-80 56 16,21-19-1,8-2-15,10-7 16,8-4-1,11-7-15,7-4 16,9 0-16,8 0 16,11 9-1,13 6-15,6 4 16,1 3 0,-7-3-16,-9-2 15,-11-2 1,-10 1-16,-13 3 15,-18-2 1,-8-4-16,4-8 16,7-12-16,10-6 15,3-6 1,1-5-16</inkml:trace>
  <inkml:trace contextRef="#ctx1" brushRef="#br0" timeOffset="69317.14">15678 4956 0,'37'86'0,"-9"-21"15,-6-15-15,-14-26 16,-5-18-1,-3-6-15,0 0 16,0 0 0,0 0-16,-91-182 15,52 85 1,4 2-16,12 21 16,5 23-16,7 20 15,5 10 1,4 8-16,4 4 15,7-4 1,4 4-16,10 1 16,-23 8-1,91 26-15,-28 13 16,-7 8-16,-13 1 16,-15-3-1,-6 7-15,-5-7 16,-4-8-1,-4-15-15,-3-14 16,-1-10 0,-1-13-16,2-17 15,7-40-15,5-25 16,8-2 0,6 25-16,0 31 15,-3 17 1,-3 26-16,6 30 15,11 65 1,3 48-16,1 2 16,-6-52-16,-2-30 15,-4-29 1,-3-23-16,-2-11 16,7-4-1</inkml:trace>
  <inkml:trace contextRef="#ctx1" brushRef="#br0" timeOffset="70244.5">12413 5931 0,'296'-9'0,"99"-6"0,9 4 15,-21 0 1,-20-4-16,-22-2 16,-12-7-1,-20-10-15,-30-16 16,-15-6-16,-50 17 15,-11 4 1</inkml:trace>
  <inkml:trace contextRef="#ctx1" brushRef="#br0" timeOffset="106610.08">17394 4696 0,'0'0'0,"-56"110"15,19 12 1,1 16-16,8 46 15,6-20 1,5 13-16,2-36 16,2-18-16,8-32 15,3-37 1,2-24-16,0-12 16,0-14-1,0-6-15,0 2 16,0 0-1,30-141-15</inkml:trace>
  <inkml:trace contextRef="#ctx1" brushRef="#br0" timeOffset="107259.88">17260 5016 0,'0'0'0,"0"0"16,20-80-16,-11 48 15,1-1 1,8-1-16,5-3 16,10 5-1,12 3-15,9 8 16,2 16-16,-2 14 15,5 17 1,-7 19-16,-13 42 16,-20 19-1,-21 6-15,-26 35 16,-24-26-16,-13-34 16,5-31-1,6-17-15,4-17 16,9-14-1,8-8-15,5-4 16,2-7-16</inkml:trace>
  <inkml:trace contextRef="#ctx1" brushRef="#br0" timeOffset="110125.86">16593 4951 0,'0'0'0,"0"0"15,0 0-15,97-39 16,-19 18-16,8-1 16,-2 1-1,-4-1-15,-8 2 16,-16-1-1,-19-3-15,-14-2 16</inkml:trace>
  <inkml:trace contextRef="#ctx1" brushRef="#br0" timeOffset="110378.96">16727 4936 0,'0'0'0,"21"134"0,1 37 16,-3 4-16,-8 5 16,-13-59-1,-13-24-15,-5-10 16,-3-10-16,5-20 15,3-16 1</inkml:trace>
  <inkml:trace contextRef="#ctx1" brushRef="#br0" timeOffset="111126.6">15730 6850 0,'69'-9'0,"57"-17"0,62-24 15,39-6 1,-22 4-16,39-2 16,0-13-1,3-17-15,19 0 16,-35 21 0,-21 17-16,-14 1 15,-49 8-15,-30 7 16,-24 4-1,-41 7-15,-18 3 16</inkml:trace>
  <inkml:trace contextRef="#ctx1" brushRef="#br0" timeOffset="112677.79">15875 7684 0,'0'0'0,"0"0"0,0 0 16,0 0-1,0 0-15,0 0 16,6 124-16,-1-49 16,-1 27-1,3 23-15,-5-19 16,0-24-1,-4-10-15,2-18 16,-2-13 0,2-13-16,-3-11 15,1-10-15,0-7 16</inkml:trace>
  <inkml:trace contextRef="#ctx1" brushRef="#br0" timeOffset="113143.56">14771 8086 0,'0'0'15,"0"0"-15,0 0 0,0 0 16,90-64-1,-51 51-15,20-3 16,12-3 0,5-5-16,12-6 15,33-5 1,-2-1-16,2-3 16,17-5-1,-19 10-15,-6 1 16,6 1-16,-20 2 15,-21-1 1,-5 1 0,-10 6-16,-7 3 15</inkml:trace>
  <inkml:trace contextRef="#ctx1" brushRef="#br0" timeOffset="113492.61">16828 7715 0,'0'0'0,"0"0"0,17 129 15,5 36 1,-2-3-16,-12-45 16,-6-29-1,-2-32-15,-2-21 16,-2-16-1,0-14-15,4-5 16</inkml:trace>
  <inkml:trace contextRef="#ctx1" brushRef="#br0" timeOffset="113860.47">16830 7574 0,'0'0'0,"0"0"0,0 0 16,0 0-16,124-52 16,-45 9-1,6 0-15,-16 10 16,-17 12-16,-15 10 15,-12 9 1,-5 8-16,-5 20 16,-15 28-1,-30 35-15,-50 38 16,-22-3 0,3-40-16,2-28 15,25-28-15,31-17 16,20-11-1,8-4-15</inkml:trace>
  <inkml:trace contextRef="#ctx1" brushRef="#br0" timeOffset="114444.19">17829 7708 0,'0'0'0,"97"-6"15,15-3-15,35-4 16,-15-2-16,-8-5 16,-1-1-1,-17-7-15,-13-5 16,4-4 0,-6-6-16,-7-2 15</inkml:trace>
  <inkml:trace contextRef="#ctx1" brushRef="#br0" timeOffset="114761.28">18425 6930 0,'0'0'0,"0"0"15,18 158-15,-1-7 16,7 37 0,-11-41-16,0-2 15,-5-26-15,-3-18 16,-1 21-1,-2-17-15,2-22 16,-1-25 0,-1-10-16</inkml:trace>
  <inkml:trace contextRef="#ctx1" brushRef="#br0" timeOffset="115375.54">19443 6856 0,'0'0'0,"0"0"0,-13 154 16,16 8-1,5 48-15,3-46 16,0-28 0,-5-43-16,-1-24 15,-3-10-15,2-10 16,0-14-1,3-16-15,2-6 16</inkml:trace>
  <inkml:trace contextRef="#ctx1" brushRef="#br0" timeOffset="115659.76">19158 7029 0,'0'0'0,"160"-52"15,-24 11-15,9 0 16,-13-2-1,-13-3-15,2 3 16,-5 4 0,-25 16-16,-26 14 15,-11 7-15</inkml:trace>
  <inkml:trace contextRef="#ctx1" brushRef="#br0" timeOffset="115925.75">19350 7444 0,'0'0'0,"100"-8"0,25-7 16,20-9-16,-7-2 16,7-2-1,-22-7-15,-2-23 16,3-16 0</inkml:trace>
  <inkml:trace contextRef="#ctx1" brushRef="#br0" timeOffset="116094.8">20902 7286 0,'7'98'0,"10"29"16,7 10-16</inkml:trace>
  <inkml:trace contextRef="#ctx1" brushRef="#br0" timeOffset="116442.67">21002 7743 0,'0'0'0,"-11"-74"0,9-21 16,4-54-1,9-65-15,6-31 16,9 42-1,-2 39-15,-1 54 16,-1 38 0,8 25-16,11 12 15,13 11-15,9 11 16,2 16 0,11 12-16,1 21 15,-7 18 1,-25 7-16,-26-5 15,-21 7 1,-28 23-16,-41 16 16,-29-15-1,-19-16-15,9-15 16,24-4-16,23-9 16,13-4-1</inkml:trace>
  <inkml:trace contextRef="#ctx1" brushRef="#br0" timeOffset="117126.41">16979 9226 0,'523'-115'0,"-30"-10"15,-22-11 1,20 38-16,-13-3 16,-27-12-1,-7 29-15,-38 28 16,-37 21-16,-81 5 16,-78 17-1,-53 13-15,-57 2 16,-44 2-1,-30 1-15,-15-1 16,-5 0-16</inkml:trace>
  <inkml:trace contextRef="#ctx1" brushRef="#br0" timeOffset="121625.88">4232 4880 0,'0'0'0,"0"0"0,0 0 16,0 0-16,0 0 16,-74-26-16,53 22 15,-9 2 1,-18-1-16,-17 6 15,-17 3 1,0 9-16,-5 7 16,-8 4-1,9 6-15,8 7 16,13 4-16,-13 14 16,1 5-1,16 3-15,5 6 16,13 12-1,12-1-15,18 15 16,18 5-16,25-7 16,39-7-1,5-23-15,25-26 16,22-26 0,-4-21-16,38-21 15,1-20 1,0-42-16,8-19 15,-47 19 1,-9-19-16,0-24 16,-26 23-16,-35-23 15,-25 17 1,-26 18-16,-48-16 16,-35 7-1,-16 39-15,-49 39 16,14 34-1,-48 52-15,22 14 16,17 7-16</inkml:trace>
  <inkml:trace contextRef="#ctx1" brushRef="#br0" timeOffset="122994.74">4197 6078 0,'-69'4'0,"-30"11"16,-27 11 0,-12 9-16,-22 10 15,30 3-15,-8 27 16,-9 36 0,30 8-16,31 23 15,30-5 1,21 25-16,27 0 15,21 11 1,21-30-16,14-50 16,25-35-1,22-30-15,5-24 16,55-30-16,27-56 16,51-37-1,-56 9-15,27-50 16,-62 26-1,14-20-15,-31 10 16,-38 14 0,-27-8-16,-25 38 15,-27 22-15,-16 5 16,-22-5 0,-53 2-16,-51 13 15,-43 38 1,-17 38-16,-70 62 15,-30 31 1,22 4-16</inkml:trace>
  <inkml:trace contextRef="#ctx1" brushRef="#br0" timeOffset="125843.42">4712 8443 0,'0'0'0,"-69"139"0,17-25 0,0 25 16,9-23 0,17-31-16,8-33 15,10-22-15,3-15 16,1-9-1</inkml:trace>
  <inkml:trace contextRef="#ctx1" brushRef="#br0" timeOffset="126059.7">4370 8718 0,'0'0'0,"0"0"0,100 86 15,8 1 1,-13-20-16,-22-15 16</inkml:trace>
  <inkml:trace contextRef="#ctx1" brushRef="#br0" timeOffset="126362.46">4513 8523 0,'17'104'0,"9"21"15,13 12 1,-9-29-16,-12-28 15,-10-15 1</inkml:trace>
  <inkml:trace contextRef="#ctx1" brushRef="#br0" timeOffset="126576.44">4379 8934 0,'0'0'16,"82"2"-16,9 20 16,4-1-16,-9-1 15</inkml:trace>
  <inkml:trace contextRef="#ctx1" brushRef="#br0" timeOffset="126909.13">4833 8428 0,'0'0'0,"-31"78"0,1-2 16,-13 4-1,-9-11-15,5-17 16,8-16 0,8-12-16,5-7 15</inkml:trace>
  <inkml:trace contextRef="#ctx1" brushRef="#br0" timeOffset="127059.55">4509 8694 0,'0'0'0,"69"30"16,4 5-16,14 10 16</inkml:trace>
  <inkml:trace contextRef="#ctx1" brushRef="#br0" timeOffset="127508.57">4889 8558 0,'-52'104'0,"9"-7"0,0 0 15,-5-23 1,9-27-16,0-12 16</inkml:trace>
  <inkml:trace contextRef="#ctx1" brushRef="#br0" timeOffset="127693.47">4500 8670 0,'0'0'0,"69"59"16,26 44-16,22 34 16,-5-1-1</inkml:trace>
  <inkml:trace contextRef="#ctx1" brushRef="#br0" timeOffset="128010.18">4876 8506 0,'-43'145'0,"12"17"0,-3-15 16,-9-39-1,-5-32-15,1-31 16,8-25 0,-5-12-16</inkml:trace>
  <inkml:trace contextRef="#ctx1" brushRef="#br0" timeOffset="128181.46">4422 8787 0,'95'93'0,"44"15"16</inkml:trace>
  <inkml:trace contextRef="#ctx1" brushRef="#br0" timeOffset="133492.59">4945 10653 0,'0'0'0,"0"0"0,0 0 0,-82-22 16,39 11-16,-18 1 16,-21 1-1,-4 0-15,4 7 16,-14 9-1,-20 8-15,8 17 16,-9 20-16,13 2 16,0 2-1,22 1-15,5-1 16,-14 17 0,4 14-16,18-9 15,22-5-15,8 22 16,17 11-1,13-2-15,18 34 16,21 7 0,31 0-16,25 4 15,1-30-15,25-28 16,31-15 0,17-35-16,4-54 15,18-61 1,8-58-16,-26-40 15,-8-32 1,-31-16-16,-43 12 16,0 5-1,-26 34-15,-12 20 16,-31 26-16,-22 26 16,-26-3-1,-16 5-15,-32 26 16,-42 26-1,-31 38-15,-25 25 16</inkml:trace>
  <inkml:trace contextRef="#ctx1" brushRef="#br0" timeOffset="138077.48">15843 10195 0,'0'0'0,"0"0"0,0 0 16,0 0-16,112-61 16,0 16-1,1-1-15,-20 14 16,10 12-16,-16 9 15,-27 9 1,-16 9-16,-14 6 16,-13 6-16,-10 9 15,-7-28 1,-46 93-16,-25-19 16,4-7-1,17-17-15,20-22 16,13-11-1,10-6-15,9-5 16,20 3 0,38 2-16,23 2 15,31 6-15,12 9 16,-25 5 0,-43-5-16,-27 0 15,-20 9 1,-31 15-16,-58 34 15,-25-4 1,-62-13-16,18-15 16,-17-15-16,34-15 15,42-13 1,16-13-16,10-9 16,1-8-1</inkml:trace>
  <inkml:trace contextRef="#ctx1" brushRef="#br0" timeOffset="140807.85">15008 11568 0,'0'0'0,"100"-9"16,16-8 0,27-7-16,8-9 15,37-3 1,0-3-16,42-2 16,27 2-16,-35 2 15,14-8 1,10-7-16,-55 11 15,12 8 1,-39 5-16,-2 4 16,-43 13-16,-26 7 15,-22 6 1,-30 5-16,-15 4 16</inkml:trace>
  <inkml:trace contextRef="#ctx1" brushRef="#br0" timeOffset="141792.88">15248 12300 0,'0'0'0,"0"0"0,145-73 16,-46 19-1,29 6-15,-1 14 16,-31 19-16,-6 12 16,-1 8-1,-20 6-15,-19 4 16,-22 4-1,-15 5-15,-13-24 16,-52 89-16,-13-20 16,-13 17-1,-8-8-15,6-11 16,24-21 0,28-23-16,17-12 15,13-9 1,-2-2-16,0 0 15,0 0-15,171-58 16,-89 41 0,-13 10-16,-19 9 15,-11 11 1,-18 11-16,-21 2 16,-28 13-1,-34 13-15,-42 8 16,-48-14-1,29-18-15,2-19 16,18-14 0,31-8-16,29-2 15,19-9-15,13-4 16</inkml:trace>
  <inkml:trace contextRef="#ctx1" brushRef="#br0" timeOffset="142374.54">16629 12227 0,'0'0'0,"0"0"0,87 4 15,8-17 1,28-15-16,24-4 16,-24-7-1,-26 9-15,3-1 16,-14 3-1,-21 4-15,-11 1 16</inkml:trace>
  <inkml:trace contextRef="#ctx1" brushRef="#br0" timeOffset="142642.32">16984 11844 0,'0'0'0,"6"76"0,7 54 16,2 21-1,-4 0-15,-7-21 16,-6-33-16,-4-32 16,-3-17-1</inkml:trace>
  <inkml:trace contextRef="#ctx1" brushRef="#br0" timeOffset="147024.43">18332 11615 0,'0'0'0,"0"0"0,0 0 0,0 0 16,-15 186-1,50 117-15,8 41 16,-19-85 0,-9-26-16</inkml:trace>
  <inkml:trace contextRef="#ctx1" brushRef="#br0" timeOffset="147775.1">19973 10216 0,'0'0'0,"119"-13"0,-15 5 16,23-3 0,-30 0-16,-21 2 15</inkml:trace>
  <inkml:trace contextRef="#ctx1" brushRef="#br0" timeOffset="148007.72">19949 10837 0,'89'-7'0,"66"-6"0,42-15 16,-2-6-16</inkml:trace>
  <inkml:trace contextRef="#ctx1" brushRef="#br0" timeOffset="148728.29">21343 9542 0,'0'0'0,"0"0"15,65-33-15,67-32 16,58-26 0,-32 24-16,-54 29 15,-35 20 1,-22 16-16,-10 13 16,-11 23-16,-22 21 15,-36 61 1,-42 62-16,-27-12 15,17-25 1,29-51-16,23-40 16,15-22-1,10-10-15,9-8 16,14 1-16,25 0 16,21 4-1,5 0-15,-15 0 16,-19 1-1,-18 1-15,-17 9 16,-35 30 0,-50 28-16,-23-2 15,-2-12-15,8-14 16,20-17 0,25-13-16,20-15 15,22-11 1,15-11-16,2 11 15</inkml:trace>
  <inkml:trace contextRef="#ctx1" brushRef="#br0" timeOffset="148993.64">22804 9738 0,'0'0'0,"-171"188"0,-47 139 15,22 15-15,57-57 16,-12-30 0,13-50-16,42-60 15,23-52 1,32-45-16,19-29 15,20-19-15,2 0 16</inkml:trace>
  <inkml:trace contextRef="#ctx1" brushRef="#br0" timeOffset="149390.89">22921 10463 0,'0'0'0,"-50"82"15,-64 73-15,-25 16 16,46-43-1,24-44-15,11-25 16,6-18 0,11-9-16,13-10 15,13-7-15,17-4 16,22 6 0,38 5-16,66-5 15,19-17 1,13-15-16,-5-16 15,-27-12 1,-24-7-16,-39 7 16,-18 0-16</inkml:trace>
  <inkml:trace contextRef="#ctx1" brushRef="#br0" timeOffset="149590.89">22703 10938 0,'0'0'0,"0"0"0,-26 78 15,0 149 1,0 195-16,11 8 16,21-218-16,18-50 15,4-11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28BFE8-6EC4-975A-05E6-3C6BC2E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AC0655-2E54-A4F6-BD0E-7B9FCF8E7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61383B6-504C-6CD1-E090-210A6396F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55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CA11406-D276-B207-523F-5FB00C00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9789C3E-C8DB-EF25-BC43-E990A51155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421104E-5CB9-74C5-73F8-F8740991A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90241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D5BEB1-9959-1EE1-1ECA-F8BAFBDF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92F2E55-7BDA-57E7-5F96-7EA871036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786DA1B-27C0-EC40-36D4-68456F623B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6470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AC78525-653E-5F9E-CFD9-3108BFBD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775C57F-8435-4203-F425-72658033BE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C14C7ED-1CC3-8E2A-3669-98E30366D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57180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4E27871-9326-47EB-BA33-B22299FF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A9977183-3C74-9300-1156-7A9D68761D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0D17E41-E433-A104-74EB-4484E1BADC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581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ECAFD53-43FE-D519-8839-FBBF2CF7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0BAB7D2-090C-DC54-D14C-8FE3F48F1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A8BBE9B-8C16-DFF7-6A59-962A9EB32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75042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4198EE30-19CE-4384-1D61-FEA0BFBD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601FE7C8-6C87-50C2-865E-4D9231628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33DBE0CD-9639-BEE9-F4FD-AB11D482F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334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91BA0D3-8D6F-F51C-6CCD-B86108FE1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58B80A7-D698-B4CC-5ECE-82933C134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42AF364-1035-8856-390B-5222FB10C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54940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01766974-23C7-7454-3111-E712F571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FCBE336-80AD-2DFA-4886-54F543DCF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0C6BCA2B-2E20-B653-E47F-FDD31D075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6645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1AF71FB-7464-73EA-5966-57F2BF22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6A7094F-53C7-F3AA-3424-A7C5B45139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77DEEF5-B8F4-0D38-DB3C-DE25430AC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31920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94EE5A61-B39F-0B27-6AF2-DC8C47678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135F63C2-2A38-A577-A131-7900BBE53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5993F67-538C-3C85-1514-BC69D8483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325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54D4FBF-48E5-4531-1381-59DC6042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AD94DAC-5970-4D1E-B55C-6B1FB9ACEF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F29DE94-1FD1-80E8-BAD7-C0FE2009C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080392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24" Type="http://schemas.openxmlformats.org/officeDocument/2006/relationships/image" Target="../media/image3.png"/><Relationship Id="rId23" Type="http://schemas.openxmlformats.org/officeDocument/2006/relationships/customXml" Target="../ink/ink4.xml"/><Relationship Id="rId22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Model Evaluation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Model Evaluation Foundations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875EE1-DDC3-C65B-8B44-0BFCFF20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17D944-B21C-0666-4FF5-CCA35966BD8A}"/>
                  </a:ext>
                </a:extLst>
              </p14:cNvPr>
              <p14:cNvContentPartPr/>
              <p14:nvPr/>
            </p14:nvContentPartPr>
            <p14:xfrm>
              <a:off x="482400" y="521640"/>
              <a:ext cx="7961760" cy="252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17D944-B21C-0666-4FF5-CCA35966BD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040" y="512280"/>
                <a:ext cx="7980480" cy="254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074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933D172-A1D7-880D-5E9F-48B53785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3E9453-C2A5-AB35-EF04-AB28C3522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38359"/>
              </p:ext>
            </p:extLst>
          </p:nvPr>
        </p:nvGraphicFramePr>
        <p:xfrm>
          <a:off x="492125" y="654049"/>
          <a:ext cx="5994399" cy="2994030"/>
        </p:xfrm>
        <a:graphic>
          <a:graphicData uri="http://schemas.openxmlformats.org/drawingml/2006/table">
            <a:tbl>
              <a:tblPr/>
              <a:tblGrid>
                <a:gridCol w="458901">
                  <a:extLst>
                    <a:ext uri="{9D8B030D-6E8A-4147-A177-3AD203B41FA5}">
                      <a16:colId xmlns:a16="http://schemas.microsoft.com/office/drawing/2014/main" val="1750257984"/>
                    </a:ext>
                  </a:extLst>
                </a:gridCol>
                <a:gridCol w="1204616">
                  <a:extLst>
                    <a:ext uri="{9D8B030D-6E8A-4147-A177-3AD203B41FA5}">
                      <a16:colId xmlns:a16="http://schemas.microsoft.com/office/drawing/2014/main" val="2079328157"/>
                    </a:ext>
                  </a:extLst>
                </a:gridCol>
                <a:gridCol w="1577474">
                  <a:extLst>
                    <a:ext uri="{9D8B030D-6E8A-4147-A177-3AD203B41FA5}">
                      <a16:colId xmlns:a16="http://schemas.microsoft.com/office/drawing/2014/main" val="3308570516"/>
                    </a:ext>
                  </a:extLst>
                </a:gridCol>
                <a:gridCol w="1376704">
                  <a:extLst>
                    <a:ext uri="{9D8B030D-6E8A-4147-A177-3AD203B41FA5}">
                      <a16:colId xmlns:a16="http://schemas.microsoft.com/office/drawing/2014/main" val="2287481155"/>
                    </a:ext>
                  </a:extLst>
                </a:gridCol>
                <a:gridCol w="1376704">
                  <a:extLst>
                    <a:ext uri="{9D8B030D-6E8A-4147-A177-3AD203B41FA5}">
                      <a16:colId xmlns:a16="http://schemas.microsoft.com/office/drawing/2014/main" val="1130497715"/>
                    </a:ext>
                  </a:extLst>
                </a:gridCol>
              </a:tblGrid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Y-Actual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Predicted Y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ABS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317547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798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753343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12,600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947778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8,100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833899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84,827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556839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4,761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123368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772,641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39031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633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16,512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492071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796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23,716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720058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221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48,952 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388949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757393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108,101 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587647"/>
                  </a:ext>
                </a:extLst>
              </a:tr>
              <a:tr h="230310"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RMSE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60729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E2CD4A-D08D-7E4E-DB85-C2E47AD3AA4D}"/>
                  </a:ext>
                </a:extLst>
              </p14:cNvPr>
              <p14:cNvContentPartPr/>
              <p14:nvPr/>
            </p14:nvContentPartPr>
            <p14:xfrm>
              <a:off x="509040" y="289440"/>
              <a:ext cx="8633880" cy="405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E2CD4A-D08D-7E4E-DB85-C2E47AD3AA4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9680" y="280080"/>
                <a:ext cx="8652600" cy="407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69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Regression Model Evaluation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C9A13BF-38D0-4C73-D612-D0F2DD59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95C3D2B-BA10-3AF5-3FFA-BB4A36019E8D}"/>
                  </a:ext>
                </a:extLst>
              </p14:cNvPr>
              <p14:cNvContentPartPr/>
              <p14:nvPr/>
            </p14:nvContentPartPr>
            <p14:xfrm>
              <a:off x="6053625" y="1053300"/>
              <a:ext cx="1565280" cy="84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95C3D2B-BA10-3AF5-3FFA-BB4A36019E8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47505" y="1047180"/>
                <a:ext cx="1577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B946DA-2010-8000-CE34-235805CD1EF3}"/>
                  </a:ext>
                </a:extLst>
              </p14:cNvPr>
              <p14:cNvContentPartPr/>
              <p14:nvPr/>
            </p14:nvContentPartPr>
            <p14:xfrm>
              <a:off x="502560" y="618120"/>
              <a:ext cx="7667640" cy="3350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B946DA-2010-8000-CE34-235805CD1EF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93200" y="608760"/>
                <a:ext cx="7686360" cy="336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914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7AC7F20-4DC8-D0C6-46AE-C8203F300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E9EA0A-EB55-A1E5-BE6A-1CF4A7B09962}"/>
                  </a:ext>
                </a:extLst>
              </p14:cNvPr>
              <p14:cNvContentPartPr/>
              <p14:nvPr/>
            </p14:nvContentPartPr>
            <p14:xfrm>
              <a:off x="343800" y="169560"/>
              <a:ext cx="8799120" cy="4173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E9EA0A-EB55-A1E5-BE6A-1CF4A7B099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440" y="160200"/>
                <a:ext cx="8817840" cy="419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529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9E84E2C-053D-3FFD-C1D6-DAE27730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88A3ED1-9572-0AEC-C0A1-36280C58B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Classification Model Evaluation Metrics 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8566638-B002-8F79-F8A7-82D56A213E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6184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E77F3AD-73B7-B396-CB75-2C8966B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CAEF70-DC71-1A74-F197-27CF2EE88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645522"/>
              </p:ext>
            </p:extLst>
          </p:nvPr>
        </p:nvGraphicFramePr>
        <p:xfrm>
          <a:off x="407912" y="863603"/>
          <a:ext cx="8183640" cy="3717912"/>
        </p:xfrm>
        <a:graphic>
          <a:graphicData uri="http://schemas.openxmlformats.org/drawingml/2006/table">
            <a:tbl>
              <a:tblPr/>
              <a:tblGrid>
                <a:gridCol w="639763">
                  <a:extLst>
                    <a:ext uri="{9D8B030D-6E8A-4147-A177-3AD203B41FA5}">
                      <a16:colId xmlns:a16="http://schemas.microsoft.com/office/drawing/2014/main" val="1553483530"/>
                    </a:ext>
                  </a:extLst>
                </a:gridCol>
                <a:gridCol w="919661">
                  <a:extLst>
                    <a:ext uri="{9D8B030D-6E8A-4147-A177-3AD203B41FA5}">
                      <a16:colId xmlns:a16="http://schemas.microsoft.com/office/drawing/2014/main" val="3714614266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991208186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1153700786"/>
                    </a:ext>
                  </a:extLst>
                </a:gridCol>
                <a:gridCol w="1079602">
                  <a:extLst>
                    <a:ext uri="{9D8B030D-6E8A-4147-A177-3AD203B41FA5}">
                      <a16:colId xmlns:a16="http://schemas.microsoft.com/office/drawing/2014/main" val="1508279995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1000330355"/>
                    </a:ext>
                  </a:extLst>
                </a:gridCol>
                <a:gridCol w="853018">
                  <a:extLst>
                    <a:ext uri="{9D8B030D-6E8A-4147-A177-3AD203B41FA5}">
                      <a16:colId xmlns:a16="http://schemas.microsoft.com/office/drawing/2014/main" val="2945625023"/>
                    </a:ext>
                  </a:extLst>
                </a:gridCol>
                <a:gridCol w="853018">
                  <a:extLst>
                    <a:ext uri="{9D8B030D-6E8A-4147-A177-3AD203B41FA5}">
                      <a16:colId xmlns:a16="http://schemas.microsoft.com/office/drawing/2014/main" val="3472521935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326735558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192765552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425491811"/>
                    </a:ext>
                  </a:extLst>
                </a:gridCol>
              </a:tblGrid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939179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Confusion Matrix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176673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Predicted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643731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149277"/>
                  </a:ext>
                </a:extLst>
              </a:tr>
              <a:tr h="16899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</a:t>
                      </a:r>
                    </a:p>
                  </a:txBody>
                  <a:tcPr marL="5355" marR="5355" marT="535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FN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44108"/>
                  </a:ext>
                </a:extLst>
              </a:tr>
              <a:tr h="16899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FP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TN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99717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Accuracy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=TP+TN/Total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188445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Precision 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=TP/FP+TP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459229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Actual</a:t>
                      </a:r>
                    </a:p>
                  </a:txBody>
                  <a:tcPr marL="5355" marR="5355" marT="535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Recall 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=TP/TP+FN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469977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F1 Score 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 Harmonic Mean - Reciprocal of the mean of the reciprocals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813567"/>
                  </a:ext>
                </a:extLst>
              </a:tr>
              <a:tr h="16899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Predicted</a:t>
                      </a:r>
                    </a:p>
                  </a:txBody>
                  <a:tcPr marL="5355" marR="5355" marT="535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TP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FP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696365"/>
                  </a:ext>
                </a:extLst>
              </a:tr>
              <a:tr h="16899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FN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TN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116577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392445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Non-Fradulent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Fradulent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Class Imbalance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195303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995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Accuracy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99.50%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386057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Recall 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577416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7908594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870288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198928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Arithmetic mean 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6621770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Harmonic Mean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600485"/>
                  </a:ext>
                </a:extLst>
              </a:tr>
              <a:tr h="168996"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355" marR="5355" marT="535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05056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B5B9689-14D4-A57A-001D-6CF0DF43BCAF}"/>
                  </a:ext>
                </a:extLst>
              </p14:cNvPr>
              <p14:cNvContentPartPr/>
              <p14:nvPr/>
            </p14:nvContentPartPr>
            <p14:xfrm>
              <a:off x="661320" y="404640"/>
              <a:ext cx="8074440" cy="3838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B5B9689-14D4-A57A-001D-6CF0DF43B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960" y="395280"/>
                <a:ext cx="8093160" cy="385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190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A0869FAF-AFBA-234A-00FE-9C0689E2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55634FEB-C106-D9A4-7B68-FA04468209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Hyperparameter Tuning 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BE7143C-9941-6347-784D-1449F2A7A3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59217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6A69B39-3A93-22D6-6428-3B9AE5D2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01575A-D97C-6CA9-60AA-C4D22CEF594C}"/>
                  </a:ext>
                </a:extLst>
              </p14:cNvPr>
              <p14:cNvContentPartPr/>
              <p14:nvPr/>
            </p14:nvContentPartPr>
            <p14:xfrm>
              <a:off x="510480" y="337680"/>
              <a:ext cx="8297640" cy="4321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01575A-D97C-6CA9-60AA-C4D22CEF59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120" y="328320"/>
                <a:ext cx="8316360" cy="4339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0662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F9761DDA-C167-1D13-EF23-EE0A0452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DF3245A-D2E0-64AF-F5B2-6D8400A09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Error Analysis </a:t>
            </a:r>
            <a:br>
              <a:rPr lang="en" dirty="0"/>
            </a:br>
            <a:r>
              <a:rPr lang="en" dirty="0"/>
              <a:t>- Loss Curves </a:t>
            </a:r>
            <a:br>
              <a:rPr lang="en" dirty="0"/>
            </a:br>
            <a:r>
              <a:rPr lang="en" dirty="0"/>
              <a:t>- Validation Curves 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9F0A1C0-5971-0094-2C47-E37D2448E2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03628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8AACFB-AAF3-F670-7D79-9EE8A40F6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571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66E4C38-5B70-3914-7C98-F79B0419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3982D75-9BC0-0317-404E-9C54854249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3" y="450150"/>
            <a:ext cx="7188581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Applied Machine Learning </a:t>
            </a:r>
            <a:br>
              <a:rPr lang="en" dirty="0"/>
            </a:br>
            <a:r>
              <a:rPr lang="en" dirty="0"/>
              <a:t>- GLMs </a:t>
            </a:r>
            <a:br>
              <a:rPr lang="en" dirty="0"/>
            </a:br>
            <a:r>
              <a:rPr lang="en" dirty="0"/>
              <a:t>- Gauss Markov Assumptions 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AFC1B3AA-4445-55AC-2C12-FE8042C864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40268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8A0B182-6E00-0EC6-D440-F2BF9EDE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187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202</Words>
  <Application>Microsoft Office PowerPoint</Application>
  <PresentationFormat>On-screen Show (16:9)</PresentationFormat>
  <Paragraphs>120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Lato</vt:lpstr>
      <vt:lpstr>Aptos Narrow</vt:lpstr>
      <vt:lpstr>Arial</vt:lpstr>
      <vt:lpstr>Raleway</vt:lpstr>
      <vt:lpstr>Streamline</vt:lpstr>
      <vt:lpstr>1_Streamline</vt:lpstr>
      <vt:lpstr>PowerPoint Presentation</vt:lpstr>
      <vt:lpstr>Model Evaluation Foundations</vt:lpstr>
      <vt:lpstr>PowerPoint Presentation</vt:lpstr>
      <vt:lpstr>PowerPoint Presentation</vt:lpstr>
      <vt:lpstr>Regression Model Evaluation</vt:lpstr>
      <vt:lpstr>PowerPoint Presentation</vt:lpstr>
      <vt:lpstr>PowerPoint Presentation</vt:lpstr>
      <vt:lpstr>Classification Model Evaluation Metrics </vt:lpstr>
      <vt:lpstr>PowerPoint Presentation</vt:lpstr>
      <vt:lpstr>Hyperparameter Tuning </vt:lpstr>
      <vt:lpstr>PowerPoint Presentation</vt:lpstr>
      <vt:lpstr>Error Analysis  - Loss Curves  - Validation Curves </vt:lpstr>
      <vt:lpstr>PowerPoint Presentation</vt:lpstr>
      <vt:lpstr>Applied Machine Learning  - GLMs  - Gauss Markov Assumptions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Christopher Aloo</dc:creator>
  <cp:lastModifiedBy>Christopher Aloo</cp:lastModifiedBy>
  <cp:revision>6</cp:revision>
  <dcterms:modified xsi:type="dcterms:W3CDTF">2025-07-23T07:35:17Z</dcterms:modified>
</cp:coreProperties>
</file>