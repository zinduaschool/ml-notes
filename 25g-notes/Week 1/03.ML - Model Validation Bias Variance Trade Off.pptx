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notesSlides/notesSlide7.xml" ContentType="application/vnd.openxmlformats-officedocument.presentationml.notesSlide+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notesSlides/notesSlide8.xml" ContentType="application/vnd.openxmlformats-officedocument.presentationml.notesSlide+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notesSlides/notesSlide9.xml" ContentType="application/vnd.openxmlformats-officedocument.presentationml.notesSlide+xml"/>
  <Override PartName="/ppt/ink/ink163.xml" ContentType="application/inkml+xml"/>
  <Override PartName="/ppt/ink/ink164.xml" ContentType="application/inkml+xml"/>
  <Override PartName="/ppt/ink/ink165.xml" ContentType="application/inkml+xml"/>
  <Override PartName="/ppt/notesSlides/notesSlide10.xml" ContentType="application/vnd.openxmlformats-officedocument.presentationml.notesSlide+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notesSlides/notesSlide11.xml" ContentType="application/vnd.openxmlformats-officedocument.presentationml.notesSlide+xml"/>
  <Override PartName="/ppt/ink/ink266.xml" ContentType="application/inkml+xml"/>
  <Override PartName="/ppt/notesSlides/notesSlide12.xml" ContentType="application/vnd.openxmlformats-officedocument.presentationml.notesSlide+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notesSlides/notesSlide13.xml" ContentType="application/vnd.openxmlformats-officedocument.presentationml.notesSlide+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notesSlides/notesSlide14.xml" ContentType="application/vnd.openxmlformats-officedocument.presentationml.notesSlide+xml"/>
  <Override PartName="/ppt/ink/ink388.xml" ContentType="application/inkml+xml"/>
  <Override PartName="/ppt/notesSlides/notesSlide15.xml" ContentType="application/vnd.openxmlformats-officedocument.presentationml.notesSlide+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notesSlides/notesSlide16.xml" ContentType="application/vnd.openxmlformats-officedocument.presentationml.notesSlide+xml"/>
  <Override PartName="/ppt/ink/ink397.xml" ContentType="application/inkml+xml"/>
  <Override PartName="/ppt/notesSlides/notesSlide17.xml" ContentType="application/vnd.openxmlformats-officedocument.presentationml.notesSlide+xml"/>
  <Override PartName="/ppt/ink/ink398.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1"/>
  </p:notesMasterIdLst>
  <p:sldIdLst>
    <p:sldId id="256" r:id="rId2"/>
    <p:sldId id="265" r:id="rId3"/>
    <p:sldId id="257" r:id="rId4"/>
    <p:sldId id="264" r:id="rId5"/>
    <p:sldId id="266" r:id="rId6"/>
    <p:sldId id="263" r:id="rId7"/>
    <p:sldId id="258" r:id="rId8"/>
    <p:sldId id="259" r:id="rId9"/>
    <p:sldId id="268" r:id="rId10"/>
    <p:sldId id="273" r:id="rId11"/>
    <p:sldId id="272" r:id="rId12"/>
    <p:sldId id="269" r:id="rId13"/>
    <p:sldId id="270" r:id="rId14"/>
    <p:sldId id="274" r:id="rId15"/>
    <p:sldId id="260" r:id="rId16"/>
    <p:sldId id="261" r:id="rId17"/>
    <p:sldId id="262" r:id="rId18"/>
    <p:sldId id="271" r:id="rId19"/>
    <p:sldId id="267" r:id="rId20"/>
  </p:sldIdLst>
  <p:sldSz cx="9144000" cy="5143500" type="screen16x9"/>
  <p:notesSz cx="6858000" cy="9144000"/>
  <p:embeddedFontLst>
    <p:embeddedFont>
      <p:font typeface="Lato" panose="020F0502020204030203" pitchFamily="34" charset="0"/>
      <p:regular r:id="rId22"/>
      <p:bold r:id="rId23"/>
      <p:italic r:id="rId24"/>
      <p:boldItalic r:id="rId25"/>
    </p:embeddedFont>
    <p:embeddedFont>
      <p:font typeface="Raleway" pitchFamily="2" charset="0"/>
      <p:regular r:id="rId26"/>
      <p:bold r:id="rId27"/>
      <p:italic r:id="rId28"/>
      <p:boldItalic r:id="rId29"/>
    </p:embeddedFont>
    <p:embeddedFont>
      <p:font typeface="Roboto"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C79984-D60A-4099-9EEC-0E802D2FF5EC}" v="160" dt="2025-07-09T18:16:30.2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6382" autoAdjust="0"/>
  </p:normalViewPr>
  <p:slideViewPr>
    <p:cSldViewPr snapToGrid="0">
      <p:cViewPr>
        <p:scale>
          <a:sx n="50" d="100"/>
          <a:sy n="50" d="100"/>
        </p:scale>
        <p:origin x="1740" y="220"/>
      </p:cViewPr>
      <p:guideLst>
        <p:guide orient="horz" pos="162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microsoft.com/office/2015/10/relationships/revisionInfo" Target="revisionInfo.xml"/><Relationship Id="rId21" Type="http://schemas.openxmlformats.org/officeDocument/2006/relationships/notesMaster" Target="notesMasters/notesMaster1.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Aloo" userId="81d139e4-1a74-45bd-a04a-64f94c7d37c9" providerId="ADAL" clId="{96C79984-D60A-4099-9EEC-0E802D2FF5EC}"/>
    <pc:docChg chg="undo custSel addSld modSld">
      <pc:chgData name="Christopher Aloo" userId="81d139e4-1a74-45bd-a04a-64f94c7d37c9" providerId="ADAL" clId="{96C79984-D60A-4099-9EEC-0E802D2FF5EC}" dt="2025-07-09T18:18:11.549" v="743" actId="114"/>
      <pc:docMkLst>
        <pc:docMk/>
      </pc:docMkLst>
      <pc:sldChg chg="addSp delSp modSp mod">
        <pc:chgData name="Christopher Aloo" userId="81d139e4-1a74-45bd-a04a-64f94c7d37c9" providerId="ADAL" clId="{96C79984-D60A-4099-9EEC-0E802D2FF5EC}" dt="2025-07-09T17:41:13.930" v="153"/>
        <pc:sldMkLst>
          <pc:docMk/>
          <pc:sldMk cId="0" sldId="257"/>
        </pc:sldMkLst>
        <pc:spChg chg="mod">
          <ac:chgData name="Christopher Aloo" userId="81d139e4-1a74-45bd-a04a-64f94c7d37c9" providerId="ADAL" clId="{96C79984-D60A-4099-9EEC-0E802D2FF5EC}" dt="2025-07-08T17:25:57.984" v="51" actId="1076"/>
          <ac:spMkLst>
            <pc:docMk/>
            <pc:sldMk cId="0" sldId="257"/>
            <ac:spMk id="2" creationId="{D8E97CC2-095B-876F-B393-B6A0FCF9ECE9}"/>
          </ac:spMkLst>
        </pc:spChg>
        <pc:spChg chg="mod">
          <ac:chgData name="Christopher Aloo" userId="81d139e4-1a74-45bd-a04a-64f94c7d37c9" providerId="ADAL" clId="{96C79984-D60A-4099-9EEC-0E802D2FF5EC}" dt="2025-07-08T17:25:57.984" v="51" actId="1076"/>
          <ac:spMkLst>
            <pc:docMk/>
            <pc:sldMk cId="0" sldId="257"/>
            <ac:spMk id="3" creationId="{0BCFED97-BEFE-CAB1-3BCC-271BE564C7D6}"/>
          </ac:spMkLst>
        </pc:spChg>
        <pc:grpChg chg="del mod">
          <ac:chgData name="Christopher Aloo" userId="81d139e4-1a74-45bd-a04a-64f94c7d37c9" providerId="ADAL" clId="{96C79984-D60A-4099-9EEC-0E802D2FF5EC}" dt="2025-07-09T17:39:56.388" v="108"/>
          <ac:grpSpMkLst>
            <pc:docMk/>
            <pc:sldMk cId="0" sldId="257"/>
            <ac:grpSpMk id="14" creationId="{CE15C105-4A0C-05AD-ED11-C255C6B0EB7F}"/>
          </ac:grpSpMkLst>
        </pc:grpChg>
        <pc:grpChg chg="mod">
          <ac:chgData name="Christopher Aloo" userId="81d139e4-1a74-45bd-a04a-64f94c7d37c9" providerId="ADAL" clId="{96C79984-D60A-4099-9EEC-0E802D2FF5EC}" dt="2025-07-09T17:39:56.388" v="108"/>
          <ac:grpSpMkLst>
            <pc:docMk/>
            <pc:sldMk cId="0" sldId="257"/>
            <ac:grpSpMk id="23" creationId="{543EFA15-4642-2650-BDC4-8ACFE24F0223}"/>
          </ac:grpSpMkLst>
        </pc:grpChg>
        <pc:grpChg chg="del mod">
          <ac:chgData name="Christopher Aloo" userId="81d139e4-1a74-45bd-a04a-64f94c7d37c9" providerId="ADAL" clId="{96C79984-D60A-4099-9EEC-0E802D2FF5EC}" dt="2025-07-09T17:40:05.280" v="122"/>
          <ac:grpSpMkLst>
            <pc:docMk/>
            <pc:sldMk cId="0" sldId="257"/>
            <ac:grpSpMk id="30" creationId="{619538B5-E517-3488-13CE-9C2585FDA7CC}"/>
          </ac:grpSpMkLst>
        </pc:grpChg>
        <pc:grpChg chg="del mod">
          <ac:chgData name="Christopher Aloo" userId="81d139e4-1a74-45bd-a04a-64f94c7d37c9" providerId="ADAL" clId="{96C79984-D60A-4099-9EEC-0E802D2FF5EC}" dt="2025-07-09T17:40:08.533" v="126"/>
          <ac:grpSpMkLst>
            <pc:docMk/>
            <pc:sldMk cId="0" sldId="257"/>
            <ac:grpSpMk id="37" creationId="{03F06A15-8F2E-C058-0AA7-EF105A8F0547}"/>
          </ac:grpSpMkLst>
        </pc:grpChg>
        <pc:grpChg chg="mod">
          <ac:chgData name="Christopher Aloo" userId="81d139e4-1a74-45bd-a04a-64f94c7d37c9" providerId="ADAL" clId="{96C79984-D60A-4099-9EEC-0E802D2FF5EC}" dt="2025-07-09T17:40:08.533" v="126"/>
          <ac:grpSpMkLst>
            <pc:docMk/>
            <pc:sldMk cId="0" sldId="257"/>
            <ac:grpSpMk id="41" creationId="{CD7B9843-9BA5-6E7C-BEC9-E89E4C94485E}"/>
          </ac:grpSpMkLst>
        </pc:grpChg>
        <pc:grpChg chg="del mod">
          <ac:chgData name="Christopher Aloo" userId="81d139e4-1a74-45bd-a04a-64f94c7d37c9" providerId="ADAL" clId="{96C79984-D60A-4099-9EEC-0E802D2FF5EC}" dt="2025-07-09T17:40:20.392" v="136"/>
          <ac:grpSpMkLst>
            <pc:docMk/>
            <pc:sldMk cId="0" sldId="257"/>
            <ac:grpSpMk id="44" creationId="{732744C6-7DF5-F871-4FF0-34394D970740}"/>
          </ac:grpSpMkLst>
        </pc:grpChg>
        <pc:grpChg chg="del mod">
          <ac:chgData name="Christopher Aloo" userId="81d139e4-1a74-45bd-a04a-64f94c7d37c9" providerId="ADAL" clId="{96C79984-D60A-4099-9EEC-0E802D2FF5EC}" dt="2025-07-09T17:40:20.392" v="136"/>
          <ac:grpSpMkLst>
            <pc:docMk/>
            <pc:sldMk cId="0" sldId="257"/>
            <ac:grpSpMk id="47" creationId="{D8A72A1A-BB8D-1894-A98A-FD31F37E2E0F}"/>
          </ac:grpSpMkLst>
        </pc:grpChg>
        <pc:grpChg chg="del mod">
          <ac:chgData name="Christopher Aloo" userId="81d139e4-1a74-45bd-a04a-64f94c7d37c9" providerId="ADAL" clId="{96C79984-D60A-4099-9EEC-0E802D2FF5EC}" dt="2025-07-09T17:40:32.285" v="139"/>
          <ac:grpSpMkLst>
            <pc:docMk/>
            <pc:sldMk cId="0" sldId="257"/>
            <ac:grpSpMk id="51" creationId="{7C844E33-8D9E-EC56-B2C2-66D7F0B36EED}"/>
          </ac:grpSpMkLst>
        </pc:grpChg>
        <pc:grpChg chg="del mod">
          <ac:chgData name="Christopher Aloo" userId="81d139e4-1a74-45bd-a04a-64f94c7d37c9" providerId="ADAL" clId="{96C79984-D60A-4099-9EEC-0E802D2FF5EC}" dt="2025-07-09T17:40:33.346" v="141"/>
          <ac:grpSpMkLst>
            <pc:docMk/>
            <pc:sldMk cId="0" sldId="257"/>
            <ac:grpSpMk id="54" creationId="{ACDADE93-7A15-260F-8B8E-D84DAE3743DC}"/>
          </ac:grpSpMkLst>
        </pc:grpChg>
        <pc:grpChg chg="mod">
          <ac:chgData name="Christopher Aloo" userId="81d139e4-1a74-45bd-a04a-64f94c7d37c9" providerId="ADAL" clId="{96C79984-D60A-4099-9EEC-0E802D2FF5EC}" dt="2025-07-09T17:40:33.346" v="141"/>
          <ac:grpSpMkLst>
            <pc:docMk/>
            <pc:sldMk cId="0" sldId="257"/>
            <ac:grpSpMk id="56" creationId="{6EC7B9C9-11ED-2154-1921-15C107C53682}"/>
          </ac:grpSpMkLst>
        </pc:grpChg>
        <pc:grpChg chg="mod">
          <ac:chgData name="Christopher Aloo" userId="81d139e4-1a74-45bd-a04a-64f94c7d37c9" providerId="ADAL" clId="{96C79984-D60A-4099-9EEC-0E802D2FF5EC}" dt="2025-07-09T17:41:13.930" v="153"/>
          <ac:grpSpMkLst>
            <pc:docMk/>
            <pc:sldMk cId="0" sldId="257"/>
            <ac:grpSpMk id="68" creationId="{EF70323F-06A7-3D3F-1E20-A7A2B93BC2CE}"/>
          </ac:grpSpMkLst>
        </pc:grpChg>
        <pc:graphicFrameChg chg="add mod modGraphic">
          <ac:chgData name="Christopher Aloo" userId="81d139e4-1a74-45bd-a04a-64f94c7d37c9" providerId="ADAL" clId="{96C79984-D60A-4099-9EEC-0E802D2FF5EC}" dt="2025-07-08T17:25:57.984" v="51" actId="1076"/>
          <ac:graphicFrameMkLst>
            <pc:docMk/>
            <pc:sldMk cId="0" sldId="257"/>
            <ac:graphicFrameMk id="5" creationId="{729C556B-764F-624C-0A89-3B2444D89A37}"/>
          </ac:graphicFrameMkLst>
        </pc:graphicFrameChg>
        <pc:graphicFrameChg chg="add mod modGraphic">
          <ac:chgData name="Christopher Aloo" userId="81d139e4-1a74-45bd-a04a-64f94c7d37c9" providerId="ADAL" clId="{96C79984-D60A-4099-9EEC-0E802D2FF5EC}" dt="2025-07-08T18:26:14.884" v="90" actId="20577"/>
          <ac:graphicFrameMkLst>
            <pc:docMk/>
            <pc:sldMk cId="0" sldId="257"/>
            <ac:graphicFrameMk id="6" creationId="{18E4719D-2FDF-1AA3-03B9-395460809926}"/>
          </ac:graphicFrameMkLst>
        </pc:graphicFrameChg>
        <pc:graphicFrameChg chg="add mod modGraphic">
          <ac:chgData name="Christopher Aloo" userId="81d139e4-1a74-45bd-a04a-64f94c7d37c9" providerId="ADAL" clId="{96C79984-D60A-4099-9EEC-0E802D2FF5EC}" dt="2025-07-08T18:26:21.483" v="91"/>
          <ac:graphicFrameMkLst>
            <pc:docMk/>
            <pc:sldMk cId="0" sldId="257"/>
            <ac:graphicFrameMk id="7" creationId="{55D18406-3950-AE48-8342-27732EB8FD34}"/>
          </ac:graphicFrameMkLst>
        </pc:graphicFrameChg>
        <pc:graphicFrameChg chg="add mod modGraphic">
          <ac:chgData name="Christopher Aloo" userId="81d139e4-1a74-45bd-a04a-64f94c7d37c9" providerId="ADAL" clId="{96C79984-D60A-4099-9EEC-0E802D2FF5EC}" dt="2025-07-08T18:26:26.051" v="92"/>
          <ac:graphicFrameMkLst>
            <pc:docMk/>
            <pc:sldMk cId="0" sldId="257"/>
            <ac:graphicFrameMk id="8" creationId="{02166319-CD35-135D-AB94-3B84FFD07B31}"/>
          </ac:graphicFrameMkLst>
        </pc:graphicFrameChg>
        <pc:graphicFrameChg chg="add mod modGraphic">
          <ac:chgData name="Christopher Aloo" userId="81d139e4-1a74-45bd-a04a-64f94c7d37c9" providerId="ADAL" clId="{96C79984-D60A-4099-9EEC-0E802D2FF5EC}" dt="2025-07-08T18:26:30.128" v="93"/>
          <ac:graphicFrameMkLst>
            <pc:docMk/>
            <pc:sldMk cId="0" sldId="257"/>
            <ac:graphicFrameMk id="9" creationId="{D8B3F2D0-A45B-3BE4-DBB6-50DA48EB95B3}"/>
          </ac:graphicFrameMkLst>
        </pc:graphicFrameChg>
        <pc:inkChg chg="add mod">
          <ac:chgData name="Christopher Aloo" userId="81d139e4-1a74-45bd-a04a-64f94c7d37c9" providerId="ADAL" clId="{96C79984-D60A-4099-9EEC-0E802D2FF5EC}" dt="2025-07-09T17:39:51.478" v="99"/>
          <ac:inkMkLst>
            <pc:docMk/>
            <pc:sldMk cId="0" sldId="257"/>
            <ac:inkMk id="10" creationId="{12F75FFF-EA26-70E0-74CB-05480A8D73C3}"/>
          </ac:inkMkLst>
        </pc:inkChg>
        <pc:inkChg chg="add mod">
          <ac:chgData name="Christopher Aloo" userId="81d139e4-1a74-45bd-a04a-64f94c7d37c9" providerId="ADAL" clId="{96C79984-D60A-4099-9EEC-0E802D2FF5EC}" dt="2025-07-09T17:39:56.388" v="108"/>
          <ac:inkMkLst>
            <pc:docMk/>
            <pc:sldMk cId="0" sldId="257"/>
            <ac:inkMk id="11" creationId="{BA5613A8-3FF4-C8A7-622C-CCD4B32B446B}"/>
          </ac:inkMkLst>
        </pc:inkChg>
        <pc:inkChg chg="add mod">
          <ac:chgData name="Christopher Aloo" userId="81d139e4-1a74-45bd-a04a-64f94c7d37c9" providerId="ADAL" clId="{96C79984-D60A-4099-9EEC-0E802D2FF5EC}" dt="2025-07-09T17:39:56.388" v="108"/>
          <ac:inkMkLst>
            <pc:docMk/>
            <pc:sldMk cId="0" sldId="257"/>
            <ac:inkMk id="12" creationId="{B1B85DF7-6C94-3625-BA46-8B9788C355D2}"/>
          </ac:inkMkLst>
        </pc:inkChg>
        <pc:inkChg chg="add mod">
          <ac:chgData name="Christopher Aloo" userId="81d139e4-1a74-45bd-a04a-64f94c7d37c9" providerId="ADAL" clId="{96C79984-D60A-4099-9EEC-0E802D2FF5EC}" dt="2025-07-09T17:39:56.388" v="108"/>
          <ac:inkMkLst>
            <pc:docMk/>
            <pc:sldMk cId="0" sldId="257"/>
            <ac:inkMk id="13" creationId="{6CE83AD6-F4B6-E6AA-5CCD-38E48B1BD306}"/>
          </ac:inkMkLst>
        </pc:inkChg>
        <pc:inkChg chg="add">
          <ac:chgData name="Christopher Aloo" userId="81d139e4-1a74-45bd-a04a-64f94c7d37c9" providerId="ADAL" clId="{96C79984-D60A-4099-9EEC-0E802D2FF5EC}" dt="2025-07-09T17:39:52.805" v="100" actId="9405"/>
          <ac:inkMkLst>
            <pc:docMk/>
            <pc:sldMk cId="0" sldId="257"/>
            <ac:inkMk id="15" creationId="{7732F853-6D07-1496-5090-3639C8D053D4}"/>
          </ac:inkMkLst>
        </pc:inkChg>
        <pc:inkChg chg="add mod">
          <ac:chgData name="Christopher Aloo" userId="81d139e4-1a74-45bd-a04a-64f94c7d37c9" providerId="ADAL" clId="{96C79984-D60A-4099-9EEC-0E802D2FF5EC}" dt="2025-07-09T17:39:56.388" v="108"/>
          <ac:inkMkLst>
            <pc:docMk/>
            <pc:sldMk cId="0" sldId="257"/>
            <ac:inkMk id="16" creationId="{C164E833-EE1E-53C5-3C59-FFACF0A3CE18}"/>
          </ac:inkMkLst>
        </pc:inkChg>
        <pc:inkChg chg="add mod">
          <ac:chgData name="Christopher Aloo" userId="81d139e4-1a74-45bd-a04a-64f94c7d37c9" providerId="ADAL" clId="{96C79984-D60A-4099-9EEC-0E802D2FF5EC}" dt="2025-07-09T17:39:56.388" v="108"/>
          <ac:inkMkLst>
            <pc:docMk/>
            <pc:sldMk cId="0" sldId="257"/>
            <ac:inkMk id="17" creationId="{3F1AFA42-819D-0CA0-08AA-0E1D2794B6C7}"/>
          </ac:inkMkLst>
        </pc:inkChg>
        <pc:inkChg chg="add mod">
          <ac:chgData name="Christopher Aloo" userId="81d139e4-1a74-45bd-a04a-64f94c7d37c9" providerId="ADAL" clId="{96C79984-D60A-4099-9EEC-0E802D2FF5EC}" dt="2025-07-09T17:39:56.388" v="108"/>
          <ac:inkMkLst>
            <pc:docMk/>
            <pc:sldMk cId="0" sldId="257"/>
            <ac:inkMk id="18" creationId="{84E7B13D-DC39-D9B1-0B60-8F07FF43D197}"/>
          </ac:inkMkLst>
        </pc:inkChg>
        <pc:inkChg chg="add mod">
          <ac:chgData name="Christopher Aloo" userId="81d139e4-1a74-45bd-a04a-64f94c7d37c9" providerId="ADAL" clId="{96C79984-D60A-4099-9EEC-0E802D2FF5EC}" dt="2025-07-09T17:39:56.388" v="108"/>
          <ac:inkMkLst>
            <pc:docMk/>
            <pc:sldMk cId="0" sldId="257"/>
            <ac:inkMk id="19" creationId="{86E6ECCE-F31E-2B5A-B4F8-90A49C9FB572}"/>
          </ac:inkMkLst>
        </pc:inkChg>
        <pc:inkChg chg="add">
          <ac:chgData name="Christopher Aloo" userId="81d139e4-1a74-45bd-a04a-64f94c7d37c9" providerId="ADAL" clId="{96C79984-D60A-4099-9EEC-0E802D2FF5EC}" dt="2025-07-09T17:39:54.952" v="105" actId="9405"/>
          <ac:inkMkLst>
            <pc:docMk/>
            <pc:sldMk cId="0" sldId="257"/>
            <ac:inkMk id="20" creationId="{4925C544-7D27-4974-5B50-4F485EC247EB}"/>
          </ac:inkMkLst>
        </pc:inkChg>
        <pc:inkChg chg="add">
          <ac:chgData name="Christopher Aloo" userId="81d139e4-1a74-45bd-a04a-64f94c7d37c9" providerId="ADAL" clId="{96C79984-D60A-4099-9EEC-0E802D2FF5EC}" dt="2025-07-09T17:39:55.206" v="106" actId="9405"/>
          <ac:inkMkLst>
            <pc:docMk/>
            <pc:sldMk cId="0" sldId="257"/>
            <ac:inkMk id="21" creationId="{CC924AA8-6DB5-04CF-7EF2-6FEE665FF86A}"/>
          </ac:inkMkLst>
        </pc:inkChg>
        <pc:inkChg chg="add mod">
          <ac:chgData name="Christopher Aloo" userId="81d139e4-1a74-45bd-a04a-64f94c7d37c9" providerId="ADAL" clId="{96C79984-D60A-4099-9EEC-0E802D2FF5EC}" dt="2025-07-09T17:39:56.388" v="108"/>
          <ac:inkMkLst>
            <pc:docMk/>
            <pc:sldMk cId="0" sldId="257"/>
            <ac:inkMk id="22" creationId="{DA57D10F-30F9-DA80-9DF9-0784CEF5CC80}"/>
          </ac:inkMkLst>
        </pc:inkChg>
        <pc:inkChg chg="add mod">
          <ac:chgData name="Christopher Aloo" userId="81d139e4-1a74-45bd-a04a-64f94c7d37c9" providerId="ADAL" clId="{96C79984-D60A-4099-9EEC-0E802D2FF5EC}" dt="2025-07-09T17:40:08.533" v="126"/>
          <ac:inkMkLst>
            <pc:docMk/>
            <pc:sldMk cId="0" sldId="257"/>
            <ac:inkMk id="24" creationId="{CD205358-2B4F-AE9F-0705-C8FCBC9CEF18}"/>
          </ac:inkMkLst>
        </pc:inkChg>
        <pc:inkChg chg="add mod">
          <ac:chgData name="Christopher Aloo" userId="81d139e4-1a74-45bd-a04a-64f94c7d37c9" providerId="ADAL" clId="{96C79984-D60A-4099-9EEC-0E802D2FF5EC}" dt="2025-07-09T17:40:05.280" v="122"/>
          <ac:inkMkLst>
            <pc:docMk/>
            <pc:sldMk cId="0" sldId="257"/>
            <ac:inkMk id="25" creationId="{F942E16A-35C9-FD98-1CEB-8D6A33AED605}"/>
          </ac:inkMkLst>
        </pc:inkChg>
        <pc:inkChg chg="add mod">
          <ac:chgData name="Christopher Aloo" userId="81d139e4-1a74-45bd-a04a-64f94c7d37c9" providerId="ADAL" clId="{96C79984-D60A-4099-9EEC-0E802D2FF5EC}" dt="2025-07-09T17:40:02.037" v="115"/>
          <ac:inkMkLst>
            <pc:docMk/>
            <pc:sldMk cId="0" sldId="257"/>
            <ac:inkMk id="26" creationId="{6056B80A-4082-6695-C6F7-E37F1A62F8B1}"/>
          </ac:inkMkLst>
        </pc:inkChg>
        <pc:inkChg chg="add mod">
          <ac:chgData name="Christopher Aloo" userId="81d139e4-1a74-45bd-a04a-64f94c7d37c9" providerId="ADAL" clId="{96C79984-D60A-4099-9EEC-0E802D2FF5EC}" dt="2025-07-09T17:40:08.533" v="126"/>
          <ac:inkMkLst>
            <pc:docMk/>
            <pc:sldMk cId="0" sldId="257"/>
            <ac:inkMk id="27" creationId="{7D3E5F71-0F8C-90C2-24DC-4959D42C15E4}"/>
          </ac:inkMkLst>
        </pc:inkChg>
        <pc:inkChg chg="add mod">
          <ac:chgData name="Christopher Aloo" userId="81d139e4-1a74-45bd-a04a-64f94c7d37c9" providerId="ADAL" clId="{96C79984-D60A-4099-9EEC-0E802D2FF5EC}" dt="2025-07-09T17:40:08.533" v="126"/>
          <ac:inkMkLst>
            <pc:docMk/>
            <pc:sldMk cId="0" sldId="257"/>
            <ac:inkMk id="28" creationId="{4421AA36-66D2-754E-198C-6F539C0BE227}"/>
          </ac:inkMkLst>
        </pc:inkChg>
        <pc:inkChg chg="add mod">
          <ac:chgData name="Christopher Aloo" userId="81d139e4-1a74-45bd-a04a-64f94c7d37c9" providerId="ADAL" clId="{96C79984-D60A-4099-9EEC-0E802D2FF5EC}" dt="2025-07-09T17:40:02.037" v="115"/>
          <ac:inkMkLst>
            <pc:docMk/>
            <pc:sldMk cId="0" sldId="257"/>
            <ac:inkMk id="29" creationId="{F415263B-7651-73E5-986C-5422A0F52757}"/>
          </ac:inkMkLst>
        </pc:inkChg>
        <pc:inkChg chg="add mod">
          <ac:chgData name="Christopher Aloo" userId="81d139e4-1a74-45bd-a04a-64f94c7d37c9" providerId="ADAL" clId="{96C79984-D60A-4099-9EEC-0E802D2FF5EC}" dt="2025-07-09T17:40:08.533" v="126"/>
          <ac:inkMkLst>
            <pc:docMk/>
            <pc:sldMk cId="0" sldId="257"/>
            <ac:inkMk id="31" creationId="{90C0442F-7041-9F07-D5D2-6BFE1BDE822A}"/>
          </ac:inkMkLst>
        </pc:inkChg>
        <pc:inkChg chg="add">
          <ac:chgData name="Christopher Aloo" userId="81d139e4-1a74-45bd-a04a-64f94c7d37c9" providerId="ADAL" clId="{96C79984-D60A-4099-9EEC-0E802D2FF5EC}" dt="2025-07-09T17:40:03.304" v="117" actId="9405"/>
          <ac:inkMkLst>
            <pc:docMk/>
            <pc:sldMk cId="0" sldId="257"/>
            <ac:inkMk id="32" creationId="{FA015240-B0A3-24A3-1883-A90289F242CC}"/>
          </ac:inkMkLst>
        </pc:inkChg>
        <pc:inkChg chg="add mod">
          <ac:chgData name="Christopher Aloo" userId="81d139e4-1a74-45bd-a04a-64f94c7d37c9" providerId="ADAL" clId="{96C79984-D60A-4099-9EEC-0E802D2FF5EC}" dt="2025-07-09T17:40:05.280" v="122"/>
          <ac:inkMkLst>
            <pc:docMk/>
            <pc:sldMk cId="0" sldId="257"/>
            <ac:inkMk id="33" creationId="{ED7AB0F4-900D-CA7D-73F0-E18290627C16}"/>
          </ac:inkMkLst>
        </pc:inkChg>
        <pc:inkChg chg="add">
          <ac:chgData name="Christopher Aloo" userId="81d139e4-1a74-45bd-a04a-64f94c7d37c9" providerId="ADAL" clId="{96C79984-D60A-4099-9EEC-0E802D2FF5EC}" dt="2025-07-09T17:40:04.301" v="119" actId="9405"/>
          <ac:inkMkLst>
            <pc:docMk/>
            <pc:sldMk cId="0" sldId="257"/>
            <ac:inkMk id="34" creationId="{4BC9C639-E2E8-33CA-9FDA-82292C0DA3C1}"/>
          </ac:inkMkLst>
        </pc:inkChg>
        <pc:inkChg chg="add mod">
          <ac:chgData name="Christopher Aloo" userId="81d139e4-1a74-45bd-a04a-64f94c7d37c9" providerId="ADAL" clId="{96C79984-D60A-4099-9EEC-0E802D2FF5EC}" dt="2025-07-09T17:40:08.533" v="126"/>
          <ac:inkMkLst>
            <pc:docMk/>
            <pc:sldMk cId="0" sldId="257"/>
            <ac:inkMk id="35" creationId="{421C0704-DB9E-BC44-565B-BF642F715F1A}"/>
          </ac:inkMkLst>
        </pc:inkChg>
        <pc:inkChg chg="add mod">
          <ac:chgData name="Christopher Aloo" userId="81d139e4-1a74-45bd-a04a-64f94c7d37c9" providerId="ADAL" clId="{96C79984-D60A-4099-9EEC-0E802D2FF5EC}" dt="2025-07-09T17:40:08.533" v="126"/>
          <ac:inkMkLst>
            <pc:docMk/>
            <pc:sldMk cId="0" sldId="257"/>
            <ac:inkMk id="36" creationId="{8A58E452-D9EC-D23B-DF4C-9529CC0E142D}"/>
          </ac:inkMkLst>
        </pc:inkChg>
        <pc:inkChg chg="add mod">
          <ac:chgData name="Christopher Aloo" userId="81d139e4-1a74-45bd-a04a-64f94c7d37c9" providerId="ADAL" clId="{96C79984-D60A-4099-9EEC-0E802D2FF5EC}" dt="2025-07-09T17:40:08.533" v="126"/>
          <ac:inkMkLst>
            <pc:docMk/>
            <pc:sldMk cId="0" sldId="257"/>
            <ac:inkMk id="38" creationId="{CF78D3AE-0C21-1BA9-4377-10A4F15288B6}"/>
          </ac:inkMkLst>
        </pc:inkChg>
        <pc:inkChg chg="add">
          <ac:chgData name="Christopher Aloo" userId="81d139e4-1a74-45bd-a04a-64f94c7d37c9" providerId="ADAL" clId="{96C79984-D60A-4099-9EEC-0E802D2FF5EC}" dt="2025-07-09T17:40:07.007" v="124" actId="9405"/>
          <ac:inkMkLst>
            <pc:docMk/>
            <pc:sldMk cId="0" sldId="257"/>
            <ac:inkMk id="39" creationId="{1E860821-1C8F-2A1C-710F-DA8E8C2DCB89}"/>
          </ac:inkMkLst>
        </pc:inkChg>
        <pc:inkChg chg="add mod">
          <ac:chgData name="Christopher Aloo" userId="81d139e4-1a74-45bd-a04a-64f94c7d37c9" providerId="ADAL" clId="{96C79984-D60A-4099-9EEC-0E802D2FF5EC}" dt="2025-07-09T17:40:08.533" v="126"/>
          <ac:inkMkLst>
            <pc:docMk/>
            <pc:sldMk cId="0" sldId="257"/>
            <ac:inkMk id="40" creationId="{11EF50E9-8788-1BE0-08FE-977E3D7FE5AA}"/>
          </ac:inkMkLst>
        </pc:inkChg>
        <pc:inkChg chg="add mod">
          <ac:chgData name="Christopher Aloo" userId="81d139e4-1a74-45bd-a04a-64f94c7d37c9" providerId="ADAL" clId="{96C79984-D60A-4099-9EEC-0E802D2FF5EC}" dt="2025-07-09T17:40:33.346" v="141"/>
          <ac:inkMkLst>
            <pc:docMk/>
            <pc:sldMk cId="0" sldId="257"/>
            <ac:inkMk id="42" creationId="{8193D416-9400-CE85-0478-CAD0CFDE60E2}"/>
          </ac:inkMkLst>
        </pc:inkChg>
        <pc:inkChg chg="add mod">
          <ac:chgData name="Christopher Aloo" userId="81d139e4-1a74-45bd-a04a-64f94c7d37c9" providerId="ADAL" clId="{96C79984-D60A-4099-9EEC-0E802D2FF5EC}" dt="2025-07-09T17:40:33.346" v="141"/>
          <ac:inkMkLst>
            <pc:docMk/>
            <pc:sldMk cId="0" sldId="257"/>
            <ac:inkMk id="43" creationId="{90899AA9-D0C6-CDDD-E862-F06D46781012}"/>
          </ac:inkMkLst>
        </pc:inkChg>
        <pc:inkChg chg="add mod">
          <ac:chgData name="Christopher Aloo" userId="81d139e4-1a74-45bd-a04a-64f94c7d37c9" providerId="ADAL" clId="{96C79984-D60A-4099-9EEC-0E802D2FF5EC}" dt="2025-07-09T17:40:33.346" v="141"/>
          <ac:inkMkLst>
            <pc:docMk/>
            <pc:sldMk cId="0" sldId="257"/>
            <ac:inkMk id="45" creationId="{F11068D0-322A-1824-AF3A-72A2F3359AE5}"/>
          </ac:inkMkLst>
        </pc:inkChg>
        <pc:inkChg chg="add mod">
          <ac:chgData name="Christopher Aloo" userId="81d139e4-1a74-45bd-a04a-64f94c7d37c9" providerId="ADAL" clId="{96C79984-D60A-4099-9EEC-0E802D2FF5EC}" dt="2025-07-09T17:40:33.346" v="141"/>
          <ac:inkMkLst>
            <pc:docMk/>
            <pc:sldMk cId="0" sldId="257"/>
            <ac:inkMk id="46" creationId="{C41C6385-A7F8-286D-21EA-84AFA9FB31C8}"/>
          </ac:inkMkLst>
        </pc:inkChg>
        <pc:inkChg chg="add mod">
          <ac:chgData name="Christopher Aloo" userId="81d139e4-1a74-45bd-a04a-64f94c7d37c9" providerId="ADAL" clId="{96C79984-D60A-4099-9EEC-0E802D2FF5EC}" dt="2025-07-09T17:40:33.346" v="141"/>
          <ac:inkMkLst>
            <pc:docMk/>
            <pc:sldMk cId="0" sldId="257"/>
            <ac:inkMk id="48" creationId="{0E63C34B-9188-E728-FA13-BC1AE7BAA6F8}"/>
          </ac:inkMkLst>
        </pc:inkChg>
        <pc:inkChg chg="add mod">
          <ac:chgData name="Christopher Aloo" userId="81d139e4-1a74-45bd-a04a-64f94c7d37c9" providerId="ADAL" clId="{96C79984-D60A-4099-9EEC-0E802D2FF5EC}" dt="2025-07-09T17:40:33.346" v="141"/>
          <ac:inkMkLst>
            <pc:docMk/>
            <pc:sldMk cId="0" sldId="257"/>
            <ac:inkMk id="49" creationId="{5F161572-A619-0600-EB67-BC62FAB3750E}"/>
          </ac:inkMkLst>
        </pc:inkChg>
        <pc:inkChg chg="add mod">
          <ac:chgData name="Christopher Aloo" userId="81d139e4-1a74-45bd-a04a-64f94c7d37c9" providerId="ADAL" clId="{96C79984-D60A-4099-9EEC-0E802D2FF5EC}" dt="2025-07-09T17:40:20.392" v="136"/>
          <ac:inkMkLst>
            <pc:docMk/>
            <pc:sldMk cId="0" sldId="257"/>
            <ac:inkMk id="50" creationId="{C1730B59-6F7C-00DA-D5E3-10EF7C4C83FF}"/>
          </ac:inkMkLst>
        </pc:inkChg>
        <pc:inkChg chg="add mod">
          <ac:chgData name="Christopher Aloo" userId="81d139e4-1a74-45bd-a04a-64f94c7d37c9" providerId="ADAL" clId="{96C79984-D60A-4099-9EEC-0E802D2FF5EC}" dt="2025-07-09T17:40:33.346" v="141"/>
          <ac:inkMkLst>
            <pc:docMk/>
            <pc:sldMk cId="0" sldId="257"/>
            <ac:inkMk id="52" creationId="{1AF76E20-9F78-595A-0447-F443370D4BA6}"/>
          </ac:inkMkLst>
        </pc:inkChg>
        <pc:inkChg chg="add mod">
          <ac:chgData name="Christopher Aloo" userId="81d139e4-1a74-45bd-a04a-64f94c7d37c9" providerId="ADAL" clId="{96C79984-D60A-4099-9EEC-0E802D2FF5EC}" dt="2025-07-09T17:40:32.285" v="139"/>
          <ac:inkMkLst>
            <pc:docMk/>
            <pc:sldMk cId="0" sldId="257"/>
            <ac:inkMk id="53" creationId="{F94796EE-0BC4-AF0E-101B-0EF48ADA1B6B}"/>
          </ac:inkMkLst>
        </pc:inkChg>
        <pc:inkChg chg="add mod">
          <ac:chgData name="Christopher Aloo" userId="81d139e4-1a74-45bd-a04a-64f94c7d37c9" providerId="ADAL" clId="{96C79984-D60A-4099-9EEC-0E802D2FF5EC}" dt="2025-07-09T17:40:33.346" v="141"/>
          <ac:inkMkLst>
            <pc:docMk/>
            <pc:sldMk cId="0" sldId="257"/>
            <ac:inkMk id="55" creationId="{0C328A72-ABDF-DB58-148C-05B2310346BB}"/>
          </ac:inkMkLst>
        </pc:inkChg>
        <pc:inkChg chg="add">
          <ac:chgData name="Christopher Aloo" userId="81d139e4-1a74-45bd-a04a-64f94c7d37c9" providerId="ADAL" clId="{96C79984-D60A-4099-9EEC-0E802D2FF5EC}" dt="2025-07-09T17:40:33.903" v="142" actId="9405"/>
          <ac:inkMkLst>
            <pc:docMk/>
            <pc:sldMk cId="0" sldId="257"/>
            <ac:inkMk id="57" creationId="{8D2FEF15-3A12-F98B-95BA-177733D8FB23}"/>
          </ac:inkMkLst>
        </pc:inkChg>
        <pc:inkChg chg="add mod">
          <ac:chgData name="Christopher Aloo" userId="81d139e4-1a74-45bd-a04a-64f94c7d37c9" providerId="ADAL" clId="{96C79984-D60A-4099-9EEC-0E802D2FF5EC}" dt="2025-07-09T17:41:13.930" v="153"/>
          <ac:inkMkLst>
            <pc:docMk/>
            <pc:sldMk cId="0" sldId="257"/>
            <ac:inkMk id="58" creationId="{B58F49F7-6903-22F2-355A-FCAC497EC2FC}"/>
          </ac:inkMkLst>
        </pc:inkChg>
        <pc:inkChg chg="add mod">
          <ac:chgData name="Christopher Aloo" userId="81d139e4-1a74-45bd-a04a-64f94c7d37c9" providerId="ADAL" clId="{96C79984-D60A-4099-9EEC-0E802D2FF5EC}" dt="2025-07-09T17:41:13.930" v="153"/>
          <ac:inkMkLst>
            <pc:docMk/>
            <pc:sldMk cId="0" sldId="257"/>
            <ac:inkMk id="59" creationId="{C948DF71-9300-E4FB-413D-75771BEDCC98}"/>
          </ac:inkMkLst>
        </pc:inkChg>
        <pc:inkChg chg="add mod">
          <ac:chgData name="Christopher Aloo" userId="81d139e4-1a74-45bd-a04a-64f94c7d37c9" providerId="ADAL" clId="{96C79984-D60A-4099-9EEC-0E802D2FF5EC}" dt="2025-07-09T17:41:13.930" v="153"/>
          <ac:inkMkLst>
            <pc:docMk/>
            <pc:sldMk cId="0" sldId="257"/>
            <ac:inkMk id="60" creationId="{AAE97E8D-905D-20DD-5B2D-1DE7ADAB5093}"/>
          </ac:inkMkLst>
        </pc:inkChg>
        <pc:inkChg chg="add mod">
          <ac:chgData name="Christopher Aloo" userId="81d139e4-1a74-45bd-a04a-64f94c7d37c9" providerId="ADAL" clId="{96C79984-D60A-4099-9EEC-0E802D2FF5EC}" dt="2025-07-09T17:41:13.930" v="153"/>
          <ac:inkMkLst>
            <pc:docMk/>
            <pc:sldMk cId="0" sldId="257"/>
            <ac:inkMk id="61" creationId="{4DD9DA1B-951E-F224-7F26-6DD999D0A05B}"/>
          </ac:inkMkLst>
        </pc:inkChg>
        <pc:inkChg chg="add mod">
          <ac:chgData name="Christopher Aloo" userId="81d139e4-1a74-45bd-a04a-64f94c7d37c9" providerId="ADAL" clId="{96C79984-D60A-4099-9EEC-0E802D2FF5EC}" dt="2025-07-09T17:41:13.930" v="153"/>
          <ac:inkMkLst>
            <pc:docMk/>
            <pc:sldMk cId="0" sldId="257"/>
            <ac:inkMk id="62" creationId="{FBE3FCD1-1CC7-C910-5AD9-91190B590252}"/>
          </ac:inkMkLst>
        </pc:inkChg>
        <pc:inkChg chg="add mod">
          <ac:chgData name="Christopher Aloo" userId="81d139e4-1a74-45bd-a04a-64f94c7d37c9" providerId="ADAL" clId="{96C79984-D60A-4099-9EEC-0E802D2FF5EC}" dt="2025-07-09T17:41:13.930" v="153"/>
          <ac:inkMkLst>
            <pc:docMk/>
            <pc:sldMk cId="0" sldId="257"/>
            <ac:inkMk id="63" creationId="{BF670300-35F0-8D1D-9A94-184D45E93BDF}"/>
          </ac:inkMkLst>
        </pc:inkChg>
        <pc:inkChg chg="add mod">
          <ac:chgData name="Christopher Aloo" userId="81d139e4-1a74-45bd-a04a-64f94c7d37c9" providerId="ADAL" clId="{96C79984-D60A-4099-9EEC-0E802D2FF5EC}" dt="2025-07-09T17:41:13.930" v="153"/>
          <ac:inkMkLst>
            <pc:docMk/>
            <pc:sldMk cId="0" sldId="257"/>
            <ac:inkMk id="64" creationId="{94A1FC65-658D-9BD0-3AA4-D51871D4D714}"/>
          </ac:inkMkLst>
        </pc:inkChg>
        <pc:inkChg chg="add mod">
          <ac:chgData name="Christopher Aloo" userId="81d139e4-1a74-45bd-a04a-64f94c7d37c9" providerId="ADAL" clId="{96C79984-D60A-4099-9EEC-0E802D2FF5EC}" dt="2025-07-09T17:41:13.930" v="153"/>
          <ac:inkMkLst>
            <pc:docMk/>
            <pc:sldMk cId="0" sldId="257"/>
            <ac:inkMk id="65" creationId="{D15FC86C-0197-5CC8-380C-A07C6BE54050}"/>
          </ac:inkMkLst>
        </pc:inkChg>
        <pc:inkChg chg="add">
          <ac:chgData name="Christopher Aloo" userId="81d139e4-1a74-45bd-a04a-64f94c7d37c9" providerId="ADAL" clId="{96C79984-D60A-4099-9EEC-0E802D2FF5EC}" dt="2025-07-09T17:41:12.867" v="151" actId="9405"/>
          <ac:inkMkLst>
            <pc:docMk/>
            <pc:sldMk cId="0" sldId="257"/>
            <ac:inkMk id="66" creationId="{932BFBB6-479B-9501-88B1-1BE6738F9976}"/>
          </ac:inkMkLst>
        </pc:inkChg>
        <pc:inkChg chg="add mod">
          <ac:chgData name="Christopher Aloo" userId="81d139e4-1a74-45bd-a04a-64f94c7d37c9" providerId="ADAL" clId="{96C79984-D60A-4099-9EEC-0E802D2FF5EC}" dt="2025-07-09T17:41:13.930" v="153"/>
          <ac:inkMkLst>
            <pc:docMk/>
            <pc:sldMk cId="0" sldId="257"/>
            <ac:inkMk id="67" creationId="{5B14D0A5-BAF5-7EDC-E4FF-2B9AD313EFEB}"/>
          </ac:inkMkLst>
        </pc:inkChg>
      </pc:sldChg>
      <pc:sldChg chg="addSp delSp modSp mod">
        <pc:chgData name="Christopher Aloo" userId="81d139e4-1a74-45bd-a04a-64f94c7d37c9" providerId="ADAL" clId="{96C79984-D60A-4099-9EEC-0E802D2FF5EC}" dt="2025-07-09T17:49:33.567" v="226" actId="9405"/>
        <pc:sldMkLst>
          <pc:docMk/>
          <pc:sldMk cId="0" sldId="258"/>
        </pc:sldMkLst>
        <pc:grpChg chg="mod">
          <ac:chgData name="Christopher Aloo" userId="81d139e4-1a74-45bd-a04a-64f94c7d37c9" providerId="ADAL" clId="{96C79984-D60A-4099-9EEC-0E802D2FF5EC}" dt="2025-07-09T17:49:04.127" v="211"/>
          <ac:grpSpMkLst>
            <pc:docMk/>
            <pc:sldMk cId="0" sldId="258"/>
            <ac:grpSpMk id="15" creationId="{06F7783B-2598-2DE4-8F0F-3B0438EAAC79}"/>
          </ac:grpSpMkLst>
        </pc:grpChg>
        <pc:grpChg chg="del mod">
          <ac:chgData name="Christopher Aloo" userId="81d139e4-1a74-45bd-a04a-64f94c7d37c9" providerId="ADAL" clId="{96C79984-D60A-4099-9EEC-0E802D2FF5EC}" dt="2025-07-09T17:49:16.793" v="216"/>
          <ac:grpSpMkLst>
            <pc:docMk/>
            <pc:sldMk cId="0" sldId="258"/>
            <ac:grpSpMk id="18" creationId="{3CACEEF2-B677-16A2-3FA3-8545DA5E9028}"/>
          </ac:grpSpMkLst>
        </pc:grpChg>
        <pc:grpChg chg="del mod">
          <ac:chgData name="Christopher Aloo" userId="81d139e4-1a74-45bd-a04a-64f94c7d37c9" providerId="ADAL" clId="{96C79984-D60A-4099-9EEC-0E802D2FF5EC}" dt="2025-07-09T17:49:20.176" v="223"/>
          <ac:grpSpMkLst>
            <pc:docMk/>
            <pc:sldMk cId="0" sldId="258"/>
            <ac:grpSpMk id="20" creationId="{74FB05A9-FF96-7387-F2E6-BB4733AB32B2}"/>
          </ac:grpSpMkLst>
        </pc:grpChg>
        <pc:grpChg chg="del mod">
          <ac:chgData name="Christopher Aloo" userId="81d139e4-1a74-45bd-a04a-64f94c7d37c9" providerId="ADAL" clId="{96C79984-D60A-4099-9EEC-0E802D2FF5EC}" dt="2025-07-09T17:49:24.495" v="225"/>
          <ac:grpSpMkLst>
            <pc:docMk/>
            <pc:sldMk cId="0" sldId="258"/>
            <ac:grpSpMk id="27" creationId="{32359156-F657-08D3-2171-580F2E7241C2}"/>
          </ac:grpSpMkLst>
        </pc:grpChg>
        <pc:grpChg chg="mod">
          <ac:chgData name="Christopher Aloo" userId="81d139e4-1a74-45bd-a04a-64f94c7d37c9" providerId="ADAL" clId="{96C79984-D60A-4099-9EEC-0E802D2FF5EC}" dt="2025-07-09T17:49:24.495" v="225"/>
          <ac:grpSpMkLst>
            <pc:docMk/>
            <pc:sldMk cId="0" sldId="258"/>
            <ac:grpSpMk id="29" creationId="{ADB2B703-95AC-B902-2AC6-62A53B60470D}"/>
          </ac:grpSpMkLst>
        </pc:grpChg>
        <pc:inkChg chg="add">
          <ac:chgData name="Christopher Aloo" userId="81d139e4-1a74-45bd-a04a-64f94c7d37c9" providerId="ADAL" clId="{96C79984-D60A-4099-9EEC-0E802D2FF5EC}" dt="2025-07-09T17:48:52.044" v="199" actId="9405"/>
          <ac:inkMkLst>
            <pc:docMk/>
            <pc:sldMk cId="0" sldId="258"/>
            <ac:inkMk id="3" creationId="{FA04BF7D-DAC2-66D4-51EE-E2762ECDFF6F}"/>
          </ac:inkMkLst>
        </pc:inkChg>
        <pc:inkChg chg="add">
          <ac:chgData name="Christopher Aloo" userId="81d139e4-1a74-45bd-a04a-64f94c7d37c9" providerId="ADAL" clId="{96C79984-D60A-4099-9EEC-0E802D2FF5EC}" dt="2025-07-09T17:48:54.148" v="200" actId="9405"/>
          <ac:inkMkLst>
            <pc:docMk/>
            <pc:sldMk cId="0" sldId="258"/>
            <ac:inkMk id="4" creationId="{1208F499-BF08-3255-8B76-236AEDBB502F}"/>
          </ac:inkMkLst>
        </pc:inkChg>
        <pc:inkChg chg="add">
          <ac:chgData name="Christopher Aloo" userId="81d139e4-1a74-45bd-a04a-64f94c7d37c9" providerId="ADAL" clId="{96C79984-D60A-4099-9EEC-0E802D2FF5EC}" dt="2025-07-09T17:48:56.869" v="201" actId="9405"/>
          <ac:inkMkLst>
            <pc:docMk/>
            <pc:sldMk cId="0" sldId="258"/>
            <ac:inkMk id="5" creationId="{558D3C0F-7DD1-AD52-959D-47530AAFF6C1}"/>
          </ac:inkMkLst>
        </pc:inkChg>
        <pc:inkChg chg="add mod">
          <ac:chgData name="Christopher Aloo" userId="81d139e4-1a74-45bd-a04a-64f94c7d37c9" providerId="ADAL" clId="{96C79984-D60A-4099-9EEC-0E802D2FF5EC}" dt="2025-07-09T17:49:04.127" v="211"/>
          <ac:inkMkLst>
            <pc:docMk/>
            <pc:sldMk cId="0" sldId="258"/>
            <ac:inkMk id="6" creationId="{C74E091A-1633-7B69-BFCA-E7331C1B0487}"/>
          </ac:inkMkLst>
        </pc:inkChg>
        <pc:inkChg chg="add mod">
          <ac:chgData name="Christopher Aloo" userId="81d139e4-1a74-45bd-a04a-64f94c7d37c9" providerId="ADAL" clId="{96C79984-D60A-4099-9EEC-0E802D2FF5EC}" dt="2025-07-09T17:49:04.127" v="211"/>
          <ac:inkMkLst>
            <pc:docMk/>
            <pc:sldMk cId="0" sldId="258"/>
            <ac:inkMk id="7" creationId="{D92A2757-F7DE-9D66-920B-72A8759E7DF3}"/>
          </ac:inkMkLst>
        </pc:inkChg>
        <pc:inkChg chg="add mod">
          <ac:chgData name="Christopher Aloo" userId="81d139e4-1a74-45bd-a04a-64f94c7d37c9" providerId="ADAL" clId="{96C79984-D60A-4099-9EEC-0E802D2FF5EC}" dt="2025-07-09T17:49:04.127" v="211"/>
          <ac:inkMkLst>
            <pc:docMk/>
            <pc:sldMk cId="0" sldId="258"/>
            <ac:inkMk id="8" creationId="{361E67CA-F3C5-2E9D-0342-101F9DF4807E}"/>
          </ac:inkMkLst>
        </pc:inkChg>
        <pc:inkChg chg="add mod">
          <ac:chgData name="Christopher Aloo" userId="81d139e4-1a74-45bd-a04a-64f94c7d37c9" providerId="ADAL" clId="{96C79984-D60A-4099-9EEC-0E802D2FF5EC}" dt="2025-07-09T17:49:04.127" v="211"/>
          <ac:inkMkLst>
            <pc:docMk/>
            <pc:sldMk cId="0" sldId="258"/>
            <ac:inkMk id="9" creationId="{C1A73184-9237-768E-F2A4-B3969D58BA7F}"/>
          </ac:inkMkLst>
        </pc:inkChg>
        <pc:inkChg chg="add mod">
          <ac:chgData name="Christopher Aloo" userId="81d139e4-1a74-45bd-a04a-64f94c7d37c9" providerId="ADAL" clId="{96C79984-D60A-4099-9EEC-0E802D2FF5EC}" dt="2025-07-09T17:49:04.127" v="211"/>
          <ac:inkMkLst>
            <pc:docMk/>
            <pc:sldMk cId="0" sldId="258"/>
            <ac:inkMk id="10" creationId="{5E267F2D-A655-8523-722F-6EF361823C2E}"/>
          </ac:inkMkLst>
        </pc:inkChg>
        <pc:inkChg chg="add mod">
          <ac:chgData name="Christopher Aloo" userId="81d139e4-1a74-45bd-a04a-64f94c7d37c9" providerId="ADAL" clId="{96C79984-D60A-4099-9EEC-0E802D2FF5EC}" dt="2025-07-09T17:49:04.127" v="211"/>
          <ac:inkMkLst>
            <pc:docMk/>
            <pc:sldMk cId="0" sldId="258"/>
            <ac:inkMk id="11" creationId="{CC549315-18E4-8892-2411-ED889A4E2115}"/>
          </ac:inkMkLst>
        </pc:inkChg>
        <pc:inkChg chg="add mod">
          <ac:chgData name="Christopher Aloo" userId="81d139e4-1a74-45bd-a04a-64f94c7d37c9" providerId="ADAL" clId="{96C79984-D60A-4099-9EEC-0E802D2FF5EC}" dt="2025-07-09T17:49:04.127" v="211"/>
          <ac:inkMkLst>
            <pc:docMk/>
            <pc:sldMk cId="0" sldId="258"/>
            <ac:inkMk id="12" creationId="{BCF08AFC-5462-9771-7F4F-2533E99085DE}"/>
          </ac:inkMkLst>
        </pc:inkChg>
        <pc:inkChg chg="add mod">
          <ac:chgData name="Christopher Aloo" userId="81d139e4-1a74-45bd-a04a-64f94c7d37c9" providerId="ADAL" clId="{96C79984-D60A-4099-9EEC-0E802D2FF5EC}" dt="2025-07-09T17:49:04.127" v="211"/>
          <ac:inkMkLst>
            <pc:docMk/>
            <pc:sldMk cId="0" sldId="258"/>
            <ac:inkMk id="13" creationId="{078EB754-0A9A-F69E-9DE7-C1C98C141341}"/>
          </ac:inkMkLst>
        </pc:inkChg>
        <pc:inkChg chg="add mod">
          <ac:chgData name="Christopher Aloo" userId="81d139e4-1a74-45bd-a04a-64f94c7d37c9" providerId="ADAL" clId="{96C79984-D60A-4099-9EEC-0E802D2FF5EC}" dt="2025-07-09T17:49:04.127" v="211"/>
          <ac:inkMkLst>
            <pc:docMk/>
            <pc:sldMk cId="0" sldId="258"/>
            <ac:inkMk id="14" creationId="{94424976-8E4C-14D0-1212-98AC31392665}"/>
          </ac:inkMkLst>
        </pc:inkChg>
        <pc:inkChg chg="add mod">
          <ac:chgData name="Christopher Aloo" userId="81d139e4-1a74-45bd-a04a-64f94c7d37c9" providerId="ADAL" clId="{96C79984-D60A-4099-9EEC-0E802D2FF5EC}" dt="2025-07-09T17:49:24.495" v="225"/>
          <ac:inkMkLst>
            <pc:docMk/>
            <pc:sldMk cId="0" sldId="258"/>
            <ac:inkMk id="16" creationId="{C1CD3C36-5359-5F45-C512-D24EAAC33E7A}"/>
          </ac:inkMkLst>
        </pc:inkChg>
        <pc:inkChg chg="add mod">
          <ac:chgData name="Christopher Aloo" userId="81d139e4-1a74-45bd-a04a-64f94c7d37c9" providerId="ADAL" clId="{96C79984-D60A-4099-9EEC-0E802D2FF5EC}" dt="2025-07-09T17:49:24.495" v="225"/>
          <ac:inkMkLst>
            <pc:docMk/>
            <pc:sldMk cId="0" sldId="258"/>
            <ac:inkMk id="17" creationId="{C1DFA8C3-EFD1-0FB0-C965-72CC20A53061}"/>
          </ac:inkMkLst>
        </pc:inkChg>
        <pc:inkChg chg="add mod">
          <ac:chgData name="Christopher Aloo" userId="81d139e4-1a74-45bd-a04a-64f94c7d37c9" providerId="ADAL" clId="{96C79984-D60A-4099-9EEC-0E802D2FF5EC}" dt="2025-07-09T17:49:20.176" v="223"/>
          <ac:inkMkLst>
            <pc:docMk/>
            <pc:sldMk cId="0" sldId="258"/>
            <ac:inkMk id="19" creationId="{6CC48B42-0AF7-4598-3130-AC153F9C62CD}"/>
          </ac:inkMkLst>
        </pc:inkChg>
        <pc:inkChg chg="add">
          <ac:chgData name="Christopher Aloo" userId="81d139e4-1a74-45bd-a04a-64f94c7d37c9" providerId="ADAL" clId="{96C79984-D60A-4099-9EEC-0E802D2FF5EC}" dt="2025-07-09T17:49:17.679" v="217" actId="9405"/>
          <ac:inkMkLst>
            <pc:docMk/>
            <pc:sldMk cId="0" sldId="258"/>
            <ac:inkMk id="21" creationId="{7454F932-C447-AC34-EEF3-477966CCB7E8}"/>
          </ac:inkMkLst>
        </pc:inkChg>
        <pc:inkChg chg="add mod">
          <ac:chgData name="Christopher Aloo" userId="81d139e4-1a74-45bd-a04a-64f94c7d37c9" providerId="ADAL" clId="{96C79984-D60A-4099-9EEC-0E802D2FF5EC}" dt="2025-07-09T17:49:24.495" v="225"/>
          <ac:inkMkLst>
            <pc:docMk/>
            <pc:sldMk cId="0" sldId="258"/>
            <ac:inkMk id="22" creationId="{AD011EB4-FE55-5CA3-9899-C042E18766CB}"/>
          </ac:inkMkLst>
        </pc:inkChg>
        <pc:inkChg chg="add mod">
          <ac:chgData name="Christopher Aloo" userId="81d139e4-1a74-45bd-a04a-64f94c7d37c9" providerId="ADAL" clId="{96C79984-D60A-4099-9EEC-0E802D2FF5EC}" dt="2025-07-09T17:49:24.495" v="225"/>
          <ac:inkMkLst>
            <pc:docMk/>
            <pc:sldMk cId="0" sldId="258"/>
            <ac:inkMk id="23" creationId="{406B6E9D-4C44-4036-8588-8D9490232EE5}"/>
          </ac:inkMkLst>
        </pc:inkChg>
        <pc:inkChg chg="add mod">
          <ac:chgData name="Christopher Aloo" userId="81d139e4-1a74-45bd-a04a-64f94c7d37c9" providerId="ADAL" clId="{96C79984-D60A-4099-9EEC-0E802D2FF5EC}" dt="2025-07-09T17:49:24.495" v="225"/>
          <ac:inkMkLst>
            <pc:docMk/>
            <pc:sldMk cId="0" sldId="258"/>
            <ac:inkMk id="24" creationId="{ED32EF5E-64C6-94EB-6552-BD0153683528}"/>
          </ac:inkMkLst>
        </pc:inkChg>
        <pc:inkChg chg="add mod">
          <ac:chgData name="Christopher Aloo" userId="81d139e4-1a74-45bd-a04a-64f94c7d37c9" providerId="ADAL" clId="{96C79984-D60A-4099-9EEC-0E802D2FF5EC}" dt="2025-07-09T17:49:24.495" v="225"/>
          <ac:inkMkLst>
            <pc:docMk/>
            <pc:sldMk cId="0" sldId="258"/>
            <ac:inkMk id="25" creationId="{615C6642-4980-A3CE-23F0-E802C323DA08}"/>
          </ac:inkMkLst>
        </pc:inkChg>
        <pc:inkChg chg="add mod">
          <ac:chgData name="Christopher Aloo" userId="81d139e4-1a74-45bd-a04a-64f94c7d37c9" providerId="ADAL" clId="{96C79984-D60A-4099-9EEC-0E802D2FF5EC}" dt="2025-07-09T17:49:24.495" v="225"/>
          <ac:inkMkLst>
            <pc:docMk/>
            <pc:sldMk cId="0" sldId="258"/>
            <ac:inkMk id="26" creationId="{3747870D-1383-AC0A-C0B0-22C51EBA0925}"/>
          </ac:inkMkLst>
        </pc:inkChg>
        <pc:inkChg chg="add mod">
          <ac:chgData name="Christopher Aloo" userId="81d139e4-1a74-45bd-a04a-64f94c7d37c9" providerId="ADAL" clId="{96C79984-D60A-4099-9EEC-0E802D2FF5EC}" dt="2025-07-09T17:49:24.495" v="225"/>
          <ac:inkMkLst>
            <pc:docMk/>
            <pc:sldMk cId="0" sldId="258"/>
            <ac:inkMk id="28" creationId="{9DF9CFD0-F05B-EC52-A04F-2DD0A05D3E83}"/>
          </ac:inkMkLst>
        </pc:inkChg>
        <pc:inkChg chg="add">
          <ac:chgData name="Christopher Aloo" userId="81d139e4-1a74-45bd-a04a-64f94c7d37c9" providerId="ADAL" clId="{96C79984-D60A-4099-9EEC-0E802D2FF5EC}" dt="2025-07-09T17:49:33.567" v="226" actId="9405"/>
          <ac:inkMkLst>
            <pc:docMk/>
            <pc:sldMk cId="0" sldId="258"/>
            <ac:inkMk id="30" creationId="{899D5C3A-7826-38AC-93BE-9E8A29F15E49}"/>
          </ac:inkMkLst>
        </pc:inkChg>
      </pc:sldChg>
      <pc:sldChg chg="addSp delSp modSp mod">
        <pc:chgData name="Christopher Aloo" userId="81d139e4-1a74-45bd-a04a-64f94c7d37c9" providerId="ADAL" clId="{96C79984-D60A-4099-9EEC-0E802D2FF5EC}" dt="2025-07-09T17:51:25.104" v="300" actId="9405"/>
        <pc:sldMkLst>
          <pc:docMk/>
          <pc:sldMk cId="0" sldId="259"/>
        </pc:sldMkLst>
        <pc:grpChg chg="del mod">
          <ac:chgData name="Christopher Aloo" userId="81d139e4-1a74-45bd-a04a-64f94c7d37c9" providerId="ADAL" clId="{96C79984-D60A-4099-9EEC-0E802D2FF5EC}" dt="2025-07-09T17:50:01.328" v="240"/>
          <ac:grpSpMkLst>
            <pc:docMk/>
            <pc:sldMk cId="0" sldId="259"/>
            <ac:grpSpMk id="5" creationId="{2A694F1F-7DE3-5E1D-A876-E3A3728ACDB7}"/>
          </ac:grpSpMkLst>
        </pc:grpChg>
        <pc:grpChg chg="del mod">
          <ac:chgData name="Christopher Aloo" userId="81d139e4-1a74-45bd-a04a-64f94c7d37c9" providerId="ADAL" clId="{96C79984-D60A-4099-9EEC-0E802D2FF5EC}" dt="2025-07-09T17:50:02.363" v="243"/>
          <ac:grpSpMkLst>
            <pc:docMk/>
            <pc:sldMk cId="0" sldId="259"/>
            <ac:grpSpMk id="16" creationId="{E024738A-AEBE-2AA0-716A-D33A759A4B98}"/>
          </ac:grpSpMkLst>
        </pc:grpChg>
        <pc:grpChg chg="mod">
          <ac:chgData name="Christopher Aloo" userId="81d139e4-1a74-45bd-a04a-64f94c7d37c9" providerId="ADAL" clId="{96C79984-D60A-4099-9EEC-0E802D2FF5EC}" dt="2025-07-09T17:50:02.363" v="243"/>
          <ac:grpSpMkLst>
            <pc:docMk/>
            <pc:sldMk cId="0" sldId="259"/>
            <ac:grpSpMk id="19" creationId="{0E0083D1-4647-3C25-59C1-98F25D106188}"/>
          </ac:grpSpMkLst>
        </pc:grpChg>
        <pc:grpChg chg="mod">
          <ac:chgData name="Christopher Aloo" userId="81d139e4-1a74-45bd-a04a-64f94c7d37c9" providerId="ADAL" clId="{96C79984-D60A-4099-9EEC-0E802D2FF5EC}" dt="2025-07-09T17:50:10.357" v="246"/>
          <ac:grpSpMkLst>
            <pc:docMk/>
            <pc:sldMk cId="0" sldId="259"/>
            <ac:grpSpMk id="22" creationId="{1D2C25CF-3609-F454-222E-8BC6CB4B2790}"/>
          </ac:grpSpMkLst>
        </pc:grpChg>
        <pc:grpChg chg="mod">
          <ac:chgData name="Christopher Aloo" userId="81d139e4-1a74-45bd-a04a-64f94c7d37c9" providerId="ADAL" clId="{96C79984-D60A-4099-9EEC-0E802D2FF5EC}" dt="2025-07-09T17:50:12.576" v="250"/>
          <ac:grpSpMkLst>
            <pc:docMk/>
            <pc:sldMk cId="0" sldId="259"/>
            <ac:grpSpMk id="26" creationId="{1982AAEE-1296-B626-70DA-3362BA31B18B}"/>
          </ac:grpSpMkLst>
        </pc:grpChg>
        <pc:grpChg chg="mod">
          <ac:chgData name="Christopher Aloo" userId="81d139e4-1a74-45bd-a04a-64f94c7d37c9" providerId="ADAL" clId="{96C79984-D60A-4099-9EEC-0E802D2FF5EC}" dt="2025-07-09T17:50:20.383" v="254"/>
          <ac:grpSpMkLst>
            <pc:docMk/>
            <pc:sldMk cId="0" sldId="259"/>
            <ac:grpSpMk id="30" creationId="{D8F8A255-EC3D-55DD-4329-0D2CF9EA380E}"/>
          </ac:grpSpMkLst>
        </pc:grpChg>
        <pc:grpChg chg="del mod">
          <ac:chgData name="Christopher Aloo" userId="81d139e4-1a74-45bd-a04a-64f94c7d37c9" providerId="ADAL" clId="{96C79984-D60A-4099-9EEC-0E802D2FF5EC}" dt="2025-07-09T17:50:32.846" v="265"/>
          <ac:grpSpMkLst>
            <pc:docMk/>
            <pc:sldMk cId="0" sldId="259"/>
            <ac:grpSpMk id="34" creationId="{AD4804FD-9FED-BF97-FAF9-65D2C589D053}"/>
          </ac:grpSpMkLst>
        </pc:grpChg>
        <pc:grpChg chg="del mod">
          <ac:chgData name="Christopher Aloo" userId="81d139e4-1a74-45bd-a04a-64f94c7d37c9" providerId="ADAL" clId="{96C79984-D60A-4099-9EEC-0E802D2FF5EC}" dt="2025-07-09T17:50:35.125" v="267"/>
          <ac:grpSpMkLst>
            <pc:docMk/>
            <pc:sldMk cId="0" sldId="259"/>
            <ac:grpSpMk id="41" creationId="{4240B094-EFBF-9224-B368-416D58E6AFD3}"/>
          </ac:grpSpMkLst>
        </pc:grpChg>
        <pc:grpChg chg="mod">
          <ac:chgData name="Christopher Aloo" userId="81d139e4-1a74-45bd-a04a-64f94c7d37c9" providerId="ADAL" clId="{96C79984-D60A-4099-9EEC-0E802D2FF5EC}" dt="2025-07-09T17:50:35.125" v="267"/>
          <ac:grpSpMkLst>
            <pc:docMk/>
            <pc:sldMk cId="0" sldId="259"/>
            <ac:grpSpMk id="43" creationId="{AF7B9294-1124-F8A6-9B57-01060E971AEE}"/>
          </ac:grpSpMkLst>
        </pc:grpChg>
        <pc:grpChg chg="del mod">
          <ac:chgData name="Christopher Aloo" userId="81d139e4-1a74-45bd-a04a-64f94c7d37c9" providerId="ADAL" clId="{96C79984-D60A-4099-9EEC-0E802D2FF5EC}" dt="2025-07-09T17:50:41.334" v="275"/>
          <ac:grpSpMkLst>
            <pc:docMk/>
            <pc:sldMk cId="0" sldId="259"/>
            <ac:grpSpMk id="48" creationId="{B88B642E-B455-7C10-1623-641F1640303E}"/>
          </ac:grpSpMkLst>
        </pc:grpChg>
        <pc:grpChg chg="del mod">
          <ac:chgData name="Christopher Aloo" userId="81d139e4-1a74-45bd-a04a-64f94c7d37c9" providerId="ADAL" clId="{96C79984-D60A-4099-9EEC-0E802D2FF5EC}" dt="2025-07-09T17:50:44.119" v="277"/>
          <ac:grpSpMkLst>
            <pc:docMk/>
            <pc:sldMk cId="0" sldId="259"/>
            <ac:grpSpMk id="51" creationId="{61294A0F-5FC7-3A35-3987-1EB20EEE008A}"/>
          </ac:grpSpMkLst>
        </pc:grpChg>
        <pc:grpChg chg="del mod">
          <ac:chgData name="Christopher Aloo" userId="81d139e4-1a74-45bd-a04a-64f94c7d37c9" providerId="ADAL" clId="{96C79984-D60A-4099-9EEC-0E802D2FF5EC}" dt="2025-07-09T17:50:46.847" v="281"/>
          <ac:grpSpMkLst>
            <pc:docMk/>
            <pc:sldMk cId="0" sldId="259"/>
            <ac:grpSpMk id="53" creationId="{A117985E-D3D0-61BD-A517-E17AE5CA5B50}"/>
          </ac:grpSpMkLst>
        </pc:grpChg>
        <pc:grpChg chg="del mod">
          <ac:chgData name="Christopher Aloo" userId="81d139e4-1a74-45bd-a04a-64f94c7d37c9" providerId="ADAL" clId="{96C79984-D60A-4099-9EEC-0E802D2FF5EC}" dt="2025-07-09T17:50:50.915" v="283"/>
          <ac:grpSpMkLst>
            <pc:docMk/>
            <pc:sldMk cId="0" sldId="259"/>
            <ac:grpSpMk id="57" creationId="{495AFF1F-86B9-2F84-E522-C85F99CD0303}"/>
          </ac:grpSpMkLst>
        </pc:grpChg>
        <pc:grpChg chg="del mod">
          <ac:chgData name="Christopher Aloo" userId="81d139e4-1a74-45bd-a04a-64f94c7d37c9" providerId="ADAL" clId="{96C79984-D60A-4099-9EEC-0E802D2FF5EC}" dt="2025-07-09T17:50:53.421" v="286"/>
          <ac:grpSpMkLst>
            <pc:docMk/>
            <pc:sldMk cId="0" sldId="259"/>
            <ac:grpSpMk id="59" creationId="{007D3AEA-087D-C70B-DF7A-9F47C5A56FFE}"/>
          </ac:grpSpMkLst>
        </pc:grpChg>
        <pc:grpChg chg="del mod">
          <ac:chgData name="Christopher Aloo" userId="81d139e4-1a74-45bd-a04a-64f94c7d37c9" providerId="ADAL" clId="{96C79984-D60A-4099-9EEC-0E802D2FF5EC}" dt="2025-07-09T17:50:55.241" v="288"/>
          <ac:grpSpMkLst>
            <pc:docMk/>
            <pc:sldMk cId="0" sldId="259"/>
            <ac:grpSpMk id="62" creationId="{BCE1E16F-00EC-25AE-1BC8-7D9FBB5BB2B8}"/>
          </ac:grpSpMkLst>
        </pc:grpChg>
        <pc:grpChg chg="del mod">
          <ac:chgData name="Christopher Aloo" userId="81d139e4-1a74-45bd-a04a-64f94c7d37c9" providerId="ADAL" clId="{96C79984-D60A-4099-9EEC-0E802D2FF5EC}" dt="2025-07-09T17:51:01.699" v="292"/>
          <ac:grpSpMkLst>
            <pc:docMk/>
            <pc:sldMk cId="0" sldId="259"/>
            <ac:grpSpMk id="64" creationId="{F9330D8C-E5EE-75B1-4162-FE8C3CB35D4B}"/>
          </ac:grpSpMkLst>
        </pc:grpChg>
        <pc:grpChg chg="del mod">
          <ac:chgData name="Christopher Aloo" userId="81d139e4-1a74-45bd-a04a-64f94c7d37c9" providerId="ADAL" clId="{96C79984-D60A-4099-9EEC-0E802D2FF5EC}" dt="2025-07-09T17:51:04.232" v="295"/>
          <ac:grpSpMkLst>
            <pc:docMk/>
            <pc:sldMk cId="0" sldId="259"/>
            <ac:grpSpMk id="68" creationId="{02D86AD9-2766-AD67-47A8-EA0A045592EC}"/>
          </ac:grpSpMkLst>
        </pc:grpChg>
        <pc:grpChg chg="del mod">
          <ac:chgData name="Christopher Aloo" userId="81d139e4-1a74-45bd-a04a-64f94c7d37c9" providerId="ADAL" clId="{96C79984-D60A-4099-9EEC-0E802D2FF5EC}" dt="2025-07-09T17:51:06.976" v="299"/>
          <ac:grpSpMkLst>
            <pc:docMk/>
            <pc:sldMk cId="0" sldId="259"/>
            <ac:grpSpMk id="71" creationId="{CDCA1320-F355-02A9-16D4-A42253BBA3F7}"/>
          </ac:grpSpMkLst>
        </pc:grpChg>
        <pc:grpChg chg="mod">
          <ac:chgData name="Christopher Aloo" userId="81d139e4-1a74-45bd-a04a-64f94c7d37c9" providerId="ADAL" clId="{96C79984-D60A-4099-9EEC-0E802D2FF5EC}" dt="2025-07-09T17:51:06.976" v="299"/>
          <ac:grpSpMkLst>
            <pc:docMk/>
            <pc:sldMk cId="0" sldId="259"/>
            <ac:grpSpMk id="75" creationId="{F2E64D9B-1038-C99E-F909-02700EAB3A49}"/>
          </ac:grpSpMkLst>
        </pc:grpChg>
        <pc:inkChg chg="add mod">
          <ac:chgData name="Christopher Aloo" userId="81d139e4-1a74-45bd-a04a-64f94c7d37c9" providerId="ADAL" clId="{96C79984-D60A-4099-9EEC-0E802D2FF5EC}" dt="2025-07-09T17:50:02.363" v="243"/>
          <ac:inkMkLst>
            <pc:docMk/>
            <pc:sldMk cId="0" sldId="259"/>
            <ac:inkMk id="3" creationId="{290B3794-72CF-6563-3570-4E00B7C04A75}"/>
          </ac:inkMkLst>
        </pc:inkChg>
        <pc:inkChg chg="add mod">
          <ac:chgData name="Christopher Aloo" userId="81d139e4-1a74-45bd-a04a-64f94c7d37c9" providerId="ADAL" clId="{96C79984-D60A-4099-9EEC-0E802D2FF5EC}" dt="2025-07-09T17:50:02.363" v="243"/>
          <ac:inkMkLst>
            <pc:docMk/>
            <pc:sldMk cId="0" sldId="259"/>
            <ac:inkMk id="4" creationId="{1332BFF0-6F38-B6BB-8C73-590A2603F964}"/>
          </ac:inkMkLst>
        </pc:inkChg>
        <pc:inkChg chg="add mod">
          <ac:chgData name="Christopher Aloo" userId="81d139e4-1a74-45bd-a04a-64f94c7d37c9" providerId="ADAL" clId="{96C79984-D60A-4099-9EEC-0E802D2FF5EC}" dt="2025-07-09T17:50:02.363" v="243"/>
          <ac:inkMkLst>
            <pc:docMk/>
            <pc:sldMk cId="0" sldId="259"/>
            <ac:inkMk id="6" creationId="{AA45C4F7-9302-0DFA-3156-A96337198AC0}"/>
          </ac:inkMkLst>
        </pc:inkChg>
        <pc:inkChg chg="add">
          <ac:chgData name="Christopher Aloo" userId="81d139e4-1a74-45bd-a04a-64f94c7d37c9" providerId="ADAL" clId="{96C79984-D60A-4099-9EEC-0E802D2FF5EC}" dt="2025-07-09T17:49:57.220" v="231" actId="9405"/>
          <ac:inkMkLst>
            <pc:docMk/>
            <pc:sldMk cId="0" sldId="259"/>
            <ac:inkMk id="7" creationId="{7A25AC85-8C81-9D40-5BC7-46BF1337ACCB}"/>
          </ac:inkMkLst>
        </pc:inkChg>
        <pc:inkChg chg="add mod">
          <ac:chgData name="Christopher Aloo" userId="81d139e4-1a74-45bd-a04a-64f94c7d37c9" providerId="ADAL" clId="{96C79984-D60A-4099-9EEC-0E802D2FF5EC}" dt="2025-07-09T17:50:02.363" v="243"/>
          <ac:inkMkLst>
            <pc:docMk/>
            <pc:sldMk cId="0" sldId="259"/>
            <ac:inkMk id="8" creationId="{0166EF7E-3DDE-C9C1-203E-420B77AA0733}"/>
          </ac:inkMkLst>
        </pc:inkChg>
        <pc:inkChg chg="add mod">
          <ac:chgData name="Christopher Aloo" userId="81d139e4-1a74-45bd-a04a-64f94c7d37c9" providerId="ADAL" clId="{96C79984-D60A-4099-9EEC-0E802D2FF5EC}" dt="2025-07-09T17:50:02.363" v="243"/>
          <ac:inkMkLst>
            <pc:docMk/>
            <pc:sldMk cId="0" sldId="259"/>
            <ac:inkMk id="9" creationId="{91B0DD6C-B86D-6C22-59F9-5929B27D7BC9}"/>
          </ac:inkMkLst>
        </pc:inkChg>
        <pc:inkChg chg="add mod">
          <ac:chgData name="Christopher Aloo" userId="81d139e4-1a74-45bd-a04a-64f94c7d37c9" providerId="ADAL" clId="{96C79984-D60A-4099-9EEC-0E802D2FF5EC}" dt="2025-07-09T17:50:02.363" v="243"/>
          <ac:inkMkLst>
            <pc:docMk/>
            <pc:sldMk cId="0" sldId="259"/>
            <ac:inkMk id="10" creationId="{426D2314-AAB4-D55D-07EE-2BC607E6BE07}"/>
          </ac:inkMkLst>
        </pc:inkChg>
        <pc:inkChg chg="add">
          <ac:chgData name="Christopher Aloo" userId="81d139e4-1a74-45bd-a04a-64f94c7d37c9" providerId="ADAL" clId="{96C79984-D60A-4099-9EEC-0E802D2FF5EC}" dt="2025-07-09T17:49:58.451" v="235" actId="9405"/>
          <ac:inkMkLst>
            <pc:docMk/>
            <pc:sldMk cId="0" sldId="259"/>
            <ac:inkMk id="11" creationId="{C2295EFE-F279-858D-07EA-64D2558D74FE}"/>
          </ac:inkMkLst>
        </pc:inkChg>
        <pc:inkChg chg="add">
          <ac:chgData name="Christopher Aloo" userId="81d139e4-1a74-45bd-a04a-64f94c7d37c9" providerId="ADAL" clId="{96C79984-D60A-4099-9EEC-0E802D2FF5EC}" dt="2025-07-09T17:49:58.838" v="236" actId="9405"/>
          <ac:inkMkLst>
            <pc:docMk/>
            <pc:sldMk cId="0" sldId="259"/>
            <ac:inkMk id="12" creationId="{F2AAD930-94A9-BF79-8EAF-7558360A3103}"/>
          </ac:inkMkLst>
        </pc:inkChg>
        <pc:inkChg chg="add mod">
          <ac:chgData name="Christopher Aloo" userId="81d139e4-1a74-45bd-a04a-64f94c7d37c9" providerId="ADAL" clId="{96C79984-D60A-4099-9EEC-0E802D2FF5EC}" dt="2025-07-09T17:50:02.363" v="243"/>
          <ac:inkMkLst>
            <pc:docMk/>
            <pc:sldMk cId="0" sldId="259"/>
            <ac:inkMk id="13" creationId="{B7CA7A2A-A633-2A54-21A8-A0FF32B3855D}"/>
          </ac:inkMkLst>
        </pc:inkChg>
        <pc:inkChg chg="add">
          <ac:chgData name="Christopher Aloo" userId="81d139e4-1a74-45bd-a04a-64f94c7d37c9" providerId="ADAL" clId="{96C79984-D60A-4099-9EEC-0E802D2FF5EC}" dt="2025-07-09T17:50:00.060" v="238" actId="9405"/>
          <ac:inkMkLst>
            <pc:docMk/>
            <pc:sldMk cId="0" sldId="259"/>
            <ac:inkMk id="14" creationId="{9592B063-83C1-4D94-5623-8DAFFF890B2A}"/>
          </ac:inkMkLst>
        </pc:inkChg>
        <pc:inkChg chg="add mod">
          <ac:chgData name="Christopher Aloo" userId="81d139e4-1a74-45bd-a04a-64f94c7d37c9" providerId="ADAL" clId="{96C79984-D60A-4099-9EEC-0E802D2FF5EC}" dt="2025-07-09T17:50:02.363" v="243"/>
          <ac:inkMkLst>
            <pc:docMk/>
            <pc:sldMk cId="0" sldId="259"/>
            <ac:inkMk id="15" creationId="{DF5837E7-BCD8-116D-ED2B-F8E160972B01}"/>
          </ac:inkMkLst>
        </pc:inkChg>
        <pc:inkChg chg="add">
          <ac:chgData name="Christopher Aloo" userId="81d139e4-1a74-45bd-a04a-64f94c7d37c9" providerId="ADAL" clId="{96C79984-D60A-4099-9EEC-0E802D2FF5EC}" dt="2025-07-09T17:50:01.380" v="241" actId="9405"/>
          <ac:inkMkLst>
            <pc:docMk/>
            <pc:sldMk cId="0" sldId="259"/>
            <ac:inkMk id="17" creationId="{7F7F7BAF-F2B0-CC5C-6C42-CB8C4AF11DC3}"/>
          </ac:inkMkLst>
        </pc:inkChg>
        <pc:inkChg chg="add">
          <ac:chgData name="Christopher Aloo" userId="81d139e4-1a74-45bd-a04a-64f94c7d37c9" providerId="ADAL" clId="{96C79984-D60A-4099-9EEC-0E802D2FF5EC}" dt="2025-07-09T17:50:01.842" v="242" actId="9405"/>
          <ac:inkMkLst>
            <pc:docMk/>
            <pc:sldMk cId="0" sldId="259"/>
            <ac:inkMk id="18" creationId="{B3650A62-2E5B-5D32-D65E-0D71DAE879F8}"/>
          </ac:inkMkLst>
        </pc:inkChg>
        <pc:inkChg chg="add mod">
          <ac:chgData name="Christopher Aloo" userId="81d139e4-1a74-45bd-a04a-64f94c7d37c9" providerId="ADAL" clId="{96C79984-D60A-4099-9EEC-0E802D2FF5EC}" dt="2025-07-09T17:50:10.357" v="246"/>
          <ac:inkMkLst>
            <pc:docMk/>
            <pc:sldMk cId="0" sldId="259"/>
            <ac:inkMk id="20" creationId="{9C1964E0-0774-1DC9-BB08-CB1DEB8469E2}"/>
          </ac:inkMkLst>
        </pc:inkChg>
        <pc:inkChg chg="add mod">
          <ac:chgData name="Christopher Aloo" userId="81d139e4-1a74-45bd-a04a-64f94c7d37c9" providerId="ADAL" clId="{96C79984-D60A-4099-9EEC-0E802D2FF5EC}" dt="2025-07-09T17:50:10.357" v="246"/>
          <ac:inkMkLst>
            <pc:docMk/>
            <pc:sldMk cId="0" sldId="259"/>
            <ac:inkMk id="21" creationId="{FEA89ACE-FBA2-8FB0-EDDA-8FE10DF05806}"/>
          </ac:inkMkLst>
        </pc:inkChg>
        <pc:inkChg chg="add mod">
          <ac:chgData name="Christopher Aloo" userId="81d139e4-1a74-45bd-a04a-64f94c7d37c9" providerId="ADAL" clId="{96C79984-D60A-4099-9EEC-0E802D2FF5EC}" dt="2025-07-09T17:50:12.576" v="250"/>
          <ac:inkMkLst>
            <pc:docMk/>
            <pc:sldMk cId="0" sldId="259"/>
            <ac:inkMk id="23" creationId="{58FB71D7-AE45-3F21-4292-6E1A4CBDEE5A}"/>
          </ac:inkMkLst>
        </pc:inkChg>
        <pc:inkChg chg="add mod">
          <ac:chgData name="Christopher Aloo" userId="81d139e4-1a74-45bd-a04a-64f94c7d37c9" providerId="ADAL" clId="{96C79984-D60A-4099-9EEC-0E802D2FF5EC}" dt="2025-07-09T17:50:12.576" v="250"/>
          <ac:inkMkLst>
            <pc:docMk/>
            <pc:sldMk cId="0" sldId="259"/>
            <ac:inkMk id="24" creationId="{A59BB035-015E-32B8-1457-DCFBB5A71B98}"/>
          </ac:inkMkLst>
        </pc:inkChg>
        <pc:inkChg chg="add mod">
          <ac:chgData name="Christopher Aloo" userId="81d139e4-1a74-45bd-a04a-64f94c7d37c9" providerId="ADAL" clId="{96C79984-D60A-4099-9EEC-0E802D2FF5EC}" dt="2025-07-09T17:50:12.576" v="250"/>
          <ac:inkMkLst>
            <pc:docMk/>
            <pc:sldMk cId="0" sldId="259"/>
            <ac:inkMk id="25" creationId="{67DECC4F-E564-B379-B9CF-AA33B475138E}"/>
          </ac:inkMkLst>
        </pc:inkChg>
        <pc:inkChg chg="add mod">
          <ac:chgData name="Christopher Aloo" userId="81d139e4-1a74-45bd-a04a-64f94c7d37c9" providerId="ADAL" clId="{96C79984-D60A-4099-9EEC-0E802D2FF5EC}" dt="2025-07-09T17:50:20.383" v="254"/>
          <ac:inkMkLst>
            <pc:docMk/>
            <pc:sldMk cId="0" sldId="259"/>
            <ac:inkMk id="27" creationId="{865FC3D3-1CD9-CFE0-A24D-6D3B9D9F1C19}"/>
          </ac:inkMkLst>
        </pc:inkChg>
        <pc:inkChg chg="add mod">
          <ac:chgData name="Christopher Aloo" userId="81d139e4-1a74-45bd-a04a-64f94c7d37c9" providerId="ADAL" clId="{96C79984-D60A-4099-9EEC-0E802D2FF5EC}" dt="2025-07-09T17:50:20.383" v="254"/>
          <ac:inkMkLst>
            <pc:docMk/>
            <pc:sldMk cId="0" sldId="259"/>
            <ac:inkMk id="28" creationId="{802BB227-903E-DF79-D5EA-FA528651CA9D}"/>
          </ac:inkMkLst>
        </pc:inkChg>
        <pc:inkChg chg="add mod">
          <ac:chgData name="Christopher Aloo" userId="81d139e4-1a74-45bd-a04a-64f94c7d37c9" providerId="ADAL" clId="{96C79984-D60A-4099-9EEC-0E802D2FF5EC}" dt="2025-07-09T17:50:20.383" v="254"/>
          <ac:inkMkLst>
            <pc:docMk/>
            <pc:sldMk cId="0" sldId="259"/>
            <ac:inkMk id="29" creationId="{732E2B3C-86DD-FDF0-3B2A-FBEFC9184452}"/>
          </ac:inkMkLst>
        </pc:inkChg>
        <pc:inkChg chg="add">
          <ac:chgData name="Christopher Aloo" userId="81d139e4-1a74-45bd-a04a-64f94c7d37c9" providerId="ADAL" clId="{96C79984-D60A-4099-9EEC-0E802D2FF5EC}" dt="2025-07-09T17:50:20.898" v="255" actId="9405"/>
          <ac:inkMkLst>
            <pc:docMk/>
            <pc:sldMk cId="0" sldId="259"/>
            <ac:inkMk id="31" creationId="{DCE1267A-1870-F371-9858-680594535AF4}"/>
          </ac:inkMkLst>
        </pc:inkChg>
        <pc:inkChg chg="add mod">
          <ac:chgData name="Christopher Aloo" userId="81d139e4-1a74-45bd-a04a-64f94c7d37c9" providerId="ADAL" clId="{96C79984-D60A-4099-9EEC-0E802D2FF5EC}" dt="2025-07-09T17:50:35.125" v="267"/>
          <ac:inkMkLst>
            <pc:docMk/>
            <pc:sldMk cId="0" sldId="259"/>
            <ac:inkMk id="32" creationId="{164C0ADA-5783-631A-F616-C0DA8389A5F7}"/>
          </ac:inkMkLst>
        </pc:inkChg>
        <pc:inkChg chg="add mod">
          <ac:chgData name="Christopher Aloo" userId="81d139e4-1a74-45bd-a04a-64f94c7d37c9" providerId="ADAL" clId="{96C79984-D60A-4099-9EEC-0E802D2FF5EC}" dt="2025-07-09T17:50:35.125" v="267"/>
          <ac:inkMkLst>
            <pc:docMk/>
            <pc:sldMk cId="0" sldId="259"/>
            <ac:inkMk id="33" creationId="{FE6D97A5-F5AD-27C3-48BA-B59CCF90C713}"/>
          </ac:inkMkLst>
        </pc:inkChg>
        <pc:inkChg chg="add mod">
          <ac:chgData name="Christopher Aloo" userId="81d139e4-1a74-45bd-a04a-64f94c7d37c9" providerId="ADAL" clId="{96C79984-D60A-4099-9EEC-0E802D2FF5EC}" dt="2025-07-09T17:50:35.125" v="267"/>
          <ac:inkMkLst>
            <pc:docMk/>
            <pc:sldMk cId="0" sldId="259"/>
            <ac:inkMk id="35" creationId="{5788B1C3-5858-2E9B-3293-9CF74B564A92}"/>
          </ac:inkMkLst>
        </pc:inkChg>
        <pc:inkChg chg="add mod">
          <ac:chgData name="Christopher Aloo" userId="81d139e4-1a74-45bd-a04a-64f94c7d37c9" providerId="ADAL" clId="{96C79984-D60A-4099-9EEC-0E802D2FF5EC}" dt="2025-07-09T17:50:35.125" v="267"/>
          <ac:inkMkLst>
            <pc:docMk/>
            <pc:sldMk cId="0" sldId="259"/>
            <ac:inkMk id="36" creationId="{12B795B3-567B-738D-C30C-94A011CAC0A9}"/>
          </ac:inkMkLst>
        </pc:inkChg>
        <pc:inkChg chg="add mod">
          <ac:chgData name="Christopher Aloo" userId="81d139e4-1a74-45bd-a04a-64f94c7d37c9" providerId="ADAL" clId="{96C79984-D60A-4099-9EEC-0E802D2FF5EC}" dt="2025-07-09T17:50:35.125" v="267"/>
          <ac:inkMkLst>
            <pc:docMk/>
            <pc:sldMk cId="0" sldId="259"/>
            <ac:inkMk id="37" creationId="{70F5882C-76B5-BB1B-DE12-D0DC1DED6E03}"/>
          </ac:inkMkLst>
        </pc:inkChg>
        <pc:inkChg chg="add mod">
          <ac:chgData name="Christopher Aloo" userId="81d139e4-1a74-45bd-a04a-64f94c7d37c9" providerId="ADAL" clId="{96C79984-D60A-4099-9EEC-0E802D2FF5EC}" dt="2025-07-09T17:50:32.846" v="265"/>
          <ac:inkMkLst>
            <pc:docMk/>
            <pc:sldMk cId="0" sldId="259"/>
            <ac:inkMk id="38" creationId="{3A7FFE6D-AB0F-198B-BA21-076986CBA146}"/>
          </ac:inkMkLst>
        </pc:inkChg>
        <pc:inkChg chg="add mod">
          <ac:chgData name="Christopher Aloo" userId="81d139e4-1a74-45bd-a04a-64f94c7d37c9" providerId="ADAL" clId="{96C79984-D60A-4099-9EEC-0E802D2FF5EC}" dt="2025-07-09T17:50:35.125" v="267"/>
          <ac:inkMkLst>
            <pc:docMk/>
            <pc:sldMk cId="0" sldId="259"/>
            <ac:inkMk id="39" creationId="{55E5F0C5-6BE6-3D10-F786-C94D4266CF2F}"/>
          </ac:inkMkLst>
        </pc:inkChg>
        <pc:inkChg chg="add mod">
          <ac:chgData name="Christopher Aloo" userId="81d139e4-1a74-45bd-a04a-64f94c7d37c9" providerId="ADAL" clId="{96C79984-D60A-4099-9EEC-0E802D2FF5EC}" dt="2025-07-09T17:50:35.125" v="267"/>
          <ac:inkMkLst>
            <pc:docMk/>
            <pc:sldMk cId="0" sldId="259"/>
            <ac:inkMk id="40" creationId="{B1F25210-147B-6467-A278-94DADDAC392F}"/>
          </ac:inkMkLst>
        </pc:inkChg>
        <pc:inkChg chg="add mod">
          <ac:chgData name="Christopher Aloo" userId="81d139e4-1a74-45bd-a04a-64f94c7d37c9" providerId="ADAL" clId="{96C79984-D60A-4099-9EEC-0E802D2FF5EC}" dt="2025-07-09T17:50:35.125" v="267"/>
          <ac:inkMkLst>
            <pc:docMk/>
            <pc:sldMk cId="0" sldId="259"/>
            <ac:inkMk id="42" creationId="{159CEC2B-8A69-A38B-4C5D-21F4DD543E46}"/>
          </ac:inkMkLst>
        </pc:inkChg>
        <pc:inkChg chg="add mod">
          <ac:chgData name="Christopher Aloo" userId="81d139e4-1a74-45bd-a04a-64f94c7d37c9" providerId="ADAL" clId="{96C79984-D60A-4099-9EEC-0E802D2FF5EC}" dt="2025-07-09T17:50:50.915" v="283"/>
          <ac:inkMkLst>
            <pc:docMk/>
            <pc:sldMk cId="0" sldId="259"/>
            <ac:inkMk id="44" creationId="{A84A0305-13F7-937F-E80E-7D0925E19C84}"/>
          </ac:inkMkLst>
        </pc:inkChg>
        <pc:inkChg chg="add mod">
          <ac:chgData name="Christopher Aloo" userId="81d139e4-1a74-45bd-a04a-64f94c7d37c9" providerId="ADAL" clId="{96C79984-D60A-4099-9EEC-0E802D2FF5EC}" dt="2025-07-09T17:51:01.699" v="292"/>
          <ac:inkMkLst>
            <pc:docMk/>
            <pc:sldMk cId="0" sldId="259"/>
            <ac:inkMk id="45" creationId="{20305B77-66D5-180D-529C-1E8DDAA9BBB2}"/>
          </ac:inkMkLst>
        </pc:inkChg>
        <pc:inkChg chg="add mod">
          <ac:chgData name="Christopher Aloo" userId="81d139e4-1a74-45bd-a04a-64f94c7d37c9" providerId="ADAL" clId="{96C79984-D60A-4099-9EEC-0E802D2FF5EC}" dt="2025-07-09T17:51:04.232" v="295"/>
          <ac:inkMkLst>
            <pc:docMk/>
            <pc:sldMk cId="0" sldId="259"/>
            <ac:inkMk id="46" creationId="{7873005C-D194-FB02-5914-ECCF96A4A3D7}"/>
          </ac:inkMkLst>
        </pc:inkChg>
        <pc:inkChg chg="add mod">
          <ac:chgData name="Christopher Aloo" userId="81d139e4-1a74-45bd-a04a-64f94c7d37c9" providerId="ADAL" clId="{96C79984-D60A-4099-9EEC-0E802D2FF5EC}" dt="2025-07-09T17:50:55.241" v="288"/>
          <ac:inkMkLst>
            <pc:docMk/>
            <pc:sldMk cId="0" sldId="259"/>
            <ac:inkMk id="47" creationId="{94A0B456-095A-0574-35D1-E0385B049897}"/>
          </ac:inkMkLst>
        </pc:inkChg>
        <pc:inkChg chg="add mod">
          <ac:chgData name="Christopher Aloo" userId="81d139e4-1a74-45bd-a04a-64f94c7d37c9" providerId="ADAL" clId="{96C79984-D60A-4099-9EEC-0E802D2FF5EC}" dt="2025-07-09T17:50:50.915" v="283"/>
          <ac:inkMkLst>
            <pc:docMk/>
            <pc:sldMk cId="0" sldId="259"/>
            <ac:inkMk id="49" creationId="{5508A1AE-71CC-CCBF-CFBB-3DF8321CC684}"/>
          </ac:inkMkLst>
        </pc:inkChg>
        <pc:inkChg chg="add mod">
          <ac:chgData name="Christopher Aloo" userId="81d139e4-1a74-45bd-a04a-64f94c7d37c9" providerId="ADAL" clId="{96C79984-D60A-4099-9EEC-0E802D2FF5EC}" dt="2025-07-09T17:50:53.421" v="286"/>
          <ac:inkMkLst>
            <pc:docMk/>
            <pc:sldMk cId="0" sldId="259"/>
            <ac:inkMk id="50" creationId="{BA6CBBFC-2FFE-800E-9C7D-7B8F06AB2030}"/>
          </ac:inkMkLst>
        </pc:inkChg>
        <pc:inkChg chg="add mod">
          <ac:chgData name="Christopher Aloo" userId="81d139e4-1a74-45bd-a04a-64f94c7d37c9" providerId="ADAL" clId="{96C79984-D60A-4099-9EEC-0E802D2FF5EC}" dt="2025-07-09T17:50:50.915" v="283"/>
          <ac:inkMkLst>
            <pc:docMk/>
            <pc:sldMk cId="0" sldId="259"/>
            <ac:inkMk id="52" creationId="{C0A2B4AD-D4C6-C86B-A624-BDE7CA443B79}"/>
          </ac:inkMkLst>
        </pc:inkChg>
        <pc:inkChg chg="add mod">
          <ac:chgData name="Christopher Aloo" userId="81d139e4-1a74-45bd-a04a-64f94c7d37c9" providerId="ADAL" clId="{96C79984-D60A-4099-9EEC-0E802D2FF5EC}" dt="2025-07-09T17:51:06.976" v="299"/>
          <ac:inkMkLst>
            <pc:docMk/>
            <pc:sldMk cId="0" sldId="259"/>
            <ac:inkMk id="54" creationId="{AF92921F-B57F-C9F2-749D-EE179EEF951E}"/>
          </ac:inkMkLst>
        </pc:inkChg>
        <pc:inkChg chg="add mod">
          <ac:chgData name="Christopher Aloo" userId="81d139e4-1a74-45bd-a04a-64f94c7d37c9" providerId="ADAL" clId="{96C79984-D60A-4099-9EEC-0E802D2FF5EC}" dt="2025-07-09T17:51:04.232" v="295"/>
          <ac:inkMkLst>
            <pc:docMk/>
            <pc:sldMk cId="0" sldId="259"/>
            <ac:inkMk id="55" creationId="{3773C410-F4FA-B565-922F-9B7E503678E6}"/>
          </ac:inkMkLst>
        </pc:inkChg>
        <pc:inkChg chg="add mod">
          <ac:chgData name="Christopher Aloo" userId="81d139e4-1a74-45bd-a04a-64f94c7d37c9" providerId="ADAL" clId="{96C79984-D60A-4099-9EEC-0E802D2FF5EC}" dt="2025-07-09T17:50:50.915" v="283"/>
          <ac:inkMkLst>
            <pc:docMk/>
            <pc:sldMk cId="0" sldId="259"/>
            <ac:inkMk id="56" creationId="{8382821C-5E70-5FC1-EC03-E5613D2908C2}"/>
          </ac:inkMkLst>
        </pc:inkChg>
        <pc:inkChg chg="add mod">
          <ac:chgData name="Christopher Aloo" userId="81d139e4-1a74-45bd-a04a-64f94c7d37c9" providerId="ADAL" clId="{96C79984-D60A-4099-9EEC-0E802D2FF5EC}" dt="2025-07-09T17:50:50.915" v="283"/>
          <ac:inkMkLst>
            <pc:docMk/>
            <pc:sldMk cId="0" sldId="259"/>
            <ac:inkMk id="58" creationId="{CEFF629C-9F93-59AF-CAB5-CEFF662D2EE6}"/>
          </ac:inkMkLst>
        </pc:inkChg>
        <pc:inkChg chg="add mod">
          <ac:chgData name="Christopher Aloo" userId="81d139e4-1a74-45bd-a04a-64f94c7d37c9" providerId="ADAL" clId="{96C79984-D60A-4099-9EEC-0E802D2FF5EC}" dt="2025-07-09T17:51:04.232" v="295"/>
          <ac:inkMkLst>
            <pc:docMk/>
            <pc:sldMk cId="0" sldId="259"/>
            <ac:inkMk id="60" creationId="{2AD97823-226C-8C3C-1E77-8074AF963DA1}"/>
          </ac:inkMkLst>
        </pc:inkChg>
        <pc:inkChg chg="add mod">
          <ac:chgData name="Christopher Aloo" userId="81d139e4-1a74-45bd-a04a-64f94c7d37c9" providerId="ADAL" clId="{96C79984-D60A-4099-9EEC-0E802D2FF5EC}" dt="2025-07-09T17:51:06.976" v="299"/>
          <ac:inkMkLst>
            <pc:docMk/>
            <pc:sldMk cId="0" sldId="259"/>
            <ac:inkMk id="61" creationId="{5FE08E14-7871-95C6-07FB-35CBD8FAED63}"/>
          </ac:inkMkLst>
        </pc:inkChg>
        <pc:inkChg chg="add mod">
          <ac:chgData name="Christopher Aloo" userId="81d139e4-1a74-45bd-a04a-64f94c7d37c9" providerId="ADAL" clId="{96C79984-D60A-4099-9EEC-0E802D2FF5EC}" dt="2025-07-09T17:51:06.976" v="299"/>
          <ac:inkMkLst>
            <pc:docMk/>
            <pc:sldMk cId="0" sldId="259"/>
            <ac:inkMk id="63" creationId="{3D6DB7BC-9FEE-CEFC-533B-E5911E9712F1}"/>
          </ac:inkMkLst>
        </pc:inkChg>
        <pc:inkChg chg="add">
          <ac:chgData name="Christopher Aloo" userId="81d139e4-1a74-45bd-a04a-64f94c7d37c9" providerId="ADAL" clId="{96C79984-D60A-4099-9EEC-0E802D2FF5EC}" dt="2025-07-09T17:51:00.229" v="289" actId="9405"/>
          <ac:inkMkLst>
            <pc:docMk/>
            <pc:sldMk cId="0" sldId="259"/>
            <ac:inkMk id="65" creationId="{85ECB0BB-63A9-FA23-746D-873D5C8D9801}"/>
          </ac:inkMkLst>
        </pc:inkChg>
        <pc:inkChg chg="add mod">
          <ac:chgData name="Christopher Aloo" userId="81d139e4-1a74-45bd-a04a-64f94c7d37c9" providerId="ADAL" clId="{96C79984-D60A-4099-9EEC-0E802D2FF5EC}" dt="2025-07-09T17:51:04.232" v="295"/>
          <ac:inkMkLst>
            <pc:docMk/>
            <pc:sldMk cId="0" sldId="259"/>
            <ac:inkMk id="66" creationId="{94C6B198-BF9E-E6C2-9DEB-E35BE89DE2D3}"/>
          </ac:inkMkLst>
        </pc:inkChg>
        <pc:inkChg chg="add mod">
          <ac:chgData name="Christopher Aloo" userId="81d139e4-1a74-45bd-a04a-64f94c7d37c9" providerId="ADAL" clId="{96C79984-D60A-4099-9EEC-0E802D2FF5EC}" dt="2025-07-09T17:51:06.976" v="299"/>
          <ac:inkMkLst>
            <pc:docMk/>
            <pc:sldMk cId="0" sldId="259"/>
            <ac:inkMk id="67" creationId="{3CF5DD6A-42F8-3879-F4C4-BC644F453F6B}"/>
          </ac:inkMkLst>
        </pc:inkChg>
        <pc:inkChg chg="add mod">
          <ac:chgData name="Christopher Aloo" userId="81d139e4-1a74-45bd-a04a-64f94c7d37c9" providerId="ADAL" clId="{96C79984-D60A-4099-9EEC-0E802D2FF5EC}" dt="2025-07-09T17:51:06.976" v="299"/>
          <ac:inkMkLst>
            <pc:docMk/>
            <pc:sldMk cId="0" sldId="259"/>
            <ac:inkMk id="69" creationId="{F411D411-74DC-FDC0-8450-5F91F79DF3B7}"/>
          </ac:inkMkLst>
        </pc:inkChg>
        <pc:inkChg chg="add mod">
          <ac:chgData name="Christopher Aloo" userId="81d139e4-1a74-45bd-a04a-64f94c7d37c9" providerId="ADAL" clId="{96C79984-D60A-4099-9EEC-0E802D2FF5EC}" dt="2025-07-09T17:51:06.976" v="299"/>
          <ac:inkMkLst>
            <pc:docMk/>
            <pc:sldMk cId="0" sldId="259"/>
            <ac:inkMk id="70" creationId="{FF51BACE-D20F-68DD-83BD-E0DBAD4C12FA}"/>
          </ac:inkMkLst>
        </pc:inkChg>
        <pc:inkChg chg="add">
          <ac:chgData name="Christopher Aloo" userId="81d139e4-1a74-45bd-a04a-64f94c7d37c9" providerId="ADAL" clId="{96C79984-D60A-4099-9EEC-0E802D2FF5EC}" dt="2025-07-09T17:51:05.006" v="296" actId="9405"/>
          <ac:inkMkLst>
            <pc:docMk/>
            <pc:sldMk cId="0" sldId="259"/>
            <ac:inkMk id="72" creationId="{300E0139-6FAA-3C6F-3809-8508644DD20B}"/>
          </ac:inkMkLst>
        </pc:inkChg>
        <pc:inkChg chg="add mod">
          <ac:chgData name="Christopher Aloo" userId="81d139e4-1a74-45bd-a04a-64f94c7d37c9" providerId="ADAL" clId="{96C79984-D60A-4099-9EEC-0E802D2FF5EC}" dt="2025-07-09T17:51:06.976" v="299"/>
          <ac:inkMkLst>
            <pc:docMk/>
            <pc:sldMk cId="0" sldId="259"/>
            <ac:inkMk id="73" creationId="{15665EE4-7DEA-3D1C-4856-7D55A2F39AFA}"/>
          </ac:inkMkLst>
        </pc:inkChg>
        <pc:inkChg chg="add mod">
          <ac:chgData name="Christopher Aloo" userId="81d139e4-1a74-45bd-a04a-64f94c7d37c9" providerId="ADAL" clId="{96C79984-D60A-4099-9EEC-0E802D2FF5EC}" dt="2025-07-09T17:51:06.976" v="299"/>
          <ac:inkMkLst>
            <pc:docMk/>
            <pc:sldMk cId="0" sldId="259"/>
            <ac:inkMk id="74" creationId="{AE334A39-8D62-AE3A-9598-81B4E1A62BF1}"/>
          </ac:inkMkLst>
        </pc:inkChg>
        <pc:inkChg chg="add">
          <ac:chgData name="Christopher Aloo" userId="81d139e4-1a74-45bd-a04a-64f94c7d37c9" providerId="ADAL" clId="{96C79984-D60A-4099-9EEC-0E802D2FF5EC}" dt="2025-07-09T17:51:25.104" v="300" actId="9405"/>
          <ac:inkMkLst>
            <pc:docMk/>
            <pc:sldMk cId="0" sldId="259"/>
            <ac:inkMk id="76" creationId="{87AEC7DC-6337-A8BF-6D4C-77BFCDCD1F19}"/>
          </ac:inkMkLst>
        </pc:inkChg>
      </pc:sldChg>
      <pc:sldChg chg="addSp delSp modSp mod">
        <pc:chgData name="Christopher Aloo" userId="81d139e4-1a74-45bd-a04a-64f94c7d37c9" providerId="ADAL" clId="{96C79984-D60A-4099-9EEC-0E802D2FF5EC}" dt="2025-07-09T18:16:30.281" v="737"/>
        <pc:sldMkLst>
          <pc:docMk/>
          <pc:sldMk cId="0" sldId="260"/>
        </pc:sldMkLst>
        <pc:grpChg chg="mod">
          <ac:chgData name="Christopher Aloo" userId="81d139e4-1a74-45bd-a04a-64f94c7d37c9" providerId="ADAL" clId="{96C79984-D60A-4099-9EEC-0E802D2FF5EC}" dt="2025-07-09T18:10:39.241" v="683"/>
          <ac:grpSpMkLst>
            <pc:docMk/>
            <pc:sldMk cId="0" sldId="260"/>
            <ac:grpSpMk id="5" creationId="{1443E33D-9E98-DDC9-43D2-21DE1BAB24C3}"/>
          </ac:grpSpMkLst>
        </pc:grpChg>
        <pc:grpChg chg="del mod">
          <ac:chgData name="Christopher Aloo" userId="81d139e4-1a74-45bd-a04a-64f94c7d37c9" providerId="ADAL" clId="{96C79984-D60A-4099-9EEC-0E802D2FF5EC}" dt="2025-07-09T18:16:30.281" v="737"/>
          <ac:grpSpMkLst>
            <pc:docMk/>
            <pc:sldMk cId="0" sldId="260"/>
            <ac:grpSpMk id="10" creationId="{0FE4D9D1-8E1C-A777-AD35-223CF5ADC99F}"/>
          </ac:grpSpMkLst>
        </pc:grpChg>
        <pc:grpChg chg="mod">
          <ac:chgData name="Christopher Aloo" userId="81d139e4-1a74-45bd-a04a-64f94c7d37c9" providerId="ADAL" clId="{96C79984-D60A-4099-9EEC-0E802D2FF5EC}" dt="2025-07-09T18:10:44.944" v="688"/>
          <ac:grpSpMkLst>
            <pc:docMk/>
            <pc:sldMk cId="0" sldId="260"/>
            <ac:grpSpMk id="11" creationId="{EE6680A6-587E-115F-3413-DBBF64E4BE94}"/>
          </ac:grpSpMkLst>
        </pc:grpChg>
        <pc:grpChg chg="del mod">
          <ac:chgData name="Christopher Aloo" userId="81d139e4-1a74-45bd-a04a-64f94c7d37c9" providerId="ADAL" clId="{96C79984-D60A-4099-9EEC-0E802D2FF5EC}" dt="2025-07-09T18:14:22.256" v="697"/>
          <ac:grpSpMkLst>
            <pc:docMk/>
            <pc:sldMk cId="0" sldId="260"/>
            <ac:grpSpMk id="14" creationId="{5FB26028-458B-0E78-AC7C-CC0E78DB5BD0}"/>
          </ac:grpSpMkLst>
        </pc:grpChg>
        <pc:grpChg chg="del mod">
          <ac:chgData name="Christopher Aloo" userId="81d139e4-1a74-45bd-a04a-64f94c7d37c9" providerId="ADAL" clId="{96C79984-D60A-4099-9EEC-0E802D2FF5EC}" dt="2025-07-09T18:14:24.131" v="699"/>
          <ac:grpSpMkLst>
            <pc:docMk/>
            <pc:sldMk cId="0" sldId="260"/>
            <ac:grpSpMk id="20" creationId="{3C88AA72-19D0-F307-706D-92D936C53412}"/>
          </ac:grpSpMkLst>
        </pc:grpChg>
        <pc:grpChg chg="del mod">
          <ac:chgData name="Christopher Aloo" userId="81d139e4-1a74-45bd-a04a-64f94c7d37c9" providerId="ADAL" clId="{96C79984-D60A-4099-9EEC-0E802D2FF5EC}" dt="2025-07-09T18:14:28.779" v="706"/>
          <ac:grpSpMkLst>
            <pc:docMk/>
            <pc:sldMk cId="0" sldId="260"/>
            <ac:grpSpMk id="22" creationId="{F2CC3DD3-4C36-C9F0-0539-9B1BD617DE53}"/>
          </ac:grpSpMkLst>
        </pc:grpChg>
        <pc:grpChg chg="del mod">
          <ac:chgData name="Christopher Aloo" userId="81d139e4-1a74-45bd-a04a-64f94c7d37c9" providerId="ADAL" clId="{96C79984-D60A-4099-9EEC-0E802D2FF5EC}" dt="2025-07-09T18:14:34.434" v="708"/>
          <ac:grpSpMkLst>
            <pc:docMk/>
            <pc:sldMk cId="0" sldId="260"/>
            <ac:grpSpMk id="29" creationId="{82409FDE-766B-50A1-5317-97B8E98D86D4}"/>
          </ac:grpSpMkLst>
        </pc:grpChg>
        <pc:grpChg chg="del mod">
          <ac:chgData name="Christopher Aloo" userId="81d139e4-1a74-45bd-a04a-64f94c7d37c9" providerId="ADAL" clId="{96C79984-D60A-4099-9EEC-0E802D2FF5EC}" dt="2025-07-09T18:14:44.426" v="712"/>
          <ac:grpSpMkLst>
            <pc:docMk/>
            <pc:sldMk cId="0" sldId="260"/>
            <ac:grpSpMk id="31" creationId="{39282015-8629-6A92-0681-17FC3DF6C8EC}"/>
          </ac:grpSpMkLst>
        </pc:grpChg>
        <pc:grpChg chg="del mod">
          <ac:chgData name="Christopher Aloo" userId="81d139e4-1a74-45bd-a04a-64f94c7d37c9" providerId="ADAL" clId="{96C79984-D60A-4099-9EEC-0E802D2FF5EC}" dt="2025-07-09T18:14:50.251" v="719"/>
          <ac:grpSpMkLst>
            <pc:docMk/>
            <pc:sldMk cId="0" sldId="260"/>
            <ac:grpSpMk id="35" creationId="{B7515A2E-9BF1-BBF6-8404-03FF5AAEAF45}"/>
          </ac:grpSpMkLst>
        </pc:grpChg>
        <pc:grpChg chg="del mod">
          <ac:chgData name="Christopher Aloo" userId="81d139e4-1a74-45bd-a04a-64f94c7d37c9" providerId="ADAL" clId="{96C79984-D60A-4099-9EEC-0E802D2FF5EC}" dt="2025-07-09T18:15:01.244" v="723"/>
          <ac:grpSpMkLst>
            <pc:docMk/>
            <pc:sldMk cId="0" sldId="260"/>
            <ac:grpSpMk id="42" creationId="{FA9CC03A-A12B-8531-95D8-B106E0942489}"/>
          </ac:grpSpMkLst>
        </pc:grpChg>
        <pc:grpChg chg="del mod">
          <ac:chgData name="Christopher Aloo" userId="81d139e4-1a74-45bd-a04a-64f94c7d37c9" providerId="ADAL" clId="{96C79984-D60A-4099-9EEC-0E802D2FF5EC}" dt="2025-07-09T18:15:28.010" v="733" actId="478"/>
          <ac:grpSpMkLst>
            <pc:docMk/>
            <pc:sldMk cId="0" sldId="260"/>
            <ac:grpSpMk id="46" creationId="{32564BD9-C913-EB50-05E3-38932AA166C4}"/>
          </ac:grpSpMkLst>
        </pc:grpChg>
        <pc:grpChg chg="del mod">
          <ac:chgData name="Christopher Aloo" userId="81d139e4-1a74-45bd-a04a-64f94c7d37c9" providerId="ADAL" clId="{96C79984-D60A-4099-9EEC-0E802D2FF5EC}" dt="2025-07-09T18:15:13.790" v="728"/>
          <ac:grpSpMkLst>
            <pc:docMk/>
            <pc:sldMk cId="0" sldId="260"/>
            <ac:grpSpMk id="49" creationId="{715160B4-25E4-2A76-A0DF-B42D1D880201}"/>
          </ac:grpSpMkLst>
        </pc:grpChg>
        <pc:grpChg chg="del mod">
          <ac:chgData name="Christopher Aloo" userId="81d139e4-1a74-45bd-a04a-64f94c7d37c9" providerId="ADAL" clId="{96C79984-D60A-4099-9EEC-0E802D2FF5EC}" dt="2025-07-09T18:15:18.126" v="731"/>
          <ac:grpSpMkLst>
            <pc:docMk/>
            <pc:sldMk cId="0" sldId="260"/>
            <ac:grpSpMk id="51" creationId="{E9435927-9C9B-A55D-384D-F2F6E6127FFA}"/>
          </ac:grpSpMkLst>
        </pc:grpChg>
        <pc:grpChg chg="del mod">
          <ac:chgData name="Christopher Aloo" userId="81d139e4-1a74-45bd-a04a-64f94c7d37c9" providerId="ADAL" clId="{96C79984-D60A-4099-9EEC-0E802D2FF5EC}" dt="2025-07-09T18:15:20.907" v="732" actId="478"/>
          <ac:grpSpMkLst>
            <pc:docMk/>
            <pc:sldMk cId="0" sldId="260"/>
            <ac:grpSpMk id="54" creationId="{2D072607-E5A3-7D66-EA2F-15045111CD47}"/>
          </ac:grpSpMkLst>
        </pc:grpChg>
        <pc:grpChg chg="mod">
          <ac:chgData name="Christopher Aloo" userId="81d139e4-1a74-45bd-a04a-64f94c7d37c9" providerId="ADAL" clId="{96C79984-D60A-4099-9EEC-0E802D2FF5EC}" dt="2025-07-09T18:16:30.281" v="737"/>
          <ac:grpSpMkLst>
            <pc:docMk/>
            <pc:sldMk cId="0" sldId="260"/>
            <ac:grpSpMk id="57" creationId="{BC79008B-7A6E-F0D1-F724-ABBB0AD174F8}"/>
          </ac:grpSpMkLst>
        </pc:grpChg>
        <pc:inkChg chg="del">
          <ac:chgData name="Christopher Aloo" userId="81d139e4-1a74-45bd-a04a-64f94c7d37c9" providerId="ADAL" clId="{96C79984-D60A-4099-9EEC-0E802D2FF5EC}" dt="2025-07-09T18:10:33.733" v="680" actId="478"/>
          <ac:inkMkLst>
            <pc:docMk/>
            <pc:sldMk cId="0" sldId="260"/>
            <ac:inkMk id="2" creationId="{BF124267-7530-EDD7-C352-7D2F7A3212CC}"/>
          </ac:inkMkLst>
        </pc:inkChg>
        <pc:inkChg chg="add mod">
          <ac:chgData name="Christopher Aloo" userId="81d139e4-1a74-45bd-a04a-64f94c7d37c9" providerId="ADAL" clId="{96C79984-D60A-4099-9EEC-0E802D2FF5EC}" dt="2025-07-09T18:10:39.241" v="683"/>
          <ac:inkMkLst>
            <pc:docMk/>
            <pc:sldMk cId="0" sldId="260"/>
            <ac:inkMk id="3" creationId="{0D4FFD77-FA8F-F8A8-2578-7A2A066FC3AA}"/>
          </ac:inkMkLst>
        </pc:inkChg>
        <pc:inkChg chg="add mod">
          <ac:chgData name="Christopher Aloo" userId="81d139e4-1a74-45bd-a04a-64f94c7d37c9" providerId="ADAL" clId="{96C79984-D60A-4099-9EEC-0E802D2FF5EC}" dt="2025-07-09T18:10:39.241" v="683"/>
          <ac:inkMkLst>
            <pc:docMk/>
            <pc:sldMk cId="0" sldId="260"/>
            <ac:inkMk id="4" creationId="{D5444E9C-16E1-12FC-ADD3-753414EDFC38}"/>
          </ac:inkMkLst>
        </pc:inkChg>
        <pc:inkChg chg="add mod">
          <ac:chgData name="Christopher Aloo" userId="81d139e4-1a74-45bd-a04a-64f94c7d37c9" providerId="ADAL" clId="{96C79984-D60A-4099-9EEC-0E802D2FF5EC}" dt="2025-07-09T18:10:44.944" v="688"/>
          <ac:inkMkLst>
            <pc:docMk/>
            <pc:sldMk cId="0" sldId="260"/>
            <ac:inkMk id="6" creationId="{24C2A940-FF9C-1254-D5F7-28B66AEE533D}"/>
          </ac:inkMkLst>
        </pc:inkChg>
        <pc:inkChg chg="add mod">
          <ac:chgData name="Christopher Aloo" userId="81d139e4-1a74-45bd-a04a-64f94c7d37c9" providerId="ADAL" clId="{96C79984-D60A-4099-9EEC-0E802D2FF5EC}" dt="2025-07-09T18:10:44.944" v="688"/>
          <ac:inkMkLst>
            <pc:docMk/>
            <pc:sldMk cId="0" sldId="260"/>
            <ac:inkMk id="7" creationId="{B9136817-F693-614E-3567-C755B408E745}"/>
          </ac:inkMkLst>
        </pc:inkChg>
        <pc:inkChg chg="add mod">
          <ac:chgData name="Christopher Aloo" userId="81d139e4-1a74-45bd-a04a-64f94c7d37c9" providerId="ADAL" clId="{96C79984-D60A-4099-9EEC-0E802D2FF5EC}" dt="2025-07-09T18:16:30.281" v="737"/>
          <ac:inkMkLst>
            <pc:docMk/>
            <pc:sldMk cId="0" sldId="260"/>
            <ac:inkMk id="8" creationId="{987B2674-3904-0A09-02A0-922BE5F98B03}"/>
          </ac:inkMkLst>
        </pc:inkChg>
        <pc:inkChg chg="add mod">
          <ac:chgData name="Christopher Aloo" userId="81d139e4-1a74-45bd-a04a-64f94c7d37c9" providerId="ADAL" clId="{96C79984-D60A-4099-9EEC-0E802D2FF5EC}" dt="2025-07-09T18:16:30.281" v="737"/>
          <ac:inkMkLst>
            <pc:docMk/>
            <pc:sldMk cId="0" sldId="260"/>
            <ac:inkMk id="9" creationId="{22201ADE-5A65-3FAC-1191-14294BD46EE6}"/>
          </ac:inkMkLst>
        </pc:inkChg>
        <pc:inkChg chg="add mod">
          <ac:chgData name="Christopher Aloo" userId="81d139e4-1a74-45bd-a04a-64f94c7d37c9" providerId="ADAL" clId="{96C79984-D60A-4099-9EEC-0E802D2FF5EC}" dt="2025-07-09T18:14:24.131" v="699"/>
          <ac:inkMkLst>
            <pc:docMk/>
            <pc:sldMk cId="0" sldId="260"/>
            <ac:inkMk id="12" creationId="{B2CC88AC-AF00-0316-86C0-D2E9AF49F24A}"/>
          </ac:inkMkLst>
        </pc:inkChg>
        <pc:inkChg chg="add mod">
          <ac:chgData name="Christopher Aloo" userId="81d139e4-1a74-45bd-a04a-64f94c7d37c9" providerId="ADAL" clId="{96C79984-D60A-4099-9EEC-0E802D2FF5EC}" dt="2025-07-09T18:14:24.131" v="699"/>
          <ac:inkMkLst>
            <pc:docMk/>
            <pc:sldMk cId="0" sldId="260"/>
            <ac:inkMk id="13" creationId="{3D75C5BD-9A5B-620F-9A76-24FEF92EA2CC}"/>
          </ac:inkMkLst>
        </pc:inkChg>
        <pc:inkChg chg="add mod">
          <ac:chgData name="Christopher Aloo" userId="81d139e4-1a74-45bd-a04a-64f94c7d37c9" providerId="ADAL" clId="{96C79984-D60A-4099-9EEC-0E802D2FF5EC}" dt="2025-07-09T18:14:24.131" v="699"/>
          <ac:inkMkLst>
            <pc:docMk/>
            <pc:sldMk cId="0" sldId="260"/>
            <ac:inkMk id="15" creationId="{50661321-A53C-7CCD-8413-5F7D47E0E29C}"/>
          </ac:inkMkLst>
        </pc:inkChg>
        <pc:inkChg chg="add mod">
          <ac:chgData name="Christopher Aloo" userId="81d139e4-1a74-45bd-a04a-64f94c7d37c9" providerId="ADAL" clId="{96C79984-D60A-4099-9EEC-0E802D2FF5EC}" dt="2025-07-09T18:14:34.434" v="708"/>
          <ac:inkMkLst>
            <pc:docMk/>
            <pc:sldMk cId="0" sldId="260"/>
            <ac:inkMk id="16" creationId="{82988462-FEA6-B757-DFD1-25A1A13301D3}"/>
          </ac:inkMkLst>
        </pc:inkChg>
        <pc:inkChg chg="add mod">
          <ac:chgData name="Christopher Aloo" userId="81d139e4-1a74-45bd-a04a-64f94c7d37c9" providerId="ADAL" clId="{96C79984-D60A-4099-9EEC-0E802D2FF5EC}" dt="2025-07-09T18:15:01.244" v="723"/>
          <ac:inkMkLst>
            <pc:docMk/>
            <pc:sldMk cId="0" sldId="260"/>
            <ac:inkMk id="17" creationId="{2F477BA0-2546-EFE8-FC73-E602FE6EFDAB}"/>
          </ac:inkMkLst>
        </pc:inkChg>
        <pc:inkChg chg="add mod">
          <ac:chgData name="Christopher Aloo" userId="81d139e4-1a74-45bd-a04a-64f94c7d37c9" providerId="ADAL" clId="{96C79984-D60A-4099-9EEC-0E802D2FF5EC}" dt="2025-07-09T18:15:01.244" v="723"/>
          <ac:inkMkLst>
            <pc:docMk/>
            <pc:sldMk cId="0" sldId="260"/>
            <ac:inkMk id="18" creationId="{533C47EC-521C-40C0-FC9B-BBD20EF4B948}"/>
          </ac:inkMkLst>
        </pc:inkChg>
        <pc:inkChg chg="add mod">
          <ac:chgData name="Christopher Aloo" userId="81d139e4-1a74-45bd-a04a-64f94c7d37c9" providerId="ADAL" clId="{96C79984-D60A-4099-9EEC-0E802D2FF5EC}" dt="2025-07-09T18:14:24.131" v="699"/>
          <ac:inkMkLst>
            <pc:docMk/>
            <pc:sldMk cId="0" sldId="260"/>
            <ac:inkMk id="19" creationId="{972F5EB6-4D6B-5954-6EFA-A403EAFC2356}"/>
          </ac:inkMkLst>
        </pc:inkChg>
        <pc:inkChg chg="add mod">
          <ac:chgData name="Christopher Aloo" userId="81d139e4-1a74-45bd-a04a-64f94c7d37c9" providerId="ADAL" clId="{96C79984-D60A-4099-9EEC-0E802D2FF5EC}" dt="2025-07-09T18:15:01.244" v="723"/>
          <ac:inkMkLst>
            <pc:docMk/>
            <pc:sldMk cId="0" sldId="260"/>
            <ac:inkMk id="21" creationId="{914A3AA0-9F1C-1A50-87F3-2560CE8777A6}"/>
          </ac:inkMkLst>
        </pc:inkChg>
        <pc:inkChg chg="add">
          <ac:chgData name="Christopher Aloo" userId="81d139e4-1a74-45bd-a04a-64f94c7d37c9" providerId="ADAL" clId="{96C79984-D60A-4099-9EEC-0E802D2FF5EC}" dt="2025-07-09T18:14:26.337" v="700" actId="9405"/>
          <ac:inkMkLst>
            <pc:docMk/>
            <pc:sldMk cId="0" sldId="260"/>
            <ac:inkMk id="23" creationId="{E10BE935-0358-7A0E-9540-346EF7C3BD5F}"/>
          </ac:inkMkLst>
        </pc:inkChg>
        <pc:inkChg chg="add">
          <ac:chgData name="Christopher Aloo" userId="81d139e4-1a74-45bd-a04a-64f94c7d37c9" providerId="ADAL" clId="{96C79984-D60A-4099-9EEC-0E802D2FF5EC}" dt="2025-07-09T18:14:26.577" v="701" actId="9405"/>
          <ac:inkMkLst>
            <pc:docMk/>
            <pc:sldMk cId="0" sldId="260"/>
            <ac:inkMk id="24" creationId="{E6FA9CD9-4CA3-BED8-20C6-3E21FE4D2138}"/>
          </ac:inkMkLst>
        </pc:inkChg>
        <pc:inkChg chg="add mod">
          <ac:chgData name="Christopher Aloo" userId="81d139e4-1a74-45bd-a04a-64f94c7d37c9" providerId="ADAL" clId="{96C79984-D60A-4099-9EEC-0E802D2FF5EC}" dt="2025-07-09T18:15:01.244" v="723"/>
          <ac:inkMkLst>
            <pc:docMk/>
            <pc:sldMk cId="0" sldId="260"/>
            <ac:inkMk id="25" creationId="{B2656DFF-5A60-12D8-D2E3-41EE7438CFC1}"/>
          </ac:inkMkLst>
        </pc:inkChg>
        <pc:inkChg chg="add mod">
          <ac:chgData name="Christopher Aloo" userId="81d139e4-1a74-45bd-a04a-64f94c7d37c9" providerId="ADAL" clId="{96C79984-D60A-4099-9EEC-0E802D2FF5EC}" dt="2025-07-09T18:14:44.426" v="712"/>
          <ac:inkMkLst>
            <pc:docMk/>
            <pc:sldMk cId="0" sldId="260"/>
            <ac:inkMk id="26" creationId="{085FCD2A-B8B1-4648-8032-40B1D58A65B4}"/>
          </ac:inkMkLst>
        </pc:inkChg>
        <pc:inkChg chg="add mod">
          <ac:chgData name="Christopher Aloo" userId="81d139e4-1a74-45bd-a04a-64f94c7d37c9" providerId="ADAL" clId="{96C79984-D60A-4099-9EEC-0E802D2FF5EC}" dt="2025-07-09T18:15:01.244" v="723"/>
          <ac:inkMkLst>
            <pc:docMk/>
            <pc:sldMk cId="0" sldId="260"/>
            <ac:inkMk id="27" creationId="{548E5C2F-52D5-BF60-47F1-D6359261EE58}"/>
          </ac:inkMkLst>
        </pc:inkChg>
        <pc:inkChg chg="add mod">
          <ac:chgData name="Christopher Aloo" userId="81d139e4-1a74-45bd-a04a-64f94c7d37c9" providerId="ADAL" clId="{96C79984-D60A-4099-9EEC-0E802D2FF5EC}" dt="2025-07-09T18:14:44.426" v="712"/>
          <ac:inkMkLst>
            <pc:docMk/>
            <pc:sldMk cId="0" sldId="260"/>
            <ac:inkMk id="28" creationId="{28984C4B-44EE-8439-1122-56A9BA9466D3}"/>
          </ac:inkMkLst>
        </pc:inkChg>
        <pc:inkChg chg="add del">
          <ac:chgData name="Christopher Aloo" userId="81d139e4-1a74-45bd-a04a-64f94c7d37c9" providerId="ADAL" clId="{96C79984-D60A-4099-9EEC-0E802D2FF5EC}" dt="2025-07-09T18:15:30.444" v="734" actId="478"/>
          <ac:inkMkLst>
            <pc:docMk/>
            <pc:sldMk cId="0" sldId="260"/>
            <ac:inkMk id="30" creationId="{DCDD8371-D7CA-716E-B784-F3B4E903BC3D}"/>
          </ac:inkMkLst>
        </pc:inkChg>
        <pc:inkChg chg="add">
          <ac:chgData name="Christopher Aloo" userId="81d139e4-1a74-45bd-a04a-64f94c7d37c9" providerId="ADAL" clId="{96C79984-D60A-4099-9EEC-0E802D2FF5EC}" dt="2025-07-09T18:14:41.948" v="709" actId="9405"/>
          <ac:inkMkLst>
            <pc:docMk/>
            <pc:sldMk cId="0" sldId="260"/>
            <ac:inkMk id="32" creationId="{AE254EC9-2EFD-484A-ABFF-42110F371243}"/>
          </ac:inkMkLst>
        </pc:inkChg>
        <pc:inkChg chg="add">
          <ac:chgData name="Christopher Aloo" userId="81d139e4-1a74-45bd-a04a-64f94c7d37c9" providerId="ADAL" clId="{96C79984-D60A-4099-9EEC-0E802D2FF5EC}" dt="2025-07-09T18:14:42.822" v="710" actId="9405"/>
          <ac:inkMkLst>
            <pc:docMk/>
            <pc:sldMk cId="0" sldId="260"/>
            <ac:inkMk id="33" creationId="{B8EBD244-2681-1C0F-ED4F-AE093F58BB4A}"/>
          </ac:inkMkLst>
        </pc:inkChg>
        <pc:inkChg chg="add mod">
          <ac:chgData name="Christopher Aloo" userId="81d139e4-1a74-45bd-a04a-64f94c7d37c9" providerId="ADAL" clId="{96C79984-D60A-4099-9EEC-0E802D2FF5EC}" dt="2025-07-09T18:15:01.244" v="723"/>
          <ac:inkMkLst>
            <pc:docMk/>
            <pc:sldMk cId="0" sldId="260"/>
            <ac:inkMk id="34" creationId="{0593AF8F-DE2F-9BD4-22E3-D247659871D1}"/>
          </ac:inkMkLst>
        </pc:inkChg>
        <pc:inkChg chg="add">
          <ac:chgData name="Christopher Aloo" userId="81d139e4-1a74-45bd-a04a-64f94c7d37c9" providerId="ADAL" clId="{96C79984-D60A-4099-9EEC-0E802D2FF5EC}" dt="2025-07-09T18:14:46.780" v="713" actId="9405"/>
          <ac:inkMkLst>
            <pc:docMk/>
            <pc:sldMk cId="0" sldId="260"/>
            <ac:inkMk id="36" creationId="{1F0D94A0-4E08-76B0-428C-25CB4719C4A4}"/>
          </ac:inkMkLst>
        </pc:inkChg>
        <pc:inkChg chg="add mod">
          <ac:chgData name="Christopher Aloo" userId="81d139e4-1a74-45bd-a04a-64f94c7d37c9" providerId="ADAL" clId="{96C79984-D60A-4099-9EEC-0E802D2FF5EC}" dt="2025-07-09T18:15:01.244" v="723"/>
          <ac:inkMkLst>
            <pc:docMk/>
            <pc:sldMk cId="0" sldId="260"/>
            <ac:inkMk id="37" creationId="{9F966F38-6DC4-E4E6-10AF-5F54BFAAE4CD}"/>
          </ac:inkMkLst>
        </pc:inkChg>
        <pc:inkChg chg="add">
          <ac:chgData name="Christopher Aloo" userId="81d139e4-1a74-45bd-a04a-64f94c7d37c9" providerId="ADAL" clId="{96C79984-D60A-4099-9EEC-0E802D2FF5EC}" dt="2025-07-09T18:14:48.636" v="715" actId="9405"/>
          <ac:inkMkLst>
            <pc:docMk/>
            <pc:sldMk cId="0" sldId="260"/>
            <ac:inkMk id="38" creationId="{17B623D1-E1FA-0FF5-EB7B-CE73FC11F164}"/>
          </ac:inkMkLst>
        </pc:inkChg>
        <pc:inkChg chg="add mod">
          <ac:chgData name="Christopher Aloo" userId="81d139e4-1a74-45bd-a04a-64f94c7d37c9" providerId="ADAL" clId="{96C79984-D60A-4099-9EEC-0E802D2FF5EC}" dt="2025-07-09T18:15:01.244" v="723"/>
          <ac:inkMkLst>
            <pc:docMk/>
            <pc:sldMk cId="0" sldId="260"/>
            <ac:inkMk id="39" creationId="{D5F336E4-B4DB-DD42-F2DC-4B443A27917E}"/>
          </ac:inkMkLst>
        </pc:inkChg>
        <pc:inkChg chg="add">
          <ac:chgData name="Christopher Aloo" userId="81d139e4-1a74-45bd-a04a-64f94c7d37c9" providerId="ADAL" clId="{96C79984-D60A-4099-9EEC-0E802D2FF5EC}" dt="2025-07-09T18:14:49.349" v="717" actId="9405"/>
          <ac:inkMkLst>
            <pc:docMk/>
            <pc:sldMk cId="0" sldId="260"/>
            <ac:inkMk id="40" creationId="{AF2F6969-CD50-4787-4FE3-4FE9013E52A1}"/>
          </ac:inkMkLst>
        </pc:inkChg>
        <pc:inkChg chg="add">
          <ac:chgData name="Christopher Aloo" userId="81d139e4-1a74-45bd-a04a-64f94c7d37c9" providerId="ADAL" clId="{96C79984-D60A-4099-9EEC-0E802D2FF5EC}" dt="2025-07-09T18:14:49.551" v="718" actId="9405"/>
          <ac:inkMkLst>
            <pc:docMk/>
            <pc:sldMk cId="0" sldId="260"/>
            <ac:inkMk id="41" creationId="{3E8DE4E5-FF3E-BC34-A292-B77BC3AED1CF}"/>
          </ac:inkMkLst>
        </pc:inkChg>
        <pc:inkChg chg="add">
          <ac:chgData name="Christopher Aloo" userId="81d139e4-1a74-45bd-a04a-64f94c7d37c9" providerId="ADAL" clId="{96C79984-D60A-4099-9EEC-0E802D2FF5EC}" dt="2025-07-09T18:14:59.286" v="720" actId="9405"/>
          <ac:inkMkLst>
            <pc:docMk/>
            <pc:sldMk cId="0" sldId="260"/>
            <ac:inkMk id="43" creationId="{384E9CB5-0B48-DB6A-87F9-B9D26D3A5CFD}"/>
          </ac:inkMkLst>
        </pc:inkChg>
        <pc:inkChg chg="add">
          <ac:chgData name="Christopher Aloo" userId="81d139e4-1a74-45bd-a04a-64f94c7d37c9" providerId="ADAL" clId="{96C79984-D60A-4099-9EEC-0E802D2FF5EC}" dt="2025-07-09T18:15:00.180" v="721" actId="9405"/>
          <ac:inkMkLst>
            <pc:docMk/>
            <pc:sldMk cId="0" sldId="260"/>
            <ac:inkMk id="44" creationId="{086A832D-389F-31FB-0507-25FF09BD462C}"/>
          </ac:inkMkLst>
        </pc:inkChg>
        <pc:inkChg chg="add">
          <ac:chgData name="Christopher Aloo" userId="81d139e4-1a74-45bd-a04a-64f94c7d37c9" providerId="ADAL" clId="{96C79984-D60A-4099-9EEC-0E802D2FF5EC}" dt="2025-07-09T18:15:00.376" v="722" actId="9405"/>
          <ac:inkMkLst>
            <pc:docMk/>
            <pc:sldMk cId="0" sldId="260"/>
            <ac:inkMk id="45" creationId="{E9CB8E7E-97B9-3906-459E-8814A2AB23B2}"/>
          </ac:inkMkLst>
        </pc:inkChg>
        <pc:inkChg chg="add mod">
          <ac:chgData name="Christopher Aloo" userId="81d139e4-1a74-45bd-a04a-64f94c7d37c9" providerId="ADAL" clId="{96C79984-D60A-4099-9EEC-0E802D2FF5EC}" dt="2025-07-09T18:15:18.126" v="731"/>
          <ac:inkMkLst>
            <pc:docMk/>
            <pc:sldMk cId="0" sldId="260"/>
            <ac:inkMk id="47" creationId="{71F955AD-4C5A-9587-0D24-42D5B7B09EBE}"/>
          </ac:inkMkLst>
        </pc:inkChg>
        <pc:inkChg chg="add mod">
          <ac:chgData name="Christopher Aloo" userId="81d139e4-1a74-45bd-a04a-64f94c7d37c9" providerId="ADAL" clId="{96C79984-D60A-4099-9EEC-0E802D2FF5EC}" dt="2025-07-09T18:15:18.126" v="731"/>
          <ac:inkMkLst>
            <pc:docMk/>
            <pc:sldMk cId="0" sldId="260"/>
            <ac:inkMk id="48" creationId="{81EBBC70-EB30-0686-1408-6E8A1C3D48A0}"/>
          </ac:inkMkLst>
        </pc:inkChg>
        <pc:inkChg chg="add mod">
          <ac:chgData name="Christopher Aloo" userId="81d139e4-1a74-45bd-a04a-64f94c7d37c9" providerId="ADAL" clId="{96C79984-D60A-4099-9EEC-0E802D2FF5EC}" dt="2025-07-09T18:15:18.126" v="731"/>
          <ac:inkMkLst>
            <pc:docMk/>
            <pc:sldMk cId="0" sldId="260"/>
            <ac:inkMk id="50" creationId="{9AC1135F-09E0-ACC9-FADA-63A93CEF6F13}"/>
          </ac:inkMkLst>
        </pc:inkChg>
        <pc:inkChg chg="add mod">
          <ac:chgData name="Christopher Aloo" userId="81d139e4-1a74-45bd-a04a-64f94c7d37c9" providerId="ADAL" clId="{96C79984-D60A-4099-9EEC-0E802D2FF5EC}" dt="2025-07-09T18:15:18.126" v="731"/>
          <ac:inkMkLst>
            <pc:docMk/>
            <pc:sldMk cId="0" sldId="260"/>
            <ac:inkMk id="52" creationId="{72FB60ED-756F-099A-4B95-C37C78C85FF3}"/>
          </ac:inkMkLst>
        </pc:inkChg>
        <pc:inkChg chg="add mod">
          <ac:chgData name="Christopher Aloo" userId="81d139e4-1a74-45bd-a04a-64f94c7d37c9" providerId="ADAL" clId="{96C79984-D60A-4099-9EEC-0E802D2FF5EC}" dt="2025-07-09T18:15:18.126" v="731"/>
          <ac:inkMkLst>
            <pc:docMk/>
            <pc:sldMk cId="0" sldId="260"/>
            <ac:inkMk id="53" creationId="{6E0D7A62-73EC-A312-9AFA-D55416B70AD0}"/>
          </ac:inkMkLst>
        </pc:inkChg>
        <pc:inkChg chg="add">
          <ac:chgData name="Christopher Aloo" userId="81d139e4-1a74-45bd-a04a-64f94c7d37c9" providerId="ADAL" clId="{96C79984-D60A-4099-9EEC-0E802D2FF5EC}" dt="2025-07-09T18:16:18.681" v="735" actId="9405"/>
          <ac:inkMkLst>
            <pc:docMk/>
            <pc:sldMk cId="0" sldId="260"/>
            <ac:inkMk id="55" creationId="{B9B59107-D5BF-4780-5700-C656681A8BDD}"/>
          </ac:inkMkLst>
        </pc:inkChg>
        <pc:inkChg chg="add mod">
          <ac:chgData name="Christopher Aloo" userId="81d139e4-1a74-45bd-a04a-64f94c7d37c9" providerId="ADAL" clId="{96C79984-D60A-4099-9EEC-0E802D2FF5EC}" dt="2025-07-09T18:16:30.281" v="737"/>
          <ac:inkMkLst>
            <pc:docMk/>
            <pc:sldMk cId="0" sldId="260"/>
            <ac:inkMk id="56" creationId="{9CE72534-2485-9C4A-E93B-B11BA4294138}"/>
          </ac:inkMkLst>
        </pc:inkChg>
      </pc:sldChg>
      <pc:sldChg chg="modNotesTx">
        <pc:chgData name="Christopher Aloo" userId="81d139e4-1a74-45bd-a04a-64f94c7d37c9" providerId="ADAL" clId="{96C79984-D60A-4099-9EEC-0E802D2FF5EC}" dt="2025-07-09T18:18:11.549" v="743" actId="114"/>
        <pc:sldMkLst>
          <pc:docMk/>
          <pc:sldMk cId="0" sldId="262"/>
        </pc:sldMkLst>
      </pc:sldChg>
      <pc:sldChg chg="addSp delSp modSp mod">
        <pc:chgData name="Christopher Aloo" userId="81d139e4-1a74-45bd-a04a-64f94c7d37c9" providerId="ADAL" clId="{96C79984-D60A-4099-9EEC-0E802D2FF5EC}" dt="2025-07-09T17:47:50.438" v="198"/>
        <pc:sldMkLst>
          <pc:docMk/>
          <pc:sldMk cId="3096250255" sldId="263"/>
        </pc:sldMkLst>
        <pc:grpChg chg="del mod">
          <ac:chgData name="Christopher Aloo" userId="81d139e4-1a74-45bd-a04a-64f94c7d37c9" providerId="ADAL" clId="{96C79984-D60A-4099-9EEC-0E802D2FF5EC}" dt="2025-07-09T17:45:45.134" v="166"/>
          <ac:grpSpMkLst>
            <pc:docMk/>
            <pc:sldMk cId="3096250255" sldId="263"/>
            <ac:grpSpMk id="4" creationId="{AE11B2EA-6EBF-7EE7-00F6-B9A417612E95}"/>
          </ac:grpSpMkLst>
        </pc:grpChg>
        <pc:grpChg chg="del mod">
          <ac:chgData name="Christopher Aloo" userId="81d139e4-1a74-45bd-a04a-64f94c7d37c9" providerId="ADAL" clId="{96C79984-D60A-4099-9EEC-0E802D2FF5EC}" dt="2025-07-09T17:45:45.134" v="166"/>
          <ac:grpSpMkLst>
            <pc:docMk/>
            <pc:sldMk cId="3096250255" sldId="263"/>
            <ac:grpSpMk id="10" creationId="{F10CDBC4-0D87-BA54-839C-47D46403F5FE}"/>
          </ac:grpSpMkLst>
        </pc:grpChg>
        <pc:grpChg chg="del mod">
          <ac:chgData name="Christopher Aloo" userId="81d139e4-1a74-45bd-a04a-64f94c7d37c9" providerId="ADAL" clId="{96C79984-D60A-4099-9EEC-0E802D2FF5EC}" dt="2025-07-09T17:45:47.685" v="169"/>
          <ac:grpSpMkLst>
            <pc:docMk/>
            <pc:sldMk cId="3096250255" sldId="263"/>
            <ac:grpSpMk id="14" creationId="{97A4C262-42F4-A80D-275F-6C5F571123B6}"/>
          </ac:grpSpMkLst>
        </pc:grpChg>
        <pc:grpChg chg="del mod">
          <ac:chgData name="Christopher Aloo" userId="81d139e4-1a74-45bd-a04a-64f94c7d37c9" providerId="ADAL" clId="{96C79984-D60A-4099-9EEC-0E802D2FF5EC}" dt="2025-07-09T17:45:50.131" v="173"/>
          <ac:grpSpMkLst>
            <pc:docMk/>
            <pc:sldMk cId="3096250255" sldId="263"/>
            <ac:grpSpMk id="17" creationId="{24FAAFEF-CB8B-7930-0B1B-0810C15E5CB6}"/>
          </ac:grpSpMkLst>
        </pc:grpChg>
        <pc:grpChg chg="del mod">
          <ac:chgData name="Christopher Aloo" userId="81d139e4-1a74-45bd-a04a-64f94c7d37c9" providerId="ADAL" clId="{96C79984-D60A-4099-9EEC-0E802D2FF5EC}" dt="2025-07-09T17:47:19.664" v="187"/>
          <ac:grpSpMkLst>
            <pc:docMk/>
            <pc:sldMk cId="3096250255" sldId="263"/>
            <ac:grpSpMk id="21" creationId="{E4F6E5FE-D597-3128-C96A-82718502A2BB}"/>
          </ac:grpSpMkLst>
        </pc:grpChg>
        <pc:grpChg chg="del mod">
          <ac:chgData name="Christopher Aloo" userId="81d139e4-1a74-45bd-a04a-64f94c7d37c9" providerId="ADAL" clId="{96C79984-D60A-4099-9EEC-0E802D2FF5EC}" dt="2025-07-09T17:45:56.775" v="182"/>
          <ac:grpSpMkLst>
            <pc:docMk/>
            <pc:sldMk cId="3096250255" sldId="263"/>
            <ac:grpSpMk id="30" creationId="{6F8F9EC1-9BE7-CDDD-E825-EF1CB4AC3918}"/>
          </ac:grpSpMkLst>
        </pc:grpChg>
        <pc:grpChg chg="del mod">
          <ac:chgData name="Christopher Aloo" userId="81d139e4-1a74-45bd-a04a-64f94c7d37c9" providerId="ADAL" clId="{96C79984-D60A-4099-9EEC-0E802D2FF5EC}" dt="2025-07-09T17:47:19.664" v="187"/>
          <ac:grpSpMkLst>
            <pc:docMk/>
            <pc:sldMk cId="3096250255" sldId="263"/>
            <ac:grpSpMk id="31" creationId="{C1D46DC0-99B6-194C-9B98-2791A62421A1}"/>
          </ac:grpSpMkLst>
        </pc:grpChg>
        <pc:grpChg chg="del mod">
          <ac:chgData name="Christopher Aloo" userId="81d139e4-1a74-45bd-a04a-64f94c7d37c9" providerId="ADAL" clId="{96C79984-D60A-4099-9EEC-0E802D2FF5EC}" dt="2025-07-09T17:47:34.508" v="192"/>
          <ac:grpSpMkLst>
            <pc:docMk/>
            <pc:sldMk cId="3096250255" sldId="263"/>
            <ac:grpSpMk id="34" creationId="{51D3A4EF-B9D6-A160-1B49-98569E21944D}"/>
          </ac:grpSpMkLst>
        </pc:grpChg>
        <pc:grpChg chg="del mod">
          <ac:chgData name="Christopher Aloo" userId="81d139e4-1a74-45bd-a04a-64f94c7d37c9" providerId="ADAL" clId="{96C79984-D60A-4099-9EEC-0E802D2FF5EC}" dt="2025-07-09T17:47:34.508" v="192"/>
          <ac:grpSpMkLst>
            <pc:docMk/>
            <pc:sldMk cId="3096250255" sldId="263"/>
            <ac:grpSpMk id="36" creationId="{A330B489-C98E-B939-35CE-29C7DED33763}"/>
          </ac:grpSpMkLst>
        </pc:grpChg>
        <pc:grpChg chg="del mod">
          <ac:chgData name="Christopher Aloo" userId="81d139e4-1a74-45bd-a04a-64f94c7d37c9" providerId="ADAL" clId="{96C79984-D60A-4099-9EEC-0E802D2FF5EC}" dt="2025-07-09T17:47:34.508" v="192"/>
          <ac:grpSpMkLst>
            <pc:docMk/>
            <pc:sldMk cId="3096250255" sldId="263"/>
            <ac:grpSpMk id="41" creationId="{BF0562BF-9424-C04B-D5BD-663162E5C4A7}"/>
          </ac:grpSpMkLst>
        </pc:grpChg>
        <pc:grpChg chg="del mod">
          <ac:chgData name="Christopher Aloo" userId="81d139e4-1a74-45bd-a04a-64f94c7d37c9" providerId="ADAL" clId="{96C79984-D60A-4099-9EEC-0E802D2FF5EC}" dt="2025-07-09T17:47:50.438" v="198"/>
          <ac:grpSpMkLst>
            <pc:docMk/>
            <pc:sldMk cId="3096250255" sldId="263"/>
            <ac:grpSpMk id="42" creationId="{F0D98154-2798-54E1-0F2D-ECBF9003E9F0}"/>
          </ac:grpSpMkLst>
        </pc:grpChg>
        <pc:grpChg chg="mod">
          <ac:chgData name="Christopher Aloo" userId="81d139e4-1a74-45bd-a04a-64f94c7d37c9" providerId="ADAL" clId="{96C79984-D60A-4099-9EEC-0E802D2FF5EC}" dt="2025-07-09T17:47:42.314" v="195"/>
          <ac:grpSpMkLst>
            <pc:docMk/>
            <pc:sldMk cId="3096250255" sldId="263"/>
            <ac:grpSpMk id="45" creationId="{52462043-F119-6C05-A451-C72D157E74A4}"/>
          </ac:grpSpMkLst>
        </pc:grpChg>
        <pc:grpChg chg="mod">
          <ac:chgData name="Christopher Aloo" userId="81d139e4-1a74-45bd-a04a-64f94c7d37c9" providerId="ADAL" clId="{96C79984-D60A-4099-9EEC-0E802D2FF5EC}" dt="2025-07-09T17:47:50.438" v="198"/>
          <ac:grpSpMkLst>
            <pc:docMk/>
            <pc:sldMk cId="3096250255" sldId="263"/>
            <ac:grpSpMk id="48" creationId="{25DE2FE8-0054-735B-88CF-4547119244D9}"/>
          </ac:grpSpMkLst>
        </pc:grpChg>
        <pc:inkChg chg="del">
          <ac:chgData name="Christopher Aloo" userId="81d139e4-1a74-45bd-a04a-64f94c7d37c9" providerId="ADAL" clId="{96C79984-D60A-4099-9EEC-0E802D2FF5EC}" dt="2025-07-08T17:26:57.060" v="68" actId="478"/>
          <ac:inkMkLst>
            <pc:docMk/>
            <pc:sldMk cId="3096250255" sldId="263"/>
            <ac:inkMk id="2" creationId="{9001EB53-E0F8-51BC-5CC7-3E6305D617DA}"/>
          </ac:inkMkLst>
        </pc:inkChg>
        <pc:inkChg chg="add mod">
          <ac:chgData name="Christopher Aloo" userId="81d139e4-1a74-45bd-a04a-64f94c7d37c9" providerId="ADAL" clId="{96C79984-D60A-4099-9EEC-0E802D2FF5EC}" dt="2025-07-09T17:47:50.438" v="198"/>
          <ac:inkMkLst>
            <pc:docMk/>
            <pc:sldMk cId="3096250255" sldId="263"/>
            <ac:inkMk id="2" creationId="{92D16DCC-3E23-6C6E-4595-F18E9E0AB1B3}"/>
          </ac:inkMkLst>
        </pc:inkChg>
        <pc:inkChg chg="add mod">
          <ac:chgData name="Christopher Aloo" userId="81d139e4-1a74-45bd-a04a-64f94c7d37c9" providerId="ADAL" clId="{96C79984-D60A-4099-9EEC-0E802D2FF5EC}" dt="2025-07-09T17:45:47.685" v="169"/>
          <ac:inkMkLst>
            <pc:docMk/>
            <pc:sldMk cId="3096250255" sldId="263"/>
            <ac:inkMk id="3" creationId="{5F8F532D-E88A-1BCE-D254-29A1F12E96C9}"/>
          </ac:inkMkLst>
        </pc:inkChg>
        <pc:inkChg chg="add mod">
          <ac:chgData name="Christopher Aloo" userId="81d139e4-1a74-45bd-a04a-64f94c7d37c9" providerId="ADAL" clId="{96C79984-D60A-4099-9EEC-0E802D2FF5EC}" dt="2025-07-09T17:45:50.131" v="173"/>
          <ac:inkMkLst>
            <pc:docMk/>
            <pc:sldMk cId="3096250255" sldId="263"/>
            <ac:inkMk id="5" creationId="{43F86DF4-76A0-CAA4-FC65-92963E5AF1C8}"/>
          </ac:inkMkLst>
        </pc:inkChg>
        <pc:inkChg chg="add mod">
          <ac:chgData name="Christopher Aloo" userId="81d139e4-1a74-45bd-a04a-64f94c7d37c9" providerId="ADAL" clId="{96C79984-D60A-4099-9EEC-0E802D2FF5EC}" dt="2025-07-09T17:47:34.508" v="192"/>
          <ac:inkMkLst>
            <pc:docMk/>
            <pc:sldMk cId="3096250255" sldId="263"/>
            <ac:inkMk id="6" creationId="{80358014-8D6C-B354-8F5E-1A47C890A585}"/>
          </ac:inkMkLst>
        </pc:inkChg>
        <pc:inkChg chg="add mod">
          <ac:chgData name="Christopher Aloo" userId="81d139e4-1a74-45bd-a04a-64f94c7d37c9" providerId="ADAL" clId="{96C79984-D60A-4099-9EEC-0E802D2FF5EC}" dt="2025-07-09T17:45:47.685" v="169"/>
          <ac:inkMkLst>
            <pc:docMk/>
            <pc:sldMk cId="3096250255" sldId="263"/>
            <ac:inkMk id="7" creationId="{B9A5BCB6-3747-364C-F123-389D9BF57339}"/>
          </ac:inkMkLst>
        </pc:inkChg>
        <pc:inkChg chg="add mod">
          <ac:chgData name="Christopher Aloo" userId="81d139e4-1a74-45bd-a04a-64f94c7d37c9" providerId="ADAL" clId="{96C79984-D60A-4099-9EEC-0E802D2FF5EC}" dt="2025-07-09T17:45:50.131" v="173"/>
          <ac:inkMkLst>
            <pc:docMk/>
            <pc:sldMk cId="3096250255" sldId="263"/>
            <ac:inkMk id="8" creationId="{B2762525-94C6-3A1D-41BC-59BF8156BC43}"/>
          </ac:inkMkLst>
        </pc:inkChg>
        <pc:inkChg chg="add mod">
          <ac:chgData name="Christopher Aloo" userId="81d139e4-1a74-45bd-a04a-64f94c7d37c9" providerId="ADAL" clId="{96C79984-D60A-4099-9EEC-0E802D2FF5EC}" dt="2025-07-09T17:47:50.438" v="198"/>
          <ac:inkMkLst>
            <pc:docMk/>
            <pc:sldMk cId="3096250255" sldId="263"/>
            <ac:inkMk id="9" creationId="{80E2A862-2D29-EF39-9403-A9B12EAA975E}"/>
          </ac:inkMkLst>
        </pc:inkChg>
        <pc:inkChg chg="add mod">
          <ac:chgData name="Christopher Aloo" userId="81d139e4-1a74-45bd-a04a-64f94c7d37c9" providerId="ADAL" clId="{96C79984-D60A-4099-9EEC-0E802D2FF5EC}" dt="2025-07-09T17:47:19.664" v="187"/>
          <ac:inkMkLst>
            <pc:docMk/>
            <pc:sldMk cId="3096250255" sldId="263"/>
            <ac:inkMk id="11" creationId="{97C1CBC4-74D3-8D17-E409-64AB9B21B4FF}"/>
          </ac:inkMkLst>
        </pc:inkChg>
        <pc:inkChg chg="add mod">
          <ac:chgData name="Christopher Aloo" userId="81d139e4-1a74-45bd-a04a-64f94c7d37c9" providerId="ADAL" clId="{96C79984-D60A-4099-9EEC-0E802D2FF5EC}" dt="2025-07-09T17:47:34.508" v="192"/>
          <ac:inkMkLst>
            <pc:docMk/>
            <pc:sldMk cId="3096250255" sldId="263"/>
            <ac:inkMk id="12" creationId="{20EA1EE9-9327-13E8-5B6E-6AF1179B8291}"/>
          </ac:inkMkLst>
        </pc:inkChg>
        <pc:inkChg chg="add mod">
          <ac:chgData name="Christopher Aloo" userId="81d139e4-1a74-45bd-a04a-64f94c7d37c9" providerId="ADAL" clId="{96C79984-D60A-4099-9EEC-0E802D2FF5EC}" dt="2025-07-09T17:47:50.438" v="198"/>
          <ac:inkMkLst>
            <pc:docMk/>
            <pc:sldMk cId="3096250255" sldId="263"/>
            <ac:inkMk id="13" creationId="{56160ED2-C830-6B3E-0EB1-5E431CD33547}"/>
          </ac:inkMkLst>
        </pc:inkChg>
        <pc:inkChg chg="add mod">
          <ac:chgData name="Christopher Aloo" userId="81d139e4-1a74-45bd-a04a-64f94c7d37c9" providerId="ADAL" clId="{96C79984-D60A-4099-9EEC-0E802D2FF5EC}" dt="2025-07-09T17:47:34.508" v="192"/>
          <ac:inkMkLst>
            <pc:docMk/>
            <pc:sldMk cId="3096250255" sldId="263"/>
            <ac:inkMk id="15" creationId="{75117B81-8B88-9E56-E750-D36F48BB32EC}"/>
          </ac:inkMkLst>
        </pc:inkChg>
        <pc:inkChg chg="add mod">
          <ac:chgData name="Christopher Aloo" userId="81d139e4-1a74-45bd-a04a-64f94c7d37c9" providerId="ADAL" clId="{96C79984-D60A-4099-9EEC-0E802D2FF5EC}" dt="2025-07-09T17:45:50.131" v="173"/>
          <ac:inkMkLst>
            <pc:docMk/>
            <pc:sldMk cId="3096250255" sldId="263"/>
            <ac:inkMk id="16" creationId="{C52C7515-055D-E8E9-D8B8-318ABDF8E78C}"/>
          </ac:inkMkLst>
        </pc:inkChg>
        <pc:inkChg chg="add mod">
          <ac:chgData name="Christopher Aloo" userId="81d139e4-1a74-45bd-a04a-64f94c7d37c9" providerId="ADAL" clId="{96C79984-D60A-4099-9EEC-0E802D2FF5EC}" dt="2025-07-09T17:47:50.438" v="198"/>
          <ac:inkMkLst>
            <pc:docMk/>
            <pc:sldMk cId="3096250255" sldId="263"/>
            <ac:inkMk id="18" creationId="{669C5CD5-CD60-2D95-5796-D0BE0551C0AE}"/>
          </ac:inkMkLst>
        </pc:inkChg>
        <pc:inkChg chg="add mod">
          <ac:chgData name="Christopher Aloo" userId="81d139e4-1a74-45bd-a04a-64f94c7d37c9" providerId="ADAL" clId="{96C79984-D60A-4099-9EEC-0E802D2FF5EC}" dt="2025-07-09T17:45:50.131" v="173"/>
          <ac:inkMkLst>
            <pc:docMk/>
            <pc:sldMk cId="3096250255" sldId="263"/>
            <ac:inkMk id="19" creationId="{468B8BB9-B35D-9CC9-C75E-F390032B4570}"/>
          </ac:inkMkLst>
        </pc:inkChg>
        <pc:inkChg chg="add mod">
          <ac:chgData name="Christopher Aloo" userId="81d139e4-1a74-45bd-a04a-64f94c7d37c9" providerId="ADAL" clId="{96C79984-D60A-4099-9EEC-0E802D2FF5EC}" dt="2025-07-09T17:47:50.438" v="198"/>
          <ac:inkMkLst>
            <pc:docMk/>
            <pc:sldMk cId="3096250255" sldId="263"/>
            <ac:inkMk id="20" creationId="{42D73DFF-BA5A-ABB6-596F-E80DBA50EE84}"/>
          </ac:inkMkLst>
        </pc:inkChg>
        <pc:inkChg chg="add mod">
          <ac:chgData name="Christopher Aloo" userId="81d139e4-1a74-45bd-a04a-64f94c7d37c9" providerId="ADAL" clId="{96C79984-D60A-4099-9EEC-0E802D2FF5EC}" dt="2025-07-09T17:47:50.438" v="198"/>
          <ac:inkMkLst>
            <pc:docMk/>
            <pc:sldMk cId="3096250255" sldId="263"/>
            <ac:inkMk id="22" creationId="{7493785E-4D32-3474-880A-D8CAF747D05C}"/>
          </ac:inkMkLst>
        </pc:inkChg>
        <pc:inkChg chg="add mod">
          <ac:chgData name="Christopher Aloo" userId="81d139e4-1a74-45bd-a04a-64f94c7d37c9" providerId="ADAL" clId="{96C79984-D60A-4099-9EEC-0E802D2FF5EC}" dt="2025-07-09T17:45:56.775" v="182"/>
          <ac:inkMkLst>
            <pc:docMk/>
            <pc:sldMk cId="3096250255" sldId="263"/>
            <ac:inkMk id="23" creationId="{C6EF8273-A9D9-2065-F949-BE3BCB3BFF95}"/>
          </ac:inkMkLst>
        </pc:inkChg>
        <pc:inkChg chg="add mod">
          <ac:chgData name="Christopher Aloo" userId="81d139e4-1a74-45bd-a04a-64f94c7d37c9" providerId="ADAL" clId="{96C79984-D60A-4099-9EEC-0E802D2FF5EC}" dt="2025-07-09T17:47:34.508" v="192"/>
          <ac:inkMkLst>
            <pc:docMk/>
            <pc:sldMk cId="3096250255" sldId="263"/>
            <ac:inkMk id="24" creationId="{5D13D025-57E6-C825-E089-23941ECFC097}"/>
          </ac:inkMkLst>
        </pc:inkChg>
        <pc:inkChg chg="add mod">
          <ac:chgData name="Christopher Aloo" userId="81d139e4-1a74-45bd-a04a-64f94c7d37c9" providerId="ADAL" clId="{96C79984-D60A-4099-9EEC-0E802D2FF5EC}" dt="2025-07-09T17:47:50.438" v="198"/>
          <ac:inkMkLst>
            <pc:docMk/>
            <pc:sldMk cId="3096250255" sldId="263"/>
            <ac:inkMk id="25" creationId="{EC3F8A6D-E9F4-C2AD-396C-A02DE59C8D55}"/>
          </ac:inkMkLst>
        </pc:inkChg>
        <pc:inkChg chg="add mod">
          <ac:chgData name="Christopher Aloo" userId="81d139e4-1a74-45bd-a04a-64f94c7d37c9" providerId="ADAL" clId="{96C79984-D60A-4099-9EEC-0E802D2FF5EC}" dt="2025-07-09T17:45:56.775" v="182"/>
          <ac:inkMkLst>
            <pc:docMk/>
            <pc:sldMk cId="3096250255" sldId="263"/>
            <ac:inkMk id="26" creationId="{9470CBEB-489F-1D79-9A36-2B774D924500}"/>
          </ac:inkMkLst>
        </pc:inkChg>
        <pc:inkChg chg="add mod">
          <ac:chgData name="Christopher Aloo" userId="81d139e4-1a74-45bd-a04a-64f94c7d37c9" providerId="ADAL" clId="{96C79984-D60A-4099-9EEC-0E802D2FF5EC}" dt="2025-07-09T17:45:56.775" v="182"/>
          <ac:inkMkLst>
            <pc:docMk/>
            <pc:sldMk cId="3096250255" sldId="263"/>
            <ac:inkMk id="27" creationId="{F8D14676-A68C-0CA7-4417-641297F3CB9E}"/>
          </ac:inkMkLst>
        </pc:inkChg>
        <pc:inkChg chg="add mod">
          <ac:chgData name="Christopher Aloo" userId="81d139e4-1a74-45bd-a04a-64f94c7d37c9" providerId="ADAL" clId="{96C79984-D60A-4099-9EEC-0E802D2FF5EC}" dt="2025-07-09T17:45:56.775" v="182"/>
          <ac:inkMkLst>
            <pc:docMk/>
            <pc:sldMk cId="3096250255" sldId="263"/>
            <ac:inkMk id="28" creationId="{A86C1153-A6CF-3972-C538-941191D1EEF2}"/>
          </ac:inkMkLst>
        </pc:inkChg>
        <pc:inkChg chg="add mod">
          <ac:chgData name="Christopher Aloo" userId="81d139e4-1a74-45bd-a04a-64f94c7d37c9" providerId="ADAL" clId="{96C79984-D60A-4099-9EEC-0E802D2FF5EC}" dt="2025-07-09T17:47:19.664" v="187"/>
          <ac:inkMkLst>
            <pc:docMk/>
            <pc:sldMk cId="3096250255" sldId="263"/>
            <ac:inkMk id="29" creationId="{F163459B-388F-DA27-C0FC-83D8C286902D}"/>
          </ac:inkMkLst>
        </pc:inkChg>
        <pc:inkChg chg="add mod">
          <ac:chgData name="Christopher Aloo" userId="81d139e4-1a74-45bd-a04a-64f94c7d37c9" providerId="ADAL" clId="{96C79984-D60A-4099-9EEC-0E802D2FF5EC}" dt="2025-07-09T17:47:12.402" v="185"/>
          <ac:inkMkLst>
            <pc:docMk/>
            <pc:sldMk cId="3096250255" sldId="263"/>
            <ac:inkMk id="32" creationId="{32A5EA98-ABE0-D8E7-9224-0CC5302E187A}"/>
          </ac:inkMkLst>
        </pc:inkChg>
        <pc:inkChg chg="add mod">
          <ac:chgData name="Christopher Aloo" userId="81d139e4-1a74-45bd-a04a-64f94c7d37c9" providerId="ADAL" clId="{96C79984-D60A-4099-9EEC-0E802D2FF5EC}" dt="2025-07-09T17:47:50.438" v="198"/>
          <ac:inkMkLst>
            <pc:docMk/>
            <pc:sldMk cId="3096250255" sldId="263"/>
            <ac:inkMk id="33" creationId="{E1DFF419-2DAB-F234-0941-9042D2D81949}"/>
          </ac:inkMkLst>
        </pc:inkChg>
        <pc:inkChg chg="add">
          <ac:chgData name="Christopher Aloo" userId="81d139e4-1a74-45bd-a04a-64f94c7d37c9" providerId="ADAL" clId="{96C79984-D60A-4099-9EEC-0E802D2FF5EC}" dt="2025-07-09T17:47:18.724" v="186" actId="9405"/>
          <ac:inkMkLst>
            <pc:docMk/>
            <pc:sldMk cId="3096250255" sldId="263"/>
            <ac:inkMk id="35" creationId="{F04CF1E4-3FC9-BCA6-627C-344B0A275286}"/>
          </ac:inkMkLst>
        </pc:inkChg>
        <pc:inkChg chg="add">
          <ac:chgData name="Christopher Aloo" userId="81d139e4-1a74-45bd-a04a-64f94c7d37c9" providerId="ADAL" clId="{96C79984-D60A-4099-9EEC-0E802D2FF5EC}" dt="2025-07-09T17:47:31.017" v="188" actId="9405"/>
          <ac:inkMkLst>
            <pc:docMk/>
            <pc:sldMk cId="3096250255" sldId="263"/>
            <ac:inkMk id="37" creationId="{D41F431F-0134-2BC5-F61F-AA0591387217}"/>
          </ac:inkMkLst>
        </pc:inkChg>
        <pc:inkChg chg="add mod">
          <ac:chgData name="Christopher Aloo" userId="81d139e4-1a74-45bd-a04a-64f94c7d37c9" providerId="ADAL" clId="{96C79984-D60A-4099-9EEC-0E802D2FF5EC}" dt="2025-07-09T17:47:34.508" v="192"/>
          <ac:inkMkLst>
            <pc:docMk/>
            <pc:sldMk cId="3096250255" sldId="263"/>
            <ac:inkMk id="38" creationId="{FD323382-5AAA-FF66-CCDA-9BEBFC25E40F}"/>
          </ac:inkMkLst>
        </pc:inkChg>
        <pc:inkChg chg="add">
          <ac:chgData name="Christopher Aloo" userId="81d139e4-1a74-45bd-a04a-64f94c7d37c9" providerId="ADAL" clId="{96C79984-D60A-4099-9EEC-0E802D2FF5EC}" dt="2025-07-09T17:47:33.352" v="190" actId="9405"/>
          <ac:inkMkLst>
            <pc:docMk/>
            <pc:sldMk cId="3096250255" sldId="263"/>
            <ac:inkMk id="39" creationId="{3842F8D1-992E-96DD-C216-8D59EC4B2CBA}"/>
          </ac:inkMkLst>
        </pc:inkChg>
        <pc:inkChg chg="add">
          <ac:chgData name="Christopher Aloo" userId="81d139e4-1a74-45bd-a04a-64f94c7d37c9" providerId="ADAL" clId="{96C79984-D60A-4099-9EEC-0E802D2FF5EC}" dt="2025-07-09T17:47:33.662" v="191" actId="9405"/>
          <ac:inkMkLst>
            <pc:docMk/>
            <pc:sldMk cId="3096250255" sldId="263"/>
            <ac:inkMk id="40" creationId="{8D27085A-A131-3B4E-ED18-E890E98A100C}"/>
          </ac:inkMkLst>
        </pc:inkChg>
        <pc:inkChg chg="add mod">
          <ac:chgData name="Christopher Aloo" userId="81d139e4-1a74-45bd-a04a-64f94c7d37c9" providerId="ADAL" clId="{96C79984-D60A-4099-9EEC-0E802D2FF5EC}" dt="2025-07-09T17:47:42.314" v="195"/>
          <ac:inkMkLst>
            <pc:docMk/>
            <pc:sldMk cId="3096250255" sldId="263"/>
            <ac:inkMk id="43" creationId="{D6B4D088-7C85-24E3-39EB-7EBE06B57801}"/>
          </ac:inkMkLst>
        </pc:inkChg>
        <pc:inkChg chg="add mod">
          <ac:chgData name="Christopher Aloo" userId="81d139e4-1a74-45bd-a04a-64f94c7d37c9" providerId="ADAL" clId="{96C79984-D60A-4099-9EEC-0E802D2FF5EC}" dt="2025-07-09T17:47:42.314" v="195"/>
          <ac:inkMkLst>
            <pc:docMk/>
            <pc:sldMk cId="3096250255" sldId="263"/>
            <ac:inkMk id="44" creationId="{94CB601E-C159-95C0-8E58-5E5E0EB43C26}"/>
          </ac:inkMkLst>
        </pc:inkChg>
        <pc:inkChg chg="add">
          <ac:chgData name="Christopher Aloo" userId="81d139e4-1a74-45bd-a04a-64f94c7d37c9" providerId="ADAL" clId="{96C79984-D60A-4099-9EEC-0E802D2FF5EC}" dt="2025-07-09T17:47:44.221" v="196" actId="9405"/>
          <ac:inkMkLst>
            <pc:docMk/>
            <pc:sldMk cId="3096250255" sldId="263"/>
            <ac:inkMk id="46" creationId="{9CAD48D3-D33F-2043-F0C2-0C431DBC0FB1}"/>
          </ac:inkMkLst>
        </pc:inkChg>
        <pc:inkChg chg="add">
          <ac:chgData name="Christopher Aloo" userId="81d139e4-1a74-45bd-a04a-64f94c7d37c9" providerId="ADAL" clId="{96C79984-D60A-4099-9EEC-0E802D2FF5EC}" dt="2025-07-09T17:47:49.481" v="197" actId="9405"/>
          <ac:inkMkLst>
            <pc:docMk/>
            <pc:sldMk cId="3096250255" sldId="263"/>
            <ac:inkMk id="47" creationId="{D89A4AAD-A9E0-510D-8759-0F2D07290DA5}"/>
          </ac:inkMkLst>
        </pc:inkChg>
      </pc:sldChg>
      <pc:sldChg chg="modSp mod">
        <pc:chgData name="Christopher Aloo" userId="81d139e4-1a74-45bd-a04a-64f94c7d37c9" providerId="ADAL" clId="{96C79984-D60A-4099-9EEC-0E802D2FF5EC}" dt="2025-07-08T18:29:30.116" v="94" actId="20577"/>
        <pc:sldMkLst>
          <pc:docMk/>
          <pc:sldMk cId="282292243" sldId="266"/>
        </pc:sldMkLst>
        <pc:spChg chg="mod">
          <ac:chgData name="Christopher Aloo" userId="81d139e4-1a74-45bd-a04a-64f94c7d37c9" providerId="ADAL" clId="{96C79984-D60A-4099-9EEC-0E802D2FF5EC}" dt="2025-07-08T18:29:30.116" v="94" actId="20577"/>
          <ac:spMkLst>
            <pc:docMk/>
            <pc:sldMk cId="282292243" sldId="266"/>
            <ac:spMk id="67" creationId="{7C3DDFA3-8C3F-8F38-23BC-28711C6C09D9}"/>
          </ac:spMkLst>
        </pc:spChg>
      </pc:sldChg>
      <pc:sldChg chg="addSp delSp modSp mod">
        <pc:chgData name="Christopher Aloo" userId="81d139e4-1a74-45bd-a04a-64f94c7d37c9" providerId="ADAL" clId="{96C79984-D60A-4099-9EEC-0E802D2FF5EC}" dt="2025-07-09T17:56:40.935" v="375" actId="478"/>
        <pc:sldMkLst>
          <pc:docMk/>
          <pc:sldMk cId="1978429138" sldId="268"/>
        </pc:sldMkLst>
        <pc:grpChg chg="del mod">
          <ac:chgData name="Christopher Aloo" userId="81d139e4-1a74-45bd-a04a-64f94c7d37c9" providerId="ADAL" clId="{96C79984-D60A-4099-9EEC-0E802D2FF5EC}" dt="2025-07-09T17:54:48.618" v="309"/>
          <ac:grpSpMkLst>
            <pc:docMk/>
            <pc:sldMk cId="1978429138" sldId="268"/>
            <ac:grpSpMk id="7" creationId="{D607D7E2-FD14-8E78-3C06-63FE11C8570D}"/>
          </ac:grpSpMkLst>
        </pc:grpChg>
        <pc:grpChg chg="del mod">
          <ac:chgData name="Christopher Aloo" userId="81d139e4-1a74-45bd-a04a-64f94c7d37c9" providerId="ADAL" clId="{96C79984-D60A-4099-9EEC-0E802D2FF5EC}" dt="2025-07-09T17:55:06.385" v="318"/>
          <ac:grpSpMkLst>
            <pc:docMk/>
            <pc:sldMk cId="1978429138" sldId="268"/>
            <ac:grpSpMk id="9" creationId="{47EF2F75-5CBD-DE25-4F51-CDE8810436A9}"/>
          </ac:grpSpMkLst>
        </pc:grpChg>
        <pc:grpChg chg="del mod">
          <ac:chgData name="Christopher Aloo" userId="81d139e4-1a74-45bd-a04a-64f94c7d37c9" providerId="ADAL" clId="{96C79984-D60A-4099-9EEC-0E802D2FF5EC}" dt="2025-07-09T17:55:06.385" v="318"/>
          <ac:grpSpMkLst>
            <pc:docMk/>
            <pc:sldMk cId="1978429138" sldId="268"/>
            <ac:grpSpMk id="13" creationId="{EF33987E-4F88-F330-7B3D-165D7ED408AB}"/>
          </ac:grpSpMkLst>
        </pc:grpChg>
        <pc:grpChg chg="del mod">
          <ac:chgData name="Christopher Aloo" userId="81d139e4-1a74-45bd-a04a-64f94c7d37c9" providerId="ADAL" clId="{96C79984-D60A-4099-9EEC-0E802D2FF5EC}" dt="2025-07-09T17:55:06.385" v="318"/>
          <ac:grpSpMkLst>
            <pc:docMk/>
            <pc:sldMk cId="1978429138" sldId="268"/>
            <ac:grpSpMk id="16" creationId="{8506709F-01B8-464F-C996-274DE7620638}"/>
          </ac:grpSpMkLst>
        </pc:grpChg>
        <pc:grpChg chg="del mod">
          <ac:chgData name="Christopher Aloo" userId="81d139e4-1a74-45bd-a04a-64f94c7d37c9" providerId="ADAL" clId="{96C79984-D60A-4099-9EEC-0E802D2FF5EC}" dt="2025-07-09T17:55:13.406" v="323"/>
          <ac:grpSpMkLst>
            <pc:docMk/>
            <pc:sldMk cId="1978429138" sldId="268"/>
            <ac:grpSpMk id="18" creationId="{6D7531E1-E589-9BD4-3452-DA7EAA9022E2}"/>
          </ac:grpSpMkLst>
        </pc:grpChg>
        <pc:grpChg chg="del mod">
          <ac:chgData name="Christopher Aloo" userId="81d139e4-1a74-45bd-a04a-64f94c7d37c9" providerId="ADAL" clId="{96C79984-D60A-4099-9EEC-0E802D2FF5EC}" dt="2025-07-09T17:55:35.133" v="336" actId="478"/>
          <ac:grpSpMkLst>
            <pc:docMk/>
            <pc:sldMk cId="1978429138" sldId="268"/>
            <ac:grpSpMk id="23" creationId="{FE777775-024F-6E9E-DF38-A6C8D85C25C5}"/>
          </ac:grpSpMkLst>
        </pc:grpChg>
        <pc:grpChg chg="del mod">
          <ac:chgData name="Christopher Aloo" userId="81d139e4-1a74-45bd-a04a-64f94c7d37c9" providerId="ADAL" clId="{96C79984-D60A-4099-9EEC-0E802D2FF5EC}" dt="2025-07-09T17:55:27.128" v="335"/>
          <ac:grpSpMkLst>
            <pc:docMk/>
            <pc:sldMk cId="1978429138" sldId="268"/>
            <ac:grpSpMk id="33" creationId="{CB78A4F5-0B23-399A-9570-F353599C7206}"/>
          </ac:grpSpMkLst>
        </pc:grpChg>
        <pc:grpChg chg="del mod">
          <ac:chgData name="Christopher Aloo" userId="81d139e4-1a74-45bd-a04a-64f94c7d37c9" providerId="ADAL" clId="{96C79984-D60A-4099-9EEC-0E802D2FF5EC}" dt="2025-07-09T17:55:36.855" v="337" actId="478"/>
          <ac:grpSpMkLst>
            <pc:docMk/>
            <pc:sldMk cId="1978429138" sldId="268"/>
            <ac:grpSpMk id="35" creationId="{E4A6D228-AE55-1EF0-1DBF-39A65AA92E21}"/>
          </ac:grpSpMkLst>
        </pc:grpChg>
        <pc:grpChg chg="del mod">
          <ac:chgData name="Christopher Aloo" userId="81d139e4-1a74-45bd-a04a-64f94c7d37c9" providerId="ADAL" clId="{96C79984-D60A-4099-9EEC-0E802D2FF5EC}" dt="2025-07-09T17:55:54.573" v="351"/>
          <ac:grpSpMkLst>
            <pc:docMk/>
            <pc:sldMk cId="1978429138" sldId="268"/>
            <ac:grpSpMk id="40" creationId="{B61EEE48-AF01-9357-84CE-C2CA4168806B}"/>
          </ac:grpSpMkLst>
        </pc:grpChg>
        <pc:grpChg chg="del mod">
          <ac:chgData name="Christopher Aloo" userId="81d139e4-1a74-45bd-a04a-64f94c7d37c9" providerId="ADAL" clId="{96C79984-D60A-4099-9EEC-0E802D2FF5EC}" dt="2025-07-09T17:56:02.254" v="356"/>
          <ac:grpSpMkLst>
            <pc:docMk/>
            <pc:sldMk cId="1978429138" sldId="268"/>
            <ac:grpSpMk id="46" creationId="{DD253443-7368-E40E-7135-7A7E31F4E43D}"/>
          </ac:grpSpMkLst>
        </pc:grpChg>
        <pc:grpChg chg="del mod">
          <ac:chgData name="Christopher Aloo" userId="81d139e4-1a74-45bd-a04a-64f94c7d37c9" providerId="ADAL" clId="{96C79984-D60A-4099-9EEC-0E802D2FF5EC}" dt="2025-07-09T17:56:02.254" v="356"/>
          <ac:grpSpMkLst>
            <pc:docMk/>
            <pc:sldMk cId="1978429138" sldId="268"/>
            <ac:grpSpMk id="48" creationId="{FD5C0FC6-E7AE-DDAE-8AEE-5DD3D9123173}"/>
          </ac:grpSpMkLst>
        </pc:grpChg>
        <pc:grpChg chg="del mod">
          <ac:chgData name="Christopher Aloo" userId="81d139e4-1a74-45bd-a04a-64f94c7d37c9" providerId="ADAL" clId="{96C79984-D60A-4099-9EEC-0E802D2FF5EC}" dt="2025-07-09T17:56:07.132" v="358"/>
          <ac:grpSpMkLst>
            <pc:docMk/>
            <pc:sldMk cId="1978429138" sldId="268"/>
            <ac:grpSpMk id="53" creationId="{F54131CF-2874-58A3-9871-DDCE277364FA}"/>
          </ac:grpSpMkLst>
        </pc:grpChg>
        <pc:grpChg chg="del mod">
          <ac:chgData name="Christopher Aloo" userId="81d139e4-1a74-45bd-a04a-64f94c7d37c9" providerId="ADAL" clId="{96C79984-D60A-4099-9EEC-0E802D2FF5EC}" dt="2025-07-09T17:56:14.882" v="363"/>
          <ac:grpSpMkLst>
            <pc:docMk/>
            <pc:sldMk cId="1978429138" sldId="268"/>
            <ac:grpSpMk id="55" creationId="{B2E68832-E03A-2EC9-D065-CB2C311906FB}"/>
          </ac:grpSpMkLst>
        </pc:grpChg>
        <pc:grpChg chg="del mod">
          <ac:chgData name="Christopher Aloo" userId="81d139e4-1a74-45bd-a04a-64f94c7d37c9" providerId="ADAL" clId="{96C79984-D60A-4099-9EEC-0E802D2FF5EC}" dt="2025-07-09T17:56:18.969" v="366"/>
          <ac:grpSpMkLst>
            <pc:docMk/>
            <pc:sldMk cId="1978429138" sldId="268"/>
            <ac:grpSpMk id="60" creationId="{9C62722D-D05F-D477-79BB-83454A8BE1BD}"/>
          </ac:grpSpMkLst>
        </pc:grpChg>
        <pc:grpChg chg="del mod">
          <ac:chgData name="Christopher Aloo" userId="81d139e4-1a74-45bd-a04a-64f94c7d37c9" providerId="ADAL" clId="{96C79984-D60A-4099-9EEC-0E802D2FF5EC}" dt="2025-07-09T17:56:22.677" v="368"/>
          <ac:grpSpMkLst>
            <pc:docMk/>
            <pc:sldMk cId="1978429138" sldId="268"/>
            <ac:grpSpMk id="63" creationId="{D34A37EE-B573-A175-D45A-5D5E5ADC18C2}"/>
          </ac:grpSpMkLst>
        </pc:grpChg>
        <pc:grpChg chg="del mod">
          <ac:chgData name="Christopher Aloo" userId="81d139e4-1a74-45bd-a04a-64f94c7d37c9" providerId="ADAL" clId="{96C79984-D60A-4099-9EEC-0E802D2FF5EC}" dt="2025-07-09T17:56:36.314" v="373" actId="478"/>
          <ac:grpSpMkLst>
            <pc:docMk/>
            <pc:sldMk cId="1978429138" sldId="268"/>
            <ac:grpSpMk id="65" creationId="{CAB4FD62-6EDB-91B8-3253-E1C888BDBDB9}"/>
          </ac:grpSpMkLst>
        </pc:grpChg>
        <pc:grpChg chg="del mod">
          <ac:chgData name="Christopher Aloo" userId="81d139e4-1a74-45bd-a04a-64f94c7d37c9" providerId="ADAL" clId="{96C79984-D60A-4099-9EEC-0E802D2FF5EC}" dt="2025-07-09T17:56:39.461" v="374" actId="478"/>
          <ac:grpSpMkLst>
            <pc:docMk/>
            <pc:sldMk cId="1978429138" sldId="268"/>
            <ac:grpSpMk id="69" creationId="{702EA647-AE7A-2FC9-E9C8-46D743BB2478}"/>
          </ac:grpSpMkLst>
        </pc:grpChg>
        <pc:inkChg chg="add">
          <ac:chgData name="Christopher Aloo" userId="81d139e4-1a74-45bd-a04a-64f94c7d37c9" providerId="ADAL" clId="{96C79984-D60A-4099-9EEC-0E802D2FF5EC}" dt="2025-07-09T17:54:28.468" v="303" actId="9405"/>
          <ac:inkMkLst>
            <pc:docMk/>
            <pc:sldMk cId="1978429138" sldId="268"/>
            <ac:inkMk id="2" creationId="{EC6B8B45-8CCD-472F-6B28-843844B64254}"/>
          </ac:inkMkLst>
        </pc:inkChg>
        <pc:inkChg chg="add del">
          <ac:chgData name="Christopher Aloo" userId="81d139e4-1a74-45bd-a04a-64f94c7d37c9" providerId="ADAL" clId="{96C79984-D60A-4099-9EEC-0E802D2FF5EC}" dt="2025-07-09T17:56:40.935" v="375" actId="478"/>
          <ac:inkMkLst>
            <pc:docMk/>
            <pc:sldMk cId="1978429138" sldId="268"/>
            <ac:inkMk id="3" creationId="{B641FEA7-1540-EB0E-48F2-6D7D03562D7D}"/>
          </ac:inkMkLst>
        </pc:inkChg>
        <pc:inkChg chg="del">
          <ac:chgData name="Christopher Aloo" userId="81d139e4-1a74-45bd-a04a-64f94c7d37c9" providerId="ADAL" clId="{96C79984-D60A-4099-9EEC-0E802D2FF5EC}" dt="2025-07-09T17:53:33.530" v="302" actId="478"/>
          <ac:inkMkLst>
            <pc:docMk/>
            <pc:sldMk cId="1978429138" sldId="268"/>
            <ac:inkMk id="4" creationId="{85C85997-FFF7-AE99-11C5-92DDBF627BD4}"/>
          </ac:inkMkLst>
        </pc:inkChg>
        <pc:inkChg chg="add mod">
          <ac:chgData name="Christopher Aloo" userId="81d139e4-1a74-45bd-a04a-64f94c7d37c9" providerId="ADAL" clId="{96C79984-D60A-4099-9EEC-0E802D2FF5EC}" dt="2025-07-09T17:55:13.406" v="323"/>
          <ac:inkMkLst>
            <pc:docMk/>
            <pc:sldMk cId="1978429138" sldId="268"/>
            <ac:inkMk id="5" creationId="{F7BA62F5-7328-DAC0-FB7D-BBDB16F0DE37}"/>
          </ac:inkMkLst>
        </pc:inkChg>
        <pc:inkChg chg="add mod">
          <ac:chgData name="Christopher Aloo" userId="81d139e4-1a74-45bd-a04a-64f94c7d37c9" providerId="ADAL" clId="{96C79984-D60A-4099-9EEC-0E802D2FF5EC}" dt="2025-07-09T17:55:13.406" v="323"/>
          <ac:inkMkLst>
            <pc:docMk/>
            <pc:sldMk cId="1978429138" sldId="268"/>
            <ac:inkMk id="6" creationId="{61E922F8-5EBE-0AE7-D00C-2CF195CA90BE}"/>
          </ac:inkMkLst>
        </pc:inkChg>
        <pc:inkChg chg="add mod">
          <ac:chgData name="Christopher Aloo" userId="81d139e4-1a74-45bd-a04a-64f94c7d37c9" providerId="ADAL" clId="{96C79984-D60A-4099-9EEC-0E802D2FF5EC}" dt="2025-07-09T17:55:06.385" v="318"/>
          <ac:inkMkLst>
            <pc:docMk/>
            <pc:sldMk cId="1978429138" sldId="268"/>
            <ac:inkMk id="8" creationId="{A6F09AB3-C7CA-C013-7B2C-8B70B0DF9B5F}"/>
          </ac:inkMkLst>
        </pc:inkChg>
        <pc:inkChg chg="add mod">
          <ac:chgData name="Christopher Aloo" userId="81d139e4-1a74-45bd-a04a-64f94c7d37c9" providerId="ADAL" clId="{96C79984-D60A-4099-9EEC-0E802D2FF5EC}" dt="2025-07-09T17:55:06.385" v="318"/>
          <ac:inkMkLst>
            <pc:docMk/>
            <pc:sldMk cId="1978429138" sldId="268"/>
            <ac:inkMk id="10" creationId="{2EDFF1F3-2D5B-F831-FF4D-8B7387867A21}"/>
          </ac:inkMkLst>
        </pc:inkChg>
        <pc:inkChg chg="add mod">
          <ac:chgData name="Christopher Aloo" userId="81d139e4-1a74-45bd-a04a-64f94c7d37c9" providerId="ADAL" clId="{96C79984-D60A-4099-9EEC-0E802D2FF5EC}" dt="2025-07-09T17:55:06.385" v="318"/>
          <ac:inkMkLst>
            <pc:docMk/>
            <pc:sldMk cId="1978429138" sldId="268"/>
            <ac:inkMk id="11" creationId="{D9764C47-2587-705E-965C-331C834BEDBB}"/>
          </ac:inkMkLst>
        </pc:inkChg>
        <pc:inkChg chg="add mod">
          <ac:chgData name="Christopher Aloo" userId="81d139e4-1a74-45bd-a04a-64f94c7d37c9" providerId="ADAL" clId="{96C79984-D60A-4099-9EEC-0E802D2FF5EC}" dt="2025-07-09T17:55:13.406" v="323"/>
          <ac:inkMkLst>
            <pc:docMk/>
            <pc:sldMk cId="1978429138" sldId="268"/>
            <ac:inkMk id="12" creationId="{D4829B3F-06F5-A211-835C-D183F7136E14}"/>
          </ac:inkMkLst>
        </pc:inkChg>
        <pc:inkChg chg="add mod">
          <ac:chgData name="Christopher Aloo" userId="81d139e4-1a74-45bd-a04a-64f94c7d37c9" providerId="ADAL" clId="{96C79984-D60A-4099-9EEC-0E802D2FF5EC}" dt="2025-07-09T17:55:13.406" v="323"/>
          <ac:inkMkLst>
            <pc:docMk/>
            <pc:sldMk cId="1978429138" sldId="268"/>
            <ac:inkMk id="14" creationId="{5A1B156B-1952-EE65-AEDA-1D6FDB94DD83}"/>
          </ac:inkMkLst>
        </pc:inkChg>
        <pc:inkChg chg="add mod">
          <ac:chgData name="Christopher Aloo" userId="81d139e4-1a74-45bd-a04a-64f94c7d37c9" providerId="ADAL" clId="{96C79984-D60A-4099-9EEC-0E802D2FF5EC}" dt="2025-07-09T17:55:13.406" v="323"/>
          <ac:inkMkLst>
            <pc:docMk/>
            <pc:sldMk cId="1978429138" sldId="268"/>
            <ac:inkMk id="15" creationId="{D3324FAC-ADCF-8AB0-F0E4-3062DC31B250}"/>
          </ac:inkMkLst>
        </pc:inkChg>
        <pc:inkChg chg="add del mod">
          <ac:chgData name="Christopher Aloo" userId="81d139e4-1a74-45bd-a04a-64f94c7d37c9" providerId="ADAL" clId="{96C79984-D60A-4099-9EEC-0E802D2FF5EC}" dt="2025-07-09T17:55:41.652" v="338" actId="478"/>
          <ac:inkMkLst>
            <pc:docMk/>
            <pc:sldMk cId="1978429138" sldId="268"/>
            <ac:inkMk id="17" creationId="{474BFEBE-2D18-F57B-DDEB-F88E946A1CC0}"/>
          </ac:inkMkLst>
        </pc:inkChg>
        <pc:inkChg chg="add">
          <ac:chgData name="Christopher Aloo" userId="81d139e4-1a74-45bd-a04a-64f94c7d37c9" providerId="ADAL" clId="{96C79984-D60A-4099-9EEC-0E802D2FF5EC}" dt="2025-07-09T17:55:09.381" v="319" actId="9405"/>
          <ac:inkMkLst>
            <pc:docMk/>
            <pc:sldMk cId="1978429138" sldId="268"/>
            <ac:inkMk id="19" creationId="{AE99A980-1860-E547-61DB-EEC8F986CA6C}"/>
          </ac:inkMkLst>
        </pc:inkChg>
        <pc:inkChg chg="add mod">
          <ac:chgData name="Christopher Aloo" userId="81d139e4-1a74-45bd-a04a-64f94c7d37c9" providerId="ADAL" clId="{96C79984-D60A-4099-9EEC-0E802D2FF5EC}" dt="2025-07-09T17:55:13.406" v="323"/>
          <ac:inkMkLst>
            <pc:docMk/>
            <pc:sldMk cId="1978429138" sldId="268"/>
            <ac:inkMk id="20" creationId="{EF208BD8-8447-A68C-24EE-D077094ACCDD}"/>
          </ac:inkMkLst>
        </pc:inkChg>
        <pc:inkChg chg="add">
          <ac:chgData name="Christopher Aloo" userId="81d139e4-1a74-45bd-a04a-64f94c7d37c9" providerId="ADAL" clId="{96C79984-D60A-4099-9EEC-0E802D2FF5EC}" dt="2025-07-09T17:55:11.504" v="321" actId="9405"/>
          <ac:inkMkLst>
            <pc:docMk/>
            <pc:sldMk cId="1978429138" sldId="268"/>
            <ac:inkMk id="21" creationId="{11830A98-3157-325E-4B9C-FBF274F65A9E}"/>
          </ac:inkMkLst>
        </pc:inkChg>
        <pc:inkChg chg="add mod">
          <ac:chgData name="Christopher Aloo" userId="81d139e4-1a74-45bd-a04a-64f94c7d37c9" providerId="ADAL" clId="{96C79984-D60A-4099-9EEC-0E802D2FF5EC}" dt="2025-07-09T17:55:13.406" v="323"/>
          <ac:inkMkLst>
            <pc:docMk/>
            <pc:sldMk cId="1978429138" sldId="268"/>
            <ac:inkMk id="22" creationId="{21464F99-8992-62B8-A9DD-871352DBE62C}"/>
          </ac:inkMkLst>
        </pc:inkChg>
        <pc:inkChg chg="add mod">
          <ac:chgData name="Christopher Aloo" userId="81d139e4-1a74-45bd-a04a-64f94c7d37c9" providerId="ADAL" clId="{96C79984-D60A-4099-9EEC-0E802D2FF5EC}" dt="2025-07-09T17:55:27.128" v="335"/>
          <ac:inkMkLst>
            <pc:docMk/>
            <pc:sldMk cId="1978429138" sldId="268"/>
            <ac:inkMk id="24" creationId="{FC3D52CE-983A-7138-2B6F-478E7CD11608}"/>
          </ac:inkMkLst>
        </pc:inkChg>
        <pc:inkChg chg="add mod">
          <ac:chgData name="Christopher Aloo" userId="81d139e4-1a74-45bd-a04a-64f94c7d37c9" providerId="ADAL" clId="{96C79984-D60A-4099-9EEC-0E802D2FF5EC}" dt="2025-07-09T17:55:27.128" v="335"/>
          <ac:inkMkLst>
            <pc:docMk/>
            <pc:sldMk cId="1978429138" sldId="268"/>
            <ac:inkMk id="25" creationId="{65DE0F32-5D46-C143-9991-035E4CA5A91B}"/>
          </ac:inkMkLst>
        </pc:inkChg>
        <pc:inkChg chg="add mod">
          <ac:chgData name="Christopher Aloo" userId="81d139e4-1a74-45bd-a04a-64f94c7d37c9" providerId="ADAL" clId="{96C79984-D60A-4099-9EEC-0E802D2FF5EC}" dt="2025-07-09T17:55:19.647" v="333"/>
          <ac:inkMkLst>
            <pc:docMk/>
            <pc:sldMk cId="1978429138" sldId="268"/>
            <ac:inkMk id="26" creationId="{DCE3221F-CF1B-6F90-9F94-D4B1DB9986D4}"/>
          </ac:inkMkLst>
        </pc:inkChg>
        <pc:inkChg chg="add mod">
          <ac:chgData name="Christopher Aloo" userId="81d139e4-1a74-45bd-a04a-64f94c7d37c9" providerId="ADAL" clId="{96C79984-D60A-4099-9EEC-0E802D2FF5EC}" dt="2025-07-09T17:55:19.647" v="333"/>
          <ac:inkMkLst>
            <pc:docMk/>
            <pc:sldMk cId="1978429138" sldId="268"/>
            <ac:inkMk id="27" creationId="{499ADA5A-1F2E-C5CC-3E27-8F8BF1BB2502}"/>
          </ac:inkMkLst>
        </pc:inkChg>
        <pc:inkChg chg="add mod">
          <ac:chgData name="Christopher Aloo" userId="81d139e4-1a74-45bd-a04a-64f94c7d37c9" providerId="ADAL" clId="{96C79984-D60A-4099-9EEC-0E802D2FF5EC}" dt="2025-07-09T17:55:27.128" v="335"/>
          <ac:inkMkLst>
            <pc:docMk/>
            <pc:sldMk cId="1978429138" sldId="268"/>
            <ac:inkMk id="28" creationId="{3E6CD037-BDB7-1786-74DB-A7AEC7251CAC}"/>
          </ac:inkMkLst>
        </pc:inkChg>
        <pc:inkChg chg="add mod">
          <ac:chgData name="Christopher Aloo" userId="81d139e4-1a74-45bd-a04a-64f94c7d37c9" providerId="ADAL" clId="{96C79984-D60A-4099-9EEC-0E802D2FF5EC}" dt="2025-07-09T17:55:27.128" v="335"/>
          <ac:inkMkLst>
            <pc:docMk/>
            <pc:sldMk cId="1978429138" sldId="268"/>
            <ac:inkMk id="29" creationId="{C083C70D-03A2-E06C-589A-033FF2139737}"/>
          </ac:inkMkLst>
        </pc:inkChg>
        <pc:inkChg chg="add mod">
          <ac:chgData name="Christopher Aloo" userId="81d139e4-1a74-45bd-a04a-64f94c7d37c9" providerId="ADAL" clId="{96C79984-D60A-4099-9EEC-0E802D2FF5EC}" dt="2025-07-09T17:55:27.128" v="335"/>
          <ac:inkMkLst>
            <pc:docMk/>
            <pc:sldMk cId="1978429138" sldId="268"/>
            <ac:inkMk id="30" creationId="{677896DA-6AA7-61A2-3DC3-2BAAF1F787D4}"/>
          </ac:inkMkLst>
        </pc:inkChg>
        <pc:inkChg chg="add mod">
          <ac:chgData name="Christopher Aloo" userId="81d139e4-1a74-45bd-a04a-64f94c7d37c9" providerId="ADAL" clId="{96C79984-D60A-4099-9EEC-0E802D2FF5EC}" dt="2025-07-09T17:55:27.128" v="335"/>
          <ac:inkMkLst>
            <pc:docMk/>
            <pc:sldMk cId="1978429138" sldId="268"/>
            <ac:inkMk id="31" creationId="{016A577F-3720-F618-56FA-6ED7253C3FA2}"/>
          </ac:inkMkLst>
        </pc:inkChg>
        <pc:inkChg chg="add mod">
          <ac:chgData name="Christopher Aloo" userId="81d139e4-1a74-45bd-a04a-64f94c7d37c9" providerId="ADAL" clId="{96C79984-D60A-4099-9EEC-0E802D2FF5EC}" dt="2025-07-09T17:55:27.128" v="335"/>
          <ac:inkMkLst>
            <pc:docMk/>
            <pc:sldMk cId="1978429138" sldId="268"/>
            <ac:inkMk id="32" creationId="{29CA392D-8A22-2710-CCF4-B3A9FF96D994}"/>
          </ac:inkMkLst>
        </pc:inkChg>
        <pc:inkChg chg="add mod">
          <ac:chgData name="Christopher Aloo" userId="81d139e4-1a74-45bd-a04a-64f94c7d37c9" providerId="ADAL" clId="{96C79984-D60A-4099-9EEC-0E802D2FF5EC}" dt="2025-07-09T17:55:27.128" v="335"/>
          <ac:inkMkLst>
            <pc:docMk/>
            <pc:sldMk cId="1978429138" sldId="268"/>
            <ac:inkMk id="34" creationId="{D5630606-A6BF-F551-7CC9-177F2D7B69E5}"/>
          </ac:inkMkLst>
        </pc:inkChg>
        <pc:inkChg chg="add mod">
          <ac:chgData name="Christopher Aloo" userId="81d139e4-1a74-45bd-a04a-64f94c7d37c9" providerId="ADAL" clId="{96C79984-D60A-4099-9EEC-0E802D2FF5EC}" dt="2025-07-09T17:55:54.573" v="351"/>
          <ac:inkMkLst>
            <pc:docMk/>
            <pc:sldMk cId="1978429138" sldId="268"/>
            <ac:inkMk id="36" creationId="{E4841EBB-9F55-B162-3A20-2C75FD8C52A3}"/>
          </ac:inkMkLst>
        </pc:inkChg>
        <pc:inkChg chg="add mod">
          <ac:chgData name="Christopher Aloo" userId="81d139e4-1a74-45bd-a04a-64f94c7d37c9" providerId="ADAL" clId="{96C79984-D60A-4099-9EEC-0E802D2FF5EC}" dt="2025-07-09T17:56:22.677" v="368"/>
          <ac:inkMkLst>
            <pc:docMk/>
            <pc:sldMk cId="1978429138" sldId="268"/>
            <ac:inkMk id="37" creationId="{D733D496-ADA2-B0C8-6AF5-913C08BE4CA4}"/>
          </ac:inkMkLst>
        </pc:inkChg>
        <pc:inkChg chg="add mod">
          <ac:chgData name="Christopher Aloo" userId="81d139e4-1a74-45bd-a04a-64f94c7d37c9" providerId="ADAL" clId="{96C79984-D60A-4099-9EEC-0E802D2FF5EC}" dt="2025-07-09T17:56:22.677" v="368"/>
          <ac:inkMkLst>
            <pc:docMk/>
            <pc:sldMk cId="1978429138" sldId="268"/>
            <ac:inkMk id="38" creationId="{42F13685-FC9A-87B9-A035-8729D10E3F3B}"/>
          </ac:inkMkLst>
        </pc:inkChg>
        <pc:inkChg chg="add mod">
          <ac:chgData name="Christopher Aloo" userId="81d139e4-1a74-45bd-a04a-64f94c7d37c9" providerId="ADAL" clId="{96C79984-D60A-4099-9EEC-0E802D2FF5EC}" dt="2025-07-09T17:56:07.132" v="358"/>
          <ac:inkMkLst>
            <pc:docMk/>
            <pc:sldMk cId="1978429138" sldId="268"/>
            <ac:inkMk id="39" creationId="{D01F77D5-282E-443B-A9E3-E6CF58FB0C37}"/>
          </ac:inkMkLst>
        </pc:inkChg>
        <pc:inkChg chg="add mod">
          <ac:chgData name="Christopher Aloo" userId="81d139e4-1a74-45bd-a04a-64f94c7d37c9" providerId="ADAL" clId="{96C79984-D60A-4099-9EEC-0E802D2FF5EC}" dt="2025-07-09T17:56:22.677" v="368"/>
          <ac:inkMkLst>
            <pc:docMk/>
            <pc:sldMk cId="1978429138" sldId="268"/>
            <ac:inkMk id="41" creationId="{1152EA1B-CDA4-179F-6E8E-DD6B09D845E4}"/>
          </ac:inkMkLst>
        </pc:inkChg>
        <pc:inkChg chg="add mod">
          <ac:chgData name="Christopher Aloo" userId="81d139e4-1a74-45bd-a04a-64f94c7d37c9" providerId="ADAL" clId="{96C79984-D60A-4099-9EEC-0E802D2FF5EC}" dt="2025-07-09T17:56:14.882" v="363"/>
          <ac:inkMkLst>
            <pc:docMk/>
            <pc:sldMk cId="1978429138" sldId="268"/>
            <ac:inkMk id="42" creationId="{9D6D96FB-1FDC-12B3-2A01-2FE46571A08C}"/>
          </ac:inkMkLst>
        </pc:inkChg>
        <pc:inkChg chg="add mod">
          <ac:chgData name="Christopher Aloo" userId="81d139e4-1a74-45bd-a04a-64f94c7d37c9" providerId="ADAL" clId="{96C79984-D60A-4099-9EEC-0E802D2FF5EC}" dt="2025-07-09T17:55:52.435" v="349"/>
          <ac:inkMkLst>
            <pc:docMk/>
            <pc:sldMk cId="1978429138" sldId="268"/>
            <ac:inkMk id="43" creationId="{C4CBB637-CC08-4D34-FAED-6A77242AFE10}"/>
          </ac:inkMkLst>
        </pc:inkChg>
        <pc:inkChg chg="add mod">
          <ac:chgData name="Christopher Aloo" userId="81d139e4-1a74-45bd-a04a-64f94c7d37c9" providerId="ADAL" clId="{96C79984-D60A-4099-9EEC-0E802D2FF5EC}" dt="2025-07-09T17:55:52.435" v="349"/>
          <ac:inkMkLst>
            <pc:docMk/>
            <pc:sldMk cId="1978429138" sldId="268"/>
            <ac:inkMk id="44" creationId="{E9A353AB-A6AB-3F59-D7DD-41541B5D8CE1}"/>
          </ac:inkMkLst>
        </pc:inkChg>
        <pc:inkChg chg="add mod">
          <ac:chgData name="Christopher Aloo" userId="81d139e4-1a74-45bd-a04a-64f94c7d37c9" providerId="ADAL" clId="{96C79984-D60A-4099-9EEC-0E802D2FF5EC}" dt="2025-07-09T17:55:52.435" v="349"/>
          <ac:inkMkLst>
            <pc:docMk/>
            <pc:sldMk cId="1978429138" sldId="268"/>
            <ac:inkMk id="45" creationId="{DD96B41F-F5DE-738B-B96B-664BDC5661FB}"/>
          </ac:inkMkLst>
        </pc:inkChg>
        <pc:inkChg chg="add mod">
          <ac:chgData name="Christopher Aloo" userId="81d139e4-1a74-45bd-a04a-64f94c7d37c9" providerId="ADAL" clId="{96C79984-D60A-4099-9EEC-0E802D2FF5EC}" dt="2025-07-09T17:56:22.677" v="368"/>
          <ac:inkMkLst>
            <pc:docMk/>
            <pc:sldMk cId="1978429138" sldId="268"/>
            <ac:inkMk id="47" creationId="{BE37C76A-9742-55F6-7D4B-8637B7D44978}"/>
          </ac:inkMkLst>
        </pc:inkChg>
        <pc:inkChg chg="add">
          <ac:chgData name="Christopher Aloo" userId="81d139e4-1a74-45bd-a04a-64f94c7d37c9" providerId="ADAL" clId="{96C79984-D60A-4099-9EEC-0E802D2FF5EC}" dt="2025-07-09T17:55:55.245" v="352" actId="9405"/>
          <ac:inkMkLst>
            <pc:docMk/>
            <pc:sldMk cId="1978429138" sldId="268"/>
            <ac:inkMk id="49" creationId="{6F661EF4-C72F-BABA-D995-47086391E1D6}"/>
          </ac:inkMkLst>
        </pc:inkChg>
        <pc:inkChg chg="add mod">
          <ac:chgData name="Christopher Aloo" userId="81d139e4-1a74-45bd-a04a-64f94c7d37c9" providerId="ADAL" clId="{96C79984-D60A-4099-9EEC-0E802D2FF5EC}" dt="2025-07-09T17:56:07.132" v="358"/>
          <ac:inkMkLst>
            <pc:docMk/>
            <pc:sldMk cId="1978429138" sldId="268"/>
            <ac:inkMk id="50" creationId="{D75B0554-A27A-7A19-79D9-3DA614B5CF85}"/>
          </ac:inkMkLst>
        </pc:inkChg>
        <pc:inkChg chg="add mod">
          <ac:chgData name="Christopher Aloo" userId="81d139e4-1a74-45bd-a04a-64f94c7d37c9" providerId="ADAL" clId="{96C79984-D60A-4099-9EEC-0E802D2FF5EC}" dt="2025-07-09T17:56:22.677" v="368"/>
          <ac:inkMkLst>
            <pc:docMk/>
            <pc:sldMk cId="1978429138" sldId="268"/>
            <ac:inkMk id="51" creationId="{055CD18E-BB48-0602-5FD0-160147FC3455}"/>
          </ac:inkMkLst>
        </pc:inkChg>
        <pc:inkChg chg="add mod">
          <ac:chgData name="Christopher Aloo" userId="81d139e4-1a74-45bd-a04a-64f94c7d37c9" providerId="ADAL" clId="{96C79984-D60A-4099-9EEC-0E802D2FF5EC}" dt="2025-07-09T17:56:22.677" v="368"/>
          <ac:inkMkLst>
            <pc:docMk/>
            <pc:sldMk cId="1978429138" sldId="268"/>
            <ac:inkMk id="52" creationId="{66A21CCA-71C2-260D-5C10-61604C199160}"/>
          </ac:inkMkLst>
        </pc:inkChg>
        <pc:inkChg chg="add mod">
          <ac:chgData name="Christopher Aloo" userId="81d139e4-1a74-45bd-a04a-64f94c7d37c9" providerId="ADAL" clId="{96C79984-D60A-4099-9EEC-0E802D2FF5EC}" dt="2025-07-09T17:56:14.882" v="363"/>
          <ac:inkMkLst>
            <pc:docMk/>
            <pc:sldMk cId="1978429138" sldId="268"/>
            <ac:inkMk id="54" creationId="{13B468C7-B697-5F8A-4D55-7CB359B44CD4}"/>
          </ac:inkMkLst>
        </pc:inkChg>
        <pc:inkChg chg="add mod">
          <ac:chgData name="Christopher Aloo" userId="81d139e4-1a74-45bd-a04a-64f94c7d37c9" providerId="ADAL" clId="{96C79984-D60A-4099-9EEC-0E802D2FF5EC}" dt="2025-07-09T17:56:14.882" v="363"/>
          <ac:inkMkLst>
            <pc:docMk/>
            <pc:sldMk cId="1978429138" sldId="268"/>
            <ac:inkMk id="56" creationId="{DD3CD53C-A01F-1763-85A1-48D56FFA2FB4}"/>
          </ac:inkMkLst>
        </pc:inkChg>
        <pc:inkChg chg="add mod">
          <ac:chgData name="Christopher Aloo" userId="81d139e4-1a74-45bd-a04a-64f94c7d37c9" providerId="ADAL" clId="{96C79984-D60A-4099-9EEC-0E802D2FF5EC}" dt="2025-07-09T17:56:14.882" v="363"/>
          <ac:inkMkLst>
            <pc:docMk/>
            <pc:sldMk cId="1978429138" sldId="268"/>
            <ac:inkMk id="57" creationId="{5210962C-A063-D3F7-FDF4-962609B53A6A}"/>
          </ac:inkMkLst>
        </pc:inkChg>
        <pc:inkChg chg="add mod">
          <ac:chgData name="Christopher Aloo" userId="81d139e4-1a74-45bd-a04a-64f94c7d37c9" providerId="ADAL" clId="{96C79984-D60A-4099-9EEC-0E802D2FF5EC}" dt="2025-07-09T17:56:22.677" v="368"/>
          <ac:inkMkLst>
            <pc:docMk/>
            <pc:sldMk cId="1978429138" sldId="268"/>
            <ac:inkMk id="58" creationId="{E6EB9100-8CA8-9531-712B-E5A5D85E2077}"/>
          </ac:inkMkLst>
        </pc:inkChg>
        <pc:inkChg chg="add">
          <ac:chgData name="Christopher Aloo" userId="81d139e4-1a74-45bd-a04a-64f94c7d37c9" providerId="ADAL" clId="{96C79984-D60A-4099-9EEC-0E802D2FF5EC}" dt="2025-07-09T17:56:14.349" v="362" actId="9405"/>
          <ac:inkMkLst>
            <pc:docMk/>
            <pc:sldMk cId="1978429138" sldId="268"/>
            <ac:inkMk id="59" creationId="{FEFCE9ED-5300-F80A-828B-D2F906568555}"/>
          </ac:inkMkLst>
        </pc:inkChg>
        <pc:inkChg chg="add mod">
          <ac:chgData name="Christopher Aloo" userId="81d139e4-1a74-45bd-a04a-64f94c7d37c9" providerId="ADAL" clId="{96C79984-D60A-4099-9EEC-0E802D2FF5EC}" dt="2025-07-09T17:56:22.677" v="368"/>
          <ac:inkMkLst>
            <pc:docMk/>
            <pc:sldMk cId="1978429138" sldId="268"/>
            <ac:inkMk id="61" creationId="{68F7E8C8-7B4C-A192-5BDB-F35FC259E91B}"/>
          </ac:inkMkLst>
        </pc:inkChg>
        <pc:inkChg chg="add">
          <ac:chgData name="Christopher Aloo" userId="81d139e4-1a74-45bd-a04a-64f94c7d37c9" providerId="ADAL" clId="{96C79984-D60A-4099-9EEC-0E802D2FF5EC}" dt="2025-07-09T17:56:18.015" v="365" actId="9405"/>
          <ac:inkMkLst>
            <pc:docMk/>
            <pc:sldMk cId="1978429138" sldId="268"/>
            <ac:inkMk id="62" creationId="{33AB531E-D43C-F000-08B5-DE25B7D9B090}"/>
          </ac:inkMkLst>
        </pc:inkChg>
        <pc:inkChg chg="add">
          <ac:chgData name="Christopher Aloo" userId="81d139e4-1a74-45bd-a04a-64f94c7d37c9" providerId="ADAL" clId="{96C79984-D60A-4099-9EEC-0E802D2FF5EC}" dt="2025-07-09T17:56:21.665" v="367" actId="9405"/>
          <ac:inkMkLst>
            <pc:docMk/>
            <pc:sldMk cId="1978429138" sldId="268"/>
            <ac:inkMk id="64" creationId="{ADF6F6EC-551F-22DD-C445-4E9BA569451E}"/>
          </ac:inkMkLst>
        </pc:inkChg>
        <pc:inkChg chg="add mod">
          <ac:chgData name="Christopher Aloo" userId="81d139e4-1a74-45bd-a04a-64f94c7d37c9" providerId="ADAL" clId="{96C79984-D60A-4099-9EEC-0E802D2FF5EC}" dt="2025-07-09T17:56:33.132" v="372"/>
          <ac:inkMkLst>
            <pc:docMk/>
            <pc:sldMk cId="1978429138" sldId="268"/>
            <ac:inkMk id="66" creationId="{DA0C9768-8170-5215-D4CB-E62DBCCFD943}"/>
          </ac:inkMkLst>
        </pc:inkChg>
        <pc:inkChg chg="add mod">
          <ac:chgData name="Christopher Aloo" userId="81d139e4-1a74-45bd-a04a-64f94c7d37c9" providerId="ADAL" clId="{96C79984-D60A-4099-9EEC-0E802D2FF5EC}" dt="2025-07-09T17:56:33.132" v="372"/>
          <ac:inkMkLst>
            <pc:docMk/>
            <pc:sldMk cId="1978429138" sldId="268"/>
            <ac:inkMk id="67" creationId="{CB0A5205-A4D2-ED5F-A40A-401C3DD52D7B}"/>
          </ac:inkMkLst>
        </pc:inkChg>
        <pc:inkChg chg="add mod">
          <ac:chgData name="Christopher Aloo" userId="81d139e4-1a74-45bd-a04a-64f94c7d37c9" providerId="ADAL" clId="{96C79984-D60A-4099-9EEC-0E802D2FF5EC}" dt="2025-07-09T17:56:33.132" v="372"/>
          <ac:inkMkLst>
            <pc:docMk/>
            <pc:sldMk cId="1978429138" sldId="268"/>
            <ac:inkMk id="68" creationId="{9D3D1B5A-9416-2B9A-12FE-322BA44DC00A}"/>
          </ac:inkMkLst>
        </pc:inkChg>
      </pc:sldChg>
      <pc:sldChg chg="addSp delSp modSp mod">
        <pc:chgData name="Christopher Aloo" userId="81d139e4-1a74-45bd-a04a-64f94c7d37c9" providerId="ADAL" clId="{96C79984-D60A-4099-9EEC-0E802D2FF5EC}" dt="2025-07-09T18:03:01.138" v="543"/>
        <pc:sldMkLst>
          <pc:docMk/>
          <pc:sldMk cId="129844346" sldId="269"/>
        </pc:sldMkLst>
        <pc:grpChg chg="del mod">
          <ac:chgData name="Christopher Aloo" userId="81d139e4-1a74-45bd-a04a-64f94c7d37c9" providerId="ADAL" clId="{96C79984-D60A-4099-9EEC-0E802D2FF5EC}" dt="2025-07-09T18:00:33.129" v="522"/>
          <ac:grpSpMkLst>
            <pc:docMk/>
            <pc:sldMk cId="129844346" sldId="269"/>
            <ac:grpSpMk id="6" creationId="{E2244055-AFF0-4195-C241-11DDD06C631B}"/>
          </ac:grpSpMkLst>
        </pc:grpChg>
        <pc:grpChg chg="mod">
          <ac:chgData name="Christopher Aloo" userId="81d139e4-1a74-45bd-a04a-64f94c7d37c9" providerId="ADAL" clId="{96C79984-D60A-4099-9EEC-0E802D2FF5EC}" dt="2025-07-09T18:00:33.129" v="522"/>
          <ac:grpSpMkLst>
            <pc:docMk/>
            <pc:sldMk cId="129844346" sldId="269"/>
            <ac:grpSpMk id="13" creationId="{44111907-CE89-4CC6-F96F-119EEA45681E}"/>
          </ac:grpSpMkLst>
        </pc:grpChg>
        <pc:grpChg chg="del mod">
          <ac:chgData name="Christopher Aloo" userId="81d139e4-1a74-45bd-a04a-64f94c7d37c9" providerId="ADAL" clId="{96C79984-D60A-4099-9EEC-0E802D2FF5EC}" dt="2025-07-09T18:02:44.365" v="530"/>
          <ac:grpSpMkLst>
            <pc:docMk/>
            <pc:sldMk cId="129844346" sldId="269"/>
            <ac:grpSpMk id="18" creationId="{9391C9B3-2335-3EE2-44F9-92F06541D7DA}"/>
          </ac:grpSpMkLst>
        </pc:grpChg>
        <pc:grpChg chg="del mod">
          <ac:chgData name="Christopher Aloo" userId="81d139e4-1a74-45bd-a04a-64f94c7d37c9" providerId="ADAL" clId="{96C79984-D60A-4099-9EEC-0E802D2FF5EC}" dt="2025-07-09T18:02:48.614" v="533"/>
          <ac:grpSpMkLst>
            <pc:docMk/>
            <pc:sldMk cId="129844346" sldId="269"/>
            <ac:grpSpMk id="21" creationId="{67222E5C-EB00-FCB2-BC8D-842111010048}"/>
          </ac:grpSpMkLst>
        </pc:grpChg>
        <pc:grpChg chg="del mod">
          <ac:chgData name="Christopher Aloo" userId="81d139e4-1a74-45bd-a04a-64f94c7d37c9" providerId="ADAL" clId="{96C79984-D60A-4099-9EEC-0E802D2FF5EC}" dt="2025-07-09T18:02:52.121" v="536"/>
          <ac:grpSpMkLst>
            <pc:docMk/>
            <pc:sldMk cId="129844346" sldId="269"/>
            <ac:grpSpMk id="24" creationId="{2C38F228-2F6F-EEEA-053F-E7B95D42C74B}"/>
          </ac:grpSpMkLst>
        </pc:grpChg>
        <pc:grpChg chg="del mod">
          <ac:chgData name="Christopher Aloo" userId="81d139e4-1a74-45bd-a04a-64f94c7d37c9" providerId="ADAL" clId="{96C79984-D60A-4099-9EEC-0E802D2FF5EC}" dt="2025-07-09T18:03:01.138" v="543"/>
          <ac:grpSpMkLst>
            <pc:docMk/>
            <pc:sldMk cId="129844346" sldId="269"/>
            <ac:grpSpMk id="27" creationId="{B3E1EAAD-6778-1D90-E069-618D07E24ABE}"/>
          </ac:grpSpMkLst>
        </pc:grpChg>
        <pc:grpChg chg="del mod">
          <ac:chgData name="Christopher Aloo" userId="81d139e4-1a74-45bd-a04a-64f94c7d37c9" providerId="ADAL" clId="{96C79984-D60A-4099-9EEC-0E802D2FF5EC}" dt="2025-07-09T18:03:01.138" v="543"/>
          <ac:grpSpMkLst>
            <pc:docMk/>
            <pc:sldMk cId="129844346" sldId="269"/>
            <ac:grpSpMk id="30" creationId="{53223381-3E7E-FAEB-056C-EA3CECA55F29}"/>
          </ac:grpSpMkLst>
        </pc:grpChg>
        <pc:grpChg chg="mod">
          <ac:chgData name="Christopher Aloo" userId="81d139e4-1a74-45bd-a04a-64f94c7d37c9" providerId="ADAL" clId="{96C79984-D60A-4099-9EEC-0E802D2FF5EC}" dt="2025-07-09T18:03:01.138" v="543"/>
          <ac:grpSpMkLst>
            <pc:docMk/>
            <pc:sldMk cId="129844346" sldId="269"/>
            <ac:grpSpMk id="34" creationId="{758DD52D-455D-FED1-30C7-73D45966F9D2}"/>
          </ac:grpSpMkLst>
        </pc:grpChg>
        <pc:inkChg chg="add mod">
          <ac:chgData name="Christopher Aloo" userId="81d139e4-1a74-45bd-a04a-64f94c7d37c9" providerId="ADAL" clId="{96C79984-D60A-4099-9EEC-0E802D2FF5EC}" dt="2025-07-09T18:00:33.129" v="522"/>
          <ac:inkMkLst>
            <pc:docMk/>
            <pc:sldMk cId="129844346" sldId="269"/>
            <ac:inkMk id="3" creationId="{D0BDC50E-2BC3-DEA8-9095-4847906940A2}"/>
          </ac:inkMkLst>
        </pc:inkChg>
        <pc:inkChg chg="add mod">
          <ac:chgData name="Christopher Aloo" userId="81d139e4-1a74-45bd-a04a-64f94c7d37c9" providerId="ADAL" clId="{96C79984-D60A-4099-9EEC-0E802D2FF5EC}" dt="2025-07-09T18:00:26.395" v="515"/>
          <ac:inkMkLst>
            <pc:docMk/>
            <pc:sldMk cId="129844346" sldId="269"/>
            <ac:inkMk id="4" creationId="{E37588C7-D0E9-832D-E15C-C6BD25EB62B8}"/>
          </ac:inkMkLst>
        </pc:inkChg>
        <pc:inkChg chg="add mod">
          <ac:chgData name="Christopher Aloo" userId="81d139e4-1a74-45bd-a04a-64f94c7d37c9" providerId="ADAL" clId="{96C79984-D60A-4099-9EEC-0E802D2FF5EC}" dt="2025-07-09T18:00:33.129" v="522"/>
          <ac:inkMkLst>
            <pc:docMk/>
            <pc:sldMk cId="129844346" sldId="269"/>
            <ac:inkMk id="5" creationId="{470E2E0F-5778-7ECE-D235-AA06DF8BF99C}"/>
          </ac:inkMkLst>
        </pc:inkChg>
        <pc:inkChg chg="add mod">
          <ac:chgData name="Christopher Aloo" userId="81d139e4-1a74-45bd-a04a-64f94c7d37c9" providerId="ADAL" clId="{96C79984-D60A-4099-9EEC-0E802D2FF5EC}" dt="2025-07-09T18:00:33.129" v="522"/>
          <ac:inkMkLst>
            <pc:docMk/>
            <pc:sldMk cId="129844346" sldId="269"/>
            <ac:inkMk id="7" creationId="{95461B90-0D2B-20E8-B875-6C6BFDA5D1C8}"/>
          </ac:inkMkLst>
        </pc:inkChg>
        <pc:inkChg chg="add mod">
          <ac:chgData name="Christopher Aloo" userId="81d139e4-1a74-45bd-a04a-64f94c7d37c9" providerId="ADAL" clId="{96C79984-D60A-4099-9EEC-0E802D2FF5EC}" dt="2025-07-09T18:00:33.129" v="522"/>
          <ac:inkMkLst>
            <pc:docMk/>
            <pc:sldMk cId="129844346" sldId="269"/>
            <ac:inkMk id="8" creationId="{85FC5183-38FF-70EF-F7E4-849D86EC36CA}"/>
          </ac:inkMkLst>
        </pc:inkChg>
        <pc:inkChg chg="add mod">
          <ac:chgData name="Christopher Aloo" userId="81d139e4-1a74-45bd-a04a-64f94c7d37c9" providerId="ADAL" clId="{96C79984-D60A-4099-9EEC-0E802D2FF5EC}" dt="2025-07-09T18:00:33.129" v="522"/>
          <ac:inkMkLst>
            <pc:docMk/>
            <pc:sldMk cId="129844346" sldId="269"/>
            <ac:inkMk id="9" creationId="{88AF2D1B-C10A-A9A9-875E-D6858B595FC2}"/>
          </ac:inkMkLst>
        </pc:inkChg>
        <pc:inkChg chg="add mod">
          <ac:chgData name="Christopher Aloo" userId="81d139e4-1a74-45bd-a04a-64f94c7d37c9" providerId="ADAL" clId="{96C79984-D60A-4099-9EEC-0E802D2FF5EC}" dt="2025-07-09T18:00:33.129" v="522"/>
          <ac:inkMkLst>
            <pc:docMk/>
            <pc:sldMk cId="129844346" sldId="269"/>
            <ac:inkMk id="10" creationId="{B2382BC5-5FD3-80A8-07B6-655F888E332B}"/>
          </ac:inkMkLst>
        </pc:inkChg>
        <pc:inkChg chg="add mod">
          <ac:chgData name="Christopher Aloo" userId="81d139e4-1a74-45bd-a04a-64f94c7d37c9" providerId="ADAL" clId="{96C79984-D60A-4099-9EEC-0E802D2FF5EC}" dt="2025-07-09T18:00:33.129" v="522"/>
          <ac:inkMkLst>
            <pc:docMk/>
            <pc:sldMk cId="129844346" sldId="269"/>
            <ac:inkMk id="11" creationId="{1BF132CE-8F57-8924-C1D0-EFCA3EA96676}"/>
          </ac:inkMkLst>
        </pc:inkChg>
        <pc:inkChg chg="add mod">
          <ac:chgData name="Christopher Aloo" userId="81d139e4-1a74-45bd-a04a-64f94c7d37c9" providerId="ADAL" clId="{96C79984-D60A-4099-9EEC-0E802D2FF5EC}" dt="2025-07-09T18:00:33.129" v="522"/>
          <ac:inkMkLst>
            <pc:docMk/>
            <pc:sldMk cId="129844346" sldId="269"/>
            <ac:inkMk id="12" creationId="{7EB7B5E1-BE0F-CD1D-E5CF-B9349D7F6DF9}"/>
          </ac:inkMkLst>
        </pc:inkChg>
        <pc:inkChg chg="add mod">
          <ac:chgData name="Christopher Aloo" userId="81d139e4-1a74-45bd-a04a-64f94c7d37c9" providerId="ADAL" clId="{96C79984-D60A-4099-9EEC-0E802D2FF5EC}" dt="2025-07-09T18:02:52.121" v="536"/>
          <ac:inkMkLst>
            <pc:docMk/>
            <pc:sldMk cId="129844346" sldId="269"/>
            <ac:inkMk id="14" creationId="{D9C9ACFC-622F-D509-48D3-999B32948652}"/>
          </ac:inkMkLst>
        </pc:inkChg>
        <pc:inkChg chg="add mod">
          <ac:chgData name="Christopher Aloo" userId="81d139e4-1a74-45bd-a04a-64f94c7d37c9" providerId="ADAL" clId="{96C79984-D60A-4099-9EEC-0E802D2FF5EC}" dt="2025-07-09T18:03:01.138" v="543"/>
          <ac:inkMkLst>
            <pc:docMk/>
            <pc:sldMk cId="129844346" sldId="269"/>
            <ac:inkMk id="15" creationId="{371A569E-9846-2C3F-0DAC-923A76E20BEA}"/>
          </ac:inkMkLst>
        </pc:inkChg>
        <pc:inkChg chg="add mod">
          <ac:chgData name="Christopher Aloo" userId="81d139e4-1a74-45bd-a04a-64f94c7d37c9" providerId="ADAL" clId="{96C79984-D60A-4099-9EEC-0E802D2FF5EC}" dt="2025-07-09T18:03:01.138" v="543"/>
          <ac:inkMkLst>
            <pc:docMk/>
            <pc:sldMk cId="129844346" sldId="269"/>
            <ac:inkMk id="16" creationId="{65911D27-32A5-98A8-4D2E-6255A58F0F9B}"/>
          </ac:inkMkLst>
        </pc:inkChg>
        <pc:inkChg chg="add mod">
          <ac:chgData name="Christopher Aloo" userId="81d139e4-1a74-45bd-a04a-64f94c7d37c9" providerId="ADAL" clId="{96C79984-D60A-4099-9EEC-0E802D2FF5EC}" dt="2025-07-09T18:02:52.121" v="536"/>
          <ac:inkMkLst>
            <pc:docMk/>
            <pc:sldMk cId="129844346" sldId="269"/>
            <ac:inkMk id="17" creationId="{DD8B0C81-2AC4-1900-5E0E-187DEE1DDEC8}"/>
          </ac:inkMkLst>
        </pc:inkChg>
        <pc:inkChg chg="add mod">
          <ac:chgData name="Christopher Aloo" userId="81d139e4-1a74-45bd-a04a-64f94c7d37c9" providerId="ADAL" clId="{96C79984-D60A-4099-9EEC-0E802D2FF5EC}" dt="2025-07-09T18:02:52.121" v="536"/>
          <ac:inkMkLst>
            <pc:docMk/>
            <pc:sldMk cId="129844346" sldId="269"/>
            <ac:inkMk id="19" creationId="{A5AB2EDC-75C4-9A6A-D0B5-B1AABABF0C0C}"/>
          </ac:inkMkLst>
        </pc:inkChg>
        <pc:inkChg chg="add mod">
          <ac:chgData name="Christopher Aloo" userId="81d139e4-1a74-45bd-a04a-64f94c7d37c9" providerId="ADAL" clId="{96C79984-D60A-4099-9EEC-0E802D2FF5EC}" dt="2025-07-09T18:02:52.121" v="536"/>
          <ac:inkMkLst>
            <pc:docMk/>
            <pc:sldMk cId="129844346" sldId="269"/>
            <ac:inkMk id="20" creationId="{8DC97A0E-446B-6C95-807E-1D2E606670DD}"/>
          </ac:inkMkLst>
        </pc:inkChg>
        <pc:inkChg chg="add mod">
          <ac:chgData name="Christopher Aloo" userId="81d139e4-1a74-45bd-a04a-64f94c7d37c9" providerId="ADAL" clId="{96C79984-D60A-4099-9EEC-0E802D2FF5EC}" dt="2025-07-09T18:03:01.138" v="543"/>
          <ac:inkMkLst>
            <pc:docMk/>
            <pc:sldMk cId="129844346" sldId="269"/>
            <ac:inkMk id="22" creationId="{B201B8E0-75AD-D943-E349-BCACA4305298}"/>
          </ac:inkMkLst>
        </pc:inkChg>
        <pc:inkChg chg="add mod">
          <ac:chgData name="Christopher Aloo" userId="81d139e4-1a74-45bd-a04a-64f94c7d37c9" providerId="ADAL" clId="{96C79984-D60A-4099-9EEC-0E802D2FF5EC}" dt="2025-07-09T18:03:01.138" v="543"/>
          <ac:inkMkLst>
            <pc:docMk/>
            <pc:sldMk cId="129844346" sldId="269"/>
            <ac:inkMk id="23" creationId="{15C8763E-64DB-27CA-0D45-E6406A8BC383}"/>
          </ac:inkMkLst>
        </pc:inkChg>
        <pc:inkChg chg="add mod">
          <ac:chgData name="Christopher Aloo" userId="81d139e4-1a74-45bd-a04a-64f94c7d37c9" providerId="ADAL" clId="{96C79984-D60A-4099-9EEC-0E802D2FF5EC}" dt="2025-07-09T18:02:52.121" v="536"/>
          <ac:inkMkLst>
            <pc:docMk/>
            <pc:sldMk cId="129844346" sldId="269"/>
            <ac:inkMk id="25" creationId="{DED40A7C-4B94-C2C3-00C2-3E1CDB9B8E22}"/>
          </ac:inkMkLst>
        </pc:inkChg>
        <pc:inkChg chg="add mod">
          <ac:chgData name="Christopher Aloo" userId="81d139e4-1a74-45bd-a04a-64f94c7d37c9" providerId="ADAL" clId="{96C79984-D60A-4099-9EEC-0E802D2FF5EC}" dt="2025-07-09T18:03:01.138" v="543"/>
          <ac:inkMkLst>
            <pc:docMk/>
            <pc:sldMk cId="129844346" sldId="269"/>
            <ac:inkMk id="26" creationId="{31C11BB3-1DA2-908F-F81E-16F9E01D6228}"/>
          </ac:inkMkLst>
        </pc:inkChg>
        <pc:inkChg chg="add mod">
          <ac:chgData name="Christopher Aloo" userId="81d139e4-1a74-45bd-a04a-64f94c7d37c9" providerId="ADAL" clId="{96C79984-D60A-4099-9EEC-0E802D2FF5EC}" dt="2025-07-09T18:02:58.578" v="539"/>
          <ac:inkMkLst>
            <pc:docMk/>
            <pc:sldMk cId="129844346" sldId="269"/>
            <ac:inkMk id="28" creationId="{07636759-BEC1-2989-CF1E-70A6C08FACFB}"/>
          </ac:inkMkLst>
        </pc:inkChg>
        <pc:inkChg chg="add mod">
          <ac:chgData name="Christopher Aloo" userId="81d139e4-1a74-45bd-a04a-64f94c7d37c9" providerId="ADAL" clId="{96C79984-D60A-4099-9EEC-0E802D2FF5EC}" dt="2025-07-09T18:02:58.578" v="539"/>
          <ac:inkMkLst>
            <pc:docMk/>
            <pc:sldMk cId="129844346" sldId="269"/>
            <ac:inkMk id="29" creationId="{8D1A8B71-AEB9-838A-4407-239D23F33FB1}"/>
          </ac:inkMkLst>
        </pc:inkChg>
        <pc:inkChg chg="add">
          <ac:chgData name="Christopher Aloo" userId="81d139e4-1a74-45bd-a04a-64f94c7d37c9" providerId="ADAL" clId="{96C79984-D60A-4099-9EEC-0E802D2FF5EC}" dt="2025-07-09T18:02:58.617" v="540" actId="9405"/>
          <ac:inkMkLst>
            <pc:docMk/>
            <pc:sldMk cId="129844346" sldId="269"/>
            <ac:inkMk id="31" creationId="{EEF81C93-9BAB-206B-B139-CF2516AEF571}"/>
          </ac:inkMkLst>
        </pc:inkChg>
        <pc:inkChg chg="add mod">
          <ac:chgData name="Christopher Aloo" userId="81d139e4-1a74-45bd-a04a-64f94c7d37c9" providerId="ADAL" clId="{96C79984-D60A-4099-9EEC-0E802D2FF5EC}" dt="2025-07-09T18:03:01.138" v="543"/>
          <ac:inkMkLst>
            <pc:docMk/>
            <pc:sldMk cId="129844346" sldId="269"/>
            <ac:inkMk id="32" creationId="{8556D647-908E-0E9C-056F-996DBFD9611E}"/>
          </ac:inkMkLst>
        </pc:inkChg>
        <pc:inkChg chg="add mod">
          <ac:chgData name="Christopher Aloo" userId="81d139e4-1a74-45bd-a04a-64f94c7d37c9" providerId="ADAL" clId="{96C79984-D60A-4099-9EEC-0E802D2FF5EC}" dt="2025-07-09T18:03:01.138" v="543"/>
          <ac:inkMkLst>
            <pc:docMk/>
            <pc:sldMk cId="129844346" sldId="269"/>
            <ac:inkMk id="33" creationId="{75EA0F60-8122-B771-D6A4-8F2C30BB6C10}"/>
          </ac:inkMkLst>
        </pc:inkChg>
      </pc:sldChg>
      <pc:sldChg chg="addSp delSp modSp mod">
        <pc:chgData name="Christopher Aloo" userId="81d139e4-1a74-45bd-a04a-64f94c7d37c9" providerId="ADAL" clId="{96C79984-D60A-4099-9EEC-0E802D2FF5EC}" dt="2025-07-09T18:10:12.708" v="679"/>
        <pc:sldMkLst>
          <pc:docMk/>
          <pc:sldMk cId="3905253283" sldId="270"/>
        </pc:sldMkLst>
        <pc:grpChg chg="del mod">
          <ac:chgData name="Christopher Aloo" userId="81d139e4-1a74-45bd-a04a-64f94c7d37c9" providerId="ADAL" clId="{96C79984-D60A-4099-9EEC-0E802D2FF5EC}" dt="2025-07-09T18:04:38.174" v="556"/>
          <ac:grpSpMkLst>
            <pc:docMk/>
            <pc:sldMk cId="3905253283" sldId="270"/>
            <ac:grpSpMk id="6" creationId="{6AEE1793-73A2-6C3E-73B0-493BC4EE6E6C}"/>
          </ac:grpSpMkLst>
        </pc:grpChg>
        <pc:grpChg chg="del mod">
          <ac:chgData name="Christopher Aloo" userId="81d139e4-1a74-45bd-a04a-64f94c7d37c9" providerId="ADAL" clId="{96C79984-D60A-4099-9EEC-0E802D2FF5EC}" dt="2025-07-09T18:04:42.322" v="558"/>
          <ac:grpSpMkLst>
            <pc:docMk/>
            <pc:sldMk cId="3905253283" sldId="270"/>
            <ac:grpSpMk id="14" creationId="{C4FA4FB2-8DFB-5F27-62F9-0CDA4312A4F0}"/>
          </ac:grpSpMkLst>
        </pc:grpChg>
        <pc:grpChg chg="del mod">
          <ac:chgData name="Christopher Aloo" userId="81d139e4-1a74-45bd-a04a-64f94c7d37c9" providerId="ADAL" clId="{96C79984-D60A-4099-9EEC-0E802D2FF5EC}" dt="2025-07-09T18:04:47.359" v="561"/>
          <ac:grpSpMkLst>
            <pc:docMk/>
            <pc:sldMk cId="3905253283" sldId="270"/>
            <ac:grpSpMk id="16" creationId="{BB60298A-D057-F272-BDB1-A357F2E97634}"/>
          </ac:grpSpMkLst>
        </pc:grpChg>
        <pc:grpChg chg="del mod">
          <ac:chgData name="Christopher Aloo" userId="81d139e4-1a74-45bd-a04a-64f94c7d37c9" providerId="ADAL" clId="{96C79984-D60A-4099-9EEC-0E802D2FF5EC}" dt="2025-07-09T18:04:52.623" v="567"/>
          <ac:grpSpMkLst>
            <pc:docMk/>
            <pc:sldMk cId="3905253283" sldId="270"/>
            <ac:grpSpMk id="19" creationId="{5B8778B9-AE38-318F-01CC-877E3ABA1F6D}"/>
          </ac:grpSpMkLst>
        </pc:grpChg>
        <pc:grpChg chg="del mod">
          <ac:chgData name="Christopher Aloo" userId="81d139e4-1a74-45bd-a04a-64f94c7d37c9" providerId="ADAL" clId="{96C79984-D60A-4099-9EEC-0E802D2FF5EC}" dt="2025-07-09T18:04:56.138" v="572"/>
          <ac:grpSpMkLst>
            <pc:docMk/>
            <pc:sldMk cId="3905253283" sldId="270"/>
            <ac:grpSpMk id="25" creationId="{C1110349-75CA-A405-3A8B-EDB24CC2B5C5}"/>
          </ac:grpSpMkLst>
        </pc:grpChg>
        <pc:grpChg chg="del mod">
          <ac:chgData name="Christopher Aloo" userId="81d139e4-1a74-45bd-a04a-64f94c7d37c9" providerId="ADAL" clId="{96C79984-D60A-4099-9EEC-0E802D2FF5EC}" dt="2025-07-09T18:10:00.896" v="671"/>
          <ac:grpSpMkLst>
            <pc:docMk/>
            <pc:sldMk cId="3905253283" sldId="270"/>
            <ac:grpSpMk id="30" creationId="{9F635528-8B13-104B-1262-00812E617942}"/>
          </ac:grpSpMkLst>
        </pc:grpChg>
        <pc:grpChg chg="del mod">
          <ac:chgData name="Christopher Aloo" userId="81d139e4-1a74-45bd-a04a-64f94c7d37c9" providerId="ADAL" clId="{96C79984-D60A-4099-9EEC-0E802D2FF5EC}" dt="2025-07-09T18:05:09.675" v="579"/>
          <ac:grpSpMkLst>
            <pc:docMk/>
            <pc:sldMk cId="3905253283" sldId="270"/>
            <ac:grpSpMk id="33" creationId="{1F55DCD1-9FB1-744C-EEA6-E8AE93C97E45}"/>
          </ac:grpSpMkLst>
        </pc:grpChg>
        <pc:grpChg chg="del mod">
          <ac:chgData name="Christopher Aloo" userId="81d139e4-1a74-45bd-a04a-64f94c7d37c9" providerId="ADAL" clId="{96C79984-D60A-4099-9EEC-0E802D2FF5EC}" dt="2025-07-09T18:05:14.676" v="584"/>
          <ac:grpSpMkLst>
            <pc:docMk/>
            <pc:sldMk cId="3905253283" sldId="270"/>
            <ac:grpSpMk id="37" creationId="{62CD1CC9-A4FE-0F13-0E9C-BD8346AC9B5B}"/>
          </ac:grpSpMkLst>
        </pc:grpChg>
        <pc:grpChg chg="del mod">
          <ac:chgData name="Christopher Aloo" userId="81d139e4-1a74-45bd-a04a-64f94c7d37c9" providerId="ADAL" clId="{96C79984-D60A-4099-9EEC-0E802D2FF5EC}" dt="2025-07-09T18:05:16.984" v="587"/>
          <ac:grpSpMkLst>
            <pc:docMk/>
            <pc:sldMk cId="3905253283" sldId="270"/>
            <ac:grpSpMk id="42" creationId="{E170B170-5009-B548-132B-E7B65B2AD863}"/>
          </ac:grpSpMkLst>
        </pc:grpChg>
        <pc:grpChg chg="del mod">
          <ac:chgData name="Christopher Aloo" userId="81d139e4-1a74-45bd-a04a-64f94c7d37c9" providerId="ADAL" clId="{96C79984-D60A-4099-9EEC-0E802D2FF5EC}" dt="2025-07-09T18:05:22.124" v="591"/>
          <ac:grpSpMkLst>
            <pc:docMk/>
            <pc:sldMk cId="3905253283" sldId="270"/>
            <ac:grpSpMk id="45" creationId="{2A7D0DBC-8135-B9BB-1D41-E7E2B5AA4E87}"/>
          </ac:grpSpMkLst>
        </pc:grpChg>
        <pc:grpChg chg="del mod">
          <ac:chgData name="Christopher Aloo" userId="81d139e4-1a74-45bd-a04a-64f94c7d37c9" providerId="ADAL" clId="{96C79984-D60A-4099-9EEC-0E802D2FF5EC}" dt="2025-07-09T18:05:24.407" v="594"/>
          <ac:grpSpMkLst>
            <pc:docMk/>
            <pc:sldMk cId="3905253283" sldId="270"/>
            <ac:grpSpMk id="49" creationId="{1E688AB5-21A6-D621-1A9C-14E262FFD1AA}"/>
          </ac:grpSpMkLst>
        </pc:grpChg>
        <pc:grpChg chg="del mod">
          <ac:chgData name="Christopher Aloo" userId="81d139e4-1a74-45bd-a04a-64f94c7d37c9" providerId="ADAL" clId="{96C79984-D60A-4099-9EEC-0E802D2FF5EC}" dt="2025-07-09T18:05:28.967" v="597"/>
          <ac:grpSpMkLst>
            <pc:docMk/>
            <pc:sldMk cId="3905253283" sldId="270"/>
            <ac:grpSpMk id="52" creationId="{DA8B5BED-4F64-8747-51A9-8C098FEDC5D8}"/>
          </ac:grpSpMkLst>
        </pc:grpChg>
        <pc:grpChg chg="del mod">
          <ac:chgData name="Christopher Aloo" userId="81d139e4-1a74-45bd-a04a-64f94c7d37c9" providerId="ADAL" clId="{96C79984-D60A-4099-9EEC-0E802D2FF5EC}" dt="2025-07-09T18:05:34.523" v="599"/>
          <ac:grpSpMkLst>
            <pc:docMk/>
            <pc:sldMk cId="3905253283" sldId="270"/>
            <ac:grpSpMk id="55" creationId="{43D8B902-F6E6-BFA0-AF47-3B42B5864DEE}"/>
          </ac:grpSpMkLst>
        </pc:grpChg>
        <pc:grpChg chg="del mod">
          <ac:chgData name="Christopher Aloo" userId="81d139e4-1a74-45bd-a04a-64f94c7d37c9" providerId="ADAL" clId="{96C79984-D60A-4099-9EEC-0E802D2FF5EC}" dt="2025-07-09T18:05:40.277" v="602"/>
          <ac:grpSpMkLst>
            <pc:docMk/>
            <pc:sldMk cId="3905253283" sldId="270"/>
            <ac:grpSpMk id="57" creationId="{004C0555-A5D4-3611-3BF1-8D315E19DA4A}"/>
          </ac:grpSpMkLst>
        </pc:grpChg>
        <pc:grpChg chg="del mod">
          <ac:chgData name="Christopher Aloo" userId="81d139e4-1a74-45bd-a04a-64f94c7d37c9" providerId="ADAL" clId="{96C79984-D60A-4099-9EEC-0E802D2FF5EC}" dt="2025-07-09T18:05:48.142" v="609"/>
          <ac:grpSpMkLst>
            <pc:docMk/>
            <pc:sldMk cId="3905253283" sldId="270"/>
            <ac:grpSpMk id="60" creationId="{FB90A973-52EB-5210-6EAD-9DA7F3E6B91E}"/>
          </ac:grpSpMkLst>
        </pc:grpChg>
        <pc:grpChg chg="del mod">
          <ac:chgData name="Christopher Aloo" userId="81d139e4-1a74-45bd-a04a-64f94c7d37c9" providerId="ADAL" clId="{96C79984-D60A-4099-9EEC-0E802D2FF5EC}" dt="2025-07-09T18:05:48.142" v="609"/>
          <ac:grpSpMkLst>
            <pc:docMk/>
            <pc:sldMk cId="3905253283" sldId="270"/>
            <ac:grpSpMk id="63" creationId="{08B34531-936A-784A-3BF9-525E5EB877B6}"/>
          </ac:grpSpMkLst>
        </pc:grpChg>
        <pc:grpChg chg="del mod">
          <ac:chgData name="Christopher Aloo" userId="81d139e4-1a74-45bd-a04a-64f94c7d37c9" providerId="ADAL" clId="{96C79984-D60A-4099-9EEC-0E802D2FF5EC}" dt="2025-07-09T18:05:49.492" v="612"/>
          <ac:grpSpMkLst>
            <pc:docMk/>
            <pc:sldMk cId="3905253283" sldId="270"/>
            <ac:grpSpMk id="67" creationId="{96C29F90-1B0C-4020-97D4-802C2ACD49AF}"/>
          </ac:grpSpMkLst>
        </pc:grpChg>
        <pc:grpChg chg="del mod">
          <ac:chgData name="Christopher Aloo" userId="81d139e4-1a74-45bd-a04a-64f94c7d37c9" providerId="ADAL" clId="{96C79984-D60A-4099-9EEC-0E802D2FF5EC}" dt="2025-07-09T18:05:56.869" v="614"/>
          <ac:grpSpMkLst>
            <pc:docMk/>
            <pc:sldMk cId="3905253283" sldId="270"/>
            <ac:grpSpMk id="70" creationId="{9DB721DF-309E-9597-6256-B93B80094AAB}"/>
          </ac:grpSpMkLst>
        </pc:grpChg>
        <pc:grpChg chg="del mod">
          <ac:chgData name="Christopher Aloo" userId="81d139e4-1a74-45bd-a04a-64f94c7d37c9" providerId="ADAL" clId="{96C79984-D60A-4099-9EEC-0E802D2FF5EC}" dt="2025-07-09T18:06:01.427" v="616"/>
          <ac:grpSpMkLst>
            <pc:docMk/>
            <pc:sldMk cId="3905253283" sldId="270"/>
            <ac:grpSpMk id="72" creationId="{695D2B34-99DC-45AC-0744-125349287959}"/>
          </ac:grpSpMkLst>
        </pc:grpChg>
        <pc:grpChg chg="del mod">
          <ac:chgData name="Christopher Aloo" userId="81d139e4-1a74-45bd-a04a-64f94c7d37c9" providerId="ADAL" clId="{96C79984-D60A-4099-9EEC-0E802D2FF5EC}" dt="2025-07-09T18:06:26.649" v="638"/>
          <ac:grpSpMkLst>
            <pc:docMk/>
            <pc:sldMk cId="3905253283" sldId="270"/>
            <ac:grpSpMk id="74" creationId="{73C1DC59-FC8D-A448-2F85-90BCA1565B10}"/>
          </ac:grpSpMkLst>
        </pc:grpChg>
        <pc:grpChg chg="del mod">
          <ac:chgData name="Christopher Aloo" userId="81d139e4-1a74-45bd-a04a-64f94c7d37c9" providerId="ADAL" clId="{96C79984-D60A-4099-9EEC-0E802D2FF5EC}" dt="2025-07-09T18:06:15.204" v="624"/>
          <ac:grpSpMkLst>
            <pc:docMk/>
            <pc:sldMk cId="3905253283" sldId="270"/>
            <ac:grpSpMk id="77" creationId="{617BFCC0-C4EB-FB11-1FAC-6CFF832634EC}"/>
          </ac:grpSpMkLst>
        </pc:grpChg>
        <pc:grpChg chg="mod">
          <ac:chgData name="Christopher Aloo" userId="81d139e4-1a74-45bd-a04a-64f94c7d37c9" providerId="ADAL" clId="{96C79984-D60A-4099-9EEC-0E802D2FF5EC}" dt="2025-07-09T18:06:15.204" v="624"/>
          <ac:grpSpMkLst>
            <pc:docMk/>
            <pc:sldMk cId="3905253283" sldId="270"/>
            <ac:grpSpMk id="82" creationId="{6A1AB410-1729-847E-B7B9-66BE29F34FF2}"/>
          </ac:grpSpMkLst>
        </pc:grpChg>
        <pc:grpChg chg="del mod">
          <ac:chgData name="Christopher Aloo" userId="81d139e4-1a74-45bd-a04a-64f94c7d37c9" providerId="ADAL" clId="{96C79984-D60A-4099-9EEC-0E802D2FF5EC}" dt="2025-07-09T18:06:25.129" v="636"/>
          <ac:grpSpMkLst>
            <pc:docMk/>
            <pc:sldMk cId="3905253283" sldId="270"/>
            <ac:grpSpMk id="87" creationId="{3C0F141D-F6A8-386F-5123-294582B181C0}"/>
          </ac:grpSpMkLst>
        </pc:grpChg>
        <pc:grpChg chg="del mod">
          <ac:chgData name="Christopher Aloo" userId="81d139e4-1a74-45bd-a04a-64f94c7d37c9" providerId="ADAL" clId="{96C79984-D60A-4099-9EEC-0E802D2FF5EC}" dt="2025-07-09T18:06:30.246" v="643"/>
          <ac:grpSpMkLst>
            <pc:docMk/>
            <pc:sldMk cId="3905253283" sldId="270"/>
            <ac:grpSpMk id="94" creationId="{90F090B5-5E43-B408-EBF2-61EC922D5253}"/>
          </ac:grpSpMkLst>
        </pc:grpChg>
        <pc:grpChg chg="del mod">
          <ac:chgData name="Christopher Aloo" userId="81d139e4-1a74-45bd-a04a-64f94c7d37c9" providerId="ADAL" clId="{96C79984-D60A-4099-9EEC-0E802D2FF5EC}" dt="2025-07-09T18:06:28.487" v="640"/>
          <ac:grpSpMkLst>
            <pc:docMk/>
            <pc:sldMk cId="3905253283" sldId="270"/>
            <ac:grpSpMk id="96" creationId="{A8C1D72B-7FCA-CB59-BB7D-FB1DF899B0FE}"/>
          </ac:grpSpMkLst>
        </pc:grpChg>
        <pc:grpChg chg="mod">
          <ac:chgData name="Christopher Aloo" userId="81d139e4-1a74-45bd-a04a-64f94c7d37c9" providerId="ADAL" clId="{96C79984-D60A-4099-9EEC-0E802D2FF5EC}" dt="2025-07-09T18:06:28.487" v="640"/>
          <ac:grpSpMkLst>
            <pc:docMk/>
            <pc:sldMk cId="3905253283" sldId="270"/>
            <ac:grpSpMk id="98" creationId="{601AFDF8-8896-DA93-B71A-50D663FC883A}"/>
          </ac:grpSpMkLst>
        </pc:grpChg>
        <pc:grpChg chg="mod">
          <ac:chgData name="Christopher Aloo" userId="81d139e4-1a74-45bd-a04a-64f94c7d37c9" providerId="ADAL" clId="{96C79984-D60A-4099-9EEC-0E802D2FF5EC}" dt="2025-07-09T18:06:30.246" v="643"/>
          <ac:grpSpMkLst>
            <pc:docMk/>
            <pc:sldMk cId="3905253283" sldId="270"/>
            <ac:grpSpMk id="101" creationId="{22925EB9-0D78-3BA6-847C-7CC843404902}"/>
          </ac:grpSpMkLst>
        </pc:grpChg>
        <pc:grpChg chg="del mod">
          <ac:chgData name="Christopher Aloo" userId="81d139e4-1a74-45bd-a04a-64f94c7d37c9" providerId="ADAL" clId="{96C79984-D60A-4099-9EEC-0E802D2FF5EC}" dt="2025-07-09T18:07:39.364" v="650"/>
          <ac:grpSpMkLst>
            <pc:docMk/>
            <pc:sldMk cId="3905253283" sldId="270"/>
            <ac:grpSpMk id="106" creationId="{4748163D-D632-8563-A64D-373755D588FC}"/>
          </ac:grpSpMkLst>
        </pc:grpChg>
        <pc:grpChg chg="del mod">
          <ac:chgData name="Christopher Aloo" userId="81d139e4-1a74-45bd-a04a-64f94c7d37c9" providerId="ADAL" clId="{96C79984-D60A-4099-9EEC-0E802D2FF5EC}" dt="2025-07-09T18:07:44.158" v="653"/>
          <ac:grpSpMkLst>
            <pc:docMk/>
            <pc:sldMk cId="3905253283" sldId="270"/>
            <ac:grpSpMk id="109" creationId="{05CED86F-DCE0-F8DE-E9A6-E629D2C9062C}"/>
          </ac:grpSpMkLst>
        </pc:grpChg>
        <pc:grpChg chg="mod">
          <ac:chgData name="Christopher Aloo" userId="81d139e4-1a74-45bd-a04a-64f94c7d37c9" providerId="ADAL" clId="{96C79984-D60A-4099-9EEC-0E802D2FF5EC}" dt="2025-07-09T18:07:44.158" v="653"/>
          <ac:grpSpMkLst>
            <pc:docMk/>
            <pc:sldMk cId="3905253283" sldId="270"/>
            <ac:grpSpMk id="112" creationId="{0E161E3E-F182-A466-59EA-617B60A468D4}"/>
          </ac:grpSpMkLst>
        </pc:grpChg>
        <pc:grpChg chg="del mod">
          <ac:chgData name="Christopher Aloo" userId="81d139e4-1a74-45bd-a04a-64f94c7d37c9" providerId="ADAL" clId="{96C79984-D60A-4099-9EEC-0E802D2FF5EC}" dt="2025-07-09T18:10:00.896" v="671"/>
          <ac:grpSpMkLst>
            <pc:docMk/>
            <pc:sldMk cId="3905253283" sldId="270"/>
            <ac:grpSpMk id="116" creationId="{E44614EF-C14F-3D8C-0169-4F2D8A4F0FEB}"/>
          </ac:grpSpMkLst>
        </pc:grpChg>
        <pc:grpChg chg="del mod">
          <ac:chgData name="Christopher Aloo" userId="81d139e4-1a74-45bd-a04a-64f94c7d37c9" providerId="ADAL" clId="{96C79984-D60A-4099-9EEC-0E802D2FF5EC}" dt="2025-07-09T18:10:09.646" v="677"/>
          <ac:grpSpMkLst>
            <pc:docMk/>
            <pc:sldMk cId="3905253283" sldId="270"/>
            <ac:grpSpMk id="124" creationId="{F114AF25-6F86-4803-D24F-6D9D8503D6F3}"/>
          </ac:grpSpMkLst>
        </pc:grpChg>
        <pc:grpChg chg="del mod">
          <ac:chgData name="Christopher Aloo" userId="81d139e4-1a74-45bd-a04a-64f94c7d37c9" providerId="ADAL" clId="{96C79984-D60A-4099-9EEC-0E802D2FF5EC}" dt="2025-07-09T18:10:05.138" v="675"/>
          <ac:grpSpMkLst>
            <pc:docMk/>
            <pc:sldMk cId="3905253283" sldId="270"/>
            <ac:grpSpMk id="125" creationId="{2A7782FC-70F3-C66F-784D-C959C8A81AD3}"/>
          </ac:grpSpMkLst>
        </pc:grpChg>
        <pc:grpChg chg="del mod">
          <ac:chgData name="Christopher Aloo" userId="81d139e4-1a74-45bd-a04a-64f94c7d37c9" providerId="ADAL" clId="{96C79984-D60A-4099-9EEC-0E802D2FF5EC}" dt="2025-07-09T18:09:26.391" v="669"/>
          <ac:grpSpMkLst>
            <pc:docMk/>
            <pc:sldMk cId="3905253283" sldId="270"/>
            <ac:grpSpMk id="126" creationId="{5125AD7F-6923-EB05-6452-9FAEA2CB46C4}"/>
          </ac:grpSpMkLst>
        </pc:grpChg>
        <pc:grpChg chg="del mod">
          <ac:chgData name="Christopher Aloo" userId="81d139e4-1a74-45bd-a04a-64f94c7d37c9" providerId="ADAL" clId="{96C79984-D60A-4099-9EEC-0E802D2FF5EC}" dt="2025-07-09T18:10:00.896" v="671"/>
          <ac:grpSpMkLst>
            <pc:docMk/>
            <pc:sldMk cId="3905253283" sldId="270"/>
            <ac:grpSpMk id="2051" creationId="{B9F3F238-1E05-A8EB-4AEF-FEB7EEB946E2}"/>
          </ac:grpSpMkLst>
        </pc:grpChg>
        <pc:grpChg chg="del mod">
          <ac:chgData name="Christopher Aloo" userId="81d139e4-1a74-45bd-a04a-64f94c7d37c9" providerId="ADAL" clId="{96C79984-D60A-4099-9EEC-0E802D2FF5EC}" dt="2025-07-09T18:10:03.140" v="673"/>
          <ac:grpSpMkLst>
            <pc:docMk/>
            <pc:sldMk cId="3905253283" sldId="270"/>
            <ac:grpSpMk id="2053" creationId="{FE9804A6-E4EA-E63F-3DB0-BE5F6B705C9C}"/>
          </ac:grpSpMkLst>
        </pc:grpChg>
        <pc:grpChg chg="del mod">
          <ac:chgData name="Christopher Aloo" userId="81d139e4-1a74-45bd-a04a-64f94c7d37c9" providerId="ADAL" clId="{96C79984-D60A-4099-9EEC-0E802D2FF5EC}" dt="2025-07-09T18:10:05.138" v="675"/>
          <ac:grpSpMkLst>
            <pc:docMk/>
            <pc:sldMk cId="3905253283" sldId="270"/>
            <ac:grpSpMk id="2055" creationId="{D79E09D0-F0FA-D05A-2C91-72CE0D56BBC6}"/>
          </ac:grpSpMkLst>
        </pc:grpChg>
        <pc:grpChg chg="del mod">
          <ac:chgData name="Christopher Aloo" userId="81d139e4-1a74-45bd-a04a-64f94c7d37c9" providerId="ADAL" clId="{96C79984-D60A-4099-9EEC-0E802D2FF5EC}" dt="2025-07-09T18:10:12.708" v="679"/>
          <ac:grpSpMkLst>
            <pc:docMk/>
            <pc:sldMk cId="3905253283" sldId="270"/>
            <ac:grpSpMk id="2057" creationId="{2A5E1737-5E20-FBCE-3FF3-1CCF8D3AE533}"/>
          </ac:grpSpMkLst>
        </pc:grpChg>
        <pc:grpChg chg="mod">
          <ac:chgData name="Christopher Aloo" userId="81d139e4-1a74-45bd-a04a-64f94c7d37c9" providerId="ADAL" clId="{96C79984-D60A-4099-9EEC-0E802D2FF5EC}" dt="2025-07-09T18:10:09.646" v="677"/>
          <ac:grpSpMkLst>
            <pc:docMk/>
            <pc:sldMk cId="3905253283" sldId="270"/>
            <ac:grpSpMk id="2059" creationId="{BDCC158C-B34B-8A3D-5E95-479F1815EE02}"/>
          </ac:grpSpMkLst>
        </pc:grpChg>
        <pc:grpChg chg="mod">
          <ac:chgData name="Christopher Aloo" userId="81d139e4-1a74-45bd-a04a-64f94c7d37c9" providerId="ADAL" clId="{96C79984-D60A-4099-9EEC-0E802D2FF5EC}" dt="2025-07-09T18:10:12.708" v="679"/>
          <ac:grpSpMkLst>
            <pc:docMk/>
            <pc:sldMk cId="3905253283" sldId="270"/>
            <ac:grpSpMk id="2061" creationId="{04F9376A-1A4B-31DA-2429-6D83A663B433}"/>
          </ac:grpSpMkLst>
        </pc:grpChg>
        <pc:inkChg chg="del">
          <ac:chgData name="Christopher Aloo" userId="81d139e4-1a74-45bd-a04a-64f94c7d37c9" providerId="ADAL" clId="{96C79984-D60A-4099-9EEC-0E802D2FF5EC}" dt="2025-07-09T18:03:16.011" v="545" actId="478"/>
          <ac:inkMkLst>
            <pc:docMk/>
            <pc:sldMk cId="3905253283" sldId="270"/>
            <ac:inkMk id="3" creationId="{F7490600-7AE9-C3D9-C9B7-B362FFB5E6C6}"/>
          </ac:inkMkLst>
        </pc:inkChg>
        <pc:inkChg chg="add mod">
          <ac:chgData name="Christopher Aloo" userId="81d139e4-1a74-45bd-a04a-64f94c7d37c9" providerId="ADAL" clId="{96C79984-D60A-4099-9EEC-0E802D2FF5EC}" dt="2025-07-09T18:04:42.322" v="558"/>
          <ac:inkMkLst>
            <pc:docMk/>
            <pc:sldMk cId="3905253283" sldId="270"/>
            <ac:inkMk id="4" creationId="{B48EEA60-2CE7-DC3A-896C-B7C9A11ACCC9}"/>
          </ac:inkMkLst>
        </pc:inkChg>
        <pc:inkChg chg="add mod">
          <ac:chgData name="Christopher Aloo" userId="81d139e4-1a74-45bd-a04a-64f94c7d37c9" providerId="ADAL" clId="{96C79984-D60A-4099-9EEC-0E802D2FF5EC}" dt="2025-07-09T18:04:52.623" v="567"/>
          <ac:inkMkLst>
            <pc:docMk/>
            <pc:sldMk cId="3905253283" sldId="270"/>
            <ac:inkMk id="5" creationId="{0D0FA328-E0F9-2F06-9614-B2428775A504}"/>
          </ac:inkMkLst>
        </pc:inkChg>
        <pc:inkChg chg="add mod">
          <ac:chgData name="Christopher Aloo" userId="81d139e4-1a74-45bd-a04a-64f94c7d37c9" providerId="ADAL" clId="{96C79984-D60A-4099-9EEC-0E802D2FF5EC}" dt="2025-07-09T18:10:12.708" v="679"/>
          <ac:inkMkLst>
            <pc:docMk/>
            <pc:sldMk cId="3905253283" sldId="270"/>
            <ac:inkMk id="7" creationId="{5DAB74F1-0FE6-F1E7-FFA0-737712413E0D}"/>
          </ac:inkMkLst>
        </pc:inkChg>
        <pc:inkChg chg="add mod">
          <ac:chgData name="Christopher Aloo" userId="81d139e4-1a74-45bd-a04a-64f94c7d37c9" providerId="ADAL" clId="{96C79984-D60A-4099-9EEC-0E802D2FF5EC}" dt="2025-07-09T18:04:52.623" v="567"/>
          <ac:inkMkLst>
            <pc:docMk/>
            <pc:sldMk cId="3905253283" sldId="270"/>
            <ac:inkMk id="8" creationId="{3F0F6B99-DAD2-D665-5390-2E403410B2F3}"/>
          </ac:inkMkLst>
        </pc:inkChg>
        <pc:inkChg chg="add mod">
          <ac:chgData name="Christopher Aloo" userId="81d139e4-1a74-45bd-a04a-64f94c7d37c9" providerId="ADAL" clId="{96C79984-D60A-4099-9EEC-0E802D2FF5EC}" dt="2025-07-09T18:04:42.322" v="558"/>
          <ac:inkMkLst>
            <pc:docMk/>
            <pc:sldMk cId="3905253283" sldId="270"/>
            <ac:inkMk id="9" creationId="{6B33F012-DD45-C855-AAD1-E607B7221714}"/>
          </ac:inkMkLst>
        </pc:inkChg>
        <pc:inkChg chg="add mod">
          <ac:chgData name="Christopher Aloo" userId="81d139e4-1a74-45bd-a04a-64f94c7d37c9" providerId="ADAL" clId="{96C79984-D60A-4099-9EEC-0E802D2FF5EC}" dt="2025-07-09T18:04:52.623" v="567"/>
          <ac:inkMkLst>
            <pc:docMk/>
            <pc:sldMk cId="3905253283" sldId="270"/>
            <ac:inkMk id="10" creationId="{EA0BAFD5-0870-5066-E43A-0C8260815ADE}"/>
          </ac:inkMkLst>
        </pc:inkChg>
        <pc:inkChg chg="add mod">
          <ac:chgData name="Christopher Aloo" userId="81d139e4-1a74-45bd-a04a-64f94c7d37c9" providerId="ADAL" clId="{96C79984-D60A-4099-9EEC-0E802D2FF5EC}" dt="2025-07-09T18:10:12.708" v="679"/>
          <ac:inkMkLst>
            <pc:docMk/>
            <pc:sldMk cId="3905253283" sldId="270"/>
            <ac:inkMk id="11" creationId="{40D84AB5-C9DB-30CA-4CBE-02AD871B6D13}"/>
          </ac:inkMkLst>
        </pc:inkChg>
        <pc:inkChg chg="add mod">
          <ac:chgData name="Christopher Aloo" userId="81d139e4-1a74-45bd-a04a-64f94c7d37c9" providerId="ADAL" clId="{96C79984-D60A-4099-9EEC-0E802D2FF5EC}" dt="2025-07-09T18:04:42.322" v="558"/>
          <ac:inkMkLst>
            <pc:docMk/>
            <pc:sldMk cId="3905253283" sldId="270"/>
            <ac:inkMk id="12" creationId="{06F48A74-35D5-99F8-1DED-5EC6C3EDB6E2}"/>
          </ac:inkMkLst>
        </pc:inkChg>
        <pc:inkChg chg="add mod">
          <ac:chgData name="Christopher Aloo" userId="81d139e4-1a74-45bd-a04a-64f94c7d37c9" providerId="ADAL" clId="{96C79984-D60A-4099-9EEC-0E802D2FF5EC}" dt="2025-07-09T18:10:12.708" v="679"/>
          <ac:inkMkLst>
            <pc:docMk/>
            <pc:sldMk cId="3905253283" sldId="270"/>
            <ac:inkMk id="13" creationId="{5CA2CB78-9631-45FA-1C80-D4367C14771C}"/>
          </ac:inkMkLst>
        </pc:inkChg>
        <pc:inkChg chg="add mod">
          <ac:chgData name="Christopher Aloo" userId="81d139e4-1a74-45bd-a04a-64f94c7d37c9" providerId="ADAL" clId="{96C79984-D60A-4099-9EEC-0E802D2FF5EC}" dt="2025-07-09T18:04:47.359" v="561"/>
          <ac:inkMkLst>
            <pc:docMk/>
            <pc:sldMk cId="3905253283" sldId="270"/>
            <ac:inkMk id="15" creationId="{FC9E72E0-A9D9-12E1-4DF3-E6901352FE14}"/>
          </ac:inkMkLst>
        </pc:inkChg>
        <pc:inkChg chg="add mod">
          <ac:chgData name="Christopher Aloo" userId="81d139e4-1a74-45bd-a04a-64f94c7d37c9" providerId="ADAL" clId="{96C79984-D60A-4099-9EEC-0E802D2FF5EC}" dt="2025-07-09T18:10:12.708" v="679"/>
          <ac:inkMkLst>
            <pc:docMk/>
            <pc:sldMk cId="3905253283" sldId="270"/>
            <ac:inkMk id="17" creationId="{B6C67A48-19E8-93EB-C453-6F59F89698E2}"/>
          </ac:inkMkLst>
        </pc:inkChg>
        <pc:inkChg chg="add mod">
          <ac:chgData name="Christopher Aloo" userId="81d139e4-1a74-45bd-a04a-64f94c7d37c9" providerId="ADAL" clId="{96C79984-D60A-4099-9EEC-0E802D2FF5EC}" dt="2025-07-09T18:04:56.138" v="572"/>
          <ac:inkMkLst>
            <pc:docMk/>
            <pc:sldMk cId="3905253283" sldId="270"/>
            <ac:inkMk id="18" creationId="{2A4F5647-45D4-A4F4-7038-7D2B340DCDEB}"/>
          </ac:inkMkLst>
        </pc:inkChg>
        <pc:inkChg chg="add mod">
          <ac:chgData name="Christopher Aloo" userId="81d139e4-1a74-45bd-a04a-64f94c7d37c9" providerId="ADAL" clId="{96C79984-D60A-4099-9EEC-0E802D2FF5EC}" dt="2025-07-09T18:04:56.138" v="572"/>
          <ac:inkMkLst>
            <pc:docMk/>
            <pc:sldMk cId="3905253283" sldId="270"/>
            <ac:inkMk id="20" creationId="{9B068043-33A6-8A01-0207-98AAE7526739}"/>
          </ac:inkMkLst>
        </pc:inkChg>
        <pc:inkChg chg="add mod">
          <ac:chgData name="Christopher Aloo" userId="81d139e4-1a74-45bd-a04a-64f94c7d37c9" providerId="ADAL" clId="{96C79984-D60A-4099-9EEC-0E802D2FF5EC}" dt="2025-07-09T18:10:03.140" v="673"/>
          <ac:inkMkLst>
            <pc:docMk/>
            <pc:sldMk cId="3905253283" sldId="270"/>
            <ac:inkMk id="21" creationId="{C203AD50-8AEF-68E7-5405-51435A1B59E5}"/>
          </ac:inkMkLst>
        </pc:inkChg>
        <pc:inkChg chg="add">
          <ac:chgData name="Christopher Aloo" userId="81d139e4-1a74-45bd-a04a-64f94c7d37c9" providerId="ADAL" clId="{96C79984-D60A-4099-9EEC-0E802D2FF5EC}" dt="2025-07-09T18:04:50.487" v="564" actId="9405"/>
          <ac:inkMkLst>
            <pc:docMk/>
            <pc:sldMk cId="3905253283" sldId="270"/>
            <ac:inkMk id="22" creationId="{FD7D1140-1C9B-32A9-7153-9474D906238C}"/>
          </ac:inkMkLst>
        </pc:inkChg>
        <pc:inkChg chg="add mod">
          <ac:chgData name="Christopher Aloo" userId="81d139e4-1a74-45bd-a04a-64f94c7d37c9" providerId="ADAL" clId="{96C79984-D60A-4099-9EEC-0E802D2FF5EC}" dt="2025-07-09T18:10:03.140" v="673"/>
          <ac:inkMkLst>
            <pc:docMk/>
            <pc:sldMk cId="3905253283" sldId="270"/>
            <ac:inkMk id="23" creationId="{6F34E7B8-7C3B-8113-953A-B1E874B51324}"/>
          </ac:inkMkLst>
        </pc:inkChg>
        <pc:inkChg chg="add">
          <ac:chgData name="Christopher Aloo" userId="81d139e4-1a74-45bd-a04a-64f94c7d37c9" providerId="ADAL" clId="{96C79984-D60A-4099-9EEC-0E802D2FF5EC}" dt="2025-07-09T18:04:51.984" v="566" actId="9405"/>
          <ac:inkMkLst>
            <pc:docMk/>
            <pc:sldMk cId="3905253283" sldId="270"/>
            <ac:inkMk id="24" creationId="{68A2084B-C46E-FEBC-615E-4F0E6F444345}"/>
          </ac:inkMkLst>
        </pc:inkChg>
        <pc:inkChg chg="add mod">
          <ac:chgData name="Christopher Aloo" userId="81d139e4-1a74-45bd-a04a-64f94c7d37c9" providerId="ADAL" clId="{96C79984-D60A-4099-9EEC-0E802D2FF5EC}" dt="2025-07-09T18:10:12.708" v="679"/>
          <ac:inkMkLst>
            <pc:docMk/>
            <pc:sldMk cId="3905253283" sldId="270"/>
            <ac:inkMk id="26" creationId="{346681BA-13E9-7357-5CDF-E767F3F20885}"/>
          </ac:inkMkLst>
        </pc:inkChg>
        <pc:inkChg chg="add mod">
          <ac:chgData name="Christopher Aloo" userId="81d139e4-1a74-45bd-a04a-64f94c7d37c9" providerId="ADAL" clId="{96C79984-D60A-4099-9EEC-0E802D2FF5EC}" dt="2025-07-09T18:10:12.708" v="679"/>
          <ac:inkMkLst>
            <pc:docMk/>
            <pc:sldMk cId="3905253283" sldId="270"/>
            <ac:inkMk id="27" creationId="{8575F11C-22DC-8AB7-74B8-2E664DCBD3D3}"/>
          </ac:inkMkLst>
        </pc:inkChg>
        <pc:inkChg chg="add mod">
          <ac:chgData name="Christopher Aloo" userId="81d139e4-1a74-45bd-a04a-64f94c7d37c9" providerId="ADAL" clId="{96C79984-D60A-4099-9EEC-0E802D2FF5EC}" dt="2025-07-09T18:04:56.138" v="572"/>
          <ac:inkMkLst>
            <pc:docMk/>
            <pc:sldMk cId="3905253283" sldId="270"/>
            <ac:inkMk id="28" creationId="{DA6E3380-504B-E73D-0E75-9C9A3984D3D1}"/>
          </ac:inkMkLst>
        </pc:inkChg>
        <pc:inkChg chg="add mod">
          <ac:chgData name="Christopher Aloo" userId="81d139e4-1a74-45bd-a04a-64f94c7d37c9" providerId="ADAL" clId="{96C79984-D60A-4099-9EEC-0E802D2FF5EC}" dt="2025-07-09T18:04:56.138" v="572"/>
          <ac:inkMkLst>
            <pc:docMk/>
            <pc:sldMk cId="3905253283" sldId="270"/>
            <ac:inkMk id="29" creationId="{1A54345E-D933-8993-F581-FA94FCDA1F87}"/>
          </ac:inkMkLst>
        </pc:inkChg>
        <pc:inkChg chg="add mod">
          <ac:chgData name="Christopher Aloo" userId="81d139e4-1a74-45bd-a04a-64f94c7d37c9" providerId="ADAL" clId="{96C79984-D60A-4099-9EEC-0E802D2FF5EC}" dt="2025-07-09T18:05:14.676" v="584"/>
          <ac:inkMkLst>
            <pc:docMk/>
            <pc:sldMk cId="3905253283" sldId="270"/>
            <ac:inkMk id="31" creationId="{A3DF63D2-DF6C-BF35-B6AF-93960FCF2D6B}"/>
          </ac:inkMkLst>
        </pc:inkChg>
        <pc:inkChg chg="add mod">
          <ac:chgData name="Christopher Aloo" userId="81d139e4-1a74-45bd-a04a-64f94c7d37c9" providerId="ADAL" clId="{96C79984-D60A-4099-9EEC-0E802D2FF5EC}" dt="2025-07-09T18:05:34.523" v="599"/>
          <ac:inkMkLst>
            <pc:docMk/>
            <pc:sldMk cId="3905253283" sldId="270"/>
            <ac:inkMk id="32" creationId="{A0579506-A9A4-198E-C1F1-A5CE7F02A05A}"/>
          </ac:inkMkLst>
        </pc:inkChg>
        <pc:inkChg chg="add mod">
          <ac:chgData name="Christopher Aloo" userId="81d139e4-1a74-45bd-a04a-64f94c7d37c9" providerId="ADAL" clId="{96C79984-D60A-4099-9EEC-0E802D2FF5EC}" dt="2025-07-09T18:05:34.523" v="599"/>
          <ac:inkMkLst>
            <pc:docMk/>
            <pc:sldMk cId="3905253283" sldId="270"/>
            <ac:inkMk id="34" creationId="{CEA5AD3A-C579-280C-3185-A9B4AC197F37}"/>
          </ac:inkMkLst>
        </pc:inkChg>
        <pc:inkChg chg="add mod">
          <ac:chgData name="Christopher Aloo" userId="81d139e4-1a74-45bd-a04a-64f94c7d37c9" providerId="ADAL" clId="{96C79984-D60A-4099-9EEC-0E802D2FF5EC}" dt="2025-07-09T18:06:28.487" v="640"/>
          <ac:inkMkLst>
            <pc:docMk/>
            <pc:sldMk cId="3905253283" sldId="270"/>
            <ac:inkMk id="35" creationId="{44395B2A-CA6E-C2D1-0D36-63D56DC78B4A}"/>
          </ac:inkMkLst>
        </pc:inkChg>
        <pc:inkChg chg="add mod">
          <ac:chgData name="Christopher Aloo" userId="81d139e4-1a74-45bd-a04a-64f94c7d37c9" providerId="ADAL" clId="{96C79984-D60A-4099-9EEC-0E802D2FF5EC}" dt="2025-07-09T18:06:28.487" v="640"/>
          <ac:inkMkLst>
            <pc:docMk/>
            <pc:sldMk cId="3905253283" sldId="270"/>
            <ac:inkMk id="36" creationId="{80A65382-7F4E-D730-EC40-3133434EF150}"/>
          </ac:inkMkLst>
        </pc:inkChg>
        <pc:inkChg chg="add mod">
          <ac:chgData name="Christopher Aloo" userId="81d139e4-1a74-45bd-a04a-64f94c7d37c9" providerId="ADAL" clId="{96C79984-D60A-4099-9EEC-0E802D2FF5EC}" dt="2025-07-09T18:05:34.523" v="599"/>
          <ac:inkMkLst>
            <pc:docMk/>
            <pc:sldMk cId="3905253283" sldId="270"/>
            <ac:inkMk id="38" creationId="{345F6541-2DBD-F381-3E35-C933911FA496}"/>
          </ac:inkMkLst>
        </pc:inkChg>
        <pc:inkChg chg="add mod">
          <ac:chgData name="Christopher Aloo" userId="81d139e4-1a74-45bd-a04a-64f94c7d37c9" providerId="ADAL" clId="{96C79984-D60A-4099-9EEC-0E802D2FF5EC}" dt="2025-07-09T18:06:28.487" v="640"/>
          <ac:inkMkLst>
            <pc:docMk/>
            <pc:sldMk cId="3905253283" sldId="270"/>
            <ac:inkMk id="39" creationId="{B570671F-A47C-2F4B-A3C3-5FD5FB588F48}"/>
          </ac:inkMkLst>
        </pc:inkChg>
        <pc:inkChg chg="add mod">
          <ac:chgData name="Christopher Aloo" userId="81d139e4-1a74-45bd-a04a-64f94c7d37c9" providerId="ADAL" clId="{96C79984-D60A-4099-9EEC-0E802D2FF5EC}" dt="2025-07-09T18:05:48.142" v="609"/>
          <ac:inkMkLst>
            <pc:docMk/>
            <pc:sldMk cId="3905253283" sldId="270"/>
            <ac:inkMk id="40" creationId="{D8EA54D9-5076-CE68-A465-B1FCB09E0D09}"/>
          </ac:inkMkLst>
        </pc:inkChg>
        <pc:inkChg chg="add mod">
          <ac:chgData name="Christopher Aloo" userId="81d139e4-1a74-45bd-a04a-64f94c7d37c9" providerId="ADAL" clId="{96C79984-D60A-4099-9EEC-0E802D2FF5EC}" dt="2025-07-09T18:05:40.277" v="602"/>
          <ac:inkMkLst>
            <pc:docMk/>
            <pc:sldMk cId="3905253283" sldId="270"/>
            <ac:inkMk id="41" creationId="{80E0EC00-3994-51CC-6126-326E65CCBE83}"/>
          </ac:inkMkLst>
        </pc:inkChg>
        <pc:inkChg chg="add mod">
          <ac:chgData name="Christopher Aloo" userId="81d139e4-1a74-45bd-a04a-64f94c7d37c9" providerId="ADAL" clId="{96C79984-D60A-4099-9EEC-0E802D2FF5EC}" dt="2025-07-09T18:05:34.523" v="599"/>
          <ac:inkMkLst>
            <pc:docMk/>
            <pc:sldMk cId="3905253283" sldId="270"/>
            <ac:inkMk id="43" creationId="{E1F8A999-0940-A514-7F0A-4B1D9B266B55}"/>
          </ac:inkMkLst>
        </pc:inkChg>
        <pc:inkChg chg="add mod">
          <ac:chgData name="Christopher Aloo" userId="81d139e4-1a74-45bd-a04a-64f94c7d37c9" providerId="ADAL" clId="{96C79984-D60A-4099-9EEC-0E802D2FF5EC}" dt="2025-07-09T18:05:16.984" v="587"/>
          <ac:inkMkLst>
            <pc:docMk/>
            <pc:sldMk cId="3905253283" sldId="270"/>
            <ac:inkMk id="44" creationId="{5568B01F-C011-807D-F2C4-9E368D026E39}"/>
          </ac:inkMkLst>
        </pc:inkChg>
        <pc:inkChg chg="add mod">
          <ac:chgData name="Christopher Aloo" userId="81d139e4-1a74-45bd-a04a-64f94c7d37c9" providerId="ADAL" clId="{96C79984-D60A-4099-9EEC-0E802D2FF5EC}" dt="2025-07-09T18:05:34.523" v="599"/>
          <ac:inkMkLst>
            <pc:docMk/>
            <pc:sldMk cId="3905253283" sldId="270"/>
            <ac:inkMk id="46" creationId="{A128BC1B-7871-C9C7-B42D-4779E5E88374}"/>
          </ac:inkMkLst>
        </pc:inkChg>
        <pc:inkChg chg="add">
          <ac:chgData name="Christopher Aloo" userId="81d139e4-1a74-45bd-a04a-64f94c7d37c9" providerId="ADAL" clId="{96C79984-D60A-4099-9EEC-0E802D2FF5EC}" dt="2025-07-09T18:05:20.621" v="589" actId="9405"/>
          <ac:inkMkLst>
            <pc:docMk/>
            <pc:sldMk cId="3905253283" sldId="270"/>
            <ac:inkMk id="47" creationId="{21B14E9B-E6EC-6225-23D7-27FA06944643}"/>
          </ac:inkMkLst>
        </pc:inkChg>
        <pc:inkChg chg="add">
          <ac:chgData name="Christopher Aloo" userId="81d139e4-1a74-45bd-a04a-64f94c7d37c9" providerId="ADAL" clId="{96C79984-D60A-4099-9EEC-0E802D2FF5EC}" dt="2025-07-09T18:05:21.476" v="590" actId="9405"/>
          <ac:inkMkLst>
            <pc:docMk/>
            <pc:sldMk cId="3905253283" sldId="270"/>
            <ac:inkMk id="48" creationId="{BDE8CEF1-9534-56F1-784A-9E7E30AF1F60}"/>
          </ac:inkMkLst>
        </pc:inkChg>
        <pc:inkChg chg="add mod">
          <ac:chgData name="Christopher Aloo" userId="81d139e4-1a74-45bd-a04a-64f94c7d37c9" providerId="ADAL" clId="{96C79984-D60A-4099-9EEC-0E802D2FF5EC}" dt="2025-07-09T18:06:28.487" v="640"/>
          <ac:inkMkLst>
            <pc:docMk/>
            <pc:sldMk cId="3905253283" sldId="270"/>
            <ac:inkMk id="50" creationId="{BC8D7D64-F51F-C6BC-59ED-82E6B463AEC9}"/>
          </ac:inkMkLst>
        </pc:inkChg>
        <pc:inkChg chg="add">
          <ac:chgData name="Christopher Aloo" userId="81d139e4-1a74-45bd-a04a-64f94c7d37c9" providerId="ADAL" clId="{96C79984-D60A-4099-9EEC-0E802D2FF5EC}" dt="2025-07-09T18:05:23.755" v="593" actId="9405"/>
          <ac:inkMkLst>
            <pc:docMk/>
            <pc:sldMk cId="3905253283" sldId="270"/>
            <ac:inkMk id="51" creationId="{D19DDFDB-2048-1CD9-ECEF-CE95A3729361}"/>
          </ac:inkMkLst>
        </pc:inkChg>
        <pc:inkChg chg="add">
          <ac:chgData name="Christopher Aloo" userId="81d139e4-1a74-45bd-a04a-64f94c7d37c9" providerId="ADAL" clId="{96C79984-D60A-4099-9EEC-0E802D2FF5EC}" dt="2025-07-09T18:05:27.446" v="595" actId="9405"/>
          <ac:inkMkLst>
            <pc:docMk/>
            <pc:sldMk cId="3905253283" sldId="270"/>
            <ac:inkMk id="53" creationId="{4836C44A-03B5-7654-3A43-7B2AA9C636E5}"/>
          </ac:inkMkLst>
        </pc:inkChg>
        <pc:inkChg chg="add mod">
          <ac:chgData name="Christopher Aloo" userId="81d139e4-1a74-45bd-a04a-64f94c7d37c9" providerId="ADAL" clId="{96C79984-D60A-4099-9EEC-0E802D2FF5EC}" dt="2025-07-09T18:05:34.523" v="599"/>
          <ac:inkMkLst>
            <pc:docMk/>
            <pc:sldMk cId="3905253283" sldId="270"/>
            <ac:inkMk id="54" creationId="{763A9972-8C22-63A6-D71D-FF5470A124B8}"/>
          </ac:inkMkLst>
        </pc:inkChg>
        <pc:inkChg chg="add">
          <ac:chgData name="Christopher Aloo" userId="81d139e4-1a74-45bd-a04a-64f94c7d37c9" providerId="ADAL" clId="{96C79984-D60A-4099-9EEC-0E802D2FF5EC}" dt="2025-07-09T18:05:33.508" v="598" actId="9405"/>
          <ac:inkMkLst>
            <pc:docMk/>
            <pc:sldMk cId="3905253283" sldId="270"/>
            <ac:inkMk id="56" creationId="{A7974702-52F0-DABD-9CCF-FFE006459C7C}"/>
          </ac:inkMkLst>
        </pc:inkChg>
        <pc:inkChg chg="add mod">
          <ac:chgData name="Christopher Aloo" userId="81d139e4-1a74-45bd-a04a-64f94c7d37c9" providerId="ADAL" clId="{96C79984-D60A-4099-9EEC-0E802D2FF5EC}" dt="2025-07-09T18:06:28.487" v="640"/>
          <ac:inkMkLst>
            <pc:docMk/>
            <pc:sldMk cId="3905253283" sldId="270"/>
            <ac:inkMk id="58" creationId="{3DF6F1D7-800B-1388-F89C-E95785D70779}"/>
          </ac:inkMkLst>
        </pc:inkChg>
        <pc:inkChg chg="add mod">
          <ac:chgData name="Christopher Aloo" userId="81d139e4-1a74-45bd-a04a-64f94c7d37c9" providerId="ADAL" clId="{96C79984-D60A-4099-9EEC-0E802D2FF5EC}" dt="2025-07-09T18:05:40.277" v="602"/>
          <ac:inkMkLst>
            <pc:docMk/>
            <pc:sldMk cId="3905253283" sldId="270"/>
            <ac:inkMk id="59" creationId="{8423415D-EA6F-D71A-41E7-B53F90728FAA}"/>
          </ac:inkMkLst>
        </pc:inkChg>
        <pc:inkChg chg="add mod">
          <ac:chgData name="Christopher Aloo" userId="81d139e4-1a74-45bd-a04a-64f94c7d37c9" providerId="ADAL" clId="{96C79984-D60A-4099-9EEC-0E802D2FF5EC}" dt="2025-07-09T18:05:43.927" v="605"/>
          <ac:inkMkLst>
            <pc:docMk/>
            <pc:sldMk cId="3905253283" sldId="270"/>
            <ac:inkMk id="61" creationId="{8198463B-33E6-6431-AAAC-2DACE567D4CC}"/>
          </ac:inkMkLst>
        </pc:inkChg>
        <pc:inkChg chg="add mod">
          <ac:chgData name="Christopher Aloo" userId="81d139e4-1a74-45bd-a04a-64f94c7d37c9" providerId="ADAL" clId="{96C79984-D60A-4099-9EEC-0E802D2FF5EC}" dt="2025-07-09T18:05:43.927" v="605"/>
          <ac:inkMkLst>
            <pc:docMk/>
            <pc:sldMk cId="3905253283" sldId="270"/>
            <ac:inkMk id="62" creationId="{3BC4F60B-BCBF-C47C-2384-95B31EAD8841}"/>
          </ac:inkMkLst>
        </pc:inkChg>
        <pc:inkChg chg="add">
          <ac:chgData name="Christopher Aloo" userId="81d139e4-1a74-45bd-a04a-64f94c7d37c9" providerId="ADAL" clId="{96C79984-D60A-4099-9EEC-0E802D2FF5EC}" dt="2025-07-09T18:05:46.163" v="606" actId="9405"/>
          <ac:inkMkLst>
            <pc:docMk/>
            <pc:sldMk cId="3905253283" sldId="270"/>
            <ac:inkMk id="64" creationId="{8DB5ABC9-6097-A6A8-794D-29B68F37D685}"/>
          </ac:inkMkLst>
        </pc:inkChg>
        <pc:inkChg chg="add">
          <ac:chgData name="Christopher Aloo" userId="81d139e4-1a74-45bd-a04a-64f94c7d37c9" providerId="ADAL" clId="{96C79984-D60A-4099-9EEC-0E802D2FF5EC}" dt="2025-07-09T18:05:46.877" v="607" actId="9405"/>
          <ac:inkMkLst>
            <pc:docMk/>
            <pc:sldMk cId="3905253283" sldId="270"/>
            <ac:inkMk id="65" creationId="{62F744AE-426F-2F6B-5618-C3F47C70D89E}"/>
          </ac:inkMkLst>
        </pc:inkChg>
        <pc:inkChg chg="add mod">
          <ac:chgData name="Christopher Aloo" userId="81d139e4-1a74-45bd-a04a-64f94c7d37c9" providerId="ADAL" clId="{96C79984-D60A-4099-9EEC-0E802D2FF5EC}" dt="2025-07-09T18:06:28.487" v="640"/>
          <ac:inkMkLst>
            <pc:docMk/>
            <pc:sldMk cId="3905253283" sldId="270"/>
            <ac:inkMk id="66" creationId="{24C0EEA4-C410-5C7D-8BC8-07E19463E24F}"/>
          </ac:inkMkLst>
        </pc:inkChg>
        <pc:inkChg chg="add mod">
          <ac:chgData name="Christopher Aloo" userId="81d139e4-1a74-45bd-a04a-64f94c7d37c9" providerId="ADAL" clId="{96C79984-D60A-4099-9EEC-0E802D2FF5EC}" dt="2025-07-09T18:06:01.427" v="616"/>
          <ac:inkMkLst>
            <pc:docMk/>
            <pc:sldMk cId="3905253283" sldId="270"/>
            <ac:inkMk id="68" creationId="{4AC41B9B-FFDD-FECB-3E6D-C3EFCBC4EE45}"/>
          </ac:inkMkLst>
        </pc:inkChg>
        <pc:inkChg chg="add mod">
          <ac:chgData name="Christopher Aloo" userId="81d139e4-1a74-45bd-a04a-64f94c7d37c9" providerId="ADAL" clId="{96C79984-D60A-4099-9EEC-0E802D2FF5EC}" dt="2025-07-09T18:06:28.487" v="640"/>
          <ac:inkMkLst>
            <pc:docMk/>
            <pc:sldMk cId="3905253283" sldId="270"/>
            <ac:inkMk id="69" creationId="{C425D8F3-7DC5-CCD2-8101-87A5A58406F6}"/>
          </ac:inkMkLst>
        </pc:inkChg>
        <pc:inkChg chg="add">
          <ac:chgData name="Christopher Aloo" userId="81d139e4-1a74-45bd-a04a-64f94c7d37c9" providerId="ADAL" clId="{96C79984-D60A-4099-9EEC-0E802D2FF5EC}" dt="2025-07-09T18:05:55.911" v="613" actId="9405"/>
          <ac:inkMkLst>
            <pc:docMk/>
            <pc:sldMk cId="3905253283" sldId="270"/>
            <ac:inkMk id="71" creationId="{1E61FED0-92AC-1726-5657-710018BEE4C0}"/>
          </ac:inkMkLst>
        </pc:inkChg>
        <pc:inkChg chg="add">
          <ac:chgData name="Christopher Aloo" userId="81d139e4-1a74-45bd-a04a-64f94c7d37c9" providerId="ADAL" clId="{96C79984-D60A-4099-9EEC-0E802D2FF5EC}" dt="2025-07-09T18:06:00.260" v="615" actId="9405"/>
          <ac:inkMkLst>
            <pc:docMk/>
            <pc:sldMk cId="3905253283" sldId="270"/>
            <ac:inkMk id="73" creationId="{919F75C3-B080-E598-2D83-6BAF2C4BF6D1}"/>
          </ac:inkMkLst>
        </pc:inkChg>
        <pc:inkChg chg="add mod">
          <ac:chgData name="Christopher Aloo" userId="81d139e4-1a74-45bd-a04a-64f94c7d37c9" providerId="ADAL" clId="{96C79984-D60A-4099-9EEC-0E802D2FF5EC}" dt="2025-07-09T18:06:15.204" v="624"/>
          <ac:inkMkLst>
            <pc:docMk/>
            <pc:sldMk cId="3905253283" sldId="270"/>
            <ac:inkMk id="75" creationId="{1CDB94B4-2D76-CE36-A2D4-BE397FE8BCD3}"/>
          </ac:inkMkLst>
        </pc:inkChg>
        <pc:inkChg chg="add mod">
          <ac:chgData name="Christopher Aloo" userId="81d139e4-1a74-45bd-a04a-64f94c7d37c9" providerId="ADAL" clId="{96C79984-D60A-4099-9EEC-0E802D2FF5EC}" dt="2025-07-09T18:06:15.204" v="624"/>
          <ac:inkMkLst>
            <pc:docMk/>
            <pc:sldMk cId="3905253283" sldId="270"/>
            <ac:inkMk id="76" creationId="{054DFCF1-AFA0-ED7D-D388-8163E67C3186}"/>
          </ac:inkMkLst>
        </pc:inkChg>
        <pc:inkChg chg="add mod">
          <ac:chgData name="Christopher Aloo" userId="81d139e4-1a74-45bd-a04a-64f94c7d37c9" providerId="ADAL" clId="{96C79984-D60A-4099-9EEC-0E802D2FF5EC}" dt="2025-07-09T18:06:15.204" v="624"/>
          <ac:inkMkLst>
            <pc:docMk/>
            <pc:sldMk cId="3905253283" sldId="270"/>
            <ac:inkMk id="78" creationId="{B6E21510-64B8-8015-7863-F46232492E4E}"/>
          </ac:inkMkLst>
        </pc:inkChg>
        <pc:inkChg chg="add mod">
          <ac:chgData name="Christopher Aloo" userId="81d139e4-1a74-45bd-a04a-64f94c7d37c9" providerId="ADAL" clId="{96C79984-D60A-4099-9EEC-0E802D2FF5EC}" dt="2025-07-09T18:06:15.204" v="624"/>
          <ac:inkMkLst>
            <pc:docMk/>
            <pc:sldMk cId="3905253283" sldId="270"/>
            <ac:inkMk id="79" creationId="{BC43B3A7-1042-B121-F57D-80E58EF16F5C}"/>
          </ac:inkMkLst>
        </pc:inkChg>
        <pc:inkChg chg="add mod">
          <ac:chgData name="Christopher Aloo" userId="81d139e4-1a74-45bd-a04a-64f94c7d37c9" providerId="ADAL" clId="{96C79984-D60A-4099-9EEC-0E802D2FF5EC}" dt="2025-07-09T18:06:15.204" v="624"/>
          <ac:inkMkLst>
            <pc:docMk/>
            <pc:sldMk cId="3905253283" sldId="270"/>
            <ac:inkMk id="80" creationId="{C1961292-6A8E-8DB9-1C4F-58214E289715}"/>
          </ac:inkMkLst>
        </pc:inkChg>
        <pc:inkChg chg="add mod">
          <ac:chgData name="Christopher Aloo" userId="81d139e4-1a74-45bd-a04a-64f94c7d37c9" providerId="ADAL" clId="{96C79984-D60A-4099-9EEC-0E802D2FF5EC}" dt="2025-07-09T18:06:15.204" v="624"/>
          <ac:inkMkLst>
            <pc:docMk/>
            <pc:sldMk cId="3905253283" sldId="270"/>
            <ac:inkMk id="81" creationId="{E5C6244D-95FC-8905-AF65-02E396214326}"/>
          </ac:inkMkLst>
        </pc:inkChg>
        <pc:inkChg chg="add mod">
          <ac:chgData name="Christopher Aloo" userId="81d139e4-1a74-45bd-a04a-64f94c7d37c9" providerId="ADAL" clId="{96C79984-D60A-4099-9EEC-0E802D2FF5EC}" dt="2025-07-09T18:06:30.246" v="643"/>
          <ac:inkMkLst>
            <pc:docMk/>
            <pc:sldMk cId="3905253283" sldId="270"/>
            <ac:inkMk id="83" creationId="{1C8E81C6-1772-ACE4-5B05-428BF7D7DC14}"/>
          </ac:inkMkLst>
        </pc:inkChg>
        <pc:inkChg chg="add mod">
          <ac:chgData name="Christopher Aloo" userId="81d139e4-1a74-45bd-a04a-64f94c7d37c9" providerId="ADAL" clId="{96C79984-D60A-4099-9EEC-0E802D2FF5EC}" dt="2025-07-09T18:06:20.648" v="629"/>
          <ac:inkMkLst>
            <pc:docMk/>
            <pc:sldMk cId="3905253283" sldId="270"/>
            <ac:inkMk id="84" creationId="{AB252670-50ED-4197-0C98-165E389A2BA7}"/>
          </ac:inkMkLst>
        </pc:inkChg>
        <pc:inkChg chg="add mod">
          <ac:chgData name="Christopher Aloo" userId="81d139e4-1a74-45bd-a04a-64f94c7d37c9" providerId="ADAL" clId="{96C79984-D60A-4099-9EEC-0E802D2FF5EC}" dt="2025-07-09T18:06:30.246" v="643"/>
          <ac:inkMkLst>
            <pc:docMk/>
            <pc:sldMk cId="3905253283" sldId="270"/>
            <ac:inkMk id="85" creationId="{69E2A85C-B5AB-6E5A-F561-3D85DFA404C3}"/>
          </ac:inkMkLst>
        </pc:inkChg>
        <pc:inkChg chg="add mod">
          <ac:chgData name="Christopher Aloo" userId="81d139e4-1a74-45bd-a04a-64f94c7d37c9" providerId="ADAL" clId="{96C79984-D60A-4099-9EEC-0E802D2FF5EC}" dt="2025-07-09T18:06:25.129" v="636"/>
          <ac:inkMkLst>
            <pc:docMk/>
            <pc:sldMk cId="3905253283" sldId="270"/>
            <ac:inkMk id="86" creationId="{3399C697-673E-389E-5D24-C60D8C99CE87}"/>
          </ac:inkMkLst>
        </pc:inkChg>
        <pc:inkChg chg="add">
          <ac:chgData name="Christopher Aloo" userId="81d139e4-1a74-45bd-a04a-64f94c7d37c9" providerId="ADAL" clId="{96C79984-D60A-4099-9EEC-0E802D2FF5EC}" dt="2025-07-09T18:06:21.527" v="630" actId="9405"/>
          <ac:inkMkLst>
            <pc:docMk/>
            <pc:sldMk cId="3905253283" sldId="270"/>
            <ac:inkMk id="88" creationId="{C824F607-72A6-199E-1949-9502033AC10A}"/>
          </ac:inkMkLst>
        </pc:inkChg>
        <pc:inkChg chg="add mod">
          <ac:chgData name="Christopher Aloo" userId="81d139e4-1a74-45bd-a04a-64f94c7d37c9" providerId="ADAL" clId="{96C79984-D60A-4099-9EEC-0E802D2FF5EC}" dt="2025-07-09T18:06:30.246" v="643"/>
          <ac:inkMkLst>
            <pc:docMk/>
            <pc:sldMk cId="3905253283" sldId="270"/>
            <ac:inkMk id="89" creationId="{AD3E8777-D123-1820-332B-86417E7FD218}"/>
          </ac:inkMkLst>
        </pc:inkChg>
        <pc:inkChg chg="add mod">
          <ac:chgData name="Christopher Aloo" userId="81d139e4-1a74-45bd-a04a-64f94c7d37c9" providerId="ADAL" clId="{96C79984-D60A-4099-9EEC-0E802D2FF5EC}" dt="2025-07-09T18:06:25.129" v="636"/>
          <ac:inkMkLst>
            <pc:docMk/>
            <pc:sldMk cId="3905253283" sldId="270"/>
            <ac:inkMk id="90" creationId="{5B39F8C3-7125-B49B-3A61-CAD90876FD0F}"/>
          </ac:inkMkLst>
        </pc:inkChg>
        <pc:inkChg chg="add mod">
          <ac:chgData name="Christopher Aloo" userId="81d139e4-1a74-45bd-a04a-64f94c7d37c9" providerId="ADAL" clId="{96C79984-D60A-4099-9EEC-0E802D2FF5EC}" dt="2025-07-09T18:06:30.246" v="643"/>
          <ac:inkMkLst>
            <pc:docMk/>
            <pc:sldMk cId="3905253283" sldId="270"/>
            <ac:inkMk id="91" creationId="{A121110E-4653-6631-D554-A2363B2C49DE}"/>
          </ac:inkMkLst>
        </pc:inkChg>
        <pc:inkChg chg="add mod">
          <ac:chgData name="Christopher Aloo" userId="81d139e4-1a74-45bd-a04a-64f94c7d37c9" providerId="ADAL" clId="{96C79984-D60A-4099-9EEC-0E802D2FF5EC}" dt="2025-07-09T18:06:30.246" v="643"/>
          <ac:inkMkLst>
            <pc:docMk/>
            <pc:sldMk cId="3905253283" sldId="270"/>
            <ac:inkMk id="92" creationId="{79B6AC99-7483-70AB-1028-69754D96D35F}"/>
          </ac:inkMkLst>
        </pc:inkChg>
        <pc:inkChg chg="add mod">
          <ac:chgData name="Christopher Aloo" userId="81d139e4-1a74-45bd-a04a-64f94c7d37c9" providerId="ADAL" clId="{96C79984-D60A-4099-9EEC-0E802D2FF5EC}" dt="2025-07-09T18:06:30.246" v="643"/>
          <ac:inkMkLst>
            <pc:docMk/>
            <pc:sldMk cId="3905253283" sldId="270"/>
            <ac:inkMk id="93" creationId="{52074BF6-6F00-85FF-7AAB-CA2909AFF133}"/>
          </ac:inkMkLst>
        </pc:inkChg>
        <pc:inkChg chg="add mod">
          <ac:chgData name="Christopher Aloo" userId="81d139e4-1a74-45bd-a04a-64f94c7d37c9" providerId="ADAL" clId="{96C79984-D60A-4099-9EEC-0E802D2FF5EC}" dt="2025-07-09T18:06:28.487" v="640"/>
          <ac:inkMkLst>
            <pc:docMk/>
            <pc:sldMk cId="3905253283" sldId="270"/>
            <ac:inkMk id="95" creationId="{ADFA7174-05ED-7B70-CBA4-A27FE4378027}"/>
          </ac:inkMkLst>
        </pc:inkChg>
        <pc:inkChg chg="add">
          <ac:chgData name="Christopher Aloo" userId="81d139e4-1a74-45bd-a04a-64f94c7d37c9" providerId="ADAL" clId="{96C79984-D60A-4099-9EEC-0E802D2FF5EC}" dt="2025-07-09T18:06:27.417" v="639" actId="9405"/>
          <ac:inkMkLst>
            <pc:docMk/>
            <pc:sldMk cId="3905253283" sldId="270"/>
            <ac:inkMk id="97" creationId="{716B7A47-AF0B-393C-180D-6A0FD26148A2}"/>
          </ac:inkMkLst>
        </pc:inkChg>
        <pc:inkChg chg="add mod">
          <ac:chgData name="Christopher Aloo" userId="81d139e4-1a74-45bd-a04a-64f94c7d37c9" providerId="ADAL" clId="{96C79984-D60A-4099-9EEC-0E802D2FF5EC}" dt="2025-07-09T18:06:30.246" v="643"/>
          <ac:inkMkLst>
            <pc:docMk/>
            <pc:sldMk cId="3905253283" sldId="270"/>
            <ac:inkMk id="99" creationId="{A54EF482-2E68-CD4D-DA84-698EAA04D61B}"/>
          </ac:inkMkLst>
        </pc:inkChg>
        <pc:inkChg chg="add mod">
          <ac:chgData name="Christopher Aloo" userId="81d139e4-1a74-45bd-a04a-64f94c7d37c9" providerId="ADAL" clId="{96C79984-D60A-4099-9EEC-0E802D2FF5EC}" dt="2025-07-09T18:06:30.246" v="643"/>
          <ac:inkMkLst>
            <pc:docMk/>
            <pc:sldMk cId="3905253283" sldId="270"/>
            <ac:inkMk id="100" creationId="{E9473A48-0D68-51DF-0591-9504E565693C}"/>
          </ac:inkMkLst>
        </pc:inkChg>
        <pc:inkChg chg="add mod">
          <ac:chgData name="Christopher Aloo" userId="81d139e4-1a74-45bd-a04a-64f94c7d37c9" providerId="ADAL" clId="{96C79984-D60A-4099-9EEC-0E802D2FF5EC}" dt="2025-07-09T18:07:44.158" v="653"/>
          <ac:inkMkLst>
            <pc:docMk/>
            <pc:sldMk cId="3905253283" sldId="270"/>
            <ac:inkMk id="102" creationId="{47BC2ABE-918F-47EA-DC8C-20EC03BA73A3}"/>
          </ac:inkMkLst>
        </pc:inkChg>
        <pc:inkChg chg="add mod">
          <ac:chgData name="Christopher Aloo" userId="81d139e4-1a74-45bd-a04a-64f94c7d37c9" providerId="ADAL" clId="{96C79984-D60A-4099-9EEC-0E802D2FF5EC}" dt="2025-07-09T18:07:44.158" v="653"/>
          <ac:inkMkLst>
            <pc:docMk/>
            <pc:sldMk cId="3905253283" sldId="270"/>
            <ac:inkMk id="104" creationId="{04D01295-63A7-BCED-8D05-4A84FBFA8A72}"/>
          </ac:inkMkLst>
        </pc:inkChg>
        <pc:inkChg chg="add mod">
          <ac:chgData name="Christopher Aloo" userId="81d139e4-1a74-45bd-a04a-64f94c7d37c9" providerId="ADAL" clId="{96C79984-D60A-4099-9EEC-0E802D2FF5EC}" dt="2025-07-09T18:07:44.158" v="653"/>
          <ac:inkMkLst>
            <pc:docMk/>
            <pc:sldMk cId="3905253283" sldId="270"/>
            <ac:inkMk id="105" creationId="{69420894-B7CB-0AE6-4D6F-94EE32FA8ACB}"/>
          </ac:inkMkLst>
        </pc:inkChg>
        <pc:inkChg chg="add mod">
          <ac:chgData name="Christopher Aloo" userId="81d139e4-1a74-45bd-a04a-64f94c7d37c9" providerId="ADAL" clId="{96C79984-D60A-4099-9EEC-0E802D2FF5EC}" dt="2025-07-09T18:07:44.158" v="653"/>
          <ac:inkMkLst>
            <pc:docMk/>
            <pc:sldMk cId="3905253283" sldId="270"/>
            <ac:inkMk id="107" creationId="{8B704087-09AE-DD0A-6735-F58598C4FE22}"/>
          </ac:inkMkLst>
        </pc:inkChg>
        <pc:inkChg chg="add mod">
          <ac:chgData name="Christopher Aloo" userId="81d139e4-1a74-45bd-a04a-64f94c7d37c9" providerId="ADAL" clId="{96C79984-D60A-4099-9EEC-0E802D2FF5EC}" dt="2025-07-09T18:07:44.158" v="653"/>
          <ac:inkMkLst>
            <pc:docMk/>
            <pc:sldMk cId="3905253283" sldId="270"/>
            <ac:inkMk id="108" creationId="{448DECA7-B287-FE7C-7C9E-C1D7AE20A07B}"/>
          </ac:inkMkLst>
        </pc:inkChg>
        <pc:inkChg chg="add mod">
          <ac:chgData name="Christopher Aloo" userId="81d139e4-1a74-45bd-a04a-64f94c7d37c9" providerId="ADAL" clId="{96C79984-D60A-4099-9EEC-0E802D2FF5EC}" dt="2025-07-09T18:07:44.158" v="653"/>
          <ac:inkMkLst>
            <pc:docMk/>
            <pc:sldMk cId="3905253283" sldId="270"/>
            <ac:inkMk id="110" creationId="{AA5213B3-901C-1A8C-908D-81792D0DC025}"/>
          </ac:inkMkLst>
        </pc:inkChg>
        <pc:inkChg chg="add mod">
          <ac:chgData name="Christopher Aloo" userId="81d139e4-1a74-45bd-a04a-64f94c7d37c9" providerId="ADAL" clId="{96C79984-D60A-4099-9EEC-0E802D2FF5EC}" dt="2025-07-09T18:07:44.158" v="653"/>
          <ac:inkMkLst>
            <pc:docMk/>
            <pc:sldMk cId="3905253283" sldId="270"/>
            <ac:inkMk id="111" creationId="{31FEAA18-C543-D0F6-700E-848D6C34EB2F}"/>
          </ac:inkMkLst>
        </pc:inkChg>
        <pc:inkChg chg="add">
          <ac:chgData name="Christopher Aloo" userId="81d139e4-1a74-45bd-a04a-64f94c7d37c9" providerId="ADAL" clId="{96C79984-D60A-4099-9EEC-0E802D2FF5EC}" dt="2025-07-09T18:08:07.122" v="654" actId="9405"/>
          <ac:inkMkLst>
            <pc:docMk/>
            <pc:sldMk cId="3905253283" sldId="270"/>
            <ac:inkMk id="113" creationId="{F9BB99D3-9D81-AAF9-5C7B-566903FFC393}"/>
          </ac:inkMkLst>
        </pc:inkChg>
        <pc:inkChg chg="add mod">
          <ac:chgData name="Christopher Aloo" userId="81d139e4-1a74-45bd-a04a-64f94c7d37c9" providerId="ADAL" clId="{96C79984-D60A-4099-9EEC-0E802D2FF5EC}" dt="2025-07-09T18:08:30.128" v="657"/>
          <ac:inkMkLst>
            <pc:docMk/>
            <pc:sldMk cId="3905253283" sldId="270"/>
            <ac:inkMk id="114" creationId="{BB74A784-682C-0AF5-2221-48598BD3B985}"/>
          </ac:inkMkLst>
        </pc:inkChg>
        <pc:inkChg chg="add mod">
          <ac:chgData name="Christopher Aloo" userId="81d139e4-1a74-45bd-a04a-64f94c7d37c9" providerId="ADAL" clId="{96C79984-D60A-4099-9EEC-0E802D2FF5EC}" dt="2025-07-09T18:10:12.708" v="679"/>
          <ac:inkMkLst>
            <pc:docMk/>
            <pc:sldMk cId="3905253283" sldId="270"/>
            <ac:inkMk id="115" creationId="{F7A1DFA8-5892-9F83-1D0E-DCE9967AA1A2}"/>
          </ac:inkMkLst>
        </pc:inkChg>
        <pc:inkChg chg="add">
          <ac:chgData name="Christopher Aloo" userId="81d139e4-1a74-45bd-a04a-64f94c7d37c9" providerId="ADAL" clId="{96C79984-D60A-4099-9EEC-0E802D2FF5EC}" dt="2025-07-09T18:08:33.680" v="658" actId="9405"/>
          <ac:inkMkLst>
            <pc:docMk/>
            <pc:sldMk cId="3905253283" sldId="270"/>
            <ac:inkMk id="117" creationId="{39A2570F-48FD-3529-03E6-E021401E0F4D}"/>
          </ac:inkMkLst>
        </pc:inkChg>
        <pc:inkChg chg="add mod">
          <ac:chgData name="Christopher Aloo" userId="81d139e4-1a74-45bd-a04a-64f94c7d37c9" providerId="ADAL" clId="{96C79984-D60A-4099-9EEC-0E802D2FF5EC}" dt="2025-07-09T18:09:26.391" v="669"/>
          <ac:inkMkLst>
            <pc:docMk/>
            <pc:sldMk cId="3905253283" sldId="270"/>
            <ac:inkMk id="118" creationId="{DE092BBD-B94D-80E6-A6DE-49ADC6F8B4EB}"/>
          </ac:inkMkLst>
        </pc:inkChg>
        <pc:inkChg chg="add mod">
          <ac:chgData name="Christopher Aloo" userId="81d139e4-1a74-45bd-a04a-64f94c7d37c9" providerId="ADAL" clId="{96C79984-D60A-4099-9EEC-0E802D2FF5EC}" dt="2025-07-09T18:10:03.140" v="673"/>
          <ac:inkMkLst>
            <pc:docMk/>
            <pc:sldMk cId="3905253283" sldId="270"/>
            <ac:inkMk id="119" creationId="{27DB502D-64ED-BB15-9C3A-336FB7703E16}"/>
          </ac:inkMkLst>
        </pc:inkChg>
        <pc:inkChg chg="add mod">
          <ac:chgData name="Christopher Aloo" userId="81d139e4-1a74-45bd-a04a-64f94c7d37c9" providerId="ADAL" clId="{96C79984-D60A-4099-9EEC-0E802D2FF5EC}" dt="2025-07-09T18:09:16.246" v="665"/>
          <ac:inkMkLst>
            <pc:docMk/>
            <pc:sldMk cId="3905253283" sldId="270"/>
            <ac:inkMk id="120" creationId="{EA8B4D6D-D293-5A9B-3B89-F04F531B12EC}"/>
          </ac:inkMkLst>
        </pc:inkChg>
        <pc:inkChg chg="add mod">
          <ac:chgData name="Christopher Aloo" userId="81d139e4-1a74-45bd-a04a-64f94c7d37c9" providerId="ADAL" clId="{96C79984-D60A-4099-9EEC-0E802D2FF5EC}" dt="2025-07-09T18:09:16.246" v="665"/>
          <ac:inkMkLst>
            <pc:docMk/>
            <pc:sldMk cId="3905253283" sldId="270"/>
            <ac:inkMk id="121" creationId="{290F1712-C978-6FE7-0A0C-E1CE92287465}"/>
          </ac:inkMkLst>
        </pc:inkChg>
        <pc:inkChg chg="add mod">
          <ac:chgData name="Christopher Aloo" userId="81d139e4-1a74-45bd-a04a-64f94c7d37c9" providerId="ADAL" clId="{96C79984-D60A-4099-9EEC-0E802D2FF5EC}" dt="2025-07-09T18:10:09.646" v="677"/>
          <ac:inkMkLst>
            <pc:docMk/>
            <pc:sldMk cId="3905253283" sldId="270"/>
            <ac:inkMk id="122" creationId="{A69BFAE7-A0F6-4304-FA89-E5E67FED0FCE}"/>
          </ac:inkMkLst>
        </pc:inkChg>
        <pc:inkChg chg="add mod">
          <ac:chgData name="Christopher Aloo" userId="81d139e4-1a74-45bd-a04a-64f94c7d37c9" providerId="ADAL" clId="{96C79984-D60A-4099-9EEC-0E802D2FF5EC}" dt="2025-07-09T18:10:09.646" v="677"/>
          <ac:inkMkLst>
            <pc:docMk/>
            <pc:sldMk cId="3905253283" sldId="270"/>
            <ac:inkMk id="123" creationId="{5AAC0620-10C0-AEEA-E7EE-304F09C53A7F}"/>
          </ac:inkMkLst>
        </pc:inkChg>
        <pc:inkChg chg="add mod">
          <ac:chgData name="Christopher Aloo" userId="81d139e4-1a74-45bd-a04a-64f94c7d37c9" providerId="ADAL" clId="{96C79984-D60A-4099-9EEC-0E802D2FF5EC}" dt="2025-07-09T18:10:12.708" v="679"/>
          <ac:inkMkLst>
            <pc:docMk/>
            <pc:sldMk cId="3905253283" sldId="270"/>
            <ac:inkMk id="127" creationId="{9C3432FA-F67B-483C-14E9-7B3D4B2AE615}"/>
          </ac:inkMkLst>
        </pc:inkChg>
        <pc:inkChg chg="add mod">
          <ac:chgData name="Christopher Aloo" userId="81d139e4-1a74-45bd-a04a-64f94c7d37c9" providerId="ADAL" clId="{96C79984-D60A-4099-9EEC-0E802D2FF5EC}" dt="2025-07-09T18:10:03.140" v="673"/>
          <ac:inkMkLst>
            <pc:docMk/>
            <pc:sldMk cId="3905253283" sldId="270"/>
            <ac:inkMk id="2048" creationId="{2E6CF5A4-CC4E-80A7-37DE-22D06FC81522}"/>
          </ac:inkMkLst>
        </pc:inkChg>
        <pc:inkChg chg="add mod">
          <ac:chgData name="Christopher Aloo" userId="81d139e4-1a74-45bd-a04a-64f94c7d37c9" providerId="ADAL" clId="{96C79984-D60A-4099-9EEC-0E802D2FF5EC}" dt="2025-07-09T18:09:26.391" v="669"/>
          <ac:inkMkLst>
            <pc:docMk/>
            <pc:sldMk cId="3905253283" sldId="270"/>
            <ac:inkMk id="2049" creationId="{4CCC9542-A05C-5450-35DC-C80DEC14F157}"/>
          </ac:inkMkLst>
        </pc:inkChg>
        <pc:inkChg chg="add mod">
          <ac:chgData name="Christopher Aloo" userId="81d139e4-1a74-45bd-a04a-64f94c7d37c9" providerId="ADAL" clId="{96C79984-D60A-4099-9EEC-0E802D2FF5EC}" dt="2025-07-09T18:10:03.140" v="673"/>
          <ac:inkMkLst>
            <pc:docMk/>
            <pc:sldMk cId="3905253283" sldId="270"/>
            <ac:inkMk id="2052" creationId="{AC9F2DAC-B899-A037-8570-B51AC4BA1444}"/>
          </ac:inkMkLst>
        </pc:inkChg>
        <pc:inkChg chg="add">
          <ac:chgData name="Christopher Aloo" userId="81d139e4-1a74-45bd-a04a-64f94c7d37c9" providerId="ADAL" clId="{96C79984-D60A-4099-9EEC-0E802D2FF5EC}" dt="2025-07-09T18:10:02.021" v="672" actId="9405"/>
          <ac:inkMkLst>
            <pc:docMk/>
            <pc:sldMk cId="3905253283" sldId="270"/>
            <ac:inkMk id="2054" creationId="{3C894091-3CBC-5952-2545-92856B429879}"/>
          </ac:inkMkLst>
        </pc:inkChg>
        <pc:inkChg chg="add">
          <ac:chgData name="Christopher Aloo" userId="81d139e4-1a74-45bd-a04a-64f94c7d37c9" providerId="ADAL" clId="{96C79984-D60A-4099-9EEC-0E802D2FF5EC}" dt="2025-07-09T18:10:04.088" v="674" actId="9405"/>
          <ac:inkMkLst>
            <pc:docMk/>
            <pc:sldMk cId="3905253283" sldId="270"/>
            <ac:inkMk id="2056" creationId="{2364A66B-CBE0-543B-E83E-703CF144FEE5}"/>
          </ac:inkMkLst>
        </pc:inkChg>
        <pc:inkChg chg="add mod">
          <ac:chgData name="Christopher Aloo" userId="81d139e4-1a74-45bd-a04a-64f94c7d37c9" providerId="ADAL" clId="{96C79984-D60A-4099-9EEC-0E802D2FF5EC}" dt="2025-07-09T18:10:09.646" v="677"/>
          <ac:inkMkLst>
            <pc:docMk/>
            <pc:sldMk cId="3905253283" sldId="270"/>
            <ac:inkMk id="2058" creationId="{70734759-A1EC-FA45-416E-D5060AC26905}"/>
          </ac:inkMkLst>
        </pc:inkChg>
        <pc:inkChg chg="add">
          <ac:chgData name="Christopher Aloo" userId="81d139e4-1a74-45bd-a04a-64f94c7d37c9" providerId="ADAL" clId="{96C79984-D60A-4099-9EEC-0E802D2FF5EC}" dt="2025-07-09T18:10:11.746" v="678" actId="9405"/>
          <ac:inkMkLst>
            <pc:docMk/>
            <pc:sldMk cId="3905253283" sldId="270"/>
            <ac:inkMk id="2060" creationId="{37FCF6D8-277F-5F35-D32E-E7D451E28D64}"/>
          </ac:inkMkLst>
        </pc:inkChg>
      </pc:sldChg>
      <pc:sldChg chg="add">
        <pc:chgData name="Christopher Aloo" userId="81d139e4-1a74-45bd-a04a-64f94c7d37c9" providerId="ADAL" clId="{96C79984-D60A-4099-9EEC-0E802D2FF5EC}" dt="2025-07-09T17:53:31.295" v="301" actId="2890"/>
        <pc:sldMkLst>
          <pc:docMk/>
          <pc:sldMk cId="4226735662" sldId="272"/>
        </pc:sldMkLst>
      </pc:sldChg>
      <pc:sldChg chg="addSp delSp modSp add mod">
        <pc:chgData name="Christopher Aloo" userId="81d139e4-1a74-45bd-a04a-64f94c7d37c9" providerId="ADAL" clId="{96C79984-D60A-4099-9EEC-0E802D2FF5EC}" dt="2025-07-09T17:59:29.192" v="511"/>
        <pc:sldMkLst>
          <pc:docMk/>
          <pc:sldMk cId="392609137" sldId="273"/>
        </pc:sldMkLst>
        <pc:grpChg chg="del mod">
          <ac:chgData name="Christopher Aloo" userId="81d139e4-1a74-45bd-a04a-64f94c7d37c9" providerId="ADAL" clId="{96C79984-D60A-4099-9EEC-0E802D2FF5EC}" dt="2025-07-09T17:57:08.125" v="388"/>
          <ac:grpSpMkLst>
            <pc:docMk/>
            <pc:sldMk cId="392609137" sldId="273"/>
            <ac:grpSpMk id="5" creationId="{0EF52DE7-4717-7B7A-E115-8AD4434C5336}"/>
          </ac:grpSpMkLst>
        </pc:grpChg>
        <pc:grpChg chg="del mod">
          <ac:chgData name="Christopher Aloo" userId="81d139e4-1a74-45bd-a04a-64f94c7d37c9" providerId="ADAL" clId="{96C79984-D60A-4099-9EEC-0E802D2FF5EC}" dt="2025-07-09T17:57:28.337" v="405"/>
          <ac:grpSpMkLst>
            <pc:docMk/>
            <pc:sldMk cId="392609137" sldId="273"/>
            <ac:grpSpMk id="10" creationId="{DAA54371-7361-7EF8-1245-2D82B2880A66}"/>
          </ac:grpSpMkLst>
        </pc:grpChg>
        <pc:grpChg chg="del mod">
          <ac:chgData name="Christopher Aloo" userId="81d139e4-1a74-45bd-a04a-64f94c7d37c9" providerId="ADAL" clId="{96C79984-D60A-4099-9EEC-0E802D2FF5EC}" dt="2025-07-09T17:57:18.859" v="399"/>
          <ac:grpSpMkLst>
            <pc:docMk/>
            <pc:sldMk cId="392609137" sldId="273"/>
            <ac:grpSpMk id="14" creationId="{C9F9DA2B-0502-C102-2449-BCDA5EE0ED09}"/>
          </ac:grpSpMkLst>
        </pc:grpChg>
        <pc:grpChg chg="del mod">
          <ac:chgData name="Christopher Aloo" userId="81d139e4-1a74-45bd-a04a-64f94c7d37c9" providerId="ADAL" clId="{96C79984-D60A-4099-9EEC-0E802D2FF5EC}" dt="2025-07-09T17:57:28.337" v="405"/>
          <ac:grpSpMkLst>
            <pc:docMk/>
            <pc:sldMk cId="392609137" sldId="273"/>
            <ac:grpSpMk id="21" creationId="{E4FC0919-005B-9981-7DEA-F41A33183D27}"/>
          </ac:grpSpMkLst>
        </pc:grpChg>
        <pc:grpChg chg="del mod">
          <ac:chgData name="Christopher Aloo" userId="81d139e4-1a74-45bd-a04a-64f94c7d37c9" providerId="ADAL" clId="{96C79984-D60A-4099-9EEC-0E802D2FF5EC}" dt="2025-07-09T17:57:37.765" v="416"/>
          <ac:grpSpMkLst>
            <pc:docMk/>
            <pc:sldMk cId="392609137" sldId="273"/>
            <ac:grpSpMk id="27" creationId="{0593D2C9-DBB8-4DDE-35B1-2E77B6C136A7}"/>
          </ac:grpSpMkLst>
        </pc:grpChg>
        <pc:grpChg chg="del mod">
          <ac:chgData name="Christopher Aloo" userId="81d139e4-1a74-45bd-a04a-64f94c7d37c9" providerId="ADAL" clId="{96C79984-D60A-4099-9EEC-0E802D2FF5EC}" dt="2025-07-09T17:57:37.765" v="416"/>
          <ac:grpSpMkLst>
            <pc:docMk/>
            <pc:sldMk cId="392609137" sldId="273"/>
            <ac:grpSpMk id="32" creationId="{AB31B717-2279-8BF6-8777-8956A21C5E89}"/>
          </ac:grpSpMkLst>
        </pc:grpChg>
        <pc:grpChg chg="del mod">
          <ac:chgData name="Christopher Aloo" userId="81d139e4-1a74-45bd-a04a-64f94c7d37c9" providerId="ADAL" clId="{96C79984-D60A-4099-9EEC-0E802D2FF5EC}" dt="2025-07-09T17:57:41.335" v="418"/>
          <ac:grpSpMkLst>
            <pc:docMk/>
            <pc:sldMk cId="392609137" sldId="273"/>
            <ac:grpSpMk id="37" creationId="{19A2CBC3-4873-71B4-76A7-FCDFD47F463E}"/>
          </ac:grpSpMkLst>
        </pc:grpChg>
        <pc:grpChg chg="del mod">
          <ac:chgData name="Christopher Aloo" userId="81d139e4-1a74-45bd-a04a-64f94c7d37c9" providerId="ADAL" clId="{96C79984-D60A-4099-9EEC-0E802D2FF5EC}" dt="2025-07-09T17:57:53.221" v="422"/>
          <ac:grpSpMkLst>
            <pc:docMk/>
            <pc:sldMk cId="392609137" sldId="273"/>
            <ac:grpSpMk id="39" creationId="{FB163741-9A12-0CC5-5965-D92C158AD693}"/>
          </ac:grpSpMkLst>
        </pc:grpChg>
        <pc:grpChg chg="del mod">
          <ac:chgData name="Christopher Aloo" userId="81d139e4-1a74-45bd-a04a-64f94c7d37c9" providerId="ADAL" clId="{96C79984-D60A-4099-9EEC-0E802D2FF5EC}" dt="2025-07-09T17:57:55.487" v="425"/>
          <ac:grpSpMkLst>
            <pc:docMk/>
            <pc:sldMk cId="392609137" sldId="273"/>
            <ac:grpSpMk id="43" creationId="{78F464CC-3BA1-C3C0-E600-81A3F54B13F1}"/>
          </ac:grpSpMkLst>
        </pc:grpChg>
        <pc:grpChg chg="del mod">
          <ac:chgData name="Christopher Aloo" userId="81d139e4-1a74-45bd-a04a-64f94c7d37c9" providerId="ADAL" clId="{96C79984-D60A-4099-9EEC-0E802D2FF5EC}" dt="2025-07-09T17:57:58.626" v="428"/>
          <ac:grpSpMkLst>
            <pc:docMk/>
            <pc:sldMk cId="392609137" sldId="273"/>
            <ac:grpSpMk id="46" creationId="{423275B6-163E-9A4C-CBC0-F411476DE8B4}"/>
          </ac:grpSpMkLst>
        </pc:grpChg>
        <pc:grpChg chg="del mod">
          <ac:chgData name="Christopher Aloo" userId="81d139e4-1a74-45bd-a04a-64f94c7d37c9" providerId="ADAL" clId="{96C79984-D60A-4099-9EEC-0E802D2FF5EC}" dt="2025-07-09T17:58:04.386" v="431"/>
          <ac:grpSpMkLst>
            <pc:docMk/>
            <pc:sldMk cId="392609137" sldId="273"/>
            <ac:grpSpMk id="50" creationId="{7996F4C5-564F-C552-BF5D-25CC6EE486E3}"/>
          </ac:grpSpMkLst>
        </pc:grpChg>
        <pc:grpChg chg="del mod">
          <ac:chgData name="Christopher Aloo" userId="81d139e4-1a74-45bd-a04a-64f94c7d37c9" providerId="ADAL" clId="{96C79984-D60A-4099-9EEC-0E802D2FF5EC}" dt="2025-07-09T17:58:10.312" v="434"/>
          <ac:grpSpMkLst>
            <pc:docMk/>
            <pc:sldMk cId="392609137" sldId="273"/>
            <ac:grpSpMk id="53" creationId="{550C6A97-0D68-D867-5ECA-6811B9DAB190}"/>
          </ac:grpSpMkLst>
        </pc:grpChg>
        <pc:grpChg chg="del mod">
          <ac:chgData name="Christopher Aloo" userId="81d139e4-1a74-45bd-a04a-64f94c7d37c9" providerId="ADAL" clId="{96C79984-D60A-4099-9EEC-0E802D2FF5EC}" dt="2025-07-09T17:59:07.154" v="492"/>
          <ac:grpSpMkLst>
            <pc:docMk/>
            <pc:sldMk cId="392609137" sldId="273"/>
            <ac:grpSpMk id="56" creationId="{24070B3F-673A-9A12-1E6C-D9B7A5794D43}"/>
          </ac:grpSpMkLst>
        </pc:grpChg>
        <pc:grpChg chg="del mod">
          <ac:chgData name="Christopher Aloo" userId="81d139e4-1a74-45bd-a04a-64f94c7d37c9" providerId="ADAL" clId="{96C79984-D60A-4099-9EEC-0E802D2FF5EC}" dt="2025-07-09T17:59:07.154" v="492"/>
          <ac:grpSpMkLst>
            <pc:docMk/>
            <pc:sldMk cId="392609137" sldId="273"/>
            <ac:grpSpMk id="60" creationId="{DB6077DF-D248-B293-E2AC-2389A6AC2F21}"/>
          </ac:grpSpMkLst>
        </pc:grpChg>
        <pc:grpChg chg="del mod">
          <ac:chgData name="Christopher Aloo" userId="81d139e4-1a74-45bd-a04a-64f94c7d37c9" providerId="ADAL" clId="{96C79984-D60A-4099-9EEC-0E802D2FF5EC}" dt="2025-07-09T17:58:30.696" v="445"/>
          <ac:grpSpMkLst>
            <pc:docMk/>
            <pc:sldMk cId="392609137" sldId="273"/>
            <ac:grpSpMk id="64" creationId="{C6468E30-13C0-7032-A176-0F573C38BCBE}"/>
          </ac:grpSpMkLst>
        </pc:grpChg>
        <pc:grpChg chg="del mod">
          <ac:chgData name="Christopher Aloo" userId="81d139e4-1a74-45bd-a04a-64f94c7d37c9" providerId="ADAL" clId="{96C79984-D60A-4099-9EEC-0E802D2FF5EC}" dt="2025-07-09T17:58:32.111" v="448"/>
          <ac:grpSpMkLst>
            <pc:docMk/>
            <pc:sldMk cId="392609137" sldId="273"/>
            <ac:grpSpMk id="67" creationId="{74FBF579-9EA5-4391-FB4D-B427554CFA2C}"/>
          </ac:grpSpMkLst>
        </pc:grpChg>
        <pc:grpChg chg="del mod">
          <ac:chgData name="Christopher Aloo" userId="81d139e4-1a74-45bd-a04a-64f94c7d37c9" providerId="ADAL" clId="{96C79984-D60A-4099-9EEC-0E802D2FF5EC}" dt="2025-07-09T17:58:36.389" v="459"/>
          <ac:grpSpMkLst>
            <pc:docMk/>
            <pc:sldMk cId="392609137" sldId="273"/>
            <ac:grpSpMk id="70" creationId="{9C511326-0CC5-0A05-B418-3164096E7DEF}"/>
          </ac:grpSpMkLst>
        </pc:grpChg>
        <pc:grpChg chg="del mod">
          <ac:chgData name="Christopher Aloo" userId="81d139e4-1a74-45bd-a04a-64f94c7d37c9" providerId="ADAL" clId="{96C79984-D60A-4099-9EEC-0E802D2FF5EC}" dt="2025-07-09T17:58:47.953" v="472"/>
          <ac:grpSpMkLst>
            <pc:docMk/>
            <pc:sldMk cId="392609137" sldId="273"/>
            <ac:grpSpMk id="81" creationId="{AB540ECE-6BF5-4CF8-844A-E1E2D314C73D}"/>
          </ac:grpSpMkLst>
        </pc:grpChg>
        <pc:grpChg chg="del mod">
          <ac:chgData name="Christopher Aloo" userId="81d139e4-1a74-45bd-a04a-64f94c7d37c9" providerId="ADAL" clId="{96C79984-D60A-4099-9EEC-0E802D2FF5EC}" dt="2025-07-09T17:58:52.428" v="480"/>
          <ac:grpSpMkLst>
            <pc:docMk/>
            <pc:sldMk cId="392609137" sldId="273"/>
            <ac:grpSpMk id="94" creationId="{82F3C301-86A0-8D3F-69E3-7FB1714A390F}"/>
          </ac:grpSpMkLst>
        </pc:grpChg>
        <pc:grpChg chg="del mod">
          <ac:chgData name="Christopher Aloo" userId="81d139e4-1a74-45bd-a04a-64f94c7d37c9" providerId="ADAL" clId="{96C79984-D60A-4099-9EEC-0E802D2FF5EC}" dt="2025-07-09T17:59:07.154" v="492"/>
          <ac:grpSpMkLst>
            <pc:docMk/>
            <pc:sldMk cId="392609137" sldId="273"/>
            <ac:grpSpMk id="102" creationId="{3557939B-878E-88FA-31FB-BDEE38FCAAC5}"/>
          </ac:grpSpMkLst>
        </pc:grpChg>
        <pc:grpChg chg="del mod">
          <ac:chgData name="Christopher Aloo" userId="81d139e4-1a74-45bd-a04a-64f94c7d37c9" providerId="ADAL" clId="{96C79984-D60A-4099-9EEC-0E802D2FF5EC}" dt="2025-07-09T17:59:09.554" v="496"/>
          <ac:grpSpMkLst>
            <pc:docMk/>
            <pc:sldMk cId="392609137" sldId="273"/>
            <ac:grpSpMk id="115" creationId="{9CCAB060-115A-671C-1B76-5522C4DDBBD8}"/>
          </ac:grpSpMkLst>
        </pc:grpChg>
        <pc:grpChg chg="del mod">
          <ac:chgData name="Christopher Aloo" userId="81d139e4-1a74-45bd-a04a-64f94c7d37c9" providerId="ADAL" clId="{96C79984-D60A-4099-9EEC-0E802D2FF5EC}" dt="2025-07-09T17:59:12.320" v="499"/>
          <ac:grpSpMkLst>
            <pc:docMk/>
            <pc:sldMk cId="392609137" sldId="273"/>
            <ac:grpSpMk id="119" creationId="{53401E30-83EB-4158-D1B4-A908863D832E}"/>
          </ac:grpSpMkLst>
        </pc:grpChg>
        <pc:grpChg chg="del mod">
          <ac:chgData name="Christopher Aloo" userId="81d139e4-1a74-45bd-a04a-64f94c7d37c9" providerId="ADAL" clId="{96C79984-D60A-4099-9EEC-0E802D2FF5EC}" dt="2025-07-09T17:59:14.561" v="501"/>
          <ac:grpSpMkLst>
            <pc:docMk/>
            <pc:sldMk cId="392609137" sldId="273"/>
            <ac:grpSpMk id="122" creationId="{098C9F7F-1A28-5629-5BD8-A94CF84AB03F}"/>
          </ac:grpSpMkLst>
        </pc:grpChg>
        <pc:grpChg chg="del mod">
          <ac:chgData name="Christopher Aloo" userId="81d139e4-1a74-45bd-a04a-64f94c7d37c9" providerId="ADAL" clId="{96C79984-D60A-4099-9EEC-0E802D2FF5EC}" dt="2025-07-09T17:59:18.947" v="503"/>
          <ac:grpSpMkLst>
            <pc:docMk/>
            <pc:sldMk cId="392609137" sldId="273"/>
            <ac:grpSpMk id="124" creationId="{2EE9826B-D8C3-DB3B-8D9B-558A46202659}"/>
          </ac:grpSpMkLst>
        </pc:grpChg>
        <pc:grpChg chg="del mod">
          <ac:chgData name="Christopher Aloo" userId="81d139e4-1a74-45bd-a04a-64f94c7d37c9" providerId="ADAL" clId="{96C79984-D60A-4099-9EEC-0E802D2FF5EC}" dt="2025-07-09T17:59:23.645" v="505"/>
          <ac:grpSpMkLst>
            <pc:docMk/>
            <pc:sldMk cId="392609137" sldId="273"/>
            <ac:grpSpMk id="126" creationId="{18A72ED3-5E1C-4DCE-6CC7-B6DC1593E481}"/>
          </ac:grpSpMkLst>
        </pc:grpChg>
        <pc:grpChg chg="del mod">
          <ac:chgData name="Christopher Aloo" userId="81d139e4-1a74-45bd-a04a-64f94c7d37c9" providerId="ADAL" clId="{96C79984-D60A-4099-9EEC-0E802D2FF5EC}" dt="2025-07-09T17:59:29.192" v="511"/>
          <ac:grpSpMkLst>
            <pc:docMk/>
            <pc:sldMk cId="392609137" sldId="273"/>
            <ac:grpSpMk id="1024" creationId="{9B1207AA-93C2-A718-0D5E-01DFFE7BC2CD}"/>
          </ac:grpSpMkLst>
        </pc:grpChg>
        <pc:grpChg chg="mod">
          <ac:chgData name="Christopher Aloo" userId="81d139e4-1a74-45bd-a04a-64f94c7d37c9" providerId="ADAL" clId="{96C79984-D60A-4099-9EEC-0E802D2FF5EC}" dt="2025-07-09T17:59:29.192" v="511"/>
          <ac:grpSpMkLst>
            <pc:docMk/>
            <pc:sldMk cId="392609137" sldId="273"/>
            <ac:grpSpMk id="1031" creationId="{40607068-319B-2EA9-7388-88375159607D}"/>
          </ac:grpSpMkLst>
        </pc:grpChg>
        <pc:picChg chg="del">
          <ac:chgData name="Christopher Aloo" userId="81d139e4-1a74-45bd-a04a-64f94c7d37c9" providerId="ADAL" clId="{96C79984-D60A-4099-9EEC-0E802D2FF5EC}" dt="2025-07-09T17:56:51.917" v="377" actId="478"/>
          <ac:picMkLst>
            <pc:docMk/>
            <pc:sldMk cId="392609137" sldId="273"/>
            <ac:picMk id="1026" creationId="{4DC4674C-DCC8-F25A-034A-47F73E6348DC}"/>
          </ac:picMkLst>
        </pc:picChg>
        <pc:inkChg chg="del">
          <ac:chgData name="Christopher Aloo" userId="81d139e4-1a74-45bd-a04a-64f94c7d37c9" providerId="ADAL" clId="{96C79984-D60A-4099-9EEC-0E802D2FF5EC}" dt="2025-07-09T17:56:54.273" v="378" actId="478"/>
          <ac:inkMkLst>
            <pc:docMk/>
            <pc:sldMk cId="392609137" sldId="273"/>
            <ac:inkMk id="2" creationId="{43F51406-8DBB-A751-0BA6-7EB5D8C1590D}"/>
          </ac:inkMkLst>
        </pc:inkChg>
        <pc:inkChg chg="add mod">
          <ac:chgData name="Christopher Aloo" userId="81d139e4-1a74-45bd-a04a-64f94c7d37c9" providerId="ADAL" clId="{96C79984-D60A-4099-9EEC-0E802D2FF5EC}" dt="2025-07-09T17:59:29.192" v="511"/>
          <ac:inkMkLst>
            <pc:docMk/>
            <pc:sldMk cId="392609137" sldId="273"/>
            <ac:inkMk id="3" creationId="{14E32D39-98C9-73A3-A7D9-99A6A07B248E}"/>
          </ac:inkMkLst>
        </pc:inkChg>
        <pc:inkChg chg="add mod">
          <ac:chgData name="Christopher Aloo" userId="81d139e4-1a74-45bd-a04a-64f94c7d37c9" providerId="ADAL" clId="{96C79984-D60A-4099-9EEC-0E802D2FF5EC}" dt="2025-07-09T17:58:10.312" v="434"/>
          <ac:inkMkLst>
            <pc:docMk/>
            <pc:sldMk cId="392609137" sldId="273"/>
            <ac:inkMk id="4" creationId="{5224D2D2-0E38-50CC-CC60-C2ACB1554172}"/>
          </ac:inkMkLst>
        </pc:inkChg>
        <pc:inkChg chg="add mod">
          <ac:chgData name="Christopher Aloo" userId="81d139e4-1a74-45bd-a04a-64f94c7d37c9" providerId="ADAL" clId="{96C79984-D60A-4099-9EEC-0E802D2FF5EC}" dt="2025-07-09T17:57:32.305" v="406"/>
          <ac:inkMkLst>
            <pc:docMk/>
            <pc:sldMk cId="392609137" sldId="273"/>
            <ac:inkMk id="6" creationId="{41E9A73D-8EFA-B177-D482-FE9B6A1EBD05}"/>
          </ac:inkMkLst>
        </pc:inkChg>
        <pc:inkChg chg="add mod">
          <ac:chgData name="Christopher Aloo" userId="81d139e4-1a74-45bd-a04a-64f94c7d37c9" providerId="ADAL" clId="{96C79984-D60A-4099-9EEC-0E802D2FF5EC}" dt="2025-07-09T17:57:08.125" v="388"/>
          <ac:inkMkLst>
            <pc:docMk/>
            <pc:sldMk cId="392609137" sldId="273"/>
            <ac:inkMk id="7" creationId="{FA50A9FB-4C9C-FD8E-94B4-1C6A0146B519}"/>
          </ac:inkMkLst>
        </pc:inkChg>
        <pc:inkChg chg="add mod">
          <ac:chgData name="Christopher Aloo" userId="81d139e4-1a74-45bd-a04a-64f94c7d37c9" providerId="ADAL" clId="{96C79984-D60A-4099-9EEC-0E802D2FF5EC}" dt="2025-07-09T17:58:07.840" v="432"/>
          <ac:inkMkLst>
            <pc:docMk/>
            <pc:sldMk cId="392609137" sldId="273"/>
            <ac:inkMk id="8" creationId="{4DC5AE65-874C-6737-3B71-FA7CB1F06D30}"/>
          </ac:inkMkLst>
        </pc:inkChg>
        <pc:inkChg chg="add mod">
          <ac:chgData name="Christopher Aloo" userId="81d139e4-1a74-45bd-a04a-64f94c7d37c9" providerId="ADAL" clId="{96C79984-D60A-4099-9EEC-0E802D2FF5EC}" dt="2025-07-09T17:57:08.125" v="388"/>
          <ac:inkMkLst>
            <pc:docMk/>
            <pc:sldMk cId="392609137" sldId="273"/>
            <ac:inkMk id="9" creationId="{BA14FD49-5784-13DB-C351-635A2E054FF7}"/>
          </ac:inkMkLst>
        </pc:inkChg>
        <pc:inkChg chg="add mod">
          <ac:chgData name="Christopher Aloo" userId="81d139e4-1a74-45bd-a04a-64f94c7d37c9" providerId="ADAL" clId="{96C79984-D60A-4099-9EEC-0E802D2FF5EC}" dt="2025-07-09T17:58:10.312" v="434"/>
          <ac:inkMkLst>
            <pc:docMk/>
            <pc:sldMk cId="392609137" sldId="273"/>
            <ac:inkMk id="11" creationId="{820FD5AC-601A-22AF-3736-15CC2AECF305}"/>
          </ac:inkMkLst>
        </pc:inkChg>
        <pc:inkChg chg="add mod">
          <ac:chgData name="Christopher Aloo" userId="81d139e4-1a74-45bd-a04a-64f94c7d37c9" providerId="ADAL" clId="{96C79984-D60A-4099-9EEC-0E802D2FF5EC}" dt="2025-07-09T17:57:32.305" v="406"/>
          <ac:inkMkLst>
            <pc:docMk/>
            <pc:sldMk cId="392609137" sldId="273"/>
            <ac:inkMk id="12" creationId="{D0BB84CC-9FA0-A78F-903F-93F6ACCCEC5E}"/>
          </ac:inkMkLst>
        </pc:inkChg>
        <pc:inkChg chg="add mod">
          <ac:chgData name="Christopher Aloo" userId="81d139e4-1a74-45bd-a04a-64f94c7d37c9" providerId="ADAL" clId="{96C79984-D60A-4099-9EEC-0E802D2FF5EC}" dt="2025-07-09T17:57:32.305" v="406"/>
          <ac:inkMkLst>
            <pc:docMk/>
            <pc:sldMk cId="392609137" sldId="273"/>
            <ac:inkMk id="13" creationId="{C17B531E-F544-07F8-1B44-70B0145E57E2}"/>
          </ac:inkMkLst>
        </pc:inkChg>
        <pc:inkChg chg="add mod">
          <ac:chgData name="Christopher Aloo" userId="81d139e4-1a74-45bd-a04a-64f94c7d37c9" providerId="ADAL" clId="{96C79984-D60A-4099-9EEC-0E802D2FF5EC}" dt="2025-07-09T17:58:10.312" v="434"/>
          <ac:inkMkLst>
            <pc:docMk/>
            <pc:sldMk cId="392609137" sldId="273"/>
            <ac:inkMk id="15" creationId="{3B95D611-1662-5FC4-CE75-B53D04D692CF}"/>
          </ac:inkMkLst>
        </pc:inkChg>
        <pc:inkChg chg="add mod">
          <ac:chgData name="Christopher Aloo" userId="81d139e4-1a74-45bd-a04a-64f94c7d37c9" providerId="ADAL" clId="{96C79984-D60A-4099-9EEC-0E802D2FF5EC}" dt="2025-07-09T17:57:18.859" v="399"/>
          <ac:inkMkLst>
            <pc:docMk/>
            <pc:sldMk cId="392609137" sldId="273"/>
            <ac:inkMk id="16" creationId="{10ECFE70-1CD7-C8F4-8D29-D4980A6B48FC}"/>
          </ac:inkMkLst>
        </pc:inkChg>
        <pc:inkChg chg="add mod">
          <ac:chgData name="Christopher Aloo" userId="81d139e4-1a74-45bd-a04a-64f94c7d37c9" providerId="ADAL" clId="{96C79984-D60A-4099-9EEC-0E802D2FF5EC}" dt="2025-07-09T17:57:32.305" v="406"/>
          <ac:inkMkLst>
            <pc:docMk/>
            <pc:sldMk cId="392609137" sldId="273"/>
            <ac:inkMk id="17" creationId="{10A9F0C7-7704-0BA7-B579-A65C62E477B6}"/>
          </ac:inkMkLst>
        </pc:inkChg>
        <pc:inkChg chg="add mod">
          <ac:chgData name="Christopher Aloo" userId="81d139e4-1a74-45bd-a04a-64f94c7d37c9" providerId="ADAL" clId="{96C79984-D60A-4099-9EEC-0E802D2FF5EC}" dt="2025-07-09T17:57:32.305" v="406"/>
          <ac:inkMkLst>
            <pc:docMk/>
            <pc:sldMk cId="392609137" sldId="273"/>
            <ac:inkMk id="18" creationId="{5E4E8B17-666A-3323-745F-890A6DC6E314}"/>
          </ac:inkMkLst>
        </pc:inkChg>
        <pc:inkChg chg="add mod">
          <ac:chgData name="Christopher Aloo" userId="81d139e4-1a74-45bd-a04a-64f94c7d37c9" providerId="ADAL" clId="{96C79984-D60A-4099-9EEC-0E802D2FF5EC}" dt="2025-07-09T17:57:55.487" v="425"/>
          <ac:inkMkLst>
            <pc:docMk/>
            <pc:sldMk cId="392609137" sldId="273"/>
            <ac:inkMk id="19" creationId="{8772CA07-B976-5F6E-6F97-9EB5362395BD}"/>
          </ac:inkMkLst>
        </pc:inkChg>
        <pc:inkChg chg="add mod">
          <ac:chgData name="Christopher Aloo" userId="81d139e4-1a74-45bd-a04a-64f94c7d37c9" providerId="ADAL" clId="{96C79984-D60A-4099-9EEC-0E802D2FF5EC}" dt="2025-07-09T17:57:18.859" v="399"/>
          <ac:inkMkLst>
            <pc:docMk/>
            <pc:sldMk cId="392609137" sldId="273"/>
            <ac:inkMk id="20" creationId="{44733235-3376-6B60-508F-4FAF2EF3BA0F}"/>
          </ac:inkMkLst>
        </pc:inkChg>
        <pc:inkChg chg="add mod">
          <ac:chgData name="Christopher Aloo" userId="81d139e4-1a74-45bd-a04a-64f94c7d37c9" providerId="ADAL" clId="{96C79984-D60A-4099-9EEC-0E802D2FF5EC}" dt="2025-07-09T17:59:07.154" v="492"/>
          <ac:inkMkLst>
            <pc:docMk/>
            <pc:sldMk cId="392609137" sldId="273"/>
            <ac:inkMk id="22" creationId="{4AB7D8E8-4341-472A-CA06-215FD7518C15}"/>
          </ac:inkMkLst>
        </pc:inkChg>
        <pc:inkChg chg="add">
          <ac:chgData name="Christopher Aloo" userId="81d139e4-1a74-45bd-a04a-64f94c7d37c9" providerId="ADAL" clId="{96C79984-D60A-4099-9EEC-0E802D2FF5EC}" dt="2025-07-09T17:57:25.821" v="401" actId="9405"/>
          <ac:inkMkLst>
            <pc:docMk/>
            <pc:sldMk cId="392609137" sldId="273"/>
            <ac:inkMk id="23" creationId="{A5E5591F-F6B9-827A-70E7-F0A61AEBE1F7}"/>
          </ac:inkMkLst>
        </pc:inkChg>
        <pc:inkChg chg="add">
          <ac:chgData name="Christopher Aloo" userId="81d139e4-1a74-45bd-a04a-64f94c7d37c9" providerId="ADAL" clId="{96C79984-D60A-4099-9EEC-0E802D2FF5EC}" dt="2025-07-09T17:57:26.009" v="402" actId="9405"/>
          <ac:inkMkLst>
            <pc:docMk/>
            <pc:sldMk cId="392609137" sldId="273"/>
            <ac:inkMk id="24" creationId="{DA192B60-A31D-A26F-AFE1-22549862190B}"/>
          </ac:inkMkLst>
        </pc:inkChg>
        <pc:inkChg chg="add mod">
          <ac:chgData name="Christopher Aloo" userId="81d139e4-1a74-45bd-a04a-64f94c7d37c9" providerId="ADAL" clId="{96C79984-D60A-4099-9EEC-0E802D2FF5EC}" dt="2025-07-09T17:59:29.192" v="511"/>
          <ac:inkMkLst>
            <pc:docMk/>
            <pc:sldMk cId="392609137" sldId="273"/>
            <ac:inkMk id="25" creationId="{9A72D473-36B1-4407-C5CE-12D5837D00A5}"/>
          </ac:inkMkLst>
        </pc:inkChg>
        <pc:inkChg chg="add">
          <ac:chgData name="Christopher Aloo" userId="81d139e4-1a74-45bd-a04a-64f94c7d37c9" providerId="ADAL" clId="{96C79984-D60A-4099-9EEC-0E802D2FF5EC}" dt="2025-07-09T17:57:27.629" v="404" actId="9405"/>
          <ac:inkMkLst>
            <pc:docMk/>
            <pc:sldMk cId="392609137" sldId="273"/>
            <ac:inkMk id="26" creationId="{93C06FC7-6E8A-3C32-A7E8-D5EF5BB0292E}"/>
          </ac:inkMkLst>
        </pc:inkChg>
        <pc:inkChg chg="add mod">
          <ac:chgData name="Christopher Aloo" userId="81d139e4-1a74-45bd-a04a-64f94c7d37c9" providerId="ADAL" clId="{96C79984-D60A-4099-9EEC-0E802D2FF5EC}" dt="2025-07-09T17:57:35.398" v="411"/>
          <ac:inkMkLst>
            <pc:docMk/>
            <pc:sldMk cId="392609137" sldId="273"/>
            <ac:inkMk id="28" creationId="{D3102053-8D49-3990-AA93-709771E2C035}"/>
          </ac:inkMkLst>
        </pc:inkChg>
        <pc:inkChg chg="add mod">
          <ac:chgData name="Christopher Aloo" userId="81d139e4-1a74-45bd-a04a-64f94c7d37c9" providerId="ADAL" clId="{96C79984-D60A-4099-9EEC-0E802D2FF5EC}" dt="2025-07-09T17:57:35.398" v="411"/>
          <ac:inkMkLst>
            <pc:docMk/>
            <pc:sldMk cId="392609137" sldId="273"/>
            <ac:inkMk id="29" creationId="{84EA5C36-DFBC-5D1B-9351-2636892EE2CD}"/>
          </ac:inkMkLst>
        </pc:inkChg>
        <pc:inkChg chg="add mod">
          <ac:chgData name="Christopher Aloo" userId="81d139e4-1a74-45bd-a04a-64f94c7d37c9" providerId="ADAL" clId="{96C79984-D60A-4099-9EEC-0E802D2FF5EC}" dt="2025-07-09T17:59:07.154" v="492"/>
          <ac:inkMkLst>
            <pc:docMk/>
            <pc:sldMk cId="392609137" sldId="273"/>
            <ac:inkMk id="30" creationId="{FB713619-29C0-0D4D-090B-B2C1D72B57F5}"/>
          </ac:inkMkLst>
        </pc:inkChg>
        <pc:inkChg chg="add mod">
          <ac:chgData name="Christopher Aloo" userId="81d139e4-1a74-45bd-a04a-64f94c7d37c9" providerId="ADAL" clId="{96C79984-D60A-4099-9EEC-0E802D2FF5EC}" dt="2025-07-09T17:57:35.398" v="411"/>
          <ac:inkMkLst>
            <pc:docMk/>
            <pc:sldMk cId="392609137" sldId="273"/>
            <ac:inkMk id="31" creationId="{E19FCA4D-AB7B-EBDD-14BC-576DE559B58F}"/>
          </ac:inkMkLst>
        </pc:inkChg>
        <pc:inkChg chg="add mod">
          <ac:chgData name="Christopher Aloo" userId="81d139e4-1a74-45bd-a04a-64f94c7d37c9" providerId="ADAL" clId="{96C79984-D60A-4099-9EEC-0E802D2FF5EC}" dt="2025-07-09T17:58:10.312" v="434"/>
          <ac:inkMkLst>
            <pc:docMk/>
            <pc:sldMk cId="392609137" sldId="273"/>
            <ac:inkMk id="33" creationId="{73116F84-4EB5-AA12-5836-C2C36144B56A}"/>
          </ac:inkMkLst>
        </pc:inkChg>
        <pc:inkChg chg="add">
          <ac:chgData name="Christopher Aloo" userId="81d139e4-1a74-45bd-a04a-64f94c7d37c9" providerId="ADAL" clId="{96C79984-D60A-4099-9EEC-0E802D2FF5EC}" dt="2025-07-09T17:57:35.966" v="413" actId="9405"/>
          <ac:inkMkLst>
            <pc:docMk/>
            <pc:sldMk cId="392609137" sldId="273"/>
            <ac:inkMk id="34" creationId="{D9C02F29-2CBE-4B06-82AF-2B132C13AC3B}"/>
          </ac:inkMkLst>
        </pc:inkChg>
        <pc:inkChg chg="add mod">
          <ac:chgData name="Christopher Aloo" userId="81d139e4-1a74-45bd-a04a-64f94c7d37c9" providerId="ADAL" clId="{96C79984-D60A-4099-9EEC-0E802D2FF5EC}" dt="2025-07-09T17:58:10.312" v="434"/>
          <ac:inkMkLst>
            <pc:docMk/>
            <pc:sldMk cId="392609137" sldId="273"/>
            <ac:inkMk id="35" creationId="{EE82B1B3-01E9-E0CF-0139-C21F9C584104}"/>
          </ac:inkMkLst>
        </pc:inkChg>
        <pc:inkChg chg="add">
          <ac:chgData name="Christopher Aloo" userId="81d139e4-1a74-45bd-a04a-64f94c7d37c9" providerId="ADAL" clId="{96C79984-D60A-4099-9EEC-0E802D2FF5EC}" dt="2025-07-09T17:57:37.205" v="415" actId="9405"/>
          <ac:inkMkLst>
            <pc:docMk/>
            <pc:sldMk cId="392609137" sldId="273"/>
            <ac:inkMk id="36" creationId="{F9789FB0-2E6E-48E7-BACF-A32D39851090}"/>
          </ac:inkMkLst>
        </pc:inkChg>
        <pc:inkChg chg="add">
          <ac:chgData name="Christopher Aloo" userId="81d139e4-1a74-45bd-a04a-64f94c7d37c9" providerId="ADAL" clId="{96C79984-D60A-4099-9EEC-0E802D2FF5EC}" dt="2025-07-09T17:57:40.379" v="417" actId="9405"/>
          <ac:inkMkLst>
            <pc:docMk/>
            <pc:sldMk cId="392609137" sldId="273"/>
            <ac:inkMk id="38" creationId="{393844B9-0D25-BFD1-74FF-D8C4B62D56F1}"/>
          </ac:inkMkLst>
        </pc:inkChg>
        <pc:inkChg chg="add mod">
          <ac:chgData name="Christopher Aloo" userId="81d139e4-1a74-45bd-a04a-64f94c7d37c9" providerId="ADAL" clId="{96C79984-D60A-4099-9EEC-0E802D2FF5EC}" dt="2025-07-09T17:59:23.645" v="505"/>
          <ac:inkMkLst>
            <pc:docMk/>
            <pc:sldMk cId="392609137" sldId="273"/>
            <ac:inkMk id="40" creationId="{150FA261-239F-9789-A513-6FB478971F29}"/>
          </ac:inkMkLst>
        </pc:inkChg>
        <pc:inkChg chg="add">
          <ac:chgData name="Christopher Aloo" userId="81d139e4-1a74-45bd-a04a-64f94c7d37c9" providerId="ADAL" clId="{96C79984-D60A-4099-9EEC-0E802D2FF5EC}" dt="2025-07-09T17:57:51.659" v="420" actId="9405"/>
          <ac:inkMkLst>
            <pc:docMk/>
            <pc:sldMk cId="392609137" sldId="273"/>
            <ac:inkMk id="41" creationId="{5084D2DE-22C5-77AE-DDC6-A3AAE5E389AB}"/>
          </ac:inkMkLst>
        </pc:inkChg>
        <pc:inkChg chg="add">
          <ac:chgData name="Christopher Aloo" userId="81d139e4-1a74-45bd-a04a-64f94c7d37c9" providerId="ADAL" clId="{96C79984-D60A-4099-9EEC-0E802D2FF5EC}" dt="2025-07-09T17:57:52.294" v="421" actId="9405"/>
          <ac:inkMkLst>
            <pc:docMk/>
            <pc:sldMk cId="392609137" sldId="273"/>
            <ac:inkMk id="42" creationId="{67CB25A1-E912-7451-58FD-8F37B5E5613E}"/>
          </ac:inkMkLst>
        </pc:inkChg>
        <pc:inkChg chg="add">
          <ac:chgData name="Christopher Aloo" userId="81d139e4-1a74-45bd-a04a-64f94c7d37c9" providerId="ADAL" clId="{96C79984-D60A-4099-9EEC-0E802D2FF5EC}" dt="2025-07-09T17:57:54.522" v="423" actId="9405"/>
          <ac:inkMkLst>
            <pc:docMk/>
            <pc:sldMk cId="392609137" sldId="273"/>
            <ac:inkMk id="44" creationId="{C44A188C-4E2D-B510-377A-0723E4E1063F}"/>
          </ac:inkMkLst>
        </pc:inkChg>
        <pc:inkChg chg="add mod">
          <ac:chgData name="Christopher Aloo" userId="81d139e4-1a74-45bd-a04a-64f94c7d37c9" providerId="ADAL" clId="{96C79984-D60A-4099-9EEC-0E802D2FF5EC}" dt="2025-07-09T17:58:10.312" v="434"/>
          <ac:inkMkLst>
            <pc:docMk/>
            <pc:sldMk cId="392609137" sldId="273"/>
            <ac:inkMk id="45" creationId="{DFD75DAD-9CF8-B4EC-6C37-F86EBB948AB6}"/>
          </ac:inkMkLst>
        </pc:inkChg>
        <pc:inkChg chg="add mod">
          <ac:chgData name="Christopher Aloo" userId="81d139e4-1a74-45bd-a04a-64f94c7d37c9" providerId="ADAL" clId="{96C79984-D60A-4099-9EEC-0E802D2FF5EC}" dt="2025-07-09T17:58:10.312" v="434"/>
          <ac:inkMkLst>
            <pc:docMk/>
            <pc:sldMk cId="392609137" sldId="273"/>
            <ac:inkMk id="47" creationId="{70ABB48A-9D26-32CD-8CDB-56106E02D1BD}"/>
          </ac:inkMkLst>
        </pc:inkChg>
        <pc:inkChg chg="add">
          <ac:chgData name="Christopher Aloo" userId="81d139e4-1a74-45bd-a04a-64f94c7d37c9" providerId="ADAL" clId="{96C79984-D60A-4099-9EEC-0E802D2FF5EC}" dt="2025-07-09T17:57:58.062" v="427" actId="9405"/>
          <ac:inkMkLst>
            <pc:docMk/>
            <pc:sldMk cId="392609137" sldId="273"/>
            <ac:inkMk id="48" creationId="{1C644B87-5941-4287-28EC-B6598BB0FA59}"/>
          </ac:inkMkLst>
        </pc:inkChg>
        <pc:inkChg chg="del">
          <ac:chgData name="Christopher Aloo" userId="81d139e4-1a74-45bd-a04a-64f94c7d37c9" providerId="ADAL" clId="{96C79984-D60A-4099-9EEC-0E802D2FF5EC}" dt="2025-07-09T17:56:58.193" v="380" actId="478"/>
          <ac:inkMkLst>
            <pc:docMk/>
            <pc:sldMk cId="392609137" sldId="273"/>
            <ac:inkMk id="49" creationId="{8135E9B0-B9A2-7681-2613-62213028171C}"/>
          </ac:inkMkLst>
        </pc:inkChg>
        <pc:inkChg chg="add mod">
          <ac:chgData name="Christopher Aloo" userId="81d139e4-1a74-45bd-a04a-64f94c7d37c9" providerId="ADAL" clId="{96C79984-D60A-4099-9EEC-0E802D2FF5EC}" dt="2025-07-09T17:58:10.312" v="434"/>
          <ac:inkMkLst>
            <pc:docMk/>
            <pc:sldMk cId="392609137" sldId="273"/>
            <ac:inkMk id="51" creationId="{500A2755-E02D-3C32-700D-58762716EA0A}"/>
          </ac:inkMkLst>
        </pc:inkChg>
        <pc:inkChg chg="add">
          <ac:chgData name="Christopher Aloo" userId="81d139e4-1a74-45bd-a04a-64f94c7d37c9" providerId="ADAL" clId="{96C79984-D60A-4099-9EEC-0E802D2FF5EC}" dt="2025-07-09T17:58:03.378" v="430" actId="9405"/>
          <ac:inkMkLst>
            <pc:docMk/>
            <pc:sldMk cId="392609137" sldId="273"/>
            <ac:inkMk id="52" creationId="{5395A1BF-AC09-FD3A-BBA5-E0C30F64381E}"/>
          </ac:inkMkLst>
        </pc:inkChg>
        <pc:inkChg chg="del">
          <ac:chgData name="Christopher Aloo" userId="81d139e4-1a74-45bd-a04a-64f94c7d37c9" providerId="ADAL" clId="{96C79984-D60A-4099-9EEC-0E802D2FF5EC}" dt="2025-07-09T17:56:55.608" v="379" actId="478"/>
          <ac:inkMkLst>
            <pc:docMk/>
            <pc:sldMk cId="392609137" sldId="273"/>
            <ac:inkMk id="54" creationId="{2A0DF8E2-1549-AEFB-1596-0114054A3420}"/>
          </ac:inkMkLst>
        </pc:inkChg>
        <pc:inkChg chg="add">
          <ac:chgData name="Christopher Aloo" userId="81d139e4-1a74-45bd-a04a-64f94c7d37c9" providerId="ADAL" clId="{96C79984-D60A-4099-9EEC-0E802D2FF5EC}" dt="2025-07-09T17:58:09.345" v="433" actId="9405"/>
          <ac:inkMkLst>
            <pc:docMk/>
            <pc:sldMk cId="392609137" sldId="273"/>
            <ac:inkMk id="55" creationId="{23AA4F03-A6E9-E7F0-AE96-BA3C25AAA4D3}"/>
          </ac:inkMkLst>
        </pc:inkChg>
        <pc:inkChg chg="add mod">
          <ac:chgData name="Christopher Aloo" userId="81d139e4-1a74-45bd-a04a-64f94c7d37c9" providerId="ADAL" clId="{96C79984-D60A-4099-9EEC-0E802D2FF5EC}" dt="2025-07-09T17:58:17.291" v="438"/>
          <ac:inkMkLst>
            <pc:docMk/>
            <pc:sldMk cId="392609137" sldId="273"/>
            <ac:inkMk id="57" creationId="{3303DAD0-AB2D-F6DA-529F-17CF504183E5}"/>
          </ac:inkMkLst>
        </pc:inkChg>
        <pc:inkChg chg="add mod">
          <ac:chgData name="Christopher Aloo" userId="81d139e4-1a74-45bd-a04a-64f94c7d37c9" providerId="ADAL" clId="{96C79984-D60A-4099-9EEC-0E802D2FF5EC}" dt="2025-07-09T17:59:29.192" v="511"/>
          <ac:inkMkLst>
            <pc:docMk/>
            <pc:sldMk cId="392609137" sldId="273"/>
            <ac:inkMk id="58" creationId="{17CFF6B8-0CC1-7CC9-BB2F-0EC9ABB94633}"/>
          </ac:inkMkLst>
        </pc:inkChg>
        <pc:inkChg chg="add mod">
          <ac:chgData name="Christopher Aloo" userId="81d139e4-1a74-45bd-a04a-64f94c7d37c9" providerId="ADAL" clId="{96C79984-D60A-4099-9EEC-0E802D2FF5EC}" dt="2025-07-09T17:59:29.192" v="511"/>
          <ac:inkMkLst>
            <pc:docMk/>
            <pc:sldMk cId="392609137" sldId="273"/>
            <ac:inkMk id="59" creationId="{2009D6C6-6ADB-8EEF-7A49-0412E3A0BDBE}"/>
          </ac:inkMkLst>
        </pc:inkChg>
        <pc:inkChg chg="add mod">
          <ac:chgData name="Christopher Aloo" userId="81d139e4-1a74-45bd-a04a-64f94c7d37c9" providerId="ADAL" clId="{96C79984-D60A-4099-9EEC-0E802D2FF5EC}" dt="2025-07-09T17:58:36.389" v="459"/>
          <ac:inkMkLst>
            <pc:docMk/>
            <pc:sldMk cId="392609137" sldId="273"/>
            <ac:inkMk id="61" creationId="{3DECEC90-8ADA-286A-2A1B-50C4B5C58949}"/>
          </ac:inkMkLst>
        </pc:inkChg>
        <pc:inkChg chg="add mod">
          <ac:chgData name="Christopher Aloo" userId="81d139e4-1a74-45bd-a04a-64f94c7d37c9" providerId="ADAL" clId="{96C79984-D60A-4099-9EEC-0E802D2FF5EC}" dt="2025-07-09T17:58:32.111" v="448"/>
          <ac:inkMkLst>
            <pc:docMk/>
            <pc:sldMk cId="392609137" sldId="273"/>
            <ac:inkMk id="62" creationId="{0C3631E1-123A-90C9-74AC-D5849ABBED3B}"/>
          </ac:inkMkLst>
        </pc:inkChg>
        <pc:inkChg chg="add mod">
          <ac:chgData name="Christopher Aloo" userId="81d139e4-1a74-45bd-a04a-64f94c7d37c9" providerId="ADAL" clId="{96C79984-D60A-4099-9EEC-0E802D2FF5EC}" dt="2025-07-09T17:58:52.428" v="480"/>
          <ac:inkMkLst>
            <pc:docMk/>
            <pc:sldMk cId="392609137" sldId="273"/>
            <ac:inkMk id="63" creationId="{493F9E18-CB89-61ED-50B6-73EB4BF0E1E9}"/>
          </ac:inkMkLst>
        </pc:inkChg>
        <pc:inkChg chg="add mod">
          <ac:chgData name="Christopher Aloo" userId="81d139e4-1a74-45bd-a04a-64f94c7d37c9" providerId="ADAL" clId="{96C79984-D60A-4099-9EEC-0E802D2FF5EC}" dt="2025-07-09T17:58:32.111" v="448"/>
          <ac:inkMkLst>
            <pc:docMk/>
            <pc:sldMk cId="392609137" sldId="273"/>
            <ac:inkMk id="65" creationId="{8BE94F49-45F8-F9DF-DEE6-24C4305E6E99}"/>
          </ac:inkMkLst>
        </pc:inkChg>
        <pc:inkChg chg="add mod">
          <ac:chgData name="Christopher Aloo" userId="81d139e4-1a74-45bd-a04a-64f94c7d37c9" providerId="ADAL" clId="{96C79984-D60A-4099-9EEC-0E802D2FF5EC}" dt="2025-07-09T17:58:36.389" v="459"/>
          <ac:inkMkLst>
            <pc:docMk/>
            <pc:sldMk cId="392609137" sldId="273"/>
            <ac:inkMk id="66" creationId="{C88C4526-6FB3-41FC-7F5B-BA404D36C272}"/>
          </ac:inkMkLst>
        </pc:inkChg>
        <pc:inkChg chg="add mod">
          <ac:chgData name="Christopher Aloo" userId="81d139e4-1a74-45bd-a04a-64f94c7d37c9" providerId="ADAL" clId="{96C79984-D60A-4099-9EEC-0E802D2FF5EC}" dt="2025-07-09T17:58:32.111" v="448"/>
          <ac:inkMkLst>
            <pc:docMk/>
            <pc:sldMk cId="392609137" sldId="273"/>
            <ac:inkMk id="68" creationId="{CDEAD899-E1F1-A2C8-7F95-5D91EBDEBCC7}"/>
          </ac:inkMkLst>
        </pc:inkChg>
        <pc:inkChg chg="add mod">
          <ac:chgData name="Christopher Aloo" userId="81d139e4-1a74-45bd-a04a-64f94c7d37c9" providerId="ADAL" clId="{96C79984-D60A-4099-9EEC-0E802D2FF5EC}" dt="2025-07-09T17:58:52.428" v="480"/>
          <ac:inkMkLst>
            <pc:docMk/>
            <pc:sldMk cId="392609137" sldId="273"/>
            <ac:inkMk id="69" creationId="{50FEB2B3-7EB6-69DC-47C4-45D5AFFFFB73}"/>
          </ac:inkMkLst>
        </pc:inkChg>
        <pc:inkChg chg="add">
          <ac:chgData name="Christopher Aloo" userId="81d139e4-1a74-45bd-a04a-64f94c7d37c9" providerId="ADAL" clId="{96C79984-D60A-4099-9EEC-0E802D2FF5EC}" dt="2025-07-09T17:58:32.332" v="449" actId="9405"/>
          <ac:inkMkLst>
            <pc:docMk/>
            <pc:sldMk cId="392609137" sldId="273"/>
            <ac:inkMk id="71" creationId="{7DA05B23-AC77-9FA8-E200-A6DCE83A49F2}"/>
          </ac:inkMkLst>
        </pc:inkChg>
        <pc:inkChg chg="add mod">
          <ac:chgData name="Christopher Aloo" userId="81d139e4-1a74-45bd-a04a-64f94c7d37c9" providerId="ADAL" clId="{96C79984-D60A-4099-9EEC-0E802D2FF5EC}" dt="2025-07-09T17:58:36.389" v="459"/>
          <ac:inkMkLst>
            <pc:docMk/>
            <pc:sldMk cId="392609137" sldId="273"/>
            <ac:inkMk id="72" creationId="{B231B45F-3E59-29A2-484E-A04CFDE6ED3C}"/>
          </ac:inkMkLst>
        </pc:inkChg>
        <pc:inkChg chg="add mod">
          <ac:chgData name="Christopher Aloo" userId="81d139e4-1a74-45bd-a04a-64f94c7d37c9" providerId="ADAL" clId="{96C79984-D60A-4099-9EEC-0E802D2FF5EC}" dt="2025-07-09T17:58:36.389" v="459"/>
          <ac:inkMkLst>
            <pc:docMk/>
            <pc:sldMk cId="392609137" sldId="273"/>
            <ac:inkMk id="73" creationId="{E51A01F5-E6D3-E9C5-FB97-BEE3A0ABBA24}"/>
          </ac:inkMkLst>
        </pc:inkChg>
        <pc:inkChg chg="add">
          <ac:chgData name="Christopher Aloo" userId="81d139e4-1a74-45bd-a04a-64f94c7d37c9" providerId="ADAL" clId="{96C79984-D60A-4099-9EEC-0E802D2FF5EC}" dt="2025-07-09T17:58:33.299" v="452" actId="9405"/>
          <ac:inkMkLst>
            <pc:docMk/>
            <pc:sldMk cId="392609137" sldId="273"/>
            <ac:inkMk id="74" creationId="{B5E1C94D-0E35-0B14-DD37-714B984C0D61}"/>
          </ac:inkMkLst>
        </pc:inkChg>
        <pc:inkChg chg="add">
          <ac:chgData name="Christopher Aloo" userId="81d139e4-1a74-45bd-a04a-64f94c7d37c9" providerId="ADAL" clId="{96C79984-D60A-4099-9EEC-0E802D2FF5EC}" dt="2025-07-09T17:58:33.574" v="453" actId="9405"/>
          <ac:inkMkLst>
            <pc:docMk/>
            <pc:sldMk cId="392609137" sldId="273"/>
            <ac:inkMk id="75" creationId="{72FF2CB6-4B91-07FC-308A-04FFBB9096B0}"/>
          </ac:inkMkLst>
        </pc:inkChg>
        <pc:inkChg chg="add mod">
          <ac:chgData name="Christopher Aloo" userId="81d139e4-1a74-45bd-a04a-64f94c7d37c9" providerId="ADAL" clId="{96C79984-D60A-4099-9EEC-0E802D2FF5EC}" dt="2025-07-09T17:58:47.953" v="472"/>
          <ac:inkMkLst>
            <pc:docMk/>
            <pc:sldMk cId="392609137" sldId="273"/>
            <ac:inkMk id="76" creationId="{5DAB5FD3-5E01-F690-9019-5DE1D65F131E}"/>
          </ac:inkMkLst>
        </pc:inkChg>
        <pc:inkChg chg="add">
          <ac:chgData name="Christopher Aloo" userId="81d139e4-1a74-45bd-a04a-64f94c7d37c9" providerId="ADAL" clId="{96C79984-D60A-4099-9EEC-0E802D2FF5EC}" dt="2025-07-09T17:58:34.503" v="455" actId="9405"/>
          <ac:inkMkLst>
            <pc:docMk/>
            <pc:sldMk cId="392609137" sldId="273"/>
            <ac:inkMk id="77" creationId="{04A45BA4-1F4B-1A3B-B657-88ADC84ABA27}"/>
          </ac:inkMkLst>
        </pc:inkChg>
        <pc:inkChg chg="add mod">
          <ac:chgData name="Christopher Aloo" userId="81d139e4-1a74-45bd-a04a-64f94c7d37c9" providerId="ADAL" clId="{96C79984-D60A-4099-9EEC-0E802D2FF5EC}" dt="2025-07-09T17:59:29.192" v="511"/>
          <ac:inkMkLst>
            <pc:docMk/>
            <pc:sldMk cId="392609137" sldId="273"/>
            <ac:inkMk id="78" creationId="{BD6E497E-9AF4-AA61-0157-5C0B835ABDB8}"/>
          </ac:inkMkLst>
        </pc:inkChg>
        <pc:inkChg chg="add mod">
          <ac:chgData name="Christopher Aloo" userId="81d139e4-1a74-45bd-a04a-64f94c7d37c9" providerId="ADAL" clId="{96C79984-D60A-4099-9EEC-0E802D2FF5EC}" dt="2025-07-09T17:58:52.428" v="480"/>
          <ac:inkMkLst>
            <pc:docMk/>
            <pc:sldMk cId="392609137" sldId="273"/>
            <ac:inkMk id="79" creationId="{7A8D06CF-4261-6A37-CACA-FF0723386358}"/>
          </ac:inkMkLst>
        </pc:inkChg>
        <pc:inkChg chg="add">
          <ac:chgData name="Christopher Aloo" userId="81d139e4-1a74-45bd-a04a-64f94c7d37c9" providerId="ADAL" clId="{96C79984-D60A-4099-9EEC-0E802D2FF5EC}" dt="2025-07-09T17:58:35.453" v="458" actId="9405"/>
          <ac:inkMkLst>
            <pc:docMk/>
            <pc:sldMk cId="392609137" sldId="273"/>
            <ac:inkMk id="80" creationId="{63EE8542-B110-5128-B940-8ED086A27FC7}"/>
          </ac:inkMkLst>
        </pc:inkChg>
        <pc:inkChg chg="add">
          <ac:chgData name="Christopher Aloo" userId="81d139e4-1a74-45bd-a04a-64f94c7d37c9" providerId="ADAL" clId="{96C79984-D60A-4099-9EEC-0E802D2FF5EC}" dt="2025-07-09T17:58:41.867" v="460" actId="9405"/>
          <ac:inkMkLst>
            <pc:docMk/>
            <pc:sldMk cId="392609137" sldId="273"/>
            <ac:inkMk id="82" creationId="{0F49ACC0-CF40-70D0-286B-3804552F1372}"/>
          </ac:inkMkLst>
        </pc:inkChg>
        <pc:inkChg chg="add">
          <ac:chgData name="Christopher Aloo" userId="81d139e4-1a74-45bd-a04a-64f94c7d37c9" providerId="ADAL" clId="{96C79984-D60A-4099-9EEC-0E802D2FF5EC}" dt="2025-07-09T17:58:42.476" v="461" actId="9405"/>
          <ac:inkMkLst>
            <pc:docMk/>
            <pc:sldMk cId="392609137" sldId="273"/>
            <ac:inkMk id="83" creationId="{677F1C12-0E75-65BD-D408-4A47955FADB7}"/>
          </ac:inkMkLst>
        </pc:inkChg>
        <pc:inkChg chg="add mod">
          <ac:chgData name="Christopher Aloo" userId="81d139e4-1a74-45bd-a04a-64f94c7d37c9" providerId="ADAL" clId="{96C79984-D60A-4099-9EEC-0E802D2FF5EC}" dt="2025-07-09T17:58:47.953" v="472"/>
          <ac:inkMkLst>
            <pc:docMk/>
            <pc:sldMk cId="392609137" sldId="273"/>
            <ac:inkMk id="84" creationId="{AC6CACEC-4887-9C64-A051-FC2355687C7F}"/>
          </ac:inkMkLst>
        </pc:inkChg>
        <pc:inkChg chg="add mod">
          <ac:chgData name="Christopher Aloo" userId="81d139e4-1a74-45bd-a04a-64f94c7d37c9" providerId="ADAL" clId="{96C79984-D60A-4099-9EEC-0E802D2FF5EC}" dt="2025-07-09T17:59:29.192" v="511"/>
          <ac:inkMkLst>
            <pc:docMk/>
            <pc:sldMk cId="392609137" sldId="273"/>
            <ac:inkMk id="85" creationId="{EDA60B4E-AECC-3FDC-42F5-0F54ED9BA24C}"/>
          </ac:inkMkLst>
        </pc:inkChg>
        <pc:inkChg chg="add mod">
          <ac:chgData name="Christopher Aloo" userId="81d139e4-1a74-45bd-a04a-64f94c7d37c9" providerId="ADAL" clId="{96C79984-D60A-4099-9EEC-0E802D2FF5EC}" dt="2025-07-09T17:58:47.953" v="472"/>
          <ac:inkMkLst>
            <pc:docMk/>
            <pc:sldMk cId="392609137" sldId="273"/>
            <ac:inkMk id="86" creationId="{AD30A029-C630-80E7-FA4A-02A92D5AC170}"/>
          </ac:inkMkLst>
        </pc:inkChg>
        <pc:inkChg chg="add mod">
          <ac:chgData name="Christopher Aloo" userId="81d139e4-1a74-45bd-a04a-64f94c7d37c9" providerId="ADAL" clId="{96C79984-D60A-4099-9EEC-0E802D2FF5EC}" dt="2025-07-09T17:59:07.154" v="492"/>
          <ac:inkMkLst>
            <pc:docMk/>
            <pc:sldMk cId="392609137" sldId="273"/>
            <ac:inkMk id="87" creationId="{3D40CF6C-14A8-F667-3AA7-8D29A1CFD180}"/>
          </ac:inkMkLst>
        </pc:inkChg>
        <pc:inkChg chg="add mod">
          <ac:chgData name="Christopher Aloo" userId="81d139e4-1a74-45bd-a04a-64f94c7d37c9" providerId="ADAL" clId="{96C79984-D60A-4099-9EEC-0E802D2FF5EC}" dt="2025-07-09T17:58:52.428" v="480"/>
          <ac:inkMkLst>
            <pc:docMk/>
            <pc:sldMk cId="392609137" sldId="273"/>
            <ac:inkMk id="88" creationId="{E538EDA3-B06E-0598-40E1-8ED7C002D9D4}"/>
          </ac:inkMkLst>
        </pc:inkChg>
        <pc:inkChg chg="add">
          <ac:chgData name="Christopher Aloo" userId="81d139e4-1a74-45bd-a04a-64f94c7d37c9" providerId="ADAL" clId="{96C79984-D60A-4099-9EEC-0E802D2FF5EC}" dt="2025-07-09T17:58:45.497" v="467" actId="9405"/>
          <ac:inkMkLst>
            <pc:docMk/>
            <pc:sldMk cId="392609137" sldId="273"/>
            <ac:inkMk id="89" creationId="{075C1A61-D669-A454-A11E-4CB824B56F4D}"/>
          </ac:inkMkLst>
        </pc:inkChg>
        <pc:inkChg chg="add">
          <ac:chgData name="Christopher Aloo" userId="81d139e4-1a74-45bd-a04a-64f94c7d37c9" providerId="ADAL" clId="{96C79984-D60A-4099-9EEC-0E802D2FF5EC}" dt="2025-07-09T17:58:45.857" v="468" actId="9405"/>
          <ac:inkMkLst>
            <pc:docMk/>
            <pc:sldMk cId="392609137" sldId="273"/>
            <ac:inkMk id="90" creationId="{040BDCE9-4A69-EA31-765F-2D7646F18810}"/>
          </ac:inkMkLst>
        </pc:inkChg>
        <pc:inkChg chg="add mod">
          <ac:chgData name="Christopher Aloo" userId="81d139e4-1a74-45bd-a04a-64f94c7d37c9" providerId="ADAL" clId="{96C79984-D60A-4099-9EEC-0E802D2FF5EC}" dt="2025-07-09T17:59:07.154" v="492"/>
          <ac:inkMkLst>
            <pc:docMk/>
            <pc:sldMk cId="392609137" sldId="273"/>
            <ac:inkMk id="91" creationId="{CA4EF938-CBD1-FFEC-864F-030EF592452A}"/>
          </ac:inkMkLst>
        </pc:inkChg>
        <pc:inkChg chg="add">
          <ac:chgData name="Christopher Aloo" userId="81d139e4-1a74-45bd-a04a-64f94c7d37c9" providerId="ADAL" clId="{96C79984-D60A-4099-9EEC-0E802D2FF5EC}" dt="2025-07-09T17:58:46.831" v="470" actId="9405"/>
          <ac:inkMkLst>
            <pc:docMk/>
            <pc:sldMk cId="392609137" sldId="273"/>
            <ac:inkMk id="92" creationId="{87978429-1131-AA1A-C551-1AC87048AA4A}"/>
          </ac:inkMkLst>
        </pc:inkChg>
        <pc:inkChg chg="add mod">
          <ac:chgData name="Christopher Aloo" userId="81d139e4-1a74-45bd-a04a-64f94c7d37c9" providerId="ADAL" clId="{96C79984-D60A-4099-9EEC-0E802D2FF5EC}" dt="2025-07-09T17:59:07.154" v="492"/>
          <ac:inkMkLst>
            <pc:docMk/>
            <pc:sldMk cId="392609137" sldId="273"/>
            <ac:inkMk id="93" creationId="{CFA58665-35CC-96BA-0C94-1C1ED59EAEE1}"/>
          </ac:inkMkLst>
        </pc:inkChg>
        <pc:inkChg chg="add">
          <ac:chgData name="Christopher Aloo" userId="81d139e4-1a74-45bd-a04a-64f94c7d37c9" providerId="ADAL" clId="{96C79984-D60A-4099-9EEC-0E802D2FF5EC}" dt="2025-07-09T17:58:48.780" v="473" actId="9405"/>
          <ac:inkMkLst>
            <pc:docMk/>
            <pc:sldMk cId="392609137" sldId="273"/>
            <ac:inkMk id="95" creationId="{57C23439-D091-0821-5906-876491A9579E}"/>
          </ac:inkMkLst>
        </pc:inkChg>
        <pc:inkChg chg="add">
          <ac:chgData name="Christopher Aloo" userId="81d139e4-1a74-45bd-a04a-64f94c7d37c9" providerId="ADAL" clId="{96C79984-D60A-4099-9EEC-0E802D2FF5EC}" dt="2025-07-09T17:58:49.070" v="474" actId="9405"/>
          <ac:inkMkLst>
            <pc:docMk/>
            <pc:sldMk cId="392609137" sldId="273"/>
            <ac:inkMk id="96" creationId="{95D4765B-758E-858D-809A-1837B38B1815}"/>
          </ac:inkMkLst>
        </pc:inkChg>
        <pc:inkChg chg="add">
          <ac:chgData name="Christopher Aloo" userId="81d139e4-1a74-45bd-a04a-64f94c7d37c9" providerId="ADAL" clId="{96C79984-D60A-4099-9EEC-0E802D2FF5EC}" dt="2025-07-09T17:58:49.787" v="475" actId="9405"/>
          <ac:inkMkLst>
            <pc:docMk/>
            <pc:sldMk cId="392609137" sldId="273"/>
            <ac:inkMk id="97" creationId="{A3EBF70C-43DE-895B-6C1B-90F25604CFCC}"/>
          </ac:inkMkLst>
        </pc:inkChg>
        <pc:inkChg chg="add">
          <ac:chgData name="Christopher Aloo" userId="81d139e4-1a74-45bd-a04a-64f94c7d37c9" providerId="ADAL" clId="{96C79984-D60A-4099-9EEC-0E802D2FF5EC}" dt="2025-07-09T17:58:50.601" v="476" actId="9405"/>
          <ac:inkMkLst>
            <pc:docMk/>
            <pc:sldMk cId="392609137" sldId="273"/>
            <ac:inkMk id="98" creationId="{6E36E63C-DF6A-38C6-EF9D-E6DB9D07420A}"/>
          </ac:inkMkLst>
        </pc:inkChg>
        <pc:inkChg chg="add mod">
          <ac:chgData name="Christopher Aloo" userId="81d139e4-1a74-45bd-a04a-64f94c7d37c9" providerId="ADAL" clId="{96C79984-D60A-4099-9EEC-0E802D2FF5EC}" dt="2025-07-09T17:58:52.428" v="480"/>
          <ac:inkMkLst>
            <pc:docMk/>
            <pc:sldMk cId="392609137" sldId="273"/>
            <ac:inkMk id="99" creationId="{7DF764DD-BDE5-B886-5C53-5161A2AF7CBA}"/>
          </ac:inkMkLst>
        </pc:inkChg>
        <pc:inkChg chg="add mod">
          <ac:chgData name="Christopher Aloo" userId="81d139e4-1a74-45bd-a04a-64f94c7d37c9" providerId="ADAL" clId="{96C79984-D60A-4099-9EEC-0E802D2FF5EC}" dt="2025-07-09T17:58:52.428" v="480"/>
          <ac:inkMkLst>
            <pc:docMk/>
            <pc:sldMk cId="392609137" sldId="273"/>
            <ac:inkMk id="100" creationId="{B6A55C4C-3853-4522-F88C-FEDC44B57B6E}"/>
          </ac:inkMkLst>
        </pc:inkChg>
        <pc:inkChg chg="add mod">
          <ac:chgData name="Christopher Aloo" userId="81d139e4-1a74-45bd-a04a-64f94c7d37c9" providerId="ADAL" clId="{96C79984-D60A-4099-9EEC-0E802D2FF5EC}" dt="2025-07-09T17:58:52.428" v="480"/>
          <ac:inkMkLst>
            <pc:docMk/>
            <pc:sldMk cId="392609137" sldId="273"/>
            <ac:inkMk id="101" creationId="{9849ED51-E657-2961-70A2-F975871BCC86}"/>
          </ac:inkMkLst>
        </pc:inkChg>
        <pc:inkChg chg="add">
          <ac:chgData name="Christopher Aloo" userId="81d139e4-1a74-45bd-a04a-64f94c7d37c9" providerId="ADAL" clId="{96C79984-D60A-4099-9EEC-0E802D2FF5EC}" dt="2025-07-09T17:59:00.527" v="481" actId="9405"/>
          <ac:inkMkLst>
            <pc:docMk/>
            <pc:sldMk cId="392609137" sldId="273"/>
            <ac:inkMk id="104" creationId="{E9701515-8203-E590-C32C-ABEE758751AD}"/>
          </ac:inkMkLst>
        </pc:inkChg>
        <pc:inkChg chg="add">
          <ac:chgData name="Christopher Aloo" userId="81d139e4-1a74-45bd-a04a-64f94c7d37c9" providerId="ADAL" clId="{96C79984-D60A-4099-9EEC-0E802D2FF5EC}" dt="2025-07-09T17:59:00.980" v="482" actId="9405"/>
          <ac:inkMkLst>
            <pc:docMk/>
            <pc:sldMk cId="392609137" sldId="273"/>
            <ac:inkMk id="105" creationId="{24EA3A4A-3E69-D253-B80C-F38D342DC656}"/>
          </ac:inkMkLst>
        </pc:inkChg>
        <pc:inkChg chg="add">
          <ac:chgData name="Christopher Aloo" userId="81d139e4-1a74-45bd-a04a-64f94c7d37c9" providerId="ADAL" clId="{96C79984-D60A-4099-9EEC-0E802D2FF5EC}" dt="2025-07-09T17:59:01.317" v="483" actId="9405"/>
          <ac:inkMkLst>
            <pc:docMk/>
            <pc:sldMk cId="392609137" sldId="273"/>
            <ac:inkMk id="106" creationId="{FB4C411F-ADA7-A665-B563-447978C7B8D5}"/>
          </ac:inkMkLst>
        </pc:inkChg>
        <pc:inkChg chg="add">
          <ac:chgData name="Christopher Aloo" userId="81d139e4-1a74-45bd-a04a-64f94c7d37c9" providerId="ADAL" clId="{96C79984-D60A-4099-9EEC-0E802D2FF5EC}" dt="2025-07-09T17:59:01.701" v="484" actId="9405"/>
          <ac:inkMkLst>
            <pc:docMk/>
            <pc:sldMk cId="392609137" sldId="273"/>
            <ac:inkMk id="107" creationId="{108B4D3C-1F98-6B49-652F-20D0E8E72944}"/>
          </ac:inkMkLst>
        </pc:inkChg>
        <pc:inkChg chg="add">
          <ac:chgData name="Christopher Aloo" userId="81d139e4-1a74-45bd-a04a-64f94c7d37c9" providerId="ADAL" clId="{96C79984-D60A-4099-9EEC-0E802D2FF5EC}" dt="2025-07-09T17:59:02.541" v="485" actId="9405"/>
          <ac:inkMkLst>
            <pc:docMk/>
            <pc:sldMk cId="392609137" sldId="273"/>
            <ac:inkMk id="108" creationId="{A4153FB1-A26E-3021-45D4-1FDE50CF3909}"/>
          </ac:inkMkLst>
        </pc:inkChg>
        <pc:inkChg chg="add mod">
          <ac:chgData name="Christopher Aloo" userId="81d139e4-1a74-45bd-a04a-64f94c7d37c9" providerId="ADAL" clId="{96C79984-D60A-4099-9EEC-0E802D2FF5EC}" dt="2025-07-09T17:59:09.554" v="496"/>
          <ac:inkMkLst>
            <pc:docMk/>
            <pc:sldMk cId="392609137" sldId="273"/>
            <ac:inkMk id="109" creationId="{48376AB0-84C0-2BCE-F8DF-02DA0C8C131A}"/>
          </ac:inkMkLst>
        </pc:inkChg>
        <pc:inkChg chg="add">
          <ac:chgData name="Christopher Aloo" userId="81d139e4-1a74-45bd-a04a-64f94c7d37c9" providerId="ADAL" clId="{96C79984-D60A-4099-9EEC-0E802D2FF5EC}" dt="2025-07-09T17:59:03.237" v="487" actId="9405"/>
          <ac:inkMkLst>
            <pc:docMk/>
            <pc:sldMk cId="392609137" sldId="273"/>
            <ac:inkMk id="110" creationId="{6ED1D331-F4E4-EC71-2548-9E00B2ED9B6D}"/>
          </ac:inkMkLst>
        </pc:inkChg>
        <pc:inkChg chg="add">
          <ac:chgData name="Christopher Aloo" userId="81d139e4-1a74-45bd-a04a-64f94c7d37c9" providerId="ADAL" clId="{96C79984-D60A-4099-9EEC-0E802D2FF5EC}" dt="2025-07-09T17:59:04.237" v="488" actId="9405"/>
          <ac:inkMkLst>
            <pc:docMk/>
            <pc:sldMk cId="392609137" sldId="273"/>
            <ac:inkMk id="111" creationId="{A37FBCD7-F39E-0639-B18E-A9096DBF8F5C}"/>
          </ac:inkMkLst>
        </pc:inkChg>
        <pc:inkChg chg="add">
          <ac:chgData name="Christopher Aloo" userId="81d139e4-1a74-45bd-a04a-64f94c7d37c9" providerId="ADAL" clId="{96C79984-D60A-4099-9EEC-0E802D2FF5EC}" dt="2025-07-09T17:59:05.027" v="489" actId="9405"/>
          <ac:inkMkLst>
            <pc:docMk/>
            <pc:sldMk cId="392609137" sldId="273"/>
            <ac:inkMk id="112" creationId="{966F5347-29D4-1D40-FB02-CC1812B24841}"/>
          </ac:inkMkLst>
        </pc:inkChg>
        <pc:inkChg chg="add">
          <ac:chgData name="Christopher Aloo" userId="81d139e4-1a74-45bd-a04a-64f94c7d37c9" providerId="ADAL" clId="{96C79984-D60A-4099-9EEC-0E802D2FF5EC}" dt="2025-07-09T17:59:05.578" v="490" actId="9405"/>
          <ac:inkMkLst>
            <pc:docMk/>
            <pc:sldMk cId="392609137" sldId="273"/>
            <ac:inkMk id="113" creationId="{8E53094A-DC9E-5698-BA86-36B81A33B425}"/>
          </ac:inkMkLst>
        </pc:inkChg>
        <pc:inkChg chg="add">
          <ac:chgData name="Christopher Aloo" userId="81d139e4-1a74-45bd-a04a-64f94c7d37c9" providerId="ADAL" clId="{96C79984-D60A-4099-9EEC-0E802D2FF5EC}" dt="2025-07-09T17:59:06.029" v="491" actId="9405"/>
          <ac:inkMkLst>
            <pc:docMk/>
            <pc:sldMk cId="392609137" sldId="273"/>
            <ac:inkMk id="114" creationId="{14486365-64AC-C8BA-29B6-90218A7A9E9A}"/>
          </ac:inkMkLst>
        </pc:inkChg>
        <pc:inkChg chg="add">
          <ac:chgData name="Christopher Aloo" userId="81d139e4-1a74-45bd-a04a-64f94c7d37c9" providerId="ADAL" clId="{96C79984-D60A-4099-9EEC-0E802D2FF5EC}" dt="2025-07-09T17:59:07.936" v="493" actId="9405"/>
          <ac:inkMkLst>
            <pc:docMk/>
            <pc:sldMk cId="392609137" sldId="273"/>
            <ac:inkMk id="116" creationId="{B74EFDC0-CB1E-0314-0E2A-C72B8177859D}"/>
          </ac:inkMkLst>
        </pc:inkChg>
        <pc:inkChg chg="add">
          <ac:chgData name="Christopher Aloo" userId="81d139e4-1a74-45bd-a04a-64f94c7d37c9" providerId="ADAL" clId="{96C79984-D60A-4099-9EEC-0E802D2FF5EC}" dt="2025-07-09T17:59:08.296" v="494" actId="9405"/>
          <ac:inkMkLst>
            <pc:docMk/>
            <pc:sldMk cId="392609137" sldId="273"/>
            <ac:inkMk id="117" creationId="{093B7E8F-B0A8-921F-3756-5074F332F441}"/>
          </ac:inkMkLst>
        </pc:inkChg>
        <pc:inkChg chg="add">
          <ac:chgData name="Christopher Aloo" userId="81d139e4-1a74-45bd-a04a-64f94c7d37c9" providerId="ADAL" clId="{96C79984-D60A-4099-9EEC-0E802D2FF5EC}" dt="2025-07-09T17:59:08.577" v="495" actId="9405"/>
          <ac:inkMkLst>
            <pc:docMk/>
            <pc:sldMk cId="392609137" sldId="273"/>
            <ac:inkMk id="118" creationId="{60DE5883-91B5-D913-1877-BCD6BCD322A1}"/>
          </ac:inkMkLst>
        </pc:inkChg>
        <pc:inkChg chg="add mod">
          <ac:chgData name="Christopher Aloo" userId="81d139e4-1a74-45bd-a04a-64f94c7d37c9" providerId="ADAL" clId="{96C79984-D60A-4099-9EEC-0E802D2FF5EC}" dt="2025-07-09T17:59:29.192" v="511"/>
          <ac:inkMkLst>
            <pc:docMk/>
            <pc:sldMk cId="392609137" sldId="273"/>
            <ac:inkMk id="120" creationId="{B1CA9F0A-5E01-0519-4BDB-6B2EF2D1380F}"/>
          </ac:inkMkLst>
        </pc:inkChg>
        <pc:inkChg chg="add">
          <ac:chgData name="Christopher Aloo" userId="81d139e4-1a74-45bd-a04a-64f94c7d37c9" providerId="ADAL" clId="{96C79984-D60A-4099-9EEC-0E802D2FF5EC}" dt="2025-07-09T17:59:11.742" v="498" actId="9405"/>
          <ac:inkMkLst>
            <pc:docMk/>
            <pc:sldMk cId="392609137" sldId="273"/>
            <ac:inkMk id="121" creationId="{79CFFAE4-970A-D00A-9DE6-0C3CDD04DE77}"/>
          </ac:inkMkLst>
        </pc:inkChg>
        <pc:inkChg chg="add">
          <ac:chgData name="Christopher Aloo" userId="81d139e4-1a74-45bd-a04a-64f94c7d37c9" providerId="ADAL" clId="{96C79984-D60A-4099-9EEC-0E802D2FF5EC}" dt="2025-07-09T17:59:13.508" v="500" actId="9405"/>
          <ac:inkMkLst>
            <pc:docMk/>
            <pc:sldMk cId="392609137" sldId="273"/>
            <ac:inkMk id="123" creationId="{B9EDF3EF-4929-A635-BC78-3B484DFED69A}"/>
          </ac:inkMkLst>
        </pc:inkChg>
        <pc:inkChg chg="add">
          <ac:chgData name="Christopher Aloo" userId="81d139e4-1a74-45bd-a04a-64f94c7d37c9" providerId="ADAL" clId="{96C79984-D60A-4099-9EEC-0E802D2FF5EC}" dt="2025-07-09T17:59:17.947" v="502" actId="9405"/>
          <ac:inkMkLst>
            <pc:docMk/>
            <pc:sldMk cId="392609137" sldId="273"/>
            <ac:inkMk id="125" creationId="{04345904-75A3-CFF9-9793-B36E35A3E206}"/>
          </ac:inkMkLst>
        </pc:inkChg>
        <pc:inkChg chg="add">
          <ac:chgData name="Christopher Aloo" userId="81d139e4-1a74-45bd-a04a-64f94c7d37c9" providerId="ADAL" clId="{96C79984-D60A-4099-9EEC-0E802D2FF5EC}" dt="2025-07-09T17:59:22.662" v="504" actId="9405"/>
          <ac:inkMkLst>
            <pc:docMk/>
            <pc:sldMk cId="392609137" sldId="273"/>
            <ac:inkMk id="127" creationId="{5DE93276-1C20-1A31-D382-F97F1AA3F635}"/>
          </ac:inkMkLst>
        </pc:inkChg>
        <pc:inkChg chg="add mod">
          <ac:chgData name="Christopher Aloo" userId="81d139e4-1a74-45bd-a04a-64f94c7d37c9" providerId="ADAL" clId="{96C79984-D60A-4099-9EEC-0E802D2FF5EC}" dt="2025-07-09T17:59:29.192" v="511"/>
          <ac:inkMkLst>
            <pc:docMk/>
            <pc:sldMk cId="392609137" sldId="273"/>
            <ac:inkMk id="1025" creationId="{69057857-6D54-F8D0-D1BA-98F158E8A0DA}"/>
          </ac:inkMkLst>
        </pc:inkChg>
        <pc:inkChg chg="add">
          <ac:chgData name="Christopher Aloo" userId="81d139e4-1a74-45bd-a04a-64f94c7d37c9" providerId="ADAL" clId="{96C79984-D60A-4099-9EEC-0E802D2FF5EC}" dt="2025-07-09T17:59:26.523" v="507" actId="9405"/>
          <ac:inkMkLst>
            <pc:docMk/>
            <pc:sldMk cId="392609137" sldId="273"/>
            <ac:inkMk id="1027" creationId="{040A560A-AA5E-35A6-57FF-8D9E5CEDCF17}"/>
          </ac:inkMkLst>
        </pc:inkChg>
        <pc:inkChg chg="add">
          <ac:chgData name="Christopher Aloo" userId="81d139e4-1a74-45bd-a04a-64f94c7d37c9" providerId="ADAL" clId="{96C79984-D60A-4099-9EEC-0E802D2FF5EC}" dt="2025-07-09T17:59:27.148" v="508" actId="9405"/>
          <ac:inkMkLst>
            <pc:docMk/>
            <pc:sldMk cId="392609137" sldId="273"/>
            <ac:inkMk id="1028" creationId="{61715DFF-F5AE-ED24-0EBC-E06450B15C50}"/>
          </ac:inkMkLst>
        </pc:inkChg>
        <pc:inkChg chg="add">
          <ac:chgData name="Christopher Aloo" userId="81d139e4-1a74-45bd-a04a-64f94c7d37c9" providerId="ADAL" clId="{96C79984-D60A-4099-9EEC-0E802D2FF5EC}" dt="2025-07-09T17:59:28.080" v="509" actId="9405"/>
          <ac:inkMkLst>
            <pc:docMk/>
            <pc:sldMk cId="392609137" sldId="273"/>
            <ac:inkMk id="1029" creationId="{E0D05A38-A2E8-31D0-5063-334F7C5BFBA6}"/>
          </ac:inkMkLst>
        </pc:inkChg>
        <pc:inkChg chg="add">
          <ac:chgData name="Christopher Aloo" userId="81d139e4-1a74-45bd-a04a-64f94c7d37c9" providerId="ADAL" clId="{96C79984-D60A-4099-9EEC-0E802D2FF5EC}" dt="2025-07-09T17:59:28.298" v="510" actId="9405"/>
          <ac:inkMkLst>
            <pc:docMk/>
            <pc:sldMk cId="392609137" sldId="273"/>
            <ac:inkMk id="1030" creationId="{1F25222C-3904-3D5E-FE56-331D63739A1E}"/>
          </ac:inkMkLst>
        </pc:inkChg>
      </pc:sldChg>
      <pc:sldChg chg="add">
        <pc:chgData name="Christopher Aloo" userId="81d139e4-1a74-45bd-a04a-64f94c7d37c9" providerId="ADAL" clId="{96C79984-D60A-4099-9EEC-0E802D2FF5EC}" dt="2025-07-09T18:03:12.757" v="544" actId="2890"/>
        <pc:sldMkLst>
          <pc:docMk/>
          <pc:sldMk cId="2171842597" sldId="274"/>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39:47.826"/>
    </inkml:context>
    <inkml:brush xml:id="br0">
      <inkml:brushProperty name="width" value="0.035" units="cm"/>
      <inkml:brushProperty name="height" value="0.035" units="cm"/>
    </inkml:brush>
  </inkml:definitions>
  <inkml:trace contextRef="#ctx0" brushRef="#br0">276 0 3321,'0'0'6812,"-1"15"-5316,-41 285-28,37-233-1254,3 1 0,11 109 0,-9-172-193,1 0-1,0 0 1,0 0 0,0 0-1,1 0 1,-1-1 0,1 1 0,0 0-1,5 6 1,-6-9-3,1 0 0,0 0 0,0 0-1,0-1 1,0 1 0,0 0 0,0-1 0,0 1 0,1-1 0,-1 0-1,0 0 1,1 0 0,-1 0 0,1 0 0,0 0 0,-1-1-1,1 1 1,-1-1 0,6 0 0,4 0 33,0-1 0,0 0 1,0-1-1,0-1 0,0 0 0,-1 0 0,1-2 0,-1 1 0,0-1 1,0-1-1,0 0 0,-1 0 0,11-9 0,13-12-5,-1-1-1,39-44 0,-49 49-42,-1 1 36,-1-1-1,-1-1 0,-1 0 1,21-36-1,-38 58-20,-1 0-1,0-1 1,0 1-1,0-1 1,0 1-1,0-1 1,-1 1-1,1-1 1,-1 0 0,0 1-1,1-1 1,-1 0-1,0 1 1,-1-1-1,1 0 1,0 1 0,-1-1-1,0 1 1,1-1-1,-2-2 1,0 1 40,-1 1 1,1-1-1,0 1 1,-1 0-1,0 0 1,0 0-1,0 0 1,0 0-1,0 1 1,-1 0-1,1-1 1,-5-1 0,7 4-40,1-1 0,-1 1 1,0 0-1,1-1 0,-1 1 1,0 0-1,0-1 0,1 1 1,-1 0-1,0 0 0,0 0 1,1 0-1,-1 0 0,0 0 1,0 0-1,0 0 0,1 0 1,-1 0-1,0 1 0,0-1 1,1 0-1,-1 0 0,0 1 1,1-1-1,-1 1 0,0-1 1,1 0-1,-1 1 0,0-1 1,1 1-1,-1-1 0,0 2 1,-12 22-145,11-19 168,-1 2-56,1 0 0,0 0 1,0 0-1,1 0 0,0 1 1,0-1-1,1 0 1,0 8-1,0 1-5,0 107-578,16 125 0,32 120-963,-47-362 1549,4 23 29,-2 1 1,0-1-1,-3 1 0,0 0 1,-6 34-1,5-55 108,-1 1 0,-1-1 0,0 0-1,0 0 1,-1 0 0,0 0 0,0-1 0,-10 14-1,10-17 57,-1 0 1,0 0-1,0 0 0,0 0 0,0-1 0,-1 0 0,0 0 0,0 0 0,0-1 0,0 0 1,0 0-1,-1 0 0,-8 1 0,1-1 60,0 0-1,0-2 1,-1 1 0,1-2 0,0 0 0,0-1-1,-1 0 1,1-1 0,0-1 0,0 0-1,-17-7 1,-2-2-136,0-1-1,1-2 1,-42-27-1,49 27-382,2-1-1,0-2 1,1 0 0,1-2-1,1 0 1,-34-44 0,45 51-137,0-1 0,1 0 0,0 0 0,1-1 0,-9-28 0,14 33 44,-1-1 0,1 1 0,1 0 1,0-1-1,1 1 0,0-1 0,0 1 0,1-1 1,4-18-1,-2 19 78,0 1 0,1 0 0,0 0 0,0 0 0,1 0 0,0 0 0,1 1 0,0 0-1,0 1 1,1-1 0,0 1 0,11-9 0,-2 5-69,-1 1-1,23-10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39:49.288"/>
    </inkml:context>
    <inkml:brush xml:id="br0">
      <inkml:brushProperty name="width" value="0.035" units="cm"/>
      <inkml:brushProperty name="height" value="0.035" units="cm"/>
    </inkml:brush>
  </inkml:definitions>
  <inkml:trace contextRef="#ctx0" brushRef="#br0">1 103 8562,'12'-4'440,"10"-2"192,9-1-464,14-4-40,9 3 56,13-5 64,2 3 16,7 0-16,-3 1-32,0 0-88,-6 4-40,-15 0-88,-5 2-56,-23 1-88,-22 2-104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39:49.428"/>
    </inkml:context>
    <inkml:brush xml:id="br0">
      <inkml:brushProperty name="width" value="0.035" units="cm"/>
      <inkml:brushProperty name="height" value="0.035" units="cm"/>
    </inkml:brush>
  </inkml:definitions>
  <inkml:trace contextRef="#ctx0" brushRef="#br0">0 87 10826,'24'11'312,"13"-3"-96,13 1-168,16-9 16,10-2-8,2-10 8,-1-2-16,-11-1-48,-12-1-32,-11-1-216,-12-2-280,-14 0 328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39:50.569"/>
    </inkml:context>
    <inkml:brush xml:id="br0">
      <inkml:brushProperty name="width" value="0.035" units="cm"/>
      <inkml:brushProperty name="height" value="0.035" units="cm"/>
    </inkml:brush>
  </inkml:definitions>
  <inkml:trace contextRef="#ctx0" brushRef="#br0">306 249 4641,'0'0'269,"-7"-7"1289,-48-32 591,52 37-1865,-6-4 685,6 7-880,-1 1 93,-1 1-146,-1 0 0,1-1 0,0 2 0,0-1 0,1 0 0,-1 1 0,1 0 0,-1 0 0,1 1 0,0-1 0,1 1 0,-1-1 0,1 1 0,0 0 0,0 1 0,-3 7 0,-10 25 60,2 1 0,1 1 1,2 0-1,1 1 0,-4 49 0,11-64-30,2 0 0,0 1 0,2-1 0,1 0 0,1 1 0,1-1 0,1 0 0,2-1 1,12 34-1,-15-49-27,0-1 1,1 0 0,0 0 0,0 0 0,1 0 0,0-1 0,1 0-1,0 0 1,0-1 0,0 0 0,1 0 0,0-1 0,16 10-1,-16-12 54,1 0 0,0-1 0,0 0 0,1 0 0,-1-1 0,0 0 0,1-1 0,-1 0 0,1 0 0,-1-1-1,1-1 1,0 1 0,-1-1 0,1-1 0,9-2 0,8-4 136,1 0 0,-1-2 0,0-1 1,-1-1-1,-1-1 0,0-1 0,0-1 0,35-31 0,-45 34-133,-1-1 0,0-1 0,-1 0 1,-1-1-1,-1 0 0,0 0 0,0-2 0,-2 1 0,0-1 0,-1-1 0,-1 1 0,0-1 0,7-37 0,-10 35-76,-2 1 0,0 0-1,-2-1 1,0 1 0,-1-1-1,-1 1 1,0-1 0,-2 1-1,0 0 1,-1 0 0,-1 1-1,-1 0 1,-1 0 0,0 0-1,-1 1 1,-1 0 0,-1 1-1,0 0 1,-26-28 0,12 21-89,0 0-1,-2 2 1,0 1 0,-1 2 0,-1 0 0,-1 2-1,0 1 1,-1 1 0,-48-13 0,67 23 67,0 2-1,0 0 1,0 0 0,0 1 0,-1 1 0,1 0 0,0 0 0,0 1-1,-1 1 1,1 0 0,0 1 0,0 0 0,1 1 0,-1 0 0,1 1 0,0 0-1,0 1 1,0 0 0,1 0 0,0 2 0,0-1 0,0 1 0,1 0-1,1 1 1,-1 0 0,1 1 0,1-1 0,0 1 0,-10 20 0,14-24 32,0 0 0,1 0 0,0 0 1,0 0-1,0 0 0,1 1 0,0-1 0,0 1 1,1-1-1,0 1 0,0-1 0,0 1 1,1-1-1,0 0 0,0 1 0,1-1 1,-1 0-1,1 1 0,1-1 0,-1 0 0,1-1 1,0 1-1,6 8 0,-2-6 28,0 0 1,0 0-1,0 0 0,1-1 0,0-1 0,1 1 1,-1-1-1,1-1 0,0 1 0,1-2 0,-1 1 1,1-1-1,20 5 0,-3-3-10,1-2-1,-1-1 1,0-1-1,1-1 1,38-5-1,135-26 23,-146 19-242,73-25 0,-42 0-1800,-60 22-1054,30-21-1,-32 21 1231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39:52.799"/>
    </inkml:context>
    <inkml:brush xml:id="br0">
      <inkml:brushProperty name="width" value="0.035" units="cm"/>
      <inkml:brushProperty name="height" value="0.035" units="cm"/>
    </inkml:brush>
  </inkml:definitions>
  <inkml:trace contextRef="#ctx0" brushRef="#br0">79 75 6681,'-5'6'97,"0"1"-1,1 0 0,0 0 1,1 0-1,0 1 0,0-1 0,0 1 1,1-1-1,0 1 0,1 0 0,-1 0 1,1 0-1,1 0 0,0 0 0,1 11 1,2-2-38,0-1-1,1 0 1,8 19 0,-10-29 5,0-1 1,0 1-1,1-1 0,0 0 0,0 0 1,0 0-1,1 0 0,0-1 1,0 1-1,0-1 0,0 0 0,8 6 1,-9-9 7,0 0 0,0 0 0,0 0-1,1 0 1,-1 0 0,1-1 0,-1 1 0,0-1 0,1 0 0,-1 0 0,1 0 0,-1 0 0,0-1 0,1 0 0,-1 1 0,0-1 0,1 0 0,-1-1 0,0 1 0,0 0 0,5-4 0,2 0 55,-1-2 0,1 1 0,-1-1 0,17-17-1,-20 17-107,1 0 0,-1 0-1,-1-1 1,1 1 0,-1-1-1,-1-1 1,1 1 0,-1-1-1,-1 0 1,6-18-1,-8 22-15,-1-1 0,1 1 0,-1-1 0,0 1 0,0-1-1,0 0 1,-1 1 0,0-1 0,0 1 0,0-1-1,-1 1 1,0 0 0,0-1 0,0 1 0,-1 0 0,0 0-1,0 1 1,0-1 0,-6-7 0,2 4-4,-1 1-1,1 0 1,-1 0 0,-1 0 0,1 1 0,-1 0-1,0 1 1,-1 0 0,1 0 0,-1 1 0,0 0-1,0 1 1,0 0 0,0 1 0,-1 0 0,1 0-1,-1 1 1,1 1 0,-1 0 0,-19 2 0,27-1-94,-1 0 1,0 0-1,1 0 1,-1 0-1,1 1 1,0-1-1,-1 1 1,1 0-1,0 0 1,0 0-1,0 1 1,1-1-1,-6 6 1,-8 14-464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39:53.234"/>
    </inkml:context>
    <inkml:brush xml:id="br0">
      <inkml:brushProperty name="width" value="0.035" units="cm"/>
      <inkml:brushProperty name="height" value="0.035" units="cm"/>
    </inkml:brush>
  </inkml:definitions>
  <inkml:trace contextRef="#ctx0" brushRef="#br0">1 56 10858,'40'5'360,"10"-1"-64,12-4-176,2-5-104,2-6-48,-11-1-72,-7 2-8,-6 1 16,-7 2 56,-11 2-8,-9 0-48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39:53.465"/>
    </inkml:context>
    <inkml:brush xml:id="br0">
      <inkml:brushProperty name="width" value="0.035" units="cm"/>
      <inkml:brushProperty name="height" value="0.035" units="cm"/>
    </inkml:brush>
  </inkml:definitions>
  <inkml:trace contextRef="#ctx0" brushRef="#br0">2 0 13051,'-2'57'1336,"13"4"1033,6 13-2177,4 4-456,-2 5-601,-9 0-183,-3-2-176,-2 0 128,0-6 712,-3-4-49,0-16 313</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39:54.127"/>
    </inkml:context>
    <inkml:brush xml:id="br0">
      <inkml:brushProperty name="width" value="0.035" units="cm"/>
      <inkml:brushProperty name="height" value="0.035" units="cm"/>
    </inkml:brush>
  </inkml:definitions>
  <inkml:trace contextRef="#ctx0" brushRef="#br0">375 282 10194,'-12'1'238,"0"0"3,0 0 1,0 1-1,-19 6 1,28-7-269,1 0 0,-1 0 0,1 0 0,-1 0 0,1 0 0,0 1 1,0-1-1,0 1 0,0-1 0,0 1 0,0 0 0,0 0 0,0 0 0,0 0 1,1 0-1,-1 0 0,1 0 0,0 1 0,0-1 0,0 0 0,0 1 1,-1 4-1,-7 37 95,2 1 0,2-1 0,2 1 1,2 0-1,6 52 0,-4-86-6,1-1-1,0 1 1,1 0 0,0-1 0,1 0-1,0 0 1,1 0 0,0-1-1,0 1 1,1-1 0,10 12-1,-10-14 9,1 0 0,0-1-1,0 0 1,0-1-1,0 1 1,1-1 0,0-1-1,0 0 1,1 0-1,-1 0 1,1-1 0,-1 0-1,1-1 1,11 2-1,-5-2 54,0-2-1,0 1 0,0-2 0,0 0 0,-1-1 0,1 0 0,0-1 0,-1-1 0,1 0 0,-1-1 0,0 0 0,-1-2 1,1 1-1,-1-2 0,0 0 0,17-13 0,-10 5-32,-1-1-1,-1 0 1,0-1-1,-1-2 1,-1 1 0,0-2-1,-2 0 1,23-44-1,-31 51-42,-1 0-1,0 0 1,0 0 0,-2 0-1,1-1 1,-2 0-1,0 1 1,-1-1-1,0 0 1,-2 0-1,1 0 1,-2 0 0,0 0-1,0 1 1,-2-1-1,0 1 1,0 0-1,-2 0 1,1 0-1,-2 0 1,-15-23 0,10 18 12,-2 0 1,0 0 0,-2 2-1,0 0 1,0 0-1,-2 2 1,0 0 0,0 1-1,-1 1 1,-22-11 0,26 16-68,0 1 1,-1 1-1,0 1 1,0 0-1,0 1 1,-1 0-1,0 2 1,0 0 0,1 0-1,-1 2 1,0 0-1,0 1 1,0 1-1,-24 5 1,16 0-36,0 1-1,0 1 1,1 1 0,1 1 0,-44 27 0,51-27 3,1 0 0,0 1-1,0 1 1,2 0 0,-1 0 0,2 2 0,0 0 0,-18 28 0,27-37 32,0 0 0,0 0 0,0 1 0,1-1 0,0 1 0,0-1 1,0 1-1,1 0 0,0 0 0,1-1 0,-1 1 0,1 0 0,1 0 1,-1 0-1,4 12 0,-3-13 10,2 0 1,-1 0-1,1-1 0,0 1 1,0-1-1,0 0 1,1 0-1,0 0 1,0 0-1,0-1 0,0 1 1,1-1-1,0 0 1,0-1-1,0 1 0,0-1 1,0 0-1,7 3 1,8 2 75,1-1 1,-1 0 0,2-2 0,-1 0 0,0-1-1,1-2 1,43 1 0,-5-5 158,100-16 0,-44-4-668,156-50 1,-22-15-3645,-205 70 3362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39:54.466"/>
    </inkml:context>
    <inkml:brush xml:id="br0">
      <inkml:brushProperty name="width" value="0.035" units="cm"/>
      <inkml:brushProperty name="height" value="0.035" units="cm"/>
    </inkml:brush>
  </inkml:definitions>
  <inkml:trace contextRef="#ctx0" brushRef="#br0">159 1 11122,'-19'43'544,"-2"10"137,9 10-145,-8 20-560,6 7-168,-5 10-72,-4 0 128,11-6-32,2-11-16,5-21-857,1-15 673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39:54.947"/>
    </inkml:context>
    <inkml:brush xml:id="br0">
      <inkml:brushProperty name="width" value="0.035" units="cm"/>
      <inkml:brushProperty name="height" value="0.035" units="cm"/>
    </inkml:brush>
  </inkml:definitions>
  <inkml:trace contextRef="#ctx0" brushRef="#br0">915 1 9282,'-2'0'712,"-27"29"512,0 7-623,-11 13-137,-17 18 40,-11 13-48,-11 18-248,-6 4-64,-13 4-48,-1-8 24,13-20 24,8-14 0,24-31-144,7-16-360,11-23-3001,8-12 2585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39:55.200"/>
    </inkml:context>
    <inkml:brush xml:id="br0">
      <inkml:brushProperty name="width" value="0.035" units="cm"/>
      <inkml:brushProperty name="height" value="0.035" units="cm"/>
    </inkml:brush>
  </inkml:definitions>
  <inkml:trace contextRef="#ctx0" brushRef="#br0">0 1 18780,'24'21'1000,"9"5"513,22 17-1409,11 5-152,10 14-409,-5 4-431,-9 10-544,-8 4-769,-9-1 409,-2-4 408,0-17 688,-1-9 424,-2-25 56,-1-10-64,-4-23-313,-2-8-479,-4-16 656</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39:55.421"/>
    </inkml:context>
    <inkml:brush xml:id="br0">
      <inkml:brushProperty name="width" value="0.035" units="cm"/>
      <inkml:brushProperty name="height" value="0.035" units="cm"/>
    </inkml:brush>
  </inkml:definitions>
  <inkml:trace contextRef="#ctx0" brushRef="#br0">7 1 18284,'-7'5'976,"7"-3"-1952,18 24-312,-6 0-249,-4 8 81,-2 20 168,-3 8 520,-1 5-1713,-2-1 1657</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39:58.438"/>
    </inkml:context>
    <inkml:brush xml:id="br0">
      <inkml:brushProperty name="width" value="0.035" units="cm"/>
      <inkml:brushProperty name="height" value="0.035" units="cm"/>
    </inkml:brush>
  </inkml:definitions>
  <inkml:trace contextRef="#ctx0" brushRef="#br0">437 3 6113,'0'0'2462,"16"6"-2234,-8-3-235,-4-2 4,-1 0 0,1 0 0,-1 1 1,1-1-1,-1 1 0,0 0 0,0 0 0,0 0 1,0 0-1,0 1 0,-1-1 0,1 1 0,4 5 1,-1 4 33,-1 1 0,0 0 1,-1 0-1,0 1 0,-1-1 1,0 1-1,0 19 0,0-10 73,7 62 470,-7-51-240,1 1 1,2 0-1,1-1 0,13 35 0,-18-63-294,1 0 1,-1-1 0,1 1-1,0-1 1,0 0-1,1 0 1,0 0-1,0 0 1,0-1 0,0 0-1,1 1 1,9 5-1,-10-8-26,-1 0-1,0 0 1,1-1-1,0 0 1,-1 0-1,1 0 1,0 0-1,-1 0 1,1-1-1,0 0 1,0 0-1,0 0 1,-1 0-1,1 0 0,0-1 1,0 1-1,-1-1 1,1 0-1,0-1 1,-1 1-1,1 0 1,3-3-1,4-2 16,0-1-1,-1-1 1,0 0-1,0 0 0,0-1 1,-1 0-1,-1 0 1,14-20-1,-4 3 62,-2-1 0,20-42 0,-24 41 119,0-1 0,-2 0 1,-1 0-1,-2-1 1,0 0-1,-2 0 0,-2-1 1,1-39-1,-4 67-114,0 0 0,-1 0 0,1-1-1,-1 1 1,0 0 0,1 0 0,-3-5 0,3 7-81,-1 1 1,1 0 0,0 0-1,0-1 1,0 1 0,0 0-1,0 0 1,-1-1 0,1 1-1,0 0 1,0 0 0,0 0 0,-1 0-1,1-1 1,0 1 0,0 0-1,-1 0 1,1 0 0,0 0-1,0 0 1,-1 0 0,1 0-1,0 0 1,-1 0 0,1-1-1,0 1 1,0 0 0,-1 0 0,1 0-1,0 1 1,0-1 0,-1 0-1,-11 13 247,7-3-203,1 0-1,0 0 0,0 0 0,1 1 0,1-1 0,-1 1 0,0 17 1,0 81-48,3-95-13,22 315-1022,0-6-945,-22-265 1642,-2-1 1,-3 0-1,-19 92 1,19-126 519,-2-1 0,0 0 0,-1 0 0,-17 32 0,21-48 40,1 1-1,-1-1 1,-1 0-1,1 0 0,-1 0 1,0-1-1,0 0 1,-1 0-1,1 0 0,-1 0 1,0-1-1,0 0 0,-1 0 1,1-1-1,-1 0 1,0 0-1,0 0 0,-8 1 1,2-2 50,0-1 0,0-1 1,-1 0-1,1-1 0,0 0 0,0-1 1,0-1-1,1 0 0,-1 0 1,-21-10-1,-3-3-54,0-2 0,-38-26 0,-3-5-1812,3-4 1,-120-109-1,189 156 1368,-4-2-336,0-1 0,1 0 0,0 0 0,1-1 0,0-1 0,0 1-1,1-1 1,1 0 0,-8-17 0,2-27-707</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39:58.836"/>
    </inkml:context>
    <inkml:brush xml:id="br0">
      <inkml:brushProperty name="width" value="0.035" units="cm"/>
      <inkml:brushProperty name="height" value="0.035" units="cm"/>
    </inkml:brush>
  </inkml:definitions>
  <inkml:trace contextRef="#ctx0" brushRef="#br0">0 76 9850,'0'0'944,"19"5"1857,11-3-1361,20-5-704,14-2-15,17-8-169,-1 0-192,4-3-360,-11 0-264,-12 6-384,-8 3-121,-11 7-183,-8 2-104,-16 3-1385,-17-5 1873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39:59.087"/>
    </inkml:context>
    <inkml:brush xml:id="br0">
      <inkml:brushProperty name="width" value="0.035" units="cm"/>
      <inkml:brushProperty name="height" value="0.035" units="cm"/>
    </inkml:brush>
  </inkml:definitions>
  <inkml:trace contextRef="#ctx0" brushRef="#br0">1 11 19636,'5'39'1457,"26"-2"-17,17-6-1000,37-12-736,9-14-312,4-17-921,2-11-1303,-10-11-2593,-5-2 2176,-14-1 1825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00.253"/>
    </inkml:context>
    <inkml:brush xml:id="br0">
      <inkml:brushProperty name="width" value="0.035" units="cm"/>
      <inkml:brushProperty name="height" value="0.035" units="cm"/>
    </inkml:brush>
  </inkml:definitions>
  <inkml:trace contextRef="#ctx0" brushRef="#br0">274 92 6313,'16'-17'502,"2"1"-1,0 1 1,38-25-1,-55 39-438,-1 1 1,1-1-1,-1 1 0,1 0 0,-1 0 1,1-1-1,0 1 0,-1 0 0,1 0 1,-1 0-1,1-1 0,0 1 0,-1 0 1,1 0-1,0 0 0,-1 0 0,1 0 1,0 0-1,-1 1 0,1-1 0,0 0 1,-1 0-1,1 0 0,-1 0 0,1 1 1,0-1-1,-1 0 0,1 1 0,-1-1 1,1 0-1,0 2 0,0-1 36,0 1 1,0 0-1,0-1 1,0 1-1,0 0 1,0 0-1,-1 0 1,1 0-1,0 0 1,-1 2-1,2 7 130,-1-1 1,-1 0-1,0 11 1,-2-3-199,-1 0 0,0 0 0,-2 0 0,0-1 0,0 1 0,-2-1 1,0-1-1,-1 1 0,0-1 0,-2-1 0,0 1 0,-17 19 0,6-12 71,0-1 0,-2 0 0,0-2 0,-2-1 0,0-1-1,-41 23 1,59-37 79,0-1-1,0 1 1,-1-2 0,0 1-1,-12 2 1,18-4-126,0-1-1,0 1 1,0-1 0,-1 0 0,1 0-1,0 0 1,-1 0 0,1 0 0,0-1-1,0 1 1,0-1 0,-1 1 0,1-1 0,0 0-1,0 0 1,0 0 0,0 0 0,0 0-1,0 0 1,0-1 0,1 1 0,-4-3-1,4 2 110,3-2 84,-1 3-221,0 0 0,1 0-1,-1 0 1,0 0 0,1 0-1,-1 0 1,1 0 0,-1 1-1,1-1 1,-1 1-1,1-1 1,0 1 0,-1-1-1,1 1 1,0 0 0,-1 0-1,4 0 1,33 5 481,-23-2-305,43 7 202,0-3 0,0-3 0,0-2 1,80-7-1,-112 2-397,-1-2 0,1-1 1,-1 0-1,0-2 1,24-11-1,-31 11-22,-1-1 1,-1-1-1,0 0 0,0-2 0,-1 1 1,-1-2-1,24-24 0,-34 32-92,0 0 1,0 0-1,0 0 0,0-1 1,-1 0-1,0 1 0,0-1 0,0 0 1,-1-1-1,0 1 0,0 0 0,0-1 1,0-6-1,-2 8-66,0-1 1,-1 1-1,1 0 0,-1 0 1,0 0-1,0 0 0,-1 1 1,1-1-1,-1 0 0,0 0 1,-1 1-1,1-1 0,-1 1 1,0 0-1,0 0 0,0 0 1,-6-6-1,-9-7 8,0 1 0,-1 0 1,-1 1-1,-1 1 0,0 1 1,-1 1-1,-39-16 0,58 27 229,-1 0 0,0-1 0,0 1-1,1 1 1,-1-1 0,0 0 0,0 1-1,0 0 1,0 0 0,0 0 0,0 1-1,0-1 1,0 1 0,0 0 0,1 0 0,-1 0-1,0 0 1,1 1 0,-1 0 0,-5 3-1,5-2 84,0 1 0,0-1 0,1 1 0,0 0 0,-1 0 0,1 0 0,0 0-1,1 1 1,-1-1 0,1 1 0,0 0 0,0-1 0,1 1 0,-1 0-1,0 6 1,-5 40 583,2-1-1,2 86 0,3-59-571,-1-14-206,1 159-135,3-185-684,0 1-1,3-1 0,18 65 1,-12-75-641,-11-26 1462,-1-1 0,1 1 0,-1-1 0,1 1 1,0-1-1,-1 1 0,1-1 0,0 1 0,-1-1 0,1 0 1,0 1-1,0-1 0,-1 0 0,1 0 0,0 0 1,0 0-1,1 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00.967"/>
    </inkml:context>
    <inkml:brush xml:id="br0">
      <inkml:brushProperty name="width" value="0.035" units="cm"/>
      <inkml:brushProperty name="height" value="0.035" units="cm"/>
    </inkml:brush>
  </inkml:definitions>
  <inkml:trace contextRef="#ctx0" brushRef="#br0">0 120 10938,'0'0'712,"18"12"-351,18-9 367,14 4 824,18-5 96,4-2-159,6-7-633,-5-3-528,10-1-728,0-1-176,-9 3-208,-1-1-153,-28-4-543,-9-1-656,-19-9-481,-6-8 1577</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01.221"/>
    </inkml:context>
    <inkml:brush xml:id="br0">
      <inkml:brushProperty name="width" value="0.035" units="cm"/>
      <inkml:brushProperty name="height" value="0.035" units="cm"/>
    </inkml:brush>
  </inkml:definitions>
  <inkml:trace contextRef="#ctx0" brushRef="#br0">4 0 16468,'-4'28'1744,"6"5"-176,9 5-880,9 15-976,-1 11-432,6 25-432,-1 11-592,-2 16 551,1 6 545,-4 1 504,-2-5-24,-1-13-624,-1-13-696,1-23 1144</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02.913"/>
    </inkml:context>
    <inkml:brush xml:id="br0">
      <inkml:brushProperty name="width" value="0.035" units="cm"/>
      <inkml:brushProperty name="height" value="0.035" units="cm"/>
    </inkml:brush>
  </inkml:definitions>
  <inkml:trace contextRef="#ctx0" brushRef="#br0">161 192 6097,'2'-9'430,"0"1"0,0-1 0,1 1 0,0 0-1,0 0 1,1 0 0,0 0 0,0 0 0,1 1-1,0 0 1,1 0 0,-1 0 0,1 1 0,12-11-1,-9 9-292,1 1-1,0 0 0,0 0 0,0 1 1,1 1-1,-1 0 0,1 0 0,1 1 1,-1 0-1,16-2 0,-23 5-129,0 0 0,0 1-1,0-1 1,0 1 0,0 0 0,0 1 0,-1-1-1,1 1 1,0-1 0,0 1 0,0 0 0,0 1-1,0-1 1,-1 1 0,1 0 0,-1-1 0,7 6 0,-6-4-18,0 1 1,0 0 0,-1 1 0,1-1 0,-1 1 0,0-1 0,0 1 0,0 0 0,-1 0-1,0 1 1,2 6 0,1 6-54,-1 0-1,-1 0 0,-1 1 1,-1-1-1,0 1 1,-4 29-1,0-21-30,-1 0 0,-2 0 0,0 0 0,-2-1 0,-1 0 0,-1 0 0,-26 45 0,26-55 137,0 0 0,-1 0 0,0-2 0,-1 1 0,-1-1 0,0-1 0,-1 0 0,-1-1 0,0-1 0,0 0 0,-1-1 0,-25 12 0,32-19 61,0 1 0,0-2 0,-1 1 0,1-1 0,-1-1 0,0 0 0,0 0 0,1-1 0,-1 0 0,-19-3 0,25 3-68,-1-1 0,1 0-1,0 0 1,-1-1 0,1 1 0,0-1-1,0 0 1,0 0 0,0 0-1,1-1 1,-1 1 0,0-1 0,1 0-1,0 0 1,0 0 0,0 0-1,0-1 1,0 1 0,1-1 0,-1 0-1,1 0 1,0 0 0,0 0 0,0 0-1,-1-8 1,2 7-29,0-1-1,1 1 1,0-1 0,0 1-1,1-1 1,-1 1 0,1-1-1,0 1 1,1-1 0,-1 1-1,1 0 1,0 0 0,1 0-1,-1 0 1,1 0 0,0 0-1,0 1 1,0 0 0,1-1-1,0 1 1,6-6 0,3-2 19,0 1 1,1 0-1,1 0 1,0 2-1,22-12 0,-14 10 114,0 2-1,0 0 1,1 1-1,0 1 1,0 1 0,0 2-1,46-3 1,-52 6 12,0 2 0,0 0 0,0 1 0,0 1 0,0 1 0,-1 0 0,1 1 0,-1 1 0,0 1 0,-1 0 0,22 13 0,-16-5 6,25 22-1,-31-23-161,0-1 1,29 16-1,-44-28-71,1 0 0,0 0 0,-1 0 0,1 0 0,0 0 0,0-1 0,-1 1 0,1-1 0,0 1 0,0-1 0,0 0 0,0 0 0,0 0 0,0 0 0,-1 0 0,1 0 0,0 0 0,0 0 0,0-1 0,0 1 0,2-2 0,-2 1-224,0-1-1,0 0 0,0 0 1,0 0-1,0 0 0,-1 0 1,1 0-1,-1 0 0,1 0 1,-1-1-1,0 1 0,0-1 1,0 1-1,1-5 0,9-29-874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03.298"/>
    </inkml:context>
    <inkml:brush xml:id="br0">
      <inkml:brushProperty name="width" value="0.035" units="cm"/>
      <inkml:brushProperty name="height" value="0.035" units="cm"/>
    </inkml:brush>
  </inkml:definitions>
  <inkml:trace contextRef="#ctx0" brushRef="#br0">1 0 13003,'5'36'1128,"-1"38"0,1 11-1032,-3-69-49,0-2-4,0 0 1,0-1-1,-2 1 0,0 0 0,0 0 1,-1-1-1,-1 1 0,-6 22 0,7-33 550,6-5-51,69-25 660,-39 13-1065,0 2 1,67-15-1,-80 24-134,-1 1-1,0 0 1,1 2-1,-1 0 1,1 2-1,38 7 1,-52-7 3,0 0 1,0 1-1,0 0 0,0 1 1,0 0-1,-1 0 0,1 0 0,10 10 1,-13-10 4,-1 1 0,1-1 0,-1 1 0,-1 0 0,1 0 0,-1 0 0,0 1 0,0-1 0,0 1 0,-1-1 0,0 1 0,0 0 0,2 8 0,-3-5 42,1 1-1,-2-1 0,1 0 0,-1 1 0,0-1 0,-1 1 0,0-1 1,-1 0-1,0 0 0,0 0 0,-7 17 0,3-14 56,0 0-1,-1 0 1,-1 0-1,1-1 1,-2 0-1,0-1 1,-15 16-1,7-12-55,0 0 0,0-1 0,-1-1 0,-1-1 0,0 0 0,-1-2 0,0 0 0,0-1 0,-1-1 0,-23 5 0,30-9-268,0-1 0,0-1-1,0 0 1,1-1 0,-28-3 0,32 2-179,1-1 0,-1 0 0,1 0 0,0-1 0,0 0 0,0-1 0,0 0 0,0 0 0,1 0 0,-10-9 0,7 5-156,1-2 0,0 1 0,-8-14 1,16 23 547</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03.524"/>
    </inkml:context>
    <inkml:brush xml:id="br0">
      <inkml:brushProperty name="width" value="0.035" units="cm"/>
      <inkml:brushProperty name="height" value="0.035" units="cm"/>
    </inkml:brush>
  </inkml:definitions>
  <inkml:trace contextRef="#ctx0" brushRef="#br0">1 109 24229,'64'30'368,"22"-9"-552,21-9-440,6-14-800,-6-10-729,-14-11-1543,-15 1-153,-12-1 2913,-4 1 471,-15 1-31,-6-3-1120,-11 1 1040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04.296"/>
    </inkml:context>
    <inkml:brush xml:id="br0">
      <inkml:brushProperty name="width" value="0.035" units="cm"/>
      <inkml:brushProperty name="height" value="0.035" units="cm"/>
    </inkml:brush>
  </inkml:definitions>
  <inkml:trace contextRef="#ctx0" brushRef="#br0">809 1 9898,'-10'17'976,"-7"9"1817,-6 3-713,-13 13-1119,-9 8-241,-16 21-488,-9 14-64,-10 24-72,2 5 0,-5-4-144,11-9-240,6-23-544,4-20-321,18-28-1255,6-20-817,14-31 2249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04.509"/>
    </inkml:context>
    <inkml:brush xml:id="br0">
      <inkml:brushProperty name="width" value="0.035" units="cm"/>
      <inkml:brushProperty name="height" value="0.035" units="cm"/>
    </inkml:brush>
  </inkml:definitions>
  <inkml:trace contextRef="#ctx0" brushRef="#br0">0 0 19172,'9'37'936,"22"18"57,19 14-689,28 25-384,2 6-72,4 2-425,-7-9-151,-17-15-8,-6-9 8,-16-20-16,-7-9 152,-10-20-321,-4-8-375,-3-20-1216,1-11 1015,6-14 809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04.733"/>
    </inkml:context>
    <inkml:brush xml:id="br0">
      <inkml:brushProperty name="width" value="0.035" units="cm"/>
      <inkml:brushProperty name="height" value="0.035" units="cm"/>
    </inkml:brush>
  </inkml:definitions>
  <inkml:trace contextRef="#ctx0" brushRef="#br0">20 1 14891,'-9'14'2201,"4"8"335,-1 8-983,8 11-1097,2 4-216,8 14-440,3 3-216,3 7-1057,-1-1-839,-8-8 823</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06.410"/>
    </inkml:context>
    <inkml:brush xml:id="br0">
      <inkml:brushProperty name="width" value="0.035" units="cm"/>
      <inkml:brushProperty name="height" value="0.035" units="cm"/>
    </inkml:brush>
  </inkml:definitions>
  <inkml:trace contextRef="#ctx0" brushRef="#br0">0 134 4345,'419'-36'3534,"561"14"-3178,-615 36-238,595 5 124,-225-55-810,-250-12-2785,-298 24 2192</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07.001"/>
    </inkml:context>
    <inkml:brush xml:id="br0">
      <inkml:brushProperty name="width" value="0.035" units="cm"/>
      <inkml:brushProperty name="height" value="0.035" units="cm"/>
    </inkml:brush>
  </inkml:definitions>
  <inkml:trace contextRef="#ctx0" brushRef="#br0">0 111 9994,'180'-16'432,"20"4"160,8 2-272,19 3-160,-10 0-72,-4-2-104,-2 2-88,-16-7-504,-6 1-1496,-28-3 1176</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07.705"/>
    </inkml:context>
    <inkml:brush xml:id="br0">
      <inkml:brushProperty name="width" value="0.035" units="cm"/>
      <inkml:brushProperty name="height" value="0.035" units="cm"/>
    </inkml:brush>
  </inkml:definitions>
  <inkml:trace contextRef="#ctx0" brushRef="#br0">0 182 7242,'260'-25'200,"-21"0"-128,8 1-72,-10 5 24,-2 2 64,5 1 240,-20 2 56,-18 1-160,-13-1-312,-18 0 24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14.049"/>
    </inkml:context>
    <inkml:brush xml:id="br0">
      <inkml:brushProperty name="width" value="0.035" units="cm"/>
      <inkml:brushProperty name="height" value="0.035" units="cm"/>
    </inkml:brush>
  </inkml:definitions>
  <inkml:trace contextRef="#ctx0" brushRef="#br0">737 136 10282,'-14'-8'9,"0"1"0,0 1 0,0 0 0,-1 1 0,0 1-1,0 0 1,0 1 0,-1 0 0,1 2 0,-1 0 0,1 0 0,-1 2-1,1-1 1,-1 2 0,1 0 0,-21 7 0,8-1 55,1 3 1,0 0-1,1 1 1,0 2-1,1 0 0,1 2 1,-36 30-1,35-25 248,1 2-1,1 1 0,1 1 0,1 0 0,2 2 1,-24 41-1,36-56-102,1 0 1,1 0 0,0 1-1,1 0 1,0 0-1,1 1 1,0-1-1,1 0 1,1 1 0,0 0-1,1-1 1,2 19-1,-1-21-39,1-1 0,1 0 0,0 0 0,0 0 0,1 0 0,0-1 0,0 1 0,1-1 0,0 0 0,1-1-1,0 1 1,1-1 0,0 0 0,0-1 0,0 1 0,16 11 0,-6-8-63,0-1 1,0-1-1,1 0 1,0-1-1,1-1 1,-1-1-1,1 0 1,1-2-1,33 4 1,-17-4 43,0-3 0,1 0 0,-1-3 0,53-8 0,-42 0-15,-1-1 0,0-3 0,0-1 1,-1-2-1,47-27 0,-38 14 7,0-2-1,-3-3 0,71-60 1,-104 80-150,-1-2 0,0 0 0,-2 0-1,0-2 1,22-35 0,-33 47 4,0 1-1,0-2 0,-1 1 0,0 0 0,-1-1 0,0 1 1,0-1-1,0 1 0,-1-1 0,0 0 0,-1 0 0,1 0 1,-2 0-1,1 1 0,-1-1 0,0 0 0,-1 0 0,0 1 1,0-1-1,0 1 0,-5-10 0,0 5-18,0 1-1,-1 0 1,-1 0 0,0 1 0,0 0-1,-1 0 1,0 1 0,0 0-1,-1 1 1,-12-7 0,-9-3-60,1 1-1,-57-21 1,47 23-66,0 2 0,-1 2 0,0 2 1,0 2-1,-1 1 0,0 3 0,-77 3 0,93 2 117,-1 1 1,1 1-1,0 1 0,0 2 0,0 0 0,1 2 1,0 1-1,1 1 0,0 1 0,1 1 1,0 2-1,1 0 0,-25 21 0,41-29 46,1-1 0,-1 1 0,1 0 0,0 0-1,1 0 1,0 1 0,0 0 0,0 0 0,1 1-1,1-1 1,-4 10 0,6-14 2,0 1 0,0-1 0,1 0 0,0 0 0,-1 1 0,1-1 0,1 0 0,-1 1 0,1-1 0,0 0 0,0 0 0,0 1 0,0-1 0,1 0 0,-1 0-1,1 0 1,0-1 0,0 1 0,1 0 0,-1-1 0,1 1 0,0-1 0,0 0 0,0 0 0,7 5 0,1 0 45,0-1-1,1 0 1,0 0 0,1-1-1,-1-1 1,1 0 0,25 5-1,5-1 93,53 4-1,-31-8-64,1-3-1,-1-4 1,125-17 0,-93 1-1890,179-59 0,-208 53-2455,-9 7 2138</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14.530"/>
    </inkml:context>
    <inkml:brush xml:id="br0">
      <inkml:brushProperty name="width" value="0.035" units="cm"/>
      <inkml:brushProperty name="height" value="0.035" units="cm"/>
    </inkml:brush>
  </inkml:definitions>
  <inkml:trace contextRef="#ctx0" brushRef="#br0">323 1 8938,'-13'0'-159,"-1"1"1,0 0-1,0 1 0,0 1 1,1 0-1,0 1 0,-1 0 1,1 1-1,1 1 0,-1 0 1,1 1-1,0 0 0,-13 10 1,16-9 450,0 0 1,0 0-1,1 1 0,0 0 1,0 0-1,1 1 0,1 0 1,-1 0-1,2 1 0,-1 0 1,2 0-1,-1 0 0,1 0 1,1 1-1,-3 17 0,5-23-124,1-1 0,-1 1 0,1 0-1,0-1 1,1 1 0,-1-1 0,1 1-1,0 0 1,0-1 0,1 0 0,0 1-1,3 7 1,-3-10-42,1 1 0,-1 0 0,1-1 0,0 0 1,-1 1-1,1-1 0,1 0 0,-1 0 0,0-1 0,1 1 0,-1-1 0,1 0 0,0 0 0,0 0 0,0 0 1,0-1-1,5 2 0,3-1 28,-1 0-1,0-1 1,1 0 0,-1-1 0,1 0 0,-1-1-1,0 0 1,1-1 0,-1 0 0,0-1 0,0 0-1,0-1 1,-1 0 0,14-7 0,-7 1-94,1 1 0,-2-2 0,1 0 1,-2-1-1,1-1 0,-2 0 0,19-22 0,-27 28-51,-1-1 0,1 1 0,-2-1-1,1 0 1,-1-1 0,0 1 0,4-17 0,-7 22-2,0-1 0,0 1 0,0-1 0,-1 0 0,0 0 0,1 1 0,-1-1 0,-1 0 1,1 0-1,0 1 0,-1-1 0,0 0 0,0 1 0,0-1 0,0 1 0,-1-1 0,1 1 1,-1-1-1,0 1 0,0 0 0,-4-5 0,1 3 41,-1 1-1,0 0 1,0 0 0,0 0-1,0 1 1,0 0 0,-1 0-1,1 1 1,-1-1 0,0 1-1,0 1 1,0-1 0,-10 0-1,-10 0 112,0 1-1,-33 3 1,37 0-248,0 1-1,1 1 1,-29 8-1,41-9-279,1 0-1,-1 0 0,1 1 0,0 1 0,0 0 1,0 0-1,1 1 0,-1 0 0,-11 12 0,17-16 170,1 2 0,0-1-1,-1 0 1,2 0 0,-1 1-1,-2 4 1,4-8 186</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16.673"/>
    </inkml:context>
    <inkml:brush xml:id="br0">
      <inkml:brushProperty name="width" value="0.035" units="cm"/>
      <inkml:brushProperty name="height" value="0.035" units="cm"/>
    </inkml:brush>
  </inkml:definitions>
  <inkml:trace contextRef="#ctx0" brushRef="#br0">340 191 9698,'-26'-25'1459,"20"19"-1350,1 0 0,-1 1 1,0 0-1,-9-6 0,14 10-107,-1 0 0,0 0 0,0 0 0,0 0 0,0 1-1,0-1 1,0 1 0,0-1 0,-1 1 0,1 0 0,0 0 0,0 0 0,0 0-1,0 0 1,0 0 0,-1 0 0,1 1 0,0-1 0,0 1 0,-2 0 0,-3 3 21,0 0 1,0 0-1,1 1 1,0 0-1,0 0 1,0 0 0,1 1-1,-1 0 1,1 0-1,1 0 1,-1 1-1,-5 11 1,-2 4 45,1 1 1,-13 40-1,18-43-28,1 0 1,1 1-1,1 0 0,1-1 0,0 1 0,2 0 1,0 0-1,4 22 0,-2-27 75,1 0 1,0 0-1,1-1 0,1 1 1,1-1-1,0 0 1,1 0-1,1-1 1,0 0-1,19 25 0,-21-32-5,1 0 0,-1-1 0,1 0 0,1 0 0,-1 0 0,1-1-1,0 0 1,0 0 0,1-1 0,-1 0 0,15 4 0,-11-4 54,1-2 1,0 1-1,0-2 0,0 0 1,0 0-1,0-1 0,22-3 1,-11-2 34,1 0 0,0-1 0,-1-2 0,0-1 0,-1 0 0,0-2 0,0-1 0,23-16 1,-15 7-98,0-2 1,-2-2 0,38-39 0,-53 49-91,-1 0-1,0-2 1,-1 1 0,-1-2 0,-1 1 0,0-2 0,-1 1 0,6-21-1,-11 28-5,-2 0 0,1 0 0,-1 0 0,-1 0 0,0 0 0,-1 0 0,0-1 0,0 1 0,-2 0 0,1 0 0,-1 0 0,-1 0 0,0 0 0,0 0 0,-1 1 0,-1-1 0,1 1 0,-2 0 0,-7-12-1,3 10-4,0-1-1,-1 2 0,0-1 1,-1 1-1,0 1 0,0 0 1,-1 1-1,-1 0 0,0 1 1,0 1-1,0 0 0,-1 1 0,-17-6 1,-1 4 36,-1 1 0,0 2 1,0 1-1,0 1 1,-1 2-1,1 1 0,-1 2 1,1 2-1,0 1 0,0 1 1,1 2-1,-52 19 1,68-20 106,1 0 0,0 1 1,0 0-1,1 1 1,0 1-1,-25 22 1,36-28-97,0 0 1,0 1-1,0-1 0,0 1 0,1 0 1,0 0-1,0 0 0,1 0 1,-1 1-1,-2 9 0,4-11-35,0 1 0,1-1 1,0 0-1,-1 1 0,2-1 0,-1 0 0,0 1 0,1-1 0,0 0 0,0 0 0,0 0 0,0 1 0,1-1 1,0 0-1,0 0 0,3 4 0,-1-1-4,1 0 0,0-1 1,0 0-1,1 0 0,-1 0 0,1 0 1,1-1-1,-1 0 0,11 6 0,-5-5 1,1 0 0,-1 0-1,1-1 1,0-1 0,15 4 0,1-3 4,-1-1 0,0-2 0,1 0 0,52-5 1,-15-5-11,-1-3 0,-1-3 1,75-26-1,181-81-2588,-315 119 2492,1 0-75,13-6-1150,-1 0 1,21-12-1,-20 9-1989,0 7 1817</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17.003"/>
    </inkml:context>
    <inkml:brush xml:id="br0">
      <inkml:brushProperty name="width" value="0.035" units="cm"/>
      <inkml:brushProperty name="height" value="0.035" units="cm"/>
    </inkml:brush>
  </inkml:definitions>
  <inkml:trace contextRef="#ctx0" brushRef="#br0">60 1 11747,'-23'24'752,"8"7"1568,-1 5-1248,11 23-976,6 12-264,6 24-640,9 9-392,5 15 632</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17.933"/>
    </inkml:context>
    <inkml:brush xml:id="br0">
      <inkml:brushProperty name="width" value="0.035" units="cm"/>
      <inkml:brushProperty name="height" value="0.035" units="cm"/>
    </inkml:brush>
  </inkml:definitions>
  <inkml:trace contextRef="#ctx0" brushRef="#br0">17 153 4489,'-2'-2'120,"0"0"0,1 1 0,0-1-1,-1 0 1,1 1 0,0-1 0,0 0 0,0 0 0,0 0 0,1 0-1,-1 0 1,0 0 0,1-1 0,0 1 0,-1-4 0,8 6 2494,4 1-1888,0 1 1,0 0 0,14 5-1,-8-3 279,33 6-1,30-8-465,0-3 0,92-14 0,-139 11-477,409-48-645,-81 8-1236,-257 31 961,-14-4 522</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18.702"/>
    </inkml:context>
    <inkml:brush xml:id="br0">
      <inkml:brushProperty name="width" value="0.035" units="cm"/>
      <inkml:brushProperty name="height" value="0.035" units="cm"/>
    </inkml:brush>
  </inkml:definitions>
  <inkml:trace contextRef="#ctx0" brushRef="#br0">1 54 9786,'56'0'2253,"61"0"-1051,120-15 0,-139 1-1114,-33 4 247,0 2 0,123 2 1,-182 6-261,-1 1 0,1 0 1,-1 0-1,1 0 1,-1 1-1,0 0 0,0 0 1,0 0-1,0 1 0,0-1 1,0 1-1,-1 1 1,1-1-1,-1 0 0,0 1 1,0 0-1,0 0 0,0 0 1,-1 1-1,0-1 1,0 1-1,3 5 0,2 6 24,-1 1 0,0 0-1,-1 1 1,-1-1 0,6 37-1,2 94-184,-6 287-407,-5-128 592,16 119 570,34-2-17,-50-411-643,56 336 124,-48-261-148,-3 171 0,-8-231-91,-1 0 0,-2 0 0,-15 55 0,17-77-100,0 0 0,-1 0 0,1 0 0,-1-1 0,-7 11 0,8-15-60,1 1 0,0-1-1,0 1 1,-1-1-1,1 0 1,-1 1 0,1-1-1,-1 0 1,1 0-1,-1 0 1,0 0 0,0-1-1,1 1 1,-1 0-1,0-1 1,0 1 0,0-1-1,0 0 1,0 1 0,-2-1-1,-13-4-1428</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19.438"/>
    </inkml:context>
    <inkml:brush xml:id="br0">
      <inkml:brushProperty name="width" value="0.035" units="cm"/>
      <inkml:brushProperty name="height" value="0.035" units="cm"/>
    </inkml:brush>
  </inkml:definitions>
  <inkml:trace contextRef="#ctx0" brushRef="#br0">626 11 13243,'-92'-5'2811,"44"1"-2405,1 2-1,-95 10 0,127-6-455,0 1 0,1 0 0,0 1 0,0 1-1,0 0 1,0 1 0,1 1 0,0 0 0,0 0-1,1 2 1,-1-1 0,2 2 0,-21 19 0,23-18 86,0 0 1,0 0 0,1 0-1,0 1 1,1 1 0,1-1-1,0 1 1,1 0 0,0 1-1,0-1 1,2 1 0,0 0-1,0 0 1,2 0 0,-1 0-1,2 0 1,0 0 0,0 0-1,2 0 1,-1 0 0,2 0-1,0 0 1,6 15 0,94 209 3,-22-62 12,-33-49-63,-7 1 0,-4 3 0,19 140 0,-34-105-185,-6 0 0,-7 184 0,-16-163-430,1 120-4859,11-231 3978</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30.968"/>
    </inkml:context>
    <inkml:brush xml:id="br0">
      <inkml:brushProperty name="width" value="0.035" units="cm"/>
      <inkml:brushProperty name="height" value="0.035" units="cm"/>
    </inkml:brush>
  </inkml:definitions>
  <inkml:trace contextRef="#ctx0" brushRef="#br0">1 58 3161,'1'0'5525,"17"4"-3647,-8-1-1727,1-1 1,-1 0 0,1 0 0,0-1 0,0 0 0,0-1 0,17-2 0,13-5-152,-1-3 0,0-1 0,69-30 0,-107 40-474</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31.761"/>
    </inkml:context>
    <inkml:brush xml:id="br0">
      <inkml:brushProperty name="width" value="0.035" units="cm"/>
      <inkml:brushProperty name="height" value="0.035" units="cm"/>
    </inkml:brush>
  </inkml:definitions>
  <inkml:trace contextRef="#ctx0" brushRef="#br0">0 99 3161,'18'4'88,"6"-4"0,2-2-584,-2-9-17,0 1 233,-3-4 1001,-2 4 455,-2 1 1064,2 4 1,-3 3-1249,-2 1-384,1-3-600,1 1-144,-1-4-192,3 2-88,-3-2-296,2 1-961,-1 0 1017</inkml:trace>
  <inkml:trace contextRef="#ctx0" brushRef="#br0" timeOffset="1">235 336 11322,'11'17'376,"8"-3"105,17-5-649,9-6-209,2-8-519,-2-5-360,-7-6-656,-11-3-201,-9 2 657,-10 1 264,-8 2 984</inkml:trace>
  <inkml:trace contextRef="#ctx0" brushRef="#br0" timeOffset="2">260 870 8338,'39'2'168,"8"-2"-752,2-2-1513,-4-10 1001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32.593"/>
    </inkml:context>
    <inkml:brush xml:id="br0">
      <inkml:brushProperty name="width" value="0.035" units="cm"/>
      <inkml:brushProperty name="height" value="0.035" units="cm"/>
    </inkml:brush>
  </inkml:definitions>
  <inkml:trace contextRef="#ctx0" brushRef="#br0">1 118 14027,'36'2'-288,"7"-2"-688,12-10-137,6-4 105,-6-7-696,-10 0-849,-8 4 113,-15 0 968,-15 6 911,-2 3 537</inkml:trace>
  <inkml:trace contextRef="#ctx0" brushRef="#br0" timeOffset="1">262 343 10362,'43'-16'-960,"5"-3"-2161,2 0 1329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0:33.895"/>
    </inkml:context>
    <inkml:brush xml:id="br0">
      <inkml:brushProperty name="width" value="0.035" units="cm"/>
      <inkml:brushProperty name="height" value="0.035" units="cm"/>
    </inkml:brush>
  </inkml:definitions>
  <inkml:trace contextRef="#ctx0" brushRef="#br0">1 106 11771,'73'-5'248,"13"-2"-352,6-3-241,3-2-39,-11-5 24,-16-2 208,-11 0-160,-24 3 208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1:08.471"/>
    </inkml:context>
    <inkml:brush xml:id="br0">
      <inkml:brushProperty name="width" value="0.035" units="cm"/>
      <inkml:brushProperty name="height" value="0.035" units="cm"/>
    </inkml:brush>
  </inkml:definitions>
  <inkml:trace contextRef="#ctx0" brushRef="#br0">416 100 6657,'14'-6'332,"-4"1"221,0 0 1,0 1-1,1 0 0,-1 1 1,15-3-1,-25 6-513,1 0 0,-1 0 0,1 0-1,0 0 1,-1 0 0,1 0 0,-1 0 0,1 0 0,-1 0 0,1 0 0,-1 0-1,1 0 1,-1 0 0,1 1 0,0-1 0,-1 0 0,1 0 0,-1 1 0,0-1-1,1 0 1,-1 1 0,1-1 0,-1 0 0,1 1 0,-1-1 0,0 1 0,1-1 0,-1 1-1,0-1 1,1 1 0,-1-1 0,0 1 0,0-1 0,0 1 0,1-1 0,-1 1-1,0-1 1,0 1 0,0-1 0,0 1 0,0-1 0,0 1 0,0 0 0,0-1-1,0 1 1,0-1 0,0 1 0,-1-1 0,1 1 0,0-1 0,0 1 0,-14 35 1108,10-28-759,-163 366 1478,144-327-1887,-2 0 0,-57 78 0,59-96 8,-1 0 0,-1-2 0,-2-1 0,-53 42 0,59-54-32,21-14 41,0 0-1,0-1 0,0 1 0,0 0 1,0 0-1,1 0 0,-1 0 1,0 0-1,0-1 0,0 1 0,0 0 1,0 0-1,0 0 0,0 0 0,0-1 1,0 1-1,0 0 0,0 0 0,0 0 1,0 0-1,0-1 0,0 1 1,0 0-1,0 0 0,0 0 0,0 0 1,0-1-1,0 1 0,0 0 0,0 0 1,0 0-1,0 0 0,-1 0 1,1-1-1,0 1 0,0 0 0,0 0 1,0 0-1,0 0 0,0 0 0,-1 0 1,1 0-1,0-1 0,0 1 1,0 0-1,0 0 0,0 0 0,-1 0 1,1 0-1,0 0 0,0 0 0,0 0 1,0 0-1,-1 0 0,1 0 0,0 0 1,0 0-1,0 0 0,0 0 1,-1 0-1,1 0 0,0 0 0,0 0 1,0 0-1,0 0 0,-1 0 0,1 0 1,0 1-1,0-1 0,6-15-148,6-4 127,0 1 0,1 0 0,0 1 0,2 0 0,0 1 0,1 1 0,0 0 1,1 1-1,1 1 0,0 1 0,1 0 0,0 1 0,1 1 0,0 1 0,36-10 0,3 5 183,-1 3 0,109-6-1,-9 2 1,-150 14-211,1-1-1,0 0 1,-1 0-1,1-1 1,-1 0 0,0 0-1,0-1 1,0 0 0,0 0-1,-1-1 1,0 0 0,10-8-1,-11 6-144,1 0-1,-1-1 1,0 0-1,-1 0 1,0 0 0,0 0-1,-1-1 1,0 0-1,-1 0 1,5-17-1,-4 8 89,-1 1-1,0-1 0,-2 1 0,0-1 0,-1 0 0,0 0 1,-2 1-1,0-1 0,-1 1 0,-6-20 0,2 13 157,-2 0-1,0 1 0,-2 0 1,0 0-1,-1 1 0,-21-27 1,32 48-43,-2-4 88,-1 0 1,0 0-1,-1 0 1,1 0 0,-1 1-1,-5-5 1,9 9-44,1-1 0,-1 1 1,0 0-1,0-1 0,1 1 0,-1 0 1,0-1-1,0 1 0,0 0 1,1 0-1,-1 0 0,0 0 1,0 0-1,0 0 0,0 0 0,0 0 1,1 0-1,-1 0 0,0 0 1,-1 1-1,1 0 73,-1 0 0,1 0-1,0 0 1,-1 0 0,1 0 0,0 0 0,0 0-1,0 1 1,0-1 0,0 0 0,0 1 0,1-1-1,-1 1 1,-1 2 0,-5 14 343,1 1 0,0-1 0,1 1 0,1 0 0,-2 26 0,2 107 78,4-111-437,0 141-233,-4 209-1777,0-283 1130,-7 353-2675,15-332 3074</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1:08.965"/>
    </inkml:context>
    <inkml:brush xml:id="br0">
      <inkml:brushProperty name="width" value="0.035" units="cm"/>
      <inkml:brushProperty name="height" value="0.035" units="cm"/>
    </inkml:brush>
  </inkml:definitions>
  <inkml:trace contextRef="#ctx0" brushRef="#br0">1 1 8370,'0'10'440,"0"4"248,5 1-368,2-1 8,2 0 88,1-3 128,4-3-32,8-4-199,8-4-113,16-11-200,5-8-168,-1-10-1633,0-1 1241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1:09.371"/>
    </inkml:context>
    <inkml:brush xml:id="br0">
      <inkml:brushProperty name="width" value="0.035" units="cm"/>
      <inkml:brushProperty name="height" value="0.035" units="cm"/>
    </inkml:brush>
  </inkml:definitions>
  <inkml:trace contextRef="#ctx0" brushRef="#br0">305 1 11763,'-31'22'976,"3"4"2801,2 19-3321,9 9-384,-2 18-456,0 10-217,-2 20-159,-2 5 40,1 21 360,-1 3 168,3 1 192,1-8 48,3-18-120,4-15-120,5-30-880,5-13-185,4-32 817</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1:09.880"/>
    </inkml:context>
    <inkml:brush xml:id="br0">
      <inkml:brushProperty name="width" value="0.035" units="cm"/>
      <inkml:brushProperty name="height" value="0.035" units="cm"/>
    </inkml:brush>
  </inkml:definitions>
  <inkml:trace contextRef="#ctx0" brushRef="#br0">0 273 18852,'1'2'83,"-1"0"0,1 1 1,-1-1-1,1 0 0,0 0 0,0 1 0,0-1 1,0 0-1,0 0 0,0 0 0,1 0 0,-1 0 1,1 0-1,1 1 0,-1-2-97,1 0 1,-1 0-1,0 0 1,1 0-1,-1-1 1,1 1-1,-1-1 1,1 0-1,-1 0 1,1 0-1,-1 0 1,1 0-1,3-1 1,14-1-255,-1-1 0,0-2 1,1 0-1,-1 0 0,21-11 0,92-48-998,-91 43 996,281-142-1987,-309 156 1993,-9 4 135,0 1 1,0-1-1,1 1 1,-1 0-1,0 1 1,1-1-1,-1 1 1,1 0-1,6-1 0,-10 2 107,0 0-1,0 0 1,0 0-1,0 0 0,0 0 1,-1 1-1,1-1 0,0 0 1,0 0-1,0 1 1,0-1-1,0 1 0,-1-1 1,1 0-1,0 1 0,0 0 1,-1-1-1,1 1 1,0-1-1,-1 1 0,1 0 1,0 0-1,0 2 7,1-1 0,-1 1 0,0-1 1,0 1-1,0-1 0,-1 1 0,2 4 0,-1 6 119,0 1 0,-1 19 0,0-24-33,-7 226 1456,10-177-1502,-3-55-8,1 0 1,-1 0 0,1-1-1,-1 1 1,1 0 0,0 0-1,0-1 1,0 1 0,1-1 0,-1 1-1,1-1 1,-1 1 0,1-1-1,0 0 1,0 0 0,0 1-1,3 1 1,-3-3 36,0 0 0,1-1-1,-1 1 1,0-1 0,1 1 0,-1-1-1,0 0 1,1 0 0,-1 0 0,0 0-1,1 0 1,-1 0 0,0-1-1,1 1 1,-1-1 0,0 0 0,1 0-1,-1 0 1,0 0 0,4-2 0,4-3 127,0-1 0,17-13 0,-12 7-166,0-1-1,-1 0 0,-1-1 0,17-24 0,-25 32-49,0 0 0,-1 0 0,0 0 0,-1-1-1,1 1 1,-1-1 0,-1 0 0,0 0 0,0 0 0,0 0 0,-1 0 0,0-1-1,-1-13 1,0 18 44,-1 0-1,0 0 1,0 0-1,0 0 1,-1 1-1,1-1 1,-1 0-1,0 0 1,0 1-1,0 0 1,0-1-1,-1 1 1,-5-6-1,3 4 82,0 1 0,-1 0 0,0 0-1,1 0 1,-1 1 0,-1-1 0,-11-3-1,8 3 113,-1 1 0,0 1-1,0 0 1,0 0 0,0 1-1,-1 0 1,1 1 0,0 0 0,-22 4-1,16 0-278,1 1 0,-27 12 0,-26 17-4268,59-29 3092,-2 3 278</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1:10.112"/>
    </inkml:context>
    <inkml:brush xml:id="br0">
      <inkml:brushProperty name="width" value="0.035" units="cm"/>
      <inkml:brushProperty name="height" value="0.035" units="cm"/>
    </inkml:brush>
  </inkml:definitions>
  <inkml:trace contextRef="#ctx0" brushRef="#br0">99 0 18972,'-22'35'1176,"3"4"577,10 27-1849,0 14-232,15 35-329,-3 15-263,-1 17 80,5 2-32,-9-6-488,-5-4-409,-10-20-2368,-14-15 3193</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1:10.547"/>
    </inkml:context>
    <inkml:brush xml:id="br0">
      <inkml:brushProperty name="width" value="0.035" units="cm"/>
      <inkml:brushProperty name="height" value="0.035" units="cm"/>
    </inkml:brush>
  </inkml:definitions>
  <inkml:trace contextRef="#ctx0" brushRef="#br0">289 1 22981,'-5'29'-174,"1"1"1,1 1-1,1-1 0,2 0 0,5 47 1,36 149-3574,-16-100 989,-1 23 694,3 152 1,-24-173 3176,-21 196 1,15-298-441,-1 1 0,-10 36 0,14-62-681,-1 0 1,1 0-1,0 0 1,-1 1-1,1-1 1,-1 0-1,1 0 1,-1 0-1,1 0 1,-1 0-1,0-1 1,0 1-1,1 0 1,-1 0-1,-1 1 1,2-2-13,-1 0 0,1 0 0,0 0 1,-1 0-1,1 0 0,0 0 0,-1 0 1,1 0-1,0 0 0,-1-1 0,1 1 1,0 0-1,-1 0 0,1 0 0,0 0 0,-1 0 1,1-1-1,0 1 0,-1 0 0,1 0 1,0 0-1,0-1 0,-1 1 0,1 0 1,0 0-1,0-1 0,0 1 0,-1 0 1,1-1-1,0 1 0,-12-32-1135,11 31 1144,-37-153-1787,-5-15 1618,33 137 225,-2 0-1,-1 1 0,-19-33 0,29 57 13,-1 0 0,-1 1-1,1 0 1,-1 0 0,0 0-1,0 0 1,-13-9 0,17 14 0,-1 0 1,1 0-1,-1 0 1,0 0-1,1 1 1,-1-1 0,0 0-1,0 1 1,1 0-1,-1-1 1,0 1-1,0 0 1,0 0-1,0 0 1,0 0-1,1 0 1,-1 0 0,0 0-1,0 1 1,0-1-1,0 1 1,1-1-1,-1 1 1,0 0-1,1 0 1,-1 0 0,0-1-1,1 2 1,-1-1-1,1 0 1,-1 0-1,1 0 1,0 1-1,0-1 1,-1 1-1,1-1 1,0 1 0,-1 1-1,-4 8 273,-1 0 1,1 0-1,0 0 1,1 1-1,1 0 0,0 0 1,-3 14-1,-11 90 1408,16-95-1464,0 1 1,2-1-1,0 0 0,1 1 1,1-1-1,10 41 1,-10-57-282,0 1 0,0 0 0,0 0 0,0-1 0,1 0 0,0 1 0,0-1 0,0 0 0,1 0 0,0-1 0,0 1 0,0-1 0,0 0 0,1 0 0,0 0 1,0-1-1,0 1 0,0-1 0,0 0 0,1-1 0,-1 1 0,1-1 0,-1 0 0,1-1 0,0 1 0,0-1 0,0 0 0,0-1 0,11 1 0,1-3-400,0 0-1,-1-1 0,1-1 0,-1-1 0,0 0 1,0-1-1,0-1 0,30-17 0,60-47-1267</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1:11.525"/>
    </inkml:context>
    <inkml:brush xml:id="br0">
      <inkml:brushProperty name="width" value="0.035" units="cm"/>
      <inkml:brushProperty name="height" value="0.035" units="cm"/>
    </inkml:brush>
  </inkml:definitions>
  <inkml:trace contextRef="#ctx0" brushRef="#br0">559 62 5929,'-7'0'446,"1"-2"1,0 1-1,-1-1 0,1 0 0,0 0 1,0 0-1,0-1 0,0 0 0,-7-6 0,-30-12 156,31 18-477,0 0-1,0 0 1,0 1-1,0 0 1,-1 1-1,1 1 1,0 0-1,-1 1 1,1 0-1,0 0 1,0 2-1,0-1 1,0 2-1,0-1 1,0 2-1,1 0 1,0 0-1,0 1 1,-16 10-1,13-5-80,-1 0-1,2 1 0,0 0 1,0 1-1,1 0 0,1 1 1,0 1-1,1 0 1,0 0-1,1 1 0,1 0 1,-11 32-1,10-19-50,2 0 0,0 1 0,3 0 0,-3 53 0,7-59 22,1 0 0,0-1 1,2 0-1,1 1 0,1-1 1,12 36-1,-13-50 79,-1 0 1,2 0-1,-1-1 1,1 0-1,0 0 1,1 0-1,0 0 0,0-1 1,1 0-1,0 0 1,0 0-1,0-1 0,1 0 1,0-1-1,0 0 1,1 0-1,-1-1 0,1 0 1,16 5-1,-14-6-88,1-1 0,0 0-1,0-1 1,0 0-1,0-1 1,0 0-1,0-1 1,0 0 0,0-1-1,0 0 1,-1-1-1,1-1 1,-1 1 0,0-2-1,17-8 1,-2-2-802,-2-1 0,0-1 1,-1-1-1,41-41 1,8-24-266</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1:11.975"/>
    </inkml:context>
    <inkml:brush xml:id="br0">
      <inkml:brushProperty name="width" value="0.035" units="cm"/>
      <inkml:brushProperty name="height" value="0.035" units="cm"/>
    </inkml:brush>
  </inkml:definitions>
  <inkml:trace contextRef="#ctx0" brushRef="#br0">9 108 15627,'-3'13'788,"1"1"-1,0 0 1,0 20-1,3-23-844,0-1 0,1 0 1,0 0-1,0 0 0,7 18 0,45 93-1988,-5-13 752,18 82 288,11 27 2549,-78-216-1532,4 9 415,1-1 0,0 1 0,11 16 0,-15-25-375,0 1 1,0-1 0,0 0 0,0 0 0,0 1 0,0-1-1,0 0 1,0 0 0,0 0 0,1 0 0,-1 0 0,0-1 0,1 1-1,-1 0 1,1-1 0,-1 1 0,1 0 0,-1-1 0,1 0-1,-1 1 1,1-1 0,-1 0 0,1 0 0,0 0 0,-1 0-1,1 0 1,-1 0 0,1 0 0,-1-1 0,1 1 0,-1-1-1,1 1 1,-1-1 0,1 1 0,1-2 0,5-5 13,-1 0 0,1 0 0,-1-1 0,0 0 0,-1 0 0,10-17 1,-15 23-63,161-270 81,-89 144-261,141-253-4717,-150 267 2962</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1:12.861"/>
    </inkml:context>
    <inkml:brush xml:id="br0">
      <inkml:brushProperty name="width" value="0.035" units="cm"/>
      <inkml:brushProperty name="height" value="0.035" units="cm"/>
    </inkml:brush>
  </inkml:definitions>
  <inkml:trace contextRef="#ctx0" brushRef="#br0">2 1 11666,'-1'10'950,"1"0"-1,0-1 0,0 1 0,2 0 0,-1-1 0,3 12 0,0-10-411,0 1-1,0-1 0,1 0 1,9 14-1,5 3-535,2 0-1,38 40 0,-21-25 215,26 33-682,86 134 1,-115-152 101,-3 2 0,-2 1-1,30 92 1,-22-27-348,-7 2-1,25 208 0,-17 267-437,-66 350 2355,-26-599-114,40-301-1106,-2-1 0,-2-1 0,-2 0-1,-37 70 1,40-94-394,-1-2 0,0 0 0,-2-1 0,-1-1 0,-1 0-1,-1-2 1,-1-1 0,-34 25 0,21-23-321,-51 25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1:13.388"/>
    </inkml:context>
    <inkml:brush xml:id="br0">
      <inkml:brushProperty name="width" value="0.035" units="cm"/>
      <inkml:brushProperty name="height" value="0.035" units="cm"/>
    </inkml:brush>
  </inkml:definitions>
  <inkml:trace contextRef="#ctx0" brushRef="#br0">1634 44 9170,'-15'-8'61,"0"1"1,0 1-1,-1 1 1,0 0-1,0 1 1,-1 1-1,1 0 0,-1 2 1,1 0-1,-1 0 1,0 2-1,1 0 0,-1 0 1,0 2-1,1 0 1,-20 7-1,-9 7 239,1 2-1,1 2 0,-50 32 1,33-14 172,1 2 0,3 4 0,1 1 1,3 3-1,1 2 0,3 2 0,-60 88 0,39-37 478,4 2-1,6 4 0,-68 171 1,60-96-967,7 2 1,9 4 0,9 1 0,7 1 0,-10 235-1,40 33-2090,10-391 1664,3 0 1,3 0 0,3-1-1,32 93 1,-33-128 274,1-1 1,1 0-1,2-2 0,2 0 1,1-1-1,0 0 0,3-2 1,0-1-1,42 38 0,-25-33-87,72 44 1,-110-75 249</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7:18.719"/>
    </inkml:context>
    <inkml:brush xml:id="br0">
      <inkml:brushProperty name="width" value="0.035" units="cm"/>
      <inkml:brushProperty name="height" value="0.035" units="cm"/>
    </inkml:brush>
  </inkml:definitions>
  <inkml:trace contextRef="#ctx0" brushRef="#br0">42 2105 1504,'-16'-4'4757,"11"-11"-4623,-1 2-108,4 8-19,0 0-1,-1-1 0,2 0 1,-1 1-1,1-1 0,0 0 1,0 0-1,0 0 0,1 0 1,0 0-1,1-9 0,17-97 804,5 1-1,5 2 0,70-180 0,-89 268-651,0 0 0,14-22 0,-18 35-71,1 0 1,0 0 0,0 1 0,1-1 0,0 1 0,0 1-1,14-11 1,28-15 50,-21 15-115,0-1 0,-2-2 1,25-23-1,28-38 0,-11 10 87,93-75 0,127-66-46,91-74-27,-328 244-6,88-56 1,-108 80-25,1 1 0,0 2 0,1 1 1,57-16-1,-40 19 3,89-10 0,55 10 7,-192 11-17,117-8 20,-65 3-18,0 2 1,0 3-1,98 11 0,-116-4-4,-1 1 0,0 2 0,0 1 0,-1 2 0,-1 1 0,0 2 0,58 37 0,-90-52 2,103 64 0,-91-58 0,1-1 0,0 0 0,0-1 0,1-1 0,-1 0 0,18 1 0,16-2-1,0-2-1,0-3 0,94-15 0,4 1-4,-102 13 6,-1 2 1,0 3-1,44 6 0,-61-4 4,-1 2 0,1 1-1,-1 0 1,-1 2 0,1 1-1,27 16 1,152 66 0,-147-70-10,-1 3 0,75 45 0,-65-25 2,-2 3-1,-2 3 0,-3 3 0,-2 2 0,-3 2 0,78 109 0,151 231-141,-225-313 1,-30-41-89,2-2-1,40 45 0,-62-79-96,0-1-1,0 0 1,0 0 0,1-1-1,0 0 1,0 0 0,0-1-1,14 5 1,27 3-1011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7:31.010"/>
    </inkml:context>
    <inkml:brush xml:id="br0">
      <inkml:brushProperty name="width" value="0.035" units="cm"/>
      <inkml:brushProperty name="height" value="0.035" units="cm"/>
    </inkml:brush>
  </inkml:definitions>
  <inkml:trace contextRef="#ctx0" brushRef="#br0">3391 376 5145,'-14'-24'-1489,"-6"-7"1787,8 27 1283,1 0-927,8 2-457,-1 1 0,0-1 0,0 1 0,0 0 0,0 0 0,0 1 0,0-1-1,0 1 1,0 0 0,0 0 0,0 0 0,0 1 0,-5 0 0,-1 0-54,0 0 0,-1-1 0,1 0 1,-1 0-1,1-1 0,0-1 0,-15-3 0,-71-28-18,60 19 131,-104-34 241,-1 5 0,-172-27 1,196 49-191,-284-39 1148,327 53-1386,0 4 0,0 3 1,-109 14-1,112-2-153,1 3 0,0 4 0,1 2 0,1 4 0,2 2 0,0 4 0,2 2 0,2 3 0,1 2 0,2 3 0,-101 92 0,93-68-326,4 3 1,-92 125 0,87-100 6,-86 127-706,131-183 977,1 2 1,2 0 0,-28 83 0,43-106 138,0 0-1,1 0 1,1 1 0,1-1-1,0 1 1,1-1 0,1 1-1,1 0 1,0-1 0,1 1-1,0-1 1,2 0 0,0 1-1,1-1 1,0-1 0,1 1-1,16 27 1,3-3 13,2-1 0,54 61 0,77 61 251,-88-97-94,2-3-1,3-3 1,2-4 0,2-3 0,3-4 0,1-3-1,3-4 1,144 47 0,-70-40-115,182 27 0,174-9-7,-323-52 465,0-9 1,318-34 0,-348 8-303,-2-7-1,0-8 1,226-82-1,-307 88-212,-1-4 0,-2-3 1,112-74-1,-136 74-4,-2-1 0,-2-2 0,-2-3 1,-2-2-1,57-74 0,-72 81 18,-3-1-1,-1-2 1,-2 0-1,-1-2 0,31-91 1,-47 111-14,0 0 1,-2 0 0,-1-1-1,0 1 1,-2-1-1,-1 0 1,-1 0-1,-2 0 1,0 1-1,-1-1 1,-2 1-1,0-1 1,-15-38-1,6 31-9,-2 0 0,-1 2-1,-1 0 1,-40-50 0,-104-98-10,142 157 9,-219-215 12,157 162 0,-96-65-1,150 120 19,-1 2 1,-1 0-1,-1 2 0,-61-21 0,43 22 45,-1 2 0,-80-9 0,-312-23 213,150 16-298,253 24-11,-427-29-534,399 33 205,0 3 0,1 3-1,-1 3 1,1 2 0,-64 21-1,-34 32-987,0 16 631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7:32.698"/>
    </inkml:context>
    <inkml:brush xml:id="br0">
      <inkml:brushProperty name="width" value="0.035" units="cm"/>
      <inkml:brushProperty name="height" value="0.035" units="cm"/>
    </inkml:brush>
  </inkml:definitions>
  <inkml:trace contextRef="#ctx0" brushRef="#br0">3304 61 2545,'-486'-30'7093,"-16"-1"-5699,291 37-1677,0 8-1,-267 54 1,375-46 120,0 5-1,1 5 0,-176 80 0,210-78 83,1 3-1,3 2 1,1 4-1,2 2 1,2 3-1,-60 62 1,82-70 62,2 1 0,2 1 0,2 2 1,2 1-1,2 1 0,1 2 1,-36 98-1,50-110 38,2 0 1,2 0-1,1 1 1,2-1-1,1 1 0,2 1 1,1-1-1,2 0 1,2 0-1,2 0 0,1 0 1,15 50-1,-2-30 78,2-1 1,3-1-1,3-1 0,54 84 0,-33-71-25,2-2 0,112 111 0,-72-95-28,136 98 1,114 38 60,94 5 125,-305-168-114,204 57 1,-234-87-57,0-3-1,183 12 1,-202-30-47,1-4 1,-1-3-1,0-4 0,87-20 1,-65 3 27,-1-6 0,184-81 0,177-125 141,-399 203-158,1035-643-293,-1067 656 242,170-124-107,-165 116 82,-1-2 0,-2-2 0,38-48 1,-60 67 18,0-1 0,-1 0 0,-1 0 0,0-2 1,-2 1-1,11-29 0,-15 34 19,-1 0-1,1-1 1,-2 1-1,0-1 1,0 1-1,-1-1 1,0 1 0,-1-1-1,-1 1 1,0-1-1,-5-19 1,-2 8 22,-1-1 0,0 1 0,-2 1 0,-1 0 0,0 0 0,-28-31 0,-112-111 62,35 54-33,-4 5 0,-5 6 0,-5 5 0,-149-79 0,114 83-196,-4 9 1,-4 6 0,-210-59 0,301 111-649,-1 2-1,-1 5 0,-140-9 0,-7 21-535,222 4 1287</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32.333"/>
    </inkml:context>
    <inkml:brush xml:id="br0">
      <inkml:brushProperty name="width" value="0.035" units="cm"/>
      <inkml:brushProperty name="height" value="0.035" units="cm"/>
    </inkml:brush>
  </inkml:definitions>
  <inkml:trace contextRef="#ctx0" brushRef="#br0">1 30 848,'7'-8'32,"1"-3"8,1 1-128</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34.816"/>
    </inkml:context>
    <inkml:brush xml:id="br0">
      <inkml:brushProperty name="width" value="0.035" units="cm"/>
      <inkml:brushProperty name="height" value="0.035" units="cm"/>
    </inkml:brush>
  </inkml:definitions>
  <inkml:trace contextRef="#ctx0" brushRef="#br0">120 54 2681,'-7'13'843,"2"0"1,-6 19 0,10-28-753,0-1 0,0 1 1,0 0-1,0-1 0,1 1 1,0 0-1,0 0 0,0 0 1,0-1-1,0 1 1,1 0-1,0 0 0,1 5 1,-1-7 6,1-10 109,9-26 223,34-93 1250,-44 125-1632,-6 3-32,0 1-6,0 1 0,0-1-1,0 1 1,0 0 0,1 1 0,0-1 0,-1 1 0,1 0-1,0 0 1,0 0 0,1 0 0,0 1 0,-1 0-1,1 0 1,1-1 0,-4 8 0,1-1 116,0 1-1,0 0 1,1 0 0,0 0-1,1 1 1,-3 21 0,6-33-123,0 0 0,0 0-1,0 0 1,0 0 0,-1 0 0,2 1 0,-1-1 0,0 0 0,0 0 0,0 0 0,0 0-1,1 0 1,-1 0 0,0 0 0,1 0 0,-1 0 0,1 0 0,-1 0 0,1 0 0,0 0-1,-1 0 1,1 0 0,0 0 0,0-1 0,0 1 0,0 0 0,-1 0 0,1-1 0,0 1-1,0-1 1,0 1 0,0-1 0,0 1 0,0-1 0,1 0 0,-1 1 0,1-1 0,0 0-1,0 0 1,0 0 0,-1 0 0,1-1 0,0 1-1,0-1 1,-1 1 0,1-1 0,0 0 0,-1 1 0,1-1-1,-1 0 1,1 0 0,-1 0 0,1 0 0,-1 0-1,0-1 1,0 1 0,1 0 0,-1 0 0,0-1 0,0 1-1,1-3 1,5-10 9,-1-1 1,0 0-1,-1-1 0,5-26 1,-7 28-12,-7 13-7,-3 2 0,3-2 6,0 1 0,1 0 0,-1 0 0,1 0 0,-1 0 1,1 1-1,-1-1 0,1 1 0,-1 0 0,1 0 0,-1 0 0,1 1 0,0-1 0,0 1 1,0 0-1,0 0 0,0 0 0,0 0 0,0 0 0,0 1 0,1-1 0,-5 6 1,0 1 9,-1 1 3,0 1 0,1 0 1,-7 13-1,12-22-10,1 0 1,0 0 0,0 1-1,0-1 1,0 1 0,1-1-1,-1 1 1,1-1-1,-1 1 1,1-1 0,0 1-1,0-1 1,0 1 0,0 0-1,0-1 1,1 1-1,-1-1 1,1 1 0,0-1-1,0 1 1,0-1 0,1 3-1,0-3 1,-1 0-1,1-1 1,-1 0-1,1 1 1,-1-1-1,1 0 1,0 0 0,0 0-1,0 0 1,-1 0-1,1 0 1,0 0-1,0-1 1,0 1-1,0-1 1,1 1-1,-1-1 1,0 0-1,0 0 1,0 0 0,0 0-1,0 0 1,0 0-1,0-1 1,0 1-1,0-1 1,0 0-1,0 1 1,3-3-1,5 0 4,-1-2-1,0 1 0,0-1 0,14-11 1,-2 0-3,0-2 0,-1 0 1,-1-1-1,0-1 0,-2-1 1,24-37-1,-39 55-9,0 0 0,-1 0 0,1-1 0,-1 1 0,0-1-1,1-4 1,-1 6-27,-2 2 15,-4 0 23,-1 1-1,0 0 1,0 0 0,1 1-1,-1 0 1,1 0 0,-1 0-1,1 1 1,0 0 0,0 0-1,0 0 1,0 0 0,1 1 0,-1 0-1,1 0 1,0 0 0,0 0-1,-6 10 1,2-3-2,0 1 0,1 0 0,0 0 0,1 1 0,1-1 0,-8 28 0,12-35-4,0-3 20,0 0 0,1 0 0,-1 1 0,1-1 0,-1 0 0,1 0 0,0 1 0,0-1 0,1 3 0,-1-4-12,0-1 0,1 1 0,-1-1 0,1 1 0,-1 0 1,1-1-1,0 1 0,-1-1 0,1 1 0,-1-1 0,1 1 0,0-1 0,-1 0 1,1 1-1,0-1 0,0 0 0,-1 0 0,1 1 0,0-1 0,0 0 0,-1 0 1,1 0-1,0 0 0,0 0 0,0 0 0,-1 0 0,1 0 0,0 0 0,0-1 1,-1 1-1,1 0 0,0 0 0,0-1 0,3 0 6,0 0-1,0-1 1,0 1-1,0-1 1,0 0 0,0 0-1,-1-1 1,1 1-1,-1-1 1,0 1-1,0-1 1,0 0 0,0 0-1,0-1 1,0 1-1,-1 0 1,0-1 0,0 0-1,0 1 1,0-1-1,0 0 1,-1 0 0,0 0-1,0 0 1,0 0-1,0-1 1,0 1-1,-1 0 1,0 0 0,0 0-1,0-5 1,-1 7-13,1 1 1,0 0 0,0-1-1,0 1 1,-1 0-1,1-1 1,-1 1 0,1 0-1,-1-1 1,0 1-1,1 0 1,-1 0 0,0 0-1,0 0 1,0-1-1,0 1 1,0 0 0,0 0-1,0 1 1,0-1-1,0 0 1,0 0 0,-1 1-1,1-1 1,0 0-1,0 1 1,-1-1 0,1 1-1,-1 0 1,1-1-1,0 1 1,-1 0-1,1 0 1,0 0 0,-1 0-1,1 0 1,-1 0-1,1 0 1,0 1 0,-1-1-1,1 0 1,-1 1-1,1-1 1,-2 2 0,-5 0 1,1 2-1,-1-1 1,1 1 0,0 0 0,0 0 0,-8 7 0,4-2 4,0 1 0,0 0 1,1 0-1,1 1 0,-1 1 0,2-1 1,0 1-1,0 1 0,1-1 1,-10 28-1,16-39-6,1-1 0,0 1 0,-1 0 0,1 0 0,0 0 1,0 0-1,-1 0 0,1 0 0,0 0 0,0 0 0,0 0 0,0 0 0,0 0 0,0 0 1,1 0-1,-1-1 0,0 1 0,0 0 0,1 0 0,-1 0 0,0 0 0,1 0 0,-1 0 1,1-1-1,-1 1 0,1 0 0,0 0 0,-1-1 0,1 1 0,0 0 0,-1-1 1,1 1-1,0 0 0,0-1 0,0 1 0,-1-1 0,1 0 0,0 1 0,0-1 0,0 0 1,0 1-1,0-1 0,0 0 0,0 0 0,0 0 0,0 0 0,1 0 0,3 0 3,0 0-1,-1 0 1,1-1-1,0 0 1,0 0-1,-1 0 1,10-4-1,-5 2 20,0-2-1,-1 1 1,1-1-1,-1-1 1,1 1-1,-2-1 1,1-1-1,-1 1 1,0-1-1,0-1 1,-1 1-1,0-1 1,0 0-1,9-18 1,-15 25-22,1 0 0,-1 0 0,1 0 0,-1 0 0,0 0 0,1 0 0,-1 0 0,0 0 0,0 0 0,0 0 0,0 0 0,0 0 0,0 0 0,0-1 0,0 1 0,-1 0 0,1 0 0,-1-1 0,1 1 0,0 1-1,-1-1 1,1 1 0,-1-1 0,1 1 0,-1 0 0,1-1 0,-1 1 0,0 0 0,1-1 0,-1 1 0,1 0-1,-1 0 1,1-1 0,-1 1 0,0 0 0,1 0 0,-1 0 0,0 0 0,1 0 0,-1 0 0,0 0 0,-2 0 1,0 1 0,0-1 0,0 1 0,0 0 0,0 0 0,1 0 0,-1 0 0,0 0 0,1 0 0,-1 1 0,-3 3 0,0 0-1,3-4 1,1 1-1,0 0 1,0-1-1,0 1 1,0 0-1,0 0 1,1 0-1,-1 1 1,1-1-1,-1 0 1,1 1-1,0-1 1,0 1-1,0-1 1,0 1-1,0-1 1,0 1-1,1 0 1,-1 0-1,1-1 1,0 6-1,0-7 7,0-1 0,1 1 0,-1 0 0,0-1 1,1 1-1,-1-1 0,1 1 0,-1-1 0,0 1 0,1-1 0,-1 1 0,1-1 0,-1 1 0,1-1 0,-1 0 0,1 1 0,0-1 0,-1 0 0,1 1 0,-1-1 0,1 0 0,0 0 0,-1 0 0,1 0 0,0 0 1,-1 1-1,1-1 0,1 0 0,-21-8-70,7 7 62,12 1 2,0 0 0,0 0-1,-1 0 1,1 0 0,0 0 0,0 0-1,0 0 1,0 1 0,-1-1-1,1 0 1,0 0 0,0 0 0,0 0-1,0 0 1,0 0 0,0 0-1,-1 1 1,1-1 0,0 0-1,0 0 1,0 0 0,0 0 0,0 0-1,0 1 1,0-1 0,0 0-1,0 0 1,0 0 0,0 0 0,0 1-1,0-1 1,0 0 0,0 0-1,0 0 1,0 0 0,0 1-1,0-1 1,0 0 0,0 0 0,0 0-1,0 0 1,0 1 0,0-1-1,0 0 1,0 0 0,0 0 0,1 0-1,-1 0 1,0 1 0,8 2 2,-4-2-4,-1 0 0,1 0 0,-1-1 0,1 1 1,0-1-1,-1 0 0,1 0 0,0 0 0,-1-1 1,1 1-1,0-1 0,-1 0 0,1 0 0,-1 0 1,1 0-1,-1-1 0,0 1 0,0-1 0,5-3 1,-2 2 16,-4 2-7,0 0-1,0 0 0,0 0 0,0 0 0,0 0 0,-1-1 0,1 1 1,0-1-1,-1 1 0,1-1 0,-1 1 0,1-1 0,-1 0 0,0 0 1,2-3-1,-24 6-57,9 2 30,6-2-6,0 0-1,0 0 1,0 0-1,-9-1 1,-1 7 40,-24 9-16,39-16-1,0 0 0,0 1 0,0-1 1,0 0-1,1 0 0,-1 1 1,0-1-1,0 1 0,1-1 0,-1 1 1,0-1-1,1 1 0,-1-1 0,0 1 1,1 0-1,-1-1 0,1 1 1,-1 0-1,1 0 0,0-1 0,-1 2 1,-3 6 0,0 0 1,0 0-1,1 0 1,0 1-1,-2 8 1,5-15 0,0 0 0,0-1 0,-1 1 0,1 0 0,0-1 0,0 1 0,1-1 0,-1 1 0,0 0 0,0-1 0,1 1 0,-1-1 0,1 1 0,0 0 0,-1-1-1,2 3 1,0-3 1,-1 0-1,0 0 0,1 0 0,-1 0 0,0 0 0,1 0 0,-1-1 0,1 1 0,-1-1 0,1 1 1,-1-1-1,1 1 0,0-1 0,-1 0 0,1 0 0,0 1 0,-1-1 0,1-1 0,0 1 0,-1 0 1,3-1-1,0 1 2,0-2 0,0 1 1,0 0-1,0-1 0,0 0 1,-1 0-1,1 0 0,-1 0 0,1 0 1,-1-1-1,0 0 0,1 1 1,-1-1-1,-1 0 0,1-1 1,0 1-1,-1 0 0,0-1 1,4-6-1,-3 3 4,1 0 0,-1 0 0,0 0 0,-1-1 0,0 1 0,0-1 0,0 1 0,-1-1 1,0 0-1,-1-8 0,0 14-12,0 0 0,0 0 0,0 0 1,0 0-1,-1 0 0,1 0 0,-1 0 1,0 0-1,1 0 0,-1 0 0,0 0 0,0 0 1,0 0-1,-1 0 0,1 0 0,0 1 1,-1-1-1,1 1 0,-1-1 0,1 1 0,-1-1 1,0 1-1,1 0 0,-1 0 0,0 0 1,0 0-1,0 0 0,0 0 0,0 1 1,0-1-1,0 1 0,0-1 0,0 1 0,0 0 1,0-1-1,-1 1 0,1 0 0,0 1 1,0-1-1,0 0 0,0 0 0,0 1 0,0 0 1,0-1-1,0 1 0,0 0 0,0 0 1,0 0-1,0 0 0,0 0 0,1 0 0,-1 1 1,1-1-1,-1 1 0,0-1 0,0 3 1,-15 15 7,2 0 1,0 2 0,1 0 0,-11 23-1,23-40 27,0 0 0,1 0-1,0 0 1,0 1 0,0-1 0,1 0-1,-1 0 1,1 1 0,0-1-1,0 0 1,1 7 0,-1-10-18,0 0 1,0 0-1,1 0 1,-1 0 0,0 0-1,0 0 1,1 0-1,-1 0 1,1-1-1,-1 1 1,1 0-1,-1 0 1,1 0-1,-1 0 1,1 0-1,0-1 1,-1 1 0,1 0-1,0-1 1,0 1-1,0 0 1,0-1-1,-1 1 1,1-1-1,0 0 1,0 1-1,0-1 1,0 1 0,0-1-1,0 0 1,0 0-1,0 0 1,0 0-1,0 0 1,0 0-1,0 0 1,0 0-1,0 0 1,0 0 0,0 0-1,0-1 1,0 1-1,0 0 1,0-1-1,0 1 1,0-1-1,0 1 1,0-1-1,0 1 1,1-2 0,1 0 3,0 0 0,0 0 1,0 0-1,0-1 0,-1 1 1,1-1-1,0 1 1,-1-1-1,0 0 0,0 0 1,0 0-1,0 0 0,0 0 1,-1-1-1,1 1 1,-1 0-1,0-1 0,0 1 1,0-1-1,-1 0 0,1 1 1,-1-1-1,0 1 0,0-1 1,0 0-1,0 1 1,-1-1-1,1 1 0,-1-1 1,0 1-1,0-1 0,0 1 1,-1-1-1,1 1 1,-4-5-1,3 5-34,1 1 0,-1-1 0,1 0 0,-1 0 0,1 0 0,0 0 0,0-1 0,1 1 0,-1 0 0,1 0 0,-1-6 0,1 7-78,-1 6-312,-11 22 401,7-15 20,0 1 0,0 0 0,2 0 0,-1 0 0,-2 20 0,6-31-7,0-1 1,0 1 0,0-1 0,0 1 0,0 0 0,0-1 0,0 1 0,0-1 0,0 1 0,0-1 0,0 1 0,0 0 0,1-1 0,-1 1-1,0-1 1,1 1 0,-1-1 0,0 1 0,1-1 0,-1 1 0,0-1 0,1 0 0,-1 1 0,1-1 0,-1 1 0,1-1 0,-1 0 0,1 0 0,-1 1-1,1-1 1,-1 0 0,1 1 0,2-1 11,-1 0 0,0 0 0,0 1 0,0-1 0,0-1 0,1 1 0,-1 0 0,0 0 0,3-2 0,5-1 44,0 0-1,17-9 1,-9 1-53,-1 0 0,0-1 0,-1 0 0,0-1 0,-1-1 0,-1-1 0,0 0 0,-1-1 0,-1 0 0,0-1 0,15-29 0,-25 43-6,-1 0 0,1-1 0,-1 1 0,0-1 0,0 1 0,0-1 0,-1 0 0,1 1 1,-1-1-1,0 0 0,0-3 0,0 6-3,0 0 1,0 1 0,0-1 0,-1 0 0,1 1-1,0-1 1,0 0 0,-1 1 0,1-1-1,0 1 1,-1-1 0,1 1 0,-1-1 0,1 1-1,-1-1 1,1 1 0,-1-1 0,1 1-1,-1 0 1,1-1 0,-1 1 0,1 0 0,-1-1-1,-1 1 1,0 0-1,1-1 0,-1 1-1,0 0 1,0 0 0,0 1-1,0-1 1,0 0 0,0 1-1,1-1 1,-1 1 0,0-1 0,0 1-1,-1 1 1,-15 7-8,0 1-1,1 0 1,1 2-1,0 0 1,0 0-1,1 2 1,1 0-1,-14 17 1,26-29 6,1-1 1,0-1-1,0 1 1,0 0-1,0 0 1,1 0-1,-1 0 1,0 1-1,0-1 1,1 0-1,-1 0 1,0 0-1,1 1 1,-1-1-1,1 0 1,0 0-1,-1 1 1,1-1-1,0 1 1,0-1-1,0 0 1,0 1-1,0-1 1,0 0-1,0 1 1,1-1-1,-1 0 0,1 3 1,-1-4 0,0 0 0,1 1 1,-1-1-1,0 0 0,1 0 0,-1 1 0,0-1 0,1 0 1,-1 0-1,0 0 0,1 1 0,-1-1 0,0 0 1,1 0-1,-1 0 0,1 0 0,-1 0 0,0 0 1,1 0-1,-1 0 0,1 0 0,-1 0 0,0 0 1,1 0-1,-1 0 0,1 0 0,-1 0 0,0 0 0,1 0 1,-1 0-1,1-1 0,-1 1 0,1 0 0,15-10-14,-12 7 14,77-44 105,-53 32-37,-1 0 0,-1-2 0,40-33 0,-66 50-67,0 0 0,1 0 0,-1 0 0,0-1 0,1 1 0,-1 0 0,0 0 0,1-1 0,-1 1 0,0 0 0,0-1 0,1 1 0,-1 0 0,0-1 0,0 1 0,1-1 0,-1 1 0,0 0 0,0-1 0,0 1 0,0-1 0,0 1 0,0 0 0,0-1 0,0 1 0,0-1 0,0 1 0,0 0 0,0-1 0,0 1 0,0-1 0,0 1 0,0-1 0,-2 0-1,0 0 0,0 0 0,0 0 0,0 0 1,1 0-1,-1 0 0,0 0 0,-1 1 0,1-1 0,0 1 0,0 0 0,0-1 0,0 1 0,0 0 1,0 0-1,0 0 0,0 1 0,-1-1 0,1 0 0,0 1 0,0 0 0,-3 1 0,-52 18 2,54-18-1,-8 2-24,0 1 0,1 0 0,0 0 0,0 1 0,1 1 0,-1-1 0,1 2 0,1-1 0,-1 1 0,1 0 0,-11 16 0,18-23 24,0 0 0,0 0 0,0 1 0,1-1 0,-1 0 0,0 0 0,0 1 0,1-1 0,-1 0 0,1 1 0,-1-1 0,1 0 0,0 1 0,0-1 0,-1 1 1,1-1-1,0 1 0,0-1 0,0 1 0,1-1 0,-1 0 0,0 1 0,0-1 0,1 1 0,-1-1 0,1 0 0,-1 1 0,1-1 0,0 0 0,0 1 0,-1-1 0,1 0 0,0 0 0,0 0 0,0 0 0,0 0 0,0 0 0,0 0 0,3 1 0,-1 0 35,1 0-1,-1-1 0,1 1 1,-1-1-1,1 0 0,-1 0 1,1-1-1,0 1 0,-1-1 1,1 0-1,0 1 0,0-2 0,-1 1 1,6-1-1,-5 0-27,1 0 1,-1-1-1,0 1 1,0-1-1,0 0 0,0 0 1,0 0-1,-1-1 0,1 1 1,-1-1-1,1 0 0,-1 0 1,0 0-1,0 0 1,0 0-1,0-1 0,-1 0 1,0 1-1,1-1 0,-1 0 1,-1 0-1,1 0 0,0 0 1,1-9-1,-3 12-6,0 0 1,0 0-1,0 0 0,0 0 0,0 0 0,0 1 1,0-1-1,0 0 0,0 0 0,-1 0 1,1 0-1,0 0 0,-1 0 0,1 0 0,-1 0 1,1 1-1,-1-1 0,1 0 0,-1 0 1,1 0-1,-1 1 0,0-1 0,1 0 0,-1 1 1,0-1-1,0 1 0,0-1 0,1 1 0,-1-1 1,0 1-1,0-1 0,0 1 0,0 0 1,0 0-1,0-1 0,0 1 0,0 0 0,0 0 1,0 0-1,0 0 0,1 0 0,-1 0 1,-2 1-1,-3-1 2,0 1 0,0 0 0,-1 0 0,2 1 0,-10 2 0,2 3-1,0 0 0,0 1 0,1 0-1,0 0 1,0 2 0,1-1 0,0 2 0,1-1 0,0 1-1,-10 16 1,17-24-4,1 0 1,0 1-1,0-1 0,1 1 0,-1-1 1,1 1-1,0 0 0,0 0 0,0-1 1,0 1-1,1 0 0,0 0 0,-1 0 1,1 0-1,1 4 0,-1-7-5,0-1 4,0 0 0,0 0 0,0 0 1,0 0-1,0 0 0,0 1 1,0-1-1,0 0 0,1 0 0,-1 0 1,0 0-1,0 0 0,0 0 0,0 0 1,0 1-1,0-1 0,0 0 0,0 0 1,0 0-1,0 0 0,1 0 1,-1 0-1,0 0 0,0 0 0,0 0 1,0 0-1,0 0 0,0 0 0,1 0 1,-1 0-1,0 0 0,0 0 0,0 0 1,0 0-1,0 0 0,0 0 1,1 0-1,-1 0 0,0 0 0,0 0 1,0 0-1,0 0 0,0 0 0,0 0 1,1 0-1,-1 0 0,0 0 0,0 0 1,0 0-1,0 0 0,0 0 1,0 0-1,0-1 0,0 1 0,1 0 1,-1 0-1,0 0 0,0 0 0,4-1-108,2 0 26,-3 0-25,0 1-1,0-1 0,0 0 0,0 0 1,0 0-1,0 0 0,0-1 1,0 1-1,-1-1 0,1 1 0,0-1 1,-1 0-1,1 0 0,-1 0 0,0 0 1,3-4-1,17-31-422</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37.032"/>
    </inkml:context>
    <inkml:brush xml:id="br0">
      <inkml:brushProperty name="width" value="0.035" units="cm"/>
      <inkml:brushProperty name="height" value="0.035" units="cm"/>
    </inkml:brush>
  </inkml:definitions>
  <inkml:trace contextRef="#ctx0" brushRef="#br0">23 1 2897,'-7'5'744,"7"-3"-480,-15 38 120,16-2 96,1 13 8,12 41-72,1 17-88,8 31-216,1 7-112,-3 4-912,-2-4 624</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37.763"/>
    </inkml:context>
    <inkml:brush xml:id="br0">
      <inkml:brushProperty name="width" value="0.035" units="cm"/>
      <inkml:brushProperty name="height" value="0.035" units="cm"/>
    </inkml:brush>
  </inkml:definitions>
  <inkml:trace contextRef="#ctx0" brushRef="#br0">18 62 3745,'-1'-1'65,"-1"-1"-1,0 0 1,1 0 0,-1 0 0,1 0-1,0 0 1,0 0 0,-1 0 0,1-1 0,1 1-1,-1 0 1,0 0 0,1-1 0,-1 1 0,1-1-1,-1 1 1,1 0 0,0-1 0,0 1-1,1-1 1,-1 1 0,0-1 0,1 1 0,-1 0-1,2-4 1,-2 5 449,2 7 12,48 384 2159,-43-319-2718,2 16-962,-4 152 0,-6-222 718,-1-1 1,-4 21-1,5-32 227,-1-1 0,1 0 0,0 0 0,-1 0 0,0 0 0,0 0 0,0-1 0,0 1 0,-1-1 0,0 1 0,1-1 0,-1 0 0,-4 4 0,6-7 11,0 1 0,0 0 0,0 0 0,0-1 0,0 1 0,0 0 0,-1-1 0,1 1 0,0-1 0,0 0 0,-1 1 0,1-1 0,0 0 0,-2 0 0,2 0 20,0 0 0,0-1-1,0 1 1,1-1 0,-1 1 0,0-1 0,0 1 0,0-1 0,0 1 0,1-1-1,-1 0 1,0 1 0,0-1 0,0-1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38.053"/>
    </inkml:context>
    <inkml:brush xml:id="br0">
      <inkml:brushProperty name="width" value="0.035" units="cm"/>
      <inkml:brushProperty name="height" value="0.035" units="cm"/>
    </inkml:brush>
  </inkml:definitions>
  <inkml:trace contextRef="#ctx0" brushRef="#br0">157 1 5297,'-10'26'600,"0"7"529,-1 6-801,4 10-144,2 6 48,-2 11 24,-1 6-16,-3 8-136,-1 3-32,2-9-72,-2-8-16,0-21-16,1-10-40,-1-23-168,2-12-360,1-18 400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38.287"/>
    </inkml:context>
    <inkml:brush xml:id="br0">
      <inkml:brushProperty name="width" value="0.035" units="cm"/>
      <inkml:brushProperty name="height" value="0.035" units="cm"/>
    </inkml:brush>
  </inkml:definitions>
  <inkml:trace contextRef="#ctx0" brushRef="#br0">25 0 8490,'-9'23'336,"8"3"-8,2 7-200,8 15-128,0 7-16,-2 16-128,-2 4-104,-7 1-168,-3-7-144,-6-16 72,-1-11 120,2-25 239,5-13 25,5-30-664,7-16-1072,10-30 1176</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38.555"/>
    </inkml:context>
    <inkml:brush xml:id="br0">
      <inkml:brushProperty name="width" value="0.035" units="cm"/>
      <inkml:brushProperty name="height" value="0.035" units="cm"/>
    </inkml:brush>
  </inkml:definitions>
  <inkml:trace contextRef="#ctx0" brushRef="#br0">0 1 10778,'6'74'376,"7"2"-64,5 2-256,8 1-128,1 1-160,-6-6-808,-4-5-1624,-10-13 1391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43.034"/>
    </inkml:context>
    <inkml:brush xml:id="br0">
      <inkml:brushProperty name="width" value="0.035" units="cm"/>
      <inkml:brushProperty name="height" value="0.035" units="cm"/>
    </inkml:brush>
  </inkml:definitions>
  <inkml:trace contextRef="#ctx0" brushRef="#br0">181 1168 1592,'-1'0'69,"-1"0"-1,1 0 1,-1 0 0,1 0-1,-1 0 1,1-1-1,-1 1 1,1 0 0,-1-1-1,1 1 1,-1-1-1,1 0 1,-2-1-1,-24-25 1072,27 27-1126,-33-39 480,29 34-165,4 5-319,-1 0 1,1 0 0,0-1-1,-1 1 1,1 0 0,0 0 0,0 0-1,-1-1 1,1 1 0,0 0-1,0 0 1,-1-1 0,1 1-1,0 0 1,0-1 0,0 1 0,-1 0-1,1-1 1,0 1 0,0 0-1,0-1 1,0 1 0,0 0-1,0-1 1,0 1 0,0 0 0,0-1-1,0 1 1,0 0 0,0-1-1,0 1 1,0-1 0,0 1-1,0-1 1,3-9 2,0-3-8,-1 8 6,-1-1 1,0 1 0,0-1 0,-1 0 0,1-8 0,-4 2 144,1 0-69,1 7 11,0 0 1,0 0 0,-1 1-1,1-1 1,-1 0 0,-3-5-1,-21-46 1569,22 47-1309,2 2 141,3-6-401,-1-26-30,0 33 19,-1-1 111,-8-4-1,-16-30-13,22 33-141,0 1 0,0 0-1,1-1 1,0 0 0,0 1 0,1-1 0,0 0 0,1 0 0,-1 0 0,1 0 0,1 1 0,0-1 0,0 0 0,0 0 0,5-14-1,-4 16-35,0 0-1,0-1 0,0 1 0,1 0 0,0 0 0,1 0 1,-1 0-1,8-9 0,-9 13-4,10-21 135,5-20-134,-16 42-1,0 0 0,-1 0 0,1 0 1,-1 0-1,1 0 0,-1 0 0,0 0 1,1 0-1,-1 0 0,0 0 0,1 0 0,-1 0 1,0 0-1,0 0 0,0-1 0,0 1 1,0 0-1,-1 0 0,1 0 0,0 0 0,0 0 1,-1 0-1,0-2 0,-4-14 20,-2-20-20,6 37-1,1-1-1,0 1 0,0-1 0,-1 0 1,1 1-1,0-1 0,0 1 1,0-1-1,0 0 0,0 1 1,0-1-1,0 0 0,0 1 1,0-1-1,0 1 0,0-1 1,0 0-1,0 1 0,0-1 1,1 1-1,-1-1 0,0 0 1,0 1-1,1-2 0,7-11 11,5-23 1,-10 27 22,-2 4 2,-2-7-30,1 3-4,0 4-1,0 1 0,0-1 0,0 0 0,1 1 0,-1-1 0,1 1 0,0-1 0,1 0-1,-1 1 1,1 0 0,4-8 0,-2 5-2,2-3 3,-1 1 0,0-1 1,0 0-1,-1-1 0,0 1 0,0-1 0,-1 0 1,1-15-1,-3 25-11,-1 0 0,0 0 0,0 0 0,0 0-1,1-1 1,-1 1 0,0 0 0,-1 0 0,1 0 0,0 0 0,0 0 0,0-1 0,-1 1 0,1 0-1,-1 0 1,0-1 0,-7-21-747,6 15 564,0 4 67,1 1 0,0-1 1,1 1-1,-1-1 0,0 0 0,1 1 0,0-1 0,0 0 0,0 1 0,0-1 1,1 1-1,-1-1 0,1 0 0,0 1 0,2-6 0,5-11-730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43.750"/>
    </inkml:context>
    <inkml:brush xml:id="br0">
      <inkml:brushProperty name="width" value="0.035" units="cm"/>
      <inkml:brushProperty name="height" value="0.035" units="cm"/>
    </inkml:brush>
  </inkml:definitions>
  <inkml:trace contextRef="#ctx0" brushRef="#br0">18 125 1024,'-17'27'2941,"24"-33"-2803,0-14 159,5-17-96,-9 28 12,8-17 401,-2-12-613,-7 24-2353,-2 12 1700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44.618"/>
    </inkml:context>
    <inkml:brush xml:id="br0">
      <inkml:brushProperty name="width" value="0.035" units="cm"/>
      <inkml:brushProperty name="height" value="0.035" units="cm"/>
    </inkml:brush>
  </inkml:definitions>
  <inkml:trace contextRef="#ctx0" brushRef="#br0">35 277 3657,'-1'-10'-806,"-6"-67"-1051,6 71 2084,0 0 1,0 1-1,0-1 1,-1 1 0,-4-11-1,4 11 38,0 1 0,0-1-1,1 0 1,0 0-1,0 0 1,0 0-1,0 0 1,1 0-1,0 1 1,0-2-1,0 2 1,2-11 0,-2-12-96,-2-18-113,1 50 444,0 5-217,0-3-3014</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45.720"/>
    </inkml:context>
    <inkml:brush xml:id="br0">
      <inkml:brushProperty name="width" value="0.035" units="cm"/>
      <inkml:brushProperty name="height" value="0.035" units="cm"/>
    </inkml:brush>
  </inkml:definitions>
  <inkml:trace contextRef="#ctx0" brushRef="#br0">2106 0 792,'-8'4'-1,"0"0"1,-1 0-1,0-1 0,1 0 1,-1 0-1,0-1 0,-14 2 1,-68 0 239,44-4 235,-60 7 634,0 5 0,-126 30 0,121-20-602,0-4 0,-173 4 1,132-17-458,-236 3 146,357-10-134,0-1 0,0-2 1,1-2-1,-1 0 0,-47-20 1,64 23 28,0 1 1,-27-3 0,4 1-32,36 4-155,0 1 1,0-1-1,0 1 1,0-1-1,0 0 1,0 0 0,1 0-1,-1 0 1,0 0-1,0 0 1,1-1-1,-1 1 1,1-1-1,-1 1 1,1-1 0,0 1-1,-1-1 1,1 0-1,0 1 1,0-1-1,0 0 1,0 0 0,1 0-1,-2-3 1,1-10-788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46.730"/>
    </inkml:context>
    <inkml:brush xml:id="br0">
      <inkml:brushProperty name="width" value="0.035" units="cm"/>
      <inkml:brushProperty name="height" value="0.035" units="cm"/>
    </inkml:brush>
  </inkml:definitions>
  <inkml:trace contextRef="#ctx0" brushRef="#br0">2045 84 1840,'-12'-12'296,"10"9"-270,0 0 1,-1 0-1,0 0 1,0 1-1,0-1 1,0 1-1,0 0 1,0 0-1,0 0 1,-1 0-1,1 0 1,-1 1-1,0-1 1,1 1-1,-1 0 1,0 0-1,-6 0 1,-40-2 1055,31 3-244,-1-1-1,-33-6 1,17-1-712,0 1 1,0 2-1,0 2 0,0 2 1,-1 0-1,1 3 1,-50 8-1,-572 74 2009,52 1-2021,572-79-116,9-1-81,0-2 0,-1-1-1,1-1 1,-34-2 0,57 1 3,1-1-110,-1 1-1,1 0 1,-1-1 0,1 1 0,0 0 0,-1 0-1,1 0 1,-1 1 0,1-1 0,0 0-1,-1 0 1,1 1 0,-1-1 0,1 1-1,0-1 1,-2 2 0,1 1-1057</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48.537"/>
    </inkml:context>
    <inkml:brush xml:id="br0">
      <inkml:brushProperty name="width" value="0.035" units="cm"/>
      <inkml:brushProperty name="height" value="0.035" units="cm"/>
    </inkml:brush>
  </inkml:definitions>
  <inkml:trace contextRef="#ctx0" brushRef="#br0">328 1 3705,'-11'12'278,"1"0"0,1 1 0,-12 20 0,10-15-573,-19 24-1,-58 55 481,-26 32 1471,88-101-1648,24-27-454,1-2 265,1 0 0,-1 0 1,0 0-1,1-1 0,-1 1 0,1 0 0,0-1 0,-1 1 0,1 0 1,0 0-1,0-1 0,-1-1 0,2-2-46,0 0-1,-1 0 1,2 0-1,-1 0 1,0 0-1,1 1 1,0-1-1,5-8 1,25-38-305,-21 35 550,-4 6 37,74-103 683,-70 99-503,2 0-1,0 0 1,0 1 0,1 1-1,22-14 1,-32 23-150,1 1 0,-1-1 0,1 2 1,0-1-1,0 0 0,-1 1 0,10-2 0,-13 3-43,0 0 1,0 0-1,-1 0 0,1 0 0,0 0 0,0 0 0,0 0 0,0 0 0,0 0 0,-1 0 0,1 0 0,0 0 0,0 1 0,0-1 1,0 0-1,-1 1 0,1-1 0,0 0 0,0 1 0,-1-1 0,1 1 0,0-1 0,-1 1 0,1 0 0,-1-1 0,1 1 0,0 0 0,-1-1 1,0 1-1,1 0 0,-1 0 0,1-1 0,-1 1 0,0 0 0,1 0 0,-1 0 0,0-1 0,0 1 0,0 0 0,0 0 0,0 0 1,0 0-1,0 0 0,0 0 0,0-1 0,0 1 0,0 0 0,0 0 0,-1 0 0,0 1 0,1 5 59,-1 0 0,1 1 0,0-1 0,0 0 0,1 0 0,0 1 0,3 11 0,2 12-455,2-11-1681,-6-13 1280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48.972"/>
    </inkml:context>
    <inkml:brush xml:id="br0">
      <inkml:brushProperty name="width" value="0.035" units="cm"/>
      <inkml:brushProperty name="height" value="0.035" units="cm"/>
    </inkml:brush>
  </inkml:definitions>
  <inkml:trace contextRef="#ctx0" brushRef="#br0">27 1 6457,'2'3'107,"-1"1"0,0-1-1,1 1 1,-1-1-1,-1 1 1,1 0-1,0-1 1,-1 1-1,0 0 1,0-1 0,0 1-1,-1 5 1,-1 2 131,-1 0 0,-7 18 1,5-17 4,1-1 1,-3 19 0,5-5-126,0-1 1,2 1-1,1-1 0,5 26 1,-3-16-427,0 41 0,-3-78-574,-3-11 253</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49.283"/>
    </inkml:context>
    <inkml:brush xml:id="br0">
      <inkml:brushProperty name="width" value="0.035" units="cm"/>
      <inkml:brushProperty name="height" value="0.035" units="cm"/>
    </inkml:brush>
  </inkml:definitions>
  <inkml:trace contextRef="#ctx0" brushRef="#br0">10 422 6569,'0'1'20,"-2"4"158,0 1 1,1-1-1,-1 0 0,1 1 1,0-1-1,0 11 1,2-15-147,-1 1 1,0-1-1,1 0 1,-1 1 0,0-1-1,1 0 1,0 1-1,-1-1 1,1 0 0,0 0-1,0 1 1,0-1 0,0 0-1,0 0 1,0 0-1,0 0 1,0 0 0,0-1-1,0 1 1,0 0-1,1 0 1,-1-1 0,0 1-1,1-1 1,-1 1-1,0-1 1,1 1 0,-1-1-1,1 0 1,2 1 0,16 1 306,1 0 0,39-2 0,-42 0-253,0 0 1,0 0 0,0 2 0,30 6 0,-34-4-70,0 0 0,0 1 0,-1 1 0,0 0 0,0 1 0,0 0 0,-1 1 0,0 1 1,-1 0-1,0 0 0,16 18 0,-26-26 126,2-19 263,4-78-653,5 0 0,4 1-1,32-110 1,-11 99-352</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51.309"/>
    </inkml:context>
    <inkml:brush xml:id="br0">
      <inkml:brushProperty name="width" value="0.035" units="cm"/>
      <inkml:brushProperty name="height" value="0.035" units="cm"/>
    </inkml:brush>
  </inkml:definitions>
  <inkml:trace contextRef="#ctx0" brushRef="#br0">40 264 7266,'-1'-2'32,"-1"0"0,0 0 0,1 0 0,-1 0 0,1 0 0,-1 0 0,1 0 0,0 0 0,0-1 0,0 1 0,0 0 0,1-1 0,-1 1 0,1 0 0,-1-1 0,1 1 0,0-6 1,0-3-58,1-1 1,4-20-1,0-10 155,-7 43 1069,1 0-1176,0-1 1,0 1 0,0-1 0,-1 1 0,1 0 0,0-1 0,0 1 0,0 0 0,0 0 0,1 0-1,-1 0 1,0-1 0,0 1 0,0 1 0,1-1 0,-1 0 0,1 0 0,-1 0 0,1 0-1,-1 2 1,-2 4-23,0-1 0,1 1-1,-2 13 1,4-19-1,0-1 0,0 1 0,0-1 0,0 1 0,0-1 0,0 1 0,0-1 0,0 1 0,0-1 0,1 1 0,-1-1 0,0 1 0,0-1 0,0 0 0,1 1 0,-1-1 0,0 1 0,1-1 0,-1 0 0,0 1 0,1-1 0,-1 0 0,0 1 0,1-1 0,-1 0 0,1 0 0,-1 1 0,1-1 0,-1 0 0,1 0 0,19 1 0,18-12 0,-29 6 3,1-1-1,-1 1 1,0-2-1,-1 1 1,1-1-1,-1 0 1,-1-1-1,1 0 1,-1 0-1,-1-1 1,1 0-1,-1 0 1,-1 0 0,0-1-1,0 0 1,-1 0-1,0 0 1,-1-1-1,4-17 1,-7 27 4,-1-1 13,-6 4-18,3-1 1,-5 2-2,1 0 0,0 0 1,0 1-1,0 0 0,0 0 1,0 1-1,1 0 0,0 0 1,-10 9-1,7-4-49,1 0 1,0 1-1,0 0 1,1 0-1,1 1 0,-11 21 1,15-22-84</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52.347"/>
    </inkml:context>
    <inkml:brush xml:id="br0">
      <inkml:brushProperty name="width" value="0.035" units="cm"/>
      <inkml:brushProperty name="height" value="0.035" units="cm"/>
    </inkml:brush>
  </inkml:definitions>
  <inkml:trace contextRef="#ctx0" brushRef="#br0">75 63 5385,'-7'24'465,"3"-8"-329,0-1 1,-1 0 0,-1 0-1,-1 0 1,-14 25-1,18-37 23,1-1 0,0 1 0,0 0 0,1 1 0,-1-1 0,1 0 0,0 0 0,-1 1 0,1-1 0,0 6 0,1-8 249,4-6-376,7-9-16,0-1 0,0 0 0,-2-1 0,0 0 0,0 0 0,-2-1 0,0 0 0,-1-1 0,-1 1 0,6-32 0,-11 48-16,0 0 1,1 0-1,-1-1 0,0 1 1,0 0-1,0 0 1,0-1-1,0 1 0,0 0 1,0-1-1,-1 1 0,1 0 1,0 0-1,-1 0 1,1-1-1,-1 1 0,1 0 1,-1 0-1,0 0 1,0-1-1,0 1 3,-1 1-1,1 0 1,0-1 0,0 1 0,0 0 0,0 0-1,0 0 1,-1 0 0,1 0 0,0 0 0,0 0-1,0 0 1,0 0 0,-1 1 0,1-1 0,0 1-1,0-1 1,0 0 0,0 1 0,0 0-1,-2 0 1,-5 4 14,1 0 0,-1 0 0,1 0 0,-8 8 0,13-11-34,0 0 0,0-1 0,0 1 0,0 0 0,0 0 0,1 1 0,-1-1 0,1 0 0,-1 1 0,1-1 0,0 0 0,0 1 0,0 0 1,0-1-1,1 1 0,-1-1 0,1 1 0,-1 3 0,1-5-21,0-1-1,0 1 1,0-1 0,1 1-1,-1-1 1,0 1 0,0-1 0,0 0-1,1 1 1,-1-1 0,0 1-1,0-1 1,1 0 0,-1 1 0,0-1-1,1 1 1,-1-1 0,1 0-1,-1 0 1,0 1 0,1-1 0,-1 0-1,1 1 1,16 0-523</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53.377"/>
    </inkml:context>
    <inkml:brush xml:id="br0">
      <inkml:brushProperty name="width" value="0.035" units="cm"/>
      <inkml:brushProperty name="height" value="0.035" units="cm"/>
    </inkml:brush>
  </inkml:definitions>
  <inkml:trace contextRef="#ctx0" brushRef="#br0">14 384 8490,'-5'5'174,"4"-5"-184,1 1 0,-1 0 0,0-1 1,0 1-1,1 0 0,-1-1 1,1 1-1,-1 0 0,1-1 0,-1 1 1,1 0-1,-1 0 0,1 0 1,-1 1-1,1-1 33,1 0 0,-1 0 0,0 0 0,1 0 0,-1 0 0,0 0 0,1 0 0,0-1 0,-1 1 0,1 0 1,-1 0-1,1 0 0,0-1 0,-1 1 0,1 0 0,0-1 0,0 1 0,0-1 0,0 1 0,-1-1 0,1 1 0,0-1 0,1 1 0,4 2 18,-4-1-27,1 0 0,-1-1 0,1 1 0,-1-1 0,1 1 0,0-1 0,-1 0 0,1 0 0,0-1 0,0 1 0,0 0 0,-1-1 0,1 0 0,0 1 0,0-1 0,0 0 0,0-1 0,0 1 0,0 0 0,0-1 0,-1 0 0,1 0 0,0 0 0,4-2 0,14-10 3,-1-2 0,0-1 1,-1 0-1,0-1 0,-2-1 0,0-1 0,-1-1 1,-1 0-1,16-28 0,-23 34-19,-1 0 1,0 0-1,-1-1 1,5-21-1,-8 28 1,-2 0 1,1 0-1,-1-1 0,-1 1 0,1 0 1,-1-1-1,-1 1 0,1 0 1,-2-1-1,-1-8 0,3 16 1,-1-1 0,1 0 0,-1 1 0,1-1 0,-1 0 0,1 1 0,-1-1 0,0 1 0,0-1 0,0 1 0,0 0 0,0-1 0,0 1 0,0 0 0,0-1 0,-1 1 0,1 0 0,0 0 0,-1 0 0,1 0 0,-1 1 0,1-1 0,-1 0 0,1 0 0,-1 1 0,0-1 0,1 1 0,-1 0 0,0-1 0,1 1 0,-1 0 0,0 0 0,0 0 0,1 0 0,-1 0 0,0 0 0,1 1 0,-1-1 0,-2 1 0,-1 1-1,0 0-1,-1 1 1,1 0-1,0-1 1,0 1-1,0 1 1,1-1-1,-1 1 1,1 0-1,-7 7 1,0 5-175,0 1 0,1 1 0,0-1 0,2 1 0,0 1 0,-7 25 0,7-12-352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53.867"/>
    </inkml:context>
    <inkml:brush xml:id="br0">
      <inkml:brushProperty name="width" value="0.035" units="cm"/>
      <inkml:brushProperty name="height" value="0.035" units="cm"/>
    </inkml:brush>
  </inkml:definitions>
  <inkml:trace contextRef="#ctx0" brushRef="#br0">108 96 9282,'-19'17'362,"-33"31"378,48-43-728,-1 0 0,1 1 0,0-1 0,1 1 0,-1 0 0,1 1 1,0-1-1,-2 8 0,5-14-11,0 0 1,-1 1-1,1-1 1,0 0-1,0 1 1,0-1 0,0 1-1,-1-1 1,1 0-1,0 1 1,0-1-1,0 1 1,0-1-1,0 0 1,0 1-1,0-1 1,0 1-1,0-1 1,0 0-1,1 1 1,-1-1-1,0 1 1,0-1-1,0 0 1,0 1-1,1-1 1,-1 1-1,0-1 1,0 0-1,0 1 1,1-1-1,-1 0 1,0 0-1,1 1 1,-1-1 0,0 0-1,1 0 1,-1 1-1,0-1 1,1 0-1,-1 0 1,1 0-1,-1 0 1,0 1-1,1-1 1,-1 0-1,1 0 1,-1 0-1,0 0 1,1 0-1,-1 0 1,1 0-1,-1 0 1,0 0-1,1 0 1,-1-1-1,1 1 1,-1 0-1,0 0 1,1 0-1,25-12 118,-11-1-88,0 0 1,0-1-1,19-26 1,34-53-41,-57 77 14,-10 15-5,0-1 0,0 1 0,0 0 0,-1 0 0,1 0 0,0 0 0,-1-1 0,1 1 0,-1 0 0,1-1 0,-1 1 0,0 0 0,1-1 0,-1 1 0,0 0 0,0-1 0,0 1 0,0 0 0,0-1 0,-1-1 0,1 3 0,0-1 0,-1 1 0,1 0 0,0-1 0,0 1 0,-1 0 0,1 0 0,0-1 0,0 1 0,-1 0 0,1 0 0,0 0 0,-1-1 0,1 1 0,0 0 0,-1 0 0,1 0 0,-1 0 0,1 0 0,0 0 0,-1 0 0,1 0 0,0 0 0,-1 0 0,0 0 0,-16 7 3,12-3-17,-1 0-1,1 1 1,-1-1 0,1 1-1,1 1 1,-1-1-1,1 1 1,0-1 0,0 1-1,0 0 1,1 1 0,0-1-1,0 1 1,1-1 0,0 1-1,-2 10 1,3 1-81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55.653"/>
    </inkml:context>
    <inkml:brush xml:id="br0">
      <inkml:brushProperty name="width" value="0.035" units="cm"/>
      <inkml:brushProperty name="height" value="0.035" units="cm"/>
    </inkml:brush>
  </inkml:definitions>
  <inkml:trace contextRef="#ctx0" brushRef="#br0">318 0 6657,'-28'23'627,"0"1"-1,2 2 0,0 0 1,2 2-1,-23 34 1,42-55-454,-1 0 0,0 0 0,0 0 0,0-1 0,-9 7 0,13-12-106,-1-2 20,-3-1-34,8-13 58,35-71-32,-36 82-76,1 1 0,-1-1 0,0 1 0,0-1 1,0 0-1,0 0 0,-1 0 0,1-7 0,-1 10-2,0 0 0,0 1 0,-1-1-1,1 0 1,0 0 0,0 1 0,0-1-1,-1 0 1,1 0 0,0 1-1,-1-1 1,1 0 0,-1 1 0,1-1-1,-1 1 1,1-1 0,-1 0 0,1 1-1,-1-1 1,0 0 0,0 1 0,0 0 1,-1-1-1,1 1 0,0 0 1,0-1-1,0 1 1,-1 0-1,1 0 0,0 0 1,0 0-1,-1 0 1,1 1-1,0-1 0,0 0 1,0 0-1,0 1 0,-2 0 1,-4 2 2,0 1 0,0 0-1,1 0 1,-1 1 0,1-1 0,0 2 0,1-1 0,-1 0 0,1 1-1,0 0 1,0 1 0,1-1 0,0 1 0,0-1 0,0 1 0,1 0 0,0 1-1,-3 11 1,6-18-28,0 1 0,0-1-1,0 1 1,0 0-1,0-1 1,0 1 0,0-1-1,0 1 1,1 0 0,-1-1-1,1 1 1,-1-1 0,1 1-1,0-1 1,-1 0-1,1 1 1,0-1 0,0 0-1,0 1 1,2 1 0,1 1-202,1-1 0,-1 0 1,1 0-1,0 0 0,5 2 1,25 10-501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54.619"/>
    </inkml:context>
    <inkml:brush xml:id="br0">
      <inkml:brushProperty name="width" value="0.035" units="cm"/>
      <inkml:brushProperty name="height" value="0.035" units="cm"/>
    </inkml:brush>
  </inkml:definitions>
  <inkml:trace contextRef="#ctx0" brushRef="#br0">43 0 1288,'0'0'-45,"-4"11"1139,-19 44 1171,18-40-490,8-10-1598,-1-6-201,-1 0 1,1 0 0,0 0 0,-1-1 0,1 1 0,-1 0 0,1-1 0,-1 1 0,0-1 0,2-2 0,28-34 40,-23 26 112,-12 10-68,-2 2-19,2 0-35,1-1 0,-1 1 0,0 0 0,1 1 0,-1-1 0,1 1 0,-1-1 0,-3 2 0,6-1-9,-1 0 0,1-1 0,-1 1 0,1 0 1,0 0-1,-1 0 0,1 0 0,0 0 0,-1 1 0,1-1 0,0 0 0,0 1 0,0-1 1,0 0-1,0 1 0,1-1 0,-1 1 0,0-1 0,1 1 0,-1 0 0,1-1 1,-1 1-1,1 3 0,-1-5-33,1 1 0,0-1 0,0 1 0,0-1-1,0 1 1,0-1 0,0 1 0,0 0 0,0-1 0,0 1 0,1-1 0,-1 1 0,0-1 0,0 1 0,0-1 0,1 1 0,-1-1 0,0 1 0,0-1 0,1 1 0,-1-1 0,0 1-1,1-1 1,-1 0 0,1 1 0,-1-1 0,1 1 0,-1-1 0,0 0 0,1 0 0,-1 1 0,1-1 0,-1 0 0,2 0 0,12-1-488</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55.089"/>
    </inkml:context>
    <inkml:brush xml:id="br0">
      <inkml:brushProperty name="width" value="0.035" units="cm"/>
      <inkml:brushProperty name="height" value="0.035" units="cm"/>
    </inkml:brush>
  </inkml:definitions>
  <inkml:trace contextRef="#ctx0" brushRef="#br0">5 49 3105,'-1'1'72,"1"-1"0,0 1 0,-1 0 0,1-1 1,-1 1-1,1-1 0,0 1 0,0 0 0,-1-1 1,1 1-1,0-1 0,0 1 0,0 0 0,0 0 1,0-1-1,0 1 0,0 0 0,0-1 0,0 1 1,0 0-1,0-1 0,0 1 0,0 0 0,1-1 1,-1 1-1,0-1 0,0 1 0,1 0 0,-1-1 0,0 1 1,1-1-1,-1 1 0,1-1 0,-1 1 0,1-1 1,-1 1-1,1-1 0,-1 1 0,1-1 0,-1 0 1,1 1-1,0-1 0,-1 0 0,1 1 0,0-1 1,26 6-147,-26-6 72,1 0 0,0 0 0,-1-1 0,1 1 0,-1 0 0,1-1 0,-1 0 0,1 1 0,-1-1 0,1 0 0,-1 1 0,1-1 0,-1 0 0,0 0 0,0 0 0,1 0 0,-1-1 0,0 1 0,0 0 0,0 0 0,1-2 0,19-40-40,-18 36 37,-2 5 36,4-6-1117,-5 8 1088,0 0 0,0 0 1,0 0-1,0 0 1,0 0-1,0-1 1,0 1-1,0 0 1,0 0-1,0 0 1,0 0-1,0 0 1,0 0-1,0 0 1,0 0-1,1-1 0,-1 1 1,0 0-1,0 0 1,0 0-1,0 0 1,0 0-1,0 0 1,0 0-1,0 0 1,0 0-1,1 0 1,-1 0-1,0 0 0,0 0 1,0 0-1,0 0 1,0 0-1,0 0 1,0-1-1,1 1 1,-1 0-1,0 1 1,0-1-1,0 0 1,0 0-1,0 0 1,0 0-1,0 0 0,1 0 1,-1 0-1,0 0 1,0 0-1,0 0 1,0 0-1,0 0 1,0 0-1,0 0 1,0 0-1,0 0 1,1 0-1,-1 1 0,0-1 1,0 0-1,0 0 1,0 0-1,0 0 1,0 0-1,0 0 1,0 0-1,0 0 1,0 1-1,0 0-62,2 1-12</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5:56.207"/>
    </inkml:context>
    <inkml:brush xml:id="br0">
      <inkml:brushProperty name="width" value="0.035" units="cm"/>
      <inkml:brushProperty name="height" value="0.035" units="cm"/>
    </inkml:brush>
  </inkml:definitions>
  <inkml:trace contextRef="#ctx0" brushRef="#br0">275 1 10938,'-14'19'179,"7"-11"-135,0 2-1,1-1 0,-1 0 1,2 1-1,0 0 1,-6 14-1,11-22-39,0 0 0,-1-1 0,1 1 0,-1-1 0,1 1 0,-1 0 0,0-1 0,1 0 0,-1 1 1,0-1-1,0 1 0,0-1 0,0 0 0,0 0 0,0 1 0,-1-1 0,1 0 0,0 0 0,-1 0 0,1-1 0,-1 1 0,1 0 0,-1 0 0,1-1 0,-1 1 0,1-1 0,-1 1 0,-3 0 0,2-2 34,1 1 0,-1 0-1,0-1 1,0 1 0,0-1-1,0 0 1,0 0 0,1 0-1,-1 0 1,0-1 0,1 1 0,-1-1-1,1 0 1,-1 1 0,-2-4-1,4 4-21,0 0 0,0 0 0,0 0 1,1 0-1,-1 0 0,0 0 0,0 0 0,1-1 0,-1 1 0,1 0 0,-1 0 0,1 0 0,0-1 0,-1 1 0,1 0 0,0-1 0,0 1 1,0 0-1,0 0 0,0-1 0,0 1 0,0 0 0,0-1 0,1-1 0,15-30 33,-9 20-26,-6 13-23,-1-1 0,0 1 0,0 0 0,0-1 0,1 1 0,-1 0 0,0-1 0,0 1 0,0 0 1,0-1-1,1 1 0,-1-1 0,0 1 0,0 0 0,0-1 0,0 1 0,0-1 0,0 1 0,0 0 0,0-1 1,0 1-1,-1 0 0,1-1 0,0 1 0,0-1 0,0 1 0,0 0 0,0-1 0,-1 1 0,1 0 0,0-1 1,0 1-1,0 0 0,-1 0 0,1-1 0,0 1 0,-1 0 0,1 0 0,0-1 0,-1 1 0,1 0 0,0 0 1,-1 0-1,1-1 0,0 1 0,-1 0 0,1 0 0,0 0 0,-1 0 0,1 0 0,-1 0 0,1 0 0,0 0 0,-1 0 1,0 0-1,-1 0-1,0 0 0,-1 0 0,1 1 0,0-1 0,0 1 0,-1-1 0,1 1 0,-4 2 0,-3 3-40,0 0 1,1 1 0,-9 8 0,10-9-79,1 0 0,-1-1 0,0 0 1,0 0-1,-10 5 0,-4-7-168</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7:33.348"/>
    </inkml:context>
    <inkml:brush xml:id="br0">
      <inkml:brushProperty name="width" value="0.035" units="cm"/>
      <inkml:brushProperty name="height" value="0.035" units="cm"/>
    </inkml:brush>
  </inkml:definitions>
  <inkml:trace contextRef="#ctx0" brushRef="#br0">3162 663 3001,'76'-165'-212,"-67"140"171,-1 0 0,-1-1 0,-1 1 0,4-50 1,-9 66 136,-1 0-1,0 0 1,0 0 0,-1-1 0,0 1 0,-1 0 0,0 0 0,0 1 0,-1-1 0,0 0 0,0 1 0,-1 0 0,0-1 0,-1 1 0,0 1 0,0-1 0,-1 1 0,0 0 0,0 0 0,-12-10 0,1 5 352,-1 0 0,0 0 0,0 2 1,-2 0-1,1 2 0,-1 0 0,0 1 1,0 0-1,-29-3 0,-27-3 130,-91-3 0,147 15-550,-222-9-43,-394 34 0,455-3-414,1 8 0,-313 92 1,288-52-1391,3 9 0,-197 106 0,216-85 831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7:33.656"/>
    </inkml:context>
    <inkml:brush xml:id="br0">
      <inkml:brushProperty name="width" value="0.035" units="cm"/>
      <inkml:brushProperty name="height" value="0.035" units="cm"/>
    </inkml:brush>
  </inkml:definitions>
  <inkml:trace contextRef="#ctx0" brushRef="#br0">37 1035 2369,'-12'53'364,"2"-1"1,-3 64-1,12-87-69,1 0 0,1 0-1,2 0 1,0 0 0,15 50-1,-6-42-41,1 0 0,2-1 0,2-1 0,1 0 0,1-1 0,33 41-1,-21-36-91,2-1-1,2-2 0,1-1 0,61 45 0,-36-37-112,2-4-1,2-2 1,1-3-1,2-3 1,1-3-1,137 36 1,-85-38 112,2-6-1,0-5 1,1-5 0,196-10 0,-213-6 150,-1-4 1,-1-6 0,112-30-1,-147 25-110,-1-2-1,-1-3 0,-1-3 0,-2-3 0,87-57 0,-78 36-43,-2-4 0,-2-2 0,75-83 0,-40 23 26,91-133-1,-135 163-46,-3-2 0,50-112 1,-81 146-68,-3-2 0,-2 0 0,-4-2 0,23-122 0,-39 168-51,-1 0 0,0-1 1,-1 1-1,0-1 1,-1 1-1,-7-30 0,6 36-10,-1 0-1,-1 0 0,1 0 1,-1 1-1,-1 0 0,0 0 1,0 0-1,0 0 0,-1 1 1,0 0-1,-1 0 0,-7-6 1,-8-4-38,-2 1 0,0 1 1,0 0-1,-1 2 0,-53-18 1,-319-99-1065,294 105 108,-207-21 0,122 40 353,188 6 632</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7:40.765"/>
    </inkml:context>
    <inkml:brush xml:id="br0">
      <inkml:brushProperty name="width" value="0.035" units="cm"/>
      <inkml:brushProperty name="height" value="0.035" units="cm"/>
    </inkml:brush>
  </inkml:definitions>
  <inkml:trace contextRef="#ctx0" brushRef="#br0">63 136 9914,'-59'29'124,"56"-27"-404,9-2 364,55-7 861,94-23 0,-85 14-963,233-51-424,-165 35-392,-80 18 494</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7:41.385"/>
    </inkml:context>
    <inkml:brush xml:id="br0">
      <inkml:brushProperty name="width" value="0.035" units="cm"/>
      <inkml:brushProperty name="height" value="0.035" units="cm"/>
    </inkml:brush>
  </inkml:definitions>
  <inkml:trace contextRef="#ctx0" brushRef="#br0">0 18 6529,'3'10'1238,"-2"-7"-1235,1 0 1,-1 0-1,1 0 1,0 0-1,0-1 1,0 1-1,0-1 0,0 1 1,0-1-1,1 0 1,-1 0-1,1 0 0,4 3 1,2-1 98,0 0 0,1 0 0,-1-1 0,17 4-1,34 5 529,2-3 0,71 2 0,125-12 65,321-62-258,-355 31-198,-127 19-755,0 5 0,112 5 0,-203 4-199</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7:44.217"/>
    </inkml:context>
    <inkml:brush xml:id="br0">
      <inkml:brushProperty name="width" value="0.035" units="cm"/>
      <inkml:brushProperty name="height" value="0.035" units="cm"/>
    </inkml:brush>
  </inkml:definitions>
  <inkml:trace contextRef="#ctx0" brushRef="#br0">15 1327 10706,'1'14'135,"0"1"-1,1 0 0,6 17 0,3 32-193,-11-35 80,-2 0 0,0 1 0,-2-1 0,-11 40 0,3-11 296,11-55-249,1 0 0,-1 0 0,1 0 0,0 0 0,0 0 0,0 0 0,0 0 0,1 4 0,-1-6-31,1-1 0,-1 1 1,0-1-1,0 1 0,0-1 1,1 0-1,-1 1 0,0-1 1,0 1-1,1-1 1,-1 0-1,0 1 0,1-1 1,-1 0-1,1 1 0,-1-1 1,0 0-1,1 0 0,-1 0 1,1 1-1,-1-1 0,0 0 1,1 0-1,-1 0 0,1 0 1,-1 0-1,1 0 0,-1 1 1,1-1-1,-1 0 0,1-1 1,0 1-1,5-2 205,0 0 0,0-1 0,0 0 0,0 0 0,-1 0 0,1-1 0,7-6 0,188-150 1553,-101 79-1467,-47 39-219,714-590 293,-696 570-348,575-518-6077,-476 418 4710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7:08.623"/>
    </inkml:context>
    <inkml:brush xml:id="br0">
      <inkml:brushProperty name="width" value="0.035" units="cm"/>
      <inkml:brushProperty name="height" value="0.035" units="cm"/>
    </inkml:brush>
  </inkml:definitions>
  <inkml:trace contextRef="#ctx0" brushRef="#br0">1 1844 2192,'2'-4'2281,"17"-25"-1223,29-33 1,-46 59-985,17-23 68,-2-1 0,-1 0-1,-1-2 1,15-39 0,-17 38 262,0 0 0,3 0 1,0 2-1,21-29 0,5 11-126,2 1 1,2 1-1,71-50 1,-37 30-145,-67 52-74,-1 0 0,0-1 0,12-17 0,-13 16 24,0 0 1,1 1-1,19-17 1,135-84 375,-107 77-481,67-55-1,139-124 249,-115 114-206,-9 6-37,-131 89 32,0 0 0,1 1-1,0 1 1,0 0 0,21-7-1,62-10 16,-60 15-31,32-11 1,-1-6 7,1 4 0,105-19 0,-144 33-1,0-1 0,-1-1 0,-1-1 0,28-13 0,-24 9 3,0 1-1,48-11 1,-27 15 21,1 2 1,-1 3-1,76 4 1,39-2 28,-105-8-48,-48 7-9,1-1 0,-1 2 0,1 0 0,0 0 0,21 2 0,-6 4 0,0 0-1,0 2 1,-1 1 0,1 2 0,-2 0 0,0 2 0,0 1 0,-1 1 0,0 1 0,30 25 0,15 15-2,96 59 0,-131-96 24,1-2 0,0-1 0,1-2-1,51 12 1,32 11 61,-85-24-64,62 32 1,-81-34 6,0 0 0,0 1 0,-1 0 1,0 1-1,19 22 0,101 123 542,-115-134-472,29 24 1,10 11-38,82 81-51,-88-91 15,62 73 1,21 64 12,47 54-22,-56-99-36,245 273-94,-358-396 83,1-1 0,1-1 0,34 27 0,-46-39-112,0 0 0,1 0 0,-1-1 0,0 1 0,1-1 0,0 0 0,-1 0 0,1-1 1,0 1-1,0-1 0,0 0 0,0-1 0,0 1 0,0-1 0,0 0 0,0 0 0,0 0 0,0-1 0,0 0 0,0 0 1,0 0-1,0 0 0,6-4 0,-8 3 0,0 0 0,0 0 0,0-1 1,0 1-1,0-1 0,2-3 0,-5 6 136</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7:11.391"/>
    </inkml:context>
    <inkml:brush xml:id="br0">
      <inkml:brushProperty name="width" value="0.035" units="cm"/>
      <inkml:brushProperty name="height" value="0.035" units="cm"/>
    </inkml:brush>
  </inkml:definitions>
  <inkml:trace contextRef="#ctx0" brushRef="#br0">1 1107 6041,'0'0'262,"4"-2"394,4-3-541,0 0 0,0 1-1,15-7 1,-8 5 6,-13 5-19,10-5 1210,-13 11-199,-2 4-921,-2 6 12,2-8-46,1 0 0,0 0 0,0 0 0,-1 10 0,3-16-139,0-1 0,0 1 1,0-1-1,-1 0 0,1 1 1,0-1-1,0 0 0,0 1 0,0-1 1,0 1-1,0-1 0,0 0 1,0 1-1,0-1 0,0 0 0,0 1 1,0-1-1,1 1 0,-1-1 1,0 0-1,0 1 0,0-1 1,0 0-1,1 1 0,-1-1 0,0 0 1,0 0-1,1 1 0,-1-1 1,0 0-1,0 1 0,1-1 1,-1 0-1,0 0 0,1 0 0,-1 1 1,0-1-1,1 0 0,-1 0 1,1 0-1,-1 0 0,0 0 0,1 0 1,-1 0-1,0 0 0,1 0 1,-1 0-1,1 0 0,-1 0 1,0 0-1,1 0 0,-1 0 0,0 0 1,1 0-1,2-1 149,0 0-1,-1 0 1,1-1 0,-1 1 0,1 0-1,-1-1 1,5-3 0,16-17 1067,37-45 0,-12 11-568,-41 49-631,381-425 1085,-299 322-2572,-4-4-1,75-135 1,-115 167 355</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7:49.476"/>
    </inkml:context>
    <inkml:brush xml:id="br0">
      <inkml:brushProperty name="width" value="0.035" units="cm"/>
      <inkml:brushProperty name="height" value="0.035" units="cm"/>
    </inkml:brush>
  </inkml:definitions>
  <inkml:trace contextRef="#ctx0" brushRef="#br0">0 1492 3513,'1'-17'438,"1"0"1,0 0-1,1 1 1,1-1-1,0 1 1,2-1-1,0 2 1,0-1 0,2 1-1,11-20 1,14-14-221,63-74 0,-76 99-134,214-222 785,20 24-341,-189 169-515,2 3 0,88-49 0,-100 69 109,1 2-1,2 3 1,96-28 0,254-33 398,19-4-484,-330 62-31,2 5 0,177-18 1,-200 35-14,207-10-2,-203 15-23,122 14 0,-152-5 11,-1 3-1,73 25 1,93 47 5,-77-27 33,84 26-17,165 66-378,-351-131 280,-1 0 1,0 2 0,-2 2 0,0 1-1,48 43 1,-65-51 103,0-1 0,2 0 1,-1-1-1,1-1 0,1-1 0,34 14 0,-40-19-151,0-2 1,-1 1-1,2-1 0,-1-1 0,0-1 0,0 0 1,0 0-1,1-1 0,-1-1 0,0 0 0,23-6 0,2-5-576</inkml:trace>
</inkml:ink>
</file>

<file path=ppt/ink/ink83.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5-01-08T17:53:33.073"/>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00B050"/>
    </inkml:brush>
    <inkml:brush xml:id="br3">
      <inkml:brushProperty name="width" value="0.05292" units="cm"/>
      <inkml:brushProperty name="height" value="0.05292" units="cm"/>
      <inkml:brushProperty name="color" value="#0070C0"/>
    </inkml:brush>
  </inkml:definitions>
  <inkml:trace contextRef="#ctx0" brushRef="#br0">9786 6769 602 0,'94'-10'64'15,"1"-2"109"-15,16 2-164 16,7-1 14-16,1 1 50 16,2 0 29-16,1-2-2 15,-5 1-9-15,-3 1-37 0,-1-2-21 16,-4 4-21-16,-3 1-4 16,-2 0-5-16,-3 0-1 15,-13 1 0-15,-4 1-2 16,-13-1 2-16,-4 2 2 15,-3 1 0-15,-2 0 0 16,-7 2-2-16,-7 1 2 16,-13 0-2-16,-7 0 2 0,-11 0-4 15,-4 0 0-15,-7 0 0 16,-6 0 0-16,0 0-10 16,0 0 2-16,-12-3-2 15,-3 2-5-15,-4 1 5 16,-3 2-1-16,-4 0-15 15,-1 3-8-15,-4-1-44 16,0 0-34-16,1-1-187 16,1-1 165-16</inkml:trace>
  <inkml:trace contextRef="#ctx0" brushRef="#br0" timeOffset="2268.44">4633 7605 887 0,'2'0'144'0,"17"-2"-147"0,39-1 17 16,14-2 5-16,28-6 27 15,11-2 7-15,17-4-11 16,3 1-3-16,12 2-27 0,7 0-11 16,3 3 1-16,2 0 0 15,5 3-2-15,2 4 0 16,-9 0 2-16,4 2 0 16,0-1-2-16,-8 0 6 15,5-1-2-15,-6 1 4 16,-15-2 7-16,-1 1 1 15,-15-2-5-15,-9 1-1 0,-11-1-8 16,-8-3-2-16,-12 1-14 16,-5-3-9-16,-11-2-76 15,-6 0-112-15,-7-1 104 16</inkml:trace>
  <inkml:trace contextRef="#ctx0" brushRef="#br1" timeOffset="9699.34">5219 8619 885 0,'3'4'32'0,"5"0"-3"0,4-2-11 16,9-2 17-16,2-2 12 15,7-2 18-15,-1 1 3 16,7-2 2-16,3-1-8 15,2 4-27-15,4 1-4 16,5 1-10-16,0 2 0 16,4 0 4-16,3 0-1 0,4-3-1 15,7-1 0-15,3-1-4 16,1-2-2-16,0 0 13 16,-4 4-6-16,0-1-12 15,1 1 9-15,-8 0 6 16,-7-1-1-16,-12 0 19 15,-6-1 3-15,-1 1 3 16,-1-1 9-16,-3 1-22 16,-3-1-2-16,-3 1-12 15,-3 0-12-15,-2-1-3 16,2 1-9-16,-6-1 3 16,1 0-3-16,-8 1 0 15,-2 0 0-15,0 2 0 16,-2-1 6-16,-5 1-3 15,0 0 0-15,0 0-6 0,0 0 0 16,0 0 3-16,0 0 0 16,0 0 3-16,0 0-3 15,0 0 6-15,0 0 0 16,0 0 3-16,0 0 6 16,0 0-6-16,0 0 3 15,0 0-3-15,0 0 9 16,0 0-6-16,0 0 0 15,0 0-9-15,0 0 3 0,0 0-3 16,0 0 0-16,0 0 6 16,0 0-9-16,-1 0 0 15,-20-3 3-15,9 2-3 16,-1-1 0-16,-3 2 0 16,2 0 0-16,-3 2 0 15,0 0 0-15,-6 2 0 16,-2 0 0-16,-2-1 0 15,-3-1 3-15,0 3-3 16,1-2-3-16,0 1 3 16,0 2 0-16,-2 1 3 15,-2 0 6-15,-8-1-3 16,-1 0-3-16,1-1 0 16,0-1 2-16,2-1 1 15,1 0 0-15,-4-2-3 0,-1 0-3 16,-2 0 9-16,-2-1 3 15,2 0 6-15,2 1 9 16,3 0-6-16,0 0 0 16,3 2-12-16,-1-1-4 15,-1 1 2-15,1 1-2 16,0 1 4-16,1 0-3 16,3-2 3-16,1 1 0 0,1-3 0 15,0 2-1-15,2-1 5 16,2-1 4-16,2-1 6 15,1 0-4-15,2 0 2 16,0-1-1-16,-1 0-5 16,-1 1 0-16,2 0-5 15,1 0-3-15,2 0-5 16,2-1 1-16,3 0 0 16,0-1-1-16,3 1 3 15,2-2 1-15,2 2-3 16,2-1 1-16,6 2-1 15,0 0-3-15,0 0 2 16,0 0-2-16,0 0-3 16,0 0-1-16,14-5-1 15,7 4 5-15,13 1-7 16,8-1 7-16,11-1 0 0,3 0-1 16,3 1 1-16,1 1-3 15,2 3 2-15,5 0 0 16,3 3 1-16,-1-1 0 15,0 0 0-15,-2 1 2 16,4 0-3-16,4 1 1 16,-2-2 0-16,-2-1 0 0,-2-1 1 15,-2-3 2-15,-1-3-2 16,-4-4 0-16,-13-2 10 16,-6 0-9-16,-12-1 5 15,-1 1 0-15,-5 0-5 16,-6 1 4-16,-6 2-3 15,-5 1-1-15,-8 5 13 16,0-1 3-16,-11-14-3 16,0 8 2-16,-7-2-7 15,0 1-5-15,-6 0-3 16,0 2-5-16,-5 3 0 16,-4 1 1-16,-14 2 2 15,-6 3 1-15,-7 0-1 16,0 2 0-16,4 2 0 15,2-1-1-15,2 0 1 16,2-2 2-16,5-2-2 0,1-1 1 16,8-1-1-16,1 1-1 15,8-2 0-15,1 1-2 16,6 0 3-16,4-1 0 16,9 1-2-16,7 0-2 15,0 0-2-15,0 0-1 16,18-2 0-16,2 2 2 15,15-1 3-15,8 0 2 0,15 3 0 16,5 3 1-16,6 3-1 16,-1 0 0-16,-1 3-1 15,2-3-3-15,-1-1-13 16,-4-1-2-16,-6-5-20 16,-4-1-6-16,0-3-41 15,5-1-29-15,6 0-144 16,0 1-64-16,-2 2 186 15</inkml:trace>
  <inkml:trace contextRef="#ctx0" brushRef="#br1" timeOffset="11830.71">8661 8671 1021 0,'11'3'55'0,"4"2"46"15,8-3-95-15,3 1-2 16,11-2 3-16,4 0-3 0,8 2 2 16,-1 0-6-16,1 3 4 15,0 1 2-15,1 0 13 16,4 1 12-16,10-1 10 16,-1-2 1-16,6-1-7 15,-1-4-8-15,0 0-7 16,2 0-5-16,1-3 1 15,-1 0 1-15,1 2 7 16,0-2-3-16,-2 2 0 16,-5 0 13-16,-5 0-13 15,-6 1-9-15,-8-2 6 16,-1 0 6-16,-9 0 20 16,-3-1 10-16,-8 0 12 15,-6 1-3-15,-6 0-7 0,-4 0-8 16,-8 2-9-16,0 0-12 15,0 0 27-15,0 0 3 16,-17-8-4-16,0 4-5 16,-9 2-33-16,-2 0-15 15,-4 1 0-15,-6 0 6 16,0 1-6-16,-5 0 0 0,-2 0-3 16,-1 0 3-16,-5 0 0 15,-5-1 6-15,-7 0-3 16,-1-2-3-16,-1-1 0 15,0-2-3-15,2 0 3 16,0 0 3-16,3-1-3 16,2 1 0-16,3 0-3 15,6 2 3-15,3 1 0 16,3 2 0-16,5 1-6 16,1 1-3-16,8 2-12 15,1 0-6-15,9 2-9 16,0-2 7-16,10-1 8 15,9-2 3-15,0 0-15 16,0 1 9-16,14 9 0 16,5-5 3-16,14 1 21 15,7 1 0-15,12-1 3 16,6 0 0-16,9 1-3 0,5-1 0 16,4-3 0-16,4 0 6 15,1-3 0-15,4-1-3 16,0-3-3-16,1 1 3 15,-5-1 0-15,-6-2-3 16,-4 0 9-16,-4 0-3 16,-9 0 0-16,-4 0 6 15,-15 2 0-15,-6-1-3 0,-15 1 3 16,-6 1 3-16,-12-2 33 16,-7 0 14-16,-15-3-8 15,-7 1-15-15,-15 2-31 16,-13 2-12-16,-7 4 0 15,-6 2-2-15,-13 1-9 16,-3 3 6-16,-10-1-9 16,-2 3 12-16,1 1 0 15,0 3-3-15,4-3 9 16,5 1 0-16,13-2-3 16,9-1 6-16,18-2-6 15,9-3 0-15,13-2 3 16,5-1-6-16,12-2-18 15,9 2-38-15,-1-9-19 16,14 0-3-16,16-2 16 0,12-2 38 16,21 0 24-16,12-1 6 15,14 0 0-15,5 3 3 16,6 2 0-16,0 2 0 16,6 2-3-16,4 1-3 15,-3 1 0-15,-7 0 3 16,-13 0 0-16,-9 0 0 15,-13 1 3-15,-9 0 3 0,-18 2 15 16,-11 0 5-16,-14-3 19 16,-12 3 3-16,0 0 63 15,-6-5-1-15,-19-1-32 16,-7-2-24-16,-20 0-48 16,-7 2-4-16,-15 3-2 15,-5 1-6-15,-10 3-1 16,-6 2-6-16,-2 4-8 15,-1 0-5-15,6 3-5 16,5-2-17-16,11 2-20 16,3 0-10-16,14 2-30 15,7-1 4-15,11 1 23 16,11 0 18-16,13-3 21 16,7 1 7-16,14 0-16 15,9 0-9-15,18 0 14 16,7-1-8-16,14-5-235 15,8-1 194-15</inkml:trace>
  <inkml:trace contextRef="#ctx0" brushRef="#br1" timeOffset="15471.53">14592 8576 1235 0,'13'0'33'0,"6"0"-12"16,3 0-11-16,9 0 0 16,-2 1-3-16,4 1-1 15,1 0-4-15,5 0 2 16,5 0 0-16,5 2 2 15,4-1 2-15,9 0-1 16,2-1-1-16,8 2 10 0,1-2-1 16,-11 1 12-16,0-1 2 15,5 1-5-15,2 1-5 16,11 1-9-16,3 2-5 16,-1-1-1-16,3-1-4 15,0 0 0-15,2-1 0 16,1-1 2-16,1 0 0 15,-1 1-2-15,3-2 6 0,-8 1 2 16,-4 1 3-16,-5 0 8 16,-2-1 8-16,2 2-9 15,6-2-9-15,0-1-6 16,0 0 3-16,-3-1-6 16,-4 0 0-16,-4 0 3 15,-4 1-3-15,-9-1 3 16,-4 2-3-16,-8-1 3 15,-8-1 6-15,-9-1-3 16,-7-1 3-16,-5-1 9 16,-3 0 14-16,-4 1 19 15,-1 0 12-15,-4 0-3 16,-3 1-9-16,0 0 2 16,0 0 1-16,0 0-12 15,-1 0-9-15,-23-6-18 0,11 5-9 16,-3 1 0-16,-1 0 6 15,2 2-6-15,-1-1-3 16,4 1 3-16,2 0-3 16,3 0-3-16,0 0 3 15,7-2-3-15,0 0 0 16,-1 0 0-16,0 0-3 0,0 1-6 16,1 0 3-16,-1 0 0 15,1 0 3-15,0 0 3 16,0-1 6-16,0 1-6 15,1 0 0-15,-1 0 3 16,1 0 0-16,0-1 0 16,1 0-3-16,0 0 0 15,-1 0 0-15,1 0 3 16,0 1 3-16,0-1 3 16,-2 0-3-16,1 0-3 15,0 0-3-15,0 0 0 16,0 0 0-16,0 0 0 15,-1 0 11-15,0 0-11 16,-1 0 6-16,-22-4-6 16,9 3 0-16,-3-1-3 15,-1-1-3-15,-3 2 0 16,0 0 1-16,-5-1 5 0,0 1-9 16,-4-2 12-16,-1 3 0 15,-6-4-3-15,-3 1 0 16,-5 0-3-16,-6 0-3 15,-2 0 3-15,-5 0 0 16,-6 2 3-16,0 0 0 16,-4 1 6-16,1 2 3 0,0-1-1 15,-3 3 4-15,-5 0-9 16,-3 0 0-16,-3 0-3 16,1 0 0-16,-2 0 0 15,-1 0 3-15,-6 1-3 16,1-1 0-16,-2 1 0 15,1-1 0-15,-2 0 9 16,3 0-3-16,11 0 0 16,5-1-6-16,5-1 6 15,-2-2-3-15,-6 2-3 16,2-1-3-16,9-1 3 16,8 1-6-16,9 0 6 15,5-1 3-15,7 0-3 16,6 1 12-16,5-1-9 15,3 0-3-15,4 1 0 16,4-1-6-16,1 0 3 16,6 0 0-16,6 0 18 0,0 0 3 15,10-4 15-15,5 2-2 16,13-1-14-16,4-1 1 16,13 0-8-16,6-1-1 15,14-1-7-15,11 0-1 16,18 1-1-16,2 1-1 15,7 1 1-15,4 3 0 0,4 0 0 16,8 2 0-16,8 1 1 16,-4 0-1-16,-3 0 0 15,-2-1 0-15,-8-2 0 16,0 1 0-16,-8-1 0 16,-4 1 0-16,-1-1 0 15,-5 0-1-15,2-1-1 16,-3 0 2-16,-11-2 0 15,-6 0 2-15,-15-1-2 16,-10 1 0-16,-17 0-2 16,-12 0 2-16,-13 1 0 15,-7 2 19-15,0 0 19 16,-13-12 2-16,-9 4 5 16,-9 0-15-16,-19 0-21 15,-10 1-3-15,-15 1-6 0,-11 3 0 16,-11 2-1-16,-4 0 1 15,-9 1 0-15,-6 1 0 16,-6 1 3-16,-5 1-3 16,-9 2-2-16,3-3 1 15,-1 2 1-15,-2-2 1 16,10 0 1-16,6 0-2 16,4-1-5-16,2-1 2 15,11 0-6-15,0 0-1 0,24 0 3 16,13 0-4-16,20-2 3 15,7 1-8-15,19-1 2 16,7 1-5-16,13 1-15 16,2-4-2-16,17 1-2 15,7 2 5-15,20 1 20 16,9 0 8-16,27 2-2 16,12 2 1-16,13 1 3 15,6 1 3-15,9 4 3 16,0-1 0-16,7 1 3 15,3 2-6-15,-6 0 0 16,-2 0 3-16,-3-3-6 16,-2 0 3-16,-6-3 0 15,-4-2-6-15,-5-3 6 16,-4-2 0-16,-10-6 3 0,-5 0 0 16,-14-4-9-16,-12 1-3 15,-15 0-6-15,-7 1 12 16,-16 1 3-16,-8 1-3 15,-13 0-12-15,-7 0-15 16,-14 0-9-16,-9-1-5 16,-19 4-22-16,-8 0-12 15,-18 3-26-15,-11 2 5 0,-8 2 27 16,-5-1 13-16,-10 1 44 16,0-1 0-16,-6 1 12 15,-1 1 0-15,7 2 3 16,3-1 0-16,16 1-24 15,7-1-38-15,15-1-242 16,10 2 211-16</inkml:trace>
  <inkml:trace contextRef="#ctx0" brushRef="#br1" timeOffset="19422.14">7708 10834 1586 0,'0'4'589'0,"3"51"-580"15,4 101-1-15,2 1-2 0,3 40-6 16,2-2 0-16,-2-2 3 0,0 5 6 15,-5 0 21-15,-1 1 18 16,-4 5 26-16,1-1 6 16,-1-12 12-16,4-4-5 15,-2-20-48-15,-1-7-16 16,0-16-22-16,-3-10-24 0,-1-25-176 16,-5-18-133-16,-9-26 99 15</inkml:trace>
  <inkml:trace contextRef="#ctx0" brushRef="#br1" timeOffset="20063.07">6437 12969 1780 0,'210'1'33'0,"23"-6"-6"16,23-3-3-16,26-5 15 16,18-2 8-16,31 0 22 15,16-1-9-15,24 4-12 16,4 2-15-16,17 8-1 16,6 1 13-16,3 6 31 15,7 4-20-15,-9 5 29 16,-5 3 11-16,-5 3 10 15,-12 0-35-15,-9 0-7 0,-1 2-11 16,-18-1-16-16,-5 0-7 16,-19 0-10-16,-12-2-3 15,-27-1-10-15,-9-1-4 16,-34-3-6-16,-19-2-9 16,-30-6-48-16,-27-3-48 15,-33-8-133-15,-19-4-232 0,-37-9 192 16</inkml:trace>
  <inkml:trace contextRef="#ctx0" brushRef="#br1" timeOffset="23300.33">11700 10589 992 0,'0'0'138'0,"12"0"151"16,-1 0-221-16,7 0-53 16,4 1 1-16,7 0 1 15,5-1 7-15,9-2-12 16,4-3-12-16,1-2-24 16,0-1 1-16,-3-1-157 15,-3 0 123-15</inkml:trace>
  <inkml:trace contextRef="#ctx0" brushRef="#br1" timeOffset="29379">8544 12141 1326 0,'-8'26'2'0,"2"5"0"16,1 2 6-16,2 3 13 15,4-2 6-15,4-2 12 16,1-7-4-16,7-6 0 15,1-6-8-15,3-13-4 16,3-4 36-16,1-13-8 0,0-7-1 16,1-10-8-16,-3-3-15 15,-6-3-24-15,-3 2 0 16,-10 5-6-16,-6 3 3 16,-8 6 0-16,-4 5 9 15,-6 6 12-15,-3 3 15 16,-3 7 24-16,0 2-1 0,0 5-23 15,1 3-24 1,4 6-81-16,4 2-35 0,10 0-96 16,8 3 29-16,11 0 120 15</inkml:trace>
  <inkml:trace contextRef="#ctx0" brushRef="#br1" timeOffset="29798.3">9004 11907 1592 0,'-16'-3'9'0,"-3"4"-6"15,-1 5-6-15,3 10-9 0,0 2 3 16,4 7 9-16,0 2 3 15,4-1 6-15,2 0 3 16,9-5-6-16,3-3 3 16,7-8 3-16,0-4-9 15,5-9 3-15,2-8-3 16,2-10 0-16,3-6 3 16,-5-8-3-16,0-3 3 0,-6-7-6 15,-1 3 0-15,-8 3-3 16,-3 5 0-16,-7 11 3 15,-5 5 0-15,-7 11 32 16,-3 5 7-16,-5 11 18 16,1 6 6-16,0 9-24 15,3 2-6-15,8-1-30 16,9-4-18-16,14-7-84 16,8-5-71-16,14-13-275 15,7-6 312-15</inkml:trace>
  <inkml:trace contextRef="#ctx0" brushRef="#br1" timeOffset="30205.74">9587 11506 1655 0,'-4'0'236'0,"-6"1"131"0,0 1-178 15,-8 6-119-15,-3 3-15 16,-4 5-37-16,-2 5-18 15,3 5-5-15,1 1 5 16,6-2 0-16,5-1 0 16,7-8-7-16,5-2-4 15,6-6-20-15,5-4 2 0,7-6-1 16,5-5 7-16,7-13 15 16,3-7 3-16,5-9 1 15,1-5-5-15,-4-1 8 16,-3 2-8-16,-10 3 5 15,-4 6 3-15,-8 9 1 16,-8 3 9-16,-7 9 23 16,-9 3 5-16,-7 5-1 15,-4 4-1-15,-5 8-21 16,2 6-3-16,-2 7-2 16,3 2-4-16,7-1-5 15,4-2-16-15,13-9-98 16,7-6-45-16,18-13-259 15,5-7-57-15,23-15 372 16</inkml:trace>
  <inkml:trace contextRef="#ctx0" brushRef="#br1" timeOffset="30596.99">10220 10996 1127 0,'0'0'127'16,"-6"3"172"-16,-8 8-24 0,-8 8-90 15,-4 8-23 1,-3 7-70-16,0 3-41 0,3 2-45 16,4 0-4-16,8-5-1 15,2-4 3-15,10-8-4 16,2-4-2-16,11-10 2 16,7-3-5-16,13-12-3 15,5-7-11-15,6-12-50 16,4-6-17-16,2-6-34 15,-1-3 4-15,-10 2 38 16,-6 0 24-16,-11 5 42 16,-10 5 9-16,-7 5 24 15,-6 4 21-15,-11 7 48 16,-8 4 2-16,-13 8 10 16,-4 3-16-16,-6 7-50 15,3 3-6-15,2 7-27 0,5 0-12 16,7 3-95-16,4-1-61 15,12-3-151-15,7-1 62 16,16-4 179-16</inkml:trace>
  <inkml:trace contextRef="#ctx0" brushRef="#br1" timeOffset="31028.36">10773 10783 1768 0,'-8'4'167'0,"-6"5"64"16,-1 1-50-16,-5 5-95 15,4 2-14-15,4 6-55 16,5 2-21-16,8 3-9 16,5-2-5-16,7-1-7 15,2-4-6-15,8-3-13 16,3-3-1-16,9-9 3 15,6-5-6-15,7-11 27 16,8-8 18-16,-1-10 3 16,0-3 0-16,-5-4 6 15,-11-1-12-15,-7-1-36 0,-8-1-5 16,-14 6-7-16,-5 4 9 16,-12 5 51-16,-7 6 21 15,-15 9 18-15,-4 5 0 16,-12 11-13-16,-4 6-17 15,2 6-3-15,2 3-6 16,11 2-6-16,5-1-3 16,15-2-77-16,5-2-49 15,14-7-92-15,11-1-54 16,15-9 221-16</inkml:trace>
  <inkml:trace contextRef="#ctx0" brushRef="#br1" timeOffset="31432.57">11686 10646 1607 0,'0'0'257'0,"-11"5"155"16,0-2-228-16,-8 2-117 16,-2 2-15-16,1 3-75 15,-3 2-55-15,8 5-52 16,2 3-58-16,7 2 47 15,6 1 52-15,6-1 53 16,7-2 12-16,8-4-6 16,6-3 0-16,8-9 15 0,2-5 12 15,10-13 3-15,4-6 0 16,-1-9 6-16,-1-2-6 16,-8-5-3-16,-3 0-9 15,-12-1-6-15,-3 2 3 16,-13 3 18-16,-6 5 15 15,-9 10 57-15,-7 4 32 16,-7 10 25-16,-5 5 11 0,-8 10-47 16,-2 4-54-16,-4 8-20 15,4 2-17-15,-2 2-31 16,4 1-41-16,13-6-130 16,5-2-57-16,19-7-162 15,13-3 319-15</inkml:trace>
  <inkml:trace contextRef="#ctx0" brushRef="#br1" timeOffset="31845.83">12504 10536 1562 0,'-21'14'254'0,"1"3"287"15,-2 4-511-15,3 1-29 16,1 4-28-16,3 2-18 16,7 1-61-16,4 1 2 15,7-5 26-15,6 0 21 16,5-5 36-16,5-1-2 16,11-7-1-16,0-5-3 0,12-9-3 15,0-8-3 1,4-9-30-16,2-5-9 0,-1-7-2 15,-5-4 11-15,-9-3 48 16,-8 2 5-16,-14 4 10 16,-7 4 0-16,-14 9 14 15,-5 6 9-15,-14 9 46 16,-6 6 11-16,-7 13-8 16,1 4-3-16,5 10-15 15,8 0-13-15,9-1-41 16,8-2-56-16,14-6-165 15,8-4-213-15,19-8 301 16</inkml:trace>
  <inkml:trace contextRef="#ctx0" brushRef="#br1" timeOffset="32263.37">13465 10732 1732 0,'-32'38'260'0,"4"6"106"16,1 2-348-16,10 4-154 16,4-2-37-16,15-7 36 15,10-6 8-15,15-13 54 16,9-6 10-16,13-15 41 15,3-6 9-15,4-12 9 16,-1-6-3-16,-5-5 3 16,-4-1-3-16,-10-3 9 15,-6 1 9-15,-12 4 27 16,-4 0 14-16,-15 6 43 16,-8 3 27-16,-11 4 17 15,-7 4-5-15,-6 6-55 16,-7 4-26-16,2 13-60 15,-1 6-15-15,5 10-21 16,7 5-17-16,4 4-58 16,7 0-23-16,13-4-99 15,8-3 27-15,23-7 153 0</inkml:trace>
  <inkml:trace contextRef="#ctx0" brushRef="#br1" timeOffset="32695.67">14187 11157 2401 0,'-46'16'116'16,"2"0"37"-16,6-3-158 15,5 1-14-15,6 3-77 16,8 0-45-16,7 8-99 15,7 2-35-15,9 5 95 16,2 1 73-16,11-4 107 16,6-3 9-16,9-5 12 15,5-7 9-15,4-10 2 16,3-6-5-16,6-15 0 16,-1-5-9-16,-6-11-12 15,-7-5 0-15,-11-9-3 16,-8-2-3-16,-8-4-3 15,-6 2-3-15,-10 10 3 0,-7 7 3 16,-8 17 12-16,-8 10 12 16,-8 20 0-16,-7 11 3 15,-1 19-15-15,0 7-3 16,10 8-30-16,5-3-39 16,13-6-86-16,8-4-5 15,18-10-15-15,11-5-43 0,16-7 111 16</inkml:trace>
  <inkml:trace contextRef="#ctx0" brushRef="#br1" timeOffset="33096.93">14777 11365 1690 0,'-22'34'231'0,"-1"5"88"16,1 6-174-16,0 8-89 16,-1 3-43-16,10 1-49 15,5-2-7-15,13-8-5 16,10-2-3-16,7-6 42 16,1-7 9-16,1-13 6 0,0-9-3 15,5-19-27-15,3-8 0 16,0-14-23-16,0-6-13 15,-7-5-21-15,-5 0 6 16,-13 1 10-16,-5 1 17 16,-14 6 42-16,-7 3 24 15,-13 9 45-15,-4 6 17 16,-1 16 43-16,1 7 20 0,5 14-2 16,2 8-19-16,-2 10-42 15,1 4-51-15,5 6-118 16,7 0-53-16,18-3-94 15,10-3-72-15,17-7-73 16,5-5 303-16</inkml:trace>
  <inkml:trace contextRef="#ctx0" brushRef="#br1" timeOffset="33486.11">14876 12277 2373 0,'0'36'-130'16,"12"-1"20"-16,6 0 59 15,8-6 60-15,3-5 30 16,6-9 26-16,-2-8 4 0,8-14-12 16,1-8-26-16,-1-14-17 15,3-6-5-15,-12-11-11 16,-3-5-2-16,-15-3 4 16,-7 2-2-16,-13 11 1 15,-12 5-7-15,-18 15-32 16,-14 10-74-16,-12 18-125 15,-1 12-48-15,4 18 59 16,6 7 52-16,10 3 110 16</inkml:trace>
  <inkml:trace contextRef="#ctx0" brushRef="#br2" timeOffset="37371.61">5529 12182 1789 0,'242'-47'39'0,"41"-8"3"15,34-4-6-15,42-7-18 16,28-4-7-16,57-5 7 16,15-1 0-16,53 3 0 15,10 2-3-15,30 9 15 0,9 4-3 16,13 7 27-16,8 5 23 16,6 3 57-16,-3 3-23 15,9 5 21-15,-4 3-24 16,-1 8-49-16,-1 3-13 15,-12 8-22-15,-8 5-10 16,-25 4-26-16,-10 3-42 16,-38 3-166-16,-20 5-800 15,-39-7 817-15</inkml:trace>
  <inkml:trace contextRef="#ctx0" brushRef="#br2" timeOffset="39781.64">15843 9871 2040 0,'4'-2'141'15,"7"5"-4"-15,3 6-129 16,9 21-10-16,5 14 0 0,3 29 2 15,-1 16 0-15,-7 26-6 16,-4 9-10 0,-9 4-20-16,-4-6-6 0,-6-24-56 15,-2-12-58-15,-5-25-128 16,0-11-6-16,-2-31 203 16</inkml:trace>
  <inkml:trace contextRef="#ctx0" brushRef="#br2" timeOffset="39993.33">16142 10006 1747 0,'0'12'281'0,"0"21"218"0,1 16-460 16,5 37-33-16,3 20-2 15,7 18-39-15,2-1-55 16,1-18-127-16,0-20-135 16,-5-33-179-16,0-15 400 15</inkml:trace>
  <inkml:trace contextRef="#ctx0" brushRef="#br2" timeOffset="40214.92">15941 10746 2336 0,'0'0'227'15,"1"5"158"-15,22-4-385 16,10-1-10-16,20-6-16 16,6-8-17-16,11-14-33 15,3-3-29-15,-1-4-132 16,-1 0-135-16,-12 7-402 15,-9 5 592-15</inkml:trace>
  <inkml:trace contextRef="#ctx0" brushRef="#br2" timeOffset="40331.36">16597 10722 1543 0,'-3'16'231'16,"-2"0"110"-1,3-3-144-15,0-6-188 0,2-7-126 16,-1 0-205-16,-8-16 175 15</inkml:trace>
  <inkml:trace contextRef="#ctx0" brushRef="#br2" timeOffset="40460.87">16524 10369 2160 0,'2'-10'173'16,"3"-4"20"-16,13-7-449 15,8-3 113-15</inkml:trace>
  <inkml:trace contextRef="#ctx0" brushRef="#br2" timeOffset="40924.71">16888 10546 2361 0,'-45'19'253'16,"4"-2"145"-16,5 2-409 0,7-5-30 16,9-2-43-16,5-3-29 15,9-3-13-15,0 0-53 16,6 1 79-16,0 1 48 16,0 1 52-16,1-2 0 15,1-2 0-15,1 0-3 16,0-4 3-16,3 0 3 0,2-3 17 15,2-2 5-15,2-3 9 16,2-3 1-16,1 0-13 16,0-1-10-16,3 5-10 15,-3 5-4-15,2 11-5 16,-1 10 2-16,-1 20 4 16,-2 14 1-16,0 23-9 15,-5 9-66-15,-2 15-54 16,-3-1-17-16,-14-10 23 15,-7-9 102-15,-18-21 84 16,-6-7 51-16,-10-20 32 16,-2-8-31-16,2-19-54 15,3-10-38-15,8-28-63 16,7-14-24-16,14-37-108 16,12-22-71-16,20-26-136 15,8-4 93-15,14 6 177 16</inkml:trace>
  <inkml:trace contextRef="#ctx0" brushRef="#br2" timeOffset="41268.33">16818 10215 937 0,'36'-40'161'16,"-4"11"121"-16,-9 7-10 15,-3 18 110-15,1 8-59 16,-1 26-159-16,0 16-43 16,-1 33-87-16,-2 11-11 0,-3 16-17 15,-4-1-10-15,-5-13-16 16,-1-9-2-16,-4-27-7 15,0-13 2-15,-1-21 38 16,1-22-2-16,-1 5 6 16,2-23-7-16,5-17-21 15,3-9-9-15,9-12-18 16,2-3-2-16,7 4 14 16,0 5 4-16,-3 13 18 15,-4 9 0-15,-3 19 3 16,-5 12 3-16,1 22 1 15,1 12 4-15,-1 11 5 16,2-1-5-16,3-13-34 16,4-9-74-16,8-23-226 15,6-9-415-15,-4-20 560 16</inkml:trace>
  <inkml:trace contextRef="#ctx0" brushRef="#br2" timeOffset="41732.65">17778 9897 2085 0,'0'0'188'0,"-1"30"-20"16,5 7-120-16,3 27-51 15,0 10-5-15,0 6-106 16,0 1-93-16,0-5-95 16,0-5 6-16,-4-13 236 15,-2-7 38-15,-4-16 61 16,-4-7 61-16,-1-13 163 16,0-5 27-16,4-9-46 15,1-5-83-15,3-13-79 16,5-8-48-16,13-12-32 15,4-5-4-15,14 2-4 16,4 7 1-16,-2 14-11 0,-2 11-11 16,-8 16-53-16,-8 11-5 15,-16 13 12-15,-7 5 21 16,-19 8 37-16,-6 0 10 16,-12-1 17-16,-5-1 26 15,-6-8 18-15,-2-4-1 16,4-14-11-16,4-6-27 15,18-9-62-15,10-6-33 0,20-12-190 16,12-7-130-16,16-14 204 16</inkml:trace>
  <inkml:trace contextRef="#ctx0" brushRef="#br2" timeOffset="41882.48">18165 10474 2647 0,'7'56'83'0,"1"-3"11"16,-2 1-54-16,-1-14-82 16,-1-8-51-16,-3-14-180 15,-3-9-331-15,-6-14 287 16</inkml:trace>
  <inkml:trace contextRef="#ctx0" brushRef="#br2" timeOffset="42049.08">18096 10299 2682 0,'10'0'67'16,"11"-4"-32"-16,10-8-64 16,21-13-605-16,8-4 308 15</inkml:trace>
  <inkml:trace contextRef="#ctx0" brushRef="#br2" timeOffset="42436.37">18450 10437 3116 0,'-38'28'87'0,"8"1"21"16,7 3-151-16,10-1-67 15,5-4-43-15,8-6-69 16,5-5-69-16,13-10-62 16,4-5 0-16,7-8 248 15,-2-5 70-15,-3-7 32 16,0-2 3-16,-7-2 3 0,0-1 3 16,-3 1 3-16,-4-1 14 15,-2 4 52-15,-3 3 39 16,-2 7 80-16,-3 10 15 15,0 0-71-15,0 0-30 16,5 14-54-16,-2 13-18 16,0 16-16-16,-1 3-10 15,-2-2-5-15,1-5-5 0,3-14-39 16,4-7-42-16,4-15-95 16,3-6-153-16,9-20-419 15,2-5 577-15</inkml:trace>
  <inkml:trace contextRef="#ctx0" brushRef="#br2" timeOffset="42724.4">18864 10196 2016 0,'-9'2'327'0,"-4"8"-9"16,-4 6-187-16,-9 16-108 15,-1 7-15-15,-3 12-8 16,4 3 0-16,7-6 0 15,9-4-2-15,10-16 1 16,3-5-3-16,13-12-16 0,2-2-3 16,6-6-9-16,1-2 5 15,1 4 10-15,-4 2 3 16,-8 5-2-16,-5 5-7 16,-12 7-38-16,-9 3 5 15,-14 3 12-15,-8 0 19 16,-6-4 29-16,0-3 2 15,3-12-98-15,10-7-118 0,10-18 93 16</inkml:trace>
  <inkml:trace contextRef="#ctx0" brushRef="#br2" timeOffset="43297.91">19223 10205 2481 0,'-17'56'212'16,"1"2"154"-16,9 6-379 16,4-3-23-16,2-12-61 15,2-8-51-15,1-13-65 16,0-8-66-16,-1-10 46 0,-2-5 134 15,-6-7 156-15,-1-3 30 16,-1-8 68-16,-2-3-12 16,5-10-25-16,1-4-5 15,8-13-54-15,5-6-31 16,12-7-16-16,7 0-9 16,9 3-17-16,5 8-8 15,1 15-20-15,-3 11-30 0,-5 25 14 16,-6 13 10-16,-13 20 34 15,-5 10 10-15,-10 7 15 16,-7 0 8-16,-3-6 10 16,3-6 8-16,0-16-1 15,3-8 2-15,3-12-14 16,1-8-16-16,-3-5-15 16,5-11-14-16,1-12-10 15,1-7 3-15,4-9 9 16,1-2 4-16,6 3 8 15,2 4-6-15,4 12-1 16,2 8 3-16,-3 17-2 16,-3 9 2-16,-6 25 3 15,-4 10 3-15,-6 11 5 16,-2 0 1-16,-1-10-86 16,1-11-88-16,4-17-135 0,4-9-46 15,2-14 294-15</inkml:trace>
  <inkml:trace contextRef="#ctx0" brushRef="#br2" timeOffset="43610.38">19641 10242 1076 0,'0'1'161'0,"-3"19"322"0,0 11-220 16,3 7-62-16,-3 9-76 15,1 0-63-15,5-11-41 16,3-6-12-16,8-17-12 15,4-9-10-15,7-14-11 16,3-9-15-16,4-13-55 16,0-2-4-16,-7-5 14 15,-5 0 24-15,-8 3 39 16,-6 0 15-16,-10 9 9 16,-4 5 9-16,-13 13 51 15,-4 9 18-15,-6 19 50 16,-1 6-14-16,1 8-41 15,3-1-10-15,8-7-48 16,10-9-72-16,11-17-184 16,11-13-602-16,12-20 664 0</inkml:trace>
  <inkml:trace contextRef="#ctx0" brushRef="#br2" timeOffset="44434.78">20151 9741 2714 0,'7'49'89'16,"0"12"17"-16,-1 12-58 0,-4 9-59 15,0-2-30-15,-3-7-86 16,-2-7-45-16,-2-15-96 16,1-9-45-16,-3-15 194 15,-3-7 80-15,-1-14 42 16,2-4-3-16,1-13 0 15,4-8 0-15,-2-9 24 16,0-2 3-16,-1 1 8 16,-2 4-5-16,-1 7-15 15,-2 4 0-15,-3 12-6 16,-2 6-3-16,-3 17-6 16,0 8 3-16,2 9-3 15,2 3 3-15,11-6 0 16,5-4 6-16,11-13 3 15,6-7 9-15,11-13-6 0,7-10 0 16,10-12-12-16,2-5-24 16,4-2-15-16,-2 0-6 15,-9 8 6-15,-4 3 21 16,-16 11 6-16,-6 2 9 16,-14 7 24-16,1 0 30 15,0 0 72-15,0 0 17 16,0 0-53-16,19 7-21 0,-8-7-48 15,1-1-10-15,6-5-2 16,-2 0-5-16,4-5 1 16,-1-2-1-16,-2-4-4 15,-2-5 1-15,-2-4-1 16,-4-3 0-16,-2-2 4 16,-2 1-4-16,-10 5 0 15,-5 5 0-15,-7 12 19 16,-4 8 10-16,-3 24 20 15,-2 12-12-15,-1 21-22 16,3 2-4-16,13-3-10 16,10-6-1-16,21-17-1 15,6-10-4-15,14-16-11 16,4-12-6-16,6-20-104 0,4-10-46 16,0-16-155-16,0-4-55 15,-7-10 217-15,-4-4 83 16,-12-5 65-16,-12-1 34 15,-14 3 61-15,-7 2 64 16,-7 14 252-16,0 10-12 16,0 21-77-16,3 10-105 15,4 27-76-15,4 18-27 16,-2 42-62-16,-1 26-24 0,-5 40-44 16,-4 7-62-16,-8 9 90 15,-4-8-46-15</inkml:trace>
  <inkml:trace contextRef="#ctx0" brushRef="#br2" timeOffset="44831.98">19044 10934 2612 0,'121'-13'73'0,"23"-6"-31"15,19-6-27-15,23-8-49 16,4-6-113-16,-4-2-299 15,2 0 165-15</inkml:trace>
  <inkml:trace contextRef="#ctx0" brushRef="#br2" timeOffset="54514.03">7900 9584 1160 0,'-6'-6'46'15,"-1"1"39"-15,7-2-50 16,0 0-2-16,10-1-2 15,4-1-15-15,6 3-13 16,6 1 9-16,7 2 11 16,7 0 8-16,13 1 20 15,6 1 45-15,18 1 56 16,7 0-2-16,16-1-19 16,5-2-14-16,7-1-37 15,6-1-14-15,0-1-26 16,1-1 0-16,7 0 5 15,-5 1 4-15,4 0-3 0,-5 1 1 16,-6 2-5-16,-3-1-16 16,-6 2-3-16,-4 0-4 15,-15 0-2-15,-5 1-1 16,-17 1-5-16,-3 0-2 16,-14 1-1-16,-2-1-4 0,-13 0-1 15,-3 0-2-15,-8 0-1 16,-5-1 0-16,-3 0-6 15,-6-2-5-15,-1 0-35 16,-2-1-37-16,-4-1-139 16,-3 1-122-16,-7-1-119 15,-5 3 123-15,-14 1 227 16</inkml:trace>
  <inkml:trace contextRef="#ctx0" brushRef="#br2" timeOffset="57420.05">10969 10889 760 0,'1'12'95'15,"-1"2"81"-15,2 9-102 16,-2 5-10-16,0 10-29 0,3 5-17 16,0 2-15-16,-1-3-3 15,1-7-2-15,0-6-9 16,0-3-43-16,-1-2-126 16,0-1 103-16</inkml:trace>
  <inkml:trace contextRef="#ctx0" brushRef="#br2" timeOffset="57967.75">11760 10749 1177 0,'-3'11'58'16,"3"6"68"-16,3 14-118 16,4 8-6-16,-2 16 2 15,-4 9-8-15,-2 13 0 16,0 0 2-16,-1-8 0 16,2-7 4-16,3-18 0 15,1-3 0-15,1-8-18 16,2-2-50-16,-2-8 43 15</inkml:trace>
  <inkml:trace contextRef="#ctx0" brushRef="#br2" timeOffset="58366.56">12524 10755 1522 0,'0'0'23'16,"-1"13"45"-16,2 8-169 15,0 6 37-15,-1 16 24 16,1 12 14-16,-3 23 13 15,-4 7 7-15,-2 6 2 16,0-5-4-16,2-15-58 0,1-8-118 16,6-13 102-16</inkml:trace>
  <inkml:trace contextRef="#ctx0" brushRef="#br2" timeOffset="58751.75">13514 10910 1160 0,'-9'17'110'16,"1"14"121"-16,-2 8-200 16,5 13-93-16,2 3-53 15,6 0 65-15</inkml:trace>
  <inkml:trace contextRef="#ctx0" brushRef="#br2" timeOffset="59301.01">14111 11276 935 0,'-1'41'109'16,"2"10"113"-16,3 23-253 15</inkml:trace>
  <inkml:trace contextRef="#ctx0" brushRef="#br3" timeOffset="66500.69">15355 12550 1107 0,'-4'11'54'0,"5"3"18"16,-2 4 0-16,3 1-8 16,4 2-4-16,1-2-19 15,5 1-10-15,-2-3-12 16,2-3-6-16,2-3-3 15,2-3 6-15,7-4 11 16,1-4-6-16,5-6 3 16,-2-4-3-16,-1-3-9 15,-2-2 2-15,-8-1-8 16,-2 0 6-16,-7-1 9 16,-2-1 15-16,-5 2 51 15,-4-1 23-15,-5 4 64 16,-3-1 2-16,-5 3-69 15,-2 3-16-15,-5 3-49 16,0 1-20-16,4 3-31 0,5 2-33 16,7 3-126-16,4 2-162 15,14 7 148-15</inkml:trace>
  <inkml:trace contextRef="#ctx0" brushRef="#br3" timeOffset="67109.97">15673 12822 1409 0,'0'18'-27'0,"1"2"4"15,5 3 31-15,0 2 13 16,2-2 20-16,2 1 0 16,0-3-10-16,1-3-8 15,2-3-15-15,2-3-5 0,3-5 1 16,3-3 0-16,1-6 0 15,3-3 8-15,0-5-9 16,-2-3 0-16,-3-4 3 16,-5 0-3-16,-7-1 12 15,-2-1 18-15,-9 0 35 16,-4 0 19-16,-8 2 39 16,-5 1-4-16,-3 4-17 15,-4 2-31-15,0 5-47 16,1 3-15-16,-1 5-48 15,4 4-41-15,4 5-141 16,6 1-108-16,6 3 237 16</inkml:trace>
  <inkml:trace contextRef="#ctx0" brushRef="#br3" timeOffset="67800.66">15939 13361 2121 0,'-3'23'-57'0,"3"3"9"16,2 3 18-16,2 1 27 15,3-3 36-15,2 0 15 0,1-4 30 16,2-5-4-16,2-4-14 16,4-3-14-16,3-5-21 15,4-3-5-15,1-6 1 16,-2-5-3-16,-3-2-1 16,-6-3 1-16,-3-1 17 15,-5 1 11-15,-5-1 28 16,-1 1-6-16,-6-2-17 15,0-2-5-15,-9 0-15 16,-4 0-7-16,-5 3-16 16,-2 1-13-16,-1 7-21 15,1 3-18-15,4 7-38 16,1 6-96-16,4 6-187 16,6 2-454-16,8-3 635 15</inkml:trace>
  <inkml:trace contextRef="#ctx0" brushRef="#br3" timeOffset="68361.61">16167 13899 1774 0,'0'0'-164'0,"0"0"95"16,0 0 61-16,-2 12 34 15,2-1 43-15,1 3 32 16,3 4-2-16,2-1-27 16,4 0-16-16,2-1-38 0,3-3-3 15,4-4-3-15,1 2-9 16,1-4 6-16,0-3-9 15,0-4 0-15,-1-3 9 16,-3-5-3-16,0-1 3 16,-6-4 15-16,-3-2 0 15,-7-1 21-15,-1-3 9 0,-8-1 8 16,-2-1 8-16,-5 1-11 16,-3 2-2-16,-1 6-6 15,-1 2-13-15,2 5-28 16,1 3-10-16,4 4-35 15,-2 6-25-15,9 4-103 16,2 2-127-16,12-3-264 16,11-5 426-16</inkml:trace>
  <inkml:trace contextRef="#ctx0" brushRef="#br3" timeOffset="69550.48">16453 13052 637 0,'0'0'-57'0,"0"0"214"16,0 0 57-16,19-3-13 15,-4 7-42-15,11-1-45 16,5 2-21-16,10-3-22 15,4 0 4-15,6-1-49 16,4 0-5-16,1-1-6 0,-1 0 6 16,-3 1-9-1,-6-1-6-15,-7 1-6 0,-6 0-12 16,-9-1-66-16,-6-2-58 16,-11-1-185-16,-4-2 206 15</inkml:trace>
  <inkml:trace contextRef="#ctx0" brushRef="#br3" timeOffset="70113.95">17238 12924 2638 0,'61'-20'-51'15,"5"-5"5"-15,5-3 10 16,-12-1 8-16,-2-2 9 16,-13-3 15-16,-6 0 4 15,-9-1 2-15,-4-2-2 0,-8-3 15 16,-4-2 0-16,-10-3 7 15,-4-3 8-15,-11 1-7 16,-5 3-3-16,-7 12-3 16,-2 9 4-16,-3 16 4 15,0 10-10-15,-2 29 1 16,0 18-7-16,2 32 0 16,0 20-1-16,3 28-5 15,4 5-2-15,6-1-29 16,4-11-12-16,9-29-23 15,1-14 5-15,6-26 23 16,2-14-30-16,6-24-162 16,7-15-446-16,4-29 547 15</inkml:trace>
  <inkml:trace contextRef="#ctx0" brushRef="#br3" timeOffset="70501.23">17688 13101 2699 0,'20'5'-510'0,"4"-3"-102"0,7-4 518 15,1-3 92-15,-9 0 64 16,-3-1 109-16,-6-4-15 15,-2-2-46-15,-2-3-89 16,-2-2-21-16,-2 1-12 16,-3-1 18-16,-10 4 60 15,-4-1-9-15,-10 3 53 16,-2 3-9-16,-4 8-28 16,0 8 6-16,-3 16-37 15,-1 10-15-15,1 19-25 16,1 5-4-16,8 3-12 15,7-3 1-15,12-12-21 16,5-5-2-16,15-17-48 16,5-8-81-16,16-27 85 15,4-15-19-15</inkml:trace>
  <inkml:trace contextRef="#ctx0" brushRef="#br3" timeOffset="70826.78">18024 13049 3208 0,'-4'19'-169'16,"7"0"-4"-16,5 0 94 15,1-2 52-15,4-1 47 16,-1 1 3-16,0-2-3 15,1-1-8-15,2 1-12 16,0-2 0-16,-5 1 0 16,-3-1 0-16,-9 1 0 15,-6 1 0-15,-11 1 2 16,-13 0 0-16,-10-2-4 16,-7-3-22-16,-5-11-91 15,3-5-121-15,4-15-285 16,9-5-127-16,17-8 489 0</inkml:trace>
  <inkml:trace contextRef="#ctx0" brushRef="#br3" timeOffset="71021.19">18321 12896 2630 0,'0'76'7'0,"-2"-1"-2"0,-4-9-5 16,0-7 0-16,-2-14-6 16,-4-9-11-16,-1-17-121 15,0-6-85-15,-1-14-674 16,-2-9 701-16</inkml:trace>
  <inkml:trace contextRef="#ctx0" brushRef="#br3" timeOffset="71950.57">18261 13106 2820 0,'34'-19'-87'0,"9"1"-35"16,0 6-26-16,-3 12 52 0,-4 6 29 15,-14 13 37-15,-6 5 21 16,-13 4 24-16,-2 1 9 15,-7-3-2-15,-2-3 7 16,-5-7 12-16,0-3 5 16,1-6 5-16,2-4-2 15,2-4-26-15,1-4-10 0,2-7-2 16,1-3-11-16,3-7 11 16,3-2 0-16,7-1 9 15,4-1 1-15,6 3-8 16,4 3-4-16,2 5-8 15,2 7-2-15,-2 8-7 16,-1 6 1-16,-4 11 0 16,-1 5 1-16,-5 7 6 15,-6 1 1-15,-3-1 7 16,-5-3 8-16,0-7 7 16,1-5 9-16,0-6 0 15,-1-8-4-15,0 0-12 16,1 0-8-16,16-5-12 15,-6-5-7-15,10-9-11 16,3-3-4-16,8-2-12 16,3 2 4-16,-5 6 8 0,-1 5-7 15,-7 10 18-15,-3 6 1 16,-5 11 3-16,-2 6 6 16,-3 5 10-16,1-1-1 15,4-4 5-15,0-4-4 16,6-8-5-16,0-4-3 15,0-9-5-15,-1-6-4 0,-4-7-2 16,0-5 2 0,-6-6 0-16,-5 0 4 0,-6-1 8 15,-3 3 1-15,-6 6 17 16,0 4 4-16,-7 8 22 16,-3 5 0-16,-8 11-18 15,-2 7 0-15,0 10-15 16,1 2-1-16,10-3 7 15,4-1 4-15,12-9 14 16,4-3-4-16,10-3-8 16,6-2-7-16,11-6-16 15,6-2 1-15,9-9-4 16,0-2-1-16,-2-3-1 16,-2 0-2-16,-10 7 1 15,-3 2 0-15,-8 9-8 16,-4 8-6-16,-6 19-8 15,-5 10 3-15,-9 28 11 0,-7 11 1 16,-15 24 9-16,-2 8-5 16,-11 3 5-16,-8-4 17 15,-15-26 46-15,-14-8 36 16,-8-27 31-16,-5-13-8 16,-3-22-32-16,4-16-25 15,12-36-43-15,12-22-31 16,31-53-105-16,19-23-98 0,38-21 95 15</inkml:trace>
  <inkml:trace contextRef="#ctx0" brushRef="#br3" timeOffset="72412.32">17220 13570 1849 0,'6'-9'-188'0,"10"5"283"16,10 5 102-16,14 6 105 15,8 5-75-15,27 2-67 16,11 1-85-16,25-1-35 15,12-1-15-15,15-3-18 16,4 2 0-16,3-2-5 16,-4 0-2-16,-9 3-7 15,-8-1-10-15,-18 3-35 16,-11-2-43-16,-21-3-154 16,-9-3-152-16,-19-6 180 15</inkml:trace>
  <inkml:trace contextRef="#ctx0" brushRef="#br3" timeOffset="74042.83">16103 12688 1442 0,'11'-23'12'16,"3"-1"0"-16,-7-3 23 15,2-4 17-15,-6-2 130 16,-6-4 24-16,3-5-14 16,3-3-16-16,-2-4-105 15,4-3-24-15,-5-4-28 16,2-1-9-16,-1-3-8 16,-2 1 0-16,1 3-2 15,-2 3 0-15,1 5 0 16,1 2 2-16,0 7-2 15,1 3 0-15,-1 4-4 16,3 2-3-16,-4 2-1 16,0 0-2-16,-3 2 0 15,-2 2 3-15,1 3 0 0,-2 3-1 16,2 5-2-16,1 3-5 16,1 4 6-16,3 6 3 15,0 0 2-15,0 0 4 16,0-1 1-16,0 0-1 15,0 0 3-15,0 0-3 16,0 0 1-16,0 0 3 16,0 0-1-16,0 1 4 0,0-2-1 15,0 0 0-15,0 0-2 16,0 1-4-16,0 0 0 16,0 0-5-16,0 0-6 15,-9-6 2-15,0 22-1 16,-4 5 4-16,-5 9 1 15,2 3 2-15,-5 11 3 16,2 2 0-16,-4 2 0 16,-1-1 3-16,5-8 2 15,3-5 6-15,6-12 7 16,3-2-5-16,3-11 0 16,4-8-6-16,0 1-6 15,0-1 3-15,0 0 1 16,5-11-1-16,6-13-3 15,4-7-1-15,8-11-14 16,3-6-13-16,7-5-43 0,-1-1-66 16,0 1-32-16,-4 5 25 15,-8 7 59-15,-4 8 36 16,-10 11 45-16,-3 7 9 16,-2 9 57-16,-1 6 21 15,0 0 8-15,0 0-2 16,9 14-48-16,-2 3-24 0,8 8-9 15,4 4 0-15,6 9-3 16,2 3 15-16,0 4-4 16,-2 1 4-16,-1-5-6 15,1-2-6-15,1-6-12 16,-1-5-59-16,2-8-169 16,0-2-394-16,-3-9 474 15</inkml:trace>
  <inkml:trace contextRef="#ctx0" brushRef="#br3" timeOffset="74483.36">15988 12415 1822 0,'10'71'3'15,"-2"1"6"-15,-1-4-6 16,0-9 6-16,0-15 86 16,1-8 37-16,-1-16 65 15,-1-7-54-15,3-10-56 16,-1-4-26-16,10-11-30 16,2-6-7-16,5-15-7 15,4-6-7-15,5-11-8 16,4-7-3-16,9-9-42 15,6-1-64-15,5 1-180 16,3 6-538-16,-9 14 649 16</inkml:trace>
  <inkml:trace contextRef="#ctx0" brushRef="#br3" timeOffset="76433.98">10919 11049 614 0,'-10'-9'127'15,"3"0"122"-15,1-1-120 16,5-1-25-16,1 1-28 16,0 1-14-16,3 3-8 15,-3 6-1-15,0 0-7 16,0 0-1-16,4 6 12 16,-4 10-15-16,-1 13-10 15,-1 7 1-15,1 11-12 16,0 1-12-16,2 3-3 15,1 0 0-15,0-9-3 16,2-1 0-16,-1-13 0 16,1-5 0-16,-3-11 9 0,1-6 0 15,-2-6 3-15,0 0-9 16,0 0-3-16,0 0-3 16,8-11 6-16,-3-8-9 15,2-10-3-15,1-4-3 16,-1-5 3-16,1-1 6 0,0-3-3 15,0-2 6-15,2-2 0 16,-3 3 0-16,-1 4 0 16,2 8-3-16,-4 9 3 15,-2 5 0-15,0 8 18 16,-1 3 6-16,-1 1 0 16,0 5-3-16,0 0-7 15,0 0-8-15,0-1 9 16,0 0 9-16,-1 1 3 15,0 0-3-15,-21 2-6 16,9 9-6-16,-3 8 0 16,-2 2-6-16,-3 9 9 15,-1 2-9-15,-3 0 3 16,-1-1-3-16,1-5-3 16,-1-5 3-16,1-5 0 15,3-3-6-15,5-6 5 16,3-1 10-16,7-4 18 0,7-2 3 15,0 0 2-15,0-1-15 16,-6-17-16-16,7 5-1 16,6-10-9-16,3-4-2 15,10-7-6-15,2-4-5 16,5 0 1-16,1 2 0 16,-7 7 9-16,-2 5-2 0,-8 11 1 15,-2 4 1-15,-9 9-3 16,0 0 3-16,0 0-6 15,8 9 6-15,-1 10 15 16,3 7 14-16,9 10 6 16,4 1 1-16,9-2-11 15,3-5-8-15,3-9-14 16,-3-6-18-16,-4-9-85 16,-5-5-124-16,-2-8-505 15,-2-6 577-15</inkml:trace>
  <inkml:trace contextRef="#ctx0" brushRef="#br3" timeOffset="76935.17">10873 11268 1646 0,'-4'4'212'0,"4"5"96"15,3 4-189-15,8 6-134 16,4 2-3-16,3-1-3 16,3 0-3-16,-3-2 12 15,-1-3-2-15,-5-2 14 16,-8-2 0-16,-2-4 3 15,-2-7 5-15,0 1-2 16,0 0 0-16,0 0-3 0,0-1 0 16,0 0 15-16,13-5 0 15,1-11 6-15,5-4-3 16,4-7-12-16,0-4-3 16,4-4-60-16,-4 0-59 15,7 3-132-15,-1 0-48 16,1 1 200-16</inkml:trace>
  <inkml:trace contextRef="#ctx0" brushRef="#br3" timeOffset="77594.92">11793 10927 1526 0,'-8'0'66'16,"0"4"-6"-16,-1 1-141 15,0 5 22-15,-5 5 24 0,0 9 28 16,-2 4 3-16,-5 7 11 15,2 0 7-15,0-1 11 16,0-4 2-16,5-8 26 16,2-7 4-16,5-9-19 15,7-6-2-15,0 0-6 16,-4-7-3-16,7-10-18 16,2-8-9-16,3-9-12 15,3-2 0-15,4-3 3 16,1 2 3-16,1 2 6 15,0 4 0-15,-4 7 6 16,1 3 6-16,-4 8 3 16,-1 2-3-16,-2 4 3 15,-5 3-3-15,-2 4 3 16,1 0 3-16,0 0-3 0,14 5 9 16,-3 11 56-16,-2 4 19 15,4 11 9-15,2 0-13 16,5-1-89-16,3-4-81 15,6-11-197-15,-1-9-279 16,-1-18 420-16</inkml:trace>
  <inkml:trace contextRef="#ctx0" brushRef="#br3" timeOffset="78043.63">11668 11281 1516 0,'2'5'240'0,"4"7"235"0,2 3-319 16,10 8-167-16,3 3-4 15,3-1-28-15,0-2-29 16,-6-4-17-16,-1-3 14 15,-11-9 48-15,-6-7 27 0,1 0 24 16,-1 0 12-16,1 0 9 16,14-4-1-16,-3-11 1 15,5-5-12-15,4-7-15 16,-1-4-6-16,4-7-96 16,-4-2-110-16,2-2 110 15</inkml:trace>
  <inkml:trace contextRef="#ctx0" brushRef="#br3" timeOffset="78733.03">12483 10787 1462 0,'0'0'33'0,"0"0"-18"16,0 0-21-16,-9 14-1 15,1 2 5-15,-4 10 8 16,-2 6 7-16,-4 5 16 15,1 2 47-15,1-5-2 16,1-6-8-16,5-12-30 16,2-4-12-16,4-8-3 15,4-4 3-15,0 0 0 16,0 0 6-16,0-18-10 0,3 1-2 16,3-5-9-16,2-2-6 15,5-3 3-15,2-1-3 16,5 2 0-16,0 1-3 15,0 7 3-15,1 3 0 16,-7 8 3-16,-1 2 9 16,-5 5-3-16,-3 1 6 15,1 6 30-15,0 1 15 16,3 2 11-16,2 1 7 16,4-4-41-16,2 0-12 0,3-5-8 15,2-1-9-15,0-3-6 16,-1-1-6-16,-1 1-39 15,0 1-50-15,-2 5-149 16,2 5-69-16,-2 2 159 16</inkml:trace>
  <inkml:trace contextRef="#ctx0" brushRef="#br3" timeOffset="79337.22">12328 11204 2112 0,'15'29'116'0,"9"2"-23"0,8 3-123 15,10-8-95-15,-2-5-28 16,-3-10-20-16,-5-2 11 16,-17-5 94-16,-14-4 50 15,0 0 66-15,0 0 41 16,0 0 52-16,-1 0 11 16,1 0-20-16,12-13-46 15,-8-4-47-15,1-5-18 0,5-5-18 16,3-4-6-1,3 4-125-15,1 0-82 0,-2 5 103 16</inkml:trace>
  <inkml:trace contextRef="#ctx0" brushRef="#br3" timeOffset="81016.75">15719 11184 666 0,'0'0'169'0,"0"-1"163"16,0 1-221-16,0-1-88 15,0 1-9-15,4 18 9 0,-4 15 10 16,-4 22 17-16,1 12-1 16,-7 26-11-16,-3 10-11 15,-2 21-17-15,-2 9-5 16,0 0-10-16,-1-2 1 15,2-19 0-15,0-10 2 16,4-25 2-16,2-11 2 16,5-22-2-16,2-11-4 0,4-15-56 15,2-8-67-15,4-9 68 16</inkml:trace>
  <inkml:trace contextRef="#ctx0" brushRef="#br3" timeOffset="81450">15377 12001 1377 0,'13'21'-2'0,"1"9"11"15,-1 21 22-15,-5 13 4 16,-2 17 0-16,-6 4-4 16,0-3-17-16,0-9-7 15,0-20-1-15,2-12-4 0,1-22 24 16,1-6 10-16,-2-9 6 15,1-6 8-15,4-11-2 16,1-7 12-16,8-12 0 16,3-6-3-16,2-8-16 15,3-2-23-15,2-6-12 16,2-3-6-16,-2-3-36 16,0 0-32-16,-5 7-73 15,-5 8-53-15,-9 14 11 16,-3 8 111-16</inkml:trace>
  <inkml:trace contextRef="#ctx0" brushRef="#br3" timeOffset="81966.97">15762 11211 1200 0,'-23'14'78'0,"-2"4"67"0,-4 11-106 15,-3 4-12-15,-1 6-8 16,-1 0-1-16,-3 3-7 16,-3-2-5-16,5-4 10 15,4-5 29-15,13-14 38 16,8-4 13-16,10-13 3 16,0 0-19-16,0 0-50 15,3-12-9-15,13-14-36 16,6-8-15-16,11-7-17 15,4-2-4-15,-1 4 15 16,-2 3 12-16,-8 9 18 16,-5 6 6-16,-5 10 27 15,-5 4 27-15,-1 8 56 0,-1 6 19 16,2 11 26-16,3 3-49 16,7 7-48-16,-1-3-12 15,10-3-37-15,3-1-13 16,1-7-93-16,5-4-96 15,-7-6-594-15,-5-7 630 16</inkml:trace>
  <inkml:trace contextRef="#ctx0" brushRef="#br3" timeOffset="88311.38">5288 8665 678 0,'-18'-2'59'0,"2"-1"64"16,-3 2 2-16,4 0 7 16,5 0-26-16,10 1-30 0,0 0-6 15,0 0-12-15,-1 0-8 16,1 0-23-16,1 0-7 16,17 3-16-16,6 0-2 15,18 0 3-15,12-3-1 16,16-1 7-16,9-3 13 15,13 0 12-15,4-1 15 16,13 1-7-16,3-1 10 0,3 2-18 16,6 2-12-16,-6-1-12 15,-6 1-6-15,-11 1 3 16,-9 0-9-16,-4-2 6 16,-9-2 0-16,-15-1-3 15,-13-1 3-15,-24 0 0 16,-7 1 3-16,-17 5 53 15,0 0 55-15,-23-9 8 16,-12 6 1-16,-31 3-77 16,-15 1-37-16,-18 9-10 15,0 1-2-15,-15 4 0 16,-1-2-6-16,-7-1 3 16,-7-2-1-16,10-2 4 15,3-2 2-15,1-2-2 16,6-1 3-16,8-3-1 15,5-1 2-15,15-2-1 0,12-2 1 16,19 0-1-16,14-1 2 16,22 2 3-16,14 4 0 15,2-10-3-15,16 5 0 16,23-3 3-16,13 1-7 16,21 3 4-16,8 2-1 15,15 2-3-15,5 1 2 16,9 3 2-16,5 0 1 0,2 3 0 15,-4 0 3-15,-5 0-4 16,-7 2 5-16,-26-2 2 16,-11-1 6-16,-26 1 2 15,-16-2 1-15,-12-1 2 16,-11-4-4-16,-1 0 14 16,0 0 7-16,-16-3-7 15,-11-2-2-15,-34-3-12 16,-16-1-12-16,-23 3-7 15,-15-1 0-15,-2 4-2 16,-3 0-3-16,-3 1 1 16,5 1-2-16,10 0 0 15,8 1 1-15,17 0 3 16,13 0 2-16,23 1 0 16,12 0 2-16,22 0-8 0,13-1-18 15,5 4-15-15,15 1-20 16,31 2 3-16,15 2 31 15,34-4 25-15,15-1 1 16,19 1 5-16,9-1 3 16,10 0-1-16,1 2 0 15,-7-1 0-15,-11-3-3 16,-20-1 3-16,-10-1 6 0,-20 0 10 16,-13 0 6-16,-26-1-7 15,-19 0-1-15,-19 0 1 16,-9 1 9-16,-9-4 18 15,-12-2 0-15,-39-3-11 16,-20 0-11-16,-26 1-29 16,-20 5-3-16,-17 5-8 15,-9 4-8-15,-18 5-14 16,7 0-4-16,7-1 6 16,10 0 11-16,30-4 15 15,14-2 6-15,37-4 2 16,16-2-1-16,23-1 2 15,11 0-3-15,15 3-16 16,8-3-3-16,29 0 1 16,17-1 2-16,42 1 16 15,18 0 5-15,26 2 3 16,8 0 1-16,5 1 0 0,-7 2-1 16,-7-1-7-16,-15 0 4 15,-29-1-2-15,-12-2 1 16,-33 0 5-16,-11 1-1 15,-20 1 12-15,-18 0 7 16,-1 0 30-16,0-3 14 16,-29-3-9-16,-11-3-7 0,-35-3-31 15,-22-1-17-15,-30 2-7 16,-18 1-3-16,-9 5 1 16,-1 3 0-16,6 2-1 15,11 1-2-15,19 0-1 16,18 2 1-16,35-1 3 15,19 0-3-15,30-1-21 16,12-1-18-16,22 4-11 16,12-3-2-16,36 2 23 15,19 0 18-15,38-1 4 16,15-2-2-16,21 0-50 16,4-2-93-16,11-1-186 15,-4 1 74-15</inkml:trace>
  <inkml:trace contextRef="#ctx0" brushRef="#br3" timeOffset="126731.96">8591 12211 550 0,'-1'0'-2'16,"1"0"4"-16,0 0 18 15,0 0 10-15,0 0 45 16,0 0 23-16,-1 0 32 16,1 0-2-16,0 0-46 15,0 0-20-15,0 0-27 16,0 0-6-16,0 0-10 16,0 0-3-16,0 0 3 15,0-1-1-15,1 0-1 16,0 0 4-16,27-23 3 15,-19 18-3-15,4-4 10 16,1-1 0-16,3-3-2 16,1-1-4-16,2-3-2 15,1 0 12-15,3 0 28 16,1-1-4-16,3-1 13 0,5 0-9 16,-1-1 6-16,-2-2-19 15,0-2-5-15,-7-2-18 16,5-2-12-16,-3-1 0 15,3-1-6-15,2 3-6 16,0 3 6-16,0 0-9 16,1 4 6-16,-1 1 6 15,-2 1 15-15,1 2 15 0,-1-1 14 16,-4 1 10-16,1-2-6 16,-2 0-14-16,0-1-15 15,3 0-3-15,-3 0-7 16,1 0-7-16,-1 0-3 15,0 2-4-15,0 1 2 16,0 1 4-16,-1 0 9 16,2 1 11-16,1-1 12 15,-2-2-8-15,7 0-13 16,1-2-3-16,2-1-12 16,4-1 1-16,-4-2-4 15,1 0-5-15,2 1 3 16,1 0-3-16,0 2 4 15,-2 0-2-15,2-2 3 16,-2-1 5-16,4-2 2 0,2-1 2 16,2 1-2-16,2-1-3 15,1 2-3-15,-1 1-1 16,-1 4 1-16,-3 2 2 16,-3 4 0-16,1 1 3 15,-3 1-2-15,2 2-1 16,1 0-2-16,2-1-6 15,2 1-1-15,0 0 2 0,0-2-2 16,-2 2 3-16,3 0 2 16,0 0-5-16,0 3 2 15,2 2-1-15,-3 1 0 16,0 2 2-16,-1 0 3 16,-2 1-1-16,3 1 4 15,0-1 4-15,4-1 1 16,1-1 2-16,6 1 3 15,2-2-2-15,-4 2-5 16,1-1-1-16,-3 2-8 16,2 0 3-16,6 1-3 15,1 0 2-15,1 0 1 16,-2 1-4-16,-2 1 1 16,-2 0-1-16,1 0 2 15,0-1-3-15,1 2 4 16,1-1-4-16,3 3 2 0,2 0 1 15,2-1 1-15,0 1-1 16,-1-2-1-16,-2-1 0 16,-1 0 0-16,2-1-3 15,4-1 2-15,1 0-1 16,-3 1-1-16,-3 0 0 16,-2 2-1-16,0 2 1 0,0 1 2 15,0 1 0-15,-2 1 1 16,-2 1-3-16,0 1 0 15,0 1 1-15,0 2-1 16,-1 0 3-16,-1 2-1 16,-1 1-1-16,0 1-1 15,1 2 0-15,0 3 0 16,4 1 0-16,-4 2 6 16,-1 3-6-16,-1 2 6 15,-2 1-2-15,-1 4 1 16,2 0 1-16,4 1 7 15,-2 2 5-15,3 1 9 16,-2-1 3-16,-1 0 0 16,1-2-3-16,10 1-9 15,8 2 1-15,-5 2-8 16,-5 3 2-16,-5 2 2 0,-7-1-4 16,2 0 2-16,2-1-1 15,5 1 1-15,1-1 4 16,3 1-3-16,1-2-3 15,-10 1-8-15,-3-2 1 16,-8 1-4-16,-4-2 1 16,-2-3 1-16,0-1-1 15,2-2 0-15,-1 0-2 0,-3-3-1 16,-3 2 2-16,-9 0-1 16,-2 0 1-16,-4 4-4 15,-3 1 0-15,-1-1 4 16,-3 1 2-16,2-1 5 15,-2-3 1-15,0 0-1 16,-1 1-1-16,-1 3-1 16,0 2-4-16,0 3-1 15,3 1 0-15,-3 1-2 16,0 2 3-16,4 3 1 16,0 1-1-16,6 3 12 15,4 0 2-15,3-2-2 16,-1 2 5-16,5 2-12 15,1 1 0-15,2 5 0 16,4-3-2-16,-2 2 3 0,0-2-2 16,3 0-1-16,-3 2-1 15,1-5-1-15,-2-2-2 16,0-7 2-16,0-6-1 16,-1-3-2-16,1-5 1 15,-1 1-2-15,1 2 0 16,0-2-2-16,1 3-1 15,-2-4 0-15,0 0-3 0,-3-4-3 16,-2-4-4-16</inkml:trace>
  <inkml:trace contextRef="#ctx0" brushRef="#br3" timeOffset="130014.78">8650 12124 944 0,'3'-11'102'0,"0"-2"-33"16,0 1-3-16,1 1 2 15,0-1-6-15,0 2-18 16,-1 0-11-16,0-2-15 0,-1 1-9 16,4-1-3-16,0 0 2 15,1-1 0-15,2-1 1 16,1 0 3-16,2 1 0 15,1 0-5-15,1 1 3 16,3 0 0-16,-1 1-3 16,3 0 3-16,-1 1 0 15,0 1 1-15,-1 3-1 0,-1 2 25 16,2 2 4 0,-4 2 15-16,-3 2 8 0,1 4-8 15,-4 2-9-15,5 2-15 16,-1 2 0-16,0 2-9 15,-2 0 2-15,0-3 7 16,-2 1 9-16,-1-4 3 16,-1 0-6-16,0 0-9 15,-2 0-6-15,-1-2-12 16,1 1 3-16,-3 0-3 16,2 0 3-16,0-1-6 15,-1 0 5-15,1-1 1 16,0-2-6-16,0 0 6 15,-3-3-6-15,0 0 3 16,0 0-3-16,1 1 3 16,0-1-6-16,-1 1 0 0,1 0 0 15,0 0 3-15,0 0 3 16,0 0-3-16,0 0 3 16,0-1-9-16,0 0 0 15,0 0-3-15,1 0 0 16,25 6 6-16,-27-6 0 15,1 0 3-15,0 0-3 16,0 0 0-16,1 0 0 0,31 0 3 16,-32 0 0-16,0 0-2 15,22-5 1-15,-13 2 1 16,2-2-1-16,1-2 4 16,1-1-4-16,2-2 1 15,0 0-3-15,1-1 0 16,-4 0 0-16,0-1-3 15,-1 2 2-15,1-2 4 16,-1 1-5-16,0-2 8 16,0-1 4-16,2-4 12 15,2-3 10-15,3-3-6 16,-1-3-3-16,1 0-18 16,0-1-6-16,-3 3-2 15,0 3 0-15,-2 2 4 16,-1 4-4-16,-1 1 2 15,0 1-5-15,-2 3 3 0,-1 0 0 16,0-1 0-16,0 0 1 16,0 0 1-16,2-1-2 15,0 0 5-15,-2-1-3 16,-1 1-2-16,-1 0 2 16,1 3-2-16,0 1 0 0,-2 4 2 15,-2-1 1 1,-4 6-3-16,0 0 4 0,0 0-4 15,1 0 1-15,0 0 7 16,0 0 2-16,-1 0 7 16,0 0 1-16,0-1-5 15,0 0-8-15,0 1-1 16,0-1-2-16,1 0-2 16,-1 0 3-16,0 0-4 15,0 0 1-15,0 0-4 16,1 1 2-16,0-1 0 15,0 0 1-15,0 1 2 16,-1 0 1-16,0-1 2 16,1 1-6-16,0-1-2 15,-1 0 1-15,1 0 3 16,0 0 0-16,0 1 2 16,1-1-2-16,-1 0 0 0,1 0 1 15,0 0-4-15,0 0-1 16,-1 0-1-16,1 1 0 15,0 0 5-15,0 0 1 16,-1 0-1-16,1 0 3 16,0 0-3-16,25-7 0 15,-27 7 0-15,1 0-4 16,0 0 4-16,0 0-4 0,0 0 3 16,1 0 0-16,-1 0-3 15,26 1 4-15,-27-1-7 16,1 0 7-16,0 0 0 15,0 0-2-15,0 0 4 16,26-3-2-16,-27 3 0 16,1 0 0-16,0-1 0 15,0 0 0-15,1 0-2 16,26-18 2-16,-18 8-5 16,1-1 5-16,2-4 1 15,0-1 3-15,2 1-4 16,0-1 0-16,0 3 0 15,1 0 0-15,-1-1 0 16,0 0 0-16,2 0 2 0,-4-1-2 16,4-1 3-16,0 0-3 15,0-1 0-15,1 0 2 16,-2 1-2-16,-2 0-2 16,2 3 1-16,-2 2 1 15,-5 5-4-15,0 2 4 16,-2 3-4-16,-2 2 3 15,0 1 1-15,-1 0 1 16,3 3 1-16,-2-2 2 0,0-1-4 16,2 0 0-16,-2 0 2 15,2 0-4-15,0 1 2 16,0 0 0-16,-1-1-2 16,-1 0 4-16,0-1 0 15,0 0-2-15,1-2 5 16,1 0-5-16,-2 0 4 15,2-2-2-15,-2 2-2 16,0 0 0-16,-1 0 3 16,0 2-2-16,-4 0 3 15,0 0-4-15,1 0 0 16,-1 0 0-16,1 0-4 16,0 0 0-16,1 0 3 15,0 0-3-15,-1 0 7 16,1 0-3-16,-1 0 0 0,1 0 0 15,-1 0-6-15,-1 0-13 16,1 0-51-16,0 0-33 16,0 0-114-16,0 1-76 15,0 0-91-15,6 22 301 16</inkml:trace>
  <inkml:trace contextRef="#ctx0" brushRef="#br3" timeOffset="131065.14">10119 11904 1417 0,'-9'21'4'0,"4"3"0"16,2 1 2-16,4 0 2 16,1-2 3-16,5-5 16 15,1-2 6-15,0-7 10 16,1-1 50-16,1-5-19 16,1-3-5-16,0-5 18 15,1-2 5-15,-1-5 7 16,-3-1-9-16,-4-3-22 15,-3-1-8-15,-1 0-2 0,-3 2-3 16,-6 3 18-16,-3 4 3 16,-4 3-2-16,-3 5-24 15,-2 4-19-15,0 2-8 16,2 4-11-16,3-2-11 16,5 0-40-16,5-3-58 15,9-3-159-15,5-2-217 16,13-4 234-16</inkml:trace>
  <inkml:trace contextRef="#ctx0" brushRef="#br3" timeOffset="132594.34">9479 11596 1012 0,'-4'0'43'16,"4"0"1"-16,-1 0-22 16,0-1 3-16,0 0 0 15,0 0-2-15,1 0 1 16,-7-31 11-16,7 32 7 0,0 0 7 15,1-1-5-15,0-1-13 16,21-27-6-16,-11 22-9 16,1 1-3-16,3 0-5 15,2-1 0-15,2 1-4 16,1-1-4-16,3 3 4 16,0 2-4-16,0 2 0 15,1 2 4-15,0 7-4 16,-1 2 1-16,-1 5 1 15,-1 1 0-15,-4 3 0 16,1 1 0-16,-1 2 0 16,0-1 0-16,-2 0 0 15,1 0 0-15,-1 3 8 16,4 1 5-16,-4 1 49 16,1 3 19-16,-3-1-2 0,-4 0-6 15,2 0-6 1,1-1 2-16,-5-4 7 0,2-2 0 15,-1-5-16-15,-1-1-14 16,1-3-12-16,-1-2 0 16,5-2-4-16,-6-1-1 15,7-3-2-15,2-1-3 16,-1-4-8-16,2 0-2 16,-2-4-9-16,-1-1 4 0,3-4 12 15,-1-1 5-15,1-3 15 16,-1-2-1-16,-2-4-12 15,-3-4-2-15,-1-10 9 16,-2-7 4-16,-2-13-2 16,0-4-7-16,-4-7-18 15,-2-3-5-15,-1 1-7 16,0 0-2-16,1 3 0 16,0 1-4-16,2 1-7 15,0-3-6-15,2-2-28 16,1-1-16-16,2 4-80 15,0 5-116-15,-5 8 88 16</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8:52.038"/>
    </inkml:context>
    <inkml:brush xml:id="br0">
      <inkml:brushProperty name="width" value="0.035" units="cm"/>
      <inkml:brushProperty name="height" value="0.035" units="cm"/>
    </inkml:brush>
  </inkml:definitions>
  <inkml:trace contextRef="#ctx0" brushRef="#br0">1 237 160,'2'-3'-23,"-2"2"95,0 1 0,0-1 0,0 1 0,1-1 0,-1 1 0,0 0 0,1-1 0,-1 1 0,0-1 0,1 1 0,-1 0 0,0-1 0,1 1 0,-1 0 0,1-1 0,-1 1 0,1 0 0,-1 0 0,1-1 0,-1 1 0,1 0 0,-1 0 0,1 0 0,-1 0 0,2-1 0,2 2 202,-1 1 0,1-1 0,0 1-1,0-1 1,-1 1 0,6 3 0,49 29 361,-48-28-84,-1-2-70,1-3-282,6 2-7,1 0 0,-1-1 1,1-1-1,0 0 0,0-1 0,26-4 1,142-41 590,-113 26-490,1 2 1,75-7 0,-96 20-46,-3 1-75,1-3-1,0-1 0,58-17 0,47-38-97,11-3-7,-154 62-53,-1 0 1,1 0-1,0 1 0,24-1 1,-31 3-12,1 0 1,-1 1 0,0 0-1,1 0 1,-1 0 0,0 1-1,0-1 1,0 1-1,0 0 1,0 1 0,0-1-1,0 1 1,5 4-1,5 5-1,-9-6 1,0-1 0,0 0 0,0-1 0,0 0 0,1 0-1,0 0 1,0-1 0,0 0 0,0 0 0,0 0 0,1-1-1,-1-1 1,1 1 0,-1-1 0,1 0 0,0-1 0,8 0-1,-7 3 42,15 9 41,31 9-42,-43-16-2,-12-4-40,1-1 1,0 0-1,-1 1 0,1-1 0,-1 0 0,1 1 0,-1-1 0,1 0 0,0 0 1,-1 0-1,1 0 0,-1 0 0,1 0 0,0 0 0,-1 0 0,1 0 0,0 0 1,-1 0-1,1 0 0,-1 0 0,1 0 0,1-1 0,15-3 18,39-9 9,-15 8 370,21-6-323,24-5 64,-66 10-121,-7 3 20,-4 1 56,8-7-5,39-16 14,-36 18 97,-3 5-129,39-12-24,-37 9-8,-17 6-26,-1-1 42,-25-2-2754,19-1 1875</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8:54.145"/>
    </inkml:context>
    <inkml:brush xml:id="br0">
      <inkml:brushProperty name="width" value="0.035" units="cm"/>
      <inkml:brushProperty name="height" value="0.035" units="cm"/>
    </inkml:brush>
  </inkml:definitions>
  <inkml:trace contextRef="#ctx0" brushRef="#br0">122 169 5769,'-11'0'31,"0"-1"-1,0 0 0,0-1 1,1 0-1,-1 0 0,-19-8 1,16 4 6,2 4 1312,17 7-1068,20 6-228,-6-6 69,0-2 0,0 0 0,31 0 1,-24-2-43,54 3 125,0-3-1,0-4 1,0-4-1,152-32 1,-91 2 330,-45 11-5,140-21-1,316 27-77,-443 21-390,-51-1 6,102 14 0,-135-10-52,1 2 0,-2 0-1,1 2 1,-1 1 0,0 1-1,31 17 1,49 30 21,-100-56-24,-4 0-11,-1-1-1,1 0 0,0 0 1,0 0-1,0 1 0,0-1 1,0 0-1,0 0 0,0 1 1,0-1-1,-1 0 0,1 0 1,0 1-1,0-1 0,0 0 1,0 0-1,0 1 0,0-1 1,0 0-1,1 0 0,-1 1 1,0-1-1,0 0 0,0 0 1,0 1-1,0-1 0,0 0 1,0 0-1,0 0 0,1 1 1,-1-1-1,0 0 0,0 0 1,0 0-1,0 1 0,1-1 1,-1 0-1,7 9 14,-1-4 1,1 0-1,0-1 1,0 0-1,0-1 1,0 0 0,1 0-1,-1 0 1,1-1 0,0 0-1,14 1 1,-13-1-8,-6-1-2,12 1 19,-8-5-21,10-10-4,39-20 2,-38 23 37,-13 10-2,-3 0-33,-1 0 0,1 1-1,0-1 1,0 0 0,-1 0-1,1 0 1,0 0 0,-1 0-1,1-1 1,0 1 0,2-2-1,58-11 27,-39 8 55,-19 6 1642,-3-1-1499,-1 5-204,0 49 24,0-53-32,0-7-3275,-4-11 1136,-13-51 600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8:56.864"/>
    </inkml:context>
    <inkml:brush xml:id="br0">
      <inkml:brushProperty name="width" value="0.035" units="cm"/>
      <inkml:brushProperty name="height" value="0.035" units="cm"/>
    </inkml:brush>
  </inkml:definitions>
  <inkml:trace contextRef="#ctx0" brushRef="#br0">230 224 368,'-23'36'112,"18"-27"-91,-1 0 0,0 0 1,-9 10-1,12-17-7,1 1 1,-1-1 0,1 0 0,-1 0 0,0 0 0,0 0-1,1-1 1,-1 1 0,-1-1 0,1 0 0,0 0-1,0 0 1,0 0 0,-6 0 0,3-1 121,0 1 1,0-1 0,0 1-1,0 0 1,0 1 0,0-1-1,0 1 1,1 0 0,-1 0-1,1 1 1,-1 0 0,1 0-1,0 0 1,-6 5 0,9-6 135,2-1-179,3 5 284,17 0-247,35 5-13,-53-11-99,0 1-1,1-1 1,-1 0-1,0 1 1,1-1-1,-1 0 1,0 0-1,4-1 1,73-13 233,-46 6-117,0 3-1,1 0 1,-1 2-1,43 2 0,53 23 713,1 0 54,-65-18-437,110-7-1,63-23 57,-206 23-485,-1 0 0,1 3-1,0 0 1,-1 2-1,1 1 1,-1 2 0,1 1-1,-1 1 1,38 15-1,-59-18-6,0-1-1,-1 0 0,1-1 0,1 0 0,-1-1 0,0 1 0,0-2 1,0 0-1,15-1 0,-3 0 51,-20 1-57,-3 0-11,1 0-1,0 0 0,0 0 1,0 0-1,0 0 0,0-1 1,0 1-1,0 0 0,0 0 1,0 0-1,0 0 1,0-1-1,0 1 0,0 0 1,0 0-1,0 0 0,0 0 1,0 0-1,0-1 0,0 1 1,0 0-1,0 0 1,0 0-1,0 0 0,1 0 1,-1-1-1,0 1 0,0 0 1,0 0-1,0 0 0,0 0 1,0 0-1,0 0 1,1 0-1,-1-1 0,0 1 1,0 0-1,0 0 0,0 0 1,0 0-1,1 0 0,-1 0 1,0 0-1,0 0 1,0 0-1,0 0 0,0 0 1,1 0-1,-1 0 0,0 0 1,0 0-1,0 0 0,0 0 1,1 0-1,-1 0 1,0 0-1,0 0 0,0 0 1,-10-17 4,-2 0 0,0 0 0,0 1 0,-2 0 0,0 2 0,-28-24 0,30 29-7,-1 0 0,0 1-1,0 0 1,-1 2-1,1-1 1,-2 2 0,1-1-1,0 2 1,-1 0-1,-17-2 1,-298-15 10,279 22 1,1 2 1,0 2-1,1 2 1,-70 20-1,27 1 41,-119 53 0,198-75 5,-1 0 1,1-1 0,-1-1-1,0 0 1,0-1 0,0 0-1,-25 1 1,44-17-48,0 6-16,0 0 0,1 0 0,0 1 0,0 0 0,1 0 0,-1 0 0,1 1 0,1 0 0,-1 0 0,1 1 0,0 0 0,9-4 0,32-10 0,1 2 1,72-13-1,107-6-1,-74 13-1,260-71-41,-232 57 52,-175 35-5,-3 0 28,-10-4-16,-1 1-14,-1 0 1,1 0-1,-1 0 0,0 1 1,0 0-1,0 0 0,-1 1 0,1 0 1,0 0-1,-1 1 0,0 0 1,1 0-1,-14 1 0,-17-1-1,1 3 1,0 0-1,-59 13 0,-105 36 8,83-19-4,-160 31 23,196-49 34,-121 4 0,155-18-5,-1-3 0,1-2 0,0-2 0,0-2 0,1-2 0,-58-21 0,105 32-54,1 0 0,-1 0 0,0 0 0,0 0 1,0-1-1,0 1 0,0 0 0,0 0 1,0 0-1,0 0 0,0 0 0,0 0 0,0 0 1,0 0-1,0 0 0,0 0 0,0-1 0,0 1 1,0 0-1,0 0 0,0 0 0,0 0 0,0 0 1,0 0-1,0 0 0,0 0 0,-1 0 1,1 0-1,0-1 0,0 1 0,0 0 0,0 0 1,0 0-1,0 0 0,14 1-18,129 37-10,-19-4 15,-62-23 9,0-3 0,1-3 0,102-4 0,185-33-27,-276 20 29,-43 6 6,0 1 0,1 2 1,42 0-1,-79-1 11,-2-1-13,1 1-1,-1 0 0,0 0 1,0 1-1,0 0 0,-1 0 1,1 1-1,-1 0 0,1 0 1,-1 0-1,-14 0 0,-10 1 10,-55 4 0,-217 40 3,1 26-4,265-60-8,-43 18 1,65-21-3,1 1 1,0 1-1,1 0 1,0 0-1,-20 17 1,32-23-4,-1 1 0,1-1 1,-1 1-1,1 0 1,0 0-1,-3 4 0,5-6 0,-1-1 0,1 0 0,0 1 0,0-1 0,0 1 0,0-1 0,-1 1 0,1-1 0,0 1 0,0-1 0,0 1 0,0-1 0,0 1 0,0-1 0,0 1 0,0-1 0,0 0 0,1 1 0,-1-1 0,0 1 0,0-1 0,1 2 0,-1-2 0,1 1 0,0-1 0,-1 1 0,1-1 0,0 1 0,0-1 0,0 0 0,-1 1 0,1-1 0,0 0 0,0 0 0,0 0 0,0 1 0,-1-1 0,1 0 0,0 0 0,0 0 0,1-1 0,12 1 0,-1-2 0,1 1 0,-1-2 0,0 0 0,17-6 0,70-31 0,-61 23-2,91-36-90,3 5 0,1 7 1,223-40-1,-245 65-434,-9 3 205</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8:59.584"/>
    </inkml:context>
    <inkml:brush xml:id="br0">
      <inkml:brushProperty name="width" value="0.035" units="cm"/>
      <inkml:brushProperty name="height" value="0.035" units="cm"/>
    </inkml:brush>
  </inkml:definitions>
  <inkml:trace contextRef="#ctx0" brushRef="#br0">504 0 8562,'9'7'66,"-1"-1"1,0 2-1,0-1 1,0 1-1,-1 0 0,0 1 1,0 0-1,7 14 1,0 2-61,-2 1 0,11 33 0,-10-19 17,-2 2 1,12 79-1,-5 91 86,-18-211-108,8 183 209,-7 0 0,-8-1 0,-48 283 0,-92 280 64,120-616-247,-81 320 52,100-423-57,-2 0 1,-1-1-1,-1 0 0,-29 45 0,33-59-11,0-1 1,-1 0-1,0-1 1,-1 0-1,0 0 1,-1-1-1,0 0 1,0-1-1,-1-1 0,0 0 1,-21 9-1,26-13 1,0 0 0,0-1 1,-1 0-1,1-1 0,-1 0 0,0 0 0,1 0 0,-1-1 0,0 0 0,1 0 0,-1-1 0,0 0 0,1-1 1,-1 0-1,-8-3 0,13 4 93,10-3-81,2 0-20,0-1 0,1 2 0,-1 0 0,1 0 0,0 0 0,0 2 0,11-2 0,86-1 37,-39 2-11,-4 0-11,878-23 176,-752 32-189,0 7-1,253 54 0,53 46-5,173 32 0,-447-114-6,372 7-1,-456-38-23,501 22 0,-544-13-75,0 3 0,-1 5 0,-1 4 0,145 55 0,61 74-1543,-189-91 463,-88-49 816,-1 2-189,0-2-1,1-1 1,0 0-1,1-2 1,-1 0-1,36 6 1,-21-12-142</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00.547"/>
    </inkml:context>
    <inkml:brush xml:id="br0">
      <inkml:brushProperty name="width" value="0.035" units="cm"/>
      <inkml:brushProperty name="height" value="0.035" units="cm"/>
    </inkml:brush>
  </inkml:definitions>
  <inkml:trace contextRef="#ctx0" brushRef="#br0">392 267 4233,'0'-5'197,"0"-7"70,0 1 0,0 0 0,-1-1-1,-1 1 1,-4-18 0,5 27-237,0 0 0,1 1 0,-1-1 0,0 0 0,0 1-1,0-1 1,0 1 0,0-1 0,0 1 0,-1-1 0,1 1 0,0 0 0,-1 0-1,1 0 1,-1 0 0,1 0 0,-3-1 0,2 1 16,-1 1-1,1-1 1,0 1 0,-1 0-1,1-1 1,-1 1 0,1 0-1,-1 1 1,1-1 0,0 0-1,-1 1 1,1 0 0,0-1 0,-1 1-1,1 0 1,-4 2 0,-4 2 117,1 1 1,0 0 0,0 1 0,0-1 0,1 2-1,0-1 1,0 1 0,-9 12 0,2 0 61,1 1-1,-18 34 1,22-35-83,1-1 0,-7 25 1,13-35-99,0 0 1,1 0 0,1 1-1,0-1 1,0 1 0,0-1-1,2 11 1,-1-18-39,0 0 0,0 0 0,0 0 0,0 0-1,1 0 1,-1 0 0,1 0 0,-1-1 0,1 1 0,0 0 0,0 0-1,-1 0 1,1-1 0,1 1 0,-1 0 0,0-1 0,0 1 0,1-1-1,-1 1 1,0-1 0,1 0 0,-1 1 0,1-1 0,0 0-1,0 0 1,-1 0 0,1 0 0,0-1 0,0 1 0,0 0 0,0-1-1,0 1 1,0-1 0,0 0 0,2 0 0,1 0 3,-1 0 1,1-1-1,-1 0 0,0 0 1,0 0-1,1-1 0,-1 1 1,0-1-1,0 0 0,-1 0 1,1 0-1,0-1 0,-1 1 1,6-6-1,2-3 30,-1-1 0,0 0 0,-1-1 0,0 0 0,9-18 0,-2-2 58,13-37 0,-25 56-82,1 1-1,-2-1 1,1 0 0,-2 0 0,0-1-1,-1 1 1,0 0 0,-1-1 0,-3-21-1,2 29 1,-1-1 0,1 1 0,-2-1 0,1 1 0,-1 0 0,0 0 0,0 0 0,-1 1-1,0-1 1,0 1 0,-1 0 0,1 0 0,-1 0 0,-1 1 0,1 0 0,-1 0 0,0 0 0,0 0 0,-11-5-1,9 6 23,-1 0 0,1 1 0,-1 0 0,0 0 0,0 1 0,0 1 0,0-1 0,0 1 0,0 1 0,-1-1 0,1 2-1,0-1 1,0 1 0,-16 4 0,18-3-49,0 0-1,0 0 1,-1 1-1,2 0 1,-1 0-1,0 1 1,1 0-1,-1 0 1,1 0-1,0 1 1,1 0-1,-1 0 1,1 1-1,0-1 1,0 1-1,0 0 1,1 1-1,-5 8 1,9-14-23,-1 1 0,0-1 0,1 0 0,-1 1 1,0-1-1,1 1 0,0-1 0,-1 1 0,1 0 1,0-1-1,0 1 0,0-1 0,0 1 0,0-1 0,0 1 1,0-1-1,0 1 0,1-1 0,-1 1 0,1-1 1,-1 1-1,1-1 0,0 2 0,1-1-85,-1 0-1,1-1 0,0 0 1,-1 1-1,1-1 0,0 0 1,0 0-1,0 0 0,0 0 1,0 0-1,0 0 0,0 0 1,0-1-1,0 1 0,3-1 1,35 6-923</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00.937"/>
    </inkml:context>
    <inkml:brush xml:id="br0">
      <inkml:brushProperty name="width" value="0.035" units="cm"/>
      <inkml:brushProperty name="height" value="0.035" units="cm"/>
    </inkml:brush>
  </inkml:definitions>
  <inkml:trace contextRef="#ctx0" brushRef="#br0">295 85 11803,'-7'5'36,"-1"-1"-70,1 0 0,1 1 0,-1 0 0,1 0 0,-1 0 0,1 1 1,1 0-1,-1 0 0,1 0 0,0 1 0,1 0 0,-7 12 0,3 4-311,-7 37 0,1-5 75,7-34 189,-7 22 47,13-40 44,1-1 1,-1 1 0,1-1 0,0 1-1,-1-1 1,1 1 0,0-1 0,0 1-1,1-1 1,-1 1 0,0-1-1,2 5 1,-1-6-3,-1 0 0,1-1 0,0 1 0,0 0 0,-1 0 0,1-1 0,0 1 0,0-1-1,0 1 1,0-1 0,0 1 0,0-1 0,0 1 0,0-1 0,0 0 0,0 0 0,0 1 0,0-1 0,0 0-1,0 0 1,0 0 0,0 0 0,0 0 0,0 0 0,0-1 0,0 1 0,1 0 0,-1 0 0,0-1 0,-1 1-1,1-1 1,0 1 0,0-1 0,0 1 0,0-1 0,1 0 0,30-22 107,-9 1-86,-1-1-1,-1-2 0,-1 0 0,-2-1 0,25-46 1,-35 60-27,-2-1-1,0 0 1,0 0 0,-2 0 0,6-21 0,-9 31 4,0 0 0,-1 0 0,1-1 0,-1 1 1,0 0-1,0 0 0,0-1 0,0 1 0,0 0 0,-1 0 0,0 0 0,1-1 0,-1 1 1,0 0-1,-1 0 0,1 0 0,0 0 0,-1 0 0,0 1 0,1-1 0,-1 0 0,0 1 0,-1-1 1,1 1-1,0 0 0,-1 0 0,1 0 0,-1 0 0,0 0 0,1 0 0,-4-1 0,-3 0 16,0 0-1,0 1 0,0 0 0,0 1 0,0 0 0,0 0 0,0 1 0,0 0 0,0 1 1,0 0-1,-16 3 0,5 1 6,1 0 0,0 1 0,0 1 0,-24 13-1,32-15-5,0 1-1,1 1 1,0 0-1,0 1 0,1-1 1,0 2-1,-14 16 1,20-22-27,1 1 1,-1 0 0,1-1-1,0 1 1,0 0 0,0 0 0,0 0-1,1 0 1,-1 1 0,1-1-1,0 0 1,1 0 0,-1 1-1,1-1 1,0 1 0,0-1 0,0 0-1,0 1 1,1-1 0,0 1-1,0-1 1,0 0 0,0 0-1,3 5 1,-3-7-129,0 1-1,1 0 1,0-1-1,-1 1 1,1-1-1,0 1 1,0-1-1,0 0 1,1 1 0,-1-1-1,0-1 1,1 1-1,0 0 1,-1-1-1,1 1 1,0-1-1,0 0 1,0 1-1,0-1 1,0-1-1,0 1 1,5 0-1,-1-1-164,1-1-1,-1 0 0,0-1 0,12-3 0,-17 4 269</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01.342"/>
    </inkml:context>
    <inkml:brush xml:id="br0">
      <inkml:brushProperty name="width" value="0.035" units="cm"/>
      <inkml:brushProperty name="height" value="0.035" units="cm"/>
    </inkml:brush>
  </inkml:definitions>
  <inkml:trace contextRef="#ctx0" brushRef="#br0">273 103 13835,'-21'13'25,"0"1"0,1 1 0,0 0 0,1 2 0,1 0 0,1 2 0,-18 23 0,12-9-341,-22 46 1,40-67 266,-1-1 0,2 1 0,0 0 0,0 0 0,1 1 0,0-1 0,1 1 0,0 13 0,2-24 48,-1-1 1,1 1 0,0-1 0,0 1-1,0-1 1,0 1 0,0-1-1,1 1 1,-1-1 0,0 0-1,1 1 1,-1-1 0,1 1 0,-1-1-1,1 0 1,0 1 0,-1-1-1,1 0 1,0 0 0,0 0-1,0 0 1,0 1 0,0-1 0,0 0-1,0-1 1,1 1 0,-1 0-1,0 0 1,0 0 0,1-1-1,-1 1 1,0-1 0,1 1 0,-1-1-1,1 1 1,-1-1 0,1 0-1,-1 0 1,3 0 0,7 1 5,0-2 1,0 1 0,0-2-1,0 1 1,0-1-1,-1-1 1,1 0 0,12-6-1,86-43-22,-93 44 12,-10 5 3,194-112-23,-178 100 28,-1-1 0,-1 0 1,0-2-1,-1 0 0,-1-1 1,28-38-1,-42 51-1,0-1 0,-1 1 0,1-1 0,-1 0-1,-1 0 1,4-11 0,-5 15 1,-1 1 1,1-1-1,-1 0 0,0 0 0,0 0 0,0 0 0,0 0 0,-1 0 0,1 0 0,-1 0 0,0 0 0,1 0 0,-1 0 0,-1 0 0,1 0 1,0 1-1,-1-1 0,-2-3 0,-1 0 2,-1 1 1,1 0 0,-1 0 0,0 1-1,0 0 1,-1 0 0,1 0-1,-1 1 1,0 0 0,0 0-1,0 1 1,0 0 0,0 0-1,-1 0 1,1 1 0,-14 0-1,3 0 4,0 1 0,1 0-1,-1 2 1,0 0-1,-33 9 1,27-2-102,1 0 0,0 1 1,0 2-1,1 0 0,0 2 1,1 0-1,1 1 0,1 1 1,0 1-1,1 1 0,0 1 1,2 0-1,0 1 0,1 0 1,1 2-1,2 0 0,-15 31 0,23-43-321,0 1 0,1-1 0,-2 12 0,4-17 240,1 0 0,0 0 0,0 0 0,0 0 0,2 7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01.772"/>
    </inkml:context>
    <inkml:brush xml:id="br0">
      <inkml:brushProperty name="width" value="0.035" units="cm"/>
      <inkml:brushProperty name="height" value="0.035" units="cm"/>
    </inkml:brush>
  </inkml:definitions>
  <inkml:trace contextRef="#ctx0" brushRef="#br0">467 329 14291,'-12'4'91,"1"1"0,0 1 0,0 0 0,1 1 0,-1 0 0,1 0 0,1 1 0,-15 15 0,8-1-387,1 0 0,-18 35 1,29-48 268,-1 0 1,2 0 0,-1 0-1,2 1 1,-1 0-1,1-1 1,0 1 0,1 0-1,0 18 1,2-24 24,-1 1-1,1-1 1,0 0-1,0 0 1,0 1 0,1-1-1,-1 0 1,1 0 0,0 0-1,0-1 1,1 1 0,-1 0-1,1-1 1,0 0-1,0 1 1,0-1 0,0 0-1,0 0 1,1-1 0,-1 1-1,1-1 1,0 0-1,0 0 1,-1 0 0,2 0-1,-1-1 1,0 1 0,6 0-1,-1 0-3,0 0-1,1-1 0,0 0 1,-1-1-1,1 0 1,0 0-1,-1-1 0,1 0 1,-1-1-1,1 0 1,16-7-1,-10 2 2,-1-1 0,0-1 1,0 0-1,-1-1 0,0-1 0,-1 0 0,0-1 0,-1 0 1,21-27-1,-16 15 9,0-1 0,-2 0 0,-1-1 0,22-54 0,-29 59-2,-1 1 1,-1-1-1,0 0 0,-2-1 1,0 1-1,-2-1 0,-1-24 1,0 36 1,-1 0 1,0 0 0,0 1 0,-1-1-1,-1 1 1,0-1 0,0 1 0,0 0-1,-1 0 1,-1 0 0,0 1 0,0-1-1,0 1 1,-1 0 0,0 1-1,-1 0 1,-13-13 0,16 17 5,0 0 0,-1 1 0,1-1 0,-1 1 0,1 0 0,-1 0 0,0 0-1,0 0 1,0 1 0,0 0 0,0 0 0,0 0 0,0 1 0,-7 0 0,4 1 9,0 0 0,0 0-1,0 1 1,0 0 0,0 1 0,0 0-1,1 0 1,-10 5 0,-6 7 25,1 0 1,0 2-1,1 0 1,-23 26-1,-16 21-256,3 3 1,3 3-1,3 1 1,3 3-1,-40 86 0,81-149-140,1 2 0,0-1 0,1 1-1,1 0 1,0 0 0,-4 25 0,8-36 185,0 0 0,0 0 1,0 0-1,0 1 0,0-1 0,0 0 1,1 0-1,-1 0 0,1 0 1,0 0-1,0 0 0,-1 0 0,3 3 1,0-2-77,-1 0 0,1-1 0,0 1 0,-1-1 0,1 1 0,4 1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02.172"/>
    </inkml:context>
    <inkml:brush xml:id="br0">
      <inkml:brushProperty name="width" value="0.035" units="cm"/>
      <inkml:brushProperty name="height" value="0.035" units="cm"/>
    </inkml:brush>
  </inkml:definitions>
  <inkml:trace contextRef="#ctx0" brushRef="#br0">343 157 10610,'0'0'359,"-1"0"9,-9 6-184,-15 7-109,-74 48 206,79-46-249,1 1 0,1 0 0,-20 24 0,30-31-31,1 0 0,1 1 1,0-1-1,0 1 1,1 1-1,0-1 0,0 1 1,2-1-1,-4 15 1,3-6-2,1 1 0,1-1 0,0 25 0,2-37-1,0 1 0,1-1 0,0 0 0,0 1 0,1-1 0,0 0 0,0 0 0,0 0 0,1 0 0,0 0 0,7 10 0,-8-14-1,0-1 0,1 0 0,-1 1 0,1-1 0,0 0 0,0 0 0,0 0 0,0-1 0,0 1 1,0-1-1,1 1 0,-1-1 0,0 0 0,1-1 0,-1 1 0,1 0 0,-1-1 0,0 0 0,1 0 1,-1 0-1,1 0 0,-1-1 0,1 1 0,-1-1 0,1 0 0,4-1 0,8-4 1,0 0 0,0 0 0,-1-1-1,17-11 1,12-9 10,62-50 0,-82 57-1,-1-1 0,-1-1 0,36-45 0,-51 57 14,-1 0 0,1 0 1,-2-1-1,1 0 1,-2 0-1,1 0 1,-1 0-1,-1-1 0,0 0 1,-1 0-1,0 0 1,-1 0-1,0 0 0,-2-14 1,1 18 43,-2 0-1,1 0 1,-1-1 0,0 1-1,-1 0 1,0 1 0,0-1-1,-1 0 1,0 1 0,0 0 0,-1 0-1,0 0 1,0 1 0,0-1-1,-1 1 1,0 0 0,0 1-1,-1-1 1,0 1 0,1 1 0,-10-5-1,3 2-14,-1 0-1,-1 1 1,1 1-1,-1 0 1,0 1-1,0 0 0,0 2 1,-1-1-1,1 2 1,-1 0-1,1 1 1,-1 1-1,-27 4 1,30-3-56,1 1 0,0 1 1,0 0-1,0 0 0,1 1 1,-1 1-1,1 0 1,0 0-1,1 1 0,-1 1 1,1 0-1,1 0 0,0 1 1,0 0-1,0 0 0,1 1 1,-10 16-1,11-13-204,0-1-1,1 1 0,0 0 1,1 1-1,1-1 1,0 1-1,0 0 1,2 0-1,0 0 0,0 0 1,1 0-1,1 1 1,2 20-1,1-21-27,1-1 1,8 24-1,-12-37 232</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02.605"/>
    </inkml:context>
    <inkml:brush xml:id="br0">
      <inkml:brushProperty name="width" value="0.035" units="cm"/>
      <inkml:brushProperty name="height" value="0.035" units="cm"/>
    </inkml:brush>
  </inkml:definitions>
  <inkml:trace contextRef="#ctx0" brushRef="#br0">130 402 11290,'-10'2'235,"-1"1"0,1 1 0,-1 0 0,1 1 0,0 0 0,0 0 0,-11 9 0,18-11-242,0-1 0,0 1 0,0-1 0,1 1-1,-1 0 1,1 0 0,0 0 0,-1 1-1,2-1 1,-1 0 0,0 1 0,1-1 0,-1 1-1,1-1 1,0 1 0,0 0 0,1-1 0,-1 1-1,1 0 1,0 0 0,0 0 0,0-1-1,0 1 1,1 0 0,0 4 0,1-3-5,-1-1-1,1 0 1,0 0 0,0 0-1,0-1 1,1 1 0,-1-1 0,1 1-1,0-1 1,0 0 0,0 0 0,1 0-1,-1 0 1,1 0 0,-1-1 0,8 4-1,3 1 4,0 0 1,0-1-1,25 6 0,-21-8 9,-1-1 1,1-1 0,0 0 0,0-1-1,0-1 1,-1-1 0,1 0 0,0-2-1,-1 0 1,1 0 0,-1-2 0,0 0-1,0-1 1,0-1 0,20-12 0,-12 5 0,0-2 0,0-1 1,-2-1-1,0 0 0,-1-2 1,-1-1-1,-1-1 0,27-37 1,-37 46 2,-2-1 0,0-1 1,0 0-1,-1 0 0,-1 0 0,-1-1 1,0 0-1,-1 0 0,0 0 0,1-24 1,-4 32-3,-1 1 0,0-1 0,0 1 0,-1 0 0,0-1 0,0 1 0,0 0 0,-1-1 0,-1 1 0,1 0 0,-1 0 0,0 1 0,0-1 0,-1 0 0,0 1 0,0 0 0,-1 0 0,1 0 0,-1 1 1,0-1-1,-1 1 0,0 1 0,1-1 0,-1 1 0,-8-5 0,7 6 1,1-1-1,-1 2 1,0-1 0,0 1 0,0 0-1,0 0 1,0 1 0,0 0 0,0 0 0,-1 1-1,1 0 1,0 0 0,-11 2 0,7 0 3,0 1 1,1 0-1,-1 1 1,1 0-1,0 1 1,0 0 0,0 1-1,-8 6 1,-13 12 7,1 2-1,2 1 1,-48 58 0,73-81-15,-167 207-1332,168-208 1285,-10 11-615,0 1 1,1 1-1,-11 20 0,21-35 600,1 0-1,-1 0 1,1-1-1,0 1 1,-1 0 0,1 0-1,0 0 1,-1 0-1,1 0 1,0 0-1,0 0 1,0 0 0,0 0-1,0 0 1,0 0-1,0 0 1,0 0-1,1 0 1,-1 0-1,0 0 1,0 0 0,1 0-1,-1 0 1,1 0-1,-1 0 1,1 0-1,-1 0 1,1 0-1,0-1 1,-1 1 0,1 0-1,0 0 1,0-1-1,-1 1 1,1-1-1,0 1 1,0 0-1,0-1 1,2 1 0,2 1-113,0 0 0,0-1 0,1 0 0,-1 0 0,10 0 0,-14 0 151,50 2-355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02.996"/>
    </inkml:context>
    <inkml:brush xml:id="br0">
      <inkml:brushProperty name="width" value="0.035" units="cm"/>
      <inkml:brushProperty name="height" value="0.035" units="cm"/>
    </inkml:brush>
  </inkml:definitions>
  <inkml:trace contextRef="#ctx0" brushRef="#br0">367 0 11418,'-10'6'283,"1"0"0,-1 0 0,1 1 0,0 0-1,1 0 1,-1 1 0,1 0 0,-11 15 0,10-8-315,0 0 1,0 1 0,2 0-1,-12 31 1,7-14-168,6-18 106,0 0 0,-5 24 1,9-23 66,-1-1 1,2 0 0,0 1 0,1-1 0,3 29 0,-2-36 24,1 1 0,0-1 1,1 1-1,0-1 0,0 0 1,1 0-1,0 0 0,0-1 1,1 1-1,0-1 0,10 11 1,-7-9-2,1 0 0,0-1 0,1-1 1,0 0-1,0 0 0,1-1 0,0 0 0,0-1 0,0 0 1,1-1-1,-1 0 0,1 0 0,0-2 0,12 2 1,-9-2-7,-1-1 1,1-1-1,-1 0 1,1-1 0,-1-1-1,1 0 1,-1-1-1,0 0 1,0-1 0,0-1-1,20-10 1,-11 3-66,-1-1-1,0 0 1,-1-2 0,-1-1 0,0 0 0,22-26-1,-33 32 19,0-1 0,-1 0 0,0-1 0,-1 0 0,10-22 0,-13 26 41,-2 0-1,1 0 1,-1 0-1,0 0 1,-1-1 0,0 1-1,0 0 1,-1-1-1,0 1 1,-2-11-1,1 12 19,0 0 0,-1 0 0,0 0 0,0 1-1,-1-1 1,0 0 0,0 1 0,0 0 0,-1 0-1,0 0 1,-8-9 0,4 7 11,1 1-1,-1 0 1,0 1 0,-1 0-1,1 0 1,-1 0 0,-14-5-1,6 4 7,-1 1-1,0 0 1,0 1-1,-1 1 1,1 1 0,-1 0-1,0 2 1,-27 0-1,22 3-12,-1 2-1,1 0 1,1 1-1,-1 2 1,1 0-1,0 1 1,0 2-1,1 0 0,1 1 1,0 1-1,-22 17 1,20-12-40,1 1 1,0 1-1,2 1 1,0 1-1,1 1 1,2 1-1,0 0 1,1 1-1,-14 30 1,25-45-72,1 2 1,0-1-1,0 0 1,-3 21-1,6-28 8,1 0 0,0 0-1,-1 0 1,1 0 0,0-1-1,0 1 1,0 0 0,1 0 0,-1 0-1,1 0 1,-1 0 0,1-1-1,0 1 1,0 0 0,0-1-1,1 1 1,-1-1 0,1 1-1,-1-1 1,1 1 0,0-1 0,0 0-1,0 0 1,3 2 0,1 0-77,2-1 0,-1 0 0,0 0 0,1-1 1,8 2-1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03.367"/>
    </inkml:context>
    <inkml:brush xml:id="br0">
      <inkml:brushProperty name="width" value="0.035" units="cm"/>
      <inkml:brushProperty name="height" value="0.035" units="cm"/>
    </inkml:brush>
  </inkml:definitions>
  <inkml:trace contextRef="#ctx0" brushRef="#br0">143 1 13763,'-21'28'232,"-4"6"-257,-39 73 0,58-96 0,1 0 0,1 0 0,0 0 0,1 0-1,0 1 1,0-1 0,1 1 0,1 0 0,0 0-1,0 0 1,3 22 0,0-27 13,0 0 1,0 0-1,0 0 1,1-1-1,0 1 0,0-1 1,1 1-1,0-1 1,0 0-1,1-1 0,-1 1 1,1-1-1,0 1 1,1-2-1,-1 1 1,1 0-1,0-1 0,0 0 1,1-1-1,9 5 1,1 0 9,1-1 1,0-1-1,0-1 1,1 0-1,0-1 1,32 2 0,-32-5 4,-1-1 0,0-1 0,1 0 0,-1-2 1,0 0-1,0-1 0,-1-1 0,1 0 0,16-9 1,-24 10-8,0-1 1,0 0-1,0-1 1,-1 0-1,0 0 1,0-1-1,-1 0 1,0-1-1,0 0 1,-1 0-1,0-1 1,0 0-1,-1 0 1,0 0-1,9-21 1,-12 21-29,0 0 1,0-1 0,0 0 0,-2 1-1,1-1 1,-1 0 0,-1 0 0,1 0-1,-2 0 1,1 0 0,-1 0 0,-1 1-1,-3-13 1,3 15 36,-1 1 0,0-1-1,0 1 1,0-1 0,-1 1 0,0 0-1,0 0 1,-1 0 0,1 1-1,-1-1 1,-1 1 0,1 1 0,-1-1-1,1 1 1,-1 0 0,-1 0 0,1 0-1,0 1 1,-8-3 0,4 2 37,0 1 1,-1 0-1,1 0 0,-1 1 1,0 1-1,1 0 1,-1 0-1,0 1 0,0 0 1,-16 3-1,13 0 15,0 0-1,0 1 1,0 1-1,0 0 1,1 1-1,0 0 1,-13 9 0,-3 6-470,0 1 0,2 1 0,0 1 1,2 2-1,-34 42 0,13-7-394</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12.193"/>
    </inkml:context>
    <inkml:brush xml:id="br0">
      <inkml:brushProperty name="width" value="0.035" units="cm"/>
      <inkml:brushProperty name="height" value="0.035" units="cm"/>
      <inkml:brushProperty name="color" value="#E71224"/>
    </inkml:brush>
  </inkml:definitions>
  <inkml:trace contextRef="#ctx0" brushRef="#br0">1 3124 3425,'0'0'2686,"0"-5"-833,0-21-1513,-1 19-291,1 0-1,0 0 0,0-1 0,1 1 0,0 0 0,0 0 0,1 0 0,0 0 1,0 0-1,1 1 0,5-12 0,25-43 261,3 0 0,2 3-1,3 1 1,60-65 0,-20 29-265,339-353 1126,-332 369-1014,-20 19-79,73-80-1,379-390 212,-423 442-243,4 5 0,179-110 0,-148 108 87,264-152 271,191-52-191,-283 165-168,-184 75 8,1 3-22,207-46 0,-273 79 6,1 2 1,0 2 0,0 3-1,1 3 1,-1 2-1,105 15 1,-27 10 33,-1 7 0,-1 5 0,152 67 0,-197-66-33,104 63 0,73 66 66,64 36 36,-111-88 24,110 63-5,-248-130-89,-2 4 0,71 62 0,221 263 415,-72-65-228,-29-70-105,54 53 128,-221-196-138,93 123 0,-28-6-31,103 128 187,-176-235-212,112 100 0,-162-171-268,48 33 0,-73-59 14,1-1 1,0-1-1,0 0 0,1-2 1,39 13-1,-53-20-8,-1-1 0,1 0-1,-1 0 1,1-1 0,0 1 0,-1-1 0,7-1-1,-5 0 19,-1-1-1,1 0 1,-1 0-1,1-1 1,5-3-1,-12 6 160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14.267"/>
    </inkml:context>
    <inkml:brush xml:id="br0">
      <inkml:brushProperty name="width" value="0.035" units="cm"/>
      <inkml:brushProperty name="height" value="0.035" units="cm"/>
      <inkml:brushProperty name="color" value="#E71224"/>
    </inkml:brush>
  </inkml:definitions>
  <inkml:trace contextRef="#ctx0" brushRef="#br0">1 8345 8338,'160'-93'221,"-4"-7"0,-5-6 0,240-218 0,-181 118-116,-153 150-52,699-661 1215,111-2 138,26 30-654,-121 95-503,563-480 268,-989 783-309,897-724 363,467-267-415,-824 596-340,-487 356-2078,-322 267 1771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15.823"/>
    </inkml:context>
    <inkml:brush xml:id="br0">
      <inkml:brushProperty name="width" value="0.035" units="cm"/>
      <inkml:brushProperty name="height" value="0.035" units="cm"/>
      <inkml:brushProperty name="color" value="#E71224"/>
    </inkml:brush>
  </inkml:definitions>
  <inkml:trace contextRef="#ctx0" brushRef="#br0">0 94 3193,'6'5'108,"-1"1"1,1-1-1,0 0 1,0-1-1,0 1 1,1-1-1,0-1 1,0 1-1,0-1 1,0 0-1,15 3 1,4 0 420,1-1 0,29 0 0,-26-2-126,450 18 2553,-207-15-2686,-258-6-263,323 10 107,-2-24 33,552-133 114,-810 128-504,-67 15 194,0-1 0,15-9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17.676"/>
    </inkml:context>
    <inkml:brush xml:id="br0">
      <inkml:brushProperty name="width" value="0.035" units="cm"/>
      <inkml:brushProperty name="height" value="0.035" units="cm"/>
      <inkml:brushProperty name="color" value="#E71224"/>
    </inkml:brush>
  </inkml:definitions>
  <inkml:trace contextRef="#ctx0" brushRef="#br0">41 10 7866,'0'-1'79,"-4"-6"75,4 7-140,-1 0 1,1 0 0,0 0 0,0 0-1,0 0 1,0 0 0,0-1 0,0 1-1,0 0 1,0 0 0,0 0 0,-1 0 0,1 0-1,0 0 1,0 0 0,0 0 0,0 0-1,0 0 1,0 0 0,-1 0 0,1 0-1,0 0 1,0-1 0,0 1 0,0 0-1,0 0 1,0 0 0,-1 0 0,1 0 0,0 1-1,0-1 1,0 0 0,0 0 0,0 0-1,-1 0 1,1 0 0,0 0 0,0 0-1,0 0 1,0 0 0,0 0 0,0 0-1,0 0 1,-1 0 0,1 1 0,0-1-1,0 0 1,0 0 0,0 0 0,0 0 0,0 0-1,0 0 1,0 0 0,0 1 0,0-1-1,0 0 1,0 0 0,0 0 0,0 0-1,0 0 1,0 1 0,-5 13 13,1 1 1,1 0-1,0 0 1,-1 18-1,0 73 30,3-48 47,-5 259 526,44 409 0,-31-653-718,3-1 0,38 135 0,-47-202-226,-3-16 124</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17.970"/>
    </inkml:context>
    <inkml:brush xml:id="br0">
      <inkml:brushProperty name="width" value="0.035" units="cm"/>
      <inkml:brushProperty name="height" value="0.035" units="cm"/>
      <inkml:brushProperty name="color" value="#E71224"/>
    </inkml:brush>
  </inkml:definitions>
  <inkml:trace contextRef="#ctx0" brushRef="#br0">96 0 12763,'10'101'528,"9"21"-720,4 18-72,6 11 96,-6-6 48,-5-28 72,-8-21 48,-4-34-24,-6-21 24,-13-28-24,-11-13-80,-17-20-392,-3-9-465,-11-10-1391,-2-5 968</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18.383"/>
    </inkml:context>
    <inkml:brush xml:id="br0">
      <inkml:brushProperty name="width" value="0.035" units="cm"/>
      <inkml:brushProperty name="height" value="0.035" units="cm"/>
      <inkml:brushProperty name="color" value="#E71224"/>
    </inkml:brush>
  </inkml:definitions>
  <inkml:trace contextRef="#ctx0" brushRef="#br0">0 557 6425,'3'3'173,"0"1"0,0-1-1,0 0 1,1 0 0,-1 0-1,1 0 1,0-1 0,-1 0-1,1 1 1,0-1 0,1 0-1,-1-1 1,0 1 0,0-1-1,7 1 1,7 2 41,1-2 1,25 1-1,-30-2-94,48-1 138,0-3-1,1-2 1,-2-3-1,1-2 0,75-24 1,-101 24-163,76-18 221,-97 26-258,-1 0-1,0 0 1,1 2-1,-1-1 1,25 4-1,-34-2-51,0 1 1,0-1-1,0 1 0,0 0 0,0 0 1,-1 0-1,1 1 0,-1 0 0,0 0 1,0 0-1,0 0 0,0 1 1,0-1-1,0 1 0,-1 0 0,0 0 1,0 0-1,0 1 0,0-1 1,-1 1-1,0-1 0,0 1 0,0 0 1,0 0-1,1 8 0,-1-5-4,-1 0 0,0 0 0,0 0 0,0 0 0,-1 0 0,-1 0 0,1 0 0,-1 0 0,0 0 0,-1 0 0,0 0 0,0 0 0,-1-1 0,0 1 0,-7 12 0,8-17-7,0 0 0,0 0 0,0-1 0,-1 1 0,1-1 0,-1 1 1,1-1-1,-1 0 0,0 0 0,0 0 0,0 0 0,0 0 0,0-1 0,0 0 1,-1 1-1,1-1 0,0 0 0,-1-1 0,1 1 0,-1 0 0,1-1 0,-1 0 1,1 0-1,-1 0 0,1 0 0,0-1 0,-1 1 0,1-1 0,-1 0 0,1 0 1,0 0-1,-4-2 0,0 0-5,0-1-1,0 1 1,0-1 0,1 0 0,0-1 0,0 0 0,0 0-1,0 0 1,1-1 0,0 1 0,0-1 0,0 0 0,1-1-1,-4-6 1,1-3 5,1-1-1,1 1 1,0-1-1,2 0 1,0 0-1,0 0 0,2-1 1,0 1-1,1 0 1,0-1-1,2 1 1,3-21-1,8-21-24,2 0-1,26-63 1,-37 112 23,2-10-5,2 1-1,0 0 1,20-32 0,-25 45 12,2 0 0,-1 1 0,1 0 0,-1 0 0,1 0 0,1 1 0,-1-1 0,1 1 0,-1 0 0,1 1 1,0-1-1,1 1 0,-1 1 0,0-1 0,12-2 0,34-3-196,0 1 0,0 4 0,76 3 1,-60 1-681,-39-2-896,0 2 0,40 7 0,-29 2 313</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18.845"/>
    </inkml:context>
    <inkml:brush xml:id="br0">
      <inkml:brushProperty name="width" value="0.035" units="cm"/>
      <inkml:brushProperty name="height" value="0.035" units="cm"/>
      <inkml:brushProperty name="color" value="#E71224"/>
    </inkml:brush>
  </inkml:definitions>
  <inkml:trace contextRef="#ctx0" brushRef="#br0">571 0 8282,'-63'48'871,"-2"-4"0,-76 39 1,136-81-842,0 1 0,0 0-1,0 1 1,0-1 0,0 1 0,1 0 0,0 0 0,0 1 0,0-1 0,0 1 0,1 0 0,0 0 0,0 0 0,-4 8 0,6-9-24,0 1 0,-1 0 0,2 0 0,-1-1 0,0 1 0,1 0 0,0 0 0,0 0 0,0 0 0,1 0 0,0 0 0,0 0 0,0 0 0,0-1 0,1 1 0,0-1 0,3 8 0,-4-11-5,0 1-1,-1-1 1,1 1 0,0-1-1,0 0 1,0 1 0,0-1-1,0 0 1,1 0 0,-1 1-1,0-1 1,0 0 0,1 0-1,-1-1 1,1 1 0,-1 0-1,1 0 1,-1-1 0,1 1-1,2 0 1,-1-1-1,-1 0 0,1 0 0,-1 0 0,1 0 0,-1 0 0,1-1-1,-1 0 1,0 1 0,1-1 0,-1 0 0,0 0 0,4-2 0,6-4-3,-1-1 1,0-1-1,-1 0 0,11-11 1,-12 11 2,0 0 12,-1 0 0,0-1 0,-1 0 0,12-21 0,-17 28 141,-2 9-110,44 302 13,-7-73-74,-25-145 8,-5 1 0,-9 167 0,0-238 15,-1 1 0,0-1 0,-2 0 1,-1 0-1,0 0 0,-1-1 0,-2 1 0,-10 17 0,15-30 3,0 0 0,-1 0-1,0 0 1,0-1 0,-1 1 0,0-2-1,0 1 1,-1 0 0,1-1 0,-1-1-1,0 1 1,0-1 0,-1 0-1,1 0 1,-1-1 0,0 0 0,0-1-1,0 0 1,0 0 0,0 0 0,-1-1-1,-13 0 1,12-1-78,-1-1 1,1-1-1,0 0 0,0 0 0,0-1 0,0 0 0,0 0 1,0-1-1,1-1 0,0 0 0,0 0 0,0 0 0,1-1 1,-1-1-1,1 1 0,1-1 0,-1-1 0,1 1 0,-8-13 1,2 2-454,1-1 1,1 0-1,0-1 1,1 0-1,2-1 1,0 0-1,1 0 1,-4-22 0,-11-80-1592</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19.058"/>
    </inkml:context>
    <inkml:brush xml:id="br0">
      <inkml:brushProperty name="width" value="0.035" units="cm"/>
      <inkml:brushProperty name="height" value="0.035" units="cm"/>
      <inkml:brushProperty name="color" value="#E71224"/>
    </inkml:brush>
  </inkml:definitions>
  <inkml:trace contextRef="#ctx0" brushRef="#br0">0 288 656,'60'-140'-72,"5"-7"72</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19.284"/>
    </inkml:context>
    <inkml:brush xml:id="br0">
      <inkml:brushProperty name="width" value="0.035" units="cm"/>
      <inkml:brushProperty name="height" value="0.035" units="cm"/>
      <inkml:brushProperty name="color" value="#E71224"/>
    </inkml:brush>
  </inkml:definitions>
  <inkml:trace contextRef="#ctx0" brushRef="#br0">1 0 5569,'3'2'203,"-1"0"-1,1 0 1,-1 1 0,1-1-1,-1 0 1,0 1 0,0 0-1,0 0 1,0-1 0,0 1-1,-1 0 1,1 0 0,1 5-1,10 47 783,-7-28-729,47 151 501,-9-28-603,-35-118-138,7 27 20,26 65-1,-41-121 56,-1-4-90,0-12 3,0 0 0,0-1 0,1 1 0,4-15 0,-5 25-3,1 1-1,0-1 1,0 1-1,0 0 1,0 0 0,0-1-1,0 1 1,1 0-1,-1 0 1,1 0 0,-1 0-1,1 0 1,0 1-1,0-1 1,0 0-1,0 1 1,0 0 0,0-1-1,0 1 1,0 0-1,1 0 1,-1 0 0,3-1-1,3-1 1,1-1 1,-1 1 0,1 0 0,0 0 0,0 1 0,0 0 0,0 1 0,0 0 1,0 1-1,12 0 0,6 2 53,48 11 1,-69-12-46,1 0 1,-1-1-1,0 0 1,0 0-1,0-1 1,0 1-1,0-1 1,0 0-1,0-1 1,0 0-1,0 0 1,9-4-1,5-5-12,0 0-1,19-15 1,-20 13-19,74-51-123,11-20 70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23.494"/>
    </inkml:context>
    <inkml:brush xml:id="br0">
      <inkml:brushProperty name="width" value="0.035" units="cm"/>
      <inkml:brushProperty name="height" value="0.035" units="cm"/>
      <inkml:brushProperty name="color" value="#E71224"/>
    </inkml:brush>
  </inkml:definitions>
  <inkml:trace contextRef="#ctx0" brushRef="#br0">29 434 1784,'-12'-4'198,"2"1"982,3 2 4765,16 4-5597,9 3-247,-1-2 0,0 0 0,1-2 1,19 2-1,84-2 168,281-38 503,-6-26-206,162-47 190,266-38 1799,-728 134-2265,-8 0 163,104 0 0,-188 13-333,-10-3-2315,-13-8 55,-55-32 1154</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33.563"/>
    </inkml:context>
    <inkml:brush xml:id="br0">
      <inkml:brushProperty name="width" value="0.035" units="cm"/>
      <inkml:brushProperty name="height" value="0.035" units="cm"/>
      <inkml:brushProperty name="color" value="#E71224"/>
    </inkml:brush>
  </inkml:definitions>
  <inkml:trace contextRef="#ctx0" brushRef="#br0">2422 140 1912,'-50'-4'236,"37"2"-98,-1 1 0,-27 1 0,-31 8 819,-59 4 1352,102-12-1985,-83 1 43,-1-5 0,-112-19-1,173 16-194,1 2 0,-1 2 0,0 3-1,-92 11 1,-203 54 71,228-38-189,89-21-51,-47 10 184,-122 41-1,176-48-137,0 0 0,0 2 1,1 1-1,1 1 0,0 0 0,1 2 0,0 0 0,1 1 0,-24 28 0,10-5-34,1 3 0,3 0-1,1 2 1,-39 86 0,53-97 18,1 1 1,1 1 0,3 0 0,0 0 0,3 1 0,0 0 0,0 63-1,8-74-5,0-1 0,2 1 0,0-1 0,2 0 0,1-1 0,1 0 0,18 40 0,-11-34-20,1 0 1,2-1 0,0-1 0,2-1 0,31 32-1,-21-29 5,2-1-1,1-2 1,62 38-1,120 49 65,-120-71-58,1-4 0,2-5-1,164 34 1,-120-43-14,1-5 0,149-2-1,-204-16 17,0-4 0,104-16 0,-146 11 30,0-2-1,-1-2 0,-1-2 0,0-2 0,78-40 1,-79 31 14,-2-1 0,-1-3 0,-2-1 0,0-2 1,-3-1-1,36-43 0,-34 30-36,-2-1 0,-2-1 0,-2-2 0,43-93 0,-60 109-22,-1 0 0,-1-1 1,-2-1-1,6-42 0,-13 56-2,-1 1-1,-1-1 1,-1 1-1,0-1 1,-2 1 0,-1-1-1,0 1 1,-11-34-1,2 23 2,-1 1 0,-2 0 0,-1 1-1,-2 1 1,-22-29 0,-117-127 7,102 127-13,-3 3 0,-3 3 0,-121-82 0,145 111 0,-2 2 0,0 1 0,-1 2 0,0 2 0,-1 2 0,-1 2 0,-1 1 0,-73-8 0,62 16-5,1 2-1,-1 3 1,1 3-1,0 1 1,0 3-1,1 2 1,-98 35-1,40-2-66,2 4-1,-154 95 1,144-71-811,2 6 0,-148 129 0,159-98-212,100-103 1052</inkml:trace>
</inkml:ink>
</file>

<file path=ppt/ink/ink107.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5-01-08T17:55:10.845"/>
    </inkml:context>
    <inkml:brush xml:id="br0">
      <inkml:brushProperty name="width" value="0.05292" units="cm"/>
      <inkml:brushProperty name="height" value="0.05292" units="cm"/>
      <inkml:brushProperty name="color" value="#0070C0"/>
    </inkml:brush>
  </inkml:definitions>
  <inkml:trace contextRef="#ctx0" brushRef="#br0">7536 6886 1241 0,'8'-3'58'0,"6"1"49"16,5-2-98-16,11-1-7 0,8 0 4 15,14-2 0-15,10-1-4 16,14-2 0-16,10-2 2 16,21-2 5-16,7 1-1 15,17 2 2-15,5 0-3 16,5 5-1-16,8 1-2 15,6 3 8-15,6 1 1 16,14 0 11-16,3 1 8 0,21 0 34 16,8-2-1-16,11 3-23 15,8 2-3-15,7 3-18 16,2 1-9-16,11 3-3 16,5-1 0-16,-6 3-6 15,0-2-3-15,-13-1 3 16,-9 0-6-16,-15-2 0 15,-12-2 3-15,-16 1-6 16,-15-3 3-16,-26 0 0 16,-11-1 0-16,-24 1-6 15,-9 1 0-15,-15 0-42 16,-8 0-68-16,-14-2 74 16</inkml:trace>
  <inkml:trace contextRef="#ctx0" brushRef="#br0" timeOffset="2306.19">13651 6753 1146 0,'0'0'41'15,"0"0"40"1,12-5-93-16,0 4 5 15,6-3-3-15,2 1 4 0,5 1-2 16,3-1 1-16,8 0 11 16,5 0-1-16,13-1 7 15,4 2-2-15,10-1 0 16,3 0-5-16,14-1 1 16,1-2 0-16,5 0 2 15,5-2 2-15,8 0 7 16,2 1 7-16,10 0 1 15,8 0 2-15,13 1-6 16,3 1-3-16,13 0-6 16,-6 1 1-16,-10 2 3 15,3 1-1-15,-17 0 16 0,0 0 8 16,-10 0 36-16,-7-1 67 16,-4 0-17-16,-10 0-1 15,-12 0-17-15,-8 0-12 16,-16-1-7-16,-4 0-11 15,-12 1-26-15,-4-1-2 16,-10 1 3-16,-6 0-5 16,-6 0-1-16,-8 1-4 0,1 0-10 15,-1 1-14-15,-5 0-5 16,-1 0-2-16,0 0 6 16,0 0 4-16,0 0 1 15,0 0 0-15,0 0-7 16,0 0-3-16,0 0-2 15,0 0-3-15,0 0-1 16,0 0-1-16,0 0-3 16,0 0 0-16,0 0 0 15,0 0 0-15,0 0 0 16,0 0-1-16,0 0 1 16,0 0-2-16,0 0 0 15,0 0 1-15,0 0 0 16,0 0-3-16,0 0 4 0,0 0 0 15,0 0 0-15,0 0 1 16,0 0-2-16,0 0 0 16,0 0-4-16,0 0 3 15,0 0 1-15,0 0-2 16,0 0 3-16,0 0-1 16,0 0 0-16,0 0 2 15,0 0-3-15,0 0 2 16,0 0-2-16,0 0-1 0,0 0 2 15,0 0-3-15,0 0 2 16,0 0-1-16,0 0 1 16,0 0 2-16,0 0-2 15,0 0 3-15,0 0-2 16,0 0-2-16,0 0-5 16,0 1 0-16,0 0-11 15,0 0-4-15,0 0-77 16,0 0-91-16,0 0-82 15,-22 16 61-15</inkml:trace>
  <inkml:trace contextRef="#ctx0" brushRef="#br0" timeOffset="3495.46">19072 6798 1262 0,'4'-3'33'16,"7"1"6"-16,9-1-41 15,14-1-2-15,12-1 8 16,22 1 8-16,16 0 13 16,20 0 19-16,11 1 13 15,19 2 3-15,5 1 53 16,16 4 12-16,5 2 4 16,9 1 35-16,2-1 18 15,9 0-27-15,-1 0-22 0,4-3-36 16,2 2-41-16,-5 1-31 15,4 0-12-15,9 2-12 16,-2-1-5-16,-9 1-28 16,-7 0-41-16,-16-3-134 15,-8-2-109-15,-15-2-100 16,-10 1 247-16</inkml:trace>
  <inkml:trace contextRef="#ctx0" brushRef="#br0" timeOffset="7476.99">4948 9049 1107 0,'0'0'93'0,"0"0"116"15,0 0-178 1,0 0-25-16,1 0-4 0,20-4-2 16,-5 2 0-16,3-3-4 15,0 2 4-15,1-2 0 16,-1 1 0-16,0 2 2 16,0-4 0-16,2 3 18 15,3-1 5-15,2 0 12 16,5 1 40-16,2 0 15 15,1 0-8-15,2 0-12 16,1 0-18-16,5 1-1 16,5-1-8-16,6 2-24 15,4 0 0-15,4-1-15 16,1-1-3-16,-2 1 0 0,3 0 0 16,-2 1 6-16,3 1-3 15,0 1 30-15,0 1 15 16,1-1 32-16,3-1-3 15,7-2-31-15,-3 0-7 16,-1 0-16-16,0 1 0 16,-2 1-7-16,7 0 1 15,8-2-8-15,-4 0-3 0,-4-2-1 16,-3-1-5-16,-10-1 4 16,3 0 4-16,4-1 13 15,0-1-1-15,2 2 6 16,-7 0-12-16,-5 2-6 15,-5 3 3-15,0 1-4 16,2 0 1-16,-4 1-5 16,0 1 2-16,-5-1-1 15,-2 1-2-15,-3-2 1 16,-3 3-2-16,-3-2-2 16,-1 0 1-16,-5 1-3 15,-2-1 1-15,-4 2 1 16,-4-1 0-16,-1 0 6 15,-3-2-1-15,-3 1 1 16,-3 0-1-16,-4 0-5 0,-7-1-1 16,0 0-1-16,0 0 0 15,0 0 2-15,0 0 0 16,0 0 1-16,1 0 2 16,-1 0-1-16,0 0 4 15,0 0-1-15,0 0-1 16,0 0-2-16,0 0-2 15,0 0-4-15,-1 1 2 0,0-1-2 16,1 1 1-16,-2 0 2 16,0 0 0-16,0 0-1 15,-24 9 3-15,26-10-3 16,0 0 1-16,0 0 0 16,0 0-1-16,0 0 2 15,0 0-3-15,0 0 0 16,0 0-2-16,0 0 1 15,0 0-2-15,0 1 1 16,0 0 1-16,0 0-3 16,0 0 5-16,0 0 1 15,0 0-1-15,0-1-1 16,0 0-6-16,0 0-13 16,0 0 1-16,0 0-3 15,0 0 2-15,0 0 15 16,0 0-5-16,0 0 9 0,0 0 0 15,0 0-1-15,0 0 2 16,0 0-22-16,0 0-24 16,0 0-148-16,-1 0-112 15,-22-2 117-15</inkml:trace>
  <inkml:trace contextRef="#ctx0" brushRef="#br0" timeOffset="10029.6">9848 9056 1142 0,'10'0'33'0,"2"-1"2"0,0 0-8 15,3-1 4 1,0 0-4-16,4 1-2 0,2 1 2 16,2-1 16-16,-2-1 6 15,2 0-3-15,-4 1-5 16,-1 1-8-16,2 0 12 16,-3-1-18-16,1 1 6 15,3-2-1-15,3 0 4 16,9 0 15-16,7-3-15 0,4 0-3 15,3-2-9-15,-2-1-15 16,-7 1 0-16,-4 0-9 16,-5 1 0-16,-2 0 3 15,0 3 0-15,-2 1 12 16,1 0-9-16,4-1 23 16,7 0 4-16,2-3 3 15,3 2 3-15,4-4-24 16,-3 0-9-16,5 2-3 15,-2-2-6-15,0 2 3 16,2 0 0-16,-2 1 0 16,-1 0 6-16,5 2-3 15,1 2 0-15,7 2 12 16,7 0-12-16,2 0 12 0,-2 0 3 16,1 0-18-16,-3 0 12 15,1 3-18-15,4 0 3 16,-1 1 3-16,-3 1 0 15,1 1 0-15,-2 2 3 16,3-3 9-16,1 1 3 16,5 0 11-16,3-2-2 15,3-2-3-15,2-2-6 16,-2-2-3-16,-2-1-9 0,-4 1 3 16,-2 0 3-16,0 1 12 15,-1 1 5-15,-1 0 18 16,-3 2 2-16,-5 0-3 15,-2-1-11-15,-7-2-17 16,-4 0-7-16,-5-1-5 16,-4 0-1-16,-4 0-2 15,-3 0 9-15,-6-1-6 16,-4-1-1-16,-7 1-2 16,-2-1-5-16,-6-2-119 15,-1-4-114-15,-5-12 94 16</inkml:trace>
  <inkml:trace contextRef="#ctx0" brushRef="#br0" timeOffset="12319.11">14452 9161 707 0,'-15'-1'80'0,"0"0"72"15,-2-1-104-15,2 1-2 0,8-1 3 16,7 2 17-16,-1 0 0 16,0 0-22-16,0 0-9 15,1 0-19-15,0 0-5 16,0 0 3-16,14 1 1 16,7 5 16-16,7 3 2 15,20 3 8-15,14 0 0 0,15 1-8 16,4-2-2-16,5-1 20 15,1-2-6-15,15-5-19 16,11-2 7-16,3-5-15 16,2-4-3-16,4-5-9 15,6-2 0-15,12-5-3 16,2-1 3-16,1 1-3 16,-5-2 0-16,-3 3-3 15,-4 2 0-15,-17 4 3 16,-5 0-3-16,-15 6 0 15,-10 1-3-15,-11 2 3 16,-11 3 0-16,-19 1 3 16,-5 3 3-16,-10 1 0 15,-3 0 9-15,-5 0 42 16,-4-1 9-16,-3-1 41 16,-3 0-8-16,-4-1-19 0,-6-1-5 15,0 0-39-15,0 0-9 16,1 0-9-16,0 0-2 15,-1 0-3-15,0 0 2 16,0 0-1-16,0 0 1 16,0 0-3-16,0 0-1 15,0 0-3-15,0 0-3 16,0 0 3-16,0 0-3 16,0 0-5-16,0 0 1 0,0 0-4 15,0 0 0-15,0 0 0 16,0 0 1-16,0 0 2 15,1 0 0-15,-1 0-3 16,0 0 2-16,1 0 1 16,-1 0 0-16,0 0 4 15,0 0-2-15,0 0 4 16,0 0 1-16,0 0-5 16,0 0 5-16,0 0-4 15,0 0 2-15,0 0 3 16,0 0-6-16,0 0 2 15,0 0-2-15,0 0-2 16,0 0 2-16,0 0-4 16,0 0 0-16,0 0 1 0,0 0-2 15,0 0 3-15,0 0 0 16,0 0 3-16,0 0-2 16,0 0 6-16,0 0-1 15,0 0-1-15,0 0-2 16,0 0 1-16,0 0 1 15,0 0-5-15,0 0 4 16,0 0-4-16,0 0 0 16,1 0 1-16,-1 0-1 0,1 0-1 15,-1 0 1-15,0 0 0 16,0 0-4-16,0 0-3 16,0 0-7-16,0 0-28 15,0 0-24-15,0 0-83 16,0 0-108-16,9-16-143 15,-5-4 273-15</inkml:trace>
  <inkml:trace contextRef="#ctx0" brushRef="#br0" timeOffset="14086.24">19666 8280 1185 0,'-44'-34'31'0,"-10"-3"-6"15,-7-2-10-15,-18 0 1 0,-8 3-3 16,-7 6 5-16,-2 4 7 16,-5 8 16-16,1 5 5 15,-1 11 1-15,-1 5-8 16,6 14-14-16,5 6 2 16,4 19 12-16,6 9 0 15,8 18-12-15,2 9-7 0,14 18-17 16,6 6 6-16,20 8-9 15,14 3 0-15,28-2 6 16,16 0 0-16,30 0 45 16,11-5 33-16,27-8 50 15,17-3 34-15,23-7-7 16,13-3-69-16,21-9-33 16,7-6-23-16,16-14-22 15,6-6-8-15,13-11-2 16,5-5-2-16,10-11 12 15,7-5 6-15,13-11 12 16,7-7 7-16,12-13-10 16,-4-8-8-16,16-11-10 15,-8-6 0-15,-10-7-4 16,6-6-3-16,-44-5-3 0,-10-3 1 16,-31-5-3-16,-26 0-6 15,-31 0 1-15,-18 0-2 16,-36-12-3-16,-16-4 7 15,-28-15 5-15,-17-7 5 16,-32-2 14-16,-18 1 3 16,-40 7-4-16,-22 0-1 15,-32 7-8-15,-22 1-3 16,-36 4-2-16,-17 4 0 0,-16 8-4 16,-13 6 2-16,-2 15-2 15,-10 11-1-15,-23 14 0 16,1 9 0-16,-18 15-9 15,2 4-22-15,5 15-88 16,8 7-146-16,16 10 78 16</inkml:trace>
  <inkml:trace contextRef="#ctx0" brushRef="#br0" timeOffset="16015.28">2418 9972 1661 0,'43'-9'-15'16,"10"2"15"-16,20-3-9 0,8 0-3 15,14-1 12-15,6-2-3 16,17 2 6-16,9 2 3 15,20 3-6-15,8 2 0 16,15 4 3-16,6 1 0 16,16 5 9-16,6 2-9 15,16-1 15-15,11-1 11 16,19-5 19-16,11-1 9 16,18-3-6-16,10-2-6 15,14-4-15-15,5 1-1 0,9-3 1 16,5 2 12-16,1 1 9 15,2 1 0-15,-6 4 14 16,-10 3-11-16,-8 3-12 16,-15 2-18-16,-20 1-16 15,-12-1-5-15,-30-1-3 16,-12-2-17-16,-25-2-147 16,-13-1-84-16,-29-4 116 15</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54.835"/>
    </inkml:context>
    <inkml:brush xml:id="br0">
      <inkml:brushProperty name="width" value="0.035" units="cm"/>
      <inkml:brushProperty name="height" value="0.035" units="cm"/>
      <inkml:brushProperty name="color" value="#E71224"/>
    </inkml:brush>
  </inkml:definitions>
  <inkml:trace contextRef="#ctx0" brushRef="#br0">1 29 9170,'17'-27'632,"-16"25"-72,4 136 1454,-5-96-1644,2 0 0,13 68 0,28 74 66,-6-34-275,35 300-94,-27 11-41,-17-161 89,-16-174-60,76 844 219,-65 2-119,-26-878-167,-17 102 0,19-186-25,0 0-1,0 0 1,0 0-1,-1-1 1,0 1-1,0 0 1,0-1-1,-1 1 1,0-1 0,-4 7-1,7-12 14,0 0 1,-1 0-1,1 1 0,0-1 0,0 0 1,-1 0-1,1 1 0,0-1 1,-1 0-1,1 0 0,0 0 0,0 0 1,-1 0-1,1 0 0,0 1 1,-1-1-1,1 0 0,0 0 0,-1 0 1,1 0-1,0 0 0,-1 0 1,1 0-1,0 0 0,-1 0 0,1-1 1,0 1-1,-1 0 0,1 0 1,0 0-1,-1 0 0,1 0 0,0 0 1,0-1-1,-1 1 0,1 0 0,0 0 1,0 0-1,-1-1 0,1 1 1,0 0-1,0-1 0,0 1 0,-1 0 1,1 0-1,0-1 0,-8-16-1014,8 16 944,-10-37-1892,2-12 834</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55.609"/>
    </inkml:context>
    <inkml:brush xml:id="br0">
      <inkml:brushProperty name="width" value="0.035" units="cm"/>
      <inkml:brushProperty name="height" value="0.035" units="cm"/>
      <inkml:brushProperty name="color" value="#E71224"/>
    </inkml:brush>
  </inkml:definitions>
  <inkml:trace contextRef="#ctx0" brushRef="#br0">73 1 6353,'-8'13'442,"0"0"0,0-1-1,-1 1 1,-1-2 0,-18 19-1,26-29 251,5 0-134,6 1-412,-1-1-1,1 0 1,0-1 0,-1 0-1,18-2 1,6 0 9,248 18 340,-153-5-419,500-1 145,2-44-147,-278 12-49,829-21 837,5 61-134,-565 19-1120,314 14-555,1-62 495,-299-43-1258,-467 48 1082</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56.807"/>
    </inkml:context>
    <inkml:brush xml:id="br0">
      <inkml:brushProperty name="width" value="0.035" units="cm"/>
      <inkml:brushProperty name="height" value="0.035" units="cm"/>
      <inkml:brushProperty name="color" value="#E71224"/>
    </inkml:brush>
  </inkml:definitions>
  <inkml:trace contextRef="#ctx0" brushRef="#br0">189 156 7042,'0'0'646,"-3"2"-903,-88 97 426,64-65 620,-28 45 0,54-77-756,-1 0 1,1 0-1,0 0 0,0 0 1,-1 1-1,2-1 1,-1 0-1,0 0 0,0 1 1,1-1-1,-1 1 0,1-1 1,0 1-1,0-1 1,0 0-1,0 1 0,0-1 1,1 1-1,-1-1 0,1 0 1,0 4-1,0-5-19,1 1 0,-1-1-1,0 1 1,1-1 0,-1 0 0,1 1-1,-1-1 1,1 0 0,0 0 0,-1 0-1,1 0 1,0-1 0,0 1 0,0 0-1,0-1 1,0 1 0,0-1 0,0 0-1,0 1 1,0-1 0,0 0 0,-1 0 0,1 0-1,0-1 1,0 1 0,3-1 0,13-2 32,0-2 1,0 0 0,-1 0-1,1-2 1,-1 0 0,-1-1 0,1 0-1,-2-2 1,1 0 0,24-21 0,-12 7-9,-2-1 0,0-2 0,-2 0 0,31-46 0,-48 62-9,1 0 0,-2 0 0,0-1 0,0 0 0,-1-1 0,4-14 0,-8 24-15,-1 1 1,1-1 0,-1 1 0,0-1-1,0 0 1,0 1 0,0-1 0,0 1 0,0-1-1,-1 0 1,1 1 0,-1-1 0,0 1-1,0-1 1,0 1 0,-1-3 0,0 3-1,0 0 0,0 0 0,0 1 0,0-1 0,0 0 0,0 1 0,0-1 1,0 1-1,-1 0 0,1 0 0,-1 0 0,1 0 0,-1 0 0,1 0 0,-1 1 0,1-1 1,-1 1-1,0 0 0,-3 0 0,-5 0-4,0 0 0,0 1 0,0 0-1,0 1 1,0 0 0,0 0 0,1 1 0,-12 5 0,-83 43-423,34-14-1520,34-21 1028</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57.216"/>
    </inkml:context>
    <inkml:brush xml:id="br0">
      <inkml:brushProperty name="width" value="0.035" units="cm"/>
      <inkml:brushProperty name="height" value="0.035" units="cm"/>
      <inkml:brushProperty name="color" value="#E71224"/>
    </inkml:brush>
  </inkml:definitions>
  <inkml:trace contextRef="#ctx0" brushRef="#br0">332 101 10626,'-233'241'-2083,"216"-223"2204,1 1 0,1 1 0,1 0 1,-17 31-1,25-35 221,6-16-328,0 0 0,0 0 0,0 1 0,0-1 0,0 0 0,0 0 0,0 1 0,0-1 0,0 0 0,0 0 0,0 1 0,0-1 0,0 0 0,1 0 0,-1 0 0,0 1 0,0-1 0,0 0 0,0 0 0,0 0 0,0 1 0,1-1 0,-1 0 0,0 0 0,0 0 0,0 0 0,0 1 0,1-1 0,-1 0-1,0 0 1,0 0 0,0 0 0,1 0 0,1 0 42,1 0 0,-1 0-1,0-1 1,1 0-1,-1 1 1,0-1-1,0 0 1,0 0 0,0 0-1,1 0 1,-1 0-1,2-3 1,51-34 167,-1-3 0,59-59 0,-23 20-197,-62 56-25,58-52 8,-77 67 1,0 0 1,-1-1-1,-1 0 0,0 0 1,0 0-1,9-20 0,-15 29-8,-1 0-1,1 0 0,-1 0 1,1 0-1,-1 0 0,0 0 0,1 0 1,-1-1-1,0 1 0,0 0 1,0 0-1,0 0 0,0 0 0,0 0 1,0-1-1,0 1 0,0 0 1,-1 0-1,1 0 0,0 0 0,-1 0 1,1 0-1,-1-2 0,-1 3 0,1-1 0,0 0-1,0 1 1,-1-1 0,1 1 0,0-1-1,0 1 1,-1 0 0,1 0 0,-1-1-1,1 1 1,0 0 0,-1 0-1,1 0 1,0 1 0,-1-1 0,1 0-1,0 0 1,-1 1 0,1-1-1,-3 2 1,-29 10 17,1 2 0,1 2 0,0 0-1,-45 33 1,-9 5-62,82-52 40,-60 31-300,56-29 92,0-1 0,0-1 0,-1 1 0,0-1 0,1 0 0,-12 1 0,0-7-432</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57.446"/>
    </inkml:context>
    <inkml:brush xml:id="br0">
      <inkml:brushProperty name="width" value="0.035" units="cm"/>
      <inkml:brushProperty name="height" value="0.035" units="cm"/>
      <inkml:brushProperty name="color" value="#E71224"/>
    </inkml:brush>
  </inkml:definitions>
  <inkml:trace contextRef="#ctx0" brushRef="#br0">169 1 12011,'-44'21'-313,"3"2"-1487,-1 3-1329,1-5 1417</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57.661"/>
    </inkml:context>
    <inkml:brush xml:id="br0">
      <inkml:brushProperty name="width" value="0.035" units="cm"/>
      <inkml:brushProperty name="height" value="0.035" units="cm"/>
      <inkml:brushProperty name="color" value="#E71224"/>
    </inkml:brush>
  </inkml:definitions>
  <inkml:trace contextRef="#ctx0" brushRef="#br0">0 376 6097,'0'0'1077,"5"2"362,-1-1-1392,-1 0 1,1-1-1,-1 1 1,1-1 0,0 0-1,-1 0 1,1 0 0,-1 0-1,1 0 1,0-1 0,-1 0-1,1 0 1,3-1 0,51-24-198,-40 17 179,99-50-53,186-122 0,-292 173 52,-4 4 1,-1 0 0,1-1 1,-1 1-1,0-1 1,0-1-1,-1 1 0,0-1 1,0 0-1,0 0 1,0-1-1,5-11 0,-10 18-20,1-1-1,-1 1 0,0 0 1,0-1-1,0 1 1,0-1-1,0 1 0,0 0 1,0-1-1,0 1 1,0-1-1,0 1 0,0-1 1,0 1-1,0 0 0,0-1 1,-1 1-1,1 0 1,0-1-1,0 1 0,0-1 1,-1 1-1,1 0 0,0-1 1,0 1-1,-1 0 1,1 0-1,0-1 0,0 1 1,-1 0-1,1 0 0,-1-1 1,1 1-1,0 0 1,-1 0-1,1 0 0,0-1 1,-1 1-1,1 0 1,-1 0-1,-18-3 150,15 3-97,-14 0 53,-1 0 1,1 1-1,-1 1 0,1 1 0,-35 10 1,-86 37-6,132-48-102,-9 5-7,-8 2-17,0 1-1,1 1 0,-32 20 0,55-31 14,-14 12-231,13-12 194,1 0 0,0 0-1,-1 1 1,1-1-1,0 0 1,0 0-1,-1 0 1,1 1-1,0-1 1,0 0-1,0 1 1,0-1-1,-1 0 1,1 0 0,0 1-1,0-1 1,0 0-1,0 1 1,0-1-1,0 0 1,0 1-1,0-1 1,0 0-1,0 1 1,0-1 0,0 0-1,0 1 1,0-1-1,0 0 1,0 0-1,0 1 1,0-1-1,0 0 1,0 1-1,1-1 1,-1 0-1,0 1 1,0-1 0,0 0-1,1 0 1,-1 1-1,0-1 1,0 0-1,0 0 1,1 0-1,0 1 1,16 3-1043</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58.040"/>
    </inkml:context>
    <inkml:brush xml:id="br0">
      <inkml:brushProperty name="width" value="0.035" units="cm"/>
      <inkml:brushProperty name="height" value="0.035" units="cm"/>
      <inkml:brushProperty name="color" value="#E71224"/>
    </inkml:brush>
  </inkml:definitions>
  <inkml:trace contextRef="#ctx0" brushRef="#br0">382 130 12595,'-71'48'-263,"3"3"0,3 3 0,-93 97-1,141-136 180,14-12 74,15 5 89,-11-7-77,0 0 0,0 0 0,0-1 0,0 1 0,0 0 0,0-1 0,0 1 0,0-1 0,0 1 1,0-1-1,0 0 0,0 1 0,2-1 0,1 0 5,1 1 1,0-1-1,-1 0 1,1-1 0,0 1-1,-1-1 1,1 0-1,6-2 1,41-17 39,-50 19-46,51-22-29,0-3-1,-2-1 1,-2-3 0,0-2 0,-2-2 0,72-68-1,-111 93 38,5-4 12,21-27 0,-31 36-12,0-1 0,-1 1 0,1-1 0,-1 1 1,0-1-1,0 0 0,0 0 0,-1 1 0,0-1 0,0-1 0,0-5 0,-1 10-2,0-1-1,0 1 0,0-1 0,0 1 0,0-1 0,-1 0 0,1 1 0,0-1 0,-1 1 0,0 0 0,1-1 0,-1 1 0,0-1 0,0 1 0,0 0 1,1-1-1,-2 1 0,1 0 0,0 0 0,0 0 0,0 0 0,0 0 0,-1 0 0,1 0 0,0 0 0,-1 1 0,1-1 0,-1 0 0,1 1 0,-1-1 1,-1 0-1,-5 0 25,1-1 0,-1 1 1,0 1-1,1-1 1,-13 2-1,-7 1 27,0 2 0,1 0 0,-1 2-1,1 1 1,0 1 0,-32 15 0,26-8-105,2 0 1,0 3 0,1 0 0,-41 35 0,39-24-400,29-27 367,1-1-1,-1 1 0,1 0 1,-1-1-1,1 1 0,0 0 1,0 0-1,0 0 0,0 0 1,0 0-1,0 0 0,1 0 1,-1 0-1,0 3 0,2-4 46,-1 0 0,0 0 0,1-1-1,-1 1 1,0 0 0,1 0 0,-1-1 0,1 1-1,-1 0 1,1-1 0,0 1 0,-1-1 0,1 1-1,0-1 1,-1 1 0,1-1 0,0 1 0,0-1-1,1 1 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58.446"/>
    </inkml:context>
    <inkml:brush xml:id="br0">
      <inkml:brushProperty name="width" value="0.035" units="cm"/>
      <inkml:brushProperty name="height" value="0.035" units="cm"/>
      <inkml:brushProperty name="color" value="#E71224"/>
    </inkml:brush>
  </inkml:definitions>
  <inkml:trace contextRef="#ctx0" brushRef="#br0">332 135 14291,'-64'69'433,"-79"83"-2965,138-146 2503,-1 0 0,1 0 0,0 0 0,1 1 0,-6 9 0,10-15 32,-1 0 0,1 1 0,-1-1 0,1 0 0,0 0 0,-1 0 0,1 0 0,0 0 0,0 0 0,0 0 0,0 1 0,0-1 0,0 0 0,0 0 0,0 0 0,0 0-1,0 0 1,1 0 0,0 2 0,0-2 0,0 0 0,0 0 0,0 0 1,0 0-1,0 0 0,0-1 0,0 1 0,1 0 0,-1-1 0,0 1 0,1-1 0,-1 0 0,0 1 0,1-1 0,-1 0 0,0 0 0,1 0 0,-1 0 0,0 0 0,1 0 0,1 0 0,15-2 14,-1 0 0,0-2 0,0 1 0,30-12 0,69-35 20,-84 36-35,-23 10 0,174-87 71,-164 80-27,0-1 1,0-1 0,-2-1 0,0 0 0,0-2 0,28-33 0,-42 44-30,1 1 0,-1-1 0,-1 0 1,1 0-1,-1 0 0,0 0 0,0 0 0,3-11 1,-5 14-10,0 0 1,0 0-1,0 0 0,0-1 1,0 1-1,0 0 1,-1 0-1,1 0 1,0 0-1,-1 0 1,0 0-1,1 0 1,-1 0-1,0 1 1,0-1-1,0 0 1,0 0-1,-1 1 1,1-1-1,0 0 0,-1 1 1,1-1-1,-1 1 1,0 0-1,1 0 1,-1-1-1,-3 0 1,-4-2 36,0 1 0,-1 1-1,1-1 1,-1 2 0,0-1 0,1 1 0,-1 1 0,0 0 0,0 0-1,-14 3 1,-3 1 25,1 1 1,-1 1-1,1 1 0,1 2 0,0 0 0,0 2 1,0 1-1,2 1 0,-30 20 0,11-3-423,2 3 0,1 0 0,-67 76-1,89-90-390,0 1-1,2 1 1,-25 44-1,39-63 517,0 1 0,-1 0 0,1 0 0,1 0 0,-1 0-1,0-1 1,1 1 0,-1 0 0,1 0 0,0 0 0,0 4 0,1-4-17,0 0 1,0-1 0,-1 1 0,2 0-1,-1 0 1,0 0 0,2 2 0,-3-5 237</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58.834"/>
    </inkml:context>
    <inkml:brush xml:id="br0">
      <inkml:brushProperty name="width" value="0.035" units="cm"/>
      <inkml:brushProperty name="height" value="0.035" units="cm"/>
      <inkml:brushProperty name="color" value="#E71224"/>
    </inkml:brush>
  </inkml:definitions>
  <inkml:trace contextRef="#ctx0" brushRef="#br0">475 120 12667,'-166'76'2586,"-85"27"-2988,244-101 387,-1 1 1,1 0-1,1 1 0,-1-1 0,-8 7 1,15-10 13,-1 1-1,1-1 1,-1 1 0,1-1 0,-1 1 0,1-1 0,-1 1 0,1-1 0,-1 1 0,1-1 0,0 1-1,-1-1 1,1 1 0,0 0 0,0-1 0,-1 1 0,1 0 0,0-1 0,0 1 0,0 0 0,0-1-1,0 1 1,0 0 0,0-1 0,0 1 0,0 1 0,1-1-5,0 1 0,0-1 0,1 1 0,-1-1-1,0 0 1,1 0 0,-1 0 0,0 0 0,1 0 0,-1 0 0,1 0 0,0 0-1,-1 0 1,1-1 0,3 2 0,8 2-5,1-1 0,0 1-1,0-2 1,0 0 0,0-1-1,0 0 1,15-2 0,11-2 26,52-11 0,-42 4-3,-1-3-1,62-23 1,-85 26 31,0-2 0,-1-1 0,0-1-1,-2 0 1,40-33 0,-56 41 49,-1 0-1,0 0 1,0-1-1,0 1 1,-1-1-1,0-1 1,-1 1-1,1-1 1,-1 1-1,3-10 1,-7 14-16,1 0 0,0 0 0,-1 1 0,1-1 0,-1 0 0,0 0 0,0 0 0,0 1 0,0-1 0,-1 0 0,1 0 0,-1 0 0,0 1 0,-1-5 0,0 4 8,0 0-1,1 0 0,-1 0 1,-1 1-1,1-1 1,0 1-1,-1 0 0,1-1 1,-1 1-1,0 0 1,1 0-1,-1 1 0,0-1 1,-7-2-1,-2-1 8,0 1 1,-1 1-1,0 0 0,0 1 0,0 0 0,0 1 1,0 0-1,-14 2 0,-7 1-64,1 2 0,-34 8 0,30-3-556,0 1-1,1 2 1,0 2 0,1 1 0,-47 27-1,80-41 308,0 1-1,0-1 0,0 0 0,0 1 1,0-1-1,0 1 0,0-1 0,0 1 0,0 0 1,1 0-1,-3 4 0,4-5 160,0-1-1,0 0 1,0 1-1,0-1 1,0 1-1,0-1 1,1 0-1,-1 1 1,0-1-1,0 1 1,0-1-1,1 0 1,-1 1-1,0-1 1,1 0-1,-1 0 1,0 1-1,1-1 1,-1 0-1,0 1 1,1-1-1,-1 0 1,0 0-1,1 0 1,-1 0-1,1 1 1,-1-1-1,0 0 1,1 0-1,-1 0 1,1 0-1,-1 0 1,1 0-1,-1 0 1,1 0-1,-1 0 1,0 0-1,1 0 1,11 0-673,0-1 0,0 0 1,22-4-1,52-18-738</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49:59.207"/>
    </inkml:context>
    <inkml:brush xml:id="br0">
      <inkml:brushProperty name="width" value="0.035" units="cm"/>
      <inkml:brushProperty name="height" value="0.035" units="cm"/>
      <inkml:brushProperty name="color" value="#E71224"/>
    </inkml:brush>
  </inkml:definitions>
  <inkml:trace contextRef="#ctx0" brushRef="#br0">527 1 7058,'-4'8'364,"-1"1"1,0-1 0,0 0 0,-1-1-1,0 1 1,-1-1 0,1 0 0,-1-1-1,-1 0 1,1 0 0,-12 7 0,-10 4-6,-59 24 0,59-29 95,-14 7-41,-56 26 204,84-37-571,1 0 0,0 1 0,0 1 0,-17 16 0,27-22-50,1 0-1,-1 0 1,1 1-1,0-1 1,0 1-1,0 0 1,0-1-1,1 1 1,0 1 0,0-1-1,1 0 1,-3 9-1,4-11-4,0 0 1,-1 0-1,1 1 0,0-1 0,0 0 1,1 0-1,-1 0 0,1 0 0,0 0 1,-1 0-1,1 0 0,0 0 0,1 0 1,-1 0-1,1 0 0,-1-1 0,1 1 0,0-1 1,0 1-1,0-1 0,0 1 0,0-1 1,5 3-1,3 1 1,0 0 0,1-1 0,-1 0 0,1-1 1,1 0-1,-1 0 0,0-1 0,1-1 0,0 0 0,0-1 0,-1 0 0,1-1 1,0 0-1,14-2 0,9-2 23,-1-1 1,1-2-1,52-18 1,-38 7 9,0-2 0,-2-2 0,0-2 0,-2-2 1,-1-2-1,42-35 0,-75 55 10,0-1 0,-1-1 0,0 0 0,0 0 0,-1-1 0,0 0 0,7-15 0,-14 24-20,-1 0 0,0-1 0,1 1 0,-2-1 0,1 1 0,0-1 0,0 1 0,-1-1 0,1 0 0,-1 1 0,0-1 0,0 0 0,0 1 0,0-1 0,0 0 0,-1-4 0,0 5 2,0 0 0,-1 0-1,1 0 1,0 0 0,0 0 0,-1 1 0,1-1 0,-1 1 0,0-1 0,1 1 0,-1-1-1,0 1 1,0 0 0,0 0 0,0 0 0,0 0 0,0 0 0,0 0 0,0 1 0,-1-1-1,1 1 1,0-1 0,-3 1 0,-12-2 52,0 1-1,0 0 0,1 1 1,-1 1-1,0 1 1,-18 4-1,-103 30 161,123-32-210,-68 22-326,-152 71 0,180-69-1416,-81 56 0,86-43 839</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00.048"/>
    </inkml:context>
    <inkml:brush xml:id="br0">
      <inkml:brushProperty name="width" value="0.035" units="cm"/>
      <inkml:brushProperty name="height" value="0.035" units="cm"/>
      <inkml:brushProperty name="color" value="#E71224"/>
    </inkml:brush>
  </inkml:definitions>
  <inkml:trace contextRef="#ctx0" brushRef="#br0">1 556 12499,'6'3'819,"19"7"-866,0-1 1,1-1 0,0-1 0,0-1 0,1-1 0,0-2 0,0-1 0,-1-1 0,1-1 0,48-6 0,-49 1 180,0 0 0,0-2 1,-1-1-1,0-2 0,-1 0 0,0-1 1,39-25-1,-53 29-193,0 0 0,0 0 0,-1-1 1,0 0-1,-1-1 0,0 0 0,0-1 0,-1 1 0,0-1 0,0-1 1,-1 1-1,-1-1 0,0 0 0,0-1 0,-1 1 0,-1-1 1,0 0-1,0 1 0,0-15 0,-2 20 12,-1 0 0,0 0 1,0 0-1,-1-1 0,0 1 0,0 0 0,-1 0 1,1 0-1,-1 0 0,0 0 0,-4-7 0,1 5 15,-1 0 0,1 0 0,-1 1 0,-1 0 0,1 0-1,-15-11 1,-20-13 24,-1 3-1,-83-43 1,116 67 9,0-1 1,1 1-1,-1 1 1,-1 0-1,1 0 1,-14-2-1,20 5 3,-1-1 1,1 1-1,0 0 1,0 0-1,-1 1 0,1-1 1,0 1-1,0-1 1,0 1-1,0 0 1,0 0-1,0 1 0,0-1 1,0 0-1,0 1 1,0 0-1,1 0 0,-1 0 1,0 0-1,1 0 1,0 0-1,0 1 0,-3 2 1,1 1 7,0 1 1,0 0 0,1 0-1,0 0 1,0 0-1,1 1 1,0-1-1,0 1 1,-1 11 0,0 10 23,1 35 0,2-42-25,5 123 51,33 207 1,3 21-114,-40-350-8,0-13-66,0 0 0,-1 0 0,0 1 0,-3 18-1,0-28-532,0-9-36,0-22-82</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00.345"/>
    </inkml:context>
    <inkml:brush xml:id="br0">
      <inkml:brushProperty name="width" value="0.035" units="cm"/>
      <inkml:brushProperty name="height" value="0.035" units="cm"/>
      <inkml:brushProperty name="color" value="#E71224"/>
    </inkml:brush>
  </inkml:definitions>
  <inkml:trace contextRef="#ctx0" brushRef="#br0">1 354 11570,'114'97'291,"-94"-78"-254,-1 1 1,-1 1-1,20 30 1,-32-41-34,0-2 14,0 1 1,-1 0 0,5 11-1,-10-19-13,1 0-1,0 0 1,-1 1-1,1-1 1,-1 0-1,0 1 1,1-1 0,-1 0-1,0 1 1,0-1-1,0 0 1,0 1-1,0-1 1,0 1-1,0-1 1,0 0-1,-1 1 1,1-1-1,0 0 1,-1 1-1,1-1 1,-1 0 0,0 1-1,1-1 1,-1 0-1,0 0 1,0 0-1,0 0 1,-1 2-1,1-3 12,1 1 0,-1-1 0,1 1 0,-1-1 0,1 1-1,-1-1 1,1 0 0,-1 1 0,0-1 0,1 0 0,-1 1 0,0-1 0,1 0-1,-1 0 1,0 0 0,1 0 0,-1 0 0,0 0 0,1 0 0,-1 0 0,0 0-1,0 0 1,1 0 0,-1 0 0,0 0 0,1 0 0,-1-1 0,0 1-1,1 0 1,-1 0 0,0-1 0,1 1 0,-1-1 0,1 1 0,-1 0 0,1-1-1,-1 1 1,1-1 0,-1 1 0,1-1 0,-1 0 0,1 1 0,0-1 0,-1 1-1,1-1 1,-1-1 0,-1-3 34,1 1 0,-1-1 0,1 0 0,0-1 0,-1-5 0,1-3-42,0 0 0,1 0 0,0-1 0,1 1 0,1 0 0,0 0 0,1 0 0,5-14-1,-1 7-11,2 1 0,0-1 0,1 2-1,19-29 1,7 1-308,1 1-1,84-78 1,-120 122 299,16-14-305,0-1 0,1 2-1,1 0 1,0 2-1,38-22 1,-15 20-197</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01.373"/>
    </inkml:context>
    <inkml:brush xml:id="br0">
      <inkml:brushProperty name="width" value="0.035" units="cm"/>
      <inkml:brushProperty name="height" value="0.035" units="cm"/>
      <inkml:brushProperty name="color" value="#E71224"/>
    </inkml:brush>
  </inkml:definitions>
  <inkml:trace contextRef="#ctx0" brushRef="#br0">292 521 11186,'-4'-11'-61,"0"-1"1,-1 0-1,0 1 0,-1 0 0,-1 0 0,1 1 0,-17-18 0,20 24 52,0 0 0,-1 1 0,0 0 0,0 0 1,0 0-1,0 0 0,0 1 0,-1 0 0,1 0 0,-1 0 0,0 0 0,1 0 0,-1 1 0,0 0 0,0 0 1,0 1-1,0-1 0,0 1 0,0 0 0,0 0 0,1 1 0,-9 1 0,7-1 32,0 1 0,1 1 0,-1-1 0,1 1 0,0-1 0,-1 2 0,1-1 0,1 0 0,-1 1 0,0 0 0,1 0 0,0 1 0,0-1 0,0 1 0,1 0 0,-1 0 0,1 0 0,0 0 0,1 0 0,-3 7 0,-1 3-3,1 0 0,1 0 0,0 0 0,1 0 0,0 1 0,0 24 0,3-32-12,1 0 0,-1 0 0,1 1 0,0-1-1,1 0 1,0 0 0,0 0 0,1-1 0,0 1 0,1 0 0,-1-1 0,10 13 0,-11-16 5,1-1 1,0 1-1,1-1 1,-1 1-1,1-1 1,-1 0-1,1-1 1,0 1 0,0-1-1,0 1 1,0-1-1,0 0 1,1-1-1,-1 1 1,1-1-1,-1 0 1,1 0 0,0 0-1,-1-1 1,1 1-1,0-1 1,-1 0-1,1-1 1,4 0-1,8-2 30,0-2-1,-1 0 0,1-1 0,-1 0 0,-1-2 0,1 0 0,-1 0 0,21-17 1,-10 5-40,-1-1 1,-1-1-1,35-40 1,-54 55 7,1 0 1,-1 0-1,0 0 0,6-16 1,-10 22-4,0-1 0,0 1 1,-1-1-1,1 1 0,-1-1 1,1 1-1,-1-1 0,0 1 1,0-1-1,1 0 0,-1 1 1,0-1-1,-1 1 0,1-1 1,0 1-1,0-1 0,-1 0 1,1 1-1,-1-1 0,1 1 1,-1-1-1,1 1 0,-1 0 1,0-1-1,0 1 0,0 0 1,0-1-1,0 1 0,0 0 1,0 0-1,0 0 0,0 0 1,-2-1-1,-2-1 36,0 1-1,0 0 1,0 0-1,0 0 1,0 1 0,-1 0-1,1 0 1,0 0 0,-1 0-1,1 1 1,0 0-1,-1 0 1,1 1 0,-1-1-1,1 1 1,-10 3-1,12-3-37,1 0 0,-1 0 0,1 0 0,-1 0 0,1 0-1,-1 0 1,1 1 0,0 0 0,0-1 0,0 1-1,0 0 1,0 0 0,0 0 0,0 0 0,1 0-1,-1 0 1,0 1 0,1-1 0,0 0 0,0 1 0,0-1-1,0 1 1,0-1 0,0 1 0,1 0 0,-1-1-1,1 1 1,0 0 0,0 0 0,0-1 0,0 1 0,0 0-1,0-1 1,1 1 0,0 3 0,3 6-27,0 0 1,1 0-1,0 0 0,1-1 1,0 1-1,1-1 0,0-1 1,1 1-1,0-1 1,0-1-1,1 0 0,19 16 1,-20-20-8,-1-1 1,1 0 0,0 0-1,0-1 1,0 0-1,1 0 1,-1-1 0,1 0-1,-1-1 1,1 1 0,0-2-1,-1 1 1,1-1-1,0-1 1,0 1 0,-1-1-1,15-4 1,0-1 5,0-1 0,0-1 0,0-1 0,-1 0-1,23-15 1,-17 7-133,0-1 1,-1-1-1,-1-2 0,-1 0 0,-1-2 0,-1 0 0,-1-2 1,-1 0-1,20-33 0,-36 49 83,1 0 0,-1-1 0,6-17 0,-10 27 77,-1 0-1,0-1 1,0 1 0,0 0 0,1 0-1,-1-1 1,0 1 0,0 0 0,0-1-1,0 1 1,0 0 0,0-1 0,0 1-1,0 0 1,0-1 0,0 1-1,0 0 1,0-1 0,0 1 0,0 0-1,0-1 1,0 1 0,0 0 0,0-1-1,0 1 1,0 0 0,0-1 0,-1 1-1,1 0 1,0-1 0,0 1 0,0 0-1,-1 0 1,1-1 0,0 1 0,0 0-1,-1 0 1,1 0 0,0-1-1,0 1 1,-1 0 0,1 0 0,0 0-1,-1 0 1,1-1 0,0 1 0,-1 0-1,0 0 11,-1 0 0,1 1-1,0-1 1,0 0 0,0 1-1,0-1 1,0 1-1,0-1 1,0 1 0,0 0-1,0-1 1,0 1 0,0 0-1,0 0 1,0-1-1,0 1 1,0 1 0,-9 11 12,0 0 1,1 0-1,1 1 1,0 0 0,1 1-1,0 0 1,1 0-1,1 0 1,0 1 0,1 0-1,1-1 1,1 1-1,0 1 1,1-1 0,2 31-1,1-23-15,5 34 11,-6-54-24,0 0 0,0 0 0,0-1 0,1 1 0,-1 0 0,1 0 0,0-1 0,0 1 0,1-1 0,4 6 0,-7-8 1,1-1 0,-1 0 0,0 1 0,0-1 0,1 0 0,-1 1 0,1-1 0,-1 0 0,0 0 0,1 1 0,-1-1 0,1 0-1,-1 0 1,0 0 0,1 1 0,-1-1 0,1 0 0,-1 0 0,1 0 0,-1 0 0,1 0 0,-1 0 0,1 0 0,-1 0 0,0 0 0,1 0 0,-1 0 0,1 0 0,-1-1 0,1 1 0,-1 0-1,1 0 1,-1 0 0,0 0 0,1-1 0,-1 1 0,1 0 0,-1-1 0,0 1 0,1 0 0,-1-1 0,0 1 0,0 0 0,1-1 0,-1 1 0,0 0 0,0-1 0,1 1 0,-1-1 0,0 1 0,0-1-1,0 1 1,0 0 0,0-1 0,1 0 0,4-27-2,-4 5-214,-1 1 1,-2 0 0,0 0 0,-1 0-1,-1 1 1,-2-1 0,-12-35-1,-10-9-929,-37-65-1,47 97 1284,10 20 89,0-1 0,2 0 0,0-1 0,0 0-1,1 0 1,-2-16 0,6 28-211,1 0 1,0-1-1,-1 1 0,2 0 0,-1 0 1,0 0-1,1 0 0,0 0 0,-1 0 1,2 0-1,-1 0 0,0 0 0,1 0 1,0 0-1,0 1 0,0-1 0,0 1 1,0-1-1,1 1 0,0 0 0,0 0 0,-1 0 1,2 0-1,-1 1 0,0-1 0,0 1 1,1 0-1,0 0 0,5-3 0,10-2 2,-1 2 0,1-1 0,0 2 0,0 1 0,1 0 0,-1 1 0,1 1 0,-1 1 0,1 1 0,-1 1 0,22 4 0,-29-3 0,-1 0 0,1 1 0,-1 1-1,0-1 1,0 2 0,0 0-1,-1 0 1,0 1 0,0 0 0,0 0-1,-1 1 1,0 1 0,-1-1-1,0 2 1,0-1 0,-1 1 0,0 0-1,5 12 1,-1-2 21,-2 0 0,0 0 0,-2 1 0,0 1 0,-1-1-1,-1 1 1,-2 0 0,3 44 0,-5-60-11,-1 0 0,0 0 0,-1 1 0,0-1 0,0 0-1,0 0 1,0 0 0,-1 0 0,0 0 0,-3 6 0,3-9-8,0-1-1,0 1 1,0-1 0,0 1 0,0-1 0,-1 1 0,1-1 0,-1 0 0,1 0 0,-1-1-1,0 1 1,0 0 0,0-1 0,0 0 0,0 1 0,0-1 0,0 0 0,0-1 0,0 1 0,-4 0-1,5-1 19,0 1-1,0-1 1,-1 0-1,1 1 1,0-1-1,0 0 1,0 0-1,0-1 1,-1 1-1,1 0 1,0-1-1,0 1 1,0-1-1,0 0 0,0 1 1,0-1-1,0 0 1,0 0-1,0-1 1,0 1-1,1 0 1,-1-1-1,0 1 1,1-1-1,-1 1 1,1-1-1,0 0 1,-1 1-1,1-1 1,0 0-1,0 0 0,0 0 1,0 0-1,1 0 1,-1 0-1,0 0 1,0-4-1,1 0 42,-1 0-1,1 0 1,0-1-1,0 1 1,1 0-1,0 0 1,0 0-1,0 0 1,1 0-1,-1 0 1,2 0-1,4-9 1,4-5-78,1 0-1,1 2 1,1-1 0,1 2-1,19-19 1,-21 24-22,1 0 0,0 1 0,0 0 0,1 1 0,0 1 0,1 1 0,22-9 0,-28 13 8,0 1 1,1 1-1,0 0 1,-1 0-1,1 1 1,0 1-1,-1-1 1,1 2-1,0 0 1,0 0-1,-1 1 1,1 0-1,-1 0 1,1 2-1,-1-1 0,0 1 1,0 1-1,-1-1 1,1 2-1,-1-1 1,12 11-1,-4-2-310,0 1-1,0 1 1,-2 0-1,0 1 1,-1 1 0,0 1-1,-2 0 1,0 0-1,10 24 1,2 8-2082,-3-9 606</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01.837"/>
    </inkml:context>
    <inkml:brush xml:id="br0">
      <inkml:brushProperty name="width" value="0.035" units="cm"/>
      <inkml:brushProperty name="height" value="0.035" units="cm"/>
      <inkml:brushProperty name="color" value="#E71224"/>
    </inkml:brush>
  </inkml:definitions>
  <inkml:trace contextRef="#ctx0" brushRef="#br0">926 0 8250,'0'0'2498,"-11"1"-2410,-1 0 1,1 1 0,0 0 0,0 1 0,-13 5-1,-51 22 352,74-30-435,-12 7 14,-1 0-1,1 1 0,0 0 1,1 1-1,0 0 0,0 1 1,1 0-1,1 1 0,-1 1 1,2-1-1,0 2 0,0-1 1,1 1-1,1 0 0,0 1 1,0 0-1,2 0 0,0 0 1,0 1-1,1-1 1,1 1-1,1 0 0,0 0 1,0 28-1,2-40-14,0 1 0,0-1 0,1 0 0,-1 0-1,1 0 1,0 0 0,-1 0 0,1 0 0,0 0 0,1 0 0,-1 0 0,1 0 0,-1 0-1,1-1 1,0 1 0,0 0 0,0-1 0,0 0 0,3 3 0,-2-4 2,-1 1 1,1-1-1,0 1 1,0-1 0,0 0-1,0 0 1,0-1-1,1 1 1,-1 0 0,0-1-1,0 0 1,0 0-1,1 0 1,-1 0-1,0-1 1,0 1 0,0-1-1,0 1 1,4-3-1,8-2 41,1-1-1,-2 0 0,1-1 1,-1-1-1,0 0 0,13-11 1,-5 2 52,-1-1 0,33-36 0,-35 30 296,-2 0 0,22-39 0,-9 13 671,-26 45-984,5-7 382,-9 13-458,1 0 0,-1-1 0,1 1 0,-1 0 0,1-1 0,-1 1 0,0 0 1,0 0-1,1-1 0,-1 1 0,0 0 0,0 0 0,0 0 0,0-1 0,0 1 0,0 0 0,0 0 0,0 0 0,0-1 0,0 1 0,0 0 0,-1 1 0,-9 141-118,11-74-28,4-1 1,17 91-1,43 139-908,-27-136 444,-11-38 29,9 133 0,-31-191 482,-3 0-1,-3 0 1,-18 125-1,7-133 101,-1-1 0,-4 0 0,-1-1 0,-4-1-1,-51 97 1,54-120 80,0 0 0,-2-2 0,-2-1 0,0 0 0,-49 44 0,57-60 2,-1-1-1,0 0 1,-1-1 0,0-1-1,-1 0 1,0-1 0,0-1 0,-1-1-1,0-1 1,0 0 0,0-2 0,-25 4-1,21-7-41,0 0 0,1-2 0,-1-1 0,0 0 1,0-2-1,-31-8 0,21 2-111,2-1 0,-1-2 1,-57-33-1,27 6-114,-66-58 0,121 93 166</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08.914"/>
    </inkml:context>
    <inkml:brush xml:id="br0">
      <inkml:brushProperty name="width" value="0.035" units="cm"/>
      <inkml:brushProperty name="height" value="0.035" units="cm"/>
      <inkml:brushProperty name="color" value="#66CC00"/>
    </inkml:brush>
  </inkml:definitions>
  <inkml:trace contextRef="#ctx0" brushRef="#br0">138 119 3377,'-16'8'2927,"-41"26"-1543,37-24-1117,19-9-192,0-1-1,0 1 1,0-1 0,0 1-1,0-1 1,0 1-1,0 0 1,0 0 0,0-1-1,0 1 1,1 0 0,-1 0-1,0 0 1,0 0-1,1 0 1,-1 0 0,0 1-1,1-1-79,1 0 0,-1 0 0,0 0 0,1 0 1,-1 0-1,1-1 0,-1 1 0,1 0 0,0 0 0,-1 0 0,1-1 0,0 1 0,-1 0 0,1-1 0,1 2 0,6 5 111,-1 0-111,13 13 91,34 26 1,-47-40-24,1 0-1,-1-1 1,1-1 0,1 1 0,-1-1 0,1-1 0,-1 0 0,1 0 0,17 3 0,-11-5 16,0 0 1,0-1-1,0-1 0,0 0 1,0-1-1,-1-1 0,1-1 1,-1 0-1,0 0 0,0-1 1,0-1-1,13-8 0,-21 11-65,1-1-1,-1 0 0,0 0 1,0-1-1,-1 1 0,1-1 1,-1-1-1,0 1 0,-1-1 1,1 0-1,-1 0 0,0 0 1,-1 0-1,1-1 0,-1 1 0,-1-1 1,1 0-1,-1 0 0,0 0 1,-1 0-1,1-1 0,-2 1 1,1 0-1,-1-1 0,0 1 1,-1-8-1,0 10 10,0 0 1,-1 0-1,0 0 0,0 1 1,0-1-1,0 1 0,-1-1 0,1 1 1,-1 0-1,0 0 0,-1 0 1,1 0-1,-1 1 0,1 0 0,-1-1 1,0 1-1,0 0 0,-1 1 1,1-1-1,-1 1 0,1 0 0,-6-2 1,-3-1-4,-1 0 1,1 1-1,-1 1 1,0 0-1,-1 0 0,-20 1 1,12 2-27,-1 1-1,1 2 1,0 0-1,-29 8 1,-86 33-1421,122-39 1012,-9 2-173</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09.844"/>
    </inkml:context>
    <inkml:brush xml:id="br0">
      <inkml:brushProperty name="width" value="0.035" units="cm"/>
      <inkml:brushProperty name="height" value="0.035" units="cm"/>
      <inkml:brushProperty name="color" value="#66CC00"/>
    </inkml:brush>
  </inkml:definitions>
  <inkml:trace contextRef="#ctx0" brushRef="#br0">659 147 1256,'-8'0'2523,"-78"-33"7,74 30-2295,0 1 0,-1 0-1,1 0 1,0 1 0,-1 1-1,1 0 1,0 1 0,-1 0-1,1 1 1,0 1 0,-22 6-1,6-2-92,18-5-118,0 1 0,0 0-1,1 1 1,-1-1-1,1 2 1,0 0 0,0 0-1,-11 8 1,15-9-19,0 1-1,0 0 1,0 1 0,0-1 0,1 1 0,0 0-1,0 0 1,0 1 0,1-1 0,0 1-1,0-1 1,-2 11 0,3-12 2,1 0 1,0 0-1,0 0 0,0 0 1,1 0-1,-1 0 0,1 0 1,0 0-1,1 0 0,-1 0 0,2 5 1,-1-8 3,0 0 1,0 0 0,0 0-1,0 0 1,0 0-1,1 0 1,-1 0-1,1 0 1,-1 0 0,1 0-1,0-1 1,-1 1-1,1-1 1,0 1 0,0-1-1,0 0 1,0 1-1,1-1 1,-1 0 0,0-1-1,0 1 1,1 0-1,-1-1 1,4 1-1,1 0 42,1 0 0,0-1 0,-1-1 0,1 1 0,-1-1 0,1 0 0,-1-1 0,1 0-1,-1 0 1,0 0 0,0-1 0,0 0 0,8-5 0,3-3 53,0 0 0,0-2 0,21-18 0,-28 21-88,-1 0 1,0-1 0,0 0-1,-1-1 1,-1 0 0,0 0 0,9-19-1,-14 27-12,-1-1 0,0 1 0,-1-1-1,1 1 1,-1-1 0,0 0 0,0 0-1,0 0 1,-1 1 0,0-1 0,0 0 0,0 0-1,0 0 1,-1 0 0,0 0 0,0 1-1,0-1 1,0 0 0,-1 0 0,0 1-1,0-1 1,0 1 0,-1 0 0,1 0 0,-1 0-1,-3-4 1,2 5 2,0-1-1,0 1 1,0 0 0,-1 1 0,1-1-1,-1 1 1,0 0 0,1 0-1,-1 0 1,0 1 0,0 0-1,0 0 1,0 0 0,-1 0-1,1 1 1,0 0 0,0 0-1,-6 1 1,-10 1 0,-1 1 0,1 1 1,-21 7-1,-25 11-212,-67 31 0,56-20-982,25-13 566</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10.623"/>
    </inkml:context>
    <inkml:brush xml:id="br0">
      <inkml:brushProperty name="width" value="0.035" units="cm"/>
      <inkml:brushProperty name="height" value="0.035" units="cm"/>
      <inkml:brushProperty name="color" value="#66CC00"/>
    </inkml:brush>
  </inkml:definitions>
  <inkml:trace contextRef="#ctx0" brushRef="#br0">287 266 9018,'0'0'-148,"2"-6"1235,10-12-858,14-29 0,-19 33-182,-3 7-40,0-1-1,-1 0 0,0 0 1,-1 0-1,1 0 1,-2 0-1,1-1 0,-1 1 1,0 0-1,-1-1 1,0 1-1,-1-14 0,0 16-2,1 4-2,0-1 0,0 1 0,-1-1 0,1 1 0,-1 0 0,1-1 0,-1 1 0,0 0 0,0 0 0,0 0 0,0-1 0,0 1 0,-1 0 1,1 0-1,-1 1 0,1-1 0,-1 0 0,0 0 0,1 1 0,-1-1 0,0 1 0,0 0 0,0-1 0,0 1 0,-1 0 0,1 0 0,0 0 0,0 0 0,-1 1 0,1-1 0,0 1 0,-1-1 0,1 1 0,0 0 0,-4 0 0,-3 0 11,-1 0-1,1 1 0,-1 0 0,1 1 0,0 0 0,-1 0 0,-14 6 1,6 0-21,1 0 1,-1 2 0,2 0-1,-1 0 1,1 1 0,1 1-1,0 1 1,0 0 0,2 1-1,0 1 1,-14 19 0,26-32-41,0-1 1,0 1 0,0-1 0,0 1 0,1 0 0,-1-1 0,1 1 0,-1 0 0,1 0-1,0-1 1,-1 3 0,5 13-289</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11.256"/>
    </inkml:context>
    <inkml:brush xml:id="br0">
      <inkml:brushProperty name="width" value="0.035" units="cm"/>
      <inkml:brushProperty name="height" value="0.035" units="cm"/>
      <inkml:brushProperty name="color" value="#66CC00"/>
    </inkml:brush>
  </inkml:definitions>
  <inkml:trace contextRef="#ctx0" brushRef="#br0">281 159 9634,'-7'3'86,"1"1"0,1-1 0,-1 1-1,0 1 1,1-1 0,0 1 0,0 0 0,0 0-1,1 1 1,0-1 0,0 1 0,-4 8 0,-1 5-300,0 1 0,-9 34 1,16-47 241,0-1 1,1 1-1,0-1 1,0 1 0,1-1-1,-1 1 1,1 0-1,1-1 1,-1 1-1,1 0 1,3 9-1,-4-13 3,1-1-1,1 1 0,-1 0 1,0 0-1,1-1 0,-1 1 0,1-1 1,0 1-1,0-1 0,0 0 1,0 0-1,0 0 0,0 0 1,1 0-1,-1 0 0,1-1 0,-1 1 1,1-1-1,0 1 0,0-1 1,-1 0-1,1 0 0,0 0 1,0-1-1,0 1 0,0-1 0,3 1 1,1-2-13,0 1 0,-1-1-1,1 0 1,-1 0 0,1-1 0,-1 0 0,0 0 0,1 0 0,-1-1 0,0 0-1,-1 0 1,1-1 0,0 1 0,-1-1 0,0 0 0,9-9 0,1-3-3,0 0 1,-1-1 0,21-33-1,-25 33 8,-1 1-1,0-2 0,-2 1 1,11-35-1,-15 43-12,-1 1 1,0-1-1,-1 0 1,0 0-1,-1 0 1,0 0 0,0 0-1,-1 0 1,0 0-1,0 0 1,-1 0-1,-3-11 1,3 16-7,0 0 1,-1 0-1,1 0 1,-1 0-1,1 0 1,-1 1 0,0-1-1,0 1 1,-1 0-1,1 0 1,-1 0-1,1 0 1,-1 1 0,0-1-1,0 1 1,0 0-1,-1 0 1,1 1-1,0-1 1,-1 1 0,1 0-1,-1 0 1,1 0-1,-1 1 1,1-1 0,-9 2-1,-2-1-3,0 2-1,-1-1 0,1 2 1,1 0-1,-1 1 1,-26 10-1,2 3-473,1 1 0,0 3 0,-52 37 0,53-23-258</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11.890"/>
    </inkml:context>
    <inkml:brush xml:id="br0">
      <inkml:brushProperty name="width" value="0.035" units="cm"/>
      <inkml:brushProperty name="height" value="0.035" units="cm"/>
      <inkml:brushProperty name="color" value="#66CC00"/>
    </inkml:brush>
  </inkml:definitions>
  <inkml:trace contextRef="#ctx0" brushRef="#br0">229 1 9802,'-11'2'62,"4"-1"-24,0 1 0,0 0 0,0 0 0,0 0-1,0 1 1,0-1 0,0 2 0,1-1 0,-1 1 0,1 0 0,0 0-1,1 1 1,-9 8 0,-2 8-112,2 0 0,0 1-1,2 0 1,0 1-1,2 1 1,0 0 0,-10 43-1,17-58 95,1 0-1,0 0 1,1 0-1,0 1 1,0-1-1,1 0 1,1 1-1,-1-1 0,1 0 1,1 1-1,2 9 1,-3-16-1,0-1 1,0 1-1,1 0 1,-1-1-1,1 1 1,-1-1-1,1 0 1,0 1-1,0-1 1,0 0-1,0 0 1,0 0-1,0 0 1,1-1-1,-1 1 1,0-1-1,1 1 1,0-1-1,-1 0 1,1 0-1,0 0 1,-1 0-1,1 0 1,0-1-1,0 1 1,0-1-1,0 0 1,3 0-1,6 0 34,0-1 0,0 0 1,-1-1-1,1-1 0,20-6 0,-4-1-17,-1-1-1,0-1 1,-1-1-1,0-2 1,33-24 0,-42 27-27,-1-1 1,-1 0 0,-1-2 0,0 0-1,0 0 1,-2-1 0,0-1 0,18-31-1,-27 41 2,0 1-1,-1-1 0,1 1 1,-1-1-1,-1 0 0,1 0 1,-1 0-1,-1 0 0,1 0 1,-1 0-1,0 0 0,-1-8 1,0 12-3,0 1 1,1 0-1,-1-1 1,0 1-1,0 0 1,0-1 0,0 1-1,-1 0 1,1 0-1,-1 0 1,1 0-1,-1 0 1,0 0 0,1 0-1,-4-1 1,2 1 1,0 0 1,0 1 0,-1-1 0,1 1-1,0 0 1,-1 0 0,1 0 0,-1 0-1,1 1 1,-1 0 0,1-1-1,-1 1 1,-6 1 0,-5 1 2,0 0-1,1 2 1,-1-1 0,1 2-1,-19 7 1,-68 38-213,83-40 120,-62 34-406,23-3 178</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19.419"/>
    </inkml:context>
    <inkml:brush xml:id="br0">
      <inkml:brushProperty name="width" value="0.035" units="cm"/>
      <inkml:brushProperty name="height" value="0.035" units="cm"/>
    </inkml:brush>
  </inkml:definitions>
  <inkml:trace contextRef="#ctx0" brushRef="#br0">929 3 10410,'-15'-3'712,"12"3"-616,-41 21-8,21 5 40,-29 23 56,-10 11 33,-11 21 15,-5 9-16,-2 4 0,5 2 48,2-13-192,-5-13-48,13-29-120,3-10-72,5-31-248,15-15-241,-4-29 409</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19.647"/>
    </inkml:context>
    <inkml:brush xml:id="br0">
      <inkml:brushProperty name="width" value="0.035" units="cm"/>
      <inkml:brushProperty name="height" value="0.035" units="cm"/>
    </inkml:brush>
  </inkml:definitions>
  <inkml:trace contextRef="#ctx0" brushRef="#br0">1 0 9682,'28'32'600,"11"14"368,5 9-383,13 23-209,13-3 104,8-8-72,10-5-168,6-25-192,-6-16-48,-10-19-192,-11-4-216,-18-22-296,-2-2 39,2-18-743,-2-5-1721,28-16 1721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19.878"/>
    </inkml:context>
    <inkml:brush xml:id="br0">
      <inkml:brushProperty name="width" value="0.035" units="cm"/>
      <inkml:brushProperty name="height" value="0.035" units="cm"/>
    </inkml:brush>
  </inkml:definitions>
  <inkml:trace contextRef="#ctx0" brushRef="#br0">13 0 5673,'-13'0'-88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20.893"/>
    </inkml:context>
    <inkml:brush xml:id="br0">
      <inkml:brushProperty name="width" value="0.035" units="cm"/>
      <inkml:brushProperty name="height" value="0.035" units="cm"/>
    </inkml:brush>
  </inkml:definitions>
  <inkml:trace contextRef="#ctx0" brushRef="#br0">382 1 11186,'2'0'7,"0"1"-1,0-1 0,0 1 0,0 0 0,0 0 1,-1 0-1,1 0 0,0 0 0,0 1 0,-1-1 1,1 1-1,0-1 0,-1 1 0,0-1 0,1 1 1,-1 0-1,0-1 0,0 1 0,0 0 0,0 0 1,0 0-1,0 0 0,0 0 0,-1 0 0,1 4 1,1 5-50,-1 0 1,0 0 0,-1 21-1,0-25 54,-6 86-54,1 60 143,6-137-79,0-1-1,1 0 1,1 0-1,1 0 1,0 0-1,0 0 1,12 23-1,-14-34-16,0-1-1,0 1 0,0-1 1,0 1-1,1-1 0,-1 0 1,1 0-1,0 0 0,0-1 1,0 1-1,0-1 0,0 0 1,1 1-1,-1-1 0,1-1 1,0 1-1,7 2 0,-8-3 0,0-1-1,1 0 1,-1 1 0,0-1-1,0-1 1,1 1-1,-1 0 1,0-1-1,0 0 1,1 1-1,-1-1 1,0-1 0,0 1-1,0 0 1,0-1-1,0 1 1,-1-1-1,1 0 1,0 0-1,-1 0 1,4-4-1,3-5 14,0 0-1,0-1 0,-1-1 0,-1 1 0,0-1 0,0 0 1,-1-1-1,4-17 0,9-15 43,39-104 300,-45 115-220,-11 30-107,0 0 0,0 0 0,0 1 0,1-1 0,6-8 0,-8 12-17,0 0-1,0-1 0,1 1 0,-1 0 1,0 0-1,1 0 0,-1 0 0,1 0 0,-1 0 1,1 0-1,0 0 0,-1 1 0,1-1 1,0 1-1,0-1 0,-1 1 0,1 0 0,3-1 1,-4 1-11,0 1 1,1-1-1,-1 0 0,1 1 1,-1-1-1,0 1 1,0-1-1,1 1 0,-1 0 1,0 0-1,0-1 1,0 1-1,0 0 0,0 0 1,0 0-1,0 0 1,0 0-1,0 0 0,0 0 1,-1 1-1,1-1 1,0 0-1,-1 0 0,1 1 1,-1-1-1,1 0 1,-1 1-1,0-1 0,1 2 1,0 1 2,2 7 1,-1-1 0,0 1 1,0 0-1,-1 0 0,-1 0 1,0-1-1,-2 21 0,0-9 3,-31 299 68,9-112-56,21-178-21,1 1 7,-1-1 1,-2 0 0,-15 52 0,17-75 15,0-1 0,-1 1 0,1-1 0,-2 1 0,1-1 0,-1 0 0,0-1 0,0 1 0,-1-1 0,0 0 0,-12 9 0,9-9 53,-1 1 1,0-2 0,0 0 0,0 0-1,-1 0 1,0-2 0,-20 6-1,7-5 47,0-1 0,-1-1 0,1-2 0,-1 0 0,0-1-1,1-2 1,-33-6 0,43 6-137,-1-1-1,0 0 0,1-1 1,0 0-1,0-1 1,0-1-1,1 0 0,0-1 1,1 0-1,-1-1 1,1 0-1,1-1 0,0-1 1,1 0-1,0 0 1,0-1-1,1 0 0,1 0 1,-8-15-1,3-4-390,0-2 0,-11-50 0,11 36-282,-11-93 1,21-77 48,3 215 632</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25.871"/>
    </inkml:context>
    <inkml:brush xml:id="br0">
      <inkml:brushProperty name="width" value="0.035" units="cm"/>
      <inkml:brushProperty name="height" value="0.035" units="cm"/>
    </inkml:brush>
  </inkml:definitions>
  <inkml:trace contextRef="#ctx0" brushRef="#br0">714 0 8706,'-13'23'512,"3"6"320,-3 10-720,-5 15-280,-3 9-48,-18 22 88,-8 6 16,-20 13 160,-11 2 96,-10-10 56,2-8 0,-5-28-296,16-14-704,8-30 504</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26.093"/>
    </inkml:context>
    <inkml:brush xml:id="br0">
      <inkml:brushProperty name="width" value="0.035" units="cm"/>
      <inkml:brushProperty name="height" value="0.035" units="cm"/>
    </inkml:brush>
  </inkml:definitions>
  <inkml:trace contextRef="#ctx0" brushRef="#br0">1 0 12267,'65'39'760,"7"5"-96,9 8-592,15 8-472,-8 0-152,0-6 72,-5-10 280,-21-23 104,-7-6 72,-14-15-152,-4-10-257,-11-16-2295,-1-10 1592</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28.826"/>
    </inkml:context>
    <inkml:brush xml:id="br0">
      <inkml:brushProperty name="width" value="0.035" units="cm"/>
      <inkml:brushProperty name="height" value="0.035" units="cm"/>
    </inkml:brush>
  </inkml:definitions>
  <inkml:trace contextRef="#ctx0" brushRef="#br0">249 235 3201,'0'0'566,"0"3"1232,-2 13-332,-1-3-1123,0 3 126,1 1 0,0 0-1,1 29 1,1-7-91,-1-27-353,1 0 0,0-1 0,0 1 1,2 0-1,-1-1 0,2 1 0,4 15 1,-6-25-18,0-1 0,0 1 0,0 0 0,0 0 1,0-1-1,0 1 0,1-1 0,-1 1 0,0-1 0,1 1 0,0-1 1,-1 0-1,1 0 0,0 0 0,-1 0 0,1 0 0,0 0 1,0 0-1,0-1 0,0 1 0,0-1 0,0 1 0,0-1 1,0 0-1,0 0 0,0 0 0,0 0 0,0 0 0,0 0 0,0 0 1,2-1-1,5-1 37,0-1 0,0 1 0,-1-1 0,1-1 0,13-8 0,14-10 7,-2-2 0,0-1 1,-2-2-1,-1-1 1,-1-1-1,-2-2 1,0-1-1,41-65 1,-64 90-44,65-94 353,-60 89-217,0 1 0,0 0 0,1 0-1,1 1 1,24-16 0,-35 25-129,0 0 0,0 0-1,1 0 1,-1 1 0,0-1 0,1 1-1,-1-1 1,0 1 0,1-1 0,-1 1 0,1 0-1,-1 0 1,0 0 0,1 0 0,1 0 0,-2 0-10,0 0 0,-1 1 1,1-1-1,-1 0 1,1 1-1,-1-1 1,1 0-1,-1 1 0,1-1 1,-1 1-1,1-1 1,-1 1-1,1-1 1,-1 1-1,0-1 0,1 1 1,-1-1-1,0 1 1,1 0-1,-1-1 1,0 1-1,0 0 0,0 0 1,1 6 10,0 0 0,-1 0 0,0 0 0,-1 0 0,-1 9 1,0 0-21,0 66 81,3-1 1,13 90-1,-5-90 22,-4 0 1,-6 98-1,0-167 29,0 0 1,-1 1 0,0-1-1,-1 0 1,0 0 0,-1 0-1,-1-1 1,0 1 0,0-1-1,-1 0 1,-1-1-1,1 1 1,-2-1 0,1 0-1,-2-1 1,1 0 0,-1 0-1,0-1 1,-1 0 0,0-1-1,0 0 1,-1 0-1,0-1 1,0-1 0,0 0-1,-1 0 1,0-1 0,-15 3-1,0-1 177,-1-1 0,0-2 0,-1-1 0,1-1-1,0-1 1,-1-2 0,-45-7 0,49 4-385,1-1 0,-1-2 1,1 0-1,0-1 0,1-1 0,0-1 0,1-2 1,-37-25-1,46 27-285,1 1-1,0-2 1,0 1-1,1-2 1,1 1-1,0-2 1,0 1-1,2-1 1,-1-1-1,2 1 1,0-2-1,1 1 1,-5-19 0,-16-94-1246,26 126 1593</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29.432"/>
    </inkml:context>
    <inkml:brush xml:id="br0">
      <inkml:brushProperty name="width" value="0.035" units="cm"/>
      <inkml:brushProperty name="height" value="0.035" units="cm"/>
    </inkml:brush>
  </inkml:definitions>
  <inkml:trace contextRef="#ctx0" brushRef="#br0">0 0 10258,'11'57'352,"-6"3"-8,13 10-240,-10 15-72,10 14 0,8 46 16,5 29 0,3 52 0,-1 17-48,-7 35-32,-5 2-48,-21 0-16,-8 3 8,-5-13 40,-2 0 16,4-37-168,-4-26-480,12-66 416</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29.917"/>
    </inkml:context>
    <inkml:brush xml:id="br0">
      <inkml:brushProperty name="width" value="0.035" units="cm"/>
      <inkml:brushProperty name="height" value="0.035" units="cm"/>
    </inkml:brush>
  </inkml:definitions>
  <inkml:trace contextRef="#ctx0" brushRef="#br0">33 438 9778,'-3'4'20,"-1"1"201,0 1 0,0 0 0,1 0 0,-1 0 0,1 0 0,1 1-1,-4 8 1,6-13-176,0 0-1,0 0 1,0 0-1,0 0 1,1 0-1,-1 0 0,1 0 1,-1 0-1,1 0 1,-1 0-1,1 0 1,0 0-1,0 0 1,0 0-1,0 0 0,0-1 1,1 1-1,-1-1 1,0 1-1,1-1 1,-1 1-1,1-1 1,0 0-1,-1 1 0,1-1 1,0 0-1,0 0 1,0 0-1,2 0 1,5 4-27,1-1-1,1 0 1,-1 0 0,1-1 0,-1 0 0,14 1 0,70 2-27,2-6-85,135-17 0,98-33-50,-206 30 136,526-92 63,280-42 56,6 70-69,124 118 6,-754-16-48,125-13-4,-368-9-249,-1-2 0,-1-2 0,1-3 0,101-33 1,-142 36-282,1-1 1,-1-1-1,34-21 1,37-40-725,-91 71 1253</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30.661"/>
    </inkml:context>
    <inkml:brush xml:id="br0">
      <inkml:brushProperty name="width" value="0.035" units="cm"/>
      <inkml:brushProperty name="height" value="0.035" units="cm"/>
    </inkml:brush>
  </inkml:definitions>
  <inkml:trace contextRef="#ctx0" brushRef="#br0">0 0 5785,'0'0'3817,"0"3"-3737,16 64-48,-16-15-16,5 10-16,-5 14 0,-5-4-48,0-4-744,-3-9-2001,5-17 1609</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31.339"/>
    </inkml:context>
    <inkml:brush xml:id="br0">
      <inkml:brushProperty name="width" value="0.035" units="cm"/>
      <inkml:brushProperty name="height" value="0.035" units="cm"/>
    </inkml:brush>
  </inkml:definitions>
  <inkml:trace contextRef="#ctx0" brushRef="#br0">1 210 8794,'0'-6'613,"6"-11"-782,23-43 9,-26 55 163,0 1-1,1-1 1,0 1 0,0 0 0,0 0-1,0 0 1,1 1 0,-1 0-1,1-1 1,0 2 0,0-1 0,0 0-1,1 1 1,-1 0 0,0 0-1,7 0 1,4-4 83,-6 2-32,125-40 400,-117 39-465,1 1 0,-1 1 0,1 1 0,0 0 1,27 2-1,-43 0 9,-1 0 0,1 0 0,-1 1-1,1-1 1,-1 0 0,0 1 0,1 0 0,-1 0 0,0 0 0,0 0 0,0 0 0,1 0 0,-1 0 0,0 1 0,0-1 0,-1 1 0,1-1 0,0 1 0,0 0 0,-1 0-1,1 0 1,0 2 0,0-1 1,-1 1 0,0-1 0,0 0 0,0 1-1,-1-1 1,1 1 0,-1-1 0,0 0 0,0 1-1,0-1 1,-1 1 0,1-1 0,-1 1-1,0-1 1,-1 5 0,-8 16 8,0 0-1,-2-1 1,-1 0-1,-1-1 1,-21 26-1,8-10 6,-18 24 26,25-36 0,1 1-1,-18 32 0,36-55-25,6-1-9,-1-2-13,0 0 0,0-1 0,0 0-1,0 0 1,0 0 0,0 0 0,0-1 0,-1 0 0,1 1-1,0-1 1,0-1 0,0 1 0,-1-1 0,1 1 0,-1-1-1,7-4 1,9-7-166,32-26 1,-28 19 44,36-26-126</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31.902"/>
    </inkml:context>
    <inkml:brush xml:id="br0">
      <inkml:brushProperty name="width" value="0.035" units="cm"/>
      <inkml:brushProperty name="height" value="0.035" units="cm"/>
    </inkml:brush>
  </inkml:definitions>
  <inkml:trace contextRef="#ctx0" brushRef="#br0">164 139 3625,'9'-8'341,"17"-14"353,0 0-1,1 2 0,1 1 0,40-20 0,-66 37-692,0 1-1,1 0 1,-1 0-1,1 0 1,-1 1-1,1-1 1,-1 0-1,1 1 1,0 0-1,-1-1 1,1 1-1,0 0 1,-1 0-1,1 1 1,0-1-1,-1 1 1,1-1-1,2 2 1,-3-1 4,0 0 1,-1 1 0,1-1 0,-1 0-1,0 1 1,1-1 0,-1 1 0,0 0-1,0-1 1,0 1 0,0 0 0,0 0-1,0 0 1,-1-1 0,1 1 0,-1 0 0,1 0-1,-1 0 1,0 0 0,1 0 0,-1 0-1,0 0 1,0 0 0,-1 4 0,0 4 46,0 0 1,-1 0 0,-1 0-1,1 0 1,-1 0 0,-1 0 0,-6 11-1,-40 67 499,30-55-292,-134 219 2296,154-253-2554,0 1 0,0 0-1,0 0 1,0 0 0,0 0 0,0 0 0,0 0 0,0 0 0,1 0 0,-1 0 0,0 0-1,0 0 1,0 0 0,0 0 0,0 0 0,0 0 0,0 0 0,1 0 0,-1 0 0,0 0-1,0 0 1,0 0 0,0 0 0,0 0 0,0 0 0,0 0 0,1 0 0,-1 0 0,0 0-1,0 0 1,0 0 0,0 1 0,0-1 0,0 0 0,0 0 0,0 0 0,0 0 0,0 0-1,0 0 1,1 0 0,-1 0 0,0 0 0,0 0 0,0 1 0,0-1 0,0 0 0,0 0-1,0 0 1,0 0 0,0 0 0,0 0 0,0 0 0,0 1 0,0-1 0,0 0 0,0 0-1,0 0 1,0 0 0,0 0 0,0 0 0,0 0 0,0 1 0,0-1 0,0 0 0,-1 0-1,1 0 1,6 0 2,18-1 6,0-1 0,0-1-1,38-10 1,-16 3 23,-43 10-20,-3 6-1,-2-1-9,1 1 1,-1-1-1,0 0 1,0 0-1,0 0 1,-1 0-1,0-1 1,0 1-1,0-1 1,0 1-1,-1-1 1,0 0-1,0 0 1,-5 3-1,-6 5 16,-1 0 1,-33 17-1,33-20 5,-1-1-1,0 0 1,-35 9 0,47-15-96,-1-1-1,1 0 1,0 0-1,-1 0 1,1-1-1,-1 0 1,1 0-1,-1 0 1,1-1 0,0 0-1,-1 0 1,1 0-1,0 0 1,0-1-1,0 0 1,0 0-1,0 0 1,-5-4 0,5 2-44,1 0 1,0 0 0,0-1-1,-5-7 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34.018"/>
    </inkml:context>
    <inkml:brush xml:id="br0">
      <inkml:brushProperty name="width" value="0.035" units="cm"/>
      <inkml:brushProperty name="height" value="0.035" units="cm"/>
    </inkml:brush>
  </inkml:definitions>
  <inkml:trace contextRef="#ctx0" brushRef="#br0">1 66 6713,'0'-4'185,"1"0"-1,0-1 0,0 1 1,0 0-1,1-1 0,-1 1 1,1 0-1,0 0 0,0 0 0,1 0 1,3-4-1,-5 7-130,0 0 0,1 0 0,-1 0 0,1 0 0,-1 0 0,1 0 0,0 0 0,-1 0 0,1 1 0,0-1 0,-1 1 0,1-1 0,0 1 0,0 0 0,0 0 0,-1 0 0,1 0 0,0 0 0,0 0 0,0 0 0,-1 0 0,1 1 0,0-1 0,0 1 0,-1-1 1,1 1-1,0 0 0,-1 0 0,1 0 0,2 1 0,3 3 60,0 0 0,0 1 1,0 0-1,-1 0 0,0 0 0,0 1 1,0 0-1,-1 0 0,0 0 1,0 1-1,-1-1 0,0 1 1,4 12-1,4 13 278,-1 1 0,6 36 0,33 242 562,-19 6-869,-28-279-65,113 2248-296,-114-2138 114,4 473-2423,-4-555 1674,-2-66 879,0 1 1,0-1-1,0 0 0,0 0 0,1 1 1,-1-1-1,0 0 0,1 0 1,-1 0-1,1 1 0,-1-1 1,1 0-1,0 0 0,0 0 1,-1 0-1,2 1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37.379"/>
    </inkml:context>
    <inkml:brush xml:id="br0">
      <inkml:brushProperty name="width" value="0.035" units="cm"/>
      <inkml:brushProperty name="height" value="0.035" units="cm"/>
    </inkml:brush>
  </inkml:definitions>
  <inkml:trace contextRef="#ctx0" brushRef="#br0">197 169 8010,'30'-18'422,"-1"-2"1,0-1 0,31-31-1,-13 11-420,-26 27 165,-17 12 838,5 34 470,-9-25-1348,0-1-1,0 0 1,-1 0-1,1 1 1,-1-1-1,-1 0 1,1 0-1,-3 6 0,-23 49 338,12-30-372,-6 12 10,-2-1 1,-39 53-1,-66 71 152,-4 5 923,123-156-860,9-9-53,21-14-174,71-41-198,164-95-410,-210 115 353,-1-2 0,-2-3 1,54-53-1,-73 62 45,37-52 0,-51 61 9,0 0 0,0 0-1,-2-1 1,13-35 0,-20 51 105,-1 0 0,0 0 0,1-1 0,-1 1 0,0 0 0,0-1 0,0 1 0,0 0 0,0-1 0,0 1 0,0 0 0,-1 0 0,1-1 0,0 1 0,-1 0 0,1 0 0,-1-1 0,1 1 0,-1 0 0,1 0 0,-1 0 0,0 0 0,0 0 0,1 0 0,-1 0 0,0 0 0,0 0 0,0 0 0,0 1 0,0-1 0,0 0 1,-1 0-1,1 1 0,-2-1 0,1 0 18,-1 0 0,0 0 0,1 0 0,-1 1 0,0-1 0,0 1 0,1 0 0,-1 0 0,0 0 0,0 0 1,0 0-1,1 0 0,-1 1 0,0 0 0,-3 0 0,2 2 28,0-1 0,0 1 0,0 0 0,1 0 0,-1 0-1,1 0 1,-1 1 0,1 0 0,0-1 0,0 1 0,1 0 0,-1 0 0,1 1 0,0-1 0,-2 5-1,-2 6 85,1 0 0,1 0 0,-5 23 0,1 38-625,2 0 0,6 78 0,0-78-612,-1 92-2907,4-139 2793</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37.875"/>
    </inkml:context>
    <inkml:brush xml:id="br0">
      <inkml:brushProperty name="width" value="0.035" units="cm"/>
      <inkml:brushProperty name="height" value="0.035" units="cm"/>
    </inkml:brush>
  </inkml:definitions>
  <inkml:trace contextRef="#ctx0" brushRef="#br0">188 0 10986,'-28'35'905,"-57"79"1149,73-95-2526,0 0 1,2 1-1,0 1 0,-8 27 0,13-36 280,4-8 136,0 0 1,-1-1-1,1 1 0,1 0 0,-1 0 0,0 6 1,1 19 359,8-31-264,0 1 0,0-2 0,0 1 0,0-1 0,0 0 0,12-7 0,49-32 63,-43 25-69,-8 6-43,0 1 0,0 1 0,1 1 0,0 0 0,0 1-1,1 1 1,-1 1 0,1 1 0,1 0 0,-1 2 0,24 0 0,-37 2-7,1 0 1,-1 1 0,1-1 0,-1 2-1,0-1 1,0 1 0,1 0-1,-1 1 1,0 0 0,-1 0-1,1 0 1,0 1 0,-1 0-1,0 0 1,0 1 0,10 9-1,-12-9 10,0 1 0,0 0 0,0-1 0,-1 1 0,0 1-1,0-1 1,0 0 0,-1 1 0,0-1 0,0 1 0,-1 0-1,0 0 1,0 0 0,-1-1 0,1 1 0,-1 0 0,-1 0 0,-1 8-1,-1 1 40,0-1-1,-1 0 0,-1 0 1,-1 0-1,0-1 0,0 0 1,-2 0-1,-8 13 0,-2-1 42,0-2 0,-2 0 0,-24 23 0,33-37-133,0 0 0,0-1-1,-1 0 1,0 0 0,-22 10-1,24-14-181,1-2 0,-1 1 0,0-1 0,-1-1 1,1 0-1,0 0 0,-1-1 0,-17 0 0,-65-7-890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38.096"/>
    </inkml:context>
    <inkml:brush xml:id="br0">
      <inkml:brushProperty name="width" value="0.035" units="cm"/>
      <inkml:brushProperty name="height" value="0.035" units="cm"/>
    </inkml:brush>
  </inkml:definitions>
  <inkml:trace contextRef="#ctx0" brushRef="#br0">1 229 14867,'60'-3'1384,"23"-12"265,0-11-1433,15-24-1744,-4-12-1177,-19-10 1417</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38.469"/>
    </inkml:context>
    <inkml:brush xml:id="br0">
      <inkml:brushProperty name="width" value="0.035" units="cm"/>
      <inkml:brushProperty name="height" value="0.035" units="cm"/>
    </inkml:brush>
  </inkml:definitions>
  <inkml:trace contextRef="#ctx0" brushRef="#br0">0 1 16492,'24'46'528,"9"22"-984,12 15-601,1 28-519,3 16 96,6 39 1040,-6 26 127,3 52 313,-8 15 89,-10 35 23,-8 1 0,-5-20-88,-6-13-24,16-47-216,6-30-265,4-48-1327,11-25 1120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39.877"/>
    </inkml:context>
    <inkml:brush xml:id="br0">
      <inkml:brushProperty name="width" value="0.035" units="cm"/>
      <inkml:brushProperty name="height" value="0.035" units="cm"/>
    </inkml:brush>
  </inkml:definitions>
  <inkml:trace contextRef="#ctx0" brushRef="#br0">1 796 6057,'35'3'398,"1"-2"0,0-1 0,57-8 0,102-31 968,114-45 322,-102 25-1093,1188-267 618,-1060 272-235,441-17 0,-428 62-529,187-9-431,-378 5-1630,212-45-1,-251 28 6,-15-1 627</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40.699"/>
    </inkml:context>
    <inkml:brush xml:id="br0">
      <inkml:brushProperty name="width" value="0.035" units="cm"/>
      <inkml:brushProperty name="height" value="0.035" units="cm"/>
    </inkml:brush>
  </inkml:definitions>
  <inkml:trace contextRef="#ctx0" brushRef="#br0">264 711 1992,'-71'24'541,"31"-11"1117,1 1-1,-62 31 1,101-45-1542,-1 0 0,0 1 0,0-1 1,1 0-1,-1 1 0,0-1 1,1 1-1,-1-1 0,0 1 0,1-1 1,-1 1-1,1-1 0,-1 1 1,1 0-1,-1-1 0,1 1 0,-1 0 1,1-1-1,0 1 0,-1 0 0,1 0 1,0-1-1,-1 3 0,2-3-47,-1 1-1,1 0 0,-1-1 0,1 1 1,-1 0-1,1-1 0,0 1 1,-1-1-1,1 1 0,0-1 0,0 1 1,-1-1-1,1 1 0,0-1 1,0 0-1,0 0 0,-1 1 0,1-1 1,0 0-1,0 0 0,1 0 1,13 2 251,1 0 1,-1-2-1,0 0 1,1 0 0,23-5-1,-4 1 62,800-128 2571,-691 105-2778,1328-210 408,14 95 443,-830 115-724,254-18-62,-11-72-4836,-666 66 1700,-47 4 1631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42.999"/>
    </inkml:context>
    <inkml:brush xml:id="br0">
      <inkml:brushProperty name="width" value="0.035" units="cm"/>
      <inkml:brushProperty name="height" value="0.035" units="cm"/>
    </inkml:brush>
  </inkml:definitions>
  <inkml:trace contextRef="#ctx0" brushRef="#br0">259 1 11514,'12'24'633,"-4"-14"-543,0 1 1,-2 0 0,1 1 0,-2 0 0,8 20 0,14 66 1067,-21-70-887,1 0 0,22 52 0,-22-66-210,-5-7 5,2-1 0,-1 1 0,0-1 0,7 8 0,-8-12-31,-1 0 0,1 0-1,0-1 1,0 1 0,0 0 0,0-1-1,0 0 1,1 1 0,-1-1-1,0 0 1,1 0 0,-1 0 0,1 0-1,-1-1 1,1 1 0,3 0 0,-1-1-3,0 0 0,0-1 0,0 1 1,-1-1-1,1 0 0,0 0 0,0-1 0,-1 1 1,1-1-1,6-4 0,50-30 91,-27 14-98,-32 21-24,180-110 30,-175 105-15,0 0-1,0-1 1,0 1-1,-1-1 0,0-1 1,0 1-1,4-10 0,-5 10 30,-3 4 998,-1 14 270,6 23-1215,1 0 1,1 0-1,3-1 1,17 37-1,-7-16-85,23 60-32,1-4-33,47 177 0,-86-259 29,-2 0 0,0 1 0,-2-1 0,-1 43 0,-2-62 37,-1 0 1,0 0-1,0 0 1,-1-1 0,0 1-1,0 0 1,-1-1-1,0 1 1,-1-1-1,0 0 1,0 0 0,-1-1-1,0 1 1,0-1-1,0 0 1,-1 0 0,-1-1-1,-7 8 1,0-5 62,-1-1 0,1 0 0,-1-1 0,-1 0 0,1-1 0,-1-1 0,0-1 0,0 0 1,-31 3-1,-1-1 59,0-2 0,-1-2 0,1-3 0,-1-1 0,1-3 1,0-2-1,0-1 0,0-3 0,-73-28 0,95 29-165,0-1-1,1-1 0,1-2 0,-42-29 1,52 31-127,0 0 0,0-1 0,1 0 0,1-1 1,0 0-1,1-1 0,1 0 0,-12-23 0,12 16-551,2-1-1,0 0 1,1-1 0,2 0-1,0 0 1,2 0-1,0-1 1,2-48 0,19-69-1057</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44.719"/>
    </inkml:context>
    <inkml:brush xml:id="br0">
      <inkml:brushProperty name="width" value="0.035" units="cm"/>
      <inkml:brushProperty name="height" value="0.035" units="cm"/>
    </inkml:brush>
  </inkml:definitions>
  <inkml:trace contextRef="#ctx0" brushRef="#br0">46 1 9514,'-3'2'57,"0"0"1,0 1-1,0-1 1,0 1-1,0 0 1,0 0-1,1 0 1,-1 0-1,1 0 1,0 0-1,0 1 0,0-1 1,-2 7-1,2-3 32,1 0-1,-1 0 0,1 0 1,0 1-1,0-1 0,2 14 1,2 5 167,1 0-1,1 0 1,10 29 0,-11-42-135,84 275 2310,41 149-483,-56-134-1304,255 1347-24,-166-645-684,-92-554-338,6-28-2204,-46-302 446,-2-45 1166</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45.457"/>
    </inkml:context>
    <inkml:brush xml:id="br0">
      <inkml:brushProperty name="width" value="0.035" units="cm"/>
      <inkml:brushProperty name="height" value="0.035" units="cm"/>
    </inkml:brush>
  </inkml:definitions>
  <inkml:trace contextRef="#ctx0" brushRef="#br0">343 51 10378,'0'4'56,"1"1"0,0-1 0,-1 1 0,1-1 0,1 0 0,-1 0 0,1 0 0,0 0 0,0 0 0,0 0 1,0 0-1,1 0 0,-1-1 0,1 1 0,0-1 0,0 0 0,5 4 0,5 4-53,1-1 1,29 17 0,-41-26 3,149 74 122,-60-32 354,-85-40-332,0 0 0,1 0 0,-1-1 0,1 1 0,-1-2 0,1 1 0,11 1 0,-15-3-100,-1 0 1,1 0-1,-1-1 0,1 1 1,-1-1-1,1 1 1,-1-1-1,1 0 1,-1 0-1,1 0 0,-1 0 1,0 0-1,0-1 1,1 1-1,-1-1 1,0 1-1,0-1 0,-1 0 1,1 0-1,0 0 1,0 0-1,-1 0 1,2-3-1,3-6-20,-1 1 0,0-1 0,0 0 0,-2-1 0,1 1 0,-1-1 0,2-17 0,-3 11-23,-1 0 0,-1 0 0,0 0 0,-4-24 0,-5 6 43,9 35-29,-1 0 0,1-1 1,-1 1-1,1 0 0,-1-1 0,0 1 1,0 0-1,1 0 0,-1 0 1,0-1-1,0 1 0,0 0 0,0 0 1,0 1-1,0-1 0,-1 0 0,1 0 1,0 0-1,0 1 0,-1-1 0,1 0 1,-2 0-1,3 1-3,-1 0 1,1 0-1,-1 0 0,1 0 0,-1 1 1,1-1-1,-1 0 0,1 0 1,-1 0-1,1 0 0,-1 0 0,1 1 1,-1-1-1,1 0 0,0 0 1,-1 1-1,1-1 0,0 0 0,-1 1 1,1-1-1,-1 0 0,1 1 1,0-1-1,0 0 0,-1 1 1,1-1-1,0 1 0,-5 18 336,7 24 38,-2-41-375,7 42 56,1 1 1,2-1 0,31 82 0,70 124-121,-68-157 37,-28-61-13,50 118-143,-56-124 114,-1 0-1,-1 1 1,7 49 0,-13-67 47,-1 0 0,1 0 1,-2-1-1,1 1 1,-1 0-1,-1 0 1,1-1-1,-1 1 1,-1-1-1,-5 13 1,5-15 40,0 0 1,-1 0-1,0 0 1,0-1-1,-1 1 1,1-1 0,-1 0-1,0 0 1,-1-1-1,1 0 1,-1 0-1,0 0 1,-11 5-1,3-2 112,-1-2-1,0 0 0,0 0 0,-1-2 1,0 0-1,1 0 0,-23-1 1,5-1 80,-1-2 1,-49-8-1,42 1-334,0-1-1,1-2 0,0-2 0,1-2 0,0-1 0,1-2 0,1-2 1,1-1-1,-54-42 0,61 40-400,2 0 0,1-2-1,0-1 1,2-2 0,2 0 0,0-1 0,2-1 0,1-1 0,1-1-1,2 0 1,-17-51 0,23 48 63,-8-63 0,18 98 442</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45.868"/>
    </inkml:context>
    <inkml:brush xml:id="br0">
      <inkml:brushProperty name="width" value="0.035" units="cm"/>
      <inkml:brushProperty name="height" value="0.035" units="cm"/>
    </inkml:brush>
  </inkml:definitions>
  <inkml:trace contextRef="#ctx0" brushRef="#br0">1 713 10706,'167'-186'4708,"135"-240"-3491,-301 425-1216,6-10-4,4-6-40,0 0 0,25-28 0,-35 44 31,0 0 0,0 0 1,0 1-1,0-1 1,0 0-1,0 0 1,0 1-1,1-1 1,-1 0-1,0 1 1,2-1-1,-2 1 6,0 0-1,-1 0 1,1 0-1,-1 0 1,1 1 0,-1-1-1,1 0 1,-1 0-1,1 0 1,-1 1-1,1-1 1,-1 0-1,0 1 1,1-1-1,-1 0 1,1 1 0,-1-1-1,0 0 1,1 1-1,-1-1 1,0 1-1,1-1 1,-1 1-1,0-1 1,0 1 0,1-1-1,-1 1 1,0-1-1,0 1 1,0-1-1,0 1 1,0-1-1,0 1 1,0 0-1,4 26-90,-2-1-1,0 35 1,-2-55 89,1 55-10,22 484-52,0-390 106,-19-134-81,1 0-1,1-1 1,1 0 0,17 35 0,-21-50-60,0 1 1,1-1-1,-1 0 0,1 0 1,0 0-1,0 0 1,1-1-1,0 1 0,-1-1 1,1 0-1,0-1 1,1 1-1,-1-1 1,1 0-1,-1-1 0,1 1 1,0-1-1,0 0 1,0 0-1,0-1 1,1 0-1,-1 0 0,0-1 1,0 1-1,1-1 1,-1 0-1,0-1 1,9-1-1,2-5-54,-1 0 1,0 0-1,0-2 0,27-18 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49.951"/>
    </inkml:context>
    <inkml:brush xml:id="br0">
      <inkml:brushProperty name="width" value="0.035" units="cm"/>
      <inkml:brushProperty name="height" value="0.035" units="cm"/>
    </inkml:brush>
  </inkml:definitions>
  <inkml:trace contextRef="#ctx0" brushRef="#br0">617 1 6441,'0'2'2025,"-2"12"-1157,-8 23-295,-2 1 0,-19 40 0,-4-2-80,-4-2-1,-96 134 1,122-192-466,0 0 1,-1 0-1,0-1 0,-1-1 1,-1 0-1,-19 12 1,28-22-18,0 0-1,1 0 1,-1-1 0,-1 0 0,1-1 0,0 0-1,-1 0 1,1 0 0,-1-1 0,1 0 0,-1 0-1,0-1 1,1 0 0,-1 0 0,0-1 0,1 0-1,-1-1 1,1 1 0,-12-5 0,12 3-19,1 0 1,-1 0-1,0-1 0,1 1 1,0-2-1,-1 1 1,-6-7-1,12 10 9,0 0-1,0 0 0,0 0 0,0 0 1,0 0-1,0 0 0,0 0 1,0 0-1,0 0 0,1-1 1,-1 1-1,1 0 0,-1 0 1,1-1-1,-1 1 0,1 0 1,-1-1-1,1 1 0,0-1 1,0 1-1,0 0 0,0-1 0,0 1 1,0 0-1,0-1 0,1 1 1,-1-1-1,0 1 0,1 0 1,-1-1-1,1 1 0,-1 0 1,1 0-1,0 0 0,-1-1 1,1 1-1,0 0 0,0 0 1,0 0-1,0 0 0,0 0 0,0 0 1,0 0-1,0 1 0,2-2 1,6-4 6,0 1 0,1 0 1,-1 0-1,1 1 0,1 1 1,13-4-1,68-10 22,-77 14-20,65-8 0,94-18-10,-143 22 9,-1-1 1,1-2-1,42-19 1,-64 24-1,1 0 1,0-1-1,-1 0 1,0 0-1,-1-1 1,1 0-1,-1-1 1,-1 0-1,1 0 1,-1 0-1,-1-1 1,8-14 0,-11 18-7,0-1 1,-1 0 0,0 0-1,0 0 1,0 0 0,-1 0-1,0 0 1,-1 0-1,1-1 1,-1 1 0,0 0-1,0-1 1,-1 1 0,0 0-1,0 0 1,-1 0 0,1 0-1,-1 0 1,-1 0 0,1 0-1,-1 1 1,-6-10 0,5 8-7,-1 0-1,1 1 1,-2 0 0,1 0 0,-1 1 0,1-1-1,-2 1 1,1 0 0,0 1 0,-1 0 0,0 0-1,0 0 1,-8-2 0,10 4 8,1 1 0,0 0 0,0 0 0,-1 0 0,1 0 0,-1 1 0,1 0 0,0 0 0,-1 0 0,1 0-1,0 1 1,-1 0 0,1 0 0,0 0 0,-1 0 0,1 1 0,0-1 0,0 1 0,0 0 0,0 0 0,1 1 0,-1-1 0,1 1 0,-1 0 0,-2 3 0,-1 2 49,1 0 0,0 0 1,0 1-1,1-1 0,0 1 0,1 1 1,0-1-1,0 1 0,1-1 1,0 1-1,-2 18 0,0 11 311,-1 66 0,6-95-320,-1 64 240,4-1-1,24 144 0,-14-158-898,21 59-1,-16-70-1650,35 71-1,-27-71 856</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51.963"/>
    </inkml:context>
    <inkml:brush xml:id="br0">
      <inkml:brushProperty name="width" value="0.035" units="cm"/>
      <inkml:brushProperty name="height" value="0.035" units="cm"/>
    </inkml:brush>
  </inkml:definitions>
  <inkml:trace contextRef="#ctx0" brushRef="#br0">480 0 8522,'-18'1'78,"1"0"1,-1 1-1,1 0 1,-1 2 0,1 0-1,0 1 1,0 0-1,1 1 1,0 2-1,0-1 1,0 2-1,1 0 1,0 1-1,-24 20 1,22-13 48,-1 1 0,2 1 0,1 0 0,0 0-1,2 2 1,0 0 0,1 0 0,1 1 0,1 1 0,-9 28 0,7-9 62,1 0 1,2 1-1,2 0 1,-3 78 0,10-91-75,1 0-1,1 0 1,2 0 0,1 0 0,1-1 0,2 1 0,20 50 0,-22-66-42,1 0 0,1 0 0,0-1 0,0 0 0,2-1 0,-1 0 0,2 0 0,18 16 1,-22-22-6,0-1 0,0 0 0,1 0 0,-1-1 0,1 0 0,0-1 1,0 1-1,1-2 0,-1 1 0,1-1 0,-1 0 0,1-1 1,0 0-1,-1 0 0,1-1 0,13-1 0,-8-1 40,-1-1-1,0 0 1,0-1-1,0-1 1,0 0-1,0 0 1,-1-2-1,0 1 0,-1-1 1,1-1-1,-1 0 1,10-10-1,5-7 113,-1-1 0,-1 0 0,28-42 0,-39 50-133,-1 0 0,-1-1 1,0 0-1,-2 0 0,9-24 0,-16 38-45,0-1 0,-1 1-1,1-1 1,-1 0 0,0 0-1,-1 1 1,0-1 0,1 0-1,-2 0 1,1 0 0,-1 0 0,0 0-1,0 1 1,-1-1 0,1 0-1,-1 1 1,0-1 0,-1 1-1,1 0 1,-1 0 0,0 0-1,-1 0 1,1 0 0,-5-4-1,3 5 18,0-1 0,0 1 0,0 1 0,0-1 0,-1 1 0,1 0 0,-1 0 0,0 0 0,0 1 0,-10-3 0,5 2 19,-1 1-1,1 1 0,0 0 1,-1 1-1,-17 1 0,2 2 10,0 2 0,0 1 1,0 1-1,-31 13 0,23-6-50,0 2 1,-40 25-1,57-30-110,0 0-1,1 2 0,1 1 1,0 0-1,-19 22 0,31-32-48,1 1-1,0-1 0,0 1 0,0 0 1,1 0-1,-1 1 0,1-1 0,-1 6 1,2-9 38,1 0 1,-1 0 0,1-1 0,0 1-1,0 0 1,-1 0 0,1 0-1,1-1 1,-1 1 0,0 0 0,0 0-1,0-1 1,1 1 0,-1 0-1,1 0 1,0-1 0,-1 1 0,1 0-1,0-1 1,0 1 0,0-1-1,0 1 1,0-1 0,0 0 0,3 3-1,1-2-78,1 0-1,0 0 1,-1 0-1,1 0 0,0-1 1,0 0-1,0 0 1,7 0-1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52.807"/>
    </inkml:context>
    <inkml:brush xml:id="br0">
      <inkml:brushProperty name="width" value="0.035" units="cm"/>
      <inkml:brushProperty name="height" value="0.035" units="cm"/>
    </inkml:brush>
  </inkml:definitions>
  <inkml:trace contextRef="#ctx0" brushRef="#br0">1 1 9306,'0'0'1618,"6"5"1309,5 3-2716,-2 0-1,1 1 1,-1 1-1,-1 0 1,0 0 0,9 14-1,42 82-468,-15-13 119,-3 3 0,-5 2 0,-5 1 0,25 127-1,40 426 68,-91-616 68,153 1751-1126,-150-1673 1025,33 451-467,35-8-99,-35-369 20,-37-172 369,1 0-1,1 0 1,0-1 0,12 21-1,-15-32 189,0 1 0,0-1 0,0 0-1,1 0 1,0-1 0,0 1 0,0-1 0,5 3 0,-9-6 93</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0:54.181"/>
    </inkml:context>
    <inkml:brush xml:id="br0">
      <inkml:brushProperty name="width" value="0.035" units="cm"/>
      <inkml:brushProperty name="height" value="0.035" units="cm"/>
    </inkml:brush>
  </inkml:definitions>
  <inkml:trace contextRef="#ctx0" brushRef="#br0">137 253 5241,'-4'-31'2373,"1"17"-1690,2 0 0,-1 0 0,2-19 1,0 30-586,0 0-1,0 0 1,1-1 0,0 1 0,-1 0 0,1 0-1,1 0 1,-1 0 0,0 0 0,1 0-1,-1 0 1,1 0 0,0 0 0,0 1 0,0-1-1,0 1 1,0-1 0,1 1 0,3-3 0,9-4 204,0 2 1,1-1 0,0 2 0,1 0 0,-1 1-1,20-4 1,-18 5-170,18-6-72,1 2-1,0 2 0,50-2 1,-75 8-133,0 0 1,0 0-1,0 1 1,0 0-1,0 1 1,0 1-1,-1 0 1,1 0-1,-1 1 1,0 1-1,0 0 1,-1 0-1,1 1 1,17 13-1,-23-14 35,0 0 1,0 0-1,-1 0 0,0 1 0,0 0 1,0 0-1,-1 0 0,1 0 0,-2 0 0,1 1 1,-1 0-1,0-1 0,0 1 0,0 0 1,-1 0-1,0 0 0,-1 0 0,1 0 0,-2 0 1,0 11-1,-2 0 0,0-1 0,-1 0-1,-1 0 1,-1 0 0,0-1 0,-1 0 0,-11 18 0,-8 7 293,-2 0 0,-1-2 0,-2-2 0,-2 0 0,-2-3 0,-48 40 0,61-56-104,-1-1 0,-1 0-1,-1-2 1,0-1 0,-34 14 0,47-23-179,0-1-1,-1 0 1,1 0 0,-1-2-1,0 0 1,1 0 0,-1-1-1,0 0 1,0-1 0,0-1-1,0 0 1,0-1 0,-23-6-1,32 7 22,0-1 0,0 1 0,0-1 0,1 0 0,-1 0 0,0 0 0,1-1 0,0 1 0,-4-4 0,6 5 17,0 0-1,0 0 0,1 0 1,-1 0-1,0 0 1,1 0-1,-1 0 1,1-1-1,-1 1 1,1 0-1,-1 0 0,1-1 1,0 1-1,0 0 1,0 0-1,-1-1 1,1 1-1,0 0 0,1-1 1,-1 1-1,0 0 1,0 0-1,1-1 1,-1 1-1,0 0 0,1 0 1,-1-1-1,1 1 1,0 0-1,-1 0 1,1 0-1,0 0 1,1-2-1,6-5 70,-1 0-1,1 1 1,1 0 0,-1 0-1,1 1 1,0 0 0,1 0-1,-1 1 1,19-7 0,13-3 28,49-10 0,-11 5-131,207-58-315,-216 54-473,-1-2 1,67-36 0,-13-7-1068,-8-3 1019</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1:00.226"/>
    </inkml:context>
    <inkml:brush xml:id="br0">
      <inkml:brushProperty name="width" value="0.035" units="cm"/>
      <inkml:brushProperty name="height" value="0.035" units="cm"/>
    </inkml:brush>
  </inkml:definitions>
  <inkml:trace contextRef="#ctx0" brushRef="#br0">0 0 5313,'0'0'1600,"0"3"-1327,13 46 223,-8-15 296,3 8-112,3 12-136,2 3-144,7 3-256,-12 2-88,8 0-56,-11 3-40,0 0-320,5-5-552,1-6 552</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1:00.540"/>
    </inkml:context>
    <inkml:brush xml:id="br0">
      <inkml:brushProperty name="width" value="0.035" units="cm"/>
      <inkml:brushProperty name="height" value="0.035" units="cm"/>
    </inkml:brush>
  </inkml:definitions>
  <inkml:trace contextRef="#ctx0" brushRef="#br0">68 3 11370,'-3'16'83,"1"0"-1,0 0 0,1 0 1,1 1-1,2 23 0,0-24-308,-1 1 0,-1-1-1,-1 0 1,0 0 0,-5 23-1,2-24 251,-15 46 542,17-55-460,0 0 0,-1 0 1,0 0-1,-1-1 0,1 1 1,-1-1-1,-6 7 1,8-10 87,10 1-175,4 0-18,1-1 0,0 0 0,0-1 0,0 0 1,0-1-1,0 0 0,0-1 0,0-1 0,18-4 0,20-6 3,53-21 0,-72 22-314,-2-1 0,0-2 0,0 0 0,51-36 1,-71 43 167,0-1 0,-1 1 0,0-2 1,0 1-1,-1-1 0,0 0 1,-1-1-1,0 0 0,0 0 0,-1-1 1,-1 0-1,1 0 0,-2 0 1,0 0-1,0-1 0,3-19 0,-5-14-1221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1:00.760"/>
    </inkml:context>
    <inkml:brush xml:id="br0">
      <inkml:brushProperty name="width" value="0.035" units="cm"/>
      <inkml:brushProperty name="height" value="0.035" units="cm"/>
    </inkml:brush>
  </inkml:definitions>
  <inkml:trace contextRef="#ctx0" brushRef="#br0">1 1 11274,'0'47'625,"0"5"1215,12 10-856,-1 3-264,17 5-296,9 5-136,-1-3-288,11-1-96,-1-12-592,-9-7-488,2-16-1088,-6-12 63,-7-24 1281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1:03.257"/>
    </inkml:context>
    <inkml:brush xml:id="br0">
      <inkml:brushProperty name="width" value="0.035" units="cm"/>
      <inkml:brushProperty name="height" value="0.035" units="cm"/>
    </inkml:brush>
  </inkml:definitions>
  <inkml:trace contextRef="#ctx0" brushRef="#br0">0 1 9586,'3'47'448,"2"7"376,6 19-696,2 4-112,-3 12 0,3-4-16,-3-7-16,3-5 0,-5-27-176,0-12-128,13-55-3801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1:03.602"/>
    </inkml:context>
    <inkml:brush xml:id="br0">
      <inkml:brushProperty name="width" value="0.035" units="cm"/>
      <inkml:brushProperty name="height" value="0.035" units="cm"/>
    </inkml:brush>
  </inkml:definitions>
  <inkml:trace contextRef="#ctx0" brushRef="#br0">141 242 9514,'-12'8'228,"-3"3"941,0 0-1,1 1 1,-21 21-1,34-32-1254,-1 0 0,1 1-1,0-1 1,0 1 0,0-1 0,0 1-1,1-1 1,-1 1 0,0 0-1,1-1 1,-1 1 0,1 0-1,-1-1 1,1 1 0,0 0-1,0 0 1,0 0 0,0-1 0,0 1-1,0 0 1,0 0 0,0-1-1,1 1 1,-1 0 0,1 0-1,0-1 1,-1 1 0,1 0-1,0-1 1,0 1 0,0-1 0,0 1-1,0-1 1,0 0 0,0 1-1,3 1 1,2 3 21,1-1 0,-1 0-1,1 0 1,1-1 0,-1 0 0,9 4-1,0-1 179,0-1 0,0-1 0,1-1 0,0 0 0,-1-1 0,1-1 0,0-1 0,0 0 0,1-1 0,-1-1 0,0 0 0,-1-2 0,1 0 0,0 0 0,-1-2 0,20-7 0,-7 0-18,0-2 0,-1 0 0,-1-2 0,0-1 0,-1-2 0,-1 0 0,40-40 0,-58 52-101,0-1 0,0 0 0,0 0 0,-1 0 0,-1-1 0,0 0 0,9-19 0,-13 24 12,0 1-1,1-1 1,-2 0 0,1 0-1,0 1 1,-1-1 0,0 0-1,0 0 1,0 0 0,0 0-1,-1 0 1,1 0 0,-1 1-1,0-1 1,0 0 0,0 0-1,-1 1 1,1-1 0,-1 1-1,0-1 1,0 1 0,0 0-1,-4-5 1,-1 1 55,-1 1 0,1-1 0,-1 1-1,0 0 1,-1 1 0,0 0 0,1 0 0,-2 1 0,1 0 0,0 0 0,-1 1 0,0 1-1,1-1 1,-1 2 0,0-1 0,-16 1 0,0 0 15,1 2 0,-1 1 1,0 1-1,1 1 0,-33 10 0,22-4-123,1 3-1,1 0 1,-50 29-1,65-31-367,-1 0 0,2 2 0,0 1 0,1 0 0,0 1 0,1 1 0,-15 18 0,19-14-228</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1:05.001"/>
    </inkml:context>
    <inkml:brush xml:id="br0">
      <inkml:brushProperty name="width" value="0.035" units="cm"/>
      <inkml:brushProperty name="height" value="0.035" units="cm"/>
    </inkml:brush>
  </inkml:definitions>
  <inkml:trace contextRef="#ctx0" brushRef="#br0">420 0 11634,'0'0'601,"0"3"-816,-90 162-213,38-56 511,-25 50 103,58-127-152,0 0 0,-41 50 0,52-73-42,0-1 0,-1 1 0,-12 9 0,19-17 4,-1 1 1,1-1 0,0 1 0,-1-1 0,1 0 0,-1 0 0,1 0 0,-1 0 0,-3 0 0,5-1 1,0 0 1,0 0-1,0 0 1,0 0 0,0 0-1,0 0 1,0 0 0,0-1-1,0 1 1,0 0-1,0 0 1,0-1 0,0 1-1,0-1 1,0 1 0,1-1-1,-1 0 1,0 1-1,0-1 1,0 0 0,1 1-1,-1-1 1,-1-1 0,2 1-3,-1 1 0,1-1 1,-1 1-1,1-1 1,0 1-1,-1-1 1,1 0-1,0 1 0,-1-1 1,1 0-1,0 1 1,0-1-1,-1 0 1,1 1-1,0-1 0,0 0 1,0 1-1,0-1 1,0 0-1,0 0 1,0 1-1,0-1 0,0 0 1,0 1-1,1-1 1,-1 0-1,0 1 1,1-2-1,0 1 4,0 0 1,0 0-1,0 0 0,0 0 1,1 0-1,-1 1 1,0-1-1,0 0 0,1 1 1,-1-1-1,1 1 0,-1-1 1,2 0-1,9-1 45,0 1 1,22-1-1,-24 1-20,61-5 21,0-5 1,-1-2-1,0-3 0,-1-3 0,-1-3 0,-1-3 0,97-52 1,-141 65-66,0-1 1,-1-1 0,25-22-1,-39 29 8,0 0 0,0-1 0,-1 0 0,0 0 0,-1 0 0,0-1 0,0 0 0,-1-1 0,0 1 0,6-17 0,-10 22 6,0 1 0,0-1 0,0 1 0,-1-1 0,1 0 0,-1 0 0,0 1 0,0-1 0,0 0 0,0 0 0,-1 1 0,0-1 0,1 0 0,-1 1 0,-1-1 1,-2-6-1,1 6 8,0-1 0,0 1 0,0 0 0,-1 0 0,1 0 0,-1 0 0,0 1 0,0 0 0,0-1 0,-9-3 1,0 0 68,-1 1 1,1 0 0,-1 2 0,0-1 0,-1 2-1,1 0 1,-26-2 0,31 4-8,0 0-1,0 1 0,0 0 1,0 1-1,0 0 1,1 0-1,-1 1 1,0 0-1,1 1 1,0 0-1,-1 0 1,1 1-1,0 0 1,1 0-1,-1 1 1,1 0-1,-1 0 1,2 0-1,-1 1 1,1 1-1,0-1 1,0 1-1,0 0 1,1 0-1,0 0 1,1 1-1,-1 0 1,1 0-1,1 0 1,-5 14-1,2 3 180,0-1-1,1 1 1,-1 42-1,5 78 399,3-78-490,18 109 0,-12-136-390,2 0 0,1-1 0,2 0 0,19 37 0,-26-62-161,1-1 0,0 1 0,1-1 0,1-1 0,0 1 0,0-1 0,1-1 1,1 0-1,17 14 0,28 12-783</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1:05.913"/>
    </inkml:context>
    <inkml:brush xml:id="br0">
      <inkml:brushProperty name="width" value="0.035" units="cm"/>
      <inkml:brushProperty name="height" value="0.035" units="cm"/>
    </inkml:brush>
  </inkml:definitions>
  <inkml:trace contextRef="#ctx0" brushRef="#br0">0 0 10394,'0'1'690,"4"11"225,49 192 2104,18 353 391,-56-403-2898,37 585 656,-32 4-1134,-19-679-52,23 527-259,-10-424 17,55 247 0,-47-327-523,53 139 1,-56-181-459,2-1 0,2-1 0,2 0 0,42 54 0,-51-77 605,26 21-1,-42-40 627</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1:06.405"/>
    </inkml:context>
    <inkml:brush xml:id="br0">
      <inkml:brushProperty name="width" value="0.035" units="cm"/>
      <inkml:brushProperty name="height" value="0.035" units="cm"/>
    </inkml:brush>
  </inkml:definitions>
  <inkml:trace contextRef="#ctx0" brushRef="#br0">0 992 9186,'234'-34'760,"28"-10"432,33-6-479,56-14-465,14-9-88,40-7-104,7-6-24,-4 0-32,9-2 0,-22 8-88,-17-3-72,-12 5-224,-26 0-329,-37 11 433</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1:25.099"/>
    </inkml:context>
    <inkml:brush xml:id="br0">
      <inkml:brushProperty name="width" value="0.035" units="cm"/>
      <inkml:brushProperty name="height" value="0.035" units="cm"/>
    </inkml:brush>
  </inkml:definitions>
  <inkml:trace contextRef="#ctx0" brushRef="#br0">1 306 11354,'5'0'-902,"9"-11"599,4-1 244,-8 6 75,0-1 0,-1 0 0,0 0 0,0-1 0,9-10 0,-2 0 370,0 1 0,2 1 0,32-23 0,-40 32-309,1 0-1,0 1 1,1 0-1,0 1 1,-1 0-1,2 1 1,-1 0-1,21-3 1,47 1 36,110 5 1,-94 2 3,508 27 823,-582-26-879,17 3 249,58-2 0,-87-3-226,0-1 1,0 0-1,0 0 0,0-1 1,0-1-1,0 1 0,0-2 0,-1 1 1,0-1-1,17-10 0,-23 12-69,-1 0-1,1 0 1,-1 0-1,0 0 1,0 0 0,0 0-1,0-1 1,0 1-1,1-4 1,-2 6-14,-1-1 0,0 0 1,1 0-1,-1 0 0,0 1 1,0-1-1,0 0 0,0 0 1,0 0-1,0 0 0,0 0 1,0 1-1,0-1 0,0 0 1,0 0-1,0 0 0,-1 0 1,1 0-1,0 1 0,0-1 1,-1 0-1,1 0 0,-1 1 1,1-1-1,-1 0 0,1 0 1,-1 1-1,1-1 0,-1 1 1,0-1-1,1 0 0,-1 1 1,0-1-1,0 1 0,-6-4 0,1 0-1,-1 1 1,0 0-1,0 0 1,0 0 0,0 1-1,-13-2 1,-58-4-2,8 7 1,-128 15 1,-72 27-5,245-36 3,-126 22-4,2 7 0,-190 70-1,211-61 74,124-41-40,8-1 12,4 1-29,-1-1-1,1 0 1,-1-1-1,1 1 1,-1-1-1,14-2 0,51-12 20,-1 0-5,21 4-5,0 4 0,135 10 0,188 38-16,-174 1-33,-205-36 14,-32-6-9,-14-3 4,-87-19 17,-71-12-14,14 17-41,0 6-1,-185 14 0,117 15 73,48-3-4,163-15-14,22-1-4,23-1-4,654 14 29,-3-45 14,-442 9-27,-249 23 13,1-1-1,-1 1 0,1-1 0,-9-3 1,-12-2-11,-71-10-23,-1 5 0,-106 1-1,-192 21-93,-27-1 66,398-10 49,-100-7 11,111 5-13,0 0-1,0-2 1,0 1-1,0-2 1,1 0-1,-19-9 1,29 12-21,-1 0 1,1 0-1,-1-1 1,1 1-1,0-1 1,0 0-1,0 1 1,0-1-1,-4-6 1,7 8 2,-1 0 0,1 1-1,0-1 1,-1 0 0,1 0 0,0 1 0,0-1 0,0 0 0,-1 0 0,1 0 0,0 1 0,0-1 0,0 0 0,0 0 0,0 0-1,1 0 1,-1 1 0,0-1 0,0 0 0,1-1 0,0 1-19,-1 0 1,1 0-1,0-1 1,0 1-1,1 0 0,-1 0 1,0 0-1,0 0 1,0 0-1,1 0 0,-1 0 1,0 1-1,1-1 1,2 0-1,9-4-287,1 1 0,0 1 0,0 1 0,18-2 0,-10 1-74,76-10-1067,15-4 723</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4:28.462"/>
    </inkml:context>
    <inkml:brush xml:id="br0">
      <inkml:brushProperty name="width" value="0.035" units="cm"/>
      <inkml:brushProperty name="height" value="0.035" units="cm"/>
      <inkml:brushProperty name="color" value="#E71224"/>
    </inkml:brush>
  </inkml:definitions>
  <inkml:trace contextRef="#ctx0" brushRef="#br0">129 4422 3337,'3'-2'162,"-1"0"1,1 0 0,-1-1 0,0 1 0,1-1-1,-1 1 1,0-1 0,-1 0 0,1 0 0,0 0-1,-1 0 1,0 0 0,1 0 0,-1-1-1,1-4 1,-2 6-72,0-14 3232,5-78-2049,-8 77-1179,-11-38 11,10 41 167,0 5 169,-12-10-188,-28-37-110,30 39 91,10 11-190,0-15-24,-14-42 0,14 49 16,2 6 5,3-7 22,-3-62 745,2 69-718,0 0 0,1 0 0,0 0 0,2-10 0,-1 10 10,-1 0 1,0 0-1,0 0 1,-1-12-1,-3 2-37,-11-42-16,-7-32 448,17 76-144,4 12 57,2-13-130,2-144 602,0 140-785,-1 6-71,-1 7-3,0-1 0,0 1 0,0 0 0,1 0 0,1 1 0,-1-1 0,1 1 1,10-15-1,-7 12 80,-3 5-33,0 1 0,0-1 1,-1 0-1,0-1 1,0 1-1,0-1 1,-1 1-1,1-1 0,1-10 1,4-7 129,-7 22-191,0-1 0,-1 1 1,1-1-1,0 1 1,-1-1-1,1 1 1,-1-1-1,0 0 0,1 1 1,-1-1-1,0 0 1,0 1-1,0-1 1,0 0-1,0 1 0,0-1 1,-1 0-1,1 1 1,0-1-1,-1 0 0,-1-2 1,1-2-2,-1 0 0,1-1 0,0 1 1,1-1-1,-1 1 0,1-1 0,0 1 0,1-1 0,0 1 1,0-1-1,0 1 0,1 0 0,0-1 0,3-5 0,4-22 10,-4 14-8,14-33 1,-12 39 5,-2 0 1,0 0-1,-1-1 0,4-24 1,-2-1 7,2 0-1,15-44 1,-14 59-16,-7 21 6,0 0 0,-1 0 0,0-1 0,0 1-1,0 0 1,0-1 0,-1 1 0,1-7 0,1-10-12,5-14-1,11-79 0,-16 103 4,0 0-1,2 1 1,-1-1-1,1 1 1,9-17 0,-6 12 21,-3 8-25,2-24 265,-4 13-235,12-132 197,-11 43 296,4 86-496,14-37-15,-20 56-9,0-1 1,0 1 0,0 0-1,0-1 1,-1 1-1,1 0 1,-1-1-1,1 1 1,-1-1-1,0-3 1,0 4-1,0-1 0,0 1 0,0-1 0,0 1-1,0-1 1,1 1 0,-1 0 0,1-1 0,1-3 0,14-49-2,-11 39 2,0-1 0,1-18 0,-3 16 0,20-76 156,-19 77-32,-2 14-94,9-12-10,2-3-18,-3 5 6,-1-1 0,8-17 0,-3 13-11,33-41 2,-40 51 15,6-5 152,11 3-7,35-28-45,-37 23-25,5-14-62,2 2-1,2 0 1,0 3-1,2 0 1,0 2-1,65-33 1,218-109 9,-211 106-33,21-17 23,32-16 13,-61 49-18,-66 31-13,0-1 1,-1-2 0,46-30 0,-64 36-12,1 1 0,-1 1 0,2 0 0,-1 0 0,1 1 0,0 1 0,0 0 0,0 1 0,1 1 0,-1 0 0,1 1 0,18 0 0,-22 1 0,1-1 1,-1 0 0,0 0 0,0-1 0,0-1 0,0 1 0,13-8 0,67-43 7,-78 46-7,20-15-2,-21 15 0,0-1 0,1 2 0,-1-1 0,1 2 0,1 0 0,20-7 0,-4 8-3,0 0 0,41 0 0,-8 1 9,-19 2-5,1 2-1,-1 2 1,1 2 0,48 11 0,154 43 16,-230-54-12,0 0 0,0-2 0,0 0 0,0-1 0,0 0 0,0-1 0,0-2 0,1 1 0,-1-2 0,-1 0 0,19-6 0,180-40 104,-133 33 134,135-44 0,-159 37-199,-31 11-27,1 2 0,0 0-1,1 2 1,-1 1-1,44-5 1,68 11 23,-8 1 23,349-47 313,-366 33-341,127 0 0,-189 9-13,-1-2 0,101-27 0,15-3 16,-79 27-7,127 3-1,-99 5 90,-62-2 39,-1-3 0,60-15 0,69-8-72,-174 29-86,-1 1 1,0 0 0,1 1-1,-1 0 1,0 0-1,1 1 1,-1 0 0,0 0-1,0 1 1,0 0-1,-1 0 1,12 7 0,-13-8 11,0 0 0,0 0 0,0-1 0,1 1 0,-1-1 0,0-1 0,0 1 0,1-1 0,-1 0 0,0-1 0,0 0 0,1 0 0,10-3 0,31-2-3638,-34 2-1716,42-15 2276</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5:55.239"/>
    </inkml:context>
    <inkml:brush xml:id="br0">
      <inkml:brushProperty name="width" value="0.035" units="cm"/>
      <inkml:brushProperty name="height" value="0.035" units="cm"/>
      <inkml:brushProperty name="color" value="#E71224"/>
    </inkml:brush>
  </inkml:definitions>
  <inkml:trace contextRef="#ctx0" brushRef="#br0">263 228 2457,'-1'-9'98,"-1"0"102,0 1 0,-1-1-1,1 0 1,-7-13 0,8 21-161,1 0 1,-1 0-1,1 0 1,-1-1-1,0 1 1,0 0 0,1 0-1,-1 0 1,0 0-1,0 0 1,0 0-1,0 1 1,0-1 0,0 0-1,0 0 1,-1 1-1,1-1 1,0 1-1,0-1 1,0 1-1,-1-1 1,1 1 0,0 0-1,-1-1 1,1 1-1,0 0 1,-1 0-1,1 0 1,0 0 0,-1 0-1,1 1 1,0-1-1,0 0 1,-1 0-1,1 1 1,0-1 0,0 1-1,-1-1 1,1 1-1,-1 1 1,-3 0 1,1 1-1,-1 1 1,1-1 0,0 0 0,0 1-1,0 0 1,0 0 0,1 0 0,0 1-1,-4 6 1,5-8-36,0 0 0,1 0-1,0 1 1,0-1 0,0 1 0,0-1-1,0 1 1,0-1 0,1 1 0,0-1-1,0 1 1,0 0 0,0-1 0,0 1-1,1-1 1,-1 1 0,1-1 0,2 4 0,5 12 132,-6-16 133,0 1 0,0 0 0,0 0 0,0-1 0,-1 1 0,0 0 0,0 0 0,0 5 0,4-15-2,1-2-223,0-1 0,-1 1 0,0-1 0,-1 0 0,0 0 0,0 0 0,-1-1 0,0 0 0,0 1 0,-1-1 0,-1 0 1,0 0-1,0-17 0,-2 14 59,0 0 0,-1 0 0,-1 0 0,0 1 0,-1-1 0,0 1 1,-1 0-1,0 0 0,-1 1 0,-12-20 0,17 30-87,0 0 1,1 0-1,-1 0 0,0 0 0,0 0 0,0 1 0,0-1 0,0 0 1,0 0-1,0 1 0,0-1 0,0 0 0,0 1 0,0 0 0,0-1 1,-1 1-1,1-1 0,0 1 0,0 0 0,0 0 0,-1 0 1,1 0-1,0 0 0,0 0 0,-1 0 0,1 0 0,0 0 0,0 1 1,0-1-1,-2 1 0,-1 1 9,1 0 0,-1 0 0,1 0-1,0 1 1,0 0 0,0-1 0,-4 6 0,-3 4-1,1 1 1,0 1-1,0 0 1,2 0-1,0 1 1,-7 21-1,11-30-23,-4 12-75,1 1-1,0 0 1,1 0 0,1 1-1,1-1 1,1 1 0,1-1-1,0 1 1,3 21 0,16 74-261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6:06.162"/>
    </inkml:context>
    <inkml:brush xml:id="br0">
      <inkml:brushProperty name="width" value="0.035" units="cm"/>
      <inkml:brushProperty name="height" value="0.035" units="cm"/>
      <inkml:brushProperty name="color" value="#E71224"/>
    </inkml:brush>
  </inkml:definitions>
  <inkml:trace contextRef="#ctx0" brushRef="#br0">8 0 6041,'-2'16'272,"-4"15"352,9 18 65,-3 37 311,3 26-176,7 46-224,-5 28-208,11 35-344,4 12-224,-14 9-1000,12-6 792</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09.339"/>
    </inkml:context>
    <inkml:brush xml:id="br0">
      <inkml:brushProperty name="width" value="0.035" units="cm"/>
      <inkml:brushProperty name="height" value="0.035" units="cm"/>
      <inkml:brushProperty name="color" value="#E71224"/>
    </inkml:brush>
  </inkml:definitions>
  <inkml:trace contextRef="#ctx0" brushRef="#br0">10 437 9402,'-1'-1'27,"0"1"0,0-1 1,1 1-1,-1-1 0,1 1 0,-1-1 0,0 0 1,1 1-1,-1-1 0,1 0 0,0 1 0,-1-1 1,1 0-1,0 0 0,-1 1 0,1-1 0,0 0 1,0 0-1,-1 0 0,1 0 0,0 1 0,0-1 1,0 0-1,0 0 0,0 0 0,0 0 0,0 1 1,1-1-1,-1 0 0,0 0 0,0 0 0,1 1 1,-1-1-1,0 0 0,1 0 0,-1 1 0,1-1 1,-1 0-1,1 1 0,-1-1 0,1 1 0,0-1 1,-1 0-1,1 1 0,0-1 0,2-1 25,0 0-1,0 1 0,1-1 1,-1 1-1,0 0 0,0 0 1,1 0-1,-1 1 1,1-1-1,3 0 0,-1 1-27,0 1 0,1-1-1,-1 1 1,0 0-1,0 1 1,-1 0 0,1-1-1,0 2 1,0-1-1,-1 1 1,0 0 0,1 0-1,-1 0 1,0 1-1,-1 0 1,1 0 0,0 0-1,5 7 1,2 3 12,-1 1 0,-1 0 0,0 1 0,15 32 0,7 30 28,27 99 1,-26-75-26,300 777 215,-183-502-159,67 170 1229,-111-311 240,-75-178-468,74 101 0,-91-140-869,1-1 1,1 0 0,1-2 0,0 0-1,1-1 1,24 16 0,-28-22-126,1-1 1,0-1 0,0 0 0,1-1 0,-1 0-1,2-2 1,-1 0 0,0 0 0,30 1 0,-15-4-12,0-2 0,0-1 1,0-2-1,0-1 0,59-17 1,-21-2 2,94-45 0,-79 26-73,-2-4 0,113-85 0,136-135-7,-155 120 3,-174 145-16,261-217 34,-18-19-9,-214 204-21,-3-1 0,0 0 0,-3-3 1,-1 0-1,-1-1 0,-3-1 0,-1-1 1,-2-1-1,-1 0 0,9-47 0,15-191 19,-23-4 12,-11 165-9,-1 42-20,2-28 9,-13-204 0,1 275-46,-2 0 0,-2 0 0,-1 1 1,-1 0-1,-2 0 0,-26-46 0,26 52-686,1 0 0,1 0-1,-9-36 1,20 60 364,-1 0 0,0 0 1,1 0-1,-1-1 0,1 1 1,0 0-1,0 0 0,1-5 1,0 3-22,1 1 1,0-1-1,0 1 1,0 0-1,3-5 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17.944"/>
    </inkml:context>
    <inkml:brush xml:id="br0">
      <inkml:brushProperty name="width" value="0.035" units="cm"/>
      <inkml:brushProperty name="height" value="0.035" units="cm"/>
      <inkml:brushProperty name="color" value="#E71224"/>
    </inkml:brush>
  </inkml:definitions>
  <inkml:trace contextRef="#ctx0" brushRef="#br0">1 3 4801,'3'-1'126,"1"1"0,-1-1-1,1 1 1,-1-1 0,1 1 0,0 0 0,-1 0-1,1 1 1,-1-1 0,1 1 0,-1 0 0,1 0-1,-1 0 1,1 0 0,-1 1 0,0-1 0,0 1 0,0 0-1,0 0 1,0 0 0,0 0 0,0 0 0,3 4-1,15 12 758,-10-8-331,1 0 0,0-1 0,18 10 1,-19-17 47,17-2-432,0-1 1,0-1 0,0-1-1,44-11 1,-8 2-13,-62 11-154,228-33 105,-174 29-479,-1 2 0,67 5 0,-79 2 54</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03.964"/>
    </inkml:context>
    <inkml:brush xml:id="br0">
      <inkml:brushProperty name="width" value="0.035" units="cm"/>
      <inkml:brushProperty name="height" value="0.035" units="cm"/>
      <inkml:brushProperty name="color" value="#E71224"/>
    </inkml:brush>
  </inkml:definitions>
  <inkml:trace contextRef="#ctx0" brushRef="#br0">159 0 11586,'-2'5'403,"0"0"-1,0 0 0,1 0 1,0 0-1,0 0 0,0 0 1,1 0-1,-1 0 0,1 0 0,1 8 1,12 56-183,-8-46-165,104 689-731,-83-394 395,-15 2 0,-56 595-1,-28-364 341,9-83 318,6-30-13,56-417-405,-1 3-252,0 0 1,-1-1-1,-1 1 1,-2-1-1,-9 23 1,16-44 136,-1-1-1,0 0 1,1 1 0,-1-1-1,0 0 1,0 0 0,0 0-1,0 0 1,0 0 0,0 0-1,0 0 1,0 0 0,-3 1-1,-13 4-879</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04.474"/>
    </inkml:context>
    <inkml:brush xml:id="br0">
      <inkml:brushProperty name="width" value="0.035" units="cm"/>
      <inkml:brushProperty name="height" value="0.035" units="cm"/>
      <inkml:brushProperty name="color" value="#E71224"/>
    </inkml:brush>
  </inkml:definitions>
  <inkml:trace contextRef="#ctx0" brushRef="#br0">61 0 8066,'-9'10'157,"1"-1"92,0 0 1,1 1-1,-13 20 0,19-28-227,0-1-1,0 1 0,0 0 0,0 0 1,1-1-1,-1 1 0,1 0 1,-1 0-1,1 0 0,-1 0 0,1 0 1,0 0-1,0 0 0,0 0 0,0 0 1,0 0-1,1 0 0,-1 0 0,1 0 1,-1 0-1,1 0 0,-1 0 0,1-1 1,0 1-1,0 0 0,0 0 0,0-1 1,0 1-1,1-1 0,-1 1 1,2 1-1,4 1 41,0 0-1,1-1 1,-1 0 0,1 0 0,-1-1 0,1 0 0,0 0-1,0 0 1,0-1 0,14 0 0,101 3 686,151-14 0,-120 2-384,1005 18 1414,-207 18-1095,-721-33-1596,0-10-1,254-50 0,-285 26 275</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05.560"/>
    </inkml:context>
    <inkml:brush xml:id="br0">
      <inkml:brushProperty name="width" value="0.035" units="cm"/>
      <inkml:brushProperty name="height" value="0.035" units="cm"/>
      <inkml:brushProperty name="color" value="#E71224"/>
    </inkml:brush>
  </inkml:definitions>
  <inkml:trace contextRef="#ctx0" brushRef="#br0">745 0 4969,'0'0'5361,"-26"42"-4505,-18 5-223,-5 7-153,-11 16 104,-18 0-152,0 11-504,-10-9-408,-5-2-248,10-8 15,8-20-1519,4-14 1368</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05.746"/>
    </inkml:context>
    <inkml:brush xml:id="br0">
      <inkml:brushProperty name="width" value="0.035" units="cm"/>
      <inkml:brushProperty name="height" value="0.035" units="cm"/>
      <inkml:brushProperty name="color" value="#E71224"/>
    </inkml:brush>
  </inkml:definitions>
  <inkml:trace contextRef="#ctx0" brushRef="#br0">1 1 10754,'34'0'768,"5"0"1185,2 8 31,8 7-1120,-2 9-287,0 12-553,5 11-216,0 15-337,5 8-167,-3 13-328,-7 0-216,-6-8-369,-10-5-967,3-26 1440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06.621"/>
    </inkml:context>
    <inkml:brush xml:id="br0">
      <inkml:brushProperty name="width" value="0.035" units="cm"/>
      <inkml:brushProperty name="height" value="0.035" units="cm"/>
      <inkml:brushProperty name="color" value="#E71224"/>
    </inkml:brush>
  </inkml:definitions>
  <inkml:trace contextRef="#ctx0" brushRef="#br0">592 0 9666,'-10'11'236,"1"0"0,1 1-1,0 0 1,0 0 0,1 1-1,0 0 1,-8 24 0,1 13-190,3-1 0,1 2 0,3-1 1,2 1-1,3 94 0,2-143-43,0 6 1,1 0 0,0 0 0,4 13 0,-4-20 3,-1 1 0,0-1 0,0 0 0,1 0 0,-1 0 0,1 0 0,-1 0-1,1 0 1,-1 0 0,1 0 0,0 0 0,0 0 0,-1 0 0,1 0 0,0 0-1,0-1 1,0 1 0,0 0 0,0 0 0,0-1 0,0 1 0,0-1 0,0 1-1,0-1 1,0 0 0,0 1 0,1-1 0,-1 0 0,0 0 0,0 1 0,0-1-1,0 0 1,1 0 0,-1 0 0,1-1 0,2 0 39,-1 0 0,0-1 0,0 1 0,0-1 0,0 0 0,-1 0 0,1 0 0,0 0 0,-1-1-1,1 1 1,-1-1 0,0 1 0,0-1 0,3-4 0,23-47 686,-27 53-721,61-156 1106,-43 101-639,3 2 0,35-64 0,-43 98-306,-14 20-171,0-1 0,0 1-1,0 0 1,0 0 0,0 0-1,0 0 1,0 0 0,0-1-1,0 1 1,0 0 0,0 0-1,1 0 1,-1 0 0,0 0-1,0 0 1,0 0 0,0-1-1,0 1 1,1 0 0,-1 0-1,0 0 1,0 0 0,0 0-1,0 0 1,0 0 0,1 0-1,-1 0 1,0 0 0,0 0-1,0 0 1,0 0 0,1 0-1,-1 0 1,0 0 0,0 0-1,0 0 1,0 0 0,1 0-1,-1 0 1,0 0 0,0 0-1,0 0 1,0 1 0,0-1-1,1 0 1,-1 0 0,0 0-1,2 1-6,-1 0 0,1 0 0,-1 0 0,1 0 0,-1 0 0,1 0 0,-1 0 0,0 0 0,0 1 0,1-1 0,-1 1-1,0-1 1,0 1 0,1 2 0,10 35-107,111 621-359,-116-600 503,-3-1-1,-2 2 1,-3-1 0,-12 79-1,9-113 201,-1 0-1,-1 0 0,-2-1 1,0 0-1,-2-1 0,0 0 1,-2-1-1,-1 0 0,-1 0 1,0-1-1,-2-1 0,-26 28 1,30-38-158,-1 0 1,0-1-1,-1 0 1,0-1-1,0-1 1,-1 0-1,0-1 1,-1 0-1,1-1 1,-1-1-1,0-1 1,-1 0-1,1-1 1,-1-1-1,-31 1 1,14-4-560,0-1 0,1-2-1,-1-1 1,1-2 0,0-1 0,-59-24 0,64 21-959,-49-28 1,49 21 643,-29-26 1,57 44 797</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07.490"/>
    </inkml:context>
    <inkml:brush xml:id="br0">
      <inkml:brushProperty name="width" value="0.035" units="cm"/>
      <inkml:brushProperty name="height" value="0.035" units="cm"/>
      <inkml:brushProperty name="color" value="#E71224"/>
    </inkml:brush>
  </inkml:definitions>
  <inkml:trace contextRef="#ctx0" brushRef="#br0">1 2438 11290,'557'-390'1239,"-253"172"-683,486-307 179,15 23-24,-113 115 140,-583 332-786,155-81 263,-13-23-909,-251 159 577,44-36-891,-42 34 835,0-1-1,-1 1 1,1 0-1,-1-1 1,1 1 0,-1-1-1,0 0 1,0 1-1,1-6 1,-2 8 60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13.958"/>
    </inkml:context>
    <inkml:brush xml:id="br0">
      <inkml:brushProperty name="width" value="0.035" units="cm"/>
      <inkml:brushProperty name="height" value="0.035" units="cm"/>
      <inkml:brushProperty name="color" value="#E71224"/>
    </inkml:brush>
  </inkml:definitions>
  <inkml:trace contextRef="#ctx0" brushRef="#br0">446 7 1912,'0'0'479,"2"-5"-163,-2 5-249,1 0 0,-1-1 0,0 1 0,1 0 1,-1 0-1,1 0 0,-1 0 0,0 0 0,1 0 0,-1 0 1,0 0-1,1 0 0,-1 0 0,1 0 0,-1 0 0,0 0 1,1 0-1,-1 0 0,1 0 0,-1 0 0,0 0 0,1 0 1,-1 0-1,0 1 0,1-1 0,-1 0 0,0 0 0,1 0 1,-1 1-1,0-1 0,0 0 0,1 0 0,-1 1 0,3 1 66,-1 0 0,1 0 0,-1 0 0,0 0 0,1 0 0,-1 1 0,0-1 0,-1 1 0,1-1 0,0 1 0,-1 0 0,1 0 0,-1 0-1,0 0 1,0 0 0,0 0 0,0 0 0,-1 0 0,1 0 0,-1 0 0,0 0 0,0 0 0,0 1 0,-1 3 0,-16 167 1980,8-99-1812,1 117-1,8-176-262,1-1 1,1 1-1,1-1 1,0 0-1,1 0 1,9 25-1,-11-35-20,1 0-1,-1 0 1,1 0-1,0-1 1,0 1-1,0-1 1,1 0-1,0 0 1,-1 0-1,1 0 1,1-1-1,-1 0 1,0 1-1,1-2 1,0 1-1,0 0 1,0-1-1,0 0 1,0 0-1,0-1 1,0 1-1,8 0 1,-3-1 19,-1-1 1,1 0-1,-1 0 1,1-1-1,-1 0 1,1-1-1,-1 0 1,0 0-1,0-1 1,0-1-1,0 1 1,-1-1-1,1-1 1,-1 0-1,0 0 1,0 0 0,-1-1-1,13-12 1,-2-1 129,0-2 1,-1 0 0,-1 0 0,-1-2 0,19-36 0,-9 10 148,24-65 1,-42 94-238,0 0 1,-2 0 0,-1-1 0,0 0 0,-1 0-1,-1-32 1,-2 48-38,0 0 0,-1 0 1,0 0-1,0 0 0,0 0 0,0 0 0,-1 0 0,-3-7 1,4 11-32,0-1 0,1 1 0,-1 0 0,0 0 1,0 0-1,0 0 0,0 0 0,0 0 1,0 0-1,0 0 0,0 0 0,-1 0 0,1 1 1,0-1-1,0 0 0,-1 1 0,1-1 1,0 1-1,-1 0 0,1-1 0,0 1 0,-1 0 1,1 0-1,-1 0 0,1 0 0,-1 0 1,1 0-1,0 0 0,-1 0 0,1 1 0,-1-1 1,1 0-1,0 1 0,-3 0 0,0 1-6,0 0-1,0 1 0,1-1 1,-1 1-1,0 0 0,1 0 1,0 0-1,-1 0 0,1 1 1,1-1-1,-1 1 1,0 0-1,1 0 0,0 0 1,0 0-1,0 0 0,-1 4 1,-2 6-10,1-1 0,1 1 0,0 0 1,-1 18-1,1 14-44,3 0 0,1 0-1,13 75 1,38 133-120,-44-219 156,5 22-18,4 8-19,-4 0 1,10 122-1,-23-171 85,0 0 0,-1 0 0,-1 0 0,0 0 0,-2 0 0,1 0 0,-2-1 0,-7 18 0,8-24 166,-1 0-1,0 0 1,0 0-1,-1-1 1,0 0-1,-1 0 1,0 0-1,0-1 1,0 0-1,-1 0 1,0-1-1,-1 0 1,-16 9-1,12-9 96,0-1 0,-1 0 0,1 0 0,-1-1 1,0-1-1,0-1 0,0 0 0,-1 0 0,-13-2 0,5-1-87,1 0 0,0-2 0,0-1 0,1-1-1,-28-9 1,10-1-239,0-2-1,0-2 1,2-1 0,1-2-1,-53-41 1,50 31-912,-57-60 1,75 68-805,0-1 0,2 0 1,-24-41-1,36 51 1038,0 1 0,-7-24-1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14.377"/>
    </inkml:context>
    <inkml:brush xml:id="br0">
      <inkml:brushProperty name="width" value="0.035" units="cm"/>
      <inkml:brushProperty name="height" value="0.035" units="cm"/>
      <inkml:brushProperty name="color" value="#E71224"/>
    </inkml:brush>
  </inkml:definitions>
  <inkml:trace contextRef="#ctx0" brushRef="#br0">0 247 11186,'0'0'2817,"21"3"-2553,10-24-144,8-8-168,10-7-288,6-6-520,4-2-24,3 13 464,-7 3 79,-8 15 193,-8 8 64,-16 7-8,-2 6-72,-14 7-376,-7 4-536,0-6 608</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14.599"/>
    </inkml:context>
    <inkml:brush xml:id="br0">
      <inkml:brushProperty name="width" value="0.035" units="cm"/>
      <inkml:brushProperty name="height" value="0.035" units="cm"/>
      <inkml:brushProperty name="color" value="#E71224"/>
    </inkml:brush>
  </inkml:definitions>
  <inkml:trace contextRef="#ctx0" brushRef="#br0">1 284 19540,'5'26'1144,"21"-11"33,13-12-929,15-19-584,11-15-296,-3-18-1297,3-8-1152,-3-5-1247,-15 2 951,5 8 1720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16.333"/>
    </inkml:context>
    <inkml:brush xml:id="br0">
      <inkml:brushProperty name="width" value="0.035" units="cm"/>
      <inkml:brushProperty name="height" value="0.035" units="cm"/>
      <inkml:brushProperty name="color" value="#E71224"/>
    </inkml:brush>
  </inkml:definitions>
  <inkml:trace contextRef="#ctx0" brushRef="#br0">84 76 4689,'-9'118'3990,"-35"294"-2622,14-237-1333,30-172 16,1-9 70,8-34 47,5-61-1,-4 24-148,-3 30-28,2-19 13,22-79-1,-25 126 8,1-1 1,0 1-1,1 1 1,1-1-1,1 1 1,1 1-1,0 0 0,19-22 1,-18 26 15,2-1 0,-1 2 0,2 0 0,-1 1 0,2 1 1,-1 0-1,19-8 0,-28 15-10,0 1 1,0-1 0,1 1 0,-1 1-1,1-1 1,-1 1 0,1 0-1,-1 1 1,1 0 0,7 0 0,-10 1-5,0 0 1,0 0-1,1 0 1,-1 0-1,0 1 1,0 0-1,0-1 1,-1 2-1,1-1 1,0 0-1,-1 1 1,1-1-1,-1 1 1,0 0-1,0 0 1,5 7-1,-3-2 2,0 0-1,-1 1 0,0 0 0,0 0 1,-1 0-1,0 0 0,-1 0 0,0 1 0,0-1 1,-1 1-1,0 11 0,1 17 1,-2-1 1,-2 1-1,-1-1 0,-11 45 1,-42 145 67,54-222-79,-5 28 162,12-40-162,-1 1 1,0-1-1,0 1 1,0-1 0,-1 0-1,0-1 1,0 1 0,-1-1-1,3-13 1,5-16-11,72-179-129,-66 181 113,2 1 1,1 1-1,47-61 0,-60 85 22,1 1 1,0 1-1,0-1 0,0 1 0,1 1 0,0-1 0,1 1 1,-1 0-1,1 1 0,0 0 0,1 1 0,-1 0 1,12-3-1,-19 6 3,0 1 0,0 0 0,0 0 0,-1-1 0,1 2 1,0-1-1,0 0 0,0 0 0,0 1 0,0-1 0,0 1 0,0-1 0,-1 1 1,1 0-1,0-1 0,0 1 0,-1 0 0,1 0 0,-1 1 0,1-1 0,-1 0 1,1 0-1,-1 1 0,0-1 0,1 1 0,-1-1 0,0 1 0,0 0 0,0-1 1,0 1-1,-1 0 0,1 0 0,0 1 0,3 9 14,0 1 1,-1-1-1,0 0 0,0 14 1,0-6 0,4 34 33,0 76 0,-4-51-24,-1-26-33,-2-33-59,1 1 0,1 0 0,0-1 0,2 0 0,8 30 0,-11-49 40,0 3-51,0-1 0,0 0 0,1 1 0,-1-1 0,1 0 1,0 0-1,3 4 0,-2-4 18,0-1 0,1 1 0,-1-1 0,1 0 0,0 0 0,5 2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16.674"/>
    </inkml:context>
    <inkml:brush xml:id="br0">
      <inkml:brushProperty name="width" value="0.035" units="cm"/>
      <inkml:brushProperty name="height" value="0.035" units="cm"/>
      <inkml:brushProperty name="color" value="#E71224"/>
    </inkml:brush>
  </inkml:definitions>
  <inkml:trace contextRef="#ctx0" brushRef="#br0">535 0 15155,'-49'76'832,"-6"12"-423,9 5-361,-9 8-577,-10-2-423,-2-14-1248,-3-7 687,5-21-1727,3-13 1631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16.880"/>
    </inkml:context>
    <inkml:brush xml:id="br0">
      <inkml:brushProperty name="width" value="0.035" units="cm"/>
      <inkml:brushProperty name="height" value="0.035" units="cm"/>
      <inkml:brushProperty name="color" value="#E71224"/>
    </inkml:brush>
  </inkml:definitions>
  <inkml:trace contextRef="#ctx0" brushRef="#br0">1 1 13955,'0'0'2993,"21"31"-2041,2 5-640,8 11-312,8 13-696,3 10-304,12 8-649,-12-3-455,-1-3 47,1-7-1167,9-13 1543</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17.274"/>
    </inkml:context>
    <inkml:brush xml:id="br0">
      <inkml:brushProperty name="width" value="0.035" units="cm"/>
      <inkml:brushProperty name="height" value="0.035" units="cm"/>
      <inkml:brushProperty name="color" value="#E71224"/>
    </inkml:brush>
  </inkml:definitions>
  <inkml:trace contextRef="#ctx0" brushRef="#br0">0 219 6729,'10'2'713,"11"3"847,3 3-584,4-8-32,3-2-47,6-9-369,7-4 224,5-6-488,5 0-200,16-7-128,8-1-152,0 1-456,0-1 144,0 3-2097,-6 3 1745</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17.549"/>
    </inkml:context>
    <inkml:brush xml:id="br0">
      <inkml:brushProperty name="width" value="0.035" units="cm"/>
      <inkml:brushProperty name="height" value="0.035" units="cm"/>
      <inkml:brushProperty name="color" value="#E71224"/>
    </inkml:brush>
  </inkml:definitions>
  <inkml:trace contextRef="#ctx0" brushRef="#br0">1 1 9482,'13'25'416,"7"12"176,9 7-440,-3 18-120,-3 8-16,-13 26 0,-2 16 16,-16 20 0,-7 0-24,-3-7-240,-6-14-864,17-20 680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17.900"/>
    </inkml:context>
    <inkml:brush xml:id="br0">
      <inkml:brushProperty name="width" value="0.035" units="cm"/>
      <inkml:brushProperty name="height" value="0.035" units="cm"/>
      <inkml:brushProperty name="color" value="#E71224"/>
    </inkml:brush>
  </inkml:definitions>
  <inkml:trace contextRef="#ctx0" brushRef="#br0">852 131 9778,'-13'-13'82,"-1"1"1,0 0-1,-1 0 0,0 2 0,0 0 0,-1 1 1,-1 0-1,1 1 0,-1 1 0,-1 1 1,1 0-1,-1 1 0,0 1 0,-1 1 0,1 1 1,0 0-1,-1 1 0,1 1 0,-1 1 1,-19 3-1,15 0-45,0 0 0,1 1 1,-1 2-1,1 0 0,0 2 0,1 0 1,0 1-1,0 1 0,1 1 1,1 1-1,0 1 0,1 0 0,0 1 1,1 1-1,-22 28 0,20-20 171,2 1-1,1 2 1,-20 42-1,28-51-31,0 1-1,2 0 1,0 0-1,1 0 1,1 1 0,-2 27-1,6-39-118,-1 1-1,2-1 0,-1 1 0,1-1 0,1 0 0,-1 1 1,1-1-1,1 0 0,-1 0 0,2 0 0,-1 0 0,1-1 0,0 1 1,0-1-1,8 9 0,-5-8-37,0-1 1,0 0-1,1-1 1,0 0-1,0 0 0,1 0 1,0-1-1,0-1 1,0 1-1,0-1 0,0-1 1,16 4-1,1-1-141,-1-2 0,2 0 0,-1-2 1,0-1-1,1-1 0,-1-1 0,35-6 0,-7-3-523,-1-3 0,83-30 0,54-37 8,-174 73 604</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25.373"/>
    </inkml:context>
    <inkml:brush xml:id="br0">
      <inkml:brushProperty name="width" value="0.035" units="cm"/>
      <inkml:brushProperty name="height" value="0.035" units="cm"/>
      <inkml:brushProperty name="color" value="#E71224"/>
    </inkml:brush>
  </inkml:definitions>
  <inkml:trace contextRef="#ctx0" brushRef="#br0">192 1 7842,'-20'2'3534,"11"13"-3413,8-13-116,-3 6 17,0 0 1,1 0-1,-1 1 0,1-1 1,1 1-1,0 0 1,0 0-1,1 0 0,0 0 1,0 14-1,3 6 77,-1 6 1,1-1-1,10 44 1,-10-70-51,0 1 0,0-1 1,1 0-1,0 0 0,1 0 0,-1 0 0,1-1 0,1 1 0,0-1 0,0 0 0,0 0 0,1-1 1,0 0-1,10 8 0,-13-11-13,1-1 0,0 0 1,1 0-1,-1 0 0,0 0 1,1-1-1,-1 1 0,1-1 1,-1-1-1,1 1 0,-1-1 1,1 1-1,0-1 0,-1 0 1,1-1-1,-1 1 0,1-1 1,5-1-1,4-3 4,0 1 1,0-2-1,-1 0 1,18-10-1,-11 3-37,-1 0 0,-1-1 0,0-1-1,-1-1 1,-1-1 0,0 0 0,-1-1 0,-1 0 0,-1-1 0,-1-1-1,0 0 1,-2 0 0,16-43 0,-24 56 76,0 0 1,0 0-1,-1 0 0,0 0 1,0 0-1,-1 0 0,1 0 1,-2 0-1,1 0 0,-1 0 1,-3-11-1,4 16 759,10 5-664,-6-1-204,0 0-1,-1 0 1,1 0-1,0 1 1,-1-1-1,0 1 1,1 0-1,-1 0 0,0 0 1,-1 1-1,1-1 1,-1 1-1,1-1 1,-1 1-1,0 0 1,0 0-1,-1 0 1,1 0-1,-1 0 0,1 5 1,7 25-308,-2 0 0,-1 1 0,1 54 0,-8 107-357,-19 143 463,18-314 240,-2-1 1,0 0-1,-1 0 1,-10 26-1,12-41 32,-1 0-1,0 0 1,-1-1 0,0 1-1,0-1 1,-1-1 0,1 1-1,-2-1 1,1 0 0,-1 0-1,0-1 1,-1 1 0,-9 5-1,3-5 90,0 0 0,0-1 0,0-1 0,-1 0 0,0-1 0,0 0 0,0-2 0,0 0 0,0 0 0,-1-1 0,1-1 0,0-1 0,-25-3 0,13-1-22,1 0-1,0-1 0,1-2 0,0-1 0,0 0 0,0-2 0,-23-15 0,34 18-424,1-1 0,0-1 0,0 0 0,1-1 0,-17-19 0,-2-13-522</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25.816"/>
    </inkml:context>
    <inkml:brush xml:id="br0">
      <inkml:brushProperty name="width" value="0.035" units="cm"/>
      <inkml:brushProperty name="height" value="0.035" units="cm"/>
      <inkml:brushProperty name="color" value="#E71224"/>
    </inkml:brush>
  </inkml:definitions>
  <inkml:trace contextRef="#ctx0" brushRef="#br0">1 115 13363,'0'0'2360,"39"15"-2120,18-17-456,0-6-112,23-10-176,0-3-216,-2 3-112,-5 0 64,-19 2 400,-4 3 152,-19 5-561,-5 1-1847</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26.004"/>
    </inkml:context>
    <inkml:brush xml:id="br0">
      <inkml:brushProperty name="width" value="0.035" units="cm"/>
      <inkml:brushProperty name="height" value="0.035" units="cm"/>
      <inkml:brushProperty name="color" value="#E71224"/>
    </inkml:brush>
  </inkml:definitions>
  <inkml:trace contextRef="#ctx0" brushRef="#br0">5 29 15675,'-5'24'2249,"10"-9"279,13-4-2272,34-22-2024,3-12-1641,17-21 1377</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27.027"/>
    </inkml:context>
    <inkml:brush xml:id="br0">
      <inkml:brushProperty name="width" value="0.035" units="cm"/>
      <inkml:brushProperty name="height" value="0.035" units="cm"/>
      <inkml:brushProperty name="color" value="#E71224"/>
    </inkml:brush>
  </inkml:definitions>
  <inkml:trace contextRef="#ctx0" brushRef="#br0">416 291 5169,'-23'0'1109,"7"-1"-214,-1 1 0,-20 4 0,31-3-844,0 0 0,1 0 0,-1 1 1,1 0-1,-1 0 0,1 1 0,0-1 0,0 1 1,0 0-1,-6 5 0,2 1-26,1-1 0,-1 1 1,2 1-1,-1 0 0,2 0 0,-1 0 0,1 0 0,-6 18 1,-3 8 192,-13 54 1,8-11 376,-17 123 0,33-160-274,1-1-1,2 1 1,2-1 0,13 81 0,-11-102-138,2-1 1,0 0-1,2-1 0,0 1 0,0-1 1,20 31-1,-24-44-169,0 0-1,0 0 1,1 0 0,0-1 0,0 0 0,0 1-1,1-1 1,-1-1 0,1 1 0,0-1-1,0 0 1,0 0 0,1 0 0,-1-1 0,1 1-1,-1-1 1,1-1 0,0 1 0,-1-1 0,1 0-1,0 0 1,0-1 0,0 0 0,0 0 0,0 0-1,11-2 1,-5-1 0,-1-1 0,0 1 0,0-2 0,-1 0 0,1 0 0,-1 0 0,0-2 0,16-12 0,3-6 45,35-39 0,-13 7-54,-2-3 0,-3-1-1,-3-3 1,-3-1 0,45-96-1,-73 133-63,-1-1-1,-2 0 1,-1-1-1,-1 0 1,-1 0 0,-2 0-1,-1-1 1,-1 0-1,-5-57 1,2 70 3,-2-1 0,0 1-1,-1 0 1,-1 1 0,-1-1 0,0 1 0,-1 0-1,-1 0 1,0 1 0,-2 0 0,0 1 0,0 0-1,-2 0 1,1 1 0,-2 1 0,0 0 0,-23-18 0,21 21 44,0 1 1,-1 0 0,0 2 0,0-1-1,-1 2 1,0 0 0,0 1 0,0 1-1,-1 0 1,0 2 0,1 0 0,-1 1 0,0 0-1,0 2 1,0 0 0,0 1 0,1 1-1,-26 6 1,18-1 75,1 0 0,-1 1 0,2 2 0,-1 0 0,1 1 0,1 2 0,1 0-1,0 1 1,0 2 0,2 0 0,0 0 0,-17 22 0,29-31 3,0 1 0,1 1 0,0-1-1,0 1 1,1 0 0,0 0 0,1 1 0,0-1 0,-2 12-1,5-17-41,0-1 0,0 1 0,1-1 0,0 1-1,0 0 1,0-1 0,0 1 0,1-1 0,0 1-1,0-1 1,0 1 0,0-1 0,1 1 0,0-1-1,-1 0 1,2 0 0,-1 0 0,0 0 0,1 0-1,0 0 1,0-1 0,0 1 0,0-1-1,5 4 1,5 2 12,-1-1-1,2 0 1,-1-1-1,1 0 0,0-1 1,27 7-1,-3-3-5,61 8-1,-37-11-122,0-4 1,0-2-1,78-8 0,-37-6-1575,117-31 1,-104 16 825</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33.425"/>
    </inkml:context>
    <inkml:brush xml:id="br0">
      <inkml:brushProperty name="width" value="0.035" units="cm"/>
      <inkml:brushProperty name="height" value="0.035" units="cm"/>
      <inkml:brushProperty name="color" value="#E71224"/>
    </inkml:brush>
  </inkml:definitions>
  <inkml:trace contextRef="#ctx0" brushRef="#br0">76 1 7570,'-3'0'1152,"0"2"1144,1-2-1848,-3 0-183,-1 0-161,1 0-40,3 0 16,-48 37 8,61 7 24,2 15-24,-3 27-72,-7 10-72,-6 13-240,-2 0-201,5-13-1847,3-8 1504</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34.321"/>
    </inkml:context>
    <inkml:brush xml:id="br0">
      <inkml:brushProperty name="width" value="0.035" units="cm"/>
      <inkml:brushProperty name="height" value="0.035" units="cm"/>
      <inkml:brushProperty name="color" value="#E71224"/>
    </inkml:brush>
  </inkml:definitions>
  <inkml:trace contextRef="#ctx0" brushRef="#br0">748 9 10410,'-1'-2'195,"1"1"-163,-1 1 1,1-1 0,0 1 0,0 0-1,-1-1 1,1 1 0,0 0 0,0-1-1,-1 1 1,1 0 0,0 0 0,-1-1 0,1 1-1,-1 0 1,1 0 0,0 0 0,-1-1-1,1 1 1,-1 0 0,1 0 0,0 0-1,-1 0 1,1 0 0,-1 0 0,1 0-1,-1 0 1,1 0 0,0 0 0,-1 0 0,1 0-1,-1 0 1,1 0 0,0 0 0,-1 0-1,1 1 1,-1-1 0,1 0 0,0 0-1,-1 0 1,1 1 0,-6 1-21,1 1-1,0 0 1,-1 0-1,2 0 1,-1 1 0,0 0-1,1 0 1,-1 0 0,1 0-1,0 1 1,1-1 0,-1 1-1,-4 8 1,-8 16 12,-17 40 0,12-24-4,-54 114 30,-54 100 105,105-216-132,-2-2-1,-2 0 1,-59 65 0,74-92-122,-1-1 1,-1 0 0,0-1 0,-20 13-1,30-22 39,1-1 1,-1 0-1,0 0 0,0 0 0,1 0 1,-1-1-1,0 0 0,0 0 0,-6 0 0,8-1 17,0 0 0,0 0 0,1 0 0,-1-1 0,0 1 0,1-1 0,-1 0 0,1 0 0,-1 0 0,1 0 0,-1 0 0,1 0 0,0-1 0,-1 1 0,1-1 0,0 0 0,0 0 0,-2-2 0,1 1-168,0-1 0,0 1 0,1-1 0,0 1 0,-1-1 1,1 0-1,1 0 0,-1 0 0,-1-6 0,1-1-179,0-1-1,1 1 1,1-18-1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34.504"/>
    </inkml:context>
    <inkml:brush xml:id="br0">
      <inkml:brushProperty name="width" value="0.035" units="cm"/>
      <inkml:brushProperty name="height" value="0.035" units="cm"/>
      <inkml:brushProperty name="color" value="#E71224"/>
    </inkml:brush>
  </inkml:definitions>
  <inkml:trace contextRef="#ctx0" brushRef="#br0">1 5 9586,'13'-5'824,"2"5"665,22 8-193,2 18-152,5 16-304,13 17-464,0 11-232,8 16-448,7 2-152,-2 3-600,-2-3-480,2-8-369,-8-7 1145</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34.737"/>
    </inkml:context>
    <inkml:brush xml:id="br0">
      <inkml:brushProperty name="width" value="0.035" units="cm"/>
      <inkml:brushProperty name="height" value="0.035" units="cm"/>
      <inkml:brushProperty name="color" value="#E71224"/>
    </inkml:brush>
  </inkml:definitions>
  <inkml:trace contextRef="#ctx0" brushRef="#br0">55 1 10474,'-16'44'992,"0"10"2745,3 16-3025,6 26-1472,7 13-440,-3 16-920,11-3 1607</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35.728"/>
    </inkml:context>
    <inkml:brush xml:id="br0">
      <inkml:brushProperty name="width" value="0.035" units="cm"/>
      <inkml:brushProperty name="height" value="0.035" units="cm"/>
      <inkml:brushProperty name="color" value="#E71224"/>
    </inkml:brush>
  </inkml:definitions>
  <inkml:trace contextRef="#ctx0" brushRef="#br0">19 101 11698,'-18'0'2185,"33"-5"-1561,27 0 24,15 3 16,18-6 9,11 8-97,9-3-216,-4 3-176,5-8-344,-8-5-224,-2-2-937,0-9-639,-16 6 936</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35.961"/>
    </inkml:context>
    <inkml:brush xml:id="br0">
      <inkml:brushProperty name="width" value="0.035" units="cm"/>
      <inkml:brushProperty name="height" value="0.035" units="cm"/>
      <inkml:brushProperty name="color" value="#E71224"/>
    </inkml:brush>
  </inkml:definitions>
  <inkml:trace contextRef="#ctx0" brushRef="#br0">5 0 15699,'-5'36'817,"5"14"23,26 14-1680,13 14-145,5 23 33,-2 6 88,-6 25-352,-10 8 351,-11 5 497</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36.748"/>
    </inkml:context>
    <inkml:brush xml:id="br0">
      <inkml:brushProperty name="width" value="0.035" units="cm"/>
      <inkml:brushProperty name="height" value="0.035" units="cm"/>
      <inkml:brushProperty name="color" value="#E71224"/>
    </inkml:brush>
  </inkml:definitions>
  <inkml:trace contextRef="#ctx0" brushRef="#br0">406 417 11618,'-27'0'123,"0"1"0,0 2 0,-46 9 0,63-10-114,0 1 0,0 1 1,0 0-1,1 0 0,-1 0 1,1 1-1,0 1 0,1 0 0,-1 0 1,1 0-1,0 1 0,-13 15 1,13-10 12,0 0 0,1 1 0,0 0 1,1 0-1,1 0 0,0 1 0,0-1 0,2 1 1,0 0-1,0 1 0,-1 25 0,3 7 108,2 0 0,9 64 0,-4-60-116,3 0 0,2-1 1,2 0-1,2-1 0,3 0 0,38 74 1,-46-104-55,1 0 1,2-2-1,0 1 1,0-2-1,2 0 1,0 0 0,31 24-1,-34-31 36,-1-2-1,1 1 1,1-2 0,-1 0-1,1 0 1,0-1 0,1-1 0,-1 0-1,1 0 1,-1-2 0,1 0-1,0 0 1,15-1 0,-15-2 37,-1-1 1,1 0-1,-1-1 1,0 0-1,0-1 1,0-1-1,0 0 1,-1-1-1,0 0 1,0-1-1,0 0 1,-1-1 0,14-12-1,13-14 42,-2-1 0,38-49-1,-70 79-75,37-43-35,-3-2-1,-2-1 1,38-75 0,-57 94 23,-3-1 0,0 0 0,-3-2 0,0 1 0,-3-1 1,0-1-1,2-43 0,-8 43 38,-2-1 1,-2 1-1,-1 0 0,-1 0 1,-2 0-1,-2 0 1,-2 1-1,-22-57 1,21 67-2,0 1 1,-1 1 0,-2 0 0,0 0 0,-1 2 0,-2 0 0,0 0 0,-1 2-1,-1 0 1,-1 1 0,0 1 0,-34-21 0,39 30-32,0 1 0,-1 0 0,1 1 0,-2 1 0,1 0 0,-1 1 1,1 1-1,-1 0 0,-31 0 0,13 3 35,0 3 0,0 0 1,-56 14-1,54-9 57,1 2-1,1 1 1,0 2 0,1 2-1,-42 23 1,61-28-53,-1 0-1,1 0 1,1 2 0,0 0 0,1 0-1,0 1 1,1 1 0,1 0-1,0 0 1,0 2 0,2-1-1,-14 29 1,17-28-44,1 0-1,0 0 1,1 0-1,1 1 1,0 0-1,1-1 1,1 1 0,2 27-1,-1-33 3,2 0 1,0 1-1,0-1 0,0 0 1,2-1-1,-1 1 0,1 0 0,1-1 1,0 0-1,1 0 0,-1 0 0,2-1 1,13 16-1,-9-15 8,0 0 0,1-1 1,0 0-1,0 0 0,1-2 0,0 0 0,1 0 0,25 8 1,-14-7 18,0-1-1,1-2 1,-1 0 0,35 0 0,-18-4-106,1-3-1,-1-1 1,0-2 0,0-3-1,0 0 1,43-17 0,-65 19-111,26-8-1095,2 2 0,67-9 0,-89 19 595,49 6 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37.198"/>
    </inkml:context>
    <inkml:brush xml:id="br0">
      <inkml:brushProperty name="width" value="0.035" units="cm"/>
      <inkml:brushProperty name="height" value="0.035" units="cm"/>
      <inkml:brushProperty name="color" value="#E71224"/>
    </inkml:brush>
  </inkml:definitions>
  <inkml:trace contextRef="#ctx0" brushRef="#br0">129 177 12019,'-3'1'12,"-53"19"409,51-18-404,1 0 0,0 0 0,0 1 0,0-1 0,0 1 0,0 0 0,0 0 0,1 0 0,0 1 0,-5 6 0,4-4-38,1 1 1,0 0 0,0 1 0,1-1 0,0 0-1,0 1 1,1-1 0,0 1 0,0-1-1,1 10 1,0-5 14,0-1-1,1 0 1,0 1 0,1-1 0,1 0-1,4 14 1,-5-19 19,1 0-1,0 0 1,0 0-1,0 0 1,1-1 0,-1 1-1,2-1 1,-1 0-1,0 0 1,1 0 0,0-1-1,0 0 1,0 0-1,1 0 1,-1 0-1,1-1 1,0 0 0,0 0-1,0-1 1,0 1-1,1-1 1,-1-1 0,0 1-1,1-1 1,6 0-1,1 0 13,-1-1 0,0-1 0,0 0 0,0-1 0,0-1 0,-1 0 0,1 0 0,0-1 0,-1-1 0,0 0 0,20-12 0,-22 11-14,1-2 1,-1 1-1,-1-1 0,1-1 1,-1 1-1,-1-2 0,0 1 1,0-1-1,-1 0 1,0-1-1,-1 0 0,0 0 1,0 0-1,3-13 0,0-2 135,-2-1 0,-1 0-1,-1 0 1,-1 0-1,0-35 1,-4 61-131,0-16 237,1 1 0,-4-18 0,3 31-182,0-1 0,-1 1-1,0-1 1,1 1 0,-1-1-1,-1 1 1,1 0 0,0 0-1,-1-1 1,0 1 0,0 0-1,0 1 1,0-1-1,0 0 1,-5-4 0,6 6-57,1 1 0,-1-1 0,0 1 0,1 0 0,-1-1 0,0 1 0,0 0 0,1 0 0,-1 0 0,0-1 0,0 1 0,0 0 0,1 0 0,-1 0 0,0 0 1,0 0-1,0 0 0,1 1 0,-1-1 0,0 0 0,0 0 0,1 0 0,-1 1 0,0-1 0,1 0 0,-1 1 0,0-1 0,-1 2 0,-16 16-7,14-14-4,-71 93-1779,17-21-696,-3-6 1426</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40.374"/>
    </inkml:context>
    <inkml:brush xml:id="br0">
      <inkml:brushProperty name="width" value="0.035" units="cm"/>
      <inkml:brushProperty name="height" value="0.035" units="cm"/>
      <inkml:brushProperty name="color" value="#E71224"/>
    </inkml:brush>
  </inkml:definitions>
  <inkml:trace contextRef="#ctx0" brushRef="#br0">1 244 5929,'0'0'1329,"11"0"1901,-3 0-3204,1 0 0,0 1 0,0 1 1,14 3-1,3 0-27,40 1-135,81-4 0,-93-2 139,423-19 408,-2-22 342,42-3-303,103 20-440,-213 12-4,-176-3-193,348-68 0,-447 56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41.713"/>
    </inkml:context>
    <inkml:brush xml:id="br0">
      <inkml:brushProperty name="width" value="0.035" units="cm"/>
      <inkml:brushProperty name="height" value="0.035" units="cm"/>
      <inkml:brushProperty name="color" value="#E71224"/>
    </inkml:brush>
  </inkml:definitions>
  <inkml:trace contextRef="#ctx0" brushRef="#br0">0 71 8810,'0'0'483,"8"8"489,10-1-911,41 14 93,-35-15 180,17-5 1001,82-8 0,173-47 599,-281 51-1902,271-35 353,-230 29-2053,-56 7-1297</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51.653"/>
    </inkml:context>
    <inkml:brush xml:id="br0">
      <inkml:brushProperty name="width" value="0.035" units="cm"/>
      <inkml:brushProperty name="height" value="0.035" units="cm"/>
      <inkml:brushProperty name="color" value="#E71224"/>
    </inkml:brush>
  </inkml:definitions>
  <inkml:trace contextRef="#ctx0" brushRef="#br0">4 37 8522,'-3'-34'1240,"3"31"358,1 5-1575,1-1 1,-1 0-1,0 0 1,1 1-1,-1-1 1,0 1-1,0-1 1,0 1-1,0 0 1,0-1-1,0 4 1,0-4-4,4 12 27,-1 0-1,0 0 1,3 19-1,2 5 19,10 50 58,14 152 0,-17 92-70,-12-218-38,29 481 1,-7-141-14,102 738 81,-120-1149-87,184 1172-223,-189-1192 168,0 7-326,1-1-1,10 39 0,-13-64 332,0 0 0,0-1 0,1 1 0,-1-1 0,1 1-1,-1-1 1,1 1 0,2 1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52.287"/>
    </inkml:context>
    <inkml:brush xml:id="br0">
      <inkml:brushProperty name="width" value="0.035" units="cm"/>
      <inkml:brushProperty name="height" value="0.035" units="cm"/>
      <inkml:brushProperty name="color" value="#E71224"/>
    </inkml:brush>
  </inkml:definitions>
  <inkml:trace contextRef="#ctx0" brushRef="#br0">0 794 10706,'0'0'571,"4"-5"132,0 2-616,-1-1 0,1 1 0,0 0 0,0 0 0,0 0 0,0 0 0,1 1 1,-1 0-1,1 0 0,0 0 0,7-2 0,12-2 253,31-3 0,-15 2 3,722-100 2401,11 35-2138,-556 53-439,1216-73 794,1 40 562,-554 24-625,603-48-243,-15-61-895,-1376 126-50,158-23-872,-81-6-2626,-148 34 2378,0-1 1,22-11-1,-36 14 1094,-1 1-1,-1-1 1,1-1-1,-1 1 1,10-10-1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54.516"/>
    </inkml:context>
    <inkml:brush xml:id="br0">
      <inkml:brushProperty name="width" value="0.035" units="cm"/>
      <inkml:brushProperty name="height" value="0.035" units="cm"/>
      <inkml:brushProperty name="color" value="#E71224"/>
    </inkml:brush>
  </inkml:definitions>
  <inkml:trace contextRef="#ctx0" brushRef="#br0">815 0 5441,'0'0'1000,"-3"0"1137,1 0-1393,-76 29-40,49-9-40,-2 9-80,-5 10-192,-8 10-111,-13 21-113,-5 3-72,-11 18-24,-13-1-24,6 4-120,0-9-240,-3-17-2049,13-19 1601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54.783"/>
    </inkml:context>
    <inkml:brush xml:id="br0">
      <inkml:brushProperty name="width" value="0.035" units="cm"/>
      <inkml:brushProperty name="height" value="0.035" units="cm"/>
      <inkml:brushProperty name="color" value="#E71224"/>
    </inkml:brush>
  </inkml:definitions>
  <inkml:trace contextRef="#ctx0" brushRef="#br0">1 0 12035,'0'0'488,"31"16"608,10-1-712,24 9-312,16-1-24,-1 3-120,0 5-48,-7 6-216,-11 4-40,-7 8-8,-11 3 48,3 16 264,-3-1-8,2-2-256,1-8-617,-5-18 537</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57.666"/>
    </inkml:context>
    <inkml:brush xml:id="br0">
      <inkml:brushProperty name="width" value="0.035" units="cm"/>
      <inkml:brushProperty name="height" value="0.035" units="cm"/>
      <inkml:brushProperty name="color" value="#E71224"/>
    </inkml:brush>
  </inkml:definitions>
  <inkml:trace contextRef="#ctx0" brushRef="#br0">1 0 3177,'0'0'1264</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7:58.057"/>
    </inkml:context>
    <inkml:brush xml:id="br0">
      <inkml:brushProperty name="width" value="0.035" units="cm"/>
      <inkml:brushProperty name="height" value="0.035" units="cm"/>
      <inkml:brushProperty name="color" value="#E71224"/>
    </inkml:brush>
  </inkml:definitions>
  <inkml:trace contextRef="#ctx0" brushRef="#br0">16 1 4729,'0'0'4658,"-15"2"-2724,15-1-1904,0 0 0,0-1 1,0 1-1,0 0 0,0 0 0,0-1 0,1 1 0,-1 0 1,0-1-1,0 1 0,1 0 0,-1-1 0,0 1 0,1-1 0,-1 1 1,1-1-1,-1 1 0,1 0 0,-1-1 0,1 0 0,-1 1 1,1-1-1,0 1 0,0-1 0,2 2-30,-1 1 0,1-1 0,-1 0 0,0 0 0,0 1 1,1 0-1,-2-1 0,1 1 0,0 0 0,2 4 0,24 52 133,-27-57-53,1 1-1,-1 0 0,0 0 0,0 0 1,0 0-1,-1 0 0,1 0 1,-1 0-1,1 5 0,-8 10-175,4-12 125,-2 4-20,-1 0 0,0 0 0,-13 16 0,7-10-1,4-2 57,12-12-36,3-2 1,-7 0-30,11 3 28,1 0-1,0-1 0,-1 0 1,1-1-1,0-1 0,17 0 1,14-7-696,0-1 0,-1-2-1,52-20 1,-12 1-240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00.367"/>
    </inkml:context>
    <inkml:brush xml:id="br0">
      <inkml:brushProperty name="width" value="0.035" units="cm"/>
      <inkml:brushProperty name="height" value="0.035" units="cm"/>
      <inkml:brushProperty name="color" value="#E71224"/>
    </inkml:brush>
  </inkml:definitions>
  <inkml:trace contextRef="#ctx0" brushRef="#br0">392 24 8010,'0'-2'89,"1"1"1,-1 0 0,0 0-1,0-1 1,1 1-1,-1 0 1,1 0 0,-1 0-1,1-1 1,-1 1 0,1 0-1,0 0 1,0 0-1,-1 0 1,1 0 0,2-1-1,-2 1-43,-1 1 0,1 0 0,0-1 0,-1 1 0,1 0 0,0 0 0,0 0 0,-1-1 0,1 1 0,0 0 0,0 0 0,-1 0-1,1 0 1,0 0 0,-1 1 0,1-1 0,0 0 0,0 0 0,-1 0 0,1 1 0,1-1 0,0 2-14,-1-1-1,1 0 1,0 0 0,0 1 0,-1-1-1,1 1 1,-1-1 0,1 1-1,-1 0 1,0 0 0,1-1-1,-1 1 1,0 0 0,0 0 0,-1 0-1,1 0 1,0 0 0,0 4-1,18 148 288,-13-85-291,27 118 0,-29-176-19,-1 1 0,2-1 1,-1 0-1,2 0 0,-1 0 0,1-1 0,1 0 0,0 0 1,0 0-1,1-1 0,0 0 0,1-1 0,0 0 0,0 0 0,1-1 1,0 0-1,0-1 0,0 0 0,1 0 0,0-1 0,0-1 1,1 0-1,-1 0 0,1-1 0,0-1 0,0 0 0,0 0 1,0-1-1,13-1 0,-7-1 25,1-1 0,-1-1 0,0-1 0,1 0 0,-2-1 0,1-1 0,-1-1 0,1 0 0,-2-2 0,1 1 0,-1-2 0,14-12 0,20-17 88,-1-3 1,48-56 0,-77 78-90,4-7 159,35-48 0,-56 70 48,11 29-117,-8-3-106,-1 1 1,-1 0 0,-1 1-1,1 41 1,-2-21-1,6 472-98,-8-446 78,0 2 7,-1 56-65,-17 136 0,13-226 51,-1 0 0,-2-1 0,-2 0-1,-1 0 1,-2-1 0,-1 0 0,-2-1 0,-24 39-1,27-55 174,-1 0 0,0-1 0,-1 0-1,0-1 1,-2-1 0,0-1-1,0 0 1,-1-1 0,-40 21-1,33-22 214,-1-2 0,-1 0 0,1-2 0,-1 0 0,-1-2 0,0-1 0,-38 2 0,29-6-114,1-2 1,-1-1-1,1-1 0,0-2 1,0-2-1,1-1 1,0-2-1,0-2 0,1-1 1,0-1-1,1-2 1,-50-33-1,59 33-361,2-2 0,0 0 0,1-2-1,1 0 1,1-1 0,1-1 0,1-1 0,-23-40-1,29 43-296,1 0-1,2 0 1,0-1-1,1 0 1,1 0 0,1-1-1,0 1 1,2-1-1,1 0 1,1 0-1,2-35 1,24-90-1882</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15.821"/>
    </inkml:context>
    <inkml:brush xml:id="br0">
      <inkml:brushProperty name="width" value="0.035" units="cm"/>
      <inkml:brushProperty name="height" value="0.035" units="cm"/>
      <inkml:brushProperty name="color" value="#E71224"/>
    </inkml:brush>
  </inkml:definitions>
  <inkml:trace contextRef="#ctx0" brushRef="#br0">415 304 6681,'9'-1'177,"0"1"0,0-2 1,-1 1-1,1-2 0,-1 1 0,1-1 0,-1 0 0,0 0 0,0-1 0,-1-1 0,10-5 0,-1-1-106,-1-1 0,-1 0 1,0-1-1,13-16 0,-23 24-17,1 0 1,-1 0-1,0 0 1,-1-1-1,0 0 0,0 0 1,0 0-1,0 0 1,-1 0-1,0 0 0,2-10 1,-4 12-24,0 1 0,0 0 0,0-1 1,0 1-1,-1 0 0,1 0 0,-1-1 0,0 1 1,0 0-1,0 0 0,0 0 0,-1 0 0,1 0 1,-1 0-1,0 0 0,0 1 0,0-1 1,0 0-1,0 1 0,0 0 0,-1-1 0,1 1 1,-1 0-1,0 0 0,-4-2 0,-4-2 35,0 1-1,-1 0 1,1 1 0,-1 0-1,0 1 1,0 0-1,0 1 1,0 0 0,-1 1-1,1 0 1,0 1 0,-13 2-1,-1 0 22,1 2 0,1 0 0,-1 2 0,-46 17 1,55-16-25,1 0 1,0 1 0,1 0 0,0 1 0,0 1 0,1 0 0,0 1 0,1 0 0,0 1 0,1 0 0,0 1 0,1 0 0,1 1 0,0 0 0,1 1 0,0 0 0,-10 29-1,7-11 116,1 1-1,1 1 1,3 0-1,-5 64 1,10-74-153,1 1 0,1-1 0,1 1 0,1-1 0,2 0 1,0 0-1,13 32 0,-14-46-25,1 0 0,0 0 0,1-1 0,0 0 0,1 0 0,0 0 0,1-1 0,0 0 0,0-1 0,1 0 0,0 0 0,0 0 0,1-1-1,0-1 1,0 0 0,1 0 0,-1-1 0,1 0 0,1-1 0,-1 0 0,0-1 0,1 0 0,0-1 0,15 1 0,9-1 0,-1-1 1,0-2-1,47-6 0,106-27-2,-140 24 1,-40 8 0,163-36-12,-140 29 9,-1 0 0,0-3 0,40-20 0,-61 27 8,-1 0-1,1-1 1,-1 0-1,-1 0 1,1-1-1,-1 0 1,0-1 0,-1 1-1,0-1 1,0 0-1,0-1 1,6-14 0,-2-2 15,0-1 1,-2 0 0,6-33 0,-10 42-16,1-1 16,13-31 0,-12 34-12,0 0-1,5-22 1,-12 33-9,-4 11 0,-7 15 0,4 0 3,2 0-1,0 1 1,2-1-1,0 1 1,2 0-1,0 1 1,2 25-1,3-14 7,11 59 1,-11-81-6,0 1 0,2-1 0,-1 1 0,2-1 1,0-1-1,0 1 0,10 13 0,-13-22-2,-1-1 1,1 1-1,0-1 0,0 0 1,1 0-1,-1 0 0,0 0 0,1 0 1,0-1-1,0 1 0,0-1 1,0 0-1,0 0 0,0-1 0,0 1 1,1-1-1,-1 0 0,0 0 1,1 0-1,-1-1 0,9 0 0,-7 0 1,0-1 0,0-1 0,0 1 0,0-1 0,-1 0 0,1 0-1,0-1 1,-1 1 0,0-1 0,0 0 0,0-1 0,0 0 0,0 1-1,-1-1 1,7-8 0,19-26 2,-3 0 0,-1-2 0,-1-1-1,26-63 1,-47 97-1,0 0 0,-1 0 0,0 0 0,0-1 0,-1 1 0,0-1 0,0 1 0,-1-1 0,0 0 0,0 0 0,-1-13 0,-1 19 20,1 2 0,-2 7-4,2-3-20,0 0 1,0 0-1,0 1 0,1-1 1,0 0-1,0 0 0,0 0 1,0 0-1,0 0 0,1 0 1,0 0-1,0-1 0,0 1 1,5 5-1,6 8 0,27 27-1,-21-25 1,6 10 0,-14-16 0,0-1 0,1 0 0,0 0 0,0-1 0,2 0 0,26 16 0,-38-27 0,1 1 0,-1 0 0,1-1 0,0 1 0,-1-1 0,1 0 0,-1 0 0,1 0 1,-1 0-1,1 0 0,0 0 0,-1-1 0,1 1 0,-1-1 0,1 0 0,-1 0 0,0 0 0,1 0 0,-1 0 0,0 0 0,0-1 0,0 1 0,4-4 0,4-4-1,0 0 0,0-1 0,10-12 0,-17 18 0,22-27-64,-1-2-1,30-54 1,-41 68 14,0 0 1,1 1-1,1 0 0,33-28 0,-38 36 33,-1 2 9,1 0 0,0 0 0,16-9 0,-22 15-3,-5 7 28,-3 54 87,2 0-1,8 79 1,-3-102-50,2 0 0,2-1 0,1 0-1,14 39 1,-14-58-45,-6-14 1,-1-7 2,2-15-3,-1 0 0,-1-1-1,-1 1 1,0-1 0,-7-32 0,4 27-8,1 1 0,1-1 1,3-45-1,2 48-5,1 1 0,2 0 0,0 0 0,11-23 0,44-79-119,-56 114 109,0-3-8,-4 9 15,0-1 1,1 1-1,-1 0 1,1 0-1,-1 1 1,7-8-1,-9 11 8,1 0-1,-1 0 1,1-1 0,-1 1-1,0 0 1,1 0-1,-1 0 1,1-1 0,-1 1-1,1 0 1,-1 0 0,1 0-1,-1 0 1,1 0-1,-1 0 1,1 0 0,-1 0-1,0 0 1,1 0 0,-1 0-1,1 0 1,-1 0-1,1 1 1,-1-1 0,1 0-1,-1 0 1,0 0 0,1 1-1,-1-1 1,1 0-1,-1 0 1,0 1 0,1-1-1,-1 0 1,0 1-1,1-1 1,-1 0 0,0 1-1,0-1 1,1 1 0,-1-1-1,0 1 1,0-1-1,1 1 1,7 23-7,-7-22 7,3 14 12,1 1-1,1-2 1,1 1-1,0-1 0,1 0 1,0 0-1,1-1 1,1 0-1,0 0 1,1-1-1,1-1 1,0 0-1,0 0 1,16 9-1,-3-4-1,53 25 1,5 3-12,-74-39 3,-1-2 55,13-13-48,-12 4-29,51-25-4,-46 23 28,-1 6 30,0 0-1,0-1 1,-1-1-1,1 0 1,24-9-1,56-31 94,-88 40-121,0 0 0,0 0 0,0 0 0,-1-1 0,1 0 0,-1 0 1,0 0-1,0 0 0,0-1 0,-1 1 0,0-1 0,1 0 0,-2 0 0,1 0 0,-1-1 0,1 1 0,-1-1 0,-1 1 0,1-1 0,-1 0 0,0 1 0,0-9 0,0 0-2,-2-1 0,0 1 1,0-1-1,-1 1 0,-1-1 0,-1 1 0,-9-25 0,11 34-4,0 0-1,0 0 0,-1 0 0,0 0 0,0 1 1,0-1-1,-1 1 0,1-1 0,-1 1 1,0 0-1,0 1 0,-1-1 0,1 1 1,-1 0-1,0 0 0,-9-4 0,8 4-1,0 1-1,-1 0 1,0 0-1,1 1 1,-1 0-1,0 0 1,0 1-1,0 0 1,0 0-1,1 0 1,-1 1-1,0 0 1,-12 4-1,8-1 4,1 1-1,0 0 1,0 0 0,0 1-1,1 0 1,0 1-1,0 0 1,0 0 0,1 1-1,1 1 1,-1-1 0,-6 11-1,1-2 41,2 0 0,0 1 0,1 0 0,1 1 0,-12 35 0,18-46-15,1-1 1,1 0-1,-1 1 1,1-1-1,1 1 1,-1-1-1,1 1 1,1-1-1,-1 1 1,1-1-1,0 1 1,4 11-1,-3-14-2,1 0-1,-1 1 1,1-1 0,0 0-1,0 0 1,1-1 0,0 1-1,-1-1 1,2 1 0,-1-1-1,0 0 1,1-1 0,-1 1-1,1-1 1,0 0 0,9 4-1,-2-2 6,1-1-1,-1 0 0,1-1 1,0 0-1,0-1 0,0 0 1,0-1-1,0-1 0,13-1 1,17-2 9,58-13 1,90-31-214,-68-1-2710,-111 42 1857,0 0 0,15-11 0,10-15-582</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16.131"/>
    </inkml:context>
    <inkml:brush xml:id="br0">
      <inkml:brushProperty name="width" value="0.035" units="cm"/>
      <inkml:brushProperty name="height" value="0.035" units="cm"/>
      <inkml:brushProperty name="color" value="#E71224"/>
    </inkml:brush>
  </inkml:definitions>
  <inkml:trace contextRef="#ctx0" brushRef="#br0">1 68 10890,'7'-13'376,"4"-3"56,2 3-263,8 3-137,2 2 16,0 3-32,3 2 0,-8 6-16,-2 5 0,-11 5 0,-8 0 0,-7 2-16,-5 1 16,-1-6 0,3-5-16</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16.691"/>
    </inkml:context>
    <inkml:brush xml:id="br0">
      <inkml:brushProperty name="width" value="0.035" units="cm"/>
      <inkml:brushProperty name="height" value="0.035" units="cm"/>
      <inkml:brushProperty name="color" value="#E71224"/>
    </inkml:brush>
  </inkml:definitions>
  <inkml:trace contextRef="#ctx0" brushRef="#br0">0 372 17732,'88'-13'1016,"37"-8"-272,31-10-448,51-6-256,8-4-40,29-6-16,5 6-56,-10-1 16,-6 9 0,-33 12 24,-24 5-32,-51 8-256,-27 1-200,-43 4-792,-16 3-345,-86-10-5408</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24.585"/>
    </inkml:context>
    <inkml:brush xml:id="br0">
      <inkml:brushProperty name="width" value="0.035" units="cm"/>
      <inkml:brushProperty name="height" value="0.035" units="cm"/>
      <inkml:brushProperty name="color" value="#E71224"/>
    </inkml:brush>
  </inkml:definitions>
  <inkml:trace contextRef="#ctx0" brushRef="#br0">591 0 10690,'-2'9'124,"1"-1"-1,1 1 0,-1-1 1,1 1-1,1-1 0,0 0 1,3 15-1,0 4-123,68 615-236,-69-611 296,2 1 0,2-1 1,0-1-1,2 0 0,2 0 0,24 50 0,-30-71-31,1 0-1,0 0 0,1 0 1,0 0-1,1-1 0,-1 0 0,1-1 1,1 0-1,16 11 0,-17-14-13,1 0 0,-1 0 0,1-1 0,0 0 0,0 0 0,0-1 0,0 0 0,1-1 0,-1 0 0,0 0 0,1-1 0,-1-1 0,11 0 0,-1-3 12,1-1 1,0 0-1,-1-1 1,0-2 0,-1 1-1,1-2 1,-2-1-1,1 0 1,-1-1 0,24-21-1,-2-1-25,-1-3-1,64-76 1,-84 88-17,0 1-1,-2-2 1,-1-1 0,21-45 0,-28 51 56,-1 0 1,-1 0-1,-1 0 0,-1-1 1,-1 1-1,-1-1 0,0-30 0,-3 16 410,-8-49 0,7 70-147,-1 1 0,0 0-1,-1 0 1,0 1 0,-1-1-1,-10-18 1,15 31-282,-1-1 0,1 0 0,0 1 0,-1-1-1,1 0 1,0 0 0,-1 1 0,1-1 0,-1 1 0,1-1 0,-1 1 0,0-1 0,1 0 0,-1 1 0,1 0 0,-1-1 0,0 1 0,1-1 0,-1 1 0,0 0 0,0 0 0,1-1 0,-1 1 0,0 0-1,0 0 1,1 0 0,-1 0 0,0 0 0,0 0 0,1 0 0,-1 0 0,0 0 0,0 0 0,0 0 0,1 0 0,-1 0 0,0 1 0,1-1 0,-1 0 0,0 1 0,0-1 0,1 1 0,-1-1-1,1 0 1,-1 1 0,0-1 0,1 1 0,-1 0 0,1-1 0,-1 2 0,-3 2-1,1 0-1,0 0 1,1 1-1,-1 0 1,-2 8 0,-6 18-77,2 0 0,2 1 0,0 0 1,-3 60-1,4-26-137,-76 459-3107,24-181 1205,49-283 1848,-62 322-1070,60-341 1492,-2 1-1,-2-2 1,-1 0-1,-3-1 0,-1 0 1,-41 60-1,48-83 306,0-1 1,-1-1-1,-1 0 0,0-1 0,-1-1 0,-1 0 0,0-1 0,-29 16 0,31-21-50,-1 0-1,1-1 1,-1-1 0,0 0-1,-1-1 1,1-1 0,-1-1-1,0 0 1,0-1 0,0-1-1,-17-2 1,11-1-245,1-1 0,0-1 1,0-1-1,0-1 0,1 0 0,-28-16 0,14 4-128,2-1-1,-60-46 1,69 46-267,1-2 0,0-1 0,2 0 0,1-1 0,1-2 0,0 0 0,2-1 1,2 0-1,0-1 0,2-1 0,-19-59 0,23 54-710,2 0 1,0 0-1,3-1 0,1 0 1,1 0-1,5-51 0,17-49-546</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25.061"/>
    </inkml:context>
    <inkml:brush xml:id="br0">
      <inkml:brushProperty name="width" value="0.035" units="cm"/>
      <inkml:brushProperty name="height" value="0.035" units="cm"/>
      <inkml:brushProperty name="color" value="#E71224"/>
    </inkml:brush>
  </inkml:definitions>
  <inkml:trace contextRef="#ctx0" brushRef="#br0">0 190 10754,'26'-3'760,"3"-7"921,28-6-177,10 4-144,3-7-375,8 6-201,-10 0-376,-11 3-144,8-6-192,-11 4-168,3-4-1000,0 0-537,-13 3-1159,8 3 823,-15 0 1257</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25.383"/>
    </inkml:context>
    <inkml:brush xml:id="br0">
      <inkml:brushProperty name="width" value="0.035" units="cm"/>
      <inkml:brushProperty name="height" value="0.035" units="cm"/>
      <inkml:brushProperty name="color" value="#E71224"/>
    </inkml:brush>
  </inkml:definitions>
  <inkml:trace contextRef="#ctx0" brushRef="#br0">0 135 8922,'16'-5'416,"2"-6"256,16 4-88,-1-1 8,-1 5-15,9 1-81,-15-1 440,5 3 40,0 3-160,0-3-344,3-3-160,8-2-312,-1-6-144,11 1-424,0-3-296,-3-2-1064,11-4 135,-1-4 1049</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29.236"/>
    </inkml:context>
    <inkml:brush xml:id="br0">
      <inkml:brushProperty name="width" value="0.035" units="cm"/>
      <inkml:brushProperty name="height" value="0.035" units="cm"/>
      <inkml:brushProperty name="color" value="#E71224"/>
    </inkml:brush>
  </inkml:definitions>
  <inkml:trace contextRef="#ctx0" brushRef="#br0">491 156 4769,'0'0'995,"0"-16"-747,-4-3-133,-11-40 142,12 47 390,3 12-602,0-1-1,0 1 0,0-1 0,0 0 1,0 1-1,0-1 0,0 1 1,-1-1-1,1 1 0,0-1 0,0 1 1,0-1-1,0 1 0,-1-1 0,1 1 1,0 0-1,-1-1 0,1 1 0,0-1 1,-1 1-1,1 0 0,0-1 1,-1 1-1,1 0 0,-1-1 0,1 1 1,-1 0-1,1 0 0,-1-1 0,1 1 1,-1 0-1,1 0 0,-1 0 0,0 0 1,-13-6 384,-46-17-174,54 21-239,-1 1 1,1-1 0,-1 1 0,0 0 0,0 1 0,1-1-1,-1 2 1,0-1 0,0 0 0,1 1 0,-1 1 0,-9 2-1,-7 1 12,17-4-26,-1 0 0,1 0-1,0 1 1,0-1-1,0 1 1,0 1-1,0-1 1,1 1-1,-1 0 1,1 1 0,-1-1-1,1 1 1,0 0-1,1 0 1,-1 0-1,-7 10 1,-36 43 6,28-30 20,10-15 8,1 2 1,0-1-1,0 1 1,1 0-1,-11 31 1,10-15 138,-9 53 1,16-67-101,1-1 0,0 0 0,1 0-1,1 0 1,4 26 0,-3-35-47,0 0 0,0 1 0,0-2 0,1 1 0,0 0 0,1 0 0,-1-1 1,1 0-1,0 0 0,0 0 0,0 0 0,1-1 0,8 7 0,-7-5 24,1-2 0,1 1 0,-1 0 0,1-1 0,-1-1-1,1 1 1,0-1 0,0-1 0,13 3 0,-16-4-28,1-1 1,-1 0-1,0 0 0,0 0 0,1-1 1,-1 0-1,0 0 0,0 0 0,0-1 0,7-2 1,3-3 11,26-16 1,0-5-98,-1-1 0,-2-3-1,-1-1 1,-2-1-1,-1-2 1,-2-2 0,33-49-1,-60 79 52,0 1 0,0-2 0,-1 1-1,0 0 1,4-16 0,-7 22 16,0 1 0,-1-1 1,1 0-1,-1 0 0,0 0 0,0 0 1,0 0-1,0 0 0,0 0 1,0 0-1,0 0 0,0 1 1,-1-1-1,1 0 0,-1 0 1,0 0-1,1 0 0,-1 1 0,0-1 1,0 0-1,0 1 0,0-1 1,0 0-1,-1 1 0,1 0 1,0-1-1,-1 1 0,1 0 1,-1-1-1,1 1 0,-3-1 0,-7-4-9,0 1 0,-1 0 0,1 0 0,-1 1 0,0 1 0,0 0 0,-21-3 0,23 6-167,17 0 361,20 0-2068</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30.165"/>
    </inkml:context>
    <inkml:brush xml:id="br0">
      <inkml:brushProperty name="width" value="0.035" units="cm"/>
      <inkml:brushProperty name="height" value="0.035" units="cm"/>
      <inkml:brushProperty name="color" value="#E71224"/>
    </inkml:brush>
  </inkml:definitions>
  <inkml:trace contextRef="#ctx0" brushRef="#br0">0 1 3441,'0'0'3758,"11"0"-1708,3 7-1620,-5-2-333,-6-3-65,1-1-1,0 1 0,0 1 1,-1-1-1,1 0 0,-1 1 1,0 0-1,0 0 0,0 0 1,0 0-1,-1 0 0,1 0 1,-1 1-1,1 0 0,-1-1 1,0 1-1,-1 0 0,1 0 1,-1 0-1,2 4 0,6 40 206,2 8 34,2-1 0,31 80 0,-38-119-264,1-1-1,1 1 1,1-1-1,0-1 1,0 0-1,2 0 1,0-1-1,0 0 1,1-1 0,1 0-1,0-1 1,25 16-1,-32-23-80,1-1 1,-1 0-1,0 0 0,1 0 1,0-1-1,-1 0 0,1-1 1,0 1-1,0-1 0,0 0 1,14-1-1,21-8-281</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31.097"/>
    </inkml:context>
    <inkml:brush xml:id="br0">
      <inkml:brushProperty name="width" value="0.035" units="cm"/>
      <inkml:brushProperty name="height" value="0.035" units="cm"/>
      <inkml:brushProperty name="color" value="#E71224"/>
    </inkml:brush>
  </inkml:definitions>
  <inkml:trace contextRef="#ctx0" brushRef="#br0">533 1 9266,'0'0'1592,"-34"41"-1512,8 1-64,-3 10-16,-9 18 16,-12 5 0,1 10 0,8 6 8,-11-13-8,8-11-16,-3-28-40,-8-18-152,19-26-1824,5-13 1344</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31.360"/>
    </inkml:context>
    <inkml:brush xml:id="br0">
      <inkml:brushProperty name="width" value="0.035" units="cm"/>
      <inkml:brushProperty name="height" value="0.035" units="cm"/>
      <inkml:brushProperty name="color" value="#E71224"/>
    </inkml:brush>
  </inkml:definitions>
  <inkml:trace contextRef="#ctx0" brushRef="#br0">0 1 10922,'0'0'841,"3"2"-1018,0 1-71,-1 0 96,3-1 24,68 60 144,-50-30 112,1 12 72,2 8 0,13 5-55,5-3-73,13-5-176,2-2-145,-4-16 121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32.326"/>
    </inkml:context>
    <inkml:brush xml:id="br0">
      <inkml:brushProperty name="width" value="0.035" units="cm"/>
      <inkml:brushProperty name="height" value="0.035" units="cm"/>
      <inkml:brushProperty name="color" value="#E71224"/>
    </inkml:brush>
  </inkml:definitions>
  <inkml:trace contextRef="#ctx0" brushRef="#br0">0 94 9282,'16'2'696,"18"3"576,-3-2-375,23-3 127,14 0 0,4-5-640,6-6-264,3-2-240,-4-2-264,-9-6-1240,-3 3 143,-24-3 881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32.578"/>
    </inkml:context>
    <inkml:brush xml:id="br0">
      <inkml:brushProperty name="width" value="0.035" units="cm"/>
      <inkml:brushProperty name="height" value="0.035" units="cm"/>
      <inkml:brushProperty name="color" value="#E71224"/>
    </inkml:brush>
  </inkml:definitions>
  <inkml:trace contextRef="#ctx0" brushRef="#br0">0 0 11586,'3'24'761,"13"4"2423,4 3-2512,19 11-1528,0 7-416,3 14-504,-6 9 991,-8 19 241,-4 5 200,-1-5 264,-5-6 8,6-22-1696,-4-12 1200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33.036"/>
    </inkml:context>
    <inkml:brush xml:id="br0">
      <inkml:brushProperty name="width" value="0.035" units="cm"/>
      <inkml:brushProperty name="height" value="0.035" units="cm"/>
      <inkml:brushProperty name="color" value="#E71224"/>
    </inkml:brush>
  </inkml:definitions>
  <inkml:trace contextRef="#ctx0" brushRef="#br0">0 1 13315,'49'106'1164,"-30"-66"-1372,-9-17-10,-1 1-1,-1 0 1,-1 1 0,-2-1-1,0 1 1,1 31 0,-6-39 128,0-1 1,-1 1-1,-1-1 1,-1 1-1,0-1 1,-7 18-1,-36 89-102,36-96 348,9-22 857,7-10-330,39-33-76,-22 17-445,1 1-1,38-25 0,-37 31-111,1 2 0,0 0 0,0 1 0,1 2 0,37-8 0,-49 14-38,0 0 1,1 1-1,-1 1 0,1 1 1,0 0-1,-1 1 1,1 0-1,-1 1 0,1 1 1,-1 1-1,17 6 0,-24-6-26,0 0 0,-1 0 0,1 1 0,-1 0 0,0 1 0,-1 0 0,1 0 0,-1 0 0,0 1 0,-1-1 0,1 1 0,-2 1 0,1-1 0,-1 1 0,0 0 0,0 0 0,-1 0 0,3 13 0,-4-14-1,0 0 0,-1 0 0,0 0 0,0 1 0,-1-1 0,0 0 0,0 0-1,-1 1 1,-3 13 0,3-16 12,-1 0 0,0 0-1,0 0 1,0-1-1,0 1 1,-1-1-1,0 1 1,0-1 0,0 0-1,-1 0 1,1 0-1,-1-1 1,0 1 0,-7 4-1,-2 0 8,0-1 0,0 0-1,-1-1 1,0-1 0,0 0 0,0-1 0,-1 0-1,-19 1 1,-9 0 41,-68-3 0,71-2 32,-74-12-1,101 9-254,0 1 0,-1-2-1,1 0 1,1-1 0,-1 0 0,1-1-1,-1 0 1,2-1 0,-14-9 0,22 14 30,1-1 1,-1 1 0,0-1 0,1 1 0,0-1 0,-1 0 0,1 0 0,0 0 0,1 0 0,-3-4 0,3 2 32,0 0 1,0 0-1,0 0 1,0 0-1,1 1 1,0-8-1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33.293"/>
    </inkml:context>
    <inkml:brush xml:id="br0">
      <inkml:brushProperty name="width" value="0.035" units="cm"/>
      <inkml:brushProperty name="height" value="0.035" units="cm"/>
      <inkml:brushProperty name="color" value="#E71224"/>
    </inkml:brush>
  </inkml:definitions>
  <inkml:trace contextRef="#ctx0" brushRef="#br0">766 1 14483,'-3'10'976,"0"-7"-1736,-54 35 88,18-14 120,-20 4 104,-16 24 424,-8 8 264,-19 13 328,9-3 56,7-13-288,11-11-504,23-33-2272,13-13 2064</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33.569"/>
    </inkml:context>
    <inkml:brush xml:id="br0">
      <inkml:brushProperty name="width" value="0.035" units="cm"/>
      <inkml:brushProperty name="height" value="0.035" units="cm"/>
      <inkml:brushProperty name="color" value="#E71224"/>
    </inkml:brush>
  </inkml:definitions>
  <inkml:trace contextRef="#ctx0" brushRef="#br0">0 1 16107,'18'57'2505,"8"5"136,21 8-1969,13 0-768,-1-8-232,14-10-785,-6-5-535,-2-21-1393,-5-3-415,-13-18 2911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33.983"/>
    </inkml:context>
    <inkml:brush xml:id="br0">
      <inkml:brushProperty name="width" value="0.035" units="cm"/>
      <inkml:brushProperty name="height" value="0.035" units="cm"/>
      <inkml:brushProperty name="color" value="#E71224"/>
    </inkml:brush>
  </inkml:definitions>
  <inkml:trace contextRef="#ctx0" brushRef="#br0">8 1 9402,'-8'4'1137,"12"0"-702,31 6 427,33 3-1988,-71-16 785,0 1 270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34.497"/>
    </inkml:context>
    <inkml:brush xml:id="br0">
      <inkml:brushProperty name="width" value="0.035" units="cm"/>
      <inkml:brushProperty name="height" value="0.035" units="cm"/>
      <inkml:brushProperty name="color" value="#E71224"/>
    </inkml:brush>
  </inkml:definitions>
  <inkml:trace contextRef="#ctx0" brushRef="#br0">0 44 11851,'51'1'-117,"0"-2"0,0-3 0,88-17 0,-47 6-641,-86 14 727,0 0-1,0 0 1,1 1 0,-1-1-1,1 2 1,-1-1 0,11 2-1,-17-1 39,0-1 0,0 0 0,1 0 0,-1 0 0,0 1-1,0-1 1,0 0 0,1 1 0,-1-1 0,0 0 0,0 0 0,0 1 0,0-1-1,1 0 1,-1 1 0,0-1 0,0 0 0,0 1 0,0-1 0,0 0-1,0 1 1,0-1 0,0 0 0,0 1 0,0-1 0,0 0 0,0 1 0,0-1-1,0 0 1,-1 1 0,1-1 0,0 0 0,0 1 0,0-1 0,0 0-1,0 0 1,-1 1 0,1-1 0,0 0 0,0 0 0,-1 1 0,1-1 0,0 0-1,-12 13 215,-2-1 46,0-1 0,-18 11 0,-20 13 512,2 6 1054,-73 77 0,122-116-1827,0-1-1,0 0 0,0 0 0,-1 1 0,1-1 0,0 1 0,1-1 0,-1 1 0,0-1 0,0 1 0,1 0 1,-1-1-1,1 1 0,-1 0 0,1-1 0,0 1 0,-1 3 0,2-4-7,-1 0 0,0 0 0,1 0 0,-1-1 0,1 1 0,-1 0 0,1 0 0,0 0 0,-1 0 0,1-1 0,0 1 0,-1 0 0,1 0 1,0-1-1,0 1 0,0-1 0,-1 1 0,1-1 0,0 1 0,0-1 0,2 1 0,4 1-8,1 0 0,-1 0 0,1-1 0,-1 0 0,16-1-1,45-4-888,-1-2-1,1-4 0,122-35 0,-109 20 203</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34.865"/>
    </inkml:context>
    <inkml:brush xml:id="br0">
      <inkml:brushProperty name="width" value="0.035" units="cm"/>
      <inkml:brushProperty name="height" value="0.035" units="cm"/>
      <inkml:brushProperty name="color" value="#E71224"/>
    </inkml:brush>
  </inkml:definitions>
  <inkml:trace contextRef="#ctx0" brushRef="#br0">1 151 11434,'0'0'4697,"44"10"-4937,0-18-352,18-5 16,3-5 0,5 0 240,0 2 96,-16 1-304,-7-3-240,-16 0-121,-7-1-919,-22 1 1064</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35.136"/>
    </inkml:context>
    <inkml:brush xml:id="br0">
      <inkml:brushProperty name="width" value="0.035" units="cm"/>
      <inkml:brushProperty name="height" value="0.035" units="cm"/>
      <inkml:brushProperty name="color" value="#E71224"/>
    </inkml:brush>
  </inkml:definitions>
  <inkml:trace contextRef="#ctx0" brushRef="#br0">42 1 17564,'-23'47'1264,"10"-1"-312,8-4-1032,10-1-1024,13 3-784,-3 0-49,4 8 241,-4 5 832,-4 6 384,-4-1-625,-7-2 705</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35.447"/>
    </inkml:context>
    <inkml:brush xml:id="br0">
      <inkml:brushProperty name="width" value="0.035" units="cm"/>
      <inkml:brushProperty name="height" value="0.035" units="cm"/>
      <inkml:brushProperty name="color" value="#E71224"/>
    </inkml:brush>
  </inkml:definitions>
  <inkml:trace contextRef="#ctx0" brushRef="#br0">592 61 12011,'-17'-10'335,"0"1"0,-1 0 0,0 1 0,-24-7 0,31 12-312,1 1 0,-1 0 0,0 1 0,0 0 0,0 1 0,0 0-1,0 0 1,0 1 0,-13 4 0,1 1 162,1 1 0,0 2 0,0 0 0,1 1 0,0 1 0,1 1 0,0 1 0,1 1 0,0 0 0,2 2-1,-1 0 1,2 1 0,0 0 0,1 1 0,-12 21 0,21-29-70,0 0 1,1 0-1,1 1 0,-1 0 0,2 0 0,-5 20 0,7-26-98,1 0-1,-1 0 0,1 0 0,0 0 0,0 0 0,0-1 1,1 1-1,0 0 0,0 0 0,0 0 0,0 0 1,1-1-1,0 1 0,0-1 0,0 1 0,1-1 0,-1 0 1,5 6-1,0-3-38,0-1 1,1 0 0,0 0-1,0-1 1,0 0 0,0 0-1,1-1 1,0 0-1,0 0 1,0-1 0,0 0-1,10 1 1,12 2-347,1-1 1,43 1 0,-32-5-988,1-2 1,-1-1 0,70-15-1,1-12-297</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41.863"/>
    </inkml:context>
    <inkml:brush xml:id="br0">
      <inkml:brushProperty name="width" value="0.035" units="cm"/>
      <inkml:brushProperty name="height" value="0.035" units="cm"/>
      <inkml:brushProperty name="color" value="#E71224"/>
    </inkml:brush>
  </inkml:definitions>
  <inkml:trace contextRef="#ctx0" brushRef="#br0">201 39 10626,'3'17'689,"-3"-14"-650,0 0-1,1 0 1,0 0 0,-1 0 0,1 0-1,0-1 1,0 1 0,0 0 0,1 0-1,-1-1 1,1 1 0,1 2 0,5 5-47,-1 1 0,-1 0 0,0 0 1,-1 0-1,0 1 0,5 17 1,12 77 77,-13-57-22,-6-36-32,0 4 36,0 1 0,1-1 0,2 0 0,-1 0 1,2 0-1,13 24 0,-18-38-15,0 0-1,1 0 1,-1 0-1,1 0 1,0 0 0,0-1-1,0 1 1,0-1-1,0 0 1,0 0 0,1 0-1,-1 0 1,1 0-1,-1-1 1,1 1 0,0-1-1,0 0 1,-1-1-1,1 1 1,0 0-1,0-1 1,0 0 0,0 0-1,0 0 1,0-1-1,0 1 1,5-2 0,2-1-12,0-1 1,0 0-1,-1 0 1,0-1 0,0 0-1,0-1 1,0 0-1,12-11 1,1-3-133,0-1 0,-1-2 0,20-27 0,51-81-576,-71 94 613,-1-2 0,22-59 0,-18 39 248,-20 50 409,-1 10-257,-1 21-192,-3 37-234,2 306-173,0-7-693,-3-333 897,-1 0-1,-2-1 1,0 1 0,-9 30-1,9-46 91,1 0-1,-1 0 1,0 0 0,-1 0-1,0 0 1,-1-1-1,1 0 1,-2 0-1,1-1 1,-1 0 0,0 0-1,0 0 1,-12 7-1,8-7 184,0-1 0,0 0 0,0-1-1,-1 0 1,0 0 0,0-1 0,-1-1 0,1 0-1,-19 1 1,11-3 302,0 0 0,1-2-1,-1 0 1,0-1 0,-27-7-1,-11-8 663,2-3 1,-108-53-1,154 68-1227,-26-11-97,16 8-282,0-2 0,1 0 0,0-1 0,1-1 1,-26-20-1,42 30 243,0 0-1,0-1 1,0 1 0,0-1 0,0 1-1,0-1 1,1 0 0,-1 1-1,1-1 1,0 0 0,-2-5 0,3 5-9,0-1 1,0 0 0,0 0 0,0 1 0,0-1-1,1 0 1,1-6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42.472"/>
    </inkml:context>
    <inkml:brush xml:id="br0">
      <inkml:brushProperty name="width" value="0.035" units="cm"/>
      <inkml:brushProperty name="height" value="0.035" units="cm"/>
      <inkml:brushProperty name="color" value="#E71224"/>
    </inkml:brush>
  </inkml:definitions>
  <inkml:trace contextRef="#ctx0" brushRef="#br0">6 81 11122,'-6'15'993,"12"-2"3384,25 0-2321,23-5-1456,16-8-136,18-8-184,-2-5-104,0-5-104,-9 3 0,-1-1-96,-6 3-160,8-2-752,-1 4-800,-12 1-2233,-8-1 2601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42.701"/>
    </inkml:context>
    <inkml:brush xml:id="br0">
      <inkml:brushProperty name="width" value="0.035" units="cm"/>
      <inkml:brushProperty name="height" value="0.035" units="cm"/>
      <inkml:brushProperty name="color" value="#E71224"/>
    </inkml:brush>
  </inkml:definitions>
  <inkml:trace contextRef="#ctx0" brushRef="#br0">50 273 15131,'-31'36'2505,"13"-12"319,20-9-1943,40-23-1121,12-15-289,27-13-87,20-14-128,13-1-256,3 1-528,7 11-145,-17 6-95,-9 15 175,-5-1-311,-25-1 1128</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43.920"/>
    </inkml:context>
    <inkml:brush xml:id="br0">
      <inkml:brushProperty name="width" value="0.035" units="cm"/>
      <inkml:brushProperty name="height" value="0.035" units="cm"/>
      <inkml:brushProperty name="color" value="#E71224"/>
    </inkml:brush>
  </inkml:definitions>
  <inkml:trace contextRef="#ctx0" brushRef="#br0">542 157 5841,'0'0'3148,"-21"0"223,-64 8-3160,70-2-107,3-2-68,5-1-8,-1 0-1,1 0 1,0 0-1,0 1 1,0 0 0,1 1-1,-1-1 1,1 1-1,-9 9 1,-1 6 137,1 0 1,1 0 0,-21 40-1,-24 71 357,51-106-430,0 0 1,-5 40-1,8-38-57,1-9-1,1 0-1,1 0 1,1 28 0,1-35-12,2-1 0,-1 0 0,1 0 0,1 0-1,0 0 1,0 0 0,1-1 0,5 10 0,-3-7 34,1-1 0,1 1 0,0-1 1,0-1-1,1 0 0,1 0 0,0 0 0,0-1 0,1-1 0,0 0 0,0 0 0,1-1 0,0-1 0,0 0 0,0 0 1,1-1-1,19 4 0,-16-5 2,0-1 0,1 0 0,-1-1 0,1-1 0,0-1 0,-1-1 0,1 0 0,-1-1 0,1 0 0,-1-2 0,0 0 0,0-1 0,0 0 1,14-8-1,-4 0 2,-1-2 1,-1-1 0,-1 0 0,34-32 0,-23 16 56,-2-1-1,30-42 1,-50 60-47,-1-1 0,-1 0 0,0-1 0,-1 0 0,-1 0-1,-1-1 1,0 0 0,4-20 0,-9 27-28,0-1-1,-1 1 1,0-1 0,0 0 0,-2 1-1,1-1 1,-2 1 0,1-1 0,-1 1 0,-1 0-1,0 0 1,-1 0 0,0 0 0,-9-17-1,-4 1-48,0 0 0,-2 1 0,-1 1 0,-1 1 0,-1 0 0,0 2 0,-2 1 0,-1 0 0,-1 2 0,0 1-1,-1 1 1,-30-13 0,38 22-65,0 1-1,0 1 1,-1 1-1,0 0 1,0 2 0,0 0-1,0 1 1,-1 1-1,1 1 1,0 0-1,-39 8 1,22-1 19,0 2 0,0 2 1,1 2-1,1 1 0,-48 26 1,74-36 73,-7 4 19,1 1 1,-16 12-1,27-18-17,0 0-1,1 0 1,-1 0-1,1 1 1,0-1 0,0 1-1,0 0 1,0 0-1,1 0 1,0 0 0,0 1-1,-3 7 1,4-9 5,1-1 1,-1 1 0,1-1 0,0 0-1,0 1 1,0-1 0,0 1-1,1-1 1,-1 1 0,1-1-1,-1 0 1,1 1 0,0-1-1,0 0 1,2 4 0,0-1 32,0 1-1,1-2 1,-1 1 0,1 0 0,1-1 0,4 5 0,6 2 124,0 0 0,0-1 0,23 11 0,-15-11-43,1-1 0,0-1 0,1-1-1,-1-2 1,27 4 0,-50-9-139,55 8 70,1-3 0,-1-2 0,1-3 0,68-8 0,222-54-611,-265 44 46,35-9-2176,-99 23 1347,-8 1-2416</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44.614"/>
    </inkml:context>
    <inkml:brush xml:id="br0">
      <inkml:brushProperty name="width" value="0.035" units="cm"/>
      <inkml:brushProperty name="height" value="0.035" units="cm"/>
      <inkml:brushProperty name="color" value="#E71224"/>
    </inkml:brush>
  </inkml:definitions>
  <inkml:trace contextRef="#ctx0" brushRef="#br0">0 0 10754,'0'0'3849,"0"3"-3465,10 41 24,1-8-80,-3 21-88,10 13-120,-16 29-480,-2 7-400,0 19-1920,-5 4 2232</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45.023"/>
    </inkml:context>
    <inkml:brush xml:id="br0">
      <inkml:brushProperty name="width" value="0.035" units="cm"/>
      <inkml:brushProperty name="height" value="0.035" units="cm"/>
      <inkml:brushProperty name="color" value="#E71224"/>
    </inkml:brush>
  </inkml:definitions>
  <inkml:trace contextRef="#ctx0" brushRef="#br0">483 71 7314,'0'-34'552,"3"13"520,5 6-888,-26 46 128,-13 5 120,-16 29 248,-13 15 40,-12 9-103,7 4-121,2-10 8,12-10-528,14-27-1016,9-20-801,7-28 1017</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45.267"/>
    </inkml:context>
    <inkml:brush xml:id="br0">
      <inkml:brushProperty name="width" value="0.035" units="cm"/>
      <inkml:brushProperty name="height" value="0.035" units="cm"/>
      <inkml:brushProperty name="color" value="#E71224"/>
    </inkml:brush>
  </inkml:definitions>
  <inkml:trace contextRef="#ctx0" brushRef="#br0">1 1 10770,'2'23'1177,"6"6"4112,15 7-3777,19 5-1368,10 6-144,20 13-224,-4-6-376,-8 9-712,-9-6-265,-12-8-199,-8-5 424,-2-5 39,7-8-1759,3-10 1559</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45.488"/>
    </inkml:context>
    <inkml:brush xml:id="br0">
      <inkml:brushProperty name="width" value="0.035" units="cm"/>
      <inkml:brushProperty name="height" value="0.035" units="cm"/>
      <inkml:brushProperty name="color" value="#E71224"/>
    </inkml:brush>
  </inkml:definitions>
  <inkml:trace contextRef="#ctx0" brushRef="#br0">3 0 11106,'-2'18'857,"2"6"3167,5 7-3640,8 2-335,3 17-98,2 12-23,5 26-144,-2 11-48,0 17-592,-3 1-344,-3-11-1009,-2-7 1641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45.852"/>
    </inkml:context>
    <inkml:brush xml:id="br0">
      <inkml:brushProperty name="width" value="0.035" units="cm"/>
      <inkml:brushProperty name="height" value="0.035" units="cm"/>
      <inkml:brushProperty name="color" value="#E71224"/>
    </inkml:brush>
  </inkml:definitions>
  <inkml:trace contextRef="#ctx0" brushRef="#br0">21 143 11979,'-20'-5'1616,"43"-24"-1328,16 14 24,31 2 192,10-3 48,3 1-104,8 4-136,-21-4-672,-2 10-280,-19 2-368,-8 0-232,-7-2-153,-5-3 993</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46.130"/>
    </inkml:context>
    <inkml:brush xml:id="br0">
      <inkml:brushProperty name="width" value="0.035" units="cm"/>
      <inkml:brushProperty name="height" value="0.035" units="cm"/>
      <inkml:brushProperty name="color" value="#E71224"/>
    </inkml:brush>
  </inkml:definitions>
  <inkml:trace contextRef="#ctx0" brushRef="#br0">6 1 8642,'-6'10'872,"9"1"1216,13 2-1855,10-6-281,7 1 24,-2 8 48,-7-1 40,-3 29 32,-14 14-32,-2 22-56,1 16 8,-6 18-88,2 5-120,-2 6-1049,0-6 857</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46.824"/>
    </inkml:context>
    <inkml:brush xml:id="br0">
      <inkml:brushProperty name="width" value="0.035" units="cm"/>
      <inkml:brushProperty name="height" value="0.035" units="cm"/>
      <inkml:brushProperty name="color" value="#E71224"/>
    </inkml:brush>
  </inkml:definitions>
  <inkml:trace contextRef="#ctx0" brushRef="#br0">478 434 7770,'-104'-71'4206,"101"68"-4225,-1 1-1,0-1 1,1 1 0,-1 0 0,0 0-1,0 1 1,0-1 0,0 1 0,0 0 0,-9-2-1,11 3 13,-1 1 0,1-1-1,0 0 1,0 1 0,-1-1 0,1 1-1,0 0 1,0-1 0,0 1-1,0 0 1,0 1 0,0-1-1,0 0 1,0 0 0,1 1 0,-1-1-1,0 1 1,1 0 0,-1-1-1,1 1 1,0 0 0,-1 0-1,0 3 1,-15 23 83,2 2 0,1 0 0,-14 45 0,11-19 406,-11 65 0,25-106-263,1 1 0,1-1-1,0 1 1,1-1 0,1 1-1,0-1 1,1 1 0,5 18-1,-5-27-146,0 0 0,0-1 0,1 1 0,0-1 0,0 1 0,1-1 0,-1 0 0,1 0 0,1-1-1,-1 1 1,1-1 0,0 0 0,0 0 0,1-1 0,-1 1 0,1-1 0,0-1 0,0 1 0,1-1 0,7 4-1,-4-4-51,0-1 0,0 0 0,1 0-1,-1-1 1,0-1 0,0 1-1,1-2 1,-1 1 0,0-1-1,0-1 1,1 0 0,16-6-1,1-1-51,0-2 0,-1-1 0,32-20 1,-21 11-135,-2-3 1,0-1 0,-1-1-1,-2-2 1,-1-1 0,36-43-1,-55 56 139,-1 0 0,-1-1 0,0-1 0,-2 0 0,0 0 0,11-34 0,-15 38 70,-2-1 0,0 0-1,-1 0 1,0 0 0,-1-1 0,-1 1-1,0 0 1,-1-1 0,-6-28 0,2 27-19,0 1 1,-1 0-1,-1 0 1,-1 0 0,0 1-1,-1 0 1,0 0 0,-1 1-1,-1 0 1,0 1-1,-18-16 1,9 11-151,0 1-1,-1 0 1,-1 2-1,-1 1 1,0 1 0,-42-18-1,48 24 122,0 1 0,0 0 0,-1 2 0,0 0 0,1 1 0,-1 1 0,0 0 0,0 1 0,-1 1 0,1 1 0,0 1 0,0 0-1,1 1 1,-1 1 0,0 1 0,1 1 0,0 0 0,-26 14 0,16-5 71,2 1-1,0 2 0,0 0 1,-25 26-1,40-35 11,0 1 1,1 1-1,0 0 1,0 0-1,2 1 1,-1 0-1,1 0 1,1 1-1,0 0 1,1 0-1,-5 16 0,9-24-34,0 0 0,0 0 0,1 0 0,-1 0 0,1 0 0,0 0 0,1 0-1,-1 0 1,1 0 0,0 0 0,0 0 0,0 0 0,1 0 0,0-1 0,0 1-1,0-1 1,0 1 0,1-1 0,5 7 0,-2-5-14,0 0 0,0 0 1,1-1-1,0 0 0,0-1 0,0 1 1,1-1-1,0-1 0,-1 1 0,1-1 0,10 2 1,22 5-29,1-1 1,0-2 0,1-2-1,48 0 1,170-14-2612,-194 5 1099,22 2 435</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47.412"/>
    </inkml:context>
    <inkml:brush xml:id="br0">
      <inkml:brushProperty name="width" value="0.035" units="cm"/>
      <inkml:brushProperty name="height" value="0.035" units="cm"/>
      <inkml:brushProperty name="color" value="#E71224"/>
    </inkml:brush>
  </inkml:definitions>
  <inkml:trace contextRef="#ctx0" brushRef="#br0">35 73 10506,'0'0'246,"11"-13"428,8 4-352,48-20 3,-61 27-256,1-1 0,0 1 0,0 0 0,0 1 0,1-1 0,-1 2 0,14-1 0,-3 0 70,23-2 93,31-2-55,-64 5-206,0 1-1,-1-1 1,1 1-1,0 1 1,0-1-1,12 5 1,-20-6 19,1 1 0,-1-1 0,1 0 0,0 0 0,-1 0 0,1 0 1,-1 0-1,1 1 0,0-1 0,-1 0 0,1 0 0,-1 1 0,1-1 0,-1 0 1,1 1-1,-1-1 0,0 1 0,1-1 0,-1 1 0,1-1 0,-1 1 0,0-1 1,1 1-1,-1-1 0,0 1 0,0-1 0,1 1 0,-1-1 0,0 1 0,0 0 0,0-1 1,0 1-1,0-1 0,0 1 0,0 0 0,0-1 0,0 1 0,0 0 0,0-1 1,0 1-1,0-1 0,0 1 0,-1-1 0,1 2 0,-3 1-43,1 0 1,-1 0-1,0 0 0,0 0 0,-7 5 1,3-3 34,-78 59-115,40-31 567,1 1 0,-50 53 1,66-56 956,-45 65 1,71-93-1325,1-1-1,-1 1 1,1-1 0,0 1 0,0-1 0,0 1 0,-1 4 0,2-7-57,0 1 0,0 0 0,0-1 0,0 1 0,0-1 0,0 1 0,0-1 1,0 1-1,0-1 0,0 1 0,0-1 0,0 1 0,1-1 0,-1 1 0,0-1 0,0 1 1,1-1-1,-1 1 0,0-1 0,1 1 0,-1-1 0,0 0 0,1 1 0,-1-1 1,1 1-1,2 0-16,0 0 1,1 0 0,-1-1 0,0 1-1,1-1 1,-1 0 0,0 0 0,0 0-1,1 0 1,-1 0 0,7-2 0,77-17-1452,0-3 1,83-34 0,-164 54 1352,150-60-2113,-112 44 1150,14-6 158</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48.776"/>
    </inkml:context>
    <inkml:brush xml:id="br0">
      <inkml:brushProperty name="width" value="0.035" units="cm"/>
      <inkml:brushProperty name="height" value="0.035" units="cm"/>
      <inkml:brushProperty name="color" value="#E71224"/>
    </inkml:brush>
  </inkml:definitions>
  <inkml:trace contextRef="#ctx0" brushRef="#br0">849 0 13243,'-32'24'856,"-1"9"-136,-11 14-528,-3 15-192,-13 14-48,-7 14-96,-6 4-48,-5 7-72,-5-5-96,6-13-120,-4-10-64,19-29-208,10-13 159,11-31-1775,22-8 1544</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49.064"/>
    </inkml:context>
    <inkml:brush xml:id="br0">
      <inkml:brushProperty name="width" value="0.035" units="cm"/>
      <inkml:brushProperty name="height" value="0.035" units="cm"/>
      <inkml:brushProperty name="color" value="#E71224"/>
    </inkml:brush>
  </inkml:definitions>
  <inkml:trace contextRef="#ctx0" brushRef="#br0">1 0 11250,'18'8'817,"8"5"2415,2 16-2039,8 4-169,11 17-400,5 4-264,5 11-384,5-3-192,-2 1-336,-6-6-280,-9-3-489,-9-2-255,-15-5-336,-6-6 703,9-2 665</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49.782"/>
    </inkml:context>
    <inkml:brush xml:id="br0">
      <inkml:brushProperty name="width" value="0.035" units="cm"/>
      <inkml:brushProperty name="height" value="0.035" units="cm"/>
      <inkml:brushProperty name="color" value="#E71224"/>
    </inkml:brush>
  </inkml:definitions>
  <inkml:trace contextRef="#ctx0" brushRef="#br0">0 47 7482,'11'1'2317,"-8"-1"-2434,0 0 0,0 0 0,0 0 1,0 0-1,0-1 0,0 1 0,0-1 0,3 0 1,5-7 2756,-10 7-2586,1 0-13,0-1-1,0 0 0,1 0 0,-1 1 0,0-1 0,1 1 0,0 0 0,-1 0 0,1 0 0,0 0 1,-1 0-1,1 0 0,5 0 0,47-13 0,-42 11 53,29 5 531,14 1-326,-25-5-195,15-1-79,62 3 1,-105 1-34,-1-1 0,0 0 0,1 1 0,-1-1 0,0 1 0,0-1 0,0 1 0,1 0 0,-1 0 0,0 0 0,0 0 0,0 1 0,3 2 0,-4-3 2,0 0-1,-1 0 1,1 0-1,-1 0 1,1 0-1,0 0 0,-1 0 1,0 0-1,1 0 1,-1 1-1,0-1 1,1 0-1,-1 0 1,0 0-1,0 1 1,0-1-1,0 0 1,0 0-1,-1 1 1,1-1-1,0 0 0,0 0 1,-1 0-1,1 0 1,-1 1-1,1-1 1,-1 0-1,0 1 1,-7 10-10,0 1 1,-1-2 0,-1 1-1,-15 14 1,-1 2 110,3-2 45,-54 59 592,65-74-550,1 0 0,-1-2 1,-1 1-1,-26 14 0,31-19-107,5-4-49,0 1-1,0-1 1,0 0-1,0 0 1,0-1-1,0 1 1,0 0 0,0-1-1,-1 0 1,-2 0-1,3 0-36,6-3 68,0 0-34,1 0 0,-1 1-1,1-1 1,0 1 0,-1 0-1,1 0 1,0 0 0,0 0-1,6-1 1,44-8 72,-28 7-101,95-17-148,189-43-3169,-294 59 2830,1 0 1,-1-1 0,19-10-1,-2-6-294</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50.595"/>
    </inkml:context>
    <inkml:brush xml:id="br0">
      <inkml:brushProperty name="width" value="0.035" units="cm"/>
      <inkml:brushProperty name="height" value="0.035" units="cm"/>
      <inkml:brushProperty name="color" value="#E71224"/>
    </inkml:brush>
  </inkml:definitions>
  <inkml:trace contextRef="#ctx0" brushRef="#br0">1 9 7938,'0'0'2057,"2"0"-758,47-4 31,-38 2-1046,-1 1 0,1 0 0,0 1 0,13 1 0,135 5 1525,-90-5-1755,-59-1-139,0 0 0,0 1 0,0 0-1,0 1 1,11 3 0,-19-4 48,0-1 1,0 1-1,-1 0 1,1 0-1,0 0 0,0 0 1,0 0-1,0 0 1,-1 1-1,1-1 1,-1 1-1,1-1 1,-1 1-1,0 0 1,1-1-1,-1 1 1,0 0-1,0 0 0,0 0 1,0 0-1,0 0 1,-1 0-1,1 0 1,-1 0-1,1 0 1,-1 0-1,0 0 1,0 0-1,0 0 1,0 3-1,-1 2 14,0-1-1,-1 1 1,0-1-1,0 1 1,-1-1-1,0 0 1,0 0 0,0 0-1,-1 0 1,1 0-1,-2-1 1,1 0-1,0 0 1,-1 0 0,-11 9-1,-7 5 564,-1-1 1,-30 16-1,53-34-503,-1 2 34,-93 60 3862,92-60-3393,8-1-404,6 1-241,0-1 1,1-1-1,-1 0 1,1-1 0,-1 0-1,0 0 1,0-1-1,17-6 1,7 1-443,150-29-3965,-85 18 2808</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51.012"/>
    </inkml:context>
    <inkml:brush xml:id="br0">
      <inkml:brushProperty name="width" value="0.035" units="cm"/>
      <inkml:brushProperty name="height" value="0.035" units="cm"/>
      <inkml:brushProperty name="color" value="#E71224"/>
    </inkml:brush>
  </inkml:definitions>
  <inkml:trace contextRef="#ctx0" brushRef="#br0">0 3 8562,'19'-3'776,"-4"6"760,9-1-695,9 11-329,1-5 360,26 10-136,7 0-184,8-5-504,1-2-408,-14-11-1240,-8 0 311,-20-3 681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51.300"/>
    </inkml:context>
    <inkml:brush xml:id="br0">
      <inkml:brushProperty name="width" value="0.035" units="cm"/>
      <inkml:brushProperty name="height" value="0.035" units="cm"/>
      <inkml:brushProperty name="color" value="#E71224"/>
    </inkml:brush>
  </inkml:definitions>
  <inkml:trace contextRef="#ctx0" brushRef="#br0">14 0 13147,'-13'44'2104,"13"8"1329,0 8-2537,28 7-904,1 11-64,10 3-80,5 4-64,-8 11-64,-2-5-40,-13 8-504,-6-6-320,-12-13-1225,-9-7-608,-1-16 2153</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8:51.572"/>
    </inkml:context>
    <inkml:brush xml:id="br0">
      <inkml:brushProperty name="width" value="0.035" units="cm"/>
      <inkml:brushProperty name="height" value="0.035" units="cm"/>
      <inkml:brushProperty name="color" value="#E71224"/>
    </inkml:brush>
  </inkml:definitions>
  <inkml:trace contextRef="#ctx0" brushRef="#br0">287 1 16011,'-22'0'294,"5"-1"131,1 1-1,-31 5 1,41-4-371,1 1-1,-1-1 1,1 1 0,0 0-1,0 0 1,0 1-1,0 0 1,0-1 0,0 2-1,1-1 1,-1 1-1,-5 5 1,0 3 13,0 1 0,1 0 0,0 1 0,0 0 1,-9 23-1,6-8 270,-16 58 0,26-78-245,0 1 0,0-1 0,1 0 0,0 1 0,0-1 0,1 1 0,1-1 0,0 1 0,0-1 0,0 1-1,6 16 1,-4-19-56,0-1 0,1 1-1,0 0 1,0-1 0,0 0-1,1 0 1,0 0 0,0 0-1,1-1 1,-1 0 0,1 0-1,0-1 1,0 1 0,1-1-1,10 5 1,-1-2-97,1-1-1,-1 0 0,1-1 1,0-1-1,0-1 0,1 0 1,-1-1-1,1-1 0,-1-1 1,1 0-1,0-2 0,21-3 1,23-7-1496,0-4 0,61-22 0,-118 36 1400,123-38-1998</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00.521"/>
    </inkml:context>
    <inkml:brush xml:id="br0">
      <inkml:brushProperty name="width" value="0.035" units="cm"/>
      <inkml:brushProperty name="height" value="0.035" units="cm"/>
      <inkml:brushProperty name="color" value="#E71224"/>
    </inkml:brush>
  </inkml:definitions>
  <inkml:trace contextRef="#ctx0" brushRef="#br0">0 161 3425,'49'279'7086,"-24"2"-6865,-19-191 141,0-14-337,4 56-61,44 226 1,-45-326 32,-7-27 22,-1-9 23,0-1-25,0 0 1,-1-1-1,1 1 0,-1-1 0,0 1 0,-1-1 0,1 1 0,-3-8 0,0-7 48,-16-120 531,3 33 253,-2-112 0,18 183-731,1 0 0,2-1 0,1 1 0,2 1 0,2-1 0,1 1 0,15-38 0,-11 43-82,1 1-1,2 1 0,1 0 1,1 1-1,2 1 1,0 1-1,2 1 0,1 0 1,0 2-1,44-32 1,-21 23-61,1 1 0,1 2 0,1 3 0,2 1 0,73-22 0,-92 35-178,-1 3 0,1 0 0,1 2 0,-1 1 0,38 0 0,-56 6 56,-1-1 1,1 2-1,0 0 0,0 0 1,-1 1-1,16 6 0,-20-6 65,-1 1 1,0 0-1,0 0 0,-1 1 0,1 0 0,-1 0 1,0 1-1,-1 0 0,1 0 0,8 11 0,-9-9 45,-1 0 0,0 0 0,-1 1 0,1 0 0,-1 0 0,-1 0 0,0 0 0,0 0-1,-1 1 1,0 0 0,-1-1 0,0 1 0,0 0 0,-1 0 0,-1-1 0,1 1 0,-2 0-1,1-1 1,-1 1 0,-5 13 0,-2 3 39,-1-1 0,-1 0 1,-1-1-1,-1 0 0,-1-1 0,-23 28 0,-2-2 253,-2-2 1,-2-2-1,-2-2 0,-2-2 0,-1-3 0,-3-1 0,-1-2 1,-62 30-1,86-51-105,0-2 0,-1-1 1,-59 14-1,71-21-480,0-2-1,1 0 1,-1-1 0,0 0 0,0-1-1,0-1 1,0-1 0,-25-6 0,2-6-576</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00.973"/>
    </inkml:context>
    <inkml:brush xml:id="br0">
      <inkml:brushProperty name="width" value="0.035" units="cm"/>
      <inkml:brushProperty name="height" value="0.035" units="cm"/>
      <inkml:brushProperty name="color" value="#E71224"/>
    </inkml:brush>
  </inkml:definitions>
  <inkml:trace contextRef="#ctx0" brushRef="#br0">72 140 1608,'0'0'376,"-1"-10"4390,1 10-4709,0-1 1,0 1 0,-1 0-1,1-1 1,0 1 0,0 0-1,0 0 1,-1-1 0,1 1-1,0 0 1,0-1-1,-1 1 1,1 0 0,0 0-1,0 0 1,-1-1 0,1 1-1,0 0 1,-1 0 0,1 0-1,0 0 1,-1-1-1,1 1 1,0 0 0,-1 0-1,1 0 1,0 0 0,-1 0-1,1 0 1,0 0 0,-1 0-1,1 0 1,0 0 0,-1 0-1,1 0 1,-1 0-1,1 1 1,0-1 0,-1 0-1,1 0 1,0 0 0,0 0-1,-1 1 1,-3 0-34,1 1 0,0-1 0,0 1-1,0 0 1,0 0 0,0 0 0,0 1 0,1-1 0,-1 0 0,1 1-1,-1 0 1,1 0 0,0 0 0,0 0 0,0 0 0,1 0 0,-1 0 0,-1 6-1,0 1 28,1 0 0,1 0 0,0 1 0,0-1-1,1 1 1,0-1 0,1 0 0,0 1-1,0-1 1,2 0 0,-1 0 0,5 12 0,-6-20-30,0 0 0,0 0 0,-1-1 0,1 1 0,1 0 0,-1-1 0,0 1 0,0-1 0,1 1 0,-1-1 0,0 0 0,1 0 0,0 1 0,-1-1 0,1 0 0,0 0 0,-1-1 0,1 1 0,0 0 0,0 0 0,0-1 0,-1 1 0,1-1 0,0 0 0,0 0 0,0 0 0,0 1 0,0-2 0,0 1 0,0 0 0,0 0 0,2-1 0,5-1 29,1-1 1,-1 0-1,0 0 1,0-1-1,10-6 1,2-2-10,0-1-1,-1-1 1,0 0 0,26-27 0,-35 31-38,0-2 1,-1 1-1,-1-1 1,0-1-1,-1 1 1,0-1 0,-1-1-1,8-19 1,-14 30 2,1 0 0,-1 0 0,0 0 0,-1 0 0,1 0 0,-1 0 0,1 0 0,-1 0 0,0-1 1,0 1-1,0 0 0,-1 0 0,1 0 0,-1 0 0,1 0 0,-1 0 0,0 0 0,-1 0 0,1 0 0,-3-5 0,1 5 19,0 0 0,0 1 0,0-1 0,0 0 0,0 1 0,0 0 0,-1 0 0,1 0-1,-1 1 1,0-1 0,1 1 0,-1-1 0,0 1 0,0 1 0,0-1 0,-6 0 0,0 0 64,-1 1 1,0 0 0,1 0-1,-1 1 1,-13 3 0,17-3-54,0 1 1,0 0 0,0 0-1,1 1 1,-1-1-1,1 2 1,-1-1 0,1 1-1,-6 4 1,11-7-84,0 0 0,0 0 0,0 0 0,0 0 0,0 0 0,1 1 0,-1-1 1,0 0-1,0 1 0,1-1 0,-1 0 0,1 1 0,-1-1 0,1 1 0,0-1 0,0 1 0,-1-1 1,1 1-1,0-1 0,0 1 0,0-1 0,1 0 0,-1 1 0,0-1 0,1 1 0,-1-1 0,0 1 0,1-1 1,0 0-1,-1 1 0,1-1 0,0 0 0,0 1 0,0-1 0,-1 0 0,1 0 0,0 0 0,1 0 1,-1 0-1,2 1 0,23 21-571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01.312"/>
    </inkml:context>
    <inkml:brush xml:id="br0">
      <inkml:brushProperty name="width" value="0.035" units="cm"/>
      <inkml:brushProperty name="height" value="0.035" units="cm"/>
      <inkml:brushProperty name="color" value="#E71224"/>
    </inkml:brush>
  </inkml:definitions>
  <inkml:trace contextRef="#ctx0" brushRef="#br0">119 228 10874,'-27'-43'182,"-29"-47"151,49 77-302,1 0 0,0 0 1,1 0-1,-7-25 0,12 38-31,0 0 0,1 1-1,-1-1 1,0 0 0,0 0 0,0 0 0,0 0-1,0 0 1,1 0 0,-1 0 0,0 0 0,0 1-1,0-1 1,0 0 0,1 0 0,-1 0-1,0 0 1,0 0 0,0 0 0,0 0 0,1 0-1,-1 0 1,0 0 0,0 0 0,0 0 0,1 0-1,-1 0 1,0-1 0,0 1 0,0 0-1,0 0 1,1 0 0,-1 0 0,0 0 0,0 0-1,0 0 1,0 0 0,0 0 0,0-1 0,1 1-1,-1 0 1,0 0 0,0 0 0,0 0-1,0 0 1,0-1 0,0 1 0,0 0 0,0 0-1,0 0 1,0 0 0,0-1 0,0 1-1,0 0 1,0 0 0,0 0 0,0-1 0,0 1-1,0 0 1,0 0 0,0 0 0,0 0 0,0-1-1,0 1 1,0 0 0,0 0 0,0 0-1,0 0 1,0-1 0,12 13-12,-3 2 15,-1 0-1,-1 1 1,0 0-1,-1 0 0,4 19 1,17 84 91,-25-106-80,48 393 455,0 7-287,-45-389-266,0 0 0,1 0 1,2-1-1,11 27 0,-17-45 18,1 0 0,-1 1-1,1-1 1,-1 0-1,1 0 1,0-1 0,5 5-1,-6-6 33,1-1-1,0 1 1,-1-1-1,1 1 1,0-1-1,0 0 0,0 0 1,6 1-1,-8-2 30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01.696"/>
    </inkml:context>
    <inkml:brush xml:id="br0">
      <inkml:brushProperty name="width" value="0.035" units="cm"/>
      <inkml:brushProperty name="height" value="0.035" units="cm"/>
      <inkml:brushProperty name="color" value="#E71224"/>
    </inkml:brush>
  </inkml:definitions>
  <inkml:trace contextRef="#ctx0" brushRef="#br0">701 22 14291,'-7'12'433,"1"1"0,0 0 0,0 0 0,1 0 0,1 1 0,-3 17 0,6-25-443,0 0 1,1 0-1,0-1 0,0 1 0,0 0 0,1 0 0,0 0 0,0-1 0,1 1 0,-1-1 0,1 1 0,0-1 0,1 1 0,-1-1 0,1 0 1,0 0-1,7 9 0,-8-12 1,-1-1-1,1 1 1,0 0 0,-1 0 0,1-1 0,0 1 0,0-1 0,0 0 0,0 1 0,0-1 0,0 0 0,1 0-1,-1-1 1,0 1 0,0 0 0,1-1 0,-1 1 0,0-1 0,1 0 0,-1 1 0,1-1 0,-1 0 0,0-1-1,1 1 1,-1 0 0,3-1 0,-2-1-1,1 1 1,-1-1-1,0 1 0,0-1 0,1 0 0,-1 0 1,-1 0-1,1-1 0,0 1 0,-1-1 0,1 1 1,-1-1-1,0 0 0,1 0 0,-1 0 0,1-4 1,12-19-9,0 0 1,31-37-1,-35 49 19,1 1 1,0 0-1,1 1 1,0 1-1,27-18 1,-38 28-3,0-1 0,0 1 1,0 0-1,0 0 1,0 0-1,0 0 1,1 1-1,-1-1 0,0 1 1,1-1-1,-1 1 1,0 0-1,1 0 1,-1 0-1,0 0 0,1 0 1,-1 0-1,0 1 1,1-1-1,-1 1 1,0 0-1,0-1 0,0 1 1,1 0-1,-1 0 1,0 1-1,0-1 1,0 0-1,-1 1 0,1-1 1,0 1-1,0-1 1,-1 1-1,1 0 1,-1 0-1,2 2 0,3 6-20,-1-1-1,0 1 1,0 0-1,-1 0 1,0 1-1,4 18 1,-1 3-63,-2 1 1,-1-1-1,-1 53 1,-15 101-278,12-186 359,-9 92-186,-4-2 0,-3 1 0,-44 133 0,50-196 164,-1-1-1,-1 0 0,-2-1 1,-29 44-1,32-55 64,0-2-1,-1 1 1,0-2-1,-1 0 1,-1 0 0,0-1-1,0-1 1,-1 0-1,-18 9 1,15-11 47,0-1 0,0 0 0,0-2 0,-1 0 0,0 0 0,0-2 0,0-1 0,0 0 0,0-1 0,-1-1 0,1-1 0,0-1 0,0 0 0,0-2 0,0 0 0,0-1 0,1-1 0,0-1 0,0 0 0,0-1 0,1-1 0,-23-16 0,15 7-354,1-1-1,0-2 1,1 0 0,2-1 0,-31-41 0,34 38-390,1-1 0,1-1 0,1 0 0,2-2-1,0 1 1,3-2 0,0 1 0,1-1 0,-5-42 0,10 34-264,3-65 1,1 100 888</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02.535"/>
    </inkml:context>
    <inkml:brush xml:id="br0">
      <inkml:brushProperty name="width" value="0.035" units="cm"/>
      <inkml:brushProperty name="height" value="0.035" units="cm"/>
      <inkml:brushProperty name="color" value="#E71224"/>
    </inkml:brush>
  </inkml:definitions>
  <inkml:trace contextRef="#ctx0" brushRef="#br0">1 179 15395,'0'0'3673,"26"-10"-3641,15-14-408,34-9-992,3-1-481,3 8-271,-6 0 768,-23 16 767,-8 2-55,-13 5-2104,0-2 1591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02.956"/>
    </inkml:context>
    <inkml:brush xml:id="br0">
      <inkml:brushProperty name="width" value="0.035" units="cm"/>
      <inkml:brushProperty name="height" value="0.035" units="cm"/>
      <inkml:brushProperty name="color" value="#E71224"/>
    </inkml:brush>
  </inkml:definitions>
  <inkml:trace contextRef="#ctx0" brushRef="#br0">111 465 12131,'-12'2'1065,"1"1"1,-1 0-1,0 1 1,-15 7 0,24-10-912,0 1 0,0 0 0,1-1 0,-1 1 0,1 1 0,-1-1 0,1 0 0,-1 0 1,-2 5-1,4-5-257,0-1-1,0 1 1,0 0 0,1 0 0,-1-1 0,1 1-1,-1 0 1,1 0 0,-1 0 0,1 0 0,0 0-1,0-1 1,0 1 0,0 0 0,0 0 0,1 0 0,0 4-1,3 7-346,1 1-1,1-1 1,0 0-1,0-1 1,14 20-1,-3-9 379,36 39 0,-46-55 105,0 0 1,0-1-1,0 0 0,1 0 0,0-1 0,0 0 1,0 0-1,1-1 0,11 4 0,-14-6 4,0 0-1,0-1 1,0 0-1,0-1 0,0 1 1,0-1-1,0 0 0,0-1 1,1 1-1,-1-1 1,0 0-1,0-1 0,0 0 1,-1 0-1,1 0 1,6-3-1,20-13 23,-1-1-1,-1-1 1,-1-1 0,-1-2-1,0-1 1,-2-1 0,37-46-1,-54 60-84,-1-1 0,-1 0 0,0 0 0,-1 0 0,0-1 0,-1 0 0,0 0 0,-1 0 0,0-1-1,-1 0 1,-1 1 0,0-1 0,-1 0 0,-1 0 0,0 0 0,-1 0 0,0 0 0,-1 0 0,0 0 0,-1 1-1,-1-1 1,-11-25 0,7 24 80,-1-1 0,0 1 0,-1 1 0,-1-1 0,0 2 0,-1 0-1,-1 0 1,0 1 0,0 0 0,-1 1 0,-1 1 0,0 1 0,0 0 0,-1 0 0,0 2 0,-33-11-1,36 13-80,-1 1 0,0 1 0,-1 1 0,1 0 0,-1 0 1,1 2-1,-1 0 0,1 0 0,-1 1 0,1 1 0,0 1 0,0 0 0,0 0 0,0 2 0,0-1 0,1 2 0,-1 0 0,2 1 0,-1 0 0,-22 17 0,31-20-294,-1 0 0,1 0 0,0 0 0,0 1 0,1-1 0,-1 1-1,1 0 1,0 0 0,1 0 0,-1 1 0,1-1 0,0 1 0,-2 8 0,4-12 222,0 0 0,0 0-1,0 0 1,0 0 0,1 0-1,-1 0 1,0 0 0,1 0-1,0 0 1,-1 0-1,3 3 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03.232"/>
    </inkml:context>
    <inkml:brush xml:id="br0">
      <inkml:brushProperty name="width" value="0.035" units="cm"/>
      <inkml:brushProperty name="height" value="0.035" units="cm"/>
      <inkml:brushProperty name="color" value="#E71224"/>
    </inkml:brush>
  </inkml:definitions>
  <inkml:trace contextRef="#ctx0" brushRef="#br0">0 257 10226,'46'27'2256,"-2"2"0,44 39 0,-66-49-1993,-1 0 0,-1 2 0,-1 0 0,-1 1 0,22 36 0,-37-54-291,-1 0-1,1 1 1,-1-1-1,-1 1 1,1 0 0,0 0-1,-1 0 1,0 0 0,1 9-1,-2-13 16,0 1 0,0 0 0,-1 0 0,1-1 0,0 1 0,-1 0 0,1-1 0,-1 1 0,0 0 0,1-1 0,-1 1 0,0-1 0,0 1 0,0-1 0,0 1 1,0-1-1,0 0 0,0 1 0,-1-1 0,1 0 0,0 0 0,-1 0 0,1 0 0,-1 0 0,1 0 0,-1-1 0,1 1 0,-4 1 0,-2 0 12,-1 0 0,1-1 0,0 0 0,-1 0 0,1 0 0,0-1 0,-1 0 0,1-1 0,-1 0-1,1 0 1,0 0 0,-1-1 0,1 0 0,0 0 0,0-1 0,-12-6 0,13 5 14,0 1-1,0-1 0,1 0 0,-1 0 1,1-1-1,0 1 0,1-1 0,-1 0 1,1-1-1,0 1 0,0-1 1,1 0-1,-1 0 0,1 0 0,1 0 1,-1 0-1,1-1 0,0 1 1,-1-8-1,1-1-58,1 0 0,1 0 0,0 0 0,1 0 0,0 0 0,1 0 0,1 1 0,0-1 0,2 1 0,-1 0 0,2 0 0,-1 0 0,2 0 0,9-15 0,6-2-988,0 0 1,2 1-1,1 2 0,41-37 0,-7 15-1702,7 7 1145</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04.231"/>
    </inkml:context>
    <inkml:brush xml:id="br0">
      <inkml:brushProperty name="width" value="0.035" units="cm"/>
      <inkml:brushProperty name="height" value="0.035" units="cm"/>
      <inkml:brushProperty name="color" value="#E71224"/>
    </inkml:brush>
  </inkml:definitions>
  <inkml:trace contextRef="#ctx0" brushRef="#br0">534 0 13363,'1'22'2298,"7"41"1,-1-17-1832,28 422-513,-25-287-271,-3-48 126,9 114-24,-8-175 238,23 97 0,-62-213-1955,-23-35-56,51 76 1924,-82-100-1279,66 83 1242,0 1 1,-43-33-1,51 44 128,1 2-1,-1-1 1,-1 1 0,1 1-1,-1 0 1,0 0-1,0 1 1,-13-2-1,15 4-3,0 1 0,-1 1 0,1-1 0,0 2 0,0-1 0,-1 1 0,1 1 1,0 0-1,0 0 0,1 1 0,-14 6 0,14-5 105,0 1 1,1 0 0,-1 0-1,1 1 1,0 0-1,1 0 1,-1 1 0,1 0-1,1 1 1,-1-1-1,1 1 1,-8 15 0,10-16-5,0-1 1,1 2 0,0-1 0,0 0-1,0 1 1,1-1 0,0 1 0,1 0-1,-1 0 1,2 0 0,-1 0 0,1-1-1,0 1 1,1 0 0,0 0 0,2 10 0,-1-13-78,0 0 1,0 0 0,0 0 0,1-1 0,-1 1-1,1 0 1,1-1 0,-1 0 0,0 0 0,1 0 0,0 0-1,0 0 1,0-1 0,1 0 0,-1 0 0,1 0-1,0 0 1,-1-1 0,1 1 0,0-1 0,0-1 0,1 1-1,-1-1 1,0 0 0,6 1 0,9 0-19,0-1-1,0 0 1,-1-1 0,1-2 0,29-4 0,-5-3-29,0-2 0,0-2-1,73-32 1,-44 10-256,85-55-1,-139 78 250,-1 0 0,0-2-1,-1 0 1,0-1 0,-2-1-1,0 0 1,16-23 0,-32 44 70,0-1-1,0 1 1,0-1 0,1 0 0,-1 1 0,1-1 0,0 1 0,1-1 0,-1 1-1,1-1 1,0 1 0,0-1 0,2 5 0,-2-7-60,0-1 0,0 0 1,0 0-1,0 1 0,0-1 1,0 0-1,0 0 0,0 0 0,0 0 1,1-1-1,-1 1 0,0 0 0,1 0 1,-1-1-1,1 1 0,-1-1 1,0 1-1,1-1 0,-1 0 0,1 0 1,-1 1-1,1-1 0,0 0 1,-1 0-1,1 0 0,-1-1 0,1 1 1,-1 0-1,3-1 0,2 0 14,1-1 0,-1 0 0,1 0 0,-1-1 0,9-3 0,4-6 33,27-21 1,-5 4-7,-23 16-16,0 0-1,-1-1 1,27-29-1,-39 37-26,0 0 0,0 0 0,0 0 0,-1 0 0,0-1 0,0 0 0,-1 0 0,0 0 0,0-1 0,-1 1 0,0 0-1,0-1 1,0 0 0,0-11 0,-2 17-3,0 0-1,-1 0 0,1 0 0,0 0 1,-1 0-1,1 0 0,-1-1 0,0 1 1,0 0-1,1 1 0,-2-1 0,1 0 1,0 0-1,0 0 0,0 0 0,-1 1 1,1-1-1,-1 1 0,1-1 0,-1 1 1,0 0-1,0-1 0,1 1 0,-1 0 1,0 0-1,0 0 0,0 0 0,0 1 1,0-1-1,0 1 0,-1-1 0,1 1 1,-2-1-1,-2 1-1,0-1 1,0 1-1,0 0 0,0 0 1,0 1-1,1-1 0,-1 1 1,0 1-1,0-1 0,1 1 1,-7 2-1,-8 8 44,1 1 0,0 0 1,0 2-1,2 0 0,-20 21 0,25-24-23,1 2 0,0 0-1,1 0 1,1 1 0,0 0-1,1 1 1,1-1 0,-8 22 0,11-25-16,1 0 1,0 1-1,0-1 1,1 0-1,1 1 1,0-1 0,0 1-1,1 0 1,1-1-1,0 1 1,1-1-1,4 14 1,-4-20 1,0 0-1,0-1 1,1 1 0,0-1-1,0 0 1,0 0 0,1 0 0,-1 0-1,1-1 1,0 0 0,1 1-1,-1-1 1,1-1 0,0 1-1,0-1 1,0 1 0,0-2-1,0 1 1,1 0 0,-1-1-1,1 0 1,0-1 0,0 1-1,0-1 1,0 0 0,8 0 0,-2 0 7,0-1 1,0-1 0,0 0 0,-1 0 0,1-1 0,-1-1 0,1 0 0,-1 0 0,0-1 0,0-1 0,0 0 0,16-10 0,35-30-39,-3-2 0,77-78 0,-119 108 9,-3 5 6,-2-1-1,1 0 1,-2-1 0,0 0 0,0-1 0,-2 0 0,12-24 0,-20 36 3,-7 11-8,-7 11 20,1 1 1,1 0 0,0 0-1,2 1 1,0 1 0,2-1-1,0 1 1,-6 38 0,9-40-39,2 1 319,5-24-116,6-13-64,7-13-122,1 1-1,2 0 0,0 2 1,28-29-1,97-88-2525,-142 141 2490,78-71-1160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05.023"/>
    </inkml:context>
    <inkml:brush xml:id="br0">
      <inkml:brushProperty name="width" value="0.035" units="cm"/>
      <inkml:brushProperty name="height" value="0.035" units="cm"/>
      <inkml:brushProperty name="color" value="#E71224"/>
    </inkml:brush>
  </inkml:definitions>
  <inkml:trace contextRef="#ctx0" brushRef="#br0">9 1 16059,'0'0'3665,"0"2"-3169,23 66-256,-18-24-600,11 8-232,-14 13-320,1 5-568,-19 5-81,6 3-183,-3-1-2073,-5-6 2793</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05.572"/>
    </inkml:context>
    <inkml:brush xml:id="br0">
      <inkml:brushProperty name="width" value="0.035" units="cm"/>
      <inkml:brushProperty name="height" value="0.035" units="cm"/>
      <inkml:brushProperty name="color" value="#E71224"/>
    </inkml:brush>
  </inkml:definitions>
  <inkml:trace contextRef="#ctx0" brushRef="#br0">0 0 13619,'20'28'686,"2"-1"0,0-1 0,2-1 1,42 35-1,118 75-732,-92-71 246,-25-14-198,-2 3 1,77 80-1,-108-95-45,-1 2 0,-1 1-1,-3 1 1,-1 1 0,22 48 0,-37-62-50,0 1 1,-2 0-1,-2 0 0,0 1 1,7 60-1,-14-67-23,-1 0 1,-1 0-1,0 0 0,-2 0 0,-1 0 0,-1 0 1,-2 0-1,-11 34 0,6-32-35,-1 0 1,-1-1 0,-1-1-1,-1 0 1,-1-1-1,-2-1 1,-21 23-1,1-6-208,-3-2 0,-76 55 0,-88 37-741,173-112 614,0-2 0,-1-1 0,0-2 0,-60 15 0,67-23 141,0-2-1,-42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06.025"/>
    </inkml:context>
    <inkml:brush xml:id="br0">
      <inkml:brushProperty name="width" value="0.035" units="cm"/>
      <inkml:brushProperty name="height" value="0.035" units="cm"/>
      <inkml:brushProperty name="color" value="#E71224"/>
    </inkml:brush>
  </inkml:definitions>
  <inkml:trace contextRef="#ctx0" brushRef="#br0">524 0 11450,'-88'44'561,"0"13"479,8 16-160,7 28-424,11 18-48,7 50 0,16 26-32,19 35-112,1 6-24,48 3-192,25-8-120,63-26-1408,36-16-1064,42-57 2023</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07.930"/>
    </inkml:context>
    <inkml:brush xml:id="br0">
      <inkml:brushProperty name="width" value="0.035" units="cm"/>
      <inkml:brushProperty name="height" value="0.035" units="cm"/>
      <inkml:brushProperty name="color" value="#E71224"/>
    </inkml:brush>
  </inkml:definitions>
  <inkml:trace contextRef="#ctx0" brushRef="#br0">12 120 12547,'0'0'1405,"3"-4"-15,8-4-1124,-1-1 0,1 2 0,0-1 0,1 1 0,20-9 0,68-21-12,-83 31-181,1 1 1,0 1 0,0 1-1,0 0 1,29 0 0,-43 3-62,1 0 0,0 0 0,0 1 0,-1 0 1,1 0-1,0 0 0,-1 0 0,1 1 1,-1-1-1,1 1 0,-1 0 0,0 1 1,0-1-1,0 1 0,0 0 0,0 0 1,-1 0-1,1 0 0,-1 0 0,0 1 1,0 0-1,0 0 0,0 0 0,-1 0 1,4 8-1,-3-3-16,0 0-1,-1 0 1,0 1 0,-1-1-1,0 1 1,0-1 0,-1 1-1,-1-1 1,1 1-1,-2-1 1,1 1 0,-1-1-1,-1 0 1,-4 13 0,-1-1-8,-1 0 0,-1 0 0,-1-1 1,-24 35-1,18-34 23,0 0 1,-1-1-1,-1-1 1,-1-1 0,-1 0-1,0-2 1,-1-1-1,-27 15 1,-96 43 744,129-63-512,16-10-240,-1 0 1,1 0-1,0 0 1,0 1-1,0-1 1,0 0-1,0 0 1,0 0-1,0 0 0,0 0 1,0 0-1,0 0 1,-1 0-1,1 0 1,0 1-1,0-1 1,0 0-1,0 0 1,0 0-1,0 0 1,0 0-1,0 0 0,0 0 1,0 1-1,0-1 1,0 0-1,0 0 1,0 0-1,0 0 1,0 0-1,0 0 1,0 0-1,0 1 0,0-1 1,0 0-1,1 0 1,-1 0-1,0 0 1,0 0-1,0 0 1,0 0-1,0 0 1,0 1-1,0-1 1,0 0-1,0 0 0,0 0 1,0 0-1,1 0 1,-1 0-1,0 0 1,0 0-1,0 0 1,0 0-1,0 0 1,1 0-1,29 1 203,229-35-638,-52 4-2200,21 3-1947,-119 8 3731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08.289"/>
    </inkml:context>
    <inkml:brush xml:id="br0">
      <inkml:brushProperty name="width" value="0.035" units="cm"/>
      <inkml:brushProperty name="height" value="0.035" units="cm"/>
      <inkml:brushProperty name="color" value="#E71224"/>
    </inkml:brush>
  </inkml:definitions>
  <inkml:trace contextRef="#ctx0" brushRef="#br0">0 1 19708,'57'2'142,"0"4"0,-1 1 0,89 25 0,-105-22-196,-1 3 0,-1 0-1,0 3 1,-1 1-1,0 2 1,-2 2 0,0 1-1,40 33 1,-53-36 31,-1 0 0,0 2 0,-2 0 0,-1 1 0,0 1 0,-2 1 0,-1 0 0,-1 1 0,0 1 0,-2 0 0,-2 0 0,14 48 0,-18-42-4,0 1 0,-3 0 0,0 0 0,-2 0 0,-2 0 0,-1 0 0,-1-1-1,-2 1 1,-2 0 0,0-1 0,-2-1 0,-2 1 0,-1-1 0,-1-1 0,-1 0 0,-2-1 0,-1-1-1,-21 27 1,26-39-193,-2 0 0,1-1 0,-2-1 0,-25 21 0,32-30-198,0 1-1,-1-1 0,0 0 0,0-1 1,0 0-1,0 0 0,-1-1 0,1 0 0,-1-1 1,0 0-1,-14 1 0,-50-6-1075</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08.571"/>
    </inkml:context>
    <inkml:brush xml:id="br0">
      <inkml:brushProperty name="width" value="0.035" units="cm"/>
      <inkml:brushProperty name="height" value="0.035" units="cm"/>
      <inkml:brushProperty name="color" value="#E71224"/>
    </inkml:brush>
  </inkml:definitions>
  <inkml:trace contextRef="#ctx0" brushRef="#br0">179 1 15915,'-80'59'1537,"23"29"-121,15 24-920,47 31-400,29 12-56,39-2 32,25-2-64,19-24-368,13-16-480,10-17-2009,-16-16-1168,14-8 3097</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11.268"/>
    </inkml:context>
    <inkml:brush xml:id="br0">
      <inkml:brushProperty name="width" value="0.035" units="cm"/>
      <inkml:brushProperty name="height" value="0.035" units="cm"/>
      <inkml:brushProperty name="color" value="#E71224"/>
    </inkml:brush>
  </inkml:definitions>
  <inkml:trace contextRef="#ctx0" brushRef="#br0">1 776 7442,'5'-20'80,"67"-307"1601,-56 255-841,4 2 0,2 0-1,4 1 1,39-74 0,-63 138 829,-2 17-8,-8 142 572,-8 124-1622,-24 317-469,-38 340-246,15 518-510,63-1431 454,-1 3-496,2-1 0,0 0 0,8 39-1,-3-47-850,-6-16 1476,0 0-1,0 0 0,0 0 0,0 0 1,0 0-1,0 0 0,0 0 0,0 1 1,0-1-1,1 0 0,-1 0 0,0 0 1,0 0-1,0 0 0,0 0 0,0 0 1,0 0-1,0 0 0,1 0 0,-1 0 1,0 0-1,0 0 0,0 0 0,0 0 0,0 0 1,1 0-1,-1 0 0,0 0 0,0 0 1,0 0-1,0 0 0,0 0 0,0 0 1,1 0-1,-1 0 0,0 0 0,0 0 1,0 0-1,0 0 0,0 0 0,0 0 1,1 0-1,-1 0 0,0 0 0,0 0 1,0-1-1,0 1 0,11-26-2502,4-31 1102</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11.736"/>
    </inkml:context>
    <inkml:brush xml:id="br0">
      <inkml:brushProperty name="width" value="0.035" units="cm"/>
      <inkml:brushProperty name="height" value="0.035" units="cm"/>
      <inkml:brushProperty name="color" value="#E71224"/>
    </inkml:brush>
  </inkml:definitions>
  <inkml:trace contextRef="#ctx0" brushRef="#br0">0 1 10026,'5'2'595,"2"2"-444,0-1 1,1 0 0,-1-1-1,1 0 1,0 0-1,-1-1 1,12 1-1,452 35 3604,-260-25-1869,531 36 1747,168 11-2942,189 70-689,-735-79 31,341 14 59,1-73-144,-205-39-1089,-168-1-3398,-193 23 1066,-107 17 2782,36-16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13.500"/>
    </inkml:context>
    <inkml:brush xml:id="br0">
      <inkml:brushProperty name="width" value="0.035" units="cm"/>
      <inkml:brushProperty name="height" value="0.035" units="cm"/>
      <inkml:brushProperty name="color" value="#E71224"/>
    </inkml:brush>
  </inkml:definitions>
  <inkml:trace contextRef="#ctx0" brushRef="#br0">12 1365 8298,'4'-54'848,"-3"43"-569,0 0-1,0-1 1,-1 1-1,0-1 1,-1 1-1,-5-22 1,2 15-32,1 1-1,1-1 1,0 0 0,1 0 0,1 0 0,1 0 0,0 0-1,1 1 1,2-1 0,8-30 0,-5 11-30,-2-1 0,-1 1 0,-2-64 0,-1 84-112,0 0-1,2 0 1,0 0 0,0 0-1,2 1 1,0-1 0,1 1-1,0 0 1,11-18-1,-4 12-104,0 1 0,2 0-1,0 1 1,1 1 0,30-29-1,-4 10 26,-15 11 21,1 2-1,1 1 1,45-28 0,-42 35-71,55-20-1,-40 19-7,43-16-70,-77 30 73,-1 1 0,1 1 0,-1-1-1,1 2 1,18-1 0,-16 4 15,0 1 0,-1 0-1,1 0 1,-1 2-1,18 7 1,33 9-122,-57-19 64,-1 0 0,1 1 0,0 0-1,-1 0 1,1 1 0,-1 0 0,0 0 0,-1 1 0,1 0 0,-1 0 0,0 0 0,0 1-1,0 0 1,-1 0 0,0 1 0,5 6 0,-2 2 40,0 1 1,0 0-1,-2 0 1,0 0-1,-1 1 1,5 27-1,2 0 67,2 0 1,2 0-1,22 45 1,-6-17-29,90 206 42,-116-265-37,0 0 1,1-1-1,0 0 0,0-1 1,2 1-1,-1-1 0,1-1 1,1 0-1,0 0 0,1-1 1,18 13-1,38 19-8,-2 2-1,97 85 1,-156-123-3,1 1 0,0-1 0,0 0 0,0 0 1,1-1-1,-1 0 0,1 0 0,9 3 0,-11-6 0,0 1-1,0-1 1,0 0-1,0-1 1,0 0 0,0 1-1,0-2 1,0 1 0,0-1-1,0 0 1,0 0-1,8-3 1,1-2 26,1-1-1,-1 0 1,0-1-1,0 0 1,-1-1-1,19-17 1,74-74 308,-42 35-179,-31 34-64,-1-2 1,-2-1-1,-1-2 0,41-63 0,-69 94-85,1 0-1,-1-1 1,0 1-1,0 0 1,0-1 0,-1 0-1,0 1 1,0-1-1,-1 0 1,1-6-1,-2-6 60,-6-34-1,4 35-50,1 1 0,-1-26 0,4 37 0,-1-18-29,2 0-1,6-37 1,-6 53 52,0 1 0,-1 0-1,2 0 1,-1 0 0,1 0 0,0 0 0,0 0 0,1 1-1,-1-1 1,1 1 0,0 0 0,1 0 0,-1 1 0,8-6-1,222-168 1029,-181 137-1266,-31 23 117,1 1 0,45-26 1,16-3 163,-74 40-443,0 0 1,0 0-1,0-1 1,-1-1-1,0 0 1,0 0 0,-1 0-1,0-1 1,-1 0-1,0-1 1,0 0-1,6-12 1,13-29-368</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22.657"/>
    </inkml:context>
    <inkml:brush xml:id="br0">
      <inkml:brushProperty name="width" value="0.035" units="cm"/>
      <inkml:brushProperty name="height" value="0.035" units="cm"/>
      <inkml:brushProperty name="color" value="#E71224"/>
    </inkml:brush>
  </inkml:definitions>
  <inkml:trace contextRef="#ctx0" brushRef="#br0">1009 1 8194,'-84'4'1255,"0"4"0,-94 21 0,125-17-1334,0 3 1,1 2 0,1 2 0,-62 33 0,90-40 132,2 1 0,-1 1 1,2 1-1,0 1 0,1 1 1,0 0-1,2 2 0,0 0 1,1 0-1,-25 41 0,25-33 88,2 0 0,0 1-1,2 1 1,1 0 0,1 1-1,1 0 1,2 0 0,-4 42-1,10-60-105,1-1-1,0 1 0,1-1 1,0 0-1,1 1 0,0-1 1,1 0-1,7 18 1,-7-23-25,0 1 1,0-1-1,1 0 1,0 0-1,0-1 1,0 1-1,1-1 1,0 0-1,0 0 1,0 0-1,0 0 1,1-1-1,0 0 1,0-1-1,7 4 1,1-1 3,1-1 0,0 0 1,0-2-1,0 0 0,0 0 0,1-1 0,28-1 1,-8-2-2,-1-2 0,49-10 0,-17-4-550,-1-2 1,-1-3-1,-1-2 1,71-40-1,-17 2-171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25.521"/>
    </inkml:context>
    <inkml:brush xml:id="br0">
      <inkml:brushProperty name="width" value="0.035" units="cm"/>
      <inkml:brushProperty name="height" value="0.035" units="cm"/>
      <inkml:brushProperty name="color" value="#E71224"/>
    </inkml:brush>
  </inkml:definitions>
  <inkml:trace contextRef="#ctx0" brushRef="#br0">2 1987 10010,'-1'-21'124,"0"-1"-1,2 0 1,0 0 0,1 0-1,1 1 1,1-1 0,2 1-1,11-32 1,9-10-52,46-83 1,-69 141-41,46-82 102,4 2 1,3 2-1,4 4 0,136-140 1,-176 201 36,0 1 1,1 1-1,1 1 1,1 1 0,0 1-1,1 1 1,0 1-1,51-15 1,-23 12-2,0 3-1,0 2 1,75-3 0,-102 10-193,0 2 0,0 1 1,0 0-1,0 2 0,37 9 0,-51-9 38,-1 1 0,1-1-1,-1 2 1,0 0 0,0 0 0,-1 0-1,1 1 1,-1 1 0,-1-1-1,1 2 1,-1-1 0,0 1 0,-1 0-1,12 17 1,-8-7 96,-1 2-1,0-1 1,-2 1 0,11 36 0,-10-19 58,10 69 0,-14-49-116,-3 0 0,-7 75-1,-23 109-62,12-123 42,15-108-6,0 1-1,0-1 0,1 1 0,1-1 1,-1 0-1,5 20 0,-3-26 19,-1 0 1,0 0-1,1 0 1,0 0-1,0 0 0,0-1 1,1 1-1,-1 0 1,1-1-1,0 0 0,-1 0 1,2 0-1,-1 0 1,0 0-1,1 0 0,-1-1 1,1 0-1,5 3 0,1-1 96,0-1 0,1 0 0,-1 0 0,1-1-1,0 0 1,0-1 0,0 0 0,-1-1 0,1-1-1,14-1 1,17-4 123,50-14 0,-89 19-261,54-13 37,-1-3-1,87-39 1,-107 38-40,-1-1 0,-1-2 0,-1-1 0,54-48 0,-37 22 5,-2-1 0,-3-3 0,-2-1 1,-2-3-1,-3-1 0,-2-2 0,36-81 0,-62 116-2,-1 0 0,-2-1 0,0 0-1,-2 0 1,3-29 0,-1-130 59,-6 172-13,1 0 0,-1-1-1,2 1 1,0 0-1,0 0 1,2 0 0,-1 1-1,1-1 1,1 1-1,0 0 1,0 1 0,9-12-1,-4 8-43,1 0 1,0 1-1,0 0 0,1 1 0,1 0 0,0 1 0,28-16 0,-30 21-6,0 1 0,0 0-1,1 1 1,-1 0 0,1 1-1,0 0 1,0 2 0,17-2-1,14 3-8,50 6-1,-63-4 11,11 2 4,0 1-1,-1 3 0,0 1 1,0 1-1,44 20 1,-74-25-10,1 0 0,-2 1 0,1 1 1,-1 0-1,0 0 0,0 1 0,-1 0 0,0 0 1,0 1-1,-1 1 0,12 16 0,-12-12-3,0-1-1,-1 1 1,-1 1 0,0-1-1,-1 1 1,-1 0 0,0 0-1,-1 1 1,1 15-1,-2 14 4,-2-1-1,-9 77 1,4-85 102,2 1 1,2 0-1,1 0 1,8 67-1,-5-91-36,1 0 0,0-1 0,0 1 0,1-1 0,1 0 0,0-1 0,1 1 1,0-1-1,0 0 0,1-1 0,1 0 0,0 0 0,0-1 0,1 0 0,0-1 0,13 9 0,-11-9-42,2-1-1,-1 0 1,1 0 0,0-2-1,0 0 1,1 0 0,-1-1 0,1-1-1,0 0 1,0-2 0,0 1-1,0-2 1,29-2 0,-16-2 3,-1-1 1,1-2 0,-1-1-1,-1-1 1,42-20 0,-27 8 30,-1-1 0,63-49 0,-78 52-31,-1-2 0,-2-1 0,0-1 0,32-42 0,-42 47-13,0 0 0,-2 0 0,0-1 0,0 0 0,-2-1 0,-1 0 0,9-39 0,4-133 54,-10 69 2,70-363 97,-78 479-170,0 0-1,1 0 1,-1-1-1,1 2 1,1-1-1,-1 0 0,1 1 1,0 0-1,1 0 1,-1 0-1,1 0 1,1 1-1,8-9 1,0 5-167,0 0 0,1 0 0,0 1 0,0 1 0,18-6 0,186-69-8128,-136 56 6354</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26.517"/>
    </inkml:context>
    <inkml:brush xml:id="br0">
      <inkml:brushProperty name="width" value="0.035" units="cm"/>
      <inkml:brushProperty name="height" value="0.035" units="cm"/>
      <inkml:brushProperty name="color" value="#E71224"/>
    </inkml:brush>
  </inkml:definitions>
  <inkml:trace contextRef="#ctx0" brushRef="#br0">7 270 9450,'-1'1'83,"1"-1"0,-1 1 0,0 0 0,1-1 0,-1 1 0,1 0 0,0-1 0,-1 1 0,1 0 0,0-1 0,-1 1 0,1 0 0,0 0 0,0-1 0,-1 1 0,1 0 0,0 0 0,0 0 0,0-1 0,0 1 0,0 0 0,0 0 0,0 0 0,1-1 0,-1 1 0,0 0 0,0 0 0,0-1 0,1 1 0,-1 0 0,1-1 0,-1 1 0,0 0 0,1-1 0,-1 1 0,1 0 0,-1-1 0,1 1 0,1 0 0,1 1 103,0-1 0,0 0 0,1 0 0,-1 0 0,1 0 0,-1 0 0,1-1 0,4 1 0,21 0 224,0-1-1,55-8 0,-56 5-296,244-37 539,-48 7-241,357-33 1005,132-17 670,-612 70-1823,-1 0-233,108-28 1,-184 34-638,-20 6-627</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27.144"/>
    </inkml:context>
    <inkml:brush xml:id="br0">
      <inkml:brushProperty name="width" value="0.035" units="cm"/>
      <inkml:brushProperty name="height" value="0.035" units="cm"/>
      <inkml:brushProperty name="color" value="#E71224"/>
    </inkml:brush>
  </inkml:definitions>
  <inkml:trace contextRef="#ctx0" brushRef="#br0">0 384 6497,'42'-8'1073,"17"3"647,22-5-416,35-6-400,17 1-239,27-16-257,14-3 72,13-8-360,-5-2-48,4 3-432,-7-1-224,-18 3-329,3 6-1319,-32 9 1344</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28.073"/>
    </inkml:context>
    <inkml:brush xml:id="br0">
      <inkml:brushProperty name="width" value="0.035" units="cm"/>
      <inkml:brushProperty name="height" value="0.035" units="cm"/>
      <inkml:brushProperty name="color" value="#E71224"/>
    </inkml:brush>
  </inkml:definitions>
  <inkml:trace contextRef="#ctx0" brushRef="#br0">77 0 6201,'34'0'2710,"-31"0"-709,-4 3-749,-4 6-868,0 0 0,-1-1 0,-7 10-1,7-11-58,0 2 0,0-1-1,-7 15 1,4-4-22,0 1-1,2 0 1,0 0 0,1 1 0,1 0-1,1 0 1,-1 30 0,4-48-294,1 0 0,0 0 1,0 1-1,1-1 1,-1 0-1,1 0 0,-1 1 1,1-1-1,0 0 0,0 0 1,1 0-1,-1 0 1,0 0-1,1-1 0,0 1 1,0 0-1,0-1 0,4 5 1,-3-5 7,0 0 1,0 0-1,0 0 1,0 0-1,1-1 1,-1 1-1,0-1 1,1 0 0,0 0-1,-1-1 1,1 1-1,-1-1 1,1 1-1,0-1 1,-1 0-1,6-1 1,25-3 82,38-10 0,23-3 16,-81 16-117,16-3-17,43 2 1,-65 2 10,-1 1 1,1 0 0,-1 0-1,1 0 1,-1 1 0,0 0-1,0 1 1,0 0 0,0 0-1,0 0 1,7 5 0,-12-7 0,0 1-1,0-1 1,-1 1 0,1-1 0,-1 1 0,1 0-1,-1 0 1,0-1 0,0 1 0,1 0 0,-1 0-1,-1 0 1,1 0 0,0 1 0,0-1 0,-1 0-1,1 0 1,-1 0 0,0 0 0,1 1 0,-1-1-1,0 0 1,-1 0 0,1 1 0,0-1 0,-1 0-1,1 0 1,-1 0 0,1 0 0,-1 1 0,0-1-1,0 0 1,0 0 0,0 0 0,-3 3 0,-3 6-13,-1-1 0,-1 1 1,1-1-1,-20 16 1,9-9-4,-1-1 0,0-1 0,-41 22-1,48-31-246,0 0 0,0 0-1,0-2 1,-1 1 0,1-2-1,-1 0 1,0 0 0,-20 0-1,29-3 35,0 0-1,1 0 1,-1 0-1,1-1 1,-1 1 0,1-1-1,-1 0 1,1-1-1,0 1 1,-7-4-1,5 1 82,0-1 1,0 0-1,1 0 0,-1 0 0,1-1 0,-4-7 0,8 12 136</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7:59:28.291"/>
    </inkml:context>
    <inkml:brush xml:id="br0">
      <inkml:brushProperty name="width" value="0.035" units="cm"/>
      <inkml:brushProperty name="height" value="0.035" units="cm"/>
      <inkml:brushProperty name="color" value="#E71224"/>
    </inkml:brush>
  </inkml:definitions>
  <inkml:trace contextRef="#ctx0" brushRef="#br0">1 330 21621,'10'8'768,"26"-8"80,14-11-728,30-27-904,16-7-472,10-22-2305,14-13-3585,-24-16 5594</inkml:trace>
</inkml:ink>
</file>

<file path=ppt/ink/ink266.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5-01-08T17:57:31.702"/>
    </inkml:context>
    <inkml:brush xml:id="br0">
      <inkml:brushProperty name="width" value="0.05292" units="cm"/>
      <inkml:brushProperty name="height" value="0.05292" units="cm"/>
      <inkml:brushProperty name="color" value="#0070C0"/>
    </inkml:brush>
    <inkml:brush xml:id="br1">
      <inkml:brushProperty name="width" value="0.05292" units="cm"/>
      <inkml:brushProperty name="height" value="0.05292" units="cm"/>
      <inkml:brushProperty name="color" value="#FF0000"/>
    </inkml:brush>
  </inkml:definitions>
  <inkml:trace contextRef="#ctx0" brushRef="#br0">4484 6093 1005 0,'43'-17'28'16,"8"-3"-19"-16,1 1 8 0,10 0 12 16,4 3 8-16,10 6 3 15,5 4-5-15,4 9-12 16,4 8-7-16,3 8-8 16,3 3-2-16,3 0-6 15,1-1 0-15,0-7 3 16,-7-5-1-16,-8-6 0 15,-6-3 0-15,-11-5 0 16,-6-1 2-16,-6-1 0 16,-6 2-4-16,-11 5-68 15,-6 4 49-15</inkml:trace>
  <inkml:trace contextRef="#ctx0" brushRef="#br0" timeOffset="4823.58">12652 6339 344 0,'-13'-5'-11'0,"-1"1"-15"15,-1 1 15-15,2 1 44 16,1 1 18-16,0-2 42 16,1 0 66-16,1-2 25 15,-2 0 3-15,6-1-65 16,0 0-25-16,0 0-30 0,6 6-12 15,0-1-19-15,0 1-8 16,15-19-5-16,4 10-2 16,14-5 0-16,8-1 1 15,10-1-1-15,10 0-4 16,9 3-3-16,5 2 10 0,8 2-9 16,2 0 3-16,7 0-12 15,5-2 3-15,4-1-3 16,5-1-3-16,-2-1 0 15,-1 2 0-15,-4 1 3 16,-5 0 0-16,-5 3 3 16,-3 1-3-16,-8 2 0 15,3 1-3-15,-10-1 5 16,-5 0-8-16,-8-1 6 16,-9-1-6-16,-4-1 0 15,2 1 0-15,-4-1-9 16,1 0-20-16,-6 0-118 15,-7-1 118-15</inkml:trace>
  <inkml:trace contextRef="#ctx0" brushRef="#br0" timeOffset="11307.13">6294 9334 728 0,'-15'-2'77'0,"0"2"94"16,2 3-135-1,-1 2 1-15,0 8-18 0,-1 2-11 16,2 11-8-16,0 3 0 16,5 5 0-16,0 0 4 15,6 3 14-15,2 0 3 0,8-5 4 16,4-5 0 0,4-10-5-16,4-7-3 0,5-11 0 15,1-7-1-15,5-11-4 16,-3-8-3-16,-3-8-5 15,-1 0 0-15,-8-1-4 16,-1 2 2-16,-8 6 2 16,-3 5 0-16,-4 6 13 15,-6 5 12-15,1 6 16 16,-2 3 1-16,-2 5-5 16,4 7-12-16,-5 13-15 15,3 7-7-15,-1 15-3 16,2 9-2-16,6 11 0 15,3 2 0-15,8 4 0 16,1-3-4-16,-2-5 0 16,0-2 0-16,-5-8-2 15,-1-5 0-15,-6-9 4 0,-3-4 0 16,-9-6-2-16,-5-3 2 16,-11-5-5-16,-4-3-3 15,-4-7-44-15,-1-7-65 16,6-11 67-16</inkml:trace>
  <inkml:trace contextRef="#ctx0" brushRef="#br0" timeOffset="12090.65">6477 9419 1229 0,'0'0'80'0,"0"0"88"16,0 0-150-16,0 1-18 15,0-1 0-15,0 1 0 16,1 0 0-16,0 0-2 16,21 14-2-16,-9-26 4 15,3-3 0-15,4-5 0 16,0-3 0-16,0-1-2 0,-3 1 0 15,-6 1 0-15,1 1 0 16,-3 0 2-16,-4-1 0 16,0 1 0-16,-3 4-2 15,-4 4 2-15,1 5-2 16,-6 7 2-16,0 4 0 16,-5 8-2-16,-1 5 2 15,0 11 4-15,0 4 0 0,7 4 2 16,1 1 0-16,7-7-2 15,3-3-2-15,4-11-1 16,0-6 1-16,6-7 0 16,3-5-4-16,6-9 0 15,5-6 1-15,2-12-5 16,-2-4-2-16,-1-4-9 16,-3 1-9-16,-6 3-3 15,-3 4 0-15,-8 9 12 16,-3 5 13-16,-5 8 14 15,0 7 9-15,0 0 12 16,0 0 6-16,-12 15-6 16,7 0-6-16,1 5-11 15,3 2-5-15,2-2-3 16,0-3 6-16,1-6-9 16,1-3 0-16,0-6-6 0,0-2-6 15,1-10 1-15,4-4 6 16,0-11-2-16,2-5 2 15,2-2 2-15,-1 0-4 16,-1 6 4-16,-2 5-1 16,-4 8 1-16,-4 13 1 15,0 0 5-15,0 0 8 16,8 8 19-16,-5 10 12 0,0 5-9 16,3 0-4-16,5-5-17 15,2-5-9-15,9-12-9 16,2-7-24-16,13-15-107 15,8-7 110-15</inkml:trace>
  <inkml:trace contextRef="#ctx0" brushRef="#br1" timeOffset="23213.53">3472 10601 212 0,'-5'-1'38'0,"-2"0"79"0,0 1 0 16,0 0 42-16,-2 1 10 16,-1 2-32-16,1 1-27 15,-1 2-37-15,1 1-5 16,1 1-15-16,2 1-9 15,1 1-21-15,1 0-5 0,3 0-12 16,1 2-3-16,1 0 1 16,2 1 0-16,2-1 0 15,0-1 0-15,1-3 6 16,3-3-3-16,1-3 11 16,-1-2-1-16,2-2 1 15,-1-4 3-15,-3-3-9 16,2 0-1-16,-7-3 1 15,-1 1-2-15,-1-1 3 16,-4 0 3-16,-2-3-1 16,0 2 13-16,-2 0-4 15,0 3 3-15,-1 2-9 16,1 2 0-16,-2 3-3 16,-1 1-10-16,2 4 19 15,1 1 9-15,2 5 3 16,1 1-9-16,3 3-18 0,2 0-6 15,1-3-3 1,3 1 3-16,2-5-6 0,1-1-9 16,2-3 0-16,2-1 3 15,2-4 6-15,-1-2 3 16,-2-3 0-16,0 0-3 16,-3-2 3-16,-1 1 0 15,-3 2 0-15,-3 0 0 16,-2 3 3-16,-2 1 3 0,-2-1 27 15,3 3 12-15,-5-1 24 16,1 2 2-16,-2 0-11 16,2 1-15-16,1 0-24 15,-1 0-9-15,7 0-3 16,0 0-9-16,0 1-6 16,0-1-12-16,0 1-60 15,1 1-27-15,21 21-56 16,-11-22-21-16,-1-4 49 15,2-2-13-15,-3-2-221 16,-1-1 187-16</inkml:trace>
  <inkml:trace contextRef="#ctx0" brushRef="#br1" timeOffset="24058.1">3457 10619 641 0,'-10'2'46'0,"5"-1"49"15,5-1-54-15,-1 0 55 16,0 0 27-16,1 0-7 15,-1 0-6-15,0 0-40 16,0 0-20-16,0 0-32 16,0 0-9-16,0 0-7 15,1 1-2-15,-10 12-2 0,14-4 2 16,2 1 0-16,-2 0 2 16,-2 0-2-16,0-2 2 15,2-2 0-15,0-3-2 16,0-3 0-16,2-2 0 15,-1-4 2-15,-1-4 0 16,-2-4 6-16,-1 0-2 16,-1 0-5-16,0 2 5 0,0 2-6 15,-2 4 4-15,-5 2 0 16,0 2 0-16,-2 2 8 16,-1 3 1-16,1 3 1 15,-2 1-3-15,6 3-3 16,0 0-2-16,2 2-6 15,3 1 4-15,0 0-2 16,2-2 0-16,2-3 1 16,4-1-3-16,0-5 0 15,2-2 0-15,1-6 2 16,-3-3-2-16,3-4 2 16,-3-2 2-16,-2 0-2 15,1 1 5-15,-5 4-1 16,-2 1-3-16,-3 4 3 15,-1 1 3-15,-5 3 6 0,0 1 9 16,-7 5 3-16,0 4 6 16,-1 5 5-16,-1 2 7 15,7 0 9-15,1-1-9 16,7-5-18-16,6-3-6 16,6-6-24-16,6-2-6 15,7-12-111-15,3-5-92 0,6-11 165 16</inkml:trace>
  <inkml:trace contextRef="#ctx0" brushRef="#br1" timeOffset="27672.37">3561 10138 461 0,'-12'-3'103'0,"3"-1"115"0,-1 2-13 16,2 1-69-16,0 1-28 15,1 0-38-15,0 1-27 16,1 0-24-16,2 2-7 16,-1 3-9-16,1 2-1 0,4 2-2 15,1 2 2-15,2-1 0 16,3 0-2-16,1-5 4 16,-5-2-4-16,-2-4 4 15,1 0 6-15,13-8-1 16,-8-1 3-16,-1-4-2 15,-1-3-4-15,0-1-1 16,-2 0-1-16,-2 4-2 16,0 2 2-16,-2 5 2 15,-1 2 4-15,-1 3 15 16,-4 1 8-16,0 6 22 16,1 4 17-16,-1 5-34 15,1 3-11-15,3 1-3 16,-2 0 3-16,5-3-9 15,2-2-6-15,3-6-6 16,0-2-6-16,0-5-3 0,1-1 6 16,0-4 3-16,0-5 6 15,1-5 0-15,-1-3-3 16,0 1-6-16,-1-1 0 16,-2 5 3-16,-2 1 3 15,0 4 0-15,0 7 9 16,0 0 32-16,-1 0 28 15,0 0 24-15,0 0 2 16,-20 10-32-16,18 3-39 0,-1 3-24 16,4 2-5-16,-1-1 1 15,0-2-4-15,4-5-1 16,-2-3-5-16,6-5-2 16,1-3 2-16,2-8-1 15,3-5 6-15,0-7 0 16,0-2 4-16,-2 1-2 15,-4 2-2-15,-4 6 3 16,-3 3-3-16,-5 7 4 16,-4 2 0-16,-3 5 7 15,-2 4 5-15,-4 6 12 16,0 3 9-16,1 4 2 16,2 3 1-16,5-1-7 15,5 1-9-15,3-2-15 0,0-3-5 16,4-4-8-16,2-2 0 15,-1-6-6-15,3-1-2 16,0-7-5-16,2-2-1 16,0-8 4-16,-3-4 2 15,0-4 8-15,-2-1 4 16,0 2-1-16,-3 3 6 16,0 6-1-16,-4 3-3 0,-1 2 11 15,-2 4-3-15,-2 1 14 16,2 1 4-16,0 4 2 15,0 2-2-15,0 5-14 16,-1 3-9-16,5 2-1 16,2 0-3-16,2-4 0 15,2-4-2-15,3-3-8 16,0-5-1-16,3-3-3 16,-1-5 0-16,2-9 10 15,1-3-2-15,-1-4 2 16,2 0 2-16,-7 3 2 15,-1 3 0-15,-4 6 0 16,-2 3 2-16,-2 6 2 16,-1 1 2-16,-3 3 8 15,-1 5 0-15,-2 4-2 16,3 5-2-16,0 1-12 0,4 0-16 16,5-7-178-16,0-4-92 15,15-11 90-15</inkml:trace>
  <inkml:trace contextRef="#ctx0" brushRef="#br1" timeOffset="30626.62">4207 8867 1063 0,'-2'3'29'0,"-2"2"19"0,4 0 4 16,-2 2 3-1,0 1-3-15,0 0-33 0,1 2-7 16,1-2-2-16,0-1-3 15,1-1 3-15,-1-6-2 16,0 0 0-16,0 0-1 16,0 0 5-16,0 0 5 15,0 0 13-15,6-10 1 0,-3-3-6 16,-2 0 0-16,1 0-13 16,1 3-5-16,-3 2 4 15,3 2 1-15,-3 2 15 16,-5 0 12-16,1 2 11 15,4 2 19-15,-1 0-12 16,0 0-12-16,-12 14-21 16,11-3-15-16,-1 2-9 15,2-1 9-15,3-2-15 16,0-3 6-16,5-2-6 16,1-4 0-16,2-4 6 15,4-3 0-15,1-7 9 16,0 0-9-16,0-2 9 15,-2-2-9-15,-1 2 3 16,-3 0 6-16,-4 2-6 16,-1 3 6-16,-4 3-3 0,-2 1 3 15,-3 1 8-15,-3 1 7 16,-2 3 18-16,-4 1-6 16,-3 6 0-16,2 1-18 15,-3 6-12-15,2 2 3 16,3 2-6-16,4 2 0 15,1 0-3-15,3-2 0 16,3-6-6-16,1-1 3 0,5-5-6 16,2-3-6-16,2-4 9 15,0-4 3-15,5-6 6 16,2-2 0-16,-1-4 0 16,0 1 6-16,-4 0-6 15,-6 4 3-15,-1 4-6 16,-3 9 3-16,0-1 42 15,-9-8 14-15,-1 10 16 16,-4 3-18-16,-3 6-32 16,4 3-13-16,-3 4-9 15,3 2 0-15,2-1-3 16,1-1 1-16,6-3-2 16,4-3-5-16,3-3-1 15,3-4-9-15,5-6 2 16,0-5 2-16,5-9 0 15,3-3 1-15,2-8-2 0,-1 1-8 16,-2-1 3-16,-1 3 6 16,-7 5 3-16,-2 3 3 15,-5 7 6-15,-3 9 3 16,0-1 0-16,0 0 12 16,0 1 0-16,-13-1-6 15,1 14 3-15,0 3-3 16,-1 5-9-16,0 3 3 0,4-2-3 15,2 0 0-15,2-8-3 16,2-2 3-16,3-5 0 16,0-7 0-16,0 0-6 15,1 0-6-15,15-7 9 16,-8-2 9-16,0-6 6 16,1-1 0-16,-3-1-5 15,-1 3-5-15,-3 4-2 16,-3 3 9-16,-3 6 16 15,-3 0 6-15,-4 3 2 16,0 4-7-16,-4 5-14 16,3 1-13-16,2-3-109 15,4-2-130-15,12-16 108 16</inkml:trace>
  <inkml:trace contextRef="#ctx0" brushRef="#br1" timeOffset="33730.89">6634 7918 607 0,'5'0'102'16,"-5"0"81"-16,0 0-31 15,1 0-79-15,0 0-25 16,-1 0-26-16,1 0-9 16,0 0-3-16,0 0 0 0,1 0-5 15,-1 1-1-15,26 12-2 16,-27-13 0-16,1 0-2 15,23 6 0-15,-16-5 0 16,0-1 4-16,-8 0 23 16,0 0 14-16,1-1 11 15,15-19 4-15,-9 10-23 16,-3 0-8-16,-4-1-11 16,-1 3-4-16,-5 2 3 15,3 1 5-15,-6 5 1 16,1-1 31-16,-9 5-17 15,-2 3-12-15,1 4-6 16,1 4-1-16,4 0 4 16,1 1 3-16,4-3 3 0,0-3 3 15,8-2-6-15,0-4-6 16,5 0-6-16,-2-3-6 16,3-2 6-16,4-3 9 15,-1-3 3-15,5-4 9 16,0-1-9-16,-6 0-4 15,-2 2-5-15,-3 3 3 16,-6 2 9-16,3 1 12 16,0 4 42-16,0 0 9 15,0 0 14-15,-1 0-33 0,-1 0-33 16,-29 6-9-16,20 4-18 16,2 3-7-16,1 0 1 15,5 0-2-15,2-6 0 16,2-1 0-16,5-3-2 15,1-2 2-15,4-4 0 16,1-2 2-16,4-4 5 16,4-3-3-16,-5-2 2 15,-1 1-1-15,-4 1-1 16,-10 2 1-16,6 6-3 16,-3 2 2-16,-3 2 26 15,-7-1 12-15,-3 1 12 16,-1 0 0-16,2 4-39 15,-2 0-5-15,0 4-8 16,1-1-2-16,1 2 2 0,4-1-4 16,3-1 0-16,3-1 1 15,2-2-5-15,4 0 4 16,3-4-2-16,1-1-1 16,8-5 1-16,-4-1 0 15,0-4 1-15,-4 2 1 16,-4-1 3-16,-2 3-1 0,-8 1 4 15,-2 2 2-15,-3 1 14 16,1 1 8-16,-8 2 3 16,3 0 1-16,-6 2-13 15,-4 0-4-15,7 3-5 16,2 0-4-16,4-1 1 16,9-4-5-16,0 1-6 15,1 12-1-15,13-8-5 16,5-1-1-16,8-4-9 15,3-2-5-15,-3-7 0 16,-1-2 0-16,-4-3 11 16,-5 0 5-16,-6 2 5 15,-5 3 2-15,-5 3 2 16,-3 2 3-16,-5 2 15 16,-5 1 6-16,-9 4 6 0,-2 4-1 15,-10 8-11-15,6 0-4 16,0 2-10-16,8-2-2 15,11-7-26-15,6-4-52 16,22-10-98-16,3-11 61 16</inkml:trace>
  <inkml:trace contextRef="#ctx0" brushRef="#br1" timeOffset="35156.42">8740 7739 1415 0,'-6'0'41'16,"1"1"-4"-16,0 0-26 16,3 2 3-16,-2-1-4 15,3 2-6-15,1 0-4 0,0 1-4 16,0 0 4-16,3-1 0 15,0 0 0-15,0-2 2 16,1-1 0-16,0-2 7 16,-1-2 21-16,2 0 30 15,-1-3 5-15,0-3 1 16,-1 1-3-16,-2-3 12 16,-1 3 8-16,-2-1 4 15,-1 2 0-15,-2 2-40 16,-2 1 1-16,0 3-3 15,-2 1-13-15,-1 4 1 16,1 3-3-16,-2 5-16 16,3 2-9-16,4 1-3 15,2 1-2-15,4-2-6 16,5-4 3-16,5-5-4 16,0-4 2-16,5-6 5 0,1-4 1 15,1-6 7-15,0-2-2 16,0-2 0-16,-3 1-1 15,-4 3-1-15,-3 2-3 16,-5 5 12-16,0 2 9 16,-4 6 37-16,0 0 17 15,-11-4 0-15,0 4-21 16,-4 5-22-16,0 2-12 0,1 5-14 16,0 0-6-16,3 2 1 15,4-2-2-15,6-2-2 16,1-2-1-16,4-4-3 15,5 0-2-15,5-6-1 16,4-4 1-16,2-5 0 16,1-3 4-16,-3-2 2 15,-4 0 0-15,-3 3 1 16,-5 3 0-16,-4 4 3 16,-4 2 1-16,-11 3 4 15,-7 3 4-15,-10 6 4 16,-2 3 7-16,0 5 8 15,3 3 2-15,6-3 2 16,7-1-7-16,7-5-15 16,3-3-4-16,8-1-14 15,3-2-14-15,10-3-17 16,7-2-11-16,6-10-9 0,8-4 6 16,2-6 8-16,-1-1 0 15,-7 1-1-15,-8 4 9 16,-11 7 22-16,-11 10 4 15,0-1 18-15,0 0 27 16,-1 0 35-16,-18-1-18 16,1 8 1-16,-2 3-19 0,3 1-22 15,0-3-11-15,9-3-77 16,8-4-128-16,-5-8 86 16</inkml:trace>
  <inkml:trace contextRef="#ctx0" brushRef="#br1" timeOffset="42154.02">6405 6489 484 0,'6'18'59'0,"-1"5"64"15,0 3-11-15,-1 8-10 0,-1 4-24 16,0 9-51-16,2 0-11 15,-5-2-14-15,0-5 0 16,-2-11-2-16,-3-7 3 16,1-9 4-16,-1-5 6 15,5-8 26-15,-1 0-1 0,-14-9 7 16,10-2-4 0,0-5-12-16,3-1-2 0,2-7 6 15,-3-3 0-15,5-7 7 16,2-4-1-16,4-8-2 15,6-1-8-15,5-4-14 16,3-2-7-16,4 0-6 16,3 4-2-16,0 11-6 15,0 8-1-15,-2 15-17 16,-4 6-38-16,-5 9 39 16</inkml:trace>
  <inkml:trace contextRef="#ctx0" brushRef="#br1" timeOffset="42690.56">6798 6336 1196 0,'2'-8'68'15,"0"-3"77"-15,7 0-125 16,0-2-5-16,7-2 1 15,2 1-3-15,3 2-13 16,0 5 2-16,-2 7-4 16,0 5-1-16,-8 10-3 15,-2 7 4-15,-9 11-6 16,-2 3-2-16,-7 6-3 16,-3-4-1-16,-2-6 8 15,-1-6 6-15,0-7 10 16,0-6 6-16,4-4 5 15,2-3 2-15,3-6 0 16,1-3-1-16,1-5-9 0,1-3 1 16,4-5-8-16,4-2 0 15,6 1-9-15,3-2 9 16,4 6 0-16,1 1-6 16,1 7 0-16,-1 3-6 15,1 3-9-15,-2 1-10 16,-1-1-148-16,0 1 121 0</inkml:trace>
  <inkml:trace contextRef="#ctx0" brushRef="#br1" timeOffset="43113.89">7104 6764 1222 0,'5'1'50'0,"6"-1"35"16,6 0-75-16,4-3-4 15,4-3-1-15,0-1-1 16,2 1 0-16,1-2-6 15,0 1 2-15,-4 1-17 16,-4 0-49-16,-4 2 43 16</inkml:trace>
  <inkml:trace contextRef="#ctx0" brushRef="#br1" timeOffset="43929.71">7069 6691 1440 0,'2'-2'53'16,"3"-1"76"-16,13-3-123 15,5-2-3-15,6-3-3 16,2-1-6-16,1 0-80 16,-1 1 26-16,-4-2-44 15,0 1-32-15,-3 0 78 0</inkml:trace>
  <inkml:trace contextRef="#ctx0" brushRef="#br1" timeOffset="44904.25">7768 6683 408 0,'-3'-1'49'0,"3"1"110"16,0 0-43-16,-1 0-2 16,0 0-16-16,0-1-34 15,0 0-13-15,0 0-14 16,0 1 1-16,-30-14 1 16,31 14-2-16,-1 0-8 15,1 0-8-15,-26 7-3 16,18 0-3-16,1 2-3 15,1 1-1-15,2-1-1 16,1 1 0-16,3-3 0 0,2-1 1 16,3-3-1-16,2 0 5 15,1-4-1-15,1-2-1 16,1-4 3-16,-1-1-4 16,1-4 1-16,-1-1-1 15,-3 0-6-15,-2 0 1 16,-3 3-5-16,-5 2 2 0,-1 3 6 15,-2 3 1-15,-3 2 3 16,1 1-2-16,-3 7-3 16,1 2-3-16,-1 3-4 15,4 3 9-15,2-2-8 16,2 0-3-16,5-4 0 16,1-2-3-16,3-4 0 15,4-2-3-15,3-6 6 16,2-3 3-16,5-7 0 15,-2-5-3-15,0-2-3 16,-4 1-2-16,-3 5-3 16,-6 2 4-16,-4 7 1 15,-2 1-1-15,-6 5 2 16,3 3 0-16,-3 4-4 16,-1 0-9-16,5 0 7 15</inkml:trace>
  <inkml:trace contextRef="#ctx0" brushRef="#br1" timeOffset="45323.44">7996 6551 1413 0,'-7'21'33'0,"0"-1"-25"16,3 0-4-16,2-1 0 15,1 0 0-15,2 0 0 16,3-2-4-16,3-4-4 16,1-3 4-16,4-6-4 15,0-3 4-15,3-5 0 16,3-5 0-16,2-5-2 15,-1-2 0-15,-2-2 6 16,-2 0-4-16,-6-1 2 16,-3 0 0-16,-5 0-2 15,-4 2 4-15,-4 4 1 0,-3 2-1 16,-3 4 6 0,-2 3-2-16,2 3-3 0,0 2 1 15,0 6-6-15,2 2-4 16,-1 1-75-16,3 2 58 15</inkml:trace>
  <inkml:trace contextRef="#ctx0" brushRef="#br1" timeOffset="45681.1">8278 6447 1510 0,'0'8'29'0,"0"-3"-31"15,0-5-2-15,0 0 6 16,0 0-2-16,11 5 0 16,-1-5 2-16,2-3-2 15,2-1 4-15,3-3 0 16,2-1 1-16,3 0 4 15,2-4-9-15,0 2 0 16,0 0 0-16,-3 0 0 0,-4 3 0 16,-9 4 3-16,-6 3-3 15,-5 11 12-15,-3 10 6 16,-7 20 21-16,-4 13 8 16,-5 18-14-16,-3 6-9 15,0 4-128-15,2-2 77 16</inkml:trace>
  <inkml:trace contextRef="#ctx0" brushRef="#br0" timeOffset="53904.36">6042 5324 1305 0,'36'1'31'0,"1"3"-25"16,0 3-2-16,6 10-1 15,1 4-3-15,0 4 2 16,-4 1-2-16,-13-6 2 16,-8-4-2-16,-16-4 0 15,-3-1 2-15,-11-2 0 16,1 0 2-16,-6-2 8 16,-1-4 3-16,2-3 22 15,-3-3 8-15,5-7 3 16,1-2 17-16,2-5 22 15,3-1-25-15,6-6-20 16,4-2-9-16,9-5-24 16,8-3-9-16,9-3-18 0,0-1-39 15,2 5-107-15,-4 2 41 16,-3 7-243-16,2 4 197 16</inkml:trace>
  <inkml:trace contextRef="#ctx0" brushRef="#br0" timeOffset="54587.87">6765 5072 969 0,'2'-3'32'15,"3"-3"-21"-15,3-1 1 16,0-2-3-16,4 0 0 16,1 2-2-16,0-1-3 0,0 1-2 15,-1 1 0-15,1 1 0 16,0 3-2-16,-1 0 0 15,1 2 2-15,-2 1 0 16,0 1 3-16,-2 6 5 16,-1-1 0-16,-3 6 1 15,-3 2-3-15,-3 1-4 16,-5 3-2-16,-3 2 2 16,-3 2-2-16,-5-1 0 15,0-1 2-15,-2-3 23 16,-1-3 13-16,2-6 17 15,1-1 5-15,1-5-26 16,3-1-8-16,3-2-11 16,1 0-3-16,9 0-5 15,0 0 1-15,11-12-4 16,8 4 0-16,6-3-3 16,0-1 1-16,2-2-2 0,-1 1-2 15,-1 2 0-15,-2 1-2 16,-2 4-17-16,-2 0-49 15,-5 5 43-15</inkml:trace>
  <inkml:trace contextRef="#ctx0" brushRef="#br0" timeOffset="55063.09">7472 5093 1301 0,'0'0'35'0,"1"0"-10"16,12-5-21-16,4 3 0 15,2-1 0-15,7 0-2 16,2-1-2-16,-4-1-8 16,1 0-17-16,-6 0-101 15,0-2 79-15</inkml:trace>
  <inkml:trace contextRef="#ctx0" brushRef="#br0" timeOffset="55919.97">7492 5318 1415 0,'0'0'33'0,"1"0"-17"16,14 3-1-16,1-6 3 15,7-1-3-15,8-4-9 0,3-2-4 16,2-1-6-16,-1 0-15 16,-5 3-100-16,-6-1-242 15,-9 0 183-15</inkml:trace>
  <inkml:trace contextRef="#ctx0" brushRef="#br0" timeOffset="56622.3">8126 5057 862 0,'-3'25'30'0,"2"0"-5"16,3-1 0-16,12-3 2 15,2-5-2-15,10-7-18 16,3-8 0-16,2-9-5 15,2-5 5-15,-4-6 7 16,0-2 1-16,-2-3 2 16,0-1-4-16,-7-2-1 15,-2 1-4-15,-10 2 19 16,-4 1 19-16,-9 4 26 16,-5 2 11-16,-8 2-9 0,-6 3-20 15,-5 7-19-15,-4 3-6 16,-1 6-4-16,3 4 32 15,6 5-15-15,5 3-7 16,8 1-43-16,5 0-61 16,10 4-309-16,5 2 273 15</inkml:trace>
  <inkml:trace contextRef="#ctx0" brushRef="#br0" timeOffset="57322.03">8637 5135 1363 0,'-4'7'35'0,"2"-1"-20"16,0 1-11-16,2-1 0 15,3 0-2-15,1 0-2 16,4-1 0-16,1-3 0 16,1-2 0-16,1-4 2 15,0-2-2-15,2-3 2 16,-2 0 0-16,-3-1-2 15,-2 1 2-15,-5-1 0 16,-1 1 0-16,-2 2 3 16,-4 1 1-16,-3 3-2 15,-3 2 0-15,-1 5 0 16,1 2 0-16,0 5-4 16,1 1 2-16,2 1 0 15,-1 0-2-15,8-1 4 16,1-2-1-16,3-4 1 0,4-4 4 15,1-2-4-15,2-2 2 16,2-5 0-16,1-1-3 16,-4-1-3-16,0 1 4 15,-3 0-4-15,-3 2 2 16,-1 1 2-16,-1-1-2 16,-3 2 0-16,1 0 0 15,-3 1-2-15,2 1-4 16,3 2-35-16,0 0-61 0,0 0 61 15</inkml:trace>
  <inkml:trace contextRef="#ctx0" brushRef="#br0" timeOffset="57936.68">8978 4961 821 0,'0'0'30'0,"0"0"-12"16,0 0 5-16,-4 15 13 15,4-1 7-15,0 5 3 16,0 3-10-16,1 2-17 16,-1-1 5-16,4-4-1 15,1-2 2-15,2-5 12 16,0-5 4-16,1-4 5 16,1-2 1-16,2-7-11 15,4-5-7-15,3-6-11 16,2-4-7-16,-2-3-7 15,-1-1-2-15,-6 3-2 16,-5-1 2-16,-8 3 2 16,-4 2 8-16,-7 2 13 15,-4 3 6-15,-5 5 0 0,0 3-1 16,-2 5 3-16,3 6-12 16,2 4-15-16,3 4-6 15,5 2-69-15,0-1-2 16,9-1 40-16</inkml:trace>
  <inkml:trace contextRef="#ctx0" brushRef="#br0" timeOffset="58312.58">9284 4904 1655 0,'0'0'125'16,"2"12"60"-16,0 1-185 15,-1 3 9-15,-1 7-3 16,-2 3-3-16,0 2-3 16,2-1 0-16,5-7 3 15,-2-4-3-15,5-6 0 16,1-2 0-16,2-3-3 16,1-2 6-16,4-6 0 15,-2-3 3-15,4-5 6 16,-1-3-6-16,-4-3-6 15,-1-2 0-15,-8-1 9 0,-3 1 0 16,-7 1-3-16,-3 0 6 16,-4 2-6-16,-2 0-6 15,-2 3 3-15,3 3-3 16,-1 6-9-16,-1 3-18 16,1 4-95-16,0 3-73 15,3 1-287-15,6-3 341 0</inkml:trace>
  <inkml:trace contextRef="#ctx0" brushRef="#br0" timeOffset="58638">9535 4785 1846 0,'0'0'92'0,"0"0"-77"15,0 0-21-15,0 0 6 16,0 0 3-16,0 0 3 16,1 1-9-16,28 4 3 15,-20-7 0-15,5-2-3 16,3-1 3-16,1-1 6 16,2-1-3-16,2-2 3 0,-2 1-6 15,1-1 0-15,-6 1 0 16,-4 4 0-16,-4 2 0 15,-5 7 0-15,-1 7 0 16,-5 22 0-16,-6 13 6 16,-11 29 0-16,-4 10-3 15,-12 19-137-15,0 9-295 16,-11-2 340-16</inkml:trace>
  <inkml:trace contextRef="#ctx0" brushRef="#br0" timeOffset="60621.9">7641 6683 223 0,'5'-7'26'0,"2"0"47"16,2-2-68-16,1 1-5 15,-1 1 2-15,-2 1-2 16,0 2 6-16,-7 4 17 16,0 0 65-16,0 0 68 15,0 0 52-15,0 0-15 16,0 0-85-16,0 0-30 0,0 0-24 15,-1 1-6-15,0 0-15 16,-15 22-8-16,12-10-13 16,0 2-4-16,-2 4-6 15,1 1 0-15,2 3 0 16,-1 1-2-16,3-1 2 16,1-1-2-16,5-6 0 15,0-2 3-15,4-6 9 16,2-4 7-16,3-6 5 15,0-4-1-15,5-8-4 16,5-5-7-16,-4-6-6 16,0-3-2-16,-5-3-2 15,-5 1-2-15,-3 3 0 16,-3 2 1-16,-6 6 1 16,-2 3 2-16,-7 2 10 15,1 0 3-15,-6 2 27 0,2 3 10 16,-3 2-16-16,0 2-11 15,1 6-3-15,1 5-12 16,-2 11-6-16,2 5-9 16,-2 15-63-16,-1 7-72 15,5 10 113-15</inkml:trace>
  <inkml:trace contextRef="#ctx0" brushRef="#br0" timeOffset="61762.47">7471 6897 395 0,'0'0'22'0,"0"0"38"15,0 0 6-15,0 1 16 16,0 0 9-16,0 0-20 0,0 0-12 16,1 1 12-16,0-1 6 15,0 1-6-15,1-1-19 16,25 14-11-16,-27-15-10 16,11-13-8-16,-6 5-2 15,0-3-9-15,0 1-4 16,-3-2-5-16,0 1 1 0,-3 0 0 15,-1 1 4-15,-3 2 9 16,0 2 7-16,-1 3 7 16,0 1-2-16,-3 5-10 15,3 1-9-15,-3 6-4 16,-3 3-3-16,5 3 1 16,2-1-4-16,3 0 4 15,4-1-2-15,3-5 0 16,0-1 0-16,3-5 2 15,-1-2-2-15,2-3 2 16,-1-2 0-16,-1-3-3 16,-2-1 3-16,0-2-2 15,0 0 4-15,-2 0-2 16,-3 2 2-16,0 0 2 16,-3 1-1-16,1 3 5 15,-1 0 1-15,-2 3 1 0,-1 1-4 16,-2 6-4-16,1 1-3 15,-1 2-3-15,4 1 0 16,1-3 0-16,0 0 0 16,4-2 0-16,2-1 0 15,1-3 2-15,3-1 4 16,0-3 7-16,-1-2-1 16,2-2 3-16,-3-1 0 0,0 0 3 15,-2-1 6-15,-3 3 14 16,0 6 10-16,0 0 12 15,-1 0-3-15,0 0-18 16,-18 4-21-16,10 10-21 16,3 2-45-16,9-3-483 15,9-4 429-15</inkml:trace>
  <inkml:trace contextRef="#ctx0" brushRef="#br0" timeOffset="63528.9">7031 7469 807 0,'25'-11'114'0,"18"-5"132"16,8-5-215-16,19-6-9 16,7-3-1-16,7-3-2 15,6 0-7-15,9-2 3 16,8 0 14-16,1 0 14 16,0 0 6-16,2 0-9 15,-3 2-9-15,-4 3-13 16,-2 2-9-16,-8 6-3 15,-7 3 0-15,-9 3-6 16,-7 3 2-16,-14 5-2 16,-7 1-2-16,-12 3 4 15,-6 2-2-15,-12 2-25 16,-6-1-37-16,-18 1 35 16</inkml:trace>
  <inkml:trace contextRef="#ctx0" brushRef="#br0" timeOffset="64979.12">10000 4804 958 0,'14'-3'50'16,"5"-3"43"-16,2-1-36 16,6-6 3-16,2-1 2 15,2-4-37-15,1 0-14 16,1-2-9-16,1 1 0 16,0 0 2-16,-2-1-2 0,-5 5-2 15,-4 4 0-15,-9 5 0 16,-5 2 0-16,-9 4 0 15,0 0 0-15,-1 13 0 16,-5 1 0-16,-1 9 4 16,-3 6 2-16,-5 6 0 15,-3 4-2-15,-5 9 1 16,-4 6-3-16,-3 15 0 16,-4 6-2-16,-5 14 0 15,-4 8 0-15,-8 5 0 16,-4 1 2-16,-7-5 0 15,2-5-2-15,-6-6 4 16,2-1 8-16,-2-6 19 16,-1 0 7-16,-4-2 15 15,-3 0-7-15,-1-3 42 16,1-1-5-16,1-4 1 16,5-4-6-16,7-9-22 0,7-3-11 15,14-12-33-15,6-3-9 16,13-9-3-16,3-4-15 15,9-7-80-15,2-5-64 16,9-7-135-16,4-2 209 16</inkml:trace>
  <inkml:trace contextRef="#ctx0" brushRef="#br0" timeOffset="65853.03">8958 6149 787 0,'0'18'102'0,"1"3"134"16,-1 9-178-16,3 4 0 16,-3 7-14-16,0 2-11 15,-2 2-23-15,-3-1-6 0,-2-2-2 16,-4-2-2-16,1-4 2 15,-1-1 0-15,-3-4 7 16,3-2 11-16,-3-7 17 16,1-6 5-16,6-4 1 15,0-3-10-15,7-3-16 16,0-1 3-16,8 0 16 16,7-1 0-16,7-3 8 15,6-2-8-15,4-9-12 16,-1-5-12-16,7-9-24 15,2-2-45-15,4-5-86 16,5 1 48-16,3-1 47 16</inkml:trace>
  <inkml:trace contextRef="#ctx0" brushRef="#br0" timeOffset="66479.11">10154 4424 1297 0,'-10'-3'37'0,"1"3"-12"0,-2 6-19 15,-3 14-2-15,-2 8 0 16,-7 22 0-16,-3 8-1 15,-1 9-1-15,0 1 0 16,3-9 2-16,1-8 0 0,6-15 8 16,3-7 3-16,4-13 8 15,6-3 3-15,2-6-5 16,2-7-4-16,0 0-7 16,0 0-8-16,9-10 0 15,5-1 0-15,6-3 2 16,3 1-2-16,4 4-2 15,-1 2-8-15,7 4-27 16,0-1-50-16,3-2 50 16</inkml:trace>
  <inkml:trace contextRef="#ctx0" brushRef="#br0" timeOffset="73622.06">18025 5258 1264 0,'12'8'41'0,"2"9"-4"16,2 9-28-16,-4 14-5 15,-4 6 0-15,-7 12 0 16,-4 4 0-16,-7 5-4 15,-4-4 0-15,2-16 0 16,2-11 0-16,4-21 4 16,3-7 2-16,-2-14 38 15,0-8 10-15,1-15 18 16,0-9 116-16,-1-9-59 16,-2-3-28-16,3-1-44 15,3-1-24-15,7-2-24 16,7-2-9-16,11-3-3 15,5-1 0-15,11 5-9 16,4 5 3-16,6 8 3 16,-2 8-9-16,-1 14-122 0,-5 7-90 15,-11 14 122-15</inkml:trace>
  <inkml:trace contextRef="#ctx0" brushRef="#br0" timeOffset="74136.03">18258 5425 2109 0,'9'-17'125'0,"11"-7"-41"16,7-5-66-16,20-11-12 15,3-2-2-15,10 0 1 16,1 6-3-16,-6 11-2 16,-4 7 0-16,-13 12-2 15,-12 6-3-15,-7 13-17 16,-9 6-29-16,-10 15-65 0,-6 5-25 15,-14 9 4-15,-7 3 20 16,-13-4 66-16,-5-2 21 16,-10-6 51-16,-4-4 42 15,2-7 81-15,5-5 32 16,13-10 51-16,11-6-79 16,14-7-15-16,5-5-42 15,11-7-42-15,7-3-18 0,13-9-26 16,9 0-5-16,14 1-7 15,0 4-6-15,1 6-10 16,-2 5-11-16,-11 5-55 16,-5 2-76-16,-11 1-98 15,-5 0-117-15,-2 0 210 16</inkml:trace>
  <inkml:trace contextRef="#ctx0" brushRef="#br0" timeOffset="74544.84">19032 5431 1241 0,'3'-4'136'16,"2"-1"482"-16,10-3-513 15,3-1-42-15,12-5 8 16,5-1 11-16,8-2-45 16,4-2-12-16,6 2-18 15,0 0-5-15,0 1-1 16,-1 1 2-16,-6 4-65 16,-4 1-161-16,-12-1 130 15</inkml:trace>
  <inkml:trace contextRef="#ctx0" brushRef="#br0" timeOffset="77405.6">20194 4797 1173 0,'-15'32'41'0,"3"4"-1"16,7 11-22-16,5 3-3 0,9-1-1 15,5-4-4-15,10-13-6 16,3-5-3-16,6-15 1 16,3-7 4-16,3-10 19 15,4-7 3-15,-1-8 8 16,0-3-7-16,-6-8-11 16,-8-4-1-16,-7-7 8 15,-5-2 6-15,-12-5 40 16,-3-2 9-16,-11 4-32 15,-3-1-3-15,-11 9 6 16,-3 6 15-16,-11 14 17 16,-8 7 4-16,-4 13-18 15,-1 6-18-15,5 12-28 16,6 5-17-16,12 8-122 16,7 1-72-16,18 2 89 0</inkml:trace>
  <inkml:trace contextRef="#ctx0" brushRef="#br0" timeOffset="77637.52">20736 4941 3097 0,'0'0'37'0,"0"0"-87"16,10-8-47-16,5-9-127 15,8-6 158-15,-4-8-25 16</inkml:trace>
  <inkml:trace contextRef="#ctx0" brushRef="#br0" timeOffset="78152.92">21269 4533 2416 0,'-26'-19'107'16,"0"5"8"-16,-1 2-92 0,1 8-20 16,2 4 1-16,-1 8-3 15,1 7 1-15,1 14-4 16,3 6-6-16,11 7-37 16,7 1-50-16,15-7-73 15,9-5-82-15,12-17 26 16,3-8 65-16,4-13 114 15,-6-10 25-15,-2-8 35 16,-1-2 26-16,-8-5 88 16,-1 1 56-16,-10 0 96 15,-6 0-75-15,-5 0-34 16,-2-2-65-16,-4 5-47 16,0 2-19-16,0 6-22 15,1 7-7-15,3 6-1 16,0 7-4-16,-4 8-12 0,-2 14-2 15,-7 30-1-15,-6 15 0 16,-6 33 4-16,0 6-6 16,4-1-55-16,8-6-30 15,12-24-104-15,6-13-122 16,6-21-142-16,0-8-101 16,5-20 416-16</inkml:trace>
  <inkml:trace contextRef="#ctx0" brushRef="#br0" timeOffset="78622.61">21724 4587 999 0,'14'-27'143'0,"-2"0"169"16,-1 1-165-16,-6-1 59 15,-6 3 3-15,-10 1-30 16,-7 2-43-16,-6 9-71 16,-6 4-14-16,3 12-12 0,-3 7-3 15,7 17-18-15,4 6-10 16,6 4-11-16,9 0-4 15,6-11-10-15,5-3-8 16,7-14 1-16,2-4-2 16,7-10 12-16,2-7 9 15,3-5 5-15,5-5 4 0,-8-4 8 16,-3-1 10-16,-8-3 39 16,-7 1 29-16,-2 5-11 15,0 3-7-15,-3 11 19 16,-2 9-18-16,0 15-22 15,-1 22-2-15,-12 44-30 16,-7 26-4-16,-8 38-56 16,-5 11-83-16,12 3 63 15</inkml:trace>
  <inkml:trace contextRef="#ctx0" brushRef="#br1" timeOffset="84947.08">11844 10745 192 0,'0'0'51'0,"0"0"68"15,-1 0 3-15,0 0 37 16,0 0-17-16,1 0-42 15,-1 0-25-15,0 0-30 16,0 0-13-16,0 0-16 16,0 0-4-16,0 0-1 15,0 0-5-15,1 0 6 16,0 1-3-16,0 0 15 16,0 0-1-16,-1 26 8 0,2-16 0 15,3 2 4-15,1 0 3 16,0 5 1-16,3-2-4 15,-1-2-10-15,1 0-3 16,2-6-9-16,0-1-1 16,0-5-3-16,1-2 5 15,1-6-4-15,-2-4 1 16,0-8-1-16,2-4 0 16,-2-5-1-16,-1-1 1 0,-1 1-4 15,-3 1 0-15,-5 3-2 16,-1 3-2-16,-5 7 1 15,-1 2 5-15,-4 7 29 16,0 3 14-16,-2 5 26 16,0 5-8-16,-1 8-3 15,0 3-12-15,3 5-10 16,2 0 13-16,2-5-18 16,4-2 3-16,3-6-27 15,2-5-12-15,5-6-3 16,1-2-12-16,3-10 15 15,2-2 3-15,-3-5 3 16,0-4-3-16,-2 0-3 16,-2 0 0-16,-4 2 0 15,0 4 6-15,-3 6-3 0,1 10 3 16,0-1 6-16,-1 1 0 16,-14 0-1-16,7 9 1 15,3 4-12-15,0-1-9 16,6-2-140-16,3-5-72 15,9-18 107-15</inkml:trace>
  <inkml:trace contextRef="#ctx0" brushRef="#br1" timeOffset="85904.66">12286 9668 1214 0,'-4'13'37'0,"-1"0"1"15,5 6-34-15,0 1-4 0,3-2 0 16,0 1 4-16,1-5 2 15,0-3 2 1,0-5 7-16,2-4-1 0,-1-3-1 16,3-5-1-16,-2-9 0 15,1-4-3-15,0-9-3 16,-1-3 2-16,-2-3-4 16,-1 1-2-16,-3 4 0 15,0 3-1-15,-2 8 3 16,-3 6-4-16,-1 6 14 15,0 4 5-15,-2 6 16 16,-1 4 6-16,-1 10 5 16,1 3 20-16,0 6-45 15,4-1-1-15,1-4-5 16,3-6 0-16,1-8-3 16,3-4-9-16,3-6 0 0,0-5 0 15,2-7 6-15,2-7 6 16,2-8 3-16,0-1-6 15,-1 2-3-15,0 2-3 16,-5 8-3-16,-2 3 3 16,-4 8-3-16,-4 3 12 15,-2 4 12-15,-1 5 18 16,-3 5 11-16,1 3 1 16,-2 5-9-16,2 0-15 0,1 1-12 15,2-1 3-15,2-6-9 16,3-3 0-16,1-4 0 15,0-5-15-15,0 0-3 16,0 0 3-16,11-11 3 16,-7 0 8-16,2-4 4 15,-1-4-6-15,-3 4 3 16,0 2-6-16,-3 3 0 16,-1 3 12-16,-3 5 18 15,0 1 2-15,-1 2 6 16,-1 3-4-16,0 7-15 15,-2 2-3-15,3 7-15 16,0 1-3-16,5-3 1 16,4-2-5-16,4-6-4 15,3-2 3-15,3-8-16 0,3-5-5 16,2-17-170-16,0-9-615 16,-7-11 661-16</inkml:trace>
  <inkml:trace contextRef="#ctx0" brushRef="#br1" timeOffset="86671.11">12365 8878 987 0,'-9'12'34'16,"1"2"10"-16,1 3-8 16,0 5 24-16,2-1 12 15,1 0-2-15,1-1-8 16,1-7-19-16,2-2-7 15,1-7-12-15,2-3-9 0,2-5 4 16,1-4-1-16,1-8 1 16,0-3 16-16,0-4-8 15,-1-1-12-15,-3 5-6 16,-2 1-3-16,-1 7 0 16,-1 2 3-16,-5 3 0 15,0 2 6-15,-2 4-4 16,-1 1 10-16,-1 7 3 15,0 1 3-15,3 3 3 16,0 4-6-16,4-1-9 16,1 1 3-16,3-4-6 15,3-2 0-15,5-6 0 16,1-4-6-16,4-7 9 16,0-5 6-16,1-7-9 0,0-3 5 15,-1-2-5-15,0 0-9 16,-6 7 3-16,-2 0-6 15,-6 8 15-15,-3 3 6 16,-4 5 15-16,-2 2 9 16,-4 9-3-16,-2 4-3 15,2 6-21-15,1 3 2 16,6-1-14-16,5-3-12 0,9-12-113 16,6-7-78-16,5-24 98 15</inkml:trace>
  <inkml:trace contextRef="#ctx0" brushRef="#br1" timeOffset="87957.59">14758 8349 611 0,'0'23'26'0,"-1"-3"-6"0,2 0-15 16,-1-3-3-16,4-4 2 15,0-2 21-15,2-3 14 16,-1-3 43-16,-1-3 16 16,3-4 21-16,-1-3-23 15,5-4-23-15,-2-1-9 16,1-5-12-16,-1 0-7 16,-2-2-8-16,-1 0-4 0,-2 2-14 15,-3 1-5-15,-2 2 1 16,-2 2 8-16,-4 2 22 15,-1 2 78-15,0 3 11 16,-3 3-8-16,3 4-43 16,-1 3-26-16,3 4-30 15,0 0-15-15,-1 4-12 16,0 0 0-16,3-3 9 16,-2-3 6-16,6-3-9 15,0-6 0-15,0 0 0 16,1 0-6-16,0 0 15 15,17-11 14-15,-12 0 1 16,5-1 0-16,-7-1-9 16,0 4-6-16,-3 4 15 15,-4 1 15-15,-2 4 26 0,-1 3 3 16,-1 4-16-16,1 2-24 16,1 5-44-16,0 0-26 15,3-5-115-15,2-3-122 16,6-9-277-16,3-6 59 15,7-9 281-15</inkml:trace>
  <inkml:trace contextRef="#ctx0" brushRef="#br1" timeOffset="88564.18">14955 8009 1192 0,'-13'-3'37'0,"2"-3"2"15,1-1-51-15,4-4-52 16,0-2-40-16,3 1-79 16,-2-2 6-16,2 3 113 15,-1 3 96-15,0 2 154 16,0 2 10-16,0 3-52 15,-1 1-30-15,2 3-56 0,-1 0-12 16,4 4-16-16,1 1-11 16,3 1-9-16,3 0-7 15,1-3-3-15,1-1 2 16,-1-4-2-16,0-1 4 16,0-2 0-16,-2-3 6 15,1-2 3-15,-1-4 5 16,1-1 9-16,1-3-12 15,0 1-9-15,-2 1 0 0,-3 2-3 16,-1 3 12-16,-7 4 30 16,3 3 17-16,-6 3 43 15,-1 2-4-15,-1 5-23 16,0 1-21-16,1 1-36 16,2-1-6-16,3-2-12 15,2-2-3-15,3-3-3 16,2-2 3-16,1-1 3 15,0-3 9-15,1-3 3 16,1-1 0-16,-1-3-3 16,-2 2 3-16,-2-1-10 15,-2 3 4-15,-1 3 9 16,-3 0 3-16,2 4-3 16,-2 2 6-16,0 6-21 15,3 3-18-15,3 3-173 16,3 0-63-16,5-5 119 0</inkml:trace>
  <inkml:trace contextRef="#ctx0" brushRef="#br1" timeOffset="89622.18">16566 8008 1334 0,'-14'3'54'0,"5"-1"8"0,3 0-42 15,4 2-20-15,3 0-4 16,0 1 2-16,5 0 0 16,-2-1 4-16,0-1 0 15,-4-3 2-15,1 0 1 16,0 0 5-16,22-6 0 15,-12-1 1-15,2-2 1 0,0-2-2 16,-1-2-1-16,-2 0-3 16,-1 1 7-16,-4 3-1 15,-1 1-3-15,-4 4 18 16,-2 2 15-16,-2 2 35 16,-2 2 19-16,-2 3-15 15,1 0-16-15,-1 3-32 16,-1 1-15-16,3-1-9 15,1-1-6-15,3-2-3 16,2-5-6-16,0 0-6 16,0 0 3-16,1 0 3 15,12-5 9-15,-4-3 6 16,2-1-3-16,-2-1-6 16,-2 0 0-16,-2 3 6 15,-5 7 3-15,0 0 24 16,0 0-3-16,-1 0 18 0,-19 3-6 15,9 7-22-15,1 2-14 16,5-2-56-16,5-2-58 16,8-8-131-16,7-7-36 15,11-11 213-15</inkml:trace>
  <inkml:trace contextRef="#ctx0" brushRef="#br1" timeOffset="90494.92">17442 7778 1448 0,'0'0'23'16,"0"0"-23"-16,-3 19-19 16,1-4 6-16,-3 2 7 15,0 4 12-15,0-1 7 0,1 0 8 16,3-1 3-16,2-3-7 16,1-4-5-16,4-6-8 15,0-5 1-15,4-4 13 16,-1-5 27-16,3-7 9 15,0-4-13-15,-3-1-8 16,-1 2-12-16,-8 1-9 16,-3 4 18-16,-5 5 51 15,-4 1 41-15,-1 7 40 16,0 1-13-16,0 7-90 16,-1 2-33-16,3 3-26 15,2 1 0-15,3-2 0 16,1-1 4-16,4-5-4 15,1-6-10-15,0 0-1 16,14-4-2-16,0-7 6 16,5-4 2-16,0-7 2 0,1-2 3 15,-2 1-3-15,-4 2 5 16,-6 8-1-16,-4 2 2 16,-4 11 8-16,0 0 7 15,0 0 21-15,-7 6 1 16,-3 12-3-16,-3 6-7 15,1 6-22-15,-1 0 1 16,4-5-6-16,3-4 1 0,4-9-4 16,1-4-7-16,5-8 0 15,3-3-2-15,5-9 3 16,2-4 3-16,3-6-3 16,-3-1-1-16,-3 1 3 15,-3 4-1-15,-6 7 5 16,-2 11 0-16,0 0-8 15,-1-1-7-15,-8 20-21 16,-2 7-20-16,-1 8-163 16,2-2-44-16,4-7 119 15</inkml:trace>
  <inkml:trace contextRef="#ctx0" brushRef="#br1" timeOffset="91121.72">18231 7760 1324 0,'-21'16'120'0,"4"3"368"0,4 2-443 16,6-1-92-1,4-1-4-15,1-6 30 0,1-2 9 16,1-7 3-16,0-4 3 15,0 0-3-15,1 0 9 16,0 0 6-16,18-10 12 16,-10-2 3-16,0-1-6 15,-3 0-3-15,0 3-6 16,-4 5 3-16,-2 5 6 0,0 0 14 16,-1 0 4-16,-17-1-3 15,8 8 0-15,-3 6-15 16,0 5-3-16,0 11-3 15,2 2-9-15,3 1-15 16,3-2-48-16,11-14-477 16,6-8 456-16</inkml:trace>
  <inkml:trace contextRef="#ctx0" brushRef="#br1" timeOffset="92114.95">18436 6275 1613 0,'38'8'86'0,"4"5"-83"15,1 8-9-15,-6 16-26 0,-3 8-4 16,-18 11 6-16,-2 4 12 15,-9-5 21-15,-4-3 9 16,-1-6-3-16,-3-6-3 16,-5-10 3-16,1-6 3 15,-5-11 27-15,-3-6 5 0,0-6 40 16,-2-3 36-16,3-8 41 16,2-3 3-16,5-9-29 15,3-7-48 1,5-9-41-16,5-7-16 0,9-7-26 15,9-5-6-15,6-5-14 16,6-1-29-16,4 2-176 16,0 5-179-16,1 16 182 15</inkml:trace>
  <inkml:trace contextRef="#ctx0" brushRef="#br1" timeOffset="92570.97">18974 6213 1371 0,'-18'-6'164'15,"7"-1"761"-15,8 0-997 16,11-2-79-16,5-1-25 16,5-1 107-16,4 0 24 0,-3 3 45 15,-1 2 12-15,0 5-6 16,-7 2 9-16,2 9-9 16,-1 4-3-16,-6 10 3 15,-1 3-6-15,-5 5-3 16,-2-1-9-16,-3-3-9 15,-1 0 3-15,-1-7 12 16,1-2 12-16,4-8 15 16,-1-3-6-16,7-6 6 15,3 0-9-15,6-4-6 16,8-3 0-16,9-4-9 16,4-3 3-16,7-2-51 15,3-2-89-15,-3-2-195 16,2-1-47-16,-1 2 188 15</inkml:trace>
  <inkml:trace contextRef="#ctx0" brushRef="#br1" timeOffset="93088.9">19799 6158 2703 0,'14'-6'7'16,"9"-4"-98"-16,5 1-55 0,2 0 34 16,-1 0 3-16,-4 1 58 15,-5 0 19-15,-1 0 14 16,-2 0 0-16,-4-1-180 15,-2 0-151-15,-7-1 260 16</inkml:trace>
  <inkml:trace contextRef="#ctx0" brushRef="#br1" timeOffset="93576.65">19725 6440 632 0,'-7'-2'-75'16,"0"1"-25"-16,3 2-10 15,-2 2 21-15,4-1 122 16,2-2 62-16,0 0 112 15,0 0 64-15,0 0-49 16,1 0-75-16,17 7-42 16,-5-7-20-16,12-2-27 15,0-2-7-15,12-3 15 16,2-2 9-16,2-4-31 16,3-2-14-16,-2-1-21 15,-2-1-3-15,-3 1-6 16,-1 0-6-16,-7 1-36 15,-2-1-65-15,-4 0 65 0</inkml:trace>
  <inkml:trace contextRef="#ctx0" brushRef="#br1" timeOffset="94122.07">20780 5910 1489 0,'-16'10'48'16,"-1"4"70"-16,3 12-121 15,-1 4-18-15,0 7 18 0,1 0-3 16,7-3 6-16,2-4 3 15,12-9 3-15,5-4 0 16,10-10 12-16,5-6 0 16,8-10 11-16,5-6 1 15,0-10 0-15,0-1-3 16,-5-5-12-16,-5-2 0 16,-4 0-12-16,-6-3 0 0,-10 2 9 15,-6 1-3-15,-10 3 6 16,-8 3-3-16,-10 10 68 15,-6 8 4-15,-15 10 0 16,-8 7-1-16,-7 13-106 16,2 2-97-16,12 5-203 15,13-4 186-15</inkml:trace>
  <inkml:trace contextRef="#ctx0" brushRef="#br1" timeOffset="94342.04">21258 5938 3170 0,'0'-5'-44'15,"9"-6"-219"-15,6-3-372 16,6-1 103-16</inkml:trace>
  <inkml:trace contextRef="#ctx0" brushRef="#br1" timeOffset="95672.12">21462 5713 1103 0,'-7'4'66'16,"1"2"45"-16,1 6-86 16,1 5-10-16,-1 9-11 15,0 5-2-15,-1 9 0 16,1 3 4-16,4 0 7 16,2-4 5-16,6-9 7 15,3-5-2-15,8-13-7 16,2-4 1-16,9-10-1 15,-3-6-5-15,1-10 1 16,-3-4-4-16,-5-4-8 16,3-1 2-16,-8 1 0 15,-3 1 2-15,-9-2 1 0,-7 0 1 16,-5-2 8-16,-4 1 5 16,-5 3 46-16,2 1 9 15,-9 5-8-15,0 2-18 16,-1 1-24-16,3 3-9 15,11 0-6-15,8 1 12 16,12 1-9-16,6 1 3 0,11-1-6 16,1 0-3-16,4-3-3 15,-1 0-3-15,5-4-9 16,2-1-15-16,9 3-9 16,4 3-6-16,-3 8 9 15,0 5 9-15,-10 14 6 16,-4 9-3-16,-20 12-9 15,-11 7 6-15,-13 4 10 16,-4-2 8-16,6-6 20 16,7-5 19-16,19-9 18 15,9-6 6-15,17-12-6 16,7-6-18-16,7-15-19 16,2-5-14-16,-2-9-3 15,-4-3-6-15,-13-2 6 16,-6 0 3-16,-15 0 3 15,-3-1 3-15,-10 1 0 0,-4 1-6 16,-8 6-12-16,-2 4-3 16,-13 12 6-16,-5 5 1 15,-15 16 7-15,-8 7-2 16,2 9-59-16,1 3-64 16,9-3-307-16,11-4 328 15</inkml:trace>
  <inkml:trace contextRef="#ctx0" brushRef="#br1" timeOffset="96263.03">22655 5441 514 0,'10'-14'70'0,"-1"0"121"16,-5 5-179-16,-7 0 11 16,-3 6 72-16,-6 3 26 0,-3 4 3 15,-1 6-10-15,-1 6-34 16,0 4-16-16,-2 6-22 15,0 3-11-15,3-1-15 16,5-1-5-16,9-8 3 16,4-5 1-16,12-8 25 15,7-4 11-15,15-8-12 16,7-6-4-16,4-8-23 16,0-1 0-16,-5-3-12 15,-8 2 12-15,-7 1-3 16,-4 2-3-16,-12 2 21 15,-6 1 18-15,-8 2 48 16,-4-1 2-16,-7 5-8 16,-4 3-24-16,-1 6-60 15,-2 2-45-15,4 5-141 16,3 0-94-16,6 2 148 0</inkml:trace>
  <inkml:trace contextRef="#ctx0" brushRef="#br1" timeOffset="96656.63">23063 5032 2671 0,'-20'9'-48'0,"4"-1"-22"16,6-2-20-16,4-3 7 15,6-3-30-15,0 0-27 16,10-6 74-16,8-4 66 16,3-4 0-16,10-4 0 15,0 0 0-15,-3-4 0 16,-1 2 0-16,-10 3 6 15,-4 4 12-15,-8 6 30 16,-5 7-18-16,0 0 190 0,0 9-56 16,-6 24-36-16,-3 17-32 15,-2 33-92-15,3 13-4 16,8 13-70-16,3-1-123 16,10-16 88-16</inkml:trace>
  <inkml:trace contextRef="#ctx0" brushRef="#br1" timeOffset="97386.34">22956 5024 1344 0,'-13'-4'95'0,"1"3"-33"16,-1 0-24-16,0 4 24 16,-1 2 1-16,1 5-16 15,0 2-8-15,0 5-36 16,2 2 0-16,4 0-9 16,2-2-9-16,8-6-15 15,3-6 0-15,9-7 7 16,4-3 11-16,6-6 18 15,3-3 6-15,3-3 0 16,-1-3-4-16,-2 0 1 16,0 1 6-16,-4 3 15 15,-3 2 9-15,-7 5 36 0,-5 3 20 16,-9 6 1-16,0 0 0 16,0 0-54-16,0 0-33 15,1 0-15 1,0 0-15-16,6 8 6 0,-6 8 6 15,-5 17 12-15,-4 14 12 16,-9 31-6-16,-2 14 6 16,-3 20-36-16,-1 1-105 15,6-8-235-15,6-8 229 0</inkml:trace>
  <inkml:trace contextRef="#ctx0" brushRef="#br1" timeOffset="100687">14875 6197 1109 0,'-7'1'51'0,"7"-1"32"16,0 0-64-16,13 6-1 16,7-6 7-16,17-2 10 15,9-1-2-15,20-3-4 16,5 2-8-16,7 2-11 15,-4 2 3-15,0 0-7 16,4-1 0-16,2-3-2 16,5 0-4-16,-5-3 2 15,-7-1 0-15,-4-1-2 16,-5 0 4-16,-11 0-4 16,-2 3 1-16,-19 3-1 15,-7 1 0-15,-14 3-3 16,-11-1-3-16,-4 4 6 0,-9-1 2 15,-16-1 7-15,-5-1 5 16,-16-3-4-16,-3 0-3 16,-13-1 1-16,-3-2 2 15,-9 4-2-15,-9-1-3 16,4 4 1-16,1 0 0 16,7 2 12-16,9 0 12 15,7-1 6-15,7 0 6 0,16-2-10 16,9-1-2-16,18-1-12 15,1-1-3-15,21-2 15 16,7-3-6-16,16-2 15 16,13 1 0-16,7 3-24 15,7 5-3-15,6 4-12 16,3 3-9-16,6 1 9 16,2 2-6-16,3-3-6 15,-5-1 6-15,-7-3 3 16,-6-2-3-16,-19-1 9 15,-10-1-3-15,-17 1 3 16,-8-1-3-16,-11 1 21 16,-7-4 11-16,-12-2 7 15,-8-1-3-15,-16-2-18 16,-8-2-9-16,-10 1 6 16,-6 1-6-16,-8 4 6 0,-3 2 0 15,-3 4-15-15,4 0 9 16,7 4-9-16,3 1-3 15,15-3 6-15,3 2 0 16,17-2-3-16,12-1-3 16,12-1-15-16,8-1-12 15,8 7 6-15,11-1 6 16,20 6 12-16,8 2 6 0,8 4-3 16,8 1-6-1,15 1-15-15,5 1-3 0,9-4-5 16,0-4 8-16,-15-7 12 15,-6-3 6-15,-20-7 12 16,-7-2 6-16,-22 0 12 16,-6 1 8-16,-16-1 40 15,-7-1 9-15,-17-3-3 16,-12-2-7-16,-17 1-11 16,-10 0-24-16,-15 5-2 15,-9 1-2-15,-11 4-21 16,3 1-8-16,-2-1 0 15,6 1-3-15,6-2 1 16,9-1-1-16,28 0 4 16,15 1-3-16,33 2-16 0,-3 0-3 15,31 6-1-15,13 2-2 16,31 1 14-16,9 0-7 16,22-4-104-16,9-1-82 15,12-3-135-15,11-1 173 16</inkml:trace>
  <inkml:trace contextRef="#ctx0" brushRef="#br1" timeOffset="102278.53">21068 3774 1115 0,'2'23'25'0,"6"4"-21"16,9 4-4-16,13 1 4 16,6 0-2-16,9-2 11 15,5-1 7-15,6-1 7 16,5 1 4-16,15 1-6 15,0-1-6-15,5 1-3 16,6-1-2-16,15-3-3 16,5-4-3-16,5-4 5 15,-7-5 9-15,-27-6 17 16,-7-2 7-16,-19-5 2 16,-9 0 3-16,-5-1 33 15,-9-1 2-15,-11 1 25 16,-5 0 80-16,-13 1 36 0,0 0-59 15,0 0-41-15,1 0-63 16,2 8-45-16,-10 13-12 16,-14 34-8-16,-12 20-7 15,-19 47 5-15,-14 17 1 0,-25 31-212 16,-12 6-747 0,-16-10 781-16</inkml:trace>
  <inkml:trace contextRef="#ctx0" brushRef="#br1" timeOffset="103046.58">17870 4410 1446 0,'-13'23'33'0,"-10"24"-25"16,-3 18 2-16,-8 42 3 15,-3 16 3-15,-2 17-5 16,-4 4 2-16,-6 0-4 16,-4-13-3-16,-3-20-6 15,1-16 9-15,6-36 63 16,5-14 32-16,18-24 58 15,9-8 32-15,16-11-54 16,9-4-46-16,13-4-58 16,6 0-25-16,14 7-10 15,5 11-1-15,12 20 0 16,5 10 0-16,14 12-50 16,7 0-188-16,15-15 145 15</inkml:trace>
  <inkml:trace contextRef="#ctx0" brushRef="#br1" timeOffset="106854.2">19220 4693 744 0,'3'-20'125'0,"9"-6"158"15,10-8-237-15,17-14-17 16,8-9-2-16,12-15 16 16,1-7 4-16,1-11 1 15,-1 0 0-15,-4-7-13 16,-1-5-4-16,-1-8 2 16,-2 2 35-16,-3 5-8 15,-2 5-13-15,-8 18-26 16,-4 7-9-16,-11 16-9 15,-7 11-3-15,-12 17-48 16,-8 6-92-16,-15 13-239 16,-8 7 253-16</inkml:trace>
  <inkml:trace contextRef="#ctx0" brushRef="#br1" timeOffset="107543.76">18593 3192 775 0,'-29'24'87'16,"10"-8"70"-16,10-6-16 15,22-10-35-15,9-6 1 16,17-13-7-16,9-8-11 16,21-16 87-16,10-6-47 0,22-11-90 15,7-3-13-15,7-8-17 16,1-3-9-16,-9-1 0 15,-4 0 0-15,-15 10-6 16,-9 2 1-16,-12 1-31 16,-7-1-12-16,-9 1-24 15,-10 2-6-15,-12 10 4 16,-8 3 14-16,-13 10 35 16,-6 4 14-16,-14 9 3 15,-7 6 2-15,-15 10 2 16,-4 6-2-16,-6 12 6 15,0 5-1-15,4 12 1 16,4 5 1-16,6 12 11 16,4 8 7-16,2 28 28 15,-2 11 22-15,-6 32-19 16,-5 13-20-16,-6-1-30 0,4-6-36 16,0-31-211-16,7-22-123 15,9-32 174-15</inkml:trace>
  <inkml:trace contextRef="#ctx0" brushRef="#br1" timeOffset="107952.48">19589 2909 1243 0,'2'15'103'15,"3"5"301"-15,6 7-422 16,1-2 0-16,-3-9 6 16,-2-6 9-16,-7-10 6 15,0 0 9-15,0 0 12 16,7-16-6-16,-2-2 3 15,3-3-3-15,3-6-15 16,6-2-3-16,1-5-12 0,-1-3 0 16,3-2-3-16,-2 1 6 15,7 2-6-15,4 2-9 16,-2 7-38-16,2 4-34 16,-5 9 22-16,-6 3-13 15,-5 8-49-15,-4 3-17 16,-3 3-159-16,-1 3 160 15</inkml:trace>
  <inkml:trace contextRef="#ctx0" brushRef="#br1" timeOffset="109560.81">19939 2699 1268 0,'-29'5'56'0,"6"3"37"16,0 5-83-16,5 3 2 16,5 0 34-16,-1 2 22 15,2 2 78-15,6 5-17 16,-2 3-87-16,9 0-42 16,6-3 0-16,5-9 0 15,5-4-6-15,5-10-6 16,1-5 9-16,5-12 0 0,3-3 3 15,-2-8-15-15,2-3 0 16,-4-3-3-16,-3 0 3 16,-6 3 6-16,-3 5 9 15,-6 7 0-15,-8 5 30 16,1 5 98-16,-2 7-2 16,0 0 0-16,0 0-34 15,-4 12-92-15,-4 6-9 0,-1 11 6 16,0 4 3-16,2 0 0 15,4-4-9-15,3-11-60 16,4-5-41-16,5-13-60 16,6-7-16-16,5-12 31 15,1-6 98-15,1-4 36 16,-1 0 7-16,-1 3 14 16,-4 6 0-16,-2 6 0 15,-1 4 6-15,-5 6 4 16,0 3 0-16,-5 3 38 15,-2 3 86-15,-1 6-5 16,-4 4-4-16,3 7-95 16,-2-2-30-16,1-6 0 15,1-2-21-15,1-12-38 16,-1 0-16-16,-14-14-36 16,6-3-2-16,0-6 60 0,1-2 28 15,7-4 19-15,5 2 6 16,5 1 6-16,4 0 0 15,3 3-4-15,2 3 2 16,-1-2 13-16,0 3 110 16,1 5 25-16,0 2 0 15,5 8-38-15,2 6-102 16,-1 9-12-16,-2 7-12 0,-5 8 3 16,-5 1-3-16,-5 3 9 15,0-3 0-15,-5-5 3 16,1-5 0-16,-1-8 0 15,-2-9 0-15,0 0-6 16,2-4 6-16,6-15-6 16,2-3 6-16,2-10 6 15,4-2-6-15,0 2 6 16,-3-1-6-16,7 6 3 16,0 1-3-16,-1 9 3 15,0 6-3-15,-5 15 0 16,-4 11 0-16,-6 19 12 15,-2 7 0-15,-3 11 9 16,-2 1-3-16,4-7-12 16,3-6-3-16,5-17-3 0,1-8-27 15,1-15-78-15,-1-8-20 16,3-12-13-16,1-6 22 16,3-3 77-16,3-2 27 15,8 3 12-15,3 3 6 16,4 5-6-16,-2 4 0 15,-7 11-6-15,-4 5 6 0,-11 12 60 16,-3 6 32-16,-9 12 28 16,-3 3-10-16,-2 5-44 15,1-2-36-15,5-9-21 16,4-7-3-16,-2-12-9 16,-2-8-12-16,6-7-6 15,-5-6-12-15,1-6 6 16,0-6-3-16,-1-1 13 15,1-1 2-15,2 0 15 16,-1 0 0-16,4 0 0 16,1-1 6-16,1-2-6 15,0 2 0-15,-3 6 6 16,-3 5-3-16,-3 11 3 16,-3 3-6-16,-4 10 0 15,-3 5-3-15,-6 4 0 16,1 1 6-16,-2-3 6 15,4-2-4-15,2-3 1 0,-2-1-6 16,3-1-3-16,-1 1 3 16,4 3 0-16,2-1 3 15,3 3-6-15,5 1 0 16,0-1 6-16,4-1 0 16,4-4 0-16,-2-3 6 15,9-5-3-15,2-4 3 0,6-6 3 16,1-4 0-16,2-3 0 15,-2 0 0-15,-3 0 9 16,-5 1 6-16,-7 0 15 16,-1 2 6-16,-3 4 2 15,-1 3 4-15,-1 6-15 16,1 4-20-16,4 13-18 16,0 8-5-16,5 24-9 15,-3 15 10-15,-13 29-3 16,-2 10 3-16,-15 16 3 15,-5 1-6-15,-5-9 0 16,-4-4-9-16,-9-21 0 16,-4-12 3-16,-7-27 18 15,-3-12 27-15,-9-25 23 16,2-11-9-16,1-25-9 16,4-16-25-16,16-29-164 0,10-16-124 15,27-21-284-15,13-6 418 16</inkml:trace>
  <inkml:trace contextRef="#ctx0" brushRef="#br1" timeOffset="110094.07">21679 2267 1446 0,'-39'36'-2'16,"6"3"31"-16,4-1 4 15,10-6 2-15,10-3 49 16,9-7-54-16,7-5-12 15,12-8-16-15,4-3-7 16,11-6-22-16,4-3 0 0,4-1 3 16,-3 3 12-16,-6 7 9 15,-6 6 0-15,-14 10-3 16,-8 4 0-16,-16 9 0 16,-6 3 3-16,-15 1 9 15,-2 0 12-15,-4-6 6 16,0-2-9-16,9-15-9 15,2-8-24-15,8-18-136 16,4-13 121-16</inkml:trace>
  <inkml:trace contextRef="#ctx0" brushRef="#br1" timeOffset="111276.54">22025 2403 1702 0,'-20'29'12'16,"5"2"3"-16,0-1 0 15,11-5-9-15,4-2-3 0,8-7 0 16,6-4-3-16,7-8-12 15,1-4-6-15,2-5 6 16,2-6 0-16,1-4 12 16,1-1 0-16,-2-4 0 15,-3 2 0-15,-4 0 0 16,-4 3 0-16,-4 4 0 16,-4 1 42-16,1 3 30 15,1 2 0-15,-4 4 2 16,2 3-41-16,-5 6-30 15,-2 2 0-15,0 3 0 16,-1 1 6-16,0-4-6 16,1 0 0-16,3-4 6 15,2-3-9-15,6-5 3 16,-1-4-3-16,4-4-6 0,1-4-3 16,-1-2 6-1,4 0-6-15,-8-2 6 0,-2 0 9 16,-6 1 3-16,-5-2 12 15,-1 6 33-15,-1 1 12 16,-2 7 5-16,1 3-8 16,-2 2-37-16,2 4-19 15,1 2-10-15,3 2-2 16,4-1-8-16,1-1-5 16,10-5-9-16,3-2 0 0,7-5-6 15,5-5 1-15,-2-1 17 16,0 1-6-16,-4 1 18 15,-4 4 0-15,-8 5 0 16,-5 1 0-16,-5 12 3 16,-3 3 3-16,-3 13 9 15,-1 3 9-15,2 1-18 16,3-3 6-16,7-10-15 16,3-5 3-16,3-7-12 15,0-3 6-15,-2-7 6 16,0-4 3-16,1-5 0 15,0-4 3-15,1-6-3 16,1-1 0-16,3-5 9 16,-1 0-6-16,4 3 6 15,3 1-9-15,0 6 0 0,3 3 0 16,-7 8 0-16,-4 6-6 16,-7 11-12-16,-3 5-3 15,-2 6 6-15,-2 4 9 16,4-2 9-16,3-2 0 15,7-10-18-15,4-5-9 16,5-9-18-16,0-4-6 16,-1-5 24-16,1 0 4 0,-3-2 20 15,0 2 6-15,-4 0-3 16,0 2-3-16,-4 0 0 16,3 2 0-16,-4 3 2 15,-1 1 1-15,1 3-3 16,-4 0 3-16,0 2 0 15,-6-1-3-15,1 0 6 16,0 0-3-16,-1 0 12 16,23 4 3-16,-8-8-3 15,2-3 0-15,7-6-12 16,2-2 0-16,-1-3-3 16,-2 0 3-16,-9 1-3 15,-5-1 3-15,-11 3 3 16,-6 2-6-16,-19 8 6 15,-7 5 6-15,-8 13 33 0,-1 7 27 16,10 10 38-16,4 2-30 16,20 4-32-16,9 0-19 15,27-7-95-15,19-7-112 16,28-22-532-16,9-11 577 16</inkml:trace>
  <inkml:trace contextRef="#ctx0" brushRef="#br1" timeOffset="112390.49">20033 8288 1774 0,'0'0'120'15,"4"-6"110"1,9-12-260-16,6-11 3 0,8-26 54 16,6-12 15-16,10-24 29 15,5-13 13-15,14-17-39 16,8-6-19-16,5-2-17 15,-1 8-9-15,-5 24-36 16,-8 10-41-16,-15 30-57 16,-5 12-25-16,-17 22-29 15,-4 11-12-15,-10 9 27 16,-4 4-214-16,-6-1 207 16</inkml:trace>
  <inkml:trace contextRef="#ctx0" brushRef="#br1" timeOffset="113118.32">19941 7504 1196 0,'19'29'60'0,"2"8"68"16,5 26-122-16,-2 12-2 0,1 8 0 16,-3 2-2-16,-11-3 0 15,-2 0 2-15,-12-4 1 16,-8 1 15-16,-5-3-14 15,-6-5 40-15,0-8 48 16,2-6 67-16,4-19 75 16,5-9-86-16,11-18-64 15,7-9-8-15,11-9-42 16,7-9-13-16,9-16 3 16,6-8 8-16,7-15 2 15,6-5-3-15,11-6-15 16,5-3-9-16,7 2-9 15,0 3-21-15,1 10-90 16,-2 5-91-16,1 8-175 16,1-1-151-16,-7 0 398 0</inkml:trace>
  <inkml:trace contextRef="#ctx0" brushRef="#br1" timeOffset="120467.82">19615 8961 1427 0,'0'0'44'0,"9"24"-9"0,3 8-19 16,10 26-1-16,3 11-7 16,2 12 6-16,-2 5-11 15,-4 3 6-15,-2 4 0 16,-6-1 27-16,1-8 35 15,-1-21 58-15,0-14 53 16,0-25 57-16,-1-10-63 0,2-18-32 16,-1-11-42-16,10-26-67 15,2-13-8-15,3-23-19 16,3-8-2-16,-2-6-6 16,-1 2 2-16,-4 5-2 15,-1-1-2-15,-5 4-6 16,-4 0-15-16,2 6-134 15,-2 7-120-15,12 11 62 16</inkml:trace>
  <inkml:trace contextRef="#ctx0" brushRef="#br1" timeOffset="120937.1">20415 9204 1986 0,'-23'-10'177'0,"0"2"76"16,3 8-378-16,2 8-69 15,2 13 15-15,0 9 74 16,-1 11 90-16,0 9 18 15,0 12 48-15,3 2 15 0,4-4 8 16,6-9-5-16,6-23-39 16,8-11-3-16,7-21 12 15,6-10 17-15,6-20 19 16,3-10-25-16,3-16-22 16,-2-2-14-16,-2 4-12 15,-6 1-2-15,-9 14-2 16,-4 6-2-16,-7 14 4 15,-1 7 0-15,-2 16 9 16,2 8 10-16,-1 16 9 16,3 9-2-16,3 12-7 15,-2 5-10-15,6-1-19 16,1-5-34-16,2-20-106 16,3-11-113-16,3-24-54 15,0-12 92-15,-1-17 47 0,0-9-45 16,-4-11 96-16</inkml:trace>
  <inkml:trace contextRef="#ctx0" brushRef="#br1" timeOffset="121134.63">20732 8820 732 0,'-7'-62'153'15,"-1"6"112"-15,-1 7-79 16,5 15-47-16,1 9 53 16,3 13 56-16,3 6 32 0,5 12-97 15,1 9-56-15,3 25-31 16,3 13-52-16,1 25-22 15,0 11-9-15,0 4-105 16,-2-3-89-16,-1-21-135 16,1-15-79-16,-2-27 186 15,3-15 97-15,4-20 69 16</inkml:trace>
  <inkml:trace contextRef="#ctx0" brushRef="#br1" timeOffset="123043.4">21014 9117 2431 0,'-9'32'87'0,"2"-9"-39"0,3-10-36 16,4-13-34-16,0 0-12 15,-8-21-7-15,3-9 18 16,-3-19 3-16,0-12 4 15,4-13 14-15,1-7 0 16,7-9-2-16,4 2 4 16,6 0-3-16,4 4 3 0,7 8 0 15,4 5 0-15,8 15 0 16,2 7-4-16,3 13 4 16,-2 8-1-16,-3 15 2 15,0 10 8-15,-2 22 3 16,0 13 6-16,-6 25-1 15,-5 12-4-15,-8 12-26 16,-6-1-52-16,-5-9-87 16,0-14-45-16,-2-20 36 15,0-10 80-15,-2-17 120 16,-1-10 18-16,-5-5 23 16,-1-11-17-16,-5-11-24 15,-4-5-15-15,-4-1-21 16,-3 0 0-16,-3 6 3 15,-1 8 6-15,1 16 56 0,-1 11 7 16,7 23-8-16,-1 10-13 16,5 16-42-16,5 2-3 15,3-5-9-15,6-8-9 16,12-19-4-16,8-10 0 16,8-19-1-16,7-8-4 15,5-16-48-15,2-7-47 16,7-7-43-16,0-1 10 15,-3-2 50-15,-3 2 33 0,-11-2 45 16,-1-2 3-16,-6-3 12 16,1-3-2-16,-5 5 5 15,-3 2 5-15,-9 12 16 16,-7 7 18-16,-6 14 120 16,-6 8 14-16,-6 16 12 15,0 9-55-15,-2 15-36 16,4 7-7-16,2 6-3 15,4-2-31-15,6-10-37 16,2-8-7-16,8-15-10 16,7-7-3-16,5-11-1 15,4-5-4-15,4-14 0 16,3-5-3-16,-3-9 0 16,-2-3 1-16,-6-2 2 15,-7-1 4-15,-8 3 3 0,-2 5 4 16,-6 11 6-16,0 7 10 15,4 16 28-15,0 0 13 16,-4 14-1-16,5 12-13 16,0 16-27-16,2 5-15 15,4-3-6-15,1-6-17 16,14-17-42-16,2-12-22 16,7-17-49-16,3-7-57 0,-7-17 10 15,-1-4-11-15,-8-10 78 16,-4-3 32-16,-5-9 51 15,-3-5 12-15,-6-6 33 16,0-1 6-16,-4 2 12 16,2 4 3-16,2 9 11 15,-3 3 55-15,4 7 92 16,1 6-48-16,4 15-26 16,2 8-14-16,0 23-63 15,-1 18-7-15,0 28-5 16,-1 15-13-16,-4 22-17 15,-2 7-32-15,-8-3-127 16,-1-3-97-16,-1-24-411 16,-2-15 158-16,1-23 61 0,-3-10 162 15,-5-14 277 1,0-5 265-16,-15-10 77 0,4-5-133 16,-6-6-126-16,2 0-20 15,9-2-22-15,-5 0-8 16,9 4 29-16,5 2 12 15,7 1 67-15,8 1 166 16,8-4-42-16,8-1-78 16,13-11-89-16,12-4-59 0,19-7-27 15,5-1-3-15,9 9-11 16,-6 5-5-16,-11 18-16 16,-8 7-5-16,-16 15-9 15,-9 7-4-15,-8 10 13 16,-3 5 12-16,-6 2 30 15,5 0 3-15,-5-9 0 16,-2-4-3-16,-1-11-3 16,-3-11 0-16,0 0 18 15,0 0 3-15,-7-15-2 16,1-4 2-16,-4-9-8 16,-3-4-4-16,2-6-8 15,1-3 1-15,6-1-5 16,4 0 0-16,4 1 0 15,5 4-3-15,3 7 3 16,2 6 0-16,1 14-1 0,-1 8-4 16,2 15 5-16,-3 9-5 15,0 8 5-15,-5 2 1 16,-3 1 2-16,-2 0-1 16,2-7 1-16,2-1-1 15,6-7 7-15,4-6 6 16,1-9 10-16,3-3-1 15,2-8 3-15,0-4-4 0,1-7-6 16,-4-4-5-16,-5-6-9 16,-1-1 1-16,-6-7-8 15,-1-1-2-15,-6-3-14 16,-1 2-2-16,-1 7 0 16,-1 4 6-16,1 10 12 15,0 6 4-15,1 12 4 16,0 0 10-16,0 0-4 15,10 8 0-15,5 6 0 16,5 2-10-16,8 1 2 16,2 0 2-16,1-4-4 15,-1-2 0-15,-8-5 0 16,-3-4 0-16,-4-4 0 16,-4-4 0-16,0-6 4 0,1-7 1 15,0-7 1 1,0-4-2-16,1-6 0 0,0-3-1 15,3 0-1-15,1 4 3 16,-2 13 2-16,0 7 5 16,-7 16 15-16,-1 10-2 15,-3 13-1-15,-1 5-13 16,1 3-75-16,-1-3-96 0,8-12-226 16,2-8-227-16,6-13 471 15</inkml:trace>
  <inkml:trace contextRef="#ctx0" brushRef="#br1" timeOffset="123493.48">23810 6720 1664 0,'-21'0'65'16,"-14"9"40"-16,-11 5 2 15,-10 13-11-15,-1 8-57 16,0 9 6-16,5 3 9 15,13 0-1-15,11-4-5 16,19-13-51-16,9-7-18 0,19-11 9 16,6-7 3-1,11-5 12-15,5-2 9 0,2 1-12 16,0 4 3-16,-12 10-12 16,-7 6-12-16,-21 11-68 15,-12 5-16-15,-20 7 4 16,-10 2 2-16,-8 0 66 15,0-3 9-15,4-12 12 16,8-9 0-16,13-19-131 16,13-9-252-16,15-15 267 15</inkml:trace>
  <inkml:trace contextRef="#ctx0" brushRef="#br1" timeOffset="124700.98">23796 6980 2601 0,'-10'44'60'0,"4"-6"-52"15,7-16-10-15,5-5-1 16,7-15-2-16,6-4 3 0,6-10 0 15,2-5-5-15,5-7-14 16,1-1-10-16,-3-2-3 16,-1 1 12-16,-9 2 18 15,-7 2 6-15,-7 6 16 16,-4 2-2-16,-6 3 19 16,1 1 4-16,-5 3-7 15,1 2 10-15,3 2-5 16,4 3-2-16,0 0-19 15,0 0-11-15,0 0-6 16,0 1-4-16,8 11 1 16,-1-6-1-16,0-1-10 15,0-1 0-15,-2-1 4 16,-5-3-1-16,0 0 8 16,1 0 1-16,0 0 2 0,0-1 1 15,6-18 2-15,-7 8-1 16,-5-1 1-16,-2 0-1 15,-1 1 0-15,-3 1 1 16,0 0 1-16,3 1-1 16,3 2-5-16,2 0 3 15,11-2-8-15,4 0 2 16,8-1-3-16,2 1-3 16,1 4-2-16,-4 3 2 0,1 6 1 15,-4 4 2-15,-5 7 5 16,-3 2-1-16,-6 2 4 15,4-2 2-15,-3-4 3 16,5-2 0-16,4-8 0 16,2-3 0-16,3-6-1 15,1-5 1-15,-1-3-2 16,-4-2-1-16,-7 0 0 16,-3 0 1-16,-7 1 0 15,-4 0 3-15,-5 0 0 16,-2 3-4-16,-1 3 9 15,0 3 1-15,4 6 1 16,3 0-1-16,9 6-11 16,2 0-2-16,9 1-6 15,1 2-1-15,4-4 0 16,1-1-3-16,0-4 8 0,2-3-2 16,-4-3 7-16,-1-1 1 15,-2-2 2-15,-2-3 3 16,3-4 6-16,3 0 2 15,1-6-3-15,1-1 0 16,-1 0-7-16,2 1-3 16,-9 7-7-16,0 2-5 15,-8 7-27-15,-10 4-18 0,2 6-34 16,-1 5-9-16,0 2 45 16,7 1 25-16,6-3 24 15,-4-2 1-15,9-2 3 16,3-2 7-16,-3-2 5 15,4-1 9-15,-4-3 14 16,0 0 12-16,2-4 8 16,0-3-5-16,7-3-17 15,-1-2-17-15,5-3-11 16,-3-2-1-16,-2-3-1 16,0 1-3-16,-5-3-2 15,1 0 5-15,-5 0-2 16,1 0 0-16,-4 1 3 15,0 2-2-15,-4 1-2 16,1 2 1-16,-4 4-1 0,-4 5-5 16,-8 10 1-16,-9 7-1 15,-6 18-1-15,-8 9 5 16,5 18 1-16,4 4 1 16,15 1 4-16,11-6-4 15,17-11-3-15,13-8-9 16,12-14-151-16,10-10-89 15,10-13 69-15</inkml:trace>
  <inkml:trace contextRef="#ctx0" brushRef="#br1" timeOffset="125352.65">20105 10488 2338 0,'106'-59'129'16,"19"-17"70"-16,38-37-192 15,21-13 0-15,24-25 33 16,3-11 4-16,8-15-4 16,5-2 0-16,13-11-37 15,-2 1 0-15,1 9-2 16,-3 5-1-16,-31 28-5 0,-7 11-6 16,-31 17-41-16,-17 9-16 15,-38 23-62-15,-18 13-84 16,-37 26-72-16,-25 15-25 15,-22 15 69-15,-10 9 137 16,-17 11-60-16,-9 9 99 16</inkml:trace>
  <inkml:trace contextRef="#ctx0" brushRef="#br1" timeOffset="126576.89">19090 3054 1292 0,'2'-1'191'0,"39"-7"-185"0,77-10 0 0,9-1-2 0,40-2-2 15,12 1-2-15,15 1 1 16,10-1-1-16,21-4 0 15,10 0 2-15,6-9-2 16,2-4 4-16,-8-4 2 16,-9-1 8-16,5 3 23 15,-6 4 32-15,-11 6-7 16,2 3-20-16,-22 6-33 16,-4-2-6-16,-19 4-21 15,-18 0-27-15,-30 2-56 16,-14 1 4-16,-30 0-194 15,-15-4 191-15</inkml:trace>
  <inkml:trace contextRef="#ctx0" brushRef="#br1" timeOffset="133326.06">23053 1341 1070 0,'-180'-41'0'0,"-22"1"2"16,-1 3-2-16,-30 3 4 15,3 3-2-15,-6 7 4 16,-12 5 2-16,1 12 3 16,-12 7 1-16,-18 14 2 15,-9 10 3-15,-15 16 6 16,-3 14 0-16,-6 27 5 15,-10 13-1-15,8 27 8 16,15 7 3-16,38 10 11 16,39 6-3-16,65-4-13 0,33 6-8 15,57 2-17-15,19-1-4 16,37 12-4-16,17-3 0 16,34 5 0-16,22-2-2 15,44-2 4-15,27-4-2 16,47-4 0-16,24-4 0 0,38-22-4 15,16-7 0-15,29-30 4 16,8-19-4-16,26-31 8 16,9-19-2-16,15-37 6 15,4-19-2-15,1-27-2 16,9-15 1-16,-24-26-3 16,1-6 2-16,-30-15-2 15,-25-5 0-15,-21-3 0 16,-30-10 0-16,-21-15 0 15,-20-7-2-15,-37-1 0 16,-12-1 0-16,-42 10 4 16,-20 8-4-16,-50 9-4 15,-30 9-4-15,-66 8-5 16,-27 7-5-16,-65 17 7 16,-26 9 1-16,-50 21 4 0,-22 11 6 15,-46 17 0-15,-10 11-4 16,-44 30-52-16,-12 16 41 15</inkml:trace>
  <inkml:trace contextRef="#ctx0" brushRef="#br1" timeOffset="137559.1">22776 6229 1080 0,'-180'36'33'0,"-12"28"-29"0,-9 10-4 16,-4 12 2-16,7 5 0 15,-13 7 2-15,1 4-2 16,9 18-2-16,-15 12 2 16,-4 25 1-16,-2 17 1 15,-10 30 0-15,1 13-2 0,-2 31-4 16,4 8-6-16,18 11-15 15,14 4-2-15,34-12 4 16,19-1 7-16,33-16 16 16,21-4 6-16,34 0 0 15,20-5-3-15,36-12-7 16,19-6-3-16,35-18-14 16,17-15 1-16,44-38 18 15,16-29 9-15,50-62 36 16,19-28 7-16,32-51 12 15,23-32 6-15,25-50-8 16,23-27-6-16,23-28-5 16,12-9-1-16,25-19 2 15,-3 1 73-15,22-15 27 16,-6-2 9-16,1-3-29 16,6-2-25-16,-13-16-53 0,1-7-27 15,-19-6-24-15,627-472 0 16</inkml:trace>
</inkml:ink>
</file>

<file path=ppt/ink/ink267.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5-01-08T17:34:45.862"/>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Property name="color" value="#00B050"/>
    </inkml:brush>
    <inkml:brush xml:id="br3">
      <inkml:brushProperty name="width" value="0.05292" units="cm"/>
      <inkml:brushProperty name="height" value="0.05292" units="cm"/>
      <inkml:brushProperty name="color" value="#FFC000"/>
    </inkml:brush>
    <inkml:brush xml:id="br4">
      <inkml:brushProperty name="width" value="0.05292" units="cm"/>
      <inkml:brushProperty name="height" value="0.05292" units="cm"/>
    </inkml:brush>
    <inkml:brush xml:id="br5">
      <inkml:brushProperty name="width" value="0.05292" units="cm"/>
      <inkml:brushProperty name="height" value="0.05292" units="cm"/>
      <inkml:brushProperty name="color" value="#7030A0"/>
    </inkml:brush>
  </inkml:definitions>
  <inkml:trace contextRef="#ctx0" brushRef="#br0">11602 1887 1109 0,'24'42'21'0,"2"18"9"15,0 7-3-15,1 20 4 16,-4 9 0-16,-2 21 2 16,-1 9 0-16,-4 23-10 15,-2 9-4-15,2 15-1 16,-2 11 5-16,3 14 8 16,0 13 0-16,-3 14 11 0,0 6-1 15,-4 3 29-15,1 2 7 16,0-1-47-16,-2-4-18 15,-1-4 0-15,-1-5-6 16,-3-4-6-16,-1-4 6 16,-1-16-3-16,-1-5-3 15,4-20 0-15,2-13 0 16,3-20-27-16,3-17-59 0,1-25-236 16,-2-11 237-16</inkml:trace>
  <inkml:trace contextRef="#ctx0" brushRef="#br0" timeOffset="713.27">8329 6783 1264 0,'19'-9'49'0,"18"-3"26"16,15-4-50-16,32-6 8 16,17 0 8-16,33-6 4 15,13 0 30-15,37-4 20 16,12 0 1-16,28-1 3 16,20 0 2-16,21 1-14 15,17 1-6-15,27 2-16 16,8 3-11-16,27 3-22 0,5 4-11 15,20 3-8-15,8 2-7 16,15 2-1-16,13 2-5 16,7 2 0-16,5 3 0 15,4 1 0-15,0 0 2 16,6-1-2-16,-1 1 3 16,-2-2-1-16,4 0 0 15,-6 1 2-15,-8 2-1 16,-6 2 16-16,-15 2 7 15,-20 2 11-15,-10 0 3 0,-29 4-17 16,-12 1-5-16,-35 0-9 16,-17 2-6-16,-45-2-109 15,-23-2-116-15,-37-8 82 16</inkml:trace>
  <inkml:trace contextRef="#ctx0" brushRef="#br0" timeOffset="3793.44">20433 6747 1819 0,'-5'-4'173'0,"1"0"48"16,1-1-108-16,2 2-81 16,-2-1 2-16,3 4-12 15,0 0 6-15,0 0-12 16,-3 10-2-16,4 13-5 15,3 4-9-15,5 9 0 16,2 0-4-16,9-1 0 16,0-2 3-16,3-7 1 15,-1-4 0-15,2-9 5 16,1-7 1-16,-2-8 7 16,1-7-1-16,-2-10 1 15,-1-4-2-15,-4-4-9 16,-2-3 2-16,-4 2-2 0,-4 1-4 15,-5 5 2-15,-2 4 3 16,-5 7 8-16,-3 3 8 16,0 8 2-16,-2 3-6 15,1 8-10-15,2 5-5 16,2 7-9-16,1 3-6 16,2 5-2-16,0 0-1 15,-3 1 6-15,1-2 12 16,-1-5 6-16,1-2 3 15,1-7 1-15,1-4-4 0,2-5-2 16,0-7-1-16,0 0-3 16,0 0 2-16,1 0-2 15,20 4-2-15,-10-10-5 16,0-1-3-16,1-3-18 16,-3-3-25-16,-3 0-64 15,-2-1-66-15,-4 1-66 16,-3 1-2-16,-2 1 28 15,-2 3-161-15,-2 3 211 16</inkml:trace>
  <inkml:trace contextRef="#ctx0" brushRef="#br0" timeOffset="4733.18">20656 6758 541 0,'4'-2'98'16,"1"-1"132"-16,1-1-166 0,1-2-14 15,2 0-21-15,-1 0-15 16,1-1-12-16,1 2 1 16,-2 2-1-16,-2 0 16 15,-6 3 27-15,1 0 17 16,-1 0 21-16,0 1 0 16,-4 19-19-16,-6-9-12 15,1 5-13-15,-2 1-6 16,-1 3-10-16,0 1 1 0,-1 2-6 15,-2-1-12-15,-3 2-3 16,-2-2-3-16,-4-2 0 16,-2-2 3-16,0-4-6 15,-4-3-15-15,8-9-46 16,4-2-50-16,-2-9 62 16</inkml:trace>
  <inkml:trace contextRef="#ctx0" brushRef="#br0" timeOffset="5124.76">19992 6820 1287 0,'0'0'152'0,"5"-5"512"0,9-2-485 16,23-5-148-16,7-3-18 16,19-3-6-16,5 2-5 15,8 3-2-15,1 3-2 16,-10 10-7-16,-6 4-2 0,-11 11-5 16,-8 4 1-16,-14 7 9 15,-9 3-6-15,-19 8 36 16,-13 5 17-16,-21 7 46 15,-9 3 40-15,-15 1 29 16,-4-2-28-16,-3-4-15 16,2-4-29-16,7-12-46 15,9-5-20-15,15-16-73 16,9-6-47-16,17-12-137 16,9-10-226-16,20-14 116 15</inkml:trace>
  <inkml:trace contextRef="#ctx0" brushRef="#br0" timeOffset="5452.32">21047 6745 2288 0,'-50'11'119'15,"0"1"12"-15,-3 0-57 16,-6-1-43-16,-3-2-14 16,1 2-17-16,1-1 1 0,14 4-4 15,8 2-1-15,12 5-3 16,8 2 2-16,15 0 5 16,6 0-4-16,21-3 7 15,8-3-2-15,19-9-1 16,12-5-1-16,13-9-17 15,2-4-9-15,0-8-57 16,-2-1-37-16,-3-2-146 16,-3-2-140-16,-4 2 231 15</inkml:trace>
  <inkml:trace contextRef="#ctx0" brushRef="#br0" timeOffset="5653.7">21084 6858 1965 0,'11'23'141'16,"8"6"-7"-16,5 8-74 15,2 16-43-15,-4 9-61 16,-13 15-255-16,-5 5-397 0,-19-11 517 15</inkml:trace>
  <inkml:trace contextRef="#ctx0" brushRef="#br0" timeOffset="7626.85">20105 6761 1867 0,'1'0'146'15,"0"0"25"-15,24-8-127 16,-3 2-29-16,17-4 0 0,9 1-9 16,13-3 6-16,7-1 9 15,8 2-15-15,1 2 3 16,-5 9-8-16,-4 4-2 16,-10 13 1-16,-6 5-3 15,-16 13-3-15,-14 4 6 16,-20 9 0-16,-14 4 3 15,-21 3 4-15,-9 1 1 16,-17-1 24-16,-6-3 33 0,-11-7 22 16,-7-6 1-16,-3-11-31 15,2-6-37-15,13-15-24 16,14-7-51-16,17-13-176 16,10-7-225-16,22-12 178 15</inkml:trace>
  <inkml:trace contextRef="#ctx0" brushRef="#br0" timeOffset="7966.75">21105 6674 2225 0,'-34'9'162'0,"-2"0"41"16,0-1-168-16,-2 1-28 16,-1 0-7-16,-3 1-2 15,-4 3-12-15,-1 2 1 16,2 4 2-16,4 2 2 16,9 4 5-16,7 1 3 15,12 1 1-15,8 0 0 0,15-4 3 16,10 0 1-16,19-4-1 15,8-4 6-15,17-8 0 16,5-6-3-16,10-11-46 16,10-5-70-16,4-9-154 15,5-1 91-15</inkml:trace>
  <inkml:trace contextRef="#ctx0" brushRef="#br0" timeOffset="9215.25">10716 2119 2501 0,'5'14'4'16,"5"9"2"-16,1 3 1 16,2 7-2-16,2 5-1 15,0 6-4-15,-2 3-4 0,1-1 2 16,2-5-3-16,3-12-6 15,3-7 0-15,2-16-1 16,3-5 3-16,0-9 13 16,1-6 2-16,-2-8 7 15,-3-3 2-15,-3-4-9 16,-3-2 0-16,-7 0 0 16,-5 4-3-16,-5 2 5 15,-2 5-1-15,-4 6-1 16,0 4-1-16,-1 6-2 15,-1 4-6-15,3 10-29 16,0 10-13-16,5 23-23 16,-1 11-19-16,7 21-58 15,4 4-17-15,1 8 19 16,2 5 35-16,-7 2 60 16,-6-1 30-16,-14-7 39 0,-10-7 72 15,-20-8 140-15,-11-5 56 16,-13-8-31-16,-2-8-102 15,-8-14-65-15,-6-6-28 16,-10-17-44-16,-4-8-8 16,-4-19-42-16,7-12-85 15,26-20-170-15,21-9 100 16</inkml:trace>
  <inkml:trace contextRef="#ctx0" brushRef="#br0" timeOffset="11249.16">12559 5703 250 0,'0'0'33'0,"0"0"30"0,-1 0-27 16,0 0 2-16,0 0 24 16,1 1 31-16,-1 0 30 15,0 0 11-15,0 0-8 16,0 0-14-16,0 1-42 16,-19 29-12-16,20-31-25 15,0 1-4-15,0 0-4 16,9 24-5-16,-2-18-1 15,1-2-5-15,1-1-1 16,2-3-1-16,2-5 2 16,-2-2 3-16,3-4 6 15,-1-2 4-15,-1-1-5 16,-2 0-1-16,-3 1-4 16,-3 1 3-16,-1 0 6 0,-2 0 31 15,-2 2 9-15,-3 0-7 16,-2 0-11-16,0 1-3 15,-5 0-18-15,-1 1-12 16,-2 3-6-16,1 1-6 16,1 3 3-16,-1 1 0 15,5 4-6-15,-1 1-3 16,4 1-30-16,4-1-30 0,0 1-125 16,4 0 1-16,7-3 119 15</inkml:trace>
  <inkml:trace contextRef="#ctx0" brushRef="#br0" timeOffset="12249.2">12978 5220 705 0,'0'0'43'16,"0"0"35"-16,0-1-47 16,0 0 1-16,0 0-7 15,0 0-13-15,0 1-12 16,0-1 4-16,0 1 19 16,0 0 7-16,1 0 18 15,12 14-1-15,-11-3-12 16,1 0 2-16,-2-2-4 15,2-1 4-15,3-3-1 16,2-4 3-16,2-2-4 16,2-4-4-16,0-4-10 15,0-1-5-15,1-4-6 16,1 0-9-16,-2-2 3 16,0-1-2-16,-5 0-2 0,0 1 2 15,-3 1 2-15,-3 3-4 16,-4 2 2-16,-3 1 0 15,-6 2 6-15,-3 3 5 16,-3 4 3-16,-3 3 1 16,1 4-1-16,0 2-3 15,3 3-3-15,2-1-2 16,7 1-8-16,4-2-8 0,9-4-106 16,5-4 81-16</inkml:trace>
  <inkml:trace contextRef="#ctx0" brushRef="#br0" timeOffset="13009.26">13723 4601 946 0,'-4'3'37'0,"-2"2"-3"15,0-1-23-15,3 0-2 16,-1 1-2-16,4 1-5 15,-1 1 1-15,1 1 7 16,1 0 3-16,3-1 16 0,1 0 2 16,5-4 2-16,0-2-4 15,5-4-7-15,1-4-3 16,4-5-5-16,2-1-1 16,-1-5-5-16,1 1-4 15,-5 1 0-15,-2-3-2 16,-2 4 0-16,-3-1-2 0,-6 1 3 15,-4 2 13-15,-5 1 17 16,-3 1 8-16,-4 3 7 16,-4 2-7-16,-2 4-16 15,-3 2-6-15,0 5-15 16,1 3 2-16,1 2-10 16,4 2-2-16,4 0-50 15,4-2-74-15,9-5 76 16</inkml:trace>
  <inkml:trace contextRef="#ctx0" brushRef="#br0" timeOffset="13860.65">14877 3933 908 0,'0'-5'54'16,"0"0"45"-16,0 5-41 15,0 0 2-15,0-1-16 16,0 0-28-16,-1 0-6 16,0 0-5-16,1 1 3 15,-2 0-6-15,-28 3 6 0,24 8-2 16,0 1 1-16,1 6 3 16,2-2 4-16,1-1 3 15,2 0-1-15,3-6-5 16,4-1 1-16,4-5-4 15,3-1-1-15,1-4 5 16,2-2-2-16,4-6 3 16,0-2-3-16,4-5-2 15,-3-1-1-15,1-4-1 16,0 0-2-16,-4 1-2 16,-1-1 0-16,-11 3-2 15,-6 2 0-15,-3 2 8 16,-8 4 7-16,-4 3 7 15,1 4 1-15,-9 5-2 0,2 2 19 16,-3 5-7-16,-2 3 0 16,0 4-15-16,4 2-7 15,3-1-25-15,2-1-52 16,6-5-173-16,4 1 171 16</inkml:trace>
  <inkml:trace contextRef="#ctx0" brushRef="#br0" timeOffset="14516.21">15667 3741 1019 0,'-1'-13'42'0,"-3"1"-5"0,0-1-30 16,-2 2-3-16,0 0 0 15,-1 0 0-15,2 1-2 16,-3 2 0-16,1 1 2 16,0 1 5-16,-1 1 9 15,1 3 7-15,-1 0 4 16,-1 2 2-16,1 2-4 0,-2 2 4 16,0 2-2-16,3 3-2 15,-1 0 0-15,1 3-1 16,3-1-5-16,1 2 0 15,1 1-1-15,6-2-1 16,3 0 0-16,4 0-3 16,5-5-1-16,4-3-5 15,3-4 4-15,6-4-5 16,3-6-9-16,5-4 3 16,0-1-3-16,2-3-3 15,0-1-3-15,-1-1 0 16,1-1 0-16,-5 1 1 15,-5 1 5-15,-9 0 0 16,-4 1 0-16,-9 1 5 16,-5 1 4-16,-6 3 24 15,-6 2 15-15,-8 2 20 16,-2 2-2-16,-8 5-30 0,0 2-12 16,-4 3-21-16,-2 2-9 15,1 4-51-15,1-1-80 16,2 0 74-16</inkml:trace>
  <inkml:trace contextRef="#ctx0" brushRef="#br0" timeOffset="15182.55">16824 3225 832 0,'-18'8'32'15,"1"1"18"-15,-1 1-13 0,3 1-3 16,0 2-4-16,3 0-12 16,4 0 6-16,5 0 5 15,3-2 4-15,8 0-2 16,2-2-4-16,8-2-12 16,2-2-1-16,4-3-4 15,4-1-3-15,-3-4 3 16,2 0 2-16,-2-3 11 15,-2-1-2-15,0-3-1 16,-5 0-1-16,-4-2-5 16,-3 0-1-16,-6-1 5 15,-2-2-1-15,-6 1 10 16,-4 1 4-16,-7 3-2 16,-5 1-2-16,-8 5-9 15,1 1-5-15,-6 4-1 16,-3 4 12-16,3 1-21 0,-3 2-3 15,8 1-29-15,6 0-8 16,8-1-288-16,5 2 224 16</inkml:trace>
  <inkml:trace contextRef="#ctx0" brushRef="#br0" timeOffset="15932.88">18076 3051 709 0,'-21'9'71'0,"0"1"72"16,0 0-29-16,1 0-32 15,1 1-9-15,1 0-24 16,3 2-16-16,1 1-10 16,3 0-2-16,1 2-1 15,3-1-1-15,5-2 1 16,1 2-3-16,8-3 4 16,1 0 3-16,10-6-5 15,1 1-2-15,9-6-3 16,3-1-8-16,3-4 0 15,2-4-5-15,-3-1 1 0,-1-2 0 16,-2-3 0-16,-6 1-2 16,-3-2 2-16,-5-1-2 15,-7 1 4-15,-2-1 4 16,-9 1 7-16,-4 2 22 16,-9 2 17-16,-4 3-9 15,-7 5-19-15,-3 1-11 16,-2 5-12-16,-1 2 0 15,3 3-21-15,6 0-38 0,5-1-270 16,8-2 247-16</inkml:trace>
  <inkml:trace contextRef="#ctx0" brushRef="#br0" timeOffset="17608.09">18683 3427 152 0,'0'0'16'16,"0"0"30"-16,0-1-8 15,0 0 12-15,0 0 45 16,0 0 22-16,0 0 24 16,0 0-21-16,0 1-54 15,-1-1-20-15,1-1-10 16,-1 1-1-16,0 0 3 16,0 0-1-16,0 1-9 15,0-1-7-15,0 0 2 16,-24-8 4-16,19 16 14 15,0 1 0-15,4 2-6 16,1 0-4-16,2-1-14 16,3 1-3-16,3-2-3 15,2 0 1-15,7-3-6 16,0 0-2-16,9-4-2 0,3-2-1 16,5-5 1-16,2-1 0 15,2-2 2-15,-2-1-2 16,-1-4 2-16,-4 1 0 15,-6-2-2-15,-8 0 0 16,-9 3 2-16,-7-1 5 16,-12 1 11-16,-6 3 3 15,-13 3 0-15,-3 1-5 16,-4 5-11-16,-2-1-7 0,9-2 0 16</inkml:trace>
  <inkml:trace contextRef="#ctx0" brushRef="#br0" timeOffset="21265.8">19277 3810 637 0,'0'0'109'0,"0"0"135"0,0 0-173 16,1 0-31-16,0 0-18 16,0-1-5-16,1 0-13 15,-1 0-2-15,26-19 0 16,-27 20 0-16,0 0 0 16,0 0 0-16,0 0 5 15,0 1 1-15,0 0 15 16,1 0 7-16,-1 0 6 15,6 28 3-15,-5-15-4 16,-2 1-2-16,5 9-2 16,1-1-2-16,2 6-2 15,4-3-9-15,6-7-7 16,3-1-1-16,7-11-6 16,0-5 0-16,6-7-1 15,-1-6-1-15,1-11-2 16,1-2 4-16,-4-6-10 0,-2-4 5 15,-6 2-7-15,-6 2 4 16,-8 4 4-16,-6 4 0 16,-9 3 2-16,-5 1 0 15,-11 6 0-15,-5 2 0 16,-7 10 2-16,-7 9-4 16,-3 8 1-16,-1 5-1 15,5 4-1-15,9 0-7 16,12-3 4-16</inkml:trace>
  <inkml:trace contextRef="#ctx0" brushRef="#br0" timeOffset="23698.73">17405 3679 369 0,'-1'-3'64'0,"0"-3"103"15,0 1-5-15,-1 0-26 16,1-1-17-16,-2 2-40 16,0 0-21-16,3 4-14 15,0 0-7-15,-1 0-10 16,1 0-2-16,-24 11-3 16,16 2-7-16,2 8-9 15,0 4 2-15,2 6-2 0,1 1-3 16,3-2 1-16,4-2-2 15,4-5 2-15,1-5-2 16,3-13 0-16,4-5 6 16,5-14 1-16,1-6 1 15,3-8 4-15,2-2-3 16,-6-1-3-16,-3 2 2 0,-10 7-1 16,-6 2 5-16,-10 7 5 15,-9 4 3-15,-8 5-9 16,-6 1-3-16,-3 9-6 15,0 3 0-15,6 5 0 16,6-1-1-16,21 2-24 16,13-4-157-16,15-13 118 15</inkml:trace>
  <inkml:trace contextRef="#ctx0" brushRef="#br0" timeOffset="25063.08">14497 4715 176 0,'-5'10'62'16,"0"0"62"-16,3 1 12 15,1-1 5-15,3 1-30 0,4-1-54 16,0-1-7-16,3-2-6 16,2-1-8-16,2-4-4 15,4-2 0-15,4-7 4 16,3-4-1-16,9-7-4 15,-1-4 0-15,-2-8-9 16,-3-1-3-16,-10 0-5 16,-2 1-5-16,-6 5-1 15,-5 5-4-15,-4 4-2 16,-4 3 8-16,-9 7 9 16,-4 5 2-16,-13 9 2 15,-8 8-5-15,-3 10-10 16,-1 7-1-16,11 5-1 15,9 3-4-15,20-3-4 16,12-6-291-16,16-16 185 16</inkml:trace>
  <inkml:trace contextRef="#ctx0" brushRef="#br1" timeOffset="52050.49">10574 7355 511 0,'5'-4'-140'16,"11"-7"82"-16,1 2 1 15,-2 1-3-15,2 2 36 16</inkml:trace>
  <inkml:trace contextRef="#ctx0" brushRef="#br1" timeOffset="53210.67">10457 7701 459 0,'-15'13'50'15,"-2"1"43"-15,0 0-52 16,1-2-4-16,1 0-19 15,0 0-9-15,2 1-9 16,1-2-2-16,0-3-10 16,0 0-1-16,0-3-5 15,3-1 4-15,-1-2 5 16,0 2 4-16,2-3 8 16,-2 0-1-16,3-1 0 0,2 0 0 15,5 0-2 1,-1 0 0-16,0 0-2 0,0 0 2 15,-1 0 0-15,1 0 2 16,-28 1-2-16,29-1 0 16,-1 0 0-16,0 0 0 15,0 0 3-15,-29 4 1 16,29-4 3-16,1 0 4 16,-1 0 5-16,-1 0 5 15,0 0 4-15,1 0 0 0,-1 0-7 16,1 0-4-16,0 0-10 15,0 0-4-15,0 0-2 16,1-1 0-16,-1 0 2 16,0 0 0-16,0 0 0 15,0 0 2-15,-9-32-6 16,11 24-12-16,-1 0-23 16,0 3 2-16,0 6 3 15,0 0 14-15,0 0 20 16,0 0 0-16,0-1 2 15,1 0 0-15,0 0 1 16,0 0-3-16,1-1 0 16,30-25 2-16,-25 20-2 15,0 0 0-15,3-3 7 16,1 1 9-16,3-3 25 0,3-2 4 16,5-2 3-16,-1-1-9 15,5-4-21-15,1 0-7 16,4-5 3-16,1-2 4 15,2-5 7-15,3-1 3 16,5-5-8-16,4-2-4 16,11-6-7-16,5-4-4 15,9-9-1-15,1-4-1 0,6-4-3 16,-1 3 2-16,6-2-2 16,2-1 7-16,6-7 20 15,6-4 4-15,-1-7 14 16,3-3 3-16,7-9-7 15,2-1-3-15,9-9 5 16,4-1 4-16,5-2 3 16,4-6 0-16,9-4-17 15,1 1-8-15,1-7-11 16,3-1-6-16,-4 3-2 16,6-6 1-16,1 1 1 15,3-2 6-15,7-9 4 16,-1 5-6-16,5-8-3 15,-2 2-3-15,-3 7-6 16,2-6 0-16,-8 9 0 0,-6-1 0 16,-12 5 3-16,-2 7-3 15,0 3 6-15,-3 3-6 16,-1 4 0-16,-4 3 0 16,-11 2 0-16,-1 1-3 15,0 6-12-15,-8 3-12 16,-8 8-4-16,-4 3 12 15,-6 0-31-15,-4 0-20 0,-1 3-41 16,-2 6-3-16,-12 9-4 16,-7 8-77-16,-12 14 133 15</inkml:trace>
  <inkml:trace contextRef="#ctx0" brushRef="#br1" timeOffset="59076.67">14974 3457 978 0,'8'-9'34'0,"-3"1"9"15,1 0-18-15,-1 2 2 16,0 1 0-16,-1 4-15 0,-4 1-2 16,0 0 1-16,-2 14-3 15,-1 6 6-15,-1 5-7 16,4 10-3-16,-1 2-2 15,1 3-4-15,2-2-7 16,-2-3-55-16,-1-2-67 16,-3-2-192-16,-5-3 168 0</inkml:trace>
  <inkml:trace contextRef="#ctx0" brushRef="#br1" timeOffset="59934.18">14974 3544 455 0,'0'0'74'0,"0"0"77"0,0 0-81 15,0 0-15-15,0 1-3 16,7 15 3-16,-7 1-12 16,0 2-11-16,-2 3-16 15,0 1-9-15,0 2-2 16,0 2-3-16,-1 0 0 16,-1-1-2-16,1 0 0 15,-3-1 5-15,3-1-3 16,1-3 3-16,2-3-1 15,2-4-4-15,2-5-2 16,-2-3-16-16,-2-6-183 16,0 0 142-16</inkml:trace>
  <inkml:trace contextRef="#ctx0" brushRef="#br1" timeOffset="60546.67">14999 3449 632 0,'0'0'66'0,"0"0"46"15,0 0-28-15,0 0-32 16,-14 7-20-16,5-2-20 16,0 2-3-16,0 2-3 15,1 1 1-15,-2 5 5 16,1 1 6-16,-1 6 8 15,1 3-4-15,-1 2-1 0,1-1-5 16,-1-4-14-16,0-4 1 16,1-5-1-16,1-2 0 15,3-7 2-15,5-4 2 16,0 0 9-16,-4-11 3 16,10-4-5-16,3-5 1 15,4-2-20-15,1-4-3 16,0-3-9-16,1 3 3 15,-1-1 5-15,0 3 6 0,-2 4 6 16,-2 2 2-16,-1 5 0 16,-2 4 7-16,-2 5-1 15,-5 4 4-15,0 0 3 16,1 0 2-16,12 13 7 16,-4 0-3-16,3 5-8 15,4 1-3-15,1 0-8 16,-1-3-4-16,4-5-27 15,-1-5-93-15,2-5 73 16</inkml:trace>
  <inkml:trace contextRef="#ctx0" brushRef="#br1" timeOffset="61322.52">14833 3795 942 0,'0'0'63'15,"1"0"35"-15,0 0-47 16,1 0-1-16,27-4-7 15,-20 10-16-15,-1 1-19 16,2 0-3-16,1 4-1 16,1 0-2-16,0 1 0 15,-2-2-4-15,0 0-2 16,-4-2 0-16,0-2 1 16,0 0 1-16,-1-6 2 15,-1 1 2-15,2-4 5 16,0-4 5-16,0-4 0 15,7-5 1-15,1-9-5 16,1-1-6-16,9-6-14 16,-5 0-27-16,2 5-176 0,1 3 128 15</inkml:trace>
  <inkml:trace contextRef="#ctx0" brushRef="#br1" timeOffset="61971.09">15818 2826 848 0,'-3'2'46'15,"3"3"29"-15,2 5-54 16,1 8-1-16,-3 13-2 16,1 9-2-16,-3 16-14 15,-4 7-2-15,-5 12-15 16,-4 0-36-16,-4 0 29 16</inkml:trace>
  <inkml:trace contextRef="#ctx0" brushRef="#br1" timeOffset="62890.68">15822 2709 967 0,'0'0'57'0,"-1"0"18"15,-15 11-40-15,6 6-19 16,0 6 1-16,-8 15-9 16,0 3-2-16,-5 4-4 15,0 1-2-15,0-3-6 16,4-2 0-16,1-6-4 16,3-6 3-16,3-11 5 15,3-4 2-15,4-10 6 0,5-4-3 16,0 0 3-16,-5-7 2 15,6-8-2-15,4-5-2 16,3-7-2-16,3-2 0 16,2-3-2-16,1 0 0 15,4-1 2-15,2-2-1 16,-1 5 3-16,1 1-2 16,-4 6 4-16,-2 5 4 0,-1 4 13 15,-1 2 2-15,1 4 4 16,-2 2-2-16,3 6-1 15,-1 0-3-15,2 12-6 16,2 4-1-16,-2 9-8 16,0 5-3-16,-1-1-1 15,1-2-4-15,3-10 0 16,2-4 0-16,3-10-2 16,1-4-2-16,3-8-44 15,1-3-70-15,-2-4 69 16</inkml:trace>
  <inkml:trace contextRef="#ctx0" brushRef="#br1" timeOffset="63432.45">15744 3193 1161 0,'-1'8'35'16,"1"1"0"-16,5 6-27 16,3 4 0-16,-1 5 1 15,2 5-3-15,-3 0-2 16,3 2-2-16,-6-2-2 15,2-2-4-15,1-6 0 16,-2-2-2-16,2-9 1 0,-3-2 3 16,-1-6 4-16,-2-2 5 15,0 0 30-15,0 0 16 16,-2-12 16-16,2-2 3 16,4-11-27-16,3-6 6 15,8-10-33-15,3-3-12 16,2-4-6-16,4 2-15 15,-4 8-42-15,-3 4 5 16,-4 8-103-16,-2 5 93 0</inkml:trace>
  <inkml:trace contextRef="#ctx0" brushRef="#br1" timeOffset="73812.95">15617 2869 949 0,'-7'9'56'0,"1"-4"0"16,6-5-21-16,0 0-20 15,0 0-5-15,0 0-6 16,0 0-2-16,0 0 13 16,0 0 18-16,7-10 25 0,9-7 6 15,13-16 0-15,9-8-6 16,15-10-23-16,7-1-2 16,8-7-10-16,3-3-3 15,8-10 6-15,5-5 22 16,11-11 0-16,5-5-10 15,8-4-8-15,1-3-12 16,7-7-12-16,1-3-3 16,0 0 0-16,3 0 3 0,-3 1-3 15,-4 3 0-15,2-2-3 16,2 1 0-16,1 0 6 16,-3 0-6-16,0 1 3 15,-4 2-3-15,-6 5-3 16,-4 5 6-16,-9 6 0 15,-7 10-3-15,-8 7 0 16,-3 1 0-16,-3 13 0 16,133-126 0-16</inkml:trace>
  <inkml:trace contextRef="#ctx0" brushRef="#br1" timeOffset="78322.63">16929 1811 550 0,'0'-1'171'0,"-1"0"-46"16,0 0-2-16,0 0-14 15,1 0-26-15,-1 0-24 16,0 1-21-16,0-1-24 0,-15 3-4 15,16 24 1-15,0 11 7 16,-3 23 7-16,-1 11 0 16,-3 21-8-16,2 4-5 15,2 7-8-15,2 0-4 16,6-9 0-16,0-2-2 16,2-6-6-16,1-2 1 15,-5 1 3-15,-4-3 0 16,0-7 4-16,1-8 4 0,1-11-2 15,6-7 1-15,-2-13-3 16,-4-7 2-16,4-12-52 16,-5-6-64-16,-1-11 65 15</inkml:trace>
  <inkml:trace contextRef="#ctx0" brushRef="#br1" timeOffset="79158.36">16774 1797 1293 0,'-6'29'2'0,"0"8"2"15,-2 8-2-15,1 3-2 16,1-1-4-16,-1-3 0 16,1-5-9-16,-1-4 1 15,1-10 0-15,2-5 5 16,2-11 7-16,2-9 4 15,0 0 23-15,-1-13 4 16,5-7 2-16,1-6 0 16,3-7-24-16,1-3-1 0,0-5-2 15,1-3-2-15,1-1-2 16,-1-1-2-16,3 0-2 16,5 2 0-16,-3 3 0 15,3 4 0-15,-3 11 2 16,-6 7 0-16,2 13 0 15,-2 5 8-15,1 12 9 16,1 7 0-16,-2 15 5 16,-3 6-7-16,1 6-7 15,4 1-4-15,4-7-2 16,0-4-2-16,7-12-12 16,0-5-15-16,2-10-27 15,1-3-20-15,-4-5-50 16,-1-3-11-16,-5-1-214 15,-4 0 199-15</inkml:trace>
  <inkml:trace contextRef="#ctx0" brushRef="#br1" timeOffset="79871.81">16678 2964 1005 0,'0'5'96'0,"3"2"100"16,1 2-165-16,7 4-27 16,2 1 0-16,6 5 2 15,3 1-2-15,1 2-1 16,0 0-3-16,-3-1-3 16,-3-2-5-16,-1-2-6 15,-2-2-3-15,-3-2 3 16,-3-1 6-16,2-1 16 15,-2-2 10-15,0-3 13 16,4-2 2-16,-2-9 5 16,0-4-5-16,6-14-8 0,-1-7-1 15,-2-11-17-15,-1-3-1 16,-3-7-12-16,-2-1-17 16,0 2-56-16,2 3-67 15,6-2 81-15</inkml:trace>
  <inkml:trace contextRef="#ctx0" brushRef="#br1" timeOffset="82121.72">17435 1235 794 0,'0'0'132'0,"0"0"-55"15,0 0-27-15,0 0-42 16,0 0-2-16,0 0-3 15,-1 10 3-15,3 6 8 16,-2 4 1-16,0 14 9 16,-1 7-7-16,-3 15-3 0,2 5-7 15,2 12-3-15,0 8-2 16,4 10-14-16,0 4-7 16,-2 4-39-16,-2-1-18 15,-3 0-2-15,-2-1 12 16,0 1 66-16,2-6 34 15,-2-3 28-15,0-3 11 16,2-4-5-16,0 1-6 16,5 2 0-16,4-2-5 0,6-2-17 15,2-3-11-15,3-2-19 16,3-2-4-16,-4-3-6 16,-1-1 0-16,-6-6 0 15,-4-3 0-15,-2-7 0 16,0-4 2-16,0-11 6 15,0-4 3-15,2-9 3 16,-1-3 1-16,-1-6-3 16,2-3-4-16,-4-4-5 15,-1-3-3-15,-2-2-1 16,-2-3-9-16,-3 0-19 16,1-2-22-16,-2-4-121 15,2-3 108-15</inkml:trace>
  <inkml:trace contextRef="#ctx0" brushRef="#br1" timeOffset="82639.25">17328 3389 880 0,'10'12'43'0,"2"4"10"16,0 5-21-16,0 8-7 15,0 4-3-15,1 2-9 0,-2-2-5 16,0-2-8-16,0-5 0 15,-1-6 0-15,0-3 0 16,0-8 2-16,-2-4 4 16,3-5 13-16,-2-3 14 15,5-8 22-15,2-5 7 16,0-12-4-16,1-6-12 16,0-12-23-16,-3-4-15 0,5-3-39 15,-3 0-50-15,5 7 46 16</inkml:trace>
  <inkml:trace contextRef="#ctx0" brushRef="#br1" timeOffset="83438.7">17346 1279 1262 0,'-8'34'10'0,"1"14"3"15,-1 6-5-15,-4 9-2 0,-3 0-4 16,-4-1-2-16,-1-4 0 16,5-12-6-16,4-6 2 15,2-18 0-15,6-7 2 16,3-15 4-16,0 0 14 16,-6-5 5-16,5-11 1 15,3-12-3-15,-1-4-7 16,5-6-9-16,0-1 1 0,1-5 0 15,1-2-4-15,1-4-10 16,4-2-9-16,-1 0-20 16,3 4 1-16,-1 13 9 15,-2 8 11-15,-1 15 22 16,-3 6 10-16,-3 11 1 16,0 5 4-16,-2 14 14 15,1 3 0-15,2 11-2 16,2-1-7-16,4-5-19 15,4-5-5-15,6-11 0 16,1-7 0-16,7-9-19 16,-1-2-33-16,-2-8 28 15</inkml:trace>
  <inkml:trace contextRef="#ctx0" brushRef="#br1" timeOffset="84313.9">17971 836 1111 0,'-2'27'35'0,"1"20"8"15,0 14-1-15,-1 25-1 16,-1 15-10-16,-6 22-31 15,-3 7-43-15,0 8-83 16,0 3-62-16,10-5-126 0,2 2 62 16,4-3 117-16,4 1 60 15,-3-3 170-15,0-4 57 16,-1-7 111-16,-2-5 15 16,1-16-123-16,-1-5-54 15,2-17-51-15,-2-8-17 16,3-14-19-16,-1-10-7 0,2-14-5 15,3-10-2-15,-1-10-54 16,1-6-145-16,6-14 108 16</inkml:trace>
  <inkml:trace contextRef="#ctx0" brushRef="#br1" timeOffset="84830.29">17737 2820 1026 0,'6'23'75'0,"2"3"69"15,4 4-127-15,1 1-13 16,1 3 0-16,3-2-4 16,0-2 0-16,5-2 0 15,-1-4 0-15,2-6-6 16,-4-2 0-16,-4-8-3 16,2-4 1-16,-7-5 0 15,1-5 4-15,2-6 12 16,-1-1 9-16,5-5 18 15,1-1 4-15,-3-2-4 16,1-1-10-16,-2-2-21 16,-1-2-4-16,2-6-132 15,2-5 94-15</inkml:trace>
  <inkml:trace contextRef="#ctx0" brushRef="#br1" timeOffset="85515.54">17883 943 1111 0,'-6'44'47'0,"-6"7"-22"16,-4-1-6-16,5-6-13 16,0-4-4-16,4-16-2 15,3-7 0-15,4-11 2 16,0-6 2-16,2-7 0 16,1-6 1-16,4-10-1 15,1-3 2-15,2-8 0 16,-2-4 6-16,1-5-3 15,-1-1-1-15,0-1-2 16,4 1-2-16,3 5-2 16,0 3-2-16,4 11 3 15,0 6 7-15,-4 11 8 16,1 4-1-16,-7 14-1 16,-2 12-3-16,-4 23 5 15,-2 12-1-15,1 19 0 0,4-4-24 16,13-10 1-16</inkml:trace>
  <inkml:trace contextRef="#ctx0" brushRef="#br1" timeOffset="88230.11">18299 2099 1631 0,'51'-7'18'0,"2"1"-6"16,-2-3 5-16,0-1-25 0,-1 1-37 15,-3-2-83-15,-5 1-76 16,1-2 117-16</inkml:trace>
  <inkml:trace contextRef="#ctx0" brushRef="#br1" timeOffset="90030.21">18947 1950 1616 0,'19'11'3'16,"-2"2"0"-16,-2-1 0 15,-1-1-3-15,-3-2 3 16,0-2-3-16,-1-2 0 0,-1-1 0 15,5-4 0-15,0 0 0 16,3-3 0-16,0-3 6 16,1-2 15-16,1-1 2 15,-3-2 25-15,0-1-3 16,-2-1 0-16,0-2-6 16,0-1-21-16,2-3-12 15,-4-3-6-15,-1 0 0 0,-5-1-15 16,-3 0-6-16,-8 2-18 15,-6 2 3-15,-9 7 9 16,-3 4 12-16,-9 9 12 16,-2 6 3-16,-1 8 6 15,0 4 15-15,6 9 3 16,3 4 15-16,2 12 3 16,1 5-3-16,4 8 2 15,5 2-8-15,6-6-9 16,7-3-6-16,12-13-12 15,12-8-3-15,11-12 0 16,4-8-3-16,10-14-48 16,-1-8-35-16,4-10-73 15,3-5-34-15,-8-4 109 16,-2 2 11-16,-12-2 33 16,-3 2 14-16,-14 4 21 0,-4 1 2 15,-5 3 6-15,-2 1 9 16,-2 6 16-16,-1 2 8 15,2 6 4-15,0 2-3 16,2 6-13-16,-1 5 2 16,1 11 16-16,-5 4-12 15,0 11-6-15,-4 2-4 0,-6 2-14 16,0-2-6-16,-2-7 0 16,3-6 0-16,3-12-3 15,6-9 6-15,0-2-3 16,9-9 3-16,3-11-3 15,3-6 3-15,3-5 3 16,-1-1-3-16,4 0-6 16,0 2 0-16,1 5 0 15,1 4 0-15,-1 5 0 16,3 6 0-16,0 4 0 16,2 4-6-16,-2 9-3 15,-3 6 3-15,-6 9-3 16,-6 2 3-16,-2 3 3 15,-3 1 3-15,0-2 3 16,0-2 0-16,-3-6 0 16,1-4 0-16,-3-12-3 0,0 0 0 15,1 0 0-15,15-10 3 16,-6-5-3-16,0-4 0 16,5-4-9-16,1-3 3 15,3-1-6-15,1-3-3 16,-2 2 7-16,0 0 2 15,-4 2-3-15,-5 3 3 16,-5 4-12-16,-7 6-3 0,-9 5 0 16,-6 3 3-16,-7 7 9 15,-3 3 3-15,4 3 6 16,6 3 0-16,10-4 0 16,7-1-3-16,7-2-3 15,4-4 1-15,6-1 3 16,4-2 2-16,2-1 0 15,4-1 0-15,5-1 0 16,3-2 0-16,8 0 0 16,3 1 0-16,0 4 0 15,0 3-2-15,-8 7 2 16,-8 4-4-16,-9 4 4 16,-6 3 0-16,-11 4-2 15,-4-2 2-15,-6 0-2 16,-3-2 2-16,0-6 0 0,2-5 0 15,8-7 2-15,0 0 0 16,0-13 0-16,5-3 0 16,3-8-2-16,1-2 2 15,1-4-2-15,0 1 0 16,4 1 0-16,1 3 2 16,0 4 0-16,3 3 10 15,-2 5-9-15,1 6 3 16,-3 4-6-16,-2 2 0 0,-2 3 0 15,-2 1-3-15,-2 3 3 16,0 0 3-16,1 1 3 16,1-1 0-16,4 0-3 15,2 1 3-15,0-5-3 16,-1 1-3-16,-3-3 3 16,-7-3 3-16,1-2-3 15,-4-1 3-15,0-3-3 16,4-1 0-16,-7-1 18 15,3-1 0-15,-2-1 5 16,-3 0 4-16,5 0-15 16,0 2-3-16,-1 4-3 15,-3 3-3-15,-6 6 3 16,-5 5-3-16,-3 6-3 16,-2 7 0-16,4 1 0 0,4 1 0 15,10-2 0-15,5-2-3 16,12-5 0-16,7-2-6 15,3-3 3-15,2-1 3 16,0 0 0-16,-4 0 9 16,-1 2-9-16,-6 0 0 15,-5 0 0-15,-3 0 0 16,-11 2 9-16,-4 0 6 0,-13 4-3 16,-9 1 6-16,-10 3-12 15,-5 0-6-15,-2-5-78 16,4-2-95-16,8-7 113 15</inkml:trace>
  <inkml:trace contextRef="#ctx0" brushRef="#br1" timeOffset="90496">19039 2292 1220 0,'25'0'60'0,"23"-6"-14"16,11-3-7-16,25-3-18 16,10-4-7-16,15 0-12 15,3 0 2-15,9 0 1 16,3-2 11-16,9 3 19 15,1-3 7-15,-2 3 13 16,-2-1 41-16,-13 1-40 16,-6 3-14-16,-13 0-21 15,-7 2-6-15,-18 2-27 16,-10 0-48-16,-19 0-139 16,-9 0-177-16,-13-4 219 15</inkml:trace>
  <inkml:trace contextRef="#ctx0" brushRef="#br1" timeOffset="93870.88">17902 728 183 0,'-1'0'13'0,"0"0"1"15,0 0 3-15,0 0 1 16,-27 5 2-16,20 1 24 15,-2 3 14-15,4-2 28 16,0 1 41-16,5-1-11 16,1-1-18-16,3 0-37 15,4-1-11-15,3-3 9 0,2 0 12 16,4-2-1-16,0-2 0 16,2-1-16-16,2-3-11 15,-4-2-20-15,-1-1-7 16,-2-1-7-16,-5 0-3 15,-2-1 0-15,-1 1 6 16,-5-1 5-16,0 1 6 16,-5 2 2-16,0 2-3 0,-6 2-11 15,-5-1-5-15,-2 3-2 16,-1 0-2-16,-1 2 0 16,1 2 0-16,1 3 2 15,3 3-2-15,3 2-2 16,2 1 0-16,5-2-2 15,1 3 0-15,5-2 0 16,4-1 0-16,8-1 4 16,3-2 2-16,6-3 5 15,0-2-3-15,5-3 2 16,-3-2-4-16,1-3 4 16,0-4 1-16,-3-2-1 15,-2 2 0-15,-7 0-4 16,-5 0-2-16,-5 1-2 15,-5-2 2-15,-4 4 0 16,-3 3-1-16,-10 2 1 16,-1 2-2-16,-5 5 2 0,0 1-2 15,0 3 0-15,3 5 0 16,0-1 0-16,2 2 0 16,7 2-2-16,2-3 2 15,6 0 0-15,2 0-2 16,6-2 2-16,3-3 0 15,6-4 0-15,3-2 2 0,2-4 2 16,4-3-2-16,-3-3 2 16,-1-2 4-16,-2 0 16 15,-7-2 3-15,-2 2 0 16,-3-1 3-16,-5 0-13 16,-3 1 7-16,-6 1-9 15,0 1-6-15,-1 3 0 16,1 5-3-16,-5 3-6 15,-1 3-3-15,-1 3 0 16,-2 1 3-16,4 2-3 16,2-2 3-16,7 0 0 15,1-1-6-15,8-2 3 16,4-2-6-16,7-3 9 16,5-1 9-16,2-4 3 15,4-3 3-15,-2-2-3 16,-4-1-3-16,-5-2-6 0,-3 0 6 15,-6 1-6-15,-1 0 0 16,-5 1-6-16,-4 1 0 16,-6 4-6-16,-1 4 6 15,-6 4 3-15,-4 4 0 16,1 7-18-16,-1 1-12 16,8 3-425-16,3 0 358 0</inkml:trace>
  <inkml:trace contextRef="#ctx0" brushRef="#br1" timeOffset="98456.27">18012 3185 486 0,'0'0'107'16,"0"0"176"-16,0-1-240 16,0 0-13-16,6-27-33 0,-6 27-13 15,1 0-13-15,0 1 1 16,0-2 17-16,11-25 9 15,-12 27 4-15,0 0 0 16,-1 0-2-16,0 0 5 16,1 0-1-16,-1 0 5 15,-1 0 19-15,-26-2 8 16,27 2 5-16,-14 8 0 16,5-2-14-16,-1 0-15 0,2 3-7 15,0-2-3-15,4 0 0 16,0 1-2-16,2-2 4 15,0 1 4-15,2 0 7 16,3 0 3-16,0 2-1 16,3-1-1-16,0-2-7 15,1 1 1-15,2-4 6 16,0-2 3-16,6-3 6 16,0-2-2-16,2-3-5 15,2-2-1-15,-1 0 5 16,-3 0 5-16,-2 3 0 15,-2 0-6-15,-5 2-7 16,0-1-3-16,-5-2-3 16,0 0-4-16,-5 2 2 15,-2-2-6-15,-2 2 0 0,-3 2 0 16,-5 0-2-16,0 3 0 16,-5 2 2-16,2 5 2 15,1 1-2-15,3 3 0 16,5 0 2-16,2-1-2 15,8 0-2-15,0-1-2 16,8-3-6-16,2 1-3 16,8-4-20-16,7 0-20 0,3-4-173 15,5-2 135-15</inkml:trace>
  <inkml:trace contextRef="#ctx0" brushRef="#br2" timeOffset="164207.29">12574 5722 172 0,'1'-4'24'0,"0"-1"38"16,1 0-27-16,0-1 3 15,0-1 0-15,-2 1 1 16,4-2 3-16,-2 2 19 15,5-3 8-15,-1 0-12 16,0 0-30-16,2-1-11 16,-3 1-14-16,0 1 0 0,-1 0 1 15,0 1-1-15,0 0 18 16,0-1 17-16,1-1 15 16,1-1 7-16,0-2-13 15,2-1-14-15,3-1-12 16,0 0-4-16,2 1-2 15,1 0 0-15,-1 1 6 16,1 0 1-16,2 0 0 16,-1 0-2-16,0 0-3 15,1 0-1-15,-4 0-1 16,0 1-3-16,-3-1-1 16,-1 0-4-16,5-2 0 15,-1-1-4-15,4 1 3 16,-1-2-1-16,3 0 0 15,0 0-2-15,-3 1 0 16,0 3-2-16,-4 3 4 0,-2 1 2 16,-2 2-1-16,-1 0 1 15,0 0 0-15,-1 1-2 16,0-1 0-16,2-1 0 16,-2 0 2-16,0 0-1 15,2 1 7-15,0-2 0 16,1 2 1-16,-1-1 1 15,0 1-7-15,0 1 1 0,-2 0-4 16,1 1 0-16,-3 1-2 16,1 0-2-16,1-1 4 15,-2 0 0-15,1 0-2 16,-1-1 1-16,0 0 3 16,-1 1 0-16,-2 4 0 15,0 0 2-15,0-1-1 16,0 0 3-16,0 0 6 15,1 1-3-15,0-1-1 16,0 0-3-16,0-1-3 16,22-27-2-16,-23 29-2 15,1-1 0-15,0 0-2 16,0 0 0-16,-1 0 0 16,1 0 0-16,0-1 0 15,20-25 0-15,-21 27 0 16,1-1 0-16,15-19 0 15,-6 10 0-15,-3 0 2 0,3-2-2 16,2 1 0-16,-3 1 0 16,3 0 0-16,-2 1 2 15,0-1 0-15,2 1-2 16,-2-1 0-16,1 0 0 16,2-1 0-16,0 0 2 15,2-2-2-15,2 0 2 0,0-1-4 16,1 2 2-16,-2 1 0 15,-1 1 0-15,-1 0 0 16,0 1 0-16,-3 1 2 16,1-1-2-16,0 1 0 15,-1 1 0-15,4-2 0 16,0-1 2-16,0 2-2 16,1-2 0-16,0 3 0 15,0 0 0-15,-3 1 0 16,-3 1 0-16,-2 0 0 15,-3 1-2-15,5-1 2 16,-2 0 0-16,3-1 0 16,0 1 0-16,-2-1 4 15,0-1-2-15,-1 2-2 16,0 1 3-16,-2 0-1 0,-2 1 0 16,1 0-2-16,-2 0 0 15,1 1 0-15,1 0 0 16,0-1 2-16,-1 1-2 15,3-2 4-15,1-1-4 16,-1-1 2-16,1 0-2 16,-2 2 0-16,0-1 0 0,-1 2 2 15,0 0-4-15,-1 1 4 16,2-1-2-16,0-1 0 16,0 2 2-16,2-2 2 15,0-2-2-15,2 1 0 16,-1-1-2-16,0 1 0 15,0 3 2-15,-3 0-2 16,0 1-2-16,-1 0 2 16,-1 0 0-16,2-1 0 15,0-2 2-15,2 1 0 16,0-1-2-16,-1 3 0 16,1-1 0-16,-1 1 0 15,-7 1 0-15,1 0 0 16,-1 0 0-16,1 0 0 15,0 0 0-15,0 0 0 16,-1 0 0-16,1 0 0 0,0 0 1 16,1 0-1-16,0 0 0 15,-1 0 0-15,28-3 0 16,-29 3 2-16,1 0-2 16,0 0 0-16,-1 0-2 15,1 0 1-15,0 0 1 16,1 0 0-16,29 6 0 15,-30-6 1-15,0 0-1 16,1 0 0-16,27 3 0 0,-28-3 0 16,0 0 0-16,0 0 0 15,26 7 0-15,-26-7 0 16,0 0 0-16,1 0 0 16,27 10 0-16,-28-10 0 15,17 6 0-15,-7-1 0 16,1-1 0-16,0 1 2 15,1 0 0-15,0-2-2 16,0 1 0-16,-1 2-2 16,0-1 2-16,1 1-2 15,-1-1 2-15,3 0 0 16,1-1 2-16,0-2-2 16,2 0 2-16,-3 0-2 15,0 0 0-15,0 0-2 0,-1 0 2 16,-2 0 0-16,1 1 2 15,-3 0 0-15,0 0-2 16,2-1 0-16,-3-1 0 16,2 1 0-16,-1 2 0 15,0-1 0-15,2 0 2 16,0-1-2-16,3 0 0 16,-1 1 2-16,1 0-2 15,-2 0 2-15,0-2 2 0,2 1-4 16,1-1 0-16,0 0 2 15,1-1-2-15,-1 0 0 16,1 0 4-16,-3 0 0 16,1-2-4-16,-6 1 4 15,-1-1-3-15,2 0-1 16,-3-2 2-16,2 1-2 16,-1 1 0-16,0-2 0 15,0 1 0-15,1-1 0 16,0 0 0-16,-3-1 2 15,1 2 0-15,-4 0 0 16,2 0 0-16,0-2 0 16,0-1 0-16,-1 0 0 15,-1-2 0-15,2 0 0 16,-1-1 2-16,1-4 0 16,1 1-2-16,-2-1-1 0,1 0 3 15,-2 0-4-15,1 2 4 16,-2 0-4-16,-2 1 0 15,-2 1 2-15,-1-1-2 16,0 1 4-16,-1-3 2 16,2 0 0-16,-2-2 0 15,3-2 0-15,0 1-3 0,1-2 6 16,2 1-9-16,-2 1 6 16,0 1 0-16,0 0-3 15,-1 2 0-15,0-1 0 16,-1 1 0-16,-1-1-3 15,3 1 6-15,-2-2 3 16,1 0 0-16,2 0 0 16,0 0 0-16,2-2-3 15,3 2 0-15,0 0-3 16,1 1 3-16,-2 2-3 16,1-1-3-16,-3 3 0 15,0 0 0-15,0 1-3 16,1-1 6-16,-1 1-3 15,2 0 0-15,1 1 0 16,0-1 0-16,0 0 2 0,2 1-2 16,-2 1 0-16,2-1 0 15,-2 2 0-15,1-2 0 16,0-1 0-16,2 1-2 16,2-1 2-16,-2 0 2 15,2 1 1-15,-1-1 3 16,1 1-6-16,4-2 0 15,-1 1 0-15,-3 1 0 0,3 0 0 16,-1 3 0 0,2-1-3-16,0-3 0 0,3 1 3 15,1-1 3-15,2-5 3 16,2 6-3-16,-2-4-3 16,1 2 0-16,-4 3-3 15,0-2 3-15,-2 3 3 16,-4 0 3-16,1 2-3 15,-1-1-3-15,3-1 0 16,-3 1-6-16,1 1 6 16,1 0 0-16,-1 1 3 15,5 0-3-15,-2 0 3 16,3-1-3-16,-1-1 0 16,-1-1-3-16,3 0 3 15,-4 1 0-15,0 1 0 16,0 0 0-16,-1-1 3 0,2 1 0 15,-2 0 0-15,2-1-3 16,-4 2 0-16,-1-2 0 16,-3 1 0-16,0 1 3 15,0-1-3-15,-1 1-3 16,0 0 3-16,0-2-3 16,-1 2 3-16,-1 0 6 15,1-2-3-15,-1 0-3 0,2 0 0 16,0 0-3-16,-1 3 3 15,1-1 0-15,2 2 0 16,0-1 3-16,0 0-3 16,1 1 3-16,-4-1-3 15,-1 0-3-15,0-1 0 16,-2 1 3-16,2 1 0 16,-2 0 6-16,2 0-6 15,0 0-3-15,1-1 0 16,-1 1-3-16,3 0 6 15,-1 0 0-15,1-1 3 16,2 1 3-16,-4 0-3 16,0-1 0-16,-2 0-3 15,0 0-3-15,1 0 3 16,0 0 0-16,0 0-3 0,2-2 6 16,-1 0 0-16,0 0-3 15,0 0 6-15,-2 1-3 16,3-2-3-16,0 0 0 15,3-1 0-15,1 0 0 16,1-1 0-16,0 1 0 16,1-2 0-16,-1 2 0 15,3-3 0-15,0 1 0 16,3-2 0-16,-3 0-3 0,0 1 3 16,-2 2 0-16,0-1 0 15,5 0 0-15,-1 0 0 16,5-4 3-16,0 1-3 15,-1 0 0-15,1-2 0 16,-1 1 0-16,-2 2 0 16,-1 0-3-16,-2 3 3 15,-1 0 0-15,1 0 0 16,-2-1 0-16,3 0 3 16,3 0-3-16,1-2 0 15,2 2 0-15,-3-2 0 16,-2 0 0-16,-2 2 0 15,-1 1 0-15,-3 0 0 16,-2 3 0-16,-1-1 0 0,0 1 0 16,-1 0 0-1,3-1 0-15,1 0 0 0,3-1 3 16,-1 1-3-16,2 0 0 16,-1-1 0-16,1 0 0 15,-2 2 0-15,2-1 0 16,-4 2-3-16,-2 0 3 15,0 1 0-15,-1 0 3 16,0 0-3-16,1 1 0 0,2 0 0 16,4 0 0-16,-3 0 0 15,-2 1 0-15,0 1 0 16,-2 0 0-16,0 0-3 16,0 1 3-16,-3 0 0 15,-4 1 0-15,3-1 0 16,2 1 0-16,0 0 0 15,3 0 6-15,0 2-6 16,1 1 0-16,-1 1 0 16,-2 3-3-16,2 0 3 15,-3 1 0-15,1 0 3 16,-1 0-3-16,1-2 3 16,0 1-3-16,2-2 3 15,1-1-3-15,3 2 3 16,0-3-3-16,-1 0 0 15,1 0 0-15,-3-1 0 16,1 1 0-16,-2 2 3 0,-4 0 0 16,5 1 0-16,-5-1-3 15,2 0 9-15,2 0-3 16,-5-1 0-16,2 0 3 16,-2 0-3-16,1 0-3 15,3 0 3-15,-3 0-3 16,0-1-3-16,-1-1 0 0,0 0 0 15,1 1 0-15,1 1 0 16,0-1 0-16,1 1 0 16,2-1 3-16,-1 3 0 15,0-1 0-15,-1 1 3 16,0-1-6-16,0-3 3 16,-2 0 0-16,2 1 0 15,0-1-3-15,0-1 0 16,2 0 6-16,2-1-6 15,1 1 12-15,-1-2-6 16,-2 1-3-16,1-4 9 16,-1 2-15-16,0-1 6 15,4-1 6-15,-1-1 9 16,1-1 12-16,2-3-4 16,-4 0-2-16,3-3-9 0,-2 0-6 15,-1-3-3 1,-1 0 0-16,1-4-3 0,1 2 3 15,-5 1-3-15,0 0 9 16,-3 4 24-16,0 0 6 16,1-3 6-16,2 2-10 15,0-4-20-15,1 0-3 16,-1-1-12-16,1-1 0 0,-3 1 3 16,-1 1-6-16,1-2 6 15,-1-1 0 1,0-1-6-16,1 0 0 0,0-2 3 15,1 1-3-15,1-1 0 16,0-3 6-16,2 0-6 16,3 2 3-16,1-1-3 15,-1 2-3-15,0 4 3 16,-4 0-3-16,-2 6 3 16,0 0 0-16,-3 2 0 15,0 1 3-15,0-2 6 16,-1 0-3-16,4 0-3 15,1-3 0-15,4 0-3 16,2 1 0-16,0 1 0 16,-1 2-3-16,1 0 3 15,-5 2-3-15,-1 1 3 0,0 2 0 16,1 1-3-16,0-2 6 16,0 3-3-16,0-3 0 15,1 3 0-15,0 0 0 16,3 0 0-16,1 0 0 15,0 0 0-15,0-2 0 16,-1 0-3-16,0 2 3 16,-2 0-3-16,-1 2 3 0,1 0 0 15,1 1 0-15,2 1-6 16,1 1 3-16,2 1 3 16,-3-2-6-16,2 2 9 15,-3 1-6-15,1 1 3 16,0 0 0-16,-3 1 0 15,0 0 0-15,-1-1 0 16,-1 2 0-16,0-1 0 16,3 1 0-16,-1-1 0 15,2 2 0-15,0-2 0 16,-1 0 0-16,-3-1 0 16,0-1 3-16,-2 0-6 15,1 0 3-15,0-1 3 16,0 1-3-16,1 0 3 15,1-1-3-15,1 1 0 16,-1-1-3-16,1 0 3 0,0-1 3 16,-3 0-3-16,2 0 0 15,-3 0 0-15,0 0 3 16,-1 0-3-16,0-1 0 16,1 1 0-16,-2 0 0 15,3 1 0-15,-1 0 0 16,1-1 0-16,-1-1 0 0,1 1 3 15,-1-3-3-15,2 0 3 16,1 0-3-16,0-2 3 16,-1 0 0-16,-1 0-3 15,0-1 0-15,1 0 3 16,2 0-3-16,-1-1 0 16,0 1 0-16,2 1 3 15,0 0 3-15,1 0-6 16,-1 0 6-16,-1-1-6 15,0 1 0-15,-2-2-3 16,-2 1 3-16,1-1 0 16,-1 1 0-16,0 1 0 15,0-1 3-15,1 1-3 16,0-1 3-16,3 1-3 0,2-1 3 16,-1 1-3-16,1 0 0 15,-4 1 0-15,-4 0-3 16,2 1-3-16,-2 1 6 15,3 0 3-15,1 1-3 16,1-1 6-16,-1 0-6 16,1 0 0-16,-1 2 0 15,1 0 0-15,1 2 0 16,0-1 0-16,-1 3 0 16,-1-3-3-16,0 0 3 0,-1 0 3 15,1-1-3 1,-1 0-3-16,2 0 3 0,-1 1-3 15,1 3 6-15,1-3 0 16,1 2-3-16,0 0 0 16,-1-2 0-16,-1 1 0 15,1 0 0-15,-2 1-3 16,1 0 3-16,-1-1 0 16,-2 0 0-16,-2-1 3 15,0 1-3-15,-2 0 0 16,-2 1 0-16,1 2 0 15,-3-1 0-15,4 4 0 16,0 1 0-16,-1 0 0 16,1 1 0-16,-5-3 0 0,0-2-3 15,0 0 3-15,0 3 0 16,0-1 0-16,0 2 0 16,-1-1 3-16,0 1 0 15,2-1-3-15,1-2 0 16,1 1 3-16,0-1-6 15,0-2 3-15,3-2 0 16,-3-2 0-16,0 0 0 16,0 1 0-16,-4 1-3 0,2-1 3 15,4 2 0-15,-1-2 3 16,1 1-3-16,-2-1 0 16,1-1 3-16,0-1-3 15,3 0 0-15,-2 1 0 16,2 0-3-16,-4-1 3 15,-2 1 6-15,1-2-6 16,-1 1 0-16,4 1-3 16,-1-1 3-16,0 0-3 15,-3-4 3-15,0 1 0 16,0 0 0-16,1 0 0 16,-1 1 0-16,18 24 0 15,-18-25 0-15,7 17 0 16,-3-8 0-16,0 2 0 15,1 0-6-15,-2-1 0 0,1 0-6 16,0-2-69-16,-1 1-59 16,-3-2-150-16,4-2 144 15</inkml:trace>
  <inkml:trace contextRef="#ctx0" brushRef="#br2" timeOffset="165756.69">19545 4251 322 0,'9'-10'60'15,"0"1"56"-15,-2 1 4 0,-2 0-10 16,-2 3-35-16,0 0-16 16,-2-1 12-16,0 2 8 15,-1 0-1-15,0 4-16 16,0 0-23-16,0-1-14 0,0 0-12 15,0 0-5-15,0 0-4 16,0 1-2-16,0-1 0 16,0 0 2-16,0 0 0 15,0 0-1-15,0 0 5 16,-1 0 0-16,0 0 2 16,0 1 1-16,-1-1-5 15,1 0-2-15,-27-9 0 16,28 10 0-16,-1 0 0 15,0 0-1-15,0 0 3 16,0 0-2-16,-27-8 2 16,28 8 2-16,-1 0 11 15,0 0 0-15,0 0 7 16,0 0 3-16,1-1-6 0,-1 0 0 16,1 0 0-16,0 0-1 15,1 0-5-15,-1 1 14 16,2-1-13-16,28-4-3 15,-30 5-9-15,1 1-3 16,19 15 0-16,-12-4-3 16,2 8 27-16,2 3 8 15,4 8 13-15,2 5 3 16,3 0-27-16,0 1-12 0,-1 0-9 16,1-2-3-1,-3-1 0-15,0-1 0 0,0-1 3 16,1-1 3-16,4-2 0 15,1 0 3-15,1-1-6 16,-2 0 6-16,-1-1-3 16,2-4-3-16,-4-2-3 15,-1-3-3-15,-8-3-3 16,-2-3-6-16,-7 0-12 16,-2-2-30-16,-2-1-104 15,-4-1 149-15,-4-8-42 16</inkml:trace>
  <inkml:trace contextRef="#ctx0" brushRef="#br2" timeOffset="169623.49">20301 4752 1063 0,'-9'4'54'0,"1"1"20"16,3-2-42-16,5-3-16 0,0 0 1 15,0 0 3-15,11 0-3 16,8-5 6-16,5-2-1 16,10-5 7-16,5-1-2 15,-1-3-17-15,-1 1-5 16,-6-1-3-16,-4 0 0 16,-9 0 0-16,-5 1-2 15,-9 0 0-15,-4 3 0 0,-7-2 2 16,-2 1 0-16,-7 2 2 15,-2-1-2-15,-3 6 2 16,-4 2-2-16,-2 8 4 16,-1 4 9-16,-2 10 4 15,1 3 1-15,3 10-3 16,2 6-7-16,6 9-8 16,4 1 0-16,9 1-2 15,5-4 0-15,12-8 2 16,4-4-2-16,10-9 0 15,4-6-2-15,7-11 2 16,1-8 0-16,3-11 0 16,-3-3 0-16,-5-8-2 15,-1-1 0-15,-7-3 2 16,-4-1-2-16,-2 0 2 16,-1 0 0-16,1 3 4 0,-1-2 0 15,1 4 0-15,-1 2 0 16,-1 7 1-16,2 3 1 15,-6 8 1-15,-2 5 2 16,-6 8-6-16,-6 6-3 16,-11 9 0-16,-3 4 3 15,-5 1-3-15,0-3 0 0,7-8 0 16,3-4 0-16,6-9 0 16,4-5 0-16,0 0 3 15,-4-8-3-15,5-7-9 16,2-4 3-16,4-4 0 15,3-1 4-15,6-4 2 16,3 2-2-16,4 3 2 16,-1 2 0-16,3 5 0 15,-3 3 0-15,-1 6-2 16,0 4 0-16,-7 10 0 16,-2 4 0-16,-7 10 0 15,-3 5 2-15,-2 4 0 16,-1 2 0-16,1-4 0 15,2-3 0-15,4-8 0 16,1-5 0-16,3-6 2 16,-2-3 0-16,4-7-2 0,0-3 2 15,0-6-4-15,1-2 2 16,-1-3-4-16,-2 0-1 16,-5 0-1-16,-5 2 4 15,-7 0-2-15,-6 2 2 16,-6 2 2-16,-3 4 2 15,0 3 2-15,3 1 4 0,8 1 9 16,11 3 30-16,0 0-8 16,0 0-12-16,3-7-24 15,6 2-6-15,8-1 3 16,1 3 0-16,3-1 0 16,5 3 0-16,1 1 0 15,4 1 3-15,1 6 0 16,-1-1-6-16,-4 6 3 15,-3 0-6-15,-6 1 3 16,-4 1 3-16,-1-4 0 16,-4 0 3-16,-3-2-3 15,-2-1 3-15,-4-7 0 16,0 0-3-16,0 0 9 16,0 0-4-16,0 0 4 15,0 0 9-15,6-12-9 16,-4 1 3-16,-2-5-9 0,0 1-3 15,2-3 0-15,2 1 0 16,3-1 3-16,-1 0-3 16,6-1 0-16,1 0-6 15,2 3-12-15,2 0-9 16,-1 3-32-16,0 0-30 16,-1-3-219-16,-1 2 209 15</inkml:trace>
  <inkml:trace contextRef="#ctx0" brushRef="#br2" timeOffset="170022.07">21730 4374 1270 0,'-15'0'46'0,"-2"2"13"16,-2 1-46-16,-5 6-7 15,-2 2 9-15,2 8 18 0,-1 2 14 16,1 2 7 0,2 3 73-16,2-5-47 15,6-2-32-15,12-4-30 0,4-2-12 16,16-5-6-16,2-2 0 15,6-3 0-15,3 0-6 16,-3-2 6-16,1 6 0 16,-7 0-3-16,-3 5 0 15,-10 3 0-15,-4 1 3 16,-16 2 3-16,-7 1-3 0,-9 3 3 16,-4 1-6-16,-11-2-123 15,0-7-56-15,0-4 136 16</inkml:trace>
  <inkml:trace contextRef="#ctx0" brushRef="#br2" timeOffset="170406.89">20293 5144 1448 0,'10'-2'33'15,"11"-4"-25"-15,13-2-6 16,22-7 0-16,11-3 0 0,19-6 0 15,10-3 2-15,19-4 7 16,4-1 12-16,16-2 52 16,-4-2 29-16,10 2-11 15,-5 2-12-15,-12 1-4 16,-1 1-2-16,-4 3-3 16,-3 1-6-16,-9 3-43 15,-8 1-40-15,-30-1-193 16,-5 3-231-16,-17-7 356 15</inkml:trace>
  <inkml:trace contextRef="#ctx0" brushRef="#br3" timeOffset="181373.93">15116 4413 77 0,'-3'-5'2'15,"-1"-2"3"-15,0-3-5 16,3-2 0-16,1-1 2 0,0-1 2 15,-1-3 16-15,-1 0 3 16,-9 2 10-16,-4 2 6 16,-5 4-14-16,-6 3-3 15,-1 3-7-15,0 3-8 16,-3 4 4-16,-1 0 6 16,-1 4 1-16,-3 2 0 15,-3 6-9-15,-9 1-5 16,-17 7-2-16,-7 2 0 0,-8 5 14 15,2 3 30-15,8 2 64 16,2 2 54-16,3 4 23 16,3 3-23-16,9 5-77 15,8 3-20-15,10 5-30 16,5 2-10-16,6 4-13 16,4-1-6-16,15-7-5 15,5-6-1-15,17-14-2 16,8-6 0-16,11-8-2 15,9-5 2-15,20-9 0 16,8-5 0-16,9-9 2 16,3-4 6-16,3-5 0 15,2-5 5-15,-7-6 3 16,-5-5 5-16,-14-9 8 16,0-5 4-16,7-8-2 0,0-2-7 15,-7-5-13-15,-4-1-5 16,-19-3-4-16,-12-2-2 15,-17 2-2-15,-12 4-4 16,-19 8 2-16,-10 10 4 16,-25 13 4-16,-10 9 2 15,-10 10 2-15,-3 5-6 0,7 9-10 16,6 4-13-16,-2 9-67 16,-4 3-70-16,1 6 86 15</inkml:trace>
  <inkml:trace contextRef="#ctx0" brushRef="#br3" timeOffset="182839.8">18031 3579 325 0,'-6'-14'21'0,"-6"-2"32"16,1 1-8-16,-5-6 43 15,1-1 28-15,-4-2 0 16,-6 0-16-16,-6 0-36 16,-7 3-21-16,-8 5-29 15,-3 4-5-15,-9 9-9 16,-4 5 2-16,-8 9-2 16,-2 4 3-16,1 6 6 15,-1 6 0-15,3 6 0 16,0 1 2-16,-4 3-6 15,2 2-1-15,-1-2-1 16,3 2-1-16,2 4 17 16,6 1 7-16,14 3 24 15,8 1 10-15,19-5-10 0,10 0-7 16,20-6-22-16,10-2-11 16,22-7-6-16,9-1-2 15,16-6-6-15,4-4-2 16,11-5-4-16,4-4-1 15,9-8 5-15,5-4 2 16,7-9 0-16,2-3 4 16,-3-7 0-16,-2-3 2 0,-12-7 0 15,-6-1 0-15,-16-3 0 16,-10-5 0-16,-21 1-2 16,-12-2 2-16,-20-5 4 15,-11 4 0-15,-23-1 3 16,-13 4 3-16,-21 6-2 15,-10 1-5-15,-17 8 1 16,-6 3-2-16,-17 9-4 16,-4 4 0-16,2 12-2 15,0 6-4-15,19 12-27 16,10 5 24-16</inkml:trace>
  <inkml:trace contextRef="#ctx0" brushRef="#br3" timeOffset="185604.03">14794 5025 1462 0,'0'0'39'0,"0"0"-18"16,18 0-21-16,0-1 0 16,6 1 0-16,4 0 4 0,10 3-2 15,10 6-2-15,16 8 0 16,5 6 0-16,12 8 0 15,-4 5 2-15,4 9-4 16,3 2 0-16,-2 5-2 16,0 2 4-16,-4 0 0 15,-9-1 0-15,-6-4 2 16,-5-2-2-16,-10-4 2 16,-1-2 0-16,-8-11 0 15,-1-4-2-15,-3-15 3 16,-3-8 9-16,-6-10 47 15,-6-6 12-15,-4-8 13 16,-1-6 3-16,3-14 11 16,2-6 1-16,10-20-24 15,9-11-18-15,16-14-43 16,11-6-8-16,6-4-6 0,3 2 0 16,-3 9 0-16,-3 5-3 15,-4 14 3-15,-1 8 0 16,-9 15 0-16,-6 4 0 15,1 9-6-15,-5 0 6 16,9-3 0-16,6-2 0 16,-2-1-5-16,-1 0-7 15,-10 7-102-15,-9 3-50 0,-12 8-120 16,-8 8 85-16,-13 8 133 16</inkml:trace>
  <inkml:trace contextRef="#ctx0" brushRef="#br3" timeOffset="186489.63">16534 5865 999 0,'-4'48'18'0,"2"-6"-30"0,-1-8 1 15,3-12 11-15,0-8-2 16,1-9 0-16,-1-5 20 16,0 0 29-16,2-13-4 15,-5-9 5-15,2-7-11 16,-1-8-26-16,-1-5-3 16,3-6-4-16,1-2-2 15,3-1 0-15,2 1-2 0,4 6 4 16,-1 6-4-16,2 10 4 15,-1 6 0-15,-1 13 3 16,-1 5 3-16,2 14 31 16,1 7 15-16,0 14 4 15,3 7 0-15,2 6-31 16,1 1-17-16,1-8-7 16,1-5-3-16,-2-14 2 15,-2-7-4-15,0-10 2 16,-2-4 0-16,3-10 2 15,0-4-2-15,0-8 0 16,0-2 0-16,-6 1 2 16,-4 0-2-16,-6 5 0 15,-2 1 1-15,-5 3-1 16,-2 3-2-16,-2-2-50 0,-2 1-62 16,-3 4 63-16</inkml:trace>
  <inkml:trace contextRef="#ctx0" brushRef="#br3" timeOffset="186870.29">16952 5598 1160 0,'-4'9'58'15,"4"1"35"-15,-2 0-43 16,7 2-3-16,1-1-15 16,-3 3-14-16,9-2-12 15,-1 0-4-15,1-4 0 16,1-2 0-16,-4-5-2 16,2-1 0-16,-4-5 0 15,0-2-2-15,-2-4 2 16,0-2 2-16,-4-3 1 15,-1 1-1-15,-5-2 2 16,-2 2 0-16,0 1 0 0,-4 2 6 16,2 3 9-16,-1 2-3 15,1 6 5-15,2 2 3 16,-2 7-42-16,1 2-15 16,2 3-184-16,1 2 147 15</inkml:trace>
  <inkml:trace contextRef="#ctx0" brushRef="#br3" timeOffset="187038.45">17252 5514 1417 0,'-1'28'41'0,"1"-2"-14"16,-4 3-15-16,4-7-45 15,0-4-72-15,0-18 61 16</inkml:trace>
  <inkml:trace contextRef="#ctx0" brushRef="#br3" timeOffset="187489.3">17137 5430 1673 0,'3'-15'95'0,"6"-1"-29"16,10 0-81-16,7-1-6 16,6-1-12-16,1 0-18 15,4 0-20-15,-2 0-7 16,-2 6 35-16,-3 4 10 16,-9 8 0-16,-4 3-2 15,-9 9-11-15,-6 4 3 0,-8 4 14 16,-6 3 13-16,-4 3 47 15,-1-1 18-15,-1 0 28 16,4-3 3-16,0-3 69 16,2-1 3-16,4-6-65 15,4-2-34-15,4-5-53 16,2 0 0-16,11-4-24 16,4-1-8-16,8-6-34 15,3 0-15-15,2-1-20 16,-1 1 2-16,-7 7 57 15,-6 4 11-15,-14 8 8 16,-7 1 7-16,-13 9 10 16,-6 0 1-16,-3 0 16 15,1-2 1-15,7-10-3 16,6-4-9-16,9-14-91 16,6-7 64-16</inkml:trace>
  <inkml:trace contextRef="#ctx0" brushRef="#br3" timeOffset="187788.23">17615 5440 1747 0,'0'0'180'0,"8"-2"47"16,3 1-111-16,2-4-113 15,1-3-3-15,1-7-27 16,0-4-27-16,-2-7-56 15,-3-2-28-15,-4-5-14 16,-2 0 3-16,-7 1 14 16,-3 3 36-16,-8 8-19 15,-2 7 10-15,-9 14 85 16,0 7 54-16,-6 15 87 16,2 5 13-16,10 17-6 15,4 7 105-15,21 3-107 16,14-1-40-16,17-16-196 15,12-10-100-15,4-24 109 16</inkml:trace>
  <inkml:trace contextRef="#ctx0" brushRef="#br3" timeOffset="-144590.31">14511 4984 1156 0,'-6'-1'-20'0,"6"1"-44"16,0 0-30-16,0 0 17 15,0-1-1-15,5-17-65 16,3 12-33-16,-2-3 113 15</inkml:trace>
  <inkml:trace contextRef="#ctx0" brushRef="#br3" timeOffset="-142063.95">20385 5119 1206 0,'32'-5'48'16,"8"-2"26"-16,16-5-60 15,6-3-9-15,10-4-16 16,4-1-20-16,8-1-23 15,-2-1-12-15,0 0-35 16,0 0-71-16,-7 1 95 16</inkml:trace>
  <inkml:trace contextRef="#ctx0" brushRef="#br3" timeOffset="-141468.78">21472 4845 657 0,'9'-1'187'15,"-9"1"200"-15,-3-2-245 0,-10 3-32 16,-14 3-22-16,-3 2 25 15,-13 4-74-15,-7 2-9 16,-11 3-3-16,-6 1 9 16,-8 2-6-16,-3 3-6 15,-3 0-12-15,-5 0-12 0,-2 2-3 16,-2-2-6-16,7-2 3 16,5-2 6-16,12-3 0 15,8-2 0-15,14-3 3 16,8-1-3-16,19-4 3 15,16-4-3-15,1 0-12 16,6 2 0-16,20-8 6 16,14-1-3-16,15-4 9 15,7-2 3-15,9-3-3 16,2 0 3-16,11-1-3 16,-2-2 3-16,3-1 3 15,-3-1-6-15,-1 0 9 16,-4 2-9-16,-7 0 0 15,-6 3 0-15,-20 3 0 16,-7 2 0-16,-16 5 3 16,-5 1 0-16,-16 5 24 0,0 0 26 15,-13-1 16-15,-9 5-6 16,-17 4-18-16,-7 2-30 16,-21 6-15-16,-7 3 0 15,-9 3-6-15,-2 1-3 16,-6 2 3-16,1 0-3 15,-1-1 6-15,3 0 3 0,17-5 9 16,9-2 0 0,17-5 6-16,12-2 3 15,17-6-12-15,15-4-12 0,5 4-12 16,21-5-6-16,20-5-6 16,11-4-3-16,21-7-48 15,9-4-29-15,19-5-70 16,3-3 6-16,8-2 129 15</inkml:trace>
  <inkml:trace contextRef="#ctx0" brushRef="#br3" timeOffset="-138958.28">19807 4851 2097 0,'-35'14'140'15,"4"3"-30"-15,2 3-84 0,8 4-24 16,2 4-2-16,4 3 1 15,5 2-1-15,6 4-1 16,4 1-3-16,9 2 2 16,4-2 0-16,7-5 1 15,6-4-3-15,4-13-5 16,5-4-1-16,4-12 0 16,2-8-2-16,3-11 8 15,-1-5 3-15,-1-10 1 16,-3-3 5-16,-5-5 0 15,-6-3-2-15,-10-2 11 16,-6-1 5-16,-12 5 23 16,-9 4 25-16,-7 9 20 15,-6 4 3-15,-10 7-40 16,1 5-15-16,-10 10-19 16,-3 4-8-16,0 11-5 15,0 2-4-15,13 1-19 0,7 0-34 16,21-2-175-16,8-1-184 15,22-7 144-15</inkml:trace>
  <inkml:trace contextRef="#ctx0" brushRef="#br4" timeOffset="-131081.22">13154 5799 391 0,'0'0'0'15,"1"0"-16"-15,0-1 1 16,0 0 4-16,-1 1 2 15,1-1 18-15,1 0 17 16,-1 0 47-16,0 0 61 16,0 0 28-16,-1 0-14 15,1 1-69-15,0-1-31 0,0 1-30 16,0 0-6-16,-1 0-4 16,0 0 0-16,0 0 7 15,0 0 1-15,0 1 17 16,-1-1 3-16,0 1 3 15,0 1-4-15,-21 26-10 16,22-28-7-16,-1 1-9 16,0-1-3-16,-15 29-2 15,10-16 4-15,1 2 5 16,1 2 7-16,1 2 3 16,1-1 0-16,2-1-7 15,2-2-3-15,2-4-7 16,2-2 2-16,1-4-2 15,1-1 1-15,0-4 1 16,1 0-2-16,1-6 2 16,2-2-3-16,0-6 3 0,1-2-2 15,2-2-4-15,0 0 2 16,0 1 0-16,-3 0-2 16,-5 4 3-16,-3 0-5 15,-4 1 4-15,0 3 2 16,-4 0 2-16,0 1 5 15,-2-2 4-15,3 0 16 16,-3 0-3-16,-3 1-9 0,-1 2 0 16,-1 1-6-16,0 6 2 15,1 1 4-15,-2 5 0 16,-2 0 0-16,-1 1-9 16,0 0-3-16,5-1-6 15,3 0-3-15,6-1-21 16,2 0-30-16,9-3-92 15,4-2 32-15,11-6 63 16</inkml:trace>
  <inkml:trace contextRef="#ctx0" brushRef="#br4" timeOffset="-129875.42">13953 5301 741 0,'0'0'50'0,"-1"0"64"16,0 1-121-16,-18 18 1 0,11-6 6 16,1 0 4-16,-2 4 23 15,-1 1 10-15,-1 1 20 16,1 4-6-16,1 2-14 16,0-2-2-16,3-2 6 15,4-3 3-15,4-5-1 16,2-2-2-16,4-4-20 15,-1-2-5-15,6-3-3 16,2-2 1-16,2-5-7 16,6-3 3-16,0-5-6 15,-3-1 2-15,1-2 0 16,-6 0-3-16,-3 1 3 16,-2 0 0-16,-3 1 0 15,0 2 2-15,-4-1 5 16,-1 0 3-16,-3 0-3 0,-1 0 1 15,-6 0 17-15,-4 1 30 16,0 4 40-16,0 0-2 16,-2 6-60-16,4 3-39 15,-8 6-18-15,2 3-30 16,-2 5-53-16,4-2-17 16,5-3 4-16,7-3-260 15,7-3 205-15</inkml:trace>
  <inkml:trace contextRef="#ctx0" brushRef="#br4" timeOffset="-128428.83">15782 4094 426 0,'0'0'18'16,"-1"0"2"-16,-1 0-2 15,-27-6 16-15,19 3 39 16,-2 0 25-16,-2 0 27 16,2 2-7-16,-3 0-31 15,2 1-32-15,0 2-29 16,1 1-3-16,3 1 4 15,-2 3 2-15,4 2-8 16,1 0-3-16,1 3-12 16,4-1-1-16,2 0-1 15,4 1-2-15,2-3-2 16,1-1 0-16,2-5 4 16,0-2 2-16,3-1 13 0,-1-5 4 15,4-2 3-15,1-3-1 16,4-1-10-16,0 0 1 15,-1-3-3-15,-1 1 1 16,-5-1 7-16,-1 1 4 16,-7 2 14-16,-4 1 10 15,-6 1 60-15,-5 1 37 16,-4 3-5-16,-3 1-7 16,-5 2-26-16,-3 2-13 15,-1 3-39-15,-1 2-31 0,6 4-15 16,4 2-10-16,6 3-46 15,4 0-106-15,6 0-108 16,1-1-75-16,6-5-101 16,3-4 271-16</inkml:trace>
  <inkml:trace contextRef="#ctx0" brushRef="#br4" timeOffset="-126557.3">18812 3741 207 0,'-3'-12'49'16,"-1"4"50"-16,1 2-8 16,3 6 6-16,0 0 3 15,-1 0-11-15,0 0-7 16,0 0-18-16,0 0-9 0,0 0-14 15,-26 9-10-15,23 2-10 16,1 3 2-16,1 1-13 16,0 2 5-16,-1 2 1 15,0 1-1-15,1 0 1 16,2-2-3-16,3-2 18 16,4-3 0-16,5-4 4 15,3-2 0-15,4-4-19 16,1-3-5-16,1-3-7 15,-1-2-2-15,0-4 4 16,1-1 2-16,0-2 1 16,0-2 5-16,-3-2 17 15,-2 0 2-15,-6-1 4 16,-5-2-3-16,-6 2-14 16,-5-4 3-16,-10 2 8 0,-4-1 70 15,-8 6 33-15,-5 5 10 16,1 6-31-16,1 3-38 15,8 7-51-15,4 1-75 16,8 4-212-16,5 0-93 16,11-10 259-16</inkml:trace>
  <inkml:trace contextRef="#ctx0" brushRef="#br4" timeOffset="-125494.2">20024 4201 1268 0,'0'0'14'0,"0"0"-42"16,0 0 3-16,-1-1 6 16,0 1 9-16,0-1 26 15,-1 0 21-15,-30-5 13 16,23 10 4-16,-2 4-11 15,-2 4-16-15,0 5-15 16,2 3-11-16,6 3 3 16,2-2-4-16,8-3 0 15,2 0 2-15,5-8-2 16,2-2 0-16,2-7 2 16,2-2 0-16,5-7 0 15,2-4 2-15,3-4-2 0,-3-4 0 16,-2-1 4-16,-4 3 17 15,-7 1 35-15,-3 1 121 16,-6 2 63-16,-4 0-15 16,-3 3-76-16,-1 0-64 15,-5 1-42-15,2 3-22 16,-4 3-47-16,1 1-62 16,-2 7-154-16,-1 1-89 0,0 4-182 15,1-1 377-15</inkml:trace>
  <inkml:trace contextRef="#ctx0" brushRef="#br4" timeOffset="-121000.04">13062 5178 73 0,'24'-16'2'15,"-2"0"-2"-15,0 1-2 16,-2 1 2-16,-2 1 0 15,-4 4 2-15,-1 1 5 16,-6 3 26-16,-1 1 2 16,-1 2 3-16,-1 0-5 0,3-1-20 15,0 1-6 1,4-4-3-16,0 0 0 0,2-2-14 16,4-4-30-16,-5-1 26 15</inkml:trace>
  <inkml:trace contextRef="#ctx0" brushRef="#br5" timeOffset="-105976.83">12405 5791 377 0,'-3'0'31'0,"3"0"75"16,0 0-111-16,0 0-4 16,0 1 4-16,0-1 5 15,-1 0 34-15,0 0 28 16,0 0 40-16,0 0 15 16,0 0-13-16,1 0-26 15,-1 0-39-15,0 0-19 0,1 0-16 16,0 0-4-16,0 0 2 15,0 0 2-15,0 0 13 16,0 0 10-16,0 0 22 16,0 0 3-16,0 0-5 15,0 0-15-15,0 0-14 16,0 0-5-16,1 0-1 16,0 0 2-16,-1 0-1 15,1 0 5-15,1 0-3 16,0 0-1-16,-1 0 5 15,1 0-5-15,0 0-1 16,0-1 1-16,24-12-6 16,-26 13-1-16,1-1-3 15,19-16-2-15,-12 11 0 16,1-1-2-16,1 0 0 0,-3-1 2 16,2-2 0-1,-1 0 0-15,-1 0 2 0,3-1-2 16,-3 0 3-16,5 1-1 15,-1-2 2-15,-3 1 2 16,4 1 0-16,-5 0 1 16,3 1 7-16,3-2 14 15,-3 2 15-15,2-1 0 0,-3 0-4 16,1 0-5-16,-1-1-12 16,2 1-6-16,-1-1-6 15,2 1 0-15,1 0 6 16,0-1 3-16,-1 0-3 15,0 1 9-15,1-1 3 16,0 1 8-16,0-1 16 16,0 1 6-16,3-1-3 15,-3-1-4-15,4 0-14 16,2-2-12-16,-3-1-6 16,0 2-6-16,-2-1-6 15,-2 3 1-15,1-2-1 16,-1 2-2-16,-1 0 10 15,0 0 1-15,2 1 0 16,-2 0 1-16,2-2-4 0,1 0-3 16,0-1-3-16,2 0 1 15,0 0 1-15,1 0-7 16,-2 2 5-16,-1 1-2 16,-2 0 6-16,-1 2 4 15,0-1 9-15,0 0-2 16,2 0 8-16,2-3-6 15,-1-1-6-15,4 0-9 16,-1-1-8-16,1 0 1 0,0 0-4 16,-1 1 0-16,-2 0 0 15,-2 2 0-15,4 0 1 16,-3 0-1-16,2 0 3 16,1-1 0-16,0 0 1 15,0-2 1-15,1-1-2 16,2-1 2-16,2 0-3 15,0-1-1-15,3 1 2 16,0 1-2-16,-1 0 1 16,1 1 0-16,-5 1 1 15,-1 0-1-15,0 0 2 16,3 0-2-16,1-2 1 16,3 0 0-16,0-2-1 15,2-3-1-15,4 2-1 16,1 0 0-16,0-1 0 0,0 1 1 15,-2 2 1-15,-4 0-2 16,0 3 1-16,-2 0-1 16,-1-2 0-16,2 1 0 15,3-3 2-15,0 0-2 16,5-2 2-16,3-1-1 16,0 0-1-16,2 0-1 0,-2 3 1 15,-7-1 1 1,-4 4 1-16,-4-1 1 0,-1-1 1 15,2 2 3-15,0-2-2 16,2 1 0-16,2 1-3 16,1-3 0-16,4 3 2 15,4-3-2-15,-3 2 0 16,-3 3-2-16,-4 0 0 16,-6 3 0-16,-1 0 2 15,-3 0-1-15,-1-2 3 16,1 0-1-16,0 0-2 15,0-1 4-15,3-1-4 16,0 2 0-16,0 0 2 16,2 0-3-16,-4 1 1 15,2 2 0-15,-4 0 4 16,-1 0 5-16,3 2 8 16,0-2 2-16,3 1 0 0,3-1-3 15,3 0-8-15,0-1-3 16,5-1-4-16,-2-1-1 15,2 0-2-15,-2-1 2 16,-1 2-1-16,-1-1 0 16,-5 1 0-16,-1 0 2 15,-5 0 0-15,0 1 1 0,-2 0 0 16,5-1-3-16,0-3 5 16,0 0-3-16,9-1-1 15,-2 1 3-15,6 0-4 16,1 2 0-16,-3-1 0 15,-1 3 0-15,-3 0 0 16,-1 1 0-16,-1 0 2 16,1-1-1-16,-1-1 0 15,0-1-2-15,3 2 2 16,-2-2-1-16,3 3 0 16,2 0 0-16,-2 0 1 15,-1 1-1-15,-2 0 1 16,-1 1-1-16,0-1 0 15,1 1 0-15,0-1 2 16,2 0-1-16,2-1-1 0,-1 1 0 16,1-1-1-16,-2 2 1 15,0 0 1-15,-1 0-1 16,2 2-1-16,-1-1 1 16,1 0-2-16,1 0 3 15,0-2 2-15,0 1-3 16,2-1 4-16,0 2-2 0,-2 0-2 15,1 0 0-15,-3-1 0 16,-2-1 3-16,2 0 0 16,-2-1 3-16,2 2 0 15,1 1-1-15,-1 0 0 16,2 0-1-16,0-1 0 16,2-1 1-16,-1-1 2 15,-1 0-1-15,0 1 2 16,-1-1-2-16,0 0-1 15,1 2-2-15,0-2 0 16,-1 2-1-16,2 0-1 16,-1-1 0-16,2 1 1 15,-1 1-1-15,-2 1 1 16,3 0 0-16,-4 1 0 16,3 0-1-16,-3-2 1 15,-2 0-1-15,3 0 1 0,0 0-2 16,3-1-2-16,4 2 2 15,-2 0 0-15,3 0 2 16,-2 2-1-16,1-1-1 16,-4 1 0-16,-2-1 0 15,-2 0 0-15,-1 1 0 16,3 0 0-16,-2 1 0 16,3-1-1-16,-1 2 1 15,3 0 1-15,-1-1-1 0,1 1 0 16,0 0 0-16,-5 1 0 15,-1 1 0-15,-4 1 0 16,2-1 0-16,-1 3 0 16,1-1 0-16,2 0 0 15,0 0 0-15,3 0 0 16,0-1 0-16,1 1 2 16,-2 0-2-16,1 2 0 15,-4-1 1-15,-3 0-1 16,-2 0 0-16,0 1 0 15,-2-1 0-15,5 1 0 16,1-2 0-16,1 0-1 16,1 0 1-16,-6 0 0 15,0-1 2-15,-3 1-1 16,-2 0-1-16,2 0 0 16,-1 1 0-16,3-1 0 15,0 1 0-15,3 0 2 0,-3-1-1 16,0-1-1-16,-3 1-1 15,0-1 1-15,0 1 0 16,2 0 1-16,1 0 0 16,-3 2-2-16,1-2 1 15,2 0-1-15,0 0 1 0,2-1 0 16,2 0-1-16,2 1 1 16,0 0 2-16,4-1 0 15,0 1-2-15,0 0 3 16,-3 0-3-16,-4 1 0 15,-1-1 0-15,-1-1-1 16,4 2 1-16,1 2-2 16,1-1 2-16,2 1 0 15,2 0 0-15,1 0 0 16,1 0 0-16,0 0 2 16,-2 0-1-16,-2 0 0 15,0 0-1-15,0 0 3 16,-2 0-2-16,1 0 0 15,0 0-1-15,1 0 0 16,-1 0 0-16,-1 0 0 16,-1 0 1-16,-1 0-1 0,2 0 1 15,-2 1 0-15,0-1-2 16,0 0 2-16,-1 5-1 16,0 1 0-16,0-1 2 15,1 1-2-15,0-4 3 16,2 1-2-16,-1 0-1 15,0-1 3-15,0 1-1 0,-1 0 6 16,2 2 4-16,-1 1 3 16,0-1 2-16,0-1-7 15,-4-1-2-15,3-1-1 16,-3 0-1-16,2-1 3 16,1 0-2-16,0 1 0 15,1-2 0-15,0 0 1 16,-3 0 3-16,0 1 5 15,1 0 1-15,1 1-2 16,2-1-2-16,-2 0-4 16,0 0-4-16,-1-2-3 15,0 1-1-15,-6 0 0 16,0 0-1-16,-1-1 3 16,-2-1-1-16,4 1 2 15,-1 1 1-15,1 1 3 16,-1-2-2-16,0 1-5 0,-2 0 3 15,-2 0-4-15,0-1-1 16,-4 0 2-16,1 0-3 16,0 0 0-16,-1 0 2 15,2-1 0-15,-2 0-1 16,-3-2-6-16,-6-3-18 16,0 0-74-16,0 0-33 15,-13 5-140-15,-5-9-131 16,-7-4 115-16</inkml:trace>
  <inkml:trace contextRef="#ctx0" brushRef="#br5" timeOffset="-104607.08">20859 3989 459 0,'-4'4'16'0,"-1"0"9"15,0 1-23-15,1-4-2 16,4-1 5-16,0 0 49 15,0 0 35-15,-1 0 52 16,0 0 17-16,0 0-29 16,1 0-34-16,0 1-31 15,0 0-6-15,7 5-7 16,7-7-7-16,11-6-5 16,6-3-12-16,8-6 14 15,7-3 3-15,10-4 40 16,5-2 17-16,5-1-77 15,2 0-3-15,2 1 9 16,2 2 15-16,2-1 12 16,-6 4 8-16,-7-4 4 15,-4 1-9-15,-3 3-24 16,1 1-18-16,0 5-27 0,-2 3-21 16,-8 1-105-16,-6 2-38 15,-14-1-99-15,-6 2 86 16,-8-1 114-16</inkml:trace>
  <inkml:trace contextRef="#ctx0" brushRef="#br5" timeOffset="-103794.64">22350 3168 1419 0,'0'10'60'0,"5"7"131"15,0 11-316-15,2 9 61 16,-6 4 35-16,-5 5 14 16,-2 5 30-16,0 0 12 15,1-4-21-15,2-6-2 16,2-8 0-16,-3-5 0 15,2-7-4-15,2-5 2 0,0-9-2 16,0-7 5-16,0 0 53 16,0 0 112-16,0-9 60 15,0-11-8-15,6-19-100 16,-3-12-71-16,5-12-39 16,0-3 2-16,3 0 0 15,3 5 3-15,6 7 0 16,5 4-5-16,10 5-12 15,4 4-5-15,8 8-13 16,1 7-6-16,-7 14 3 16,-2 7-1-16,-13 11-2 15,-4 6 1-15,-7 10-16 16,-7 3 0-16,-8 4 12 16,-6 3-5-16,-9 2 11 15,-9 0 9-15,-8 0 39 16,-5-2 23-16,-4 0 37 15,4-1-16-15,6-5-19 0,10-5-10 16,13-5-54-16,7-5-54 16,13-5-93-16,6-2-56 15,7-4 48-15,-2 1 62 16,-2 5 90-16,-8 3 12 16,-7 12 6-16,-6 5 9 0,-13 5 84 15,-3 1 26-15,-12 0 22 16,-3-2-1-16,-4-2-74 15,-1-3-45-15,-2-5-39 16,2-6-105-16,0-7-160 16,-3-6-108-16,-3-9 299 15</inkml:trace>
  <inkml:trace contextRef="#ctx0" brushRef="#br5" timeOffset="-103131.89">22567 3399 1363 0,'18'0'52'15,"9"1"35"-15,5 1-108 16,2-2-14-16,-3 1 2 15,-12-1 10-15,-6-1 15 16,-8 0 63-16,-5 1 18 16,0 0 137-16,1-1 50 15,9-18-113-15,-7 8-49 0,3-5-104 16,0 0-21-16,0 3-14 16,-2 0-1-16,-3 6 12 15,-3 0-3-15,-5 3-6 16,-5 3-6-16,-4 5 10 15,-6 4 11-15,-5 8 39 16,-1 5 29-16,2 8 25 16,6 6 9-16,10 3-24 15,10-1-13-15,15-8-38 16,8-5-9-16,14-12-38 16,1-7-10-16,7-12-27 15,1-5-26-15,1-12-46 16,1-5-29-16,-12-6 54 15,-3-5 14-15,-10-1 9 16,-7 0 22-16,-2-1 44 0,0 1 22 16,-3-1 22-16,-2 0 1 15,1 1-2-15,-5 2-4 16,1 7 0-16,-4 6 10 16,-1 14 31-16,-1 12 21 15,-5 4 13-15,-3 14 45 16,-7 24 25-16,-3 12 163 15,-3 20-27-15,3 9-132 16,6 6-118-16,3-6-16 0,9-17-85 16,2-8-97-16,4-21-84 15,1-8-18-15,-3-11 136 16,3-8-7-16,-2-13 94 16</inkml:trace>
  <inkml:trace contextRef="#ctx0" brushRef="#br5" timeOffset="-102934.46">23250 3001 2483 0,'-11'100'-10'0,"1"-15"-76"0,-1-8-64 16,-1-15-205-16,1-6-57 16,-1-20 326-16</inkml:trace>
  <inkml:trace contextRef="#ctx0" brushRef="#br5" timeOffset="-102071.47">23018 3289 2037 0,'40'-21'0'0,"1"3"0"15,5 1 0-15,0 3 0 16,-1 1-9-16,3 6-63 15,-5 4-29-15,-10 4-16 16,-9 3 4-16,-12 5 59 16,-5 1 33-16,-5 6 30 15,1 2 27-15,-3 3 30 16,-2 1 5-16,2-1-2 0,-3-3-9 16,4-4-24-16,4-3-6 15,-1-3-10-15,3-3-8 16,2-4-3-16,1-2 12 15,6-8-6-15,2-4 6 16,0-7-3-16,2-1-12 16,-6-4 3-16,-1 0-3 0,-6 2 21 15,-2 2 18-15,-7 4 35 16,-2 1 4-16,-5 4-23 16,-1 0-13-16,1 5-20 15,0 0-7-15,4 5-26 16,0 1-7-16,0 9-9 15,-2 6-2-15,-4 10 13 16,-1 7 1-16,3 0 4 16,2 0 1-16,7-7-1 15,4-3 2-15,8-5 6 16,5-4 2-16,3-5 6 16,4-4 0-16,3-5-4 15,-1-5 1-15,-1-4-3 16,-2-1-2-16,-7-1 3 15,0-1 1-15,-6 0-1 16,-2 0-1-16,-1 1 4 16,-2 2 0-16,0 3 7 0,2 2-6 15,-1 4-3-15,1 2-5 16,-2 8-7-16,-2 4 0 16,-2 10-4-16,-3 4 5 15,-2 0 3-15,0-3 1 16,2-8 1-16,2-6-1 15,1-6 4-15,5-3 2 16,0-12 3-16,2-5 2 0,11-16-2 16,1-6 1-16,9-6-5 15,2 0 2-15,0 1-2 16,-1 5 1-16,-5 9-3 16,-3 9 1-16,-4 13 1 15,-3 8-1-15,-3 13 3 16,0 6 2-16,-2 8-5 15,1-2-39-15,-2-5-180 16,-4-5-265-16,-1-18 214 16</inkml:trace>
  <inkml:trace contextRef="#ctx0" brushRef="#br5" timeOffset="-100992.08">22926 4019 2109 0,'7'62'104'16,"-5"-2"4"-16,1 0-73 16,0-10-35-16,0-5 0 15,0-15-3-15,-3-9 1 0,2-9-9 16,-2-12-53-16,0-5-82 16,3-16-4-16,1-20 19 15,5-9 62-15,2-10 69 16,0 2-6-16,0 7 114 15,0 3 47-15,-4 12 36 16,-1 4-23-16,0 13-106 16,-1 5-28-16,1 14-28 15,2 7-3-15,-1 13 3 16,2 10 3-16,0 10 2 16,1 2-2-16,2-7-11 15,3-4-9-15,0-13-5 16,1-5-15-16,2-11-12 15,1-5 6-15,3-10-11 16,3-6 12-16,-2-5 3 0,0-1 0 16,-4 1 27-16,-2 4 12 15,-6 5 45-15,-2 3 3 16,-6 7 6-16,-3 5 1 16,0 0-17-16,11 9-7 15,-3 8-9-15,3 7-2 16,2 3-15-16,-1-1-11 15,6-8-35-15,1-7-17 16,4-10-16-16,4-5 2 0,-1-9 25 16,1-6 14-16,-2-5 19 15,-1-1 3-15,-6 1 2 16,-5 2 3-16,-6 3 9 16,-4 2 4-16,-3 5 43 15,-4 3 24-15,-2 6 20 16,-2 3-16-16,-3 2-55 15,-4 3-23-15,-1 2-31 16,0 1-17-16,0-3-38 16,3-1 0-16,3-2 5 15,0-2 3-15,5 0-13 16,5 0 14-16,0 0 11 16,0 0-24-16,0 0-116 15,-6-16-79-15,10-4 219 16</inkml:trace>
  <inkml:trace contextRef="#ctx0" brushRef="#br5" timeOffset="-100111.65">23750 3678 2596 0,'5'68'160'0,"-1"3"-154"16,2-3-9-16,4-19-22 16,2-9-12-16,-1-14-19 15,1-6-45-15,-5-11 21 16,-5-3 18-16,-2-6 28 15,0 0 12-15,0 0-50 16,0 0-12-16,-13-10 31 16,0 2 23-16,-3 0 125 15,0-1 33-15,-1 2-29 16,3 0-12-16,0 3-49 16,1 1-32-16,5 2-31 0,8 1-10 15,0 0 6-15,0 0 5 16,0 0 13-16,9 6 4 15,0-1 7-15,2-1 6 16,1-1-4-16,6 2-2 16,0-4 0-16,0-1 3 15,8-2-2-15,-1-4 5 16,6-2 2-16,2-3-5 0,-3-5 6 16,-1 0 0-16,-4-5 2 15,-4 1 7-15,-7 1 7 16,-2 0 2-16,-8 1 5 15,-2-1-5-15,-5 0-2 16,0 2-9-16,-2 4-3 16,0 3 2-16,2 5-1 15,3 5-2-15,-12 3 1 16,1 10 0-16,-8 17-2 16,-1 7 3-16,3 5-9 15,3 0 0-15,13-11-4 16,5-8-5-16,12-8-4 15,8-8-4-15,6-11-9 16,5-8-6-16,1-14-21 0,0-8-53 16,-4-9-55-16,-11-2-50 15,-7-8-3 1,-8 2 39-16,-6-2 104 0,-2 0 30 16,-2 2 39-16,0-3 18 15,4 2 39-15,1 6 30 16,0 16 116-16,2 11 38 15,-3 19-39-15,0 0-45 16,5 14-85-16,2 19-14 0,10 27-13 16,5 12-5-16,4 20-11 15,2-3-12-15,3-7-67 16,-2-8-43-16,-6-25-91 16,-2-12-150-16,-12-21-180 15,-10-8 231-15</inkml:trace>
  <inkml:trace contextRef="#ctx0" brushRef="#br5" timeOffset="-99743.54">23512 4327 2321 0,'68'-18'291'0,"4"-4"-126"0,15 1-98 15,2 0-4-15,-2 2-17 16,2 0-8-16,-10 0-24 16,-3 3-8-16,-5 1-5 15,-4 1-2-15,-15 1-29 16,-7 0-38-16,-14-2-107 16,-6-4-132-16,-15-3 74 15</inkml:trace>
  <inkml:trace contextRef="#ctx0" brushRef="#br5" timeOffset="64787.25">2117 907 1415 0,'-38'-3'35'16,"-1"5"-21"-16,-2 6-7 0,3 9-5 0,3 5-2 16,4 12 0-16,6 6-2 15,9 11 2-15,3 5 0 16,8 8 0-16,2 6 0 16,7 10 0-16,5 2 2 15,4 0-2-15,3 1 0 16,0 1 0-16,0-3-2 15,-6-4 1-15,0-7 1 0,-6-6 0 16,-3-5-2-16,-6-3 2 16,-8-1 2-16,-5-8-1 15,-4-3 3-15,-1-13 0 16,2-8-4-16,0-12 0 16,-2-4 0-16,-3-5-58 15,-5-2-50-15,-2 0-127 16,-1 0-145-16,-5 3 196 15</inkml:trace>
  <inkml:trace contextRef="#ctx0" brushRef="#br5" timeOffset="65225.83">1359 1775 1518 0,'57'-5'12'16,"17"-2"3"-16,11-3 11 15,4-4-5-15,1-3-3 16,-3-2-9-16,-6-2-6 16,-3-1 12-16,-8 2-27 15,-9 0-6-15,-12 3-69 16,-8 2-8-16,-7 1 54 0</inkml:trace>
  <inkml:trace contextRef="#ctx0" brushRef="#br5" timeOffset="65653.7">2866 1067 1107 0,'-32'9'101'0,"-7"12"-55"16,-4 4-3-16,-1 13-8 15,1 7 0-15,3 19 6 16,4 11-7-16,3 14-1 16,4 5 0-16,8 0-9 15,5-3 6-15,19-13 0 0,9-9-6 16,16-18-12-16,10-9-3 16,11-11 6-16,5-9-9 15,1-14-33-15,-2-5-51 16,-6-13-38-16,-7-6-218 15,-8-5 184-15</inkml:trace>
  <inkml:trace contextRef="#ctx0" brushRef="#br5" timeOffset="65981.38">3254 1438 1516 0,'-36'47'82'16,"-4"10"22"-16,-3 1-29 16,-2-2-51-16,2-6-12 15,3-13-27-15,3-9-69 16,4-17-153-16,4-8 187 16</inkml:trace>
  <inkml:trace contextRef="#ctx0" brushRef="#br5" timeOffset="66186.48">2948 1544 1444 0,'50'18'35'16,"-1"5"-2"-16,-3 6-25 15,-4 4-2-15,-5 0-6 16,-4-2 4-16,-2-8-1 15,-1-6-4-15,-4-11-61 16,-2-6-181-16,-4-10 152 16</inkml:trace>
  <inkml:trace contextRef="#ctx0" brushRef="#br5" timeOffset="66538.75">3438 1133 1965 0,'35'20'51'0,"3"10"3"16,-2 4-15-16,0 11-24 15,1 3-15-15,0 6 3 16,0 0 0-16,-3 1-3 16,-2 1 3-16,-10-1-3 15,-10 5-15-15,-16 1-3 16,-12 0 3-16,-15-3 6 16,-4-4 0-16,-5-9 12 15,-3-5-3-15,-1-10-6 16,-1-3-30-16,6-7-107 31,4-4-72-31,12-5 98 0</inkml:trace>
  <inkml:trace contextRef="#ctx0" brushRef="#br5" timeOffset="67323.72">4204 1328 2543 0,'5'-10'-65'0,"-1"-1"-86"16,-1 4-282-16,0 1 200 16</inkml:trace>
  <inkml:trace contextRef="#ctx0" brushRef="#br5" timeOffset="68129.03">4196 1816 1249 0,'-2'-15'46'15,"2"0"-19"-15,0 1-23 16,0 0 0-16,0 3-4 16,0-1-2-16,1 5 2 0,0 1 2 15,-1 6-2-15,0 0 0 16,0 0 2-16,0 1 0 16,6 18 6-16,-8-8-1 15,1-1 1-15,-1 0 0 16,-1 0-4-16,3-3 2 15,0-2-3-15,0-5-1 16,0 0 4-16,0 0-2 0,0 0 2 16,0 0 4-16,0 0 5 15,1 0 4-15,0 0 1 16,0 0-3-16,0-1-7 16,0 0-2-16,0 0-6 15,-1 1 2-15,1-1 1 16,0 0-3-16,0 0 0 15,-1 0 2-15,0 0-2 16,0 0 8-16,0 1 14 16,0-1 36-16,0 0 14 15,0 0-8-15,0 0-24 16,-7-21-15-16,8 13-21 16,0 0 0-16,-1 4-6 15,0 5-6-15,0 0-3 16,-14-5-9-16,4 7 12 15,0 3-6-15,1 1 6 0,-1-1 6 16,6 0 0-16,4-5 0 16,0 0 0-16,0 0 0 15,0 0 0-15,0 1 3 16,0 0-3-16,0-1 3 16,0 0 3-16,0 0-3 0,0 0 3 15,0-1 0-15,0 0-6 16,9-26-3-16,-9 27-9 15,1 0-6-15,0-1-18 16,0 0-9-16,0 1 7 16,0 0 5-16,-1 1 18 15,0 0 6-15,0 0 6 16,1 1 0-16,-1 0-40 16,1-1-19-16,7 9 37 15</inkml:trace>
  <inkml:trace contextRef="#ctx0" brushRef="#br5" timeOffset="68934.67">5385 1152 1351 0,'0'-2'68'16,"0"0"-17"-16,0 1-20 16,-1-1-8-16,-16-18-12 15,5 27-1-15,-10 8-5 16,0 7-2-16,-9 10 0 15,-4 5 0-15,-5 10 12 16,-3 3 12-16,-2 4 21 16,0 0 8-16,1-1 25 15,-2-3 12-15,3-2 5 16,1 0-2-16,1-3-18 16,4-4-22-16,6-8-20 15,4-6-18-15,9-11-3 16,4-6-15-16,3-7-54 0,-1-4-62 15,5-8-102-15,0-2-60 16,6-7 25-16,0-6 166 16</inkml:trace>
  <inkml:trace contextRef="#ctx0" brushRef="#br5" timeOffset="69252.09">4809 1273 1452 0,'22'25'72'16,"1"5"59"-16,3 12 6 15,2 3-11-15,3 3-7 16,0 0-8-16,4-3-31 15,0-2-17-15,1-3-30 16,0-2-15-16,-1-4-13 16,1-4 0-16,-4-7-1 15,0-5-3-15,-10-7 3 16,-4-2-4-16,-2-8-32 16,-3-5-131-16,2-7-187 15,6 0 186-15</inkml:trace>
  <inkml:trace contextRef="#ctx0" brushRef="#br5" timeOffset="69734.08">5780 1253 2300 0,'1'-7'16'0,"-1"0"-104"15,0 1-82-15,0 1-120 16,0 5-45-16,1 0 251 16</inkml:trace>
  <inkml:trace contextRef="#ctx0" brushRef="#br5" timeOffset="70668.65">5714 1328 1033 0,'-1'0'94'0,"0"-2"-38"16,11 2-10-16,11-2-1 15,3-1-4-15,11 0-16 16,6-1-6-16,9 0-9 16,3 0-1-16,7 3-1 15,0 0 4-15,7 1-1 16,7 2 7-16,4-1 3 15,1 1 1-15,6 0-3 16,2 0-6-16,13 2 3 16,6-1-2-16,0 1-5 0,-3-2 9 15,0-4-12-15,0-2 0 16,-1-2 0 0,-5-1-3-16,-7-1-3 0,-7-1 0 15,-8 0 3-15,-5 0 0 16,-15-1-3-16,-6-1-3 15,-13-1-95-15,-2-1 77 16</inkml:trace>
  <inkml:trace contextRef="#ctx0" brushRef="#br5" timeOffset="71097.68">7436 1108 1487 0,'93'0'33'15,"3"0"-10"-15,2 2-13 0,-3 1-4 16,-6 2 0-16,-5 1-6 16,-13 3 0-16,-10 0 0 15,-19 3 0-15,-14 0 3 16,-21 4 12-16,-7 2 27 16,-20 5 35-16,-9 3 16 15,-22 4 30-15,-9 2-10 16,-17 2-17-16,-2 4-4 0,-4 0-41 15,2-1-9-15,9-3-30 16,5-3-5-16,16-9-21 16,10-4-51-16,17-8-150 15,23-10-96-15,0 1 150 16</inkml:trace>
  <inkml:trace contextRef="#ctx0" brushRef="#br5" timeOffset="71698.53">8447 1146 2378 0,'-23'33'64'0,"4"-1"-12"16,11-2-41-16,2-3-9 0,7-4-2 16,4-4 0-16,8-8-4 15,5-4-3-15,11-11 7 16,4-6-5-16,6-12 5 15,0-5 0-15,3-8 3 16,0-4 3-16,-1-5-3 16,0-1 1-16,-6 2-6 15,-1 2 0-15,-11 9-1 16,-4 8 3-16,-12 12 0 16,-7 12-4-16,0 0-6 15,5 17-5-15,-5 20 4 16,1 10 0-16,4 16 9 15,4 5 1-15,3 12-2 16,1 7 3-16,-1 11 51 16,-3 9-125-16,-6 2 0 15,-4-2-23-15,-20-8-91 0,-14-8 191 16,-26-10 60-16,-12-6 47 16,-12-17 45-16,-3-9 0 15,-1-21-33-15,-2-13-54 16,4-20-31-16,3-13-18 15,7-24-45-15,4-11-46 16,14-16-174-16,14-1 114 0</inkml:trace>
  <inkml:trace contextRef="#ctx0" brushRef="#br5" timeOffset="72285.95">5768 2249 1210 0,'169'-6'23'0,"11"2"-9"16,0 1-7-16,15-1-1 16,-2 0-4-16,-3 0 0 15,5-1-2-15,-16-3 0 0,0 0 0 16,-8-1-4-16,-11-3-9 15,-19-1 9-15</inkml:trace>
  <inkml:trace contextRef="#ctx0" brushRef="#br5" timeOffset="77750.5">5078 2210 1363 0,'-4'48'21'15,"4"6"-1"-15,5 7-16 16,4 0 3-16,-2-2-22 16,-2-6-41-16,-5-11 34 15</inkml:trace>
  <inkml:trace contextRef="#ctx0" brushRef="#br5" timeOffset="78140">4972 2599 1458 0,'29'50'4'0,"4"4"-2"16,0-1 0-16,-3-11-2 15,1-6 0-15,-4-16-2 16,-2-9-2-16,-3-12 0 15,-3-9-2-15,-5-11-4 16,-1-7 9-16,-3-9 1 16,-4-2 0-16,3-3 7 15,3 0 3-15,2-1-4 16,3-3-2-16,2 1-8 16,-5 2-31-16,-1 12-312 15,-1 6 225-15</inkml:trace>
  <inkml:trace contextRef="#ctx0" brushRef="#br5" timeOffset="79607.59">5179 2888 1464 0,'3'32'27'0,"-2"3"-25"0,1 6-2 15,-1 7 4-15,1 4 1 16,-1 4-5-16,0-4 0 15,-1-7 0 1,-2-6 0-16,-2-11-7 16,0-4-18-16,-3-11-3 0,1-6 1 15,-2-10-27-15,-1-6 15 16,-3-8 4-16,-3-3 10 16,-1-4 35-16,-3-2 3 15,0 1 3-15,-1 3-12 0,-3 4 7 16,1 5-3-16,0 8-2 15,2 5 2-15,6 11 0 16,1 3 5-16,8 7-3 16,3 2-2-16,4 2 3 15,6 1-1-15,8-3 0 16,3-1 3-16,7-6-5 16,1-4 2-16,2-8-3 15,0-5 5-15,1-8 0 16,-1-5-3-16,5-5 1 15,1-6-4-15,1-3-2 32,-1-2-1-32,-6 0-3 0,-6 2 0 0,-7 3 0 15,-4 3 0-15,-6 7 0 16,-5 4 0-16,-3 7 0 0,-3 2 2 16,-1 8-2-16,-1 3 0 15,4 7 6-15,0 3 4 16,3 3 7-16,3 2 20 15,3-3 11-15,4-3-6 16,1-7-16-16,2-3-8 0,0-8-15 16,1-5 6-16,-1-6-6 15,0-3 3-15,-1-7 0 16,-2-2-6-16,-1-4-3 16,-2 0-3-16,-6 0-9 15,-1 2 9-15,-4 5 3 16,-5 4 3-16,-3 6 0 15,-3 4 0-15,-2 6 0 16,1 4 6-16,1 4-6 16,4 2 0-16,4-2-6 15,3 0-12-15,9-3 9 16,4-2-2-16,9-3 2 16,2-2 9-16,5-1-3 15,1 0 3-15,1 2-6 16,1 1 3-16,-4 6 6 15,0 3-3-15,-5 4 9 0,-3 2 11 16,-7 3-17-16,-2 0 12 16,-2-2 0-16,-3-1-3 15,1-1 12-15,-2-3-3 16,0-6 0-16,-1-5-3 16,0 0 3-16,0 1 0 15,0-1-3-15,0 0-12 0,2-8 9 16,2-5-15-16,2-9 0 15,4-2-6-15,9-5-12 16,3 2 6-16,4 0-6 16,0 3 6-16,-4 8 3 15,-4 6-3-15,-6 10 3 16,-3 2 0-16,-5 13 0 16,0 2 0-16,0 9 6 15,0-1 0-15,1 0 6 16,0-2-3-16,-2-9 3 15,0-2-3-15,0-8 0 16,-3-4 0-16,0 0 0 16,0 0 3-16,9-16-3 15,-5 1 6-15,2-7-6 16,0-2 3-16,1 0-3 16,1 0 0-16,1 3 0 15,-1 4 0-15,-2 8 0 0,-6 9 3 16,1 0 9-16,9 15-12 15,-8 4 6-15,1 1-6 16,2-3-3-16,2-3-3 16,5-11-42-16,5-3-29 15,1-10-68-15,-2-4 35 16,4-3-131-16,-4 1-153 16,1 2 200-16</inkml:trace>
  <inkml:trace contextRef="#ctx0" brushRef="#br5" timeOffset="80467.42">6144 2897 844 0,'-9'0'100'0,"-5"1"81"16,-3 5-61-16,-1 6-18 16,3 3-12-16,1 3-28 15,2 2 1-15,4 4 45 16,5 2-16-16,3-1-44 15,6-3-15-15,2-7-24 16,2-4-3-16,5-8 6 16,3-3-12-16,1-7-12 15,1-5 3-15,2-7-15 16,-2 0 18-16,-3-1 3 0,-3 2 0 16,-6 5 3-16,-1 1 0 15,-6 5-3-15,-1 7 6 16,0 0 9-16,0 0 0 15,0 0 3-15,0 0 0 16,0 14-9-16,-1 1 6 16,1 0-12-16,0 0 0 15,1-3 0-15,0-2-9 0,4-6 9 16,0-2-3-16,5-5-15 16,2-3-12-16,7-8-39 15,5-2-9-15,2-4-14 16,0 1 32-16,-2 4 38 15,-4 4 7-15,-6 9 9 16,-1 4 4-16,-5 8 2 16,-3 5 0-16,0 6 6 15,-1 1-2-15,0 3 2 16,-2-3-4-16,-2-3 1 16,-3-3 1-16,2-9-2 15,1-7 0-15,0 0-2 16,0 0-2-16,-15-7 2 15,9-6 0-15,-4-8 0 0,3-2 2 16,1-5-2-16,0 1 2 16,4-1 4-16,0 1-2 15,6-1 2-15,3 0-4 16,6 2-2-16,3 5-4 16,0 6 0-16,1 6 4 15,0 9-2-15,-1 7 2 16,-1 13 0-16,3 6 2 0,-3 6 2 15,-2 0 0-15,-2-1 5 16,-4-5-5-16,-3-7 3 16,-1-4-4-16,-3-8 0 15,0-7 3-15,0 0 3 16,0 0 3-16,5-21 6 16,1-2-6-16,8-14 0 15,5-5-6-15,8-1-9 16,4 2 0-16,0 14-12 15,-3 8 9-15,-4 19 6 16,-2 10-6-16,-3 20 9 16,1 9 0-16,-5 7-6 15,-2 0-27-15,0-9-9 16,1-8 27-16</inkml:trace>
  <inkml:trace contextRef="#ctx0" brushRef="#br5" timeOffset="80797.7">5521 3447 1477 0,'53'-8'20'0,"8"-5"-28"15,6-3 8-15,15-2 10 16,6 1 3-16,13-1-5 16,7-1-6-16,8-2 6 15,-5-1-5-15,-8-3-1 16,-2-2 0-16,-6-2-13 15,-3-2-28-15,-13-2-281 16,-12-2 221-16</inkml:trace>
  <inkml:trace contextRef="#ctx0" brushRef="#br5" timeOffset="82570.78">8188 2708 876 0,'0'0'63'16,"0"1"80"-16,0 0-104 16,1 0 5-16,0 0-1 15,0-1-14-15,26 25-17 16,-19-12-7-16,-1 6 3 0,2 9-4 15,-2 2 0-15,-2 5-4 16,-2-2 2-16,-4-4-2 16,-3-3 2-16,-1-7-2 15,1-4 2-15,-1-8 31 16,0-3 11-16,2-6 24 16,-1-7 0-16,4-12-29 15,2-5-2-15,4-11-22 16,4-3-12-16,2-1-41 15,1 0 9-15,2 7-79 16,-1 3-117-16,2 8 132 16</inkml:trace>
  <inkml:trace contextRef="#ctx0" brushRef="#br5" timeOffset="83744.47">8500 2751 1520 0,'-9'0'42'16,"0"2"-3"-16,-2 1 6 0,-1 4-4 16,2-1-8-16,-2 7-54 15,2 1-14-15,3 6-13 16,0 1-3-16,8-1 23 15,2 0 17-15,7-6 3 16,3-4 0-16,1-5 6 16,2-3 2-16,0-6 8 15,3-3 4-15,-4-6 1 16,0-5 17-16,-1-3-9 16,-5-2-3-16,4 2-12 15,-1-1 0-15,-4 6-6 16,2 3 0-16,-6 6 0 15,0 3 0-15,2 5-3 16,-3 6 0-16,2 7 12 16,0 4-6-16,1 5 15 15,0 2 0-15,-1-5-9 0,-1-1-4 16,0-7 1-16,0-5-6 16,3-7-11-16,1-7-7 15,5-12-27-15,1-6-20 16,4-7 28-16,1-1 2 15,-2 2 8-15,-2 4 18 16,0 5 3-16,-2 5 6 16,-1 7 2-16,0 3-4 0,-3 8 11 15,-2 4 3 1,-1 7 6-16,-3 4-3 0,0 9 2 16,-1 3-3-16,0 3-6 15,0-3 3-15,-1-5-5 16,2-6-2-16,-2-11-4 15,-1-6-2-15,8-4 0 16,-1-9-2-16,6-8-3 16,0-5-7-16,2 0-5 15,-2 0-1-15,0 7 5 16,2 5 5-16,-5 7 6 16,0 3 4-16,-3 7 2 15,-1 3 0-15,-2 5 0 16,-1 2 2-16,0 0-2 15,-1-1 2-15,5-6-2 0,2-2-2 16,3-5 0 0,2-2 0-16,-2-1-2 0,1-2 0 15,-4 2 2-15,-2-2-2 16,-4 2 4-16,-2 0 0 16,-3-1-2-16,-3-1 6 15,-3-1-5-15,1 0 1 16,-1-2 4-16,-1 1 4 15,0 1 7-15,-1 2 3 0,2 5-3 16,-1 4 5-16,0 8-7 16,-3 2-3-16,4 6-9 15,-1 3 9-15,4 0-3 16,5 1-9-16,2-5 6 16,2-2-6-16,6-8 0 15,2-3 3-15,3-8 0 16,2-5 3-16,2-8 0 15,1-4 6-15,-1-3-3 16,0 1 0-16,-5 4 11 16,-3 5-5-16,-5 7 12 15,-3 6-3-15,-2 17-6 16,-1 10 0-16,-3 19-15 16,-2 10-3-16,-3 13-227 15,-1 3 119-15,-3 9 25 0,-2 3 1 16,-3 3 98-16,-5 2-7 15,-6-1 15-15,-6-6 22 16,-8-14 35-16,-5-14 64 16,-9-27 115-16,2-11-54 15,-7-29-131-15,7-16-75 0,11-31-129 16,6-18-68-16,25-20-114 16,15-10 249-1</inkml:trace>
  <inkml:trace contextRef="#ctx0" brushRef="#br5" timeOffset="84131.18">9292 2740 1774 0,'-1'21'78'0,"1"-5"-51"15,1-4 18-15,2-5 5 16,1-3 4-16,7-8-42 16,1-5-27-16,4-11-39 0,2-3-17 15,-6-4-31-15,1-1 6 16,-5 0-23-16,-2 1 48 16,-6 1 32-16,-4 2 5 15,-7 7 30-15,-7 4 8 16,-8 12 19-16,-3 5 10 15,-3 11 15-15,3 7 84 16,5 11 9-16,4 4-10 16,11 11-11-16,7 0-6 15,13-5-22-15,11-4-30 0,12-15-39 16,5-8-17-16,4-17-88 16,-1-8-130-16,-2-21-542 15,-2-8 590-15</inkml:trace>
  <inkml:trace contextRef="#ctx0" brushRef="#br5" timeOffset="84511.58">7985 3196 1524 0,'42'-4'56'0,"4"0"4"16,21-6-39-16,6-3 14 15,16-2-5-15,13-2-6 16,8-2-24-16,4 0 0 0,5 0 15 16,-8 0-15-16,-4-1-6 15,-4 1 3-15,-13 0-27 16,-7 2 0-16,-19 3-44 16,-13 1-15-16,-20 3-44 15,-11 1-252-15,-14 1 202 16</inkml:trace>
  <inkml:trace contextRef="#ctx0" brushRef="#br5" timeOffset="86386.79">8778 2184 1287 0,'0'0'55'0,"0"0"-36"16,9 4-7-16,-2 10-8 16,-1 6 1-16,-4 10-1 15,-1 4-2-15,-1 4 0 16,-3-1-2-16,1-5 2 16,1-6 0-16,4-9-2 15,3-9 6-15,14-13 13 16,9-10 4-16,9-17 5 15,5-9 3-15,8-10-18 16,5-3-1-16,14-3-5 0,7-1-1 16,13-1 2-1,5 0 16-15,1-1-9 0,4 0-3 16,-5-3-12-16,-3-2-30 16,-8 2-107-16,-2 5-181 15,-11 11 167-15</inkml:trace>
  <inkml:trace contextRef="#ctx0" brushRef="#br5" timeOffset="87406.2">5483 2380 1346 0,'6'16'36'0,"3"7"-14"16,3 4-15-16,2 8 3 15,2 2-2-15,-1 4-4 16,-2 1 0-16,-1-3-2 15,0-4 5-15,-1-8 17 16,0-7 7-16,7-11 15 16,0-6 82-16,9-11-8 0,5-6-18 15,9-14-25-15,10-7-17 16,16-11-30-16,9-5-6 16,13-6-12-16,8-4-3 15,5 1-9-15,-3 2-3 16,-4 4-138-16,-4 4-80 15,9-5 108-15</inkml:trace>
  <inkml:trace contextRef="#ctx0" brushRef="#br5" timeOffset="133999.81">1708 7554 1196 0,'0'0'22'15,"0"0"-7"-15,5 17 5 16,-1 1-1-16,2 17 2 16,-1 10-1-16,-4 15-11 15,-1 7-1-15,-2 4-2 16,-2 0 0-16,1-5-2 16,-2 1-1-16,0-9 1 15,2-5 2-15,0-16 10 16,1-10 5-16,2-15 12 15,0-11 0-15,0-1 4 16,-3-6-3-16,1-21 1 16,2-11 16-16,-1-15-39 15,1-8-3-15,3-5-3 16,-1-1-3-16,4-9-6 0,1-2-12 16,1-2-12-1,4 2-12-15,-3 10 11 0,2 7 13 16,-5 17 11-16,-1 9 2 15,-3 18 2-15,-2 16 2 16,0 1 4-16,3 7 0 16,0 23 1-16,0 12 15 15,2 17 20-15,0 7 12 0,1 7-4 16,1 1-5-16,2-5-18 16,0-6-9-16,1-11-3 15,2-9-6-15,2-11 3 16,2-5-3-16,2-12 0 15,0-5 12-15,3-10-6 16,2-5 12-16,2-14-9 16,-2-7-7-16,2-12-8 15,-2-7-3-15,-6-13-9 16,0-6-8-16,-4-7-22 16,-1-4-6-16,3 8-21 15,1 5 0-15,-1 19 25 16,-3 12 5-16,-4 21 21 15,0 10 6-15,-4 19 3 16,0 11 6-16,0 24 12 16,0 10 6-16,-3 17-6 0,3 4 0 15,-2-7-12-15,0-4 3 16,3-17-9-16,1-8-18 16,1-13-90-16,1-5-192 15,-3-23 198-15</inkml:trace>
  <inkml:trace contextRef="#ctx0" brushRef="#br5" timeOffset="134411.31">2319 7988 1921 0,'0'10'-3'16,"1"2"-3"-16,3 0 3 15,1 0-6-15,4-2-6 16,3-3 6-16,-1-5 3 16,1-2 0-16,2-3 3 15,-2-2-6-15,4-4 9 0,-1 0 0 16,-1-3 9-16,-2 3 0 15,-5-1 3-15,-1 1 0 16,-5-2 3-16,-1 0 0 16,-2-3-12-16,-1 0-3 15,-4 0-30-15,-1 1-36 16,-3 2-36-16,-1 3-2 16,0 4 7-16,3 3 54 0,-2 6 4 15,0 3-13-15,2 3-41 16,2-1-81-16,10 1 100 15</inkml:trace>
  <inkml:trace contextRef="#ctx0" brushRef="#br5" timeOffset="135404.81">2881 7471 1556 0,'0'0'194'0,"-3"11"21"16,-1 4-71-16,1 14-105 15,-2 9-24-15,2 15-15 16,-2 6 6-16,0 6-6 0,0 2 0 16,-1-8-3-16,3-7-3 15,-3-13 0-15,3-7-3 16,-1-11 9-16,-1-5-6 15,2-11 0-15,3-5-51 16,0 0-45-16,-7-13 4 16,3-4-7-16,0-2 30 15,-6-1 1-15,-1-1-5 0,-4 1 37 16,-1 2 7-16,5 7 15 16,0 1 5-16,3 7 7 15,-1 4-2-15,-2 10 6 16,0 4 4-16,-1 11 10 15,2 4 6-15,4 3 11 16,4 0 8-16,7-5 9 16,4-3 58-16,11-8-7 15,2-3-8-15,5-11-24 16,4-3-10-16,0-10-17 16,2-4-9-16,1-3-15 15,-2 0-3-15,-3 1-3 16,-1 1-6-16,-6 2 6 15,-4 3-6-15,-4 5-3 16,-3 1 0-16,-6 3-3 16,-5 1 0-16,0 0 3 0,1 0 3 15,0 1-3-15,0-1 3 16,0 1 0-16,0 1 9 16,26 24 6-16,-16-22 0 15,3-4 3-15,0-3 3 16,4-7-3-16,-1-4 0 15,-1-5-9-15,-1-4-6 16,-5-1-3-16,-4-2 3 0,-6 0-3 16,-6 2-9-1,-9 3-54-15,-4 5-15 0,-7 13 10 16,1 7 8-16,-5 17 66 16,4 9 21-16,3 16 17 15,3 5-5-15,13 5 9 16,7-4-6-16,13-7-15 15,9-8-12-15,11-16-15 16,2-8-9-16,8-18-78 16,3-11-32-16,2-17-100 15,1-10 22-15,-2-9-82 16,-2-4-127-16,-7-3 58 16,-4-5 141-16,-14-6 207 15,-5-1 134-15,-5 0 112 16,-6 2 68-16,-1 7-58 15,-1 3-76-15,-1 14-85 0,1 7-18 16,-1 20 91-16,-1 17-9 16,0-2-28-16,0 20-5 15,2 26-49-15,1 16-14 16,-7 31-21-16,1 14-24 16,-7 8-23-16,3-3-26 0,2-15-112 15,0-14-75 1,8-17-423-16,3-11 490 0</inkml:trace>
  <inkml:trace contextRef="#ctx0" brushRef="#br5" timeOffset="137183.16">4539 7575 1251 0,'-13'-33'85'15,"-2"2"81"-15,-9 9-138 16,-5 4-13-16,-9 15-10 15,-5 6 4-15,-1 18-9 16,0 12 0-16,0 22 9 0,0 10 6 16,4 16 9-16,3-1 6 15,7-5 3-15,8-7 8 16,13-16 61-16,7-7 26 16,13-12 64-16,4-5-4 15,13-12-93-15,0-8-17 16,12-14-41-16,4-8-11 0,5-14-17 15,3-4-14 1,-4-6-25-16,-2 0-15 0,-8 1-14 16,-5 5 1-1,-13 3 10-15,-6 5-15 0,-8 8 24 16,-5 6 6-16,-1 10 19 16,0 0 5-16,-2 8 9 15,1 9 0-15,-3 10 29 16,3 3 7-16,1 0 12 15,1-1 2-15,7-8-20 16,0-2-4-16,4-7 6 16,-1-5 0-16,0-6-5 15,1-2-2-15,0-11-12 16,-2-3-8-16,1-9-39 16,-3-2-26-16,-3-4-33 15,-3 1-55-15,-2 0 46 16,-1 2 36-16,1 5 45 0,3 1 21 15,1 6 3-15,0 1-3 16,4 3 0-16,3 3-6 16,3 4 3-16,5 3 6 15,1 6-3-15,2 3 0 16,1 10 3-16,-1 4 3 16,-3 9 3-16,-2 0 0 15,-5 0-6-15,-3-2 6 0,-2-5-6 16,-4-5 3-16,0-7 15 15,-3-4-18-15,0-8 6 16,0 0 3-16,0 0-18 16,1-14 3-16,-1-2-6 15,0-1 0-15,3-3 6 16,2 0 0-16,6 3 6 16,1 1-6-16,1 5-3 15,1 3 6-15,-2 5-6 16,-2 3 6-16,-1 10 0 15,-3 4-9-15,-3 6 9 16,-3 2-3-16,0 0 15 16,-2-1 0-16,1-4 6 15,1-4 0-15,4-6-3 16,2-6-3-16,4-4-12 16,4-7-3-16,1-9-15 0,3-5-12 15,0-5-15 1,1-1-6-16,-5 0-2 0,-1 3 5 15,-2 6 21-15,-2 6 6 16,-2 12 12-16,-1 5 0 16,-1 22 3-16,-1 8-6 15,-2 21 6-15,-2 9 3 16,-6 8-6-16,0 1-9 0,-2-6-48 16,2-8-35-16,2-20 28 15,2-12 19-15,2-18 10 16,4-7 11-16,-1-18-14 15,4-6-15-15,2-13-17 16,0-5 3-16,4-3 28 16,0 0 18-16,4 2 39 15,1 3 8-15,4 8 29 16,3 6 16-16,-2 10 12 16,-2 9 7-16,-6 21-32 15,-6 14-12-15,-3 27-16 16,-5 16-9-16,-5 24 3 15,-3 10-3-15,-6 13-57 16,1-1-7-16,-6-13 11 16,0-7 8-16,-8-21 72 0,-2-9 7 15,3-22 18-15,3-11 14 16,9-27 84-16,3-15 24 16,8-31-109-16,2-18-62 15,9-33-104-15,3-16-7 16,7-19-20-16,0-9 0 15,1-9 79-15,5 6 8 16,1 11 14-16,2 12 9 0,5 27 2 16,-2 11-2-1,3 21 6-15,0 12-2 0,-3 19 2 16,-4 10 2-16,-9 23 4 16,-5 12-4-16,-16 28 8 15,-7 11-3-15,-15 12 7 16,-4 3 3-16,-1-12-1 15,-2-9 1-15,11-23-7 16,6-10-16-16,13-20 2 16</inkml:trace>
  <inkml:trace contextRef="#ctx0" brushRef="#br5" timeOffset="137404.91">5806 7423 2025 0,'-9'84'135'0,"0"2"14"16,-2 7-125-16,-1-5-22 16,2-15-11-16,1-12-11 15,5-20-46-15,4-10-29 0,2-17-109 16,3-8-73-16,4-15 156 15</inkml:trace>
  <inkml:trace contextRef="#ctx0" brushRef="#br5" timeOffset="137762.61">5834 7933 2252 0,'9'4'115'0,"8"-2"-46"16,5 0-45-16,11-5-28 16,1-4-14-16,1-6-51 15,1-2-48-15,-4-6-74 16,0-4 0-16,-8-5 53 16,-4-2 16-16,-10-1 34 0,-6 2 39 15,-4 5 18 1,-6 3 14-16,-7 7 29 0,-4 5 11 15,-7 7 16-15,-3 5 7 16,-1 13 99-16,1 7 5 16,1 12-25-16,0 9-23 15,3 6-48-15,8 3-12 16,10-7-4-16,9-6-8 0,13-11-24 16,7-5-39-16,9-13-128 15,3-9-57-15,9-13 107 16</inkml:trace>
  <inkml:trace contextRef="#ctx0" brushRef="#br5" timeOffset="137957.69">6417 7702 1965 0,'-26'41'183'0,"-12"8"-4"15,-7 6-114-15,-3 2-75 16,1-5-37-16,15-13-140 16,8-7-73-16,11-17-100 0,5-6 172 15,5-17 116-15</inkml:trace>
  <inkml:trace contextRef="#ctx0" brushRef="#br5" timeOffset="138955.17">6258 7804 1413 0,'8'33'132'0,"6"0"417"15,2-3-319-15,9-4-183 16,3-4-27-16,2-10-42 16,-1-4-29-16,-1-8-92 15,2-1-19-15,-1-2 28 16,0 1 29-16,-10 1 48 15,-5-1-11-15,-14 2-13 16,1 0 33-16,-1 1 23 16,-7 11 13-16,-4-3 18 15,-2-1 13-15,5-2 6 16,0-3 4-16,2-4-2 16,1-3-15-16,-1-9-30 15,-1-5-12-15,4-10 12 16,1-5 7-16,5-11 11 15,4-3 8-15,5-8 7 0,6-2 24 16,9-1-18-16,7 1-27 16,8 7-33-16,5 7 12 15,-2 16 12-15,-2 12 3 16,-9 22 12-16,-6 12 0 16,-6 23 8-16,-4 11-2 15,-9 12 7-15,-4 5 11 0,-5 0 0 16,-3-7-6-1,-3-13-54-15,2-9-7 0,-4-19-35 16,-2-6-36-16,-3-12-33 16,-4-4-17-16,-6-6 9 15,-2-4 53-15,-4-5 125 16,-2-2 74-16,7 0 89 16,3 1-23-16,6 2-17 15,9 0-22-15,11-1 6 16,8-3 16-16,13-6-71 15,12 2-30-15,7-1-39 16,1 3-12-16,2 3 0 16,-4 5-3-16,-3 7 6 15,-2 3 0-15,-7 7 3 16,-6 2 9-16,-8 6 3 16,-2 0 6-16,-4 1-3 15,0-1-4-15,-3-3-5 0,-1-4 0 16,-3 1-3-16,-3-3-6 15,3 1 3-15,-3 0 0 16,0 2 18-16,1 1 18 16,-1 0-3-16,4 1 9 15,3-2-12-15,3-3-6 16,6-4-3-16,3-4-9 0,4-6-15 16,-1-4-3-16,1-7 6 15,-4-1 3-15,-3-5 23 16,-1 1 10-16,-5 3 0 15,-4 2-3-15,-2 10-11 16,-6 11-11-16,0 0-3 16,7 2-1-16,-5 23-7 15,2 12-4-15,-2 21-5 16,-2 8-8-16,-2 13-28 16,-4 9-24-16,-5 14-20 15,-1 7-4-15,-4 2-32 16,-6-6 47-16,-9-18 183 15,-12-11 131-15,-13-18 148 16,-4-10-124-16,2-20-85 16,3-15-48-16,1-38-124 0,0-24-70 15,5-48 28-15</inkml:trace>
  <inkml:trace contextRef="#ctx0" brushRef="#br5" timeOffset="139579.87">2669 8560 2752 0,'282'-6'14'15,"11"-3"-3"-15,22-5-5 0,12-6-8 16,10-2-8-16,9 1-5 16,-2 1-7-16,-3 2-6 15,-9 5 5-15,-11 2 5 16,-24 6 8-16,-11 4 8 16,-37 5 4-16,-18 2 6 15,-29 3 13-15,-20-1 8 0,-23-2 1 16,-17-3-5-16,-26-3-13 15,-13-2-7-15,-24-8-19 16,-9-2-34-16,-20-8-168 16,-11-2-54-16,-35-5 22 15</inkml:trace>
  <inkml:trace contextRef="#ctx0" brushRef="#br5" timeOffset="142895.17">1665 9081 1278 0,'2'20'19'0,"2"15"-7"15,-4 10-1-15,2 21 3 16,0 12 3-16,-6 25 1 16,1 10-3-16,-2 13-7 15,1 4-6-15,0 7 0 16,1 1 0-16,2 7 0 16,-1-2-2-16,2 0 13 0,-1-3 14 15,1 2 22-15,-2 3 12 16,6 6 64-16,0 2-26 15,5 1-51-15,0-2-3 16,2-10-9-16,1-4-9 16,1-18 32-16,1-8-2 15,1-14-18-15,1-5 9 16,-2-12-42-16,-2-5-21 0,-2-10-57 16,-2-8-18-16,-4-13-77 15,0-7-42 1,2-17 149-16</inkml:trace>
  <inkml:trace contextRef="#ctx0" brushRef="#br5" timeOffset="143450.04">1479 11971 1526 0,'140'3'57'0,"26"-4"9"16,7-2-25-16,16-1-32 16,9 0-3-16,8 3 0 15,2-1 9-15,8 3 39 16,4 1 9-16,2 2 21 16,3 0 11-16,-1 1-26 15,-3 1-15-15,0-2-27 16,-6-1-21-16,-5-1-15 0,-3-2-6 15,-16-1-54-15,-8-1-69 16,-21-2-163-16,-16 0 32 16,-27 2 168-16</inkml:trace>
  <inkml:trace contextRef="#ctx0" brushRef="#br5" timeOffset="144326.73">5606 12262 1440 0,'0'-1'-9'16,"0"0"-3"-16,-1 0 6 0,0 0 22 15,-19-6 13-15,7 18 12 16,-5 4 1-16,-10 9 27 16,-2 4-9-16,-6 5-31 15,-2 0-11-15,4-3-9 16,0-4-12-16,9-9-21 15,6-4-29-15,7-10-58 16,5-6 38-16,4-11-206 16,3-6 178-16</inkml:trace>
  <inkml:trace contextRef="#ctx0" brushRef="#br5" timeOffset="144709.34">5472 12230 1906 0,'26'18'80'0,"9"2"-35"15,1-1-24-15,0 1-27 16,-4-1-15-16,-4 2-54 16,-4 0-59-16,-1-3-141 15,-1-1 78-15,-4-6 107 16</inkml:trace>
  <inkml:trace contextRef="#ctx0" brushRef="#br5" timeOffset="145861.31">1001 9055 1777 0,'-1'33'24'0,"1"3"-12"0,4 0-9 15,2-2-3-15,4-6 0 16,2-5 3-16,3-8 0 16,0-3 9-16,-1-7 27 15,0-3 23-15,0-4 22 16,2-5 3-16,-1-7-12 16,1-1-13-16,-1-6-11 15,-2-1-12-15,-1 1-15 16,-2 2-3-16,-3 6-3 15,-2 0-7-15,-3 5-2 16,0 3-5-16,-2 5-13 16,0 0-19-16,5 14-8 15,-1 8 1-15,4 17-7 16,1 6 24-16,5 10 18 16,0 5-6-16,-2 0 12 0,-4-1-6 15,-12-5 0-15,-8-4 36 16,-18-7 28-16,-6-2 20 15,-12-11 33-15,-5-5-13 16,-4-11-51-16,-3-9-17 16,-2-14-26-16,3-10-22 15,9-12-71-15,6-8-95 16,22-18-178-16,13-3 105 0</inkml:trace>
  <inkml:trace contextRef="#ctx0" brushRef="#br5" timeOffset="147516.51">900 12640 910 0,'0'0'-28'16,"0"0"10"-16,1 0 16 16,0 0 22-16,0 0 8 0,20-12-3 15,-13 4 7-15,6-8 2 16,1-3 0-16,11-10 1 16,6-3-6-16,7-10-3 15,6-4-7-15,11-4-5 16,2-2-3-16,9-3-1 15,2-2 3-15,8-4 20 16,8-1 12-16,7-7 21 16,3-4 6-16,9-6 3 15,2-6 4-15,8-8 73 16,4-4-11-16,3-5-34 16,-1-5-26-16,11-5-39 15,2-3-6-15,8-3-9 16,4 3-12-16,0 6 3 15,3 5-10-15,-5-3-8 16,-5 1 0-16,-7-1-3 0,-5 2 1 16,-11 7 2-16,-3 3 2 15,-15 9-2-15,-8 3-11 16,-15 11-55-16,-12 7-42 16,-18 12-74-16,-9 6-30 15,-15 12 51-15,-6 3-48 16,-13 9 126-16</inkml:trace>
  <inkml:trace contextRef="#ctx0" brushRef="#br5" timeOffset="148844.25">4973 9206 878 0,'-11'-5'153'16,"0"0"103"-16,-3-2-168 16,0 1-30-16,-6 1-33 15,-2 3-13-15,-2 3-12 16,0 6 1-16,1 11-2 15,0 5 2-15,1 12 3 16,2 5 0-16,6 9 8 16,1 2-6-16,8 2 1 15,3 1-1-15,4-2-6 16,3-1 0-16,1 0 0 16,2 0 0-16,-1 2-2 15,1 2 2-15,-7 2 2 16,-2 1 0-16,-9-1 14 0,-3-2 9 15,-6-7 53-15,-2-6-7 16,-3-12-17-16,-3-6-12 16,-2-16-36-16,1-8-36 15,-7-21-161-15,1-9-205 16,-5-18 255-16</inkml:trace>
  <inkml:trace contextRef="#ctx0" brushRef="#br5" timeOffset="149043.57">4379 9650 1595 0,'13'5'254'0,"7"-2"215"15,5 1-371-15,12-5-96 16,6-6-19-16,9-9-192 15,3-4-164-15,3-5 170 16</inkml:trace>
  <inkml:trace contextRef="#ctx0" brushRef="#br5" timeOffset="149454.84">5095 9354 1266 0,'-19'16'68'0,"-1"8"48"16,1 4-85-16,-1 10-27 16,0 5-2-16,3 2 8 15,2 2 3-15,8-5 20 16,3-4 70-16,5-8 4 15,5-6-11-15,2-8-45 16,2-3-39-16,5-6-75 16,3-6-66-16,6-8-129 0,3-4 192 15</inkml:trace>
  <inkml:trace contextRef="#ctx0" brushRef="#br5" timeOffset="149693.66">5344 9424 2418 0,'-28'38'80'0,"0"-1"-31"16,3-2-48-16,2-7-98 15,1-5-90-15,1-10-243 16,0-6 46-16,2-7 177 15,1-2 40-15,3-7 46 16,0-3 17-16,5-4 85 16</inkml:trace>
  <inkml:trace contextRef="#ctx0" brushRef="#br5" timeOffset="149830.01">5195 9494 1125 0,'17'10'104'0,"5"4"90"0,0 2-28 15,3 2 28-15,2-1-59 16,-1-2-112-16,0-4-52 16,-4-6-225-16,-5-3-101 15,-4-8 237-15</inkml:trace>
  <inkml:trace contextRef="#ctx0" brushRef="#br5" timeOffset="150096.23">5400 9232 1918 0,'10'15'224'0,"9"4"80"15,6 6-237-15,9 8-75 16,2 2-26-16,-2 13-90 15,-3 6-90-15,-10 14-61 16,-8 4 18-16,-14 3 160 16,-9-2 51-16,-9-13 17 15,-5-9-10-15,0-18-71 16,2-10 71-16</inkml:trace>
  <inkml:trace contextRef="#ctx0" brushRef="#br5" timeOffset="150462.07">6002 9458 2465 0,'24'3'80'0,"8"-2"-11"16,4-3-71-16,10-6-183 16,3-1-157-16,5-4 124 15</inkml:trace>
  <inkml:trace contextRef="#ctx0" brushRef="#br5" timeOffset="150627.69">5952 9592 1944 0,'18'-2'87'0,"8"-2"-132"16,5-3-146-16,13-6 104 15</inkml:trace>
  <inkml:trace contextRef="#ctx0" brushRef="#br5" timeOffset="152714.34">6821 9445 607 0,'0'0'116'0,"0"0"114"0,0 0-113 16,0 0-78-16,1-21-14 16,0 10-17-16,0-2 10 15,-2 2 20-15,0 0 15 16,-5 1 20-16,1 0 1 15,-3 2-8-15,-6 1-10 16,-4 2-14-16,0 1 21 16,-5 4-33-16,1 3-15 0,-4 6-7 15,-4 4-5-15,-4 7 0 16,5 5-3-16,1 9 3 16,4 0 6-16,7 2 21 15,5-3 15-15,11-5 24 16,2-4-6-16,12-6 5 15,3-3 10-15,9-7-6 16,5-4 2-16,6-7-17 16,7-5-24-16,-2-8-12 15,-2-3-10-15,-3-5-6 16,-5 0 6-16,-4-3-11 16,-4 1 2-16,-8 2-10 15,-4 0-7-15,-6 1-3 16,-1-1 0-16,-4 3 6 15,0 2 0-15,0 6 0 16,-2 3-6-16,2 10-20 0,0 0 5 16,-1 0 3-16,-12 10 9 15,4 14 24-15,1 5 0 16,-1 9 6-16,3 2 3 16,4-3 9-16,2-1 12 15,8-9 5-15,2-3 7 16,7-10 3-16,4-4-25 15,2-9-10-15,5-6-8 16,0-10-97-16,0-4-108 0,0-8-162 16,0 0 187-16</inkml:trace>
  <inkml:trace contextRef="#ctx0" brushRef="#br5" timeOffset="155141.79">7509 9296 1092 0,'-11'6'68'0,"-1"3"38"16,3 0-46-16,-8 7-31 16,1 2-9-16,-5 6-13 15,-5 3-3-15,1 0-2 16,-4 2-2-16,3-5 0 16,0-3-6-16,1-7-19 15,0-5-50-15,5-8 47 16</inkml:trace>
  <inkml:trace contextRef="#ctx0" brushRef="#br5" timeOffset="155380.44">7264 9291 1583 0,'7'4'242'0,"2"5"254"15,8 4-455-15,5 6-39 16,4 5-19-16,2 2-13 16,-1 4-32-16,-3 2-4 15,-2-2 10-15,-5-1 23 0,1-6 12 16,-2-3-3-16,5-10-93 16,4-5-77-16,2-11-278 15,5-6 336 1</inkml:trace>
  <inkml:trace contextRef="#ctx0" brushRef="#br5" timeOffset="155705.31">7784 9439 1462 0,'7'0'60'15,"7"-3"111"-15,9-1-108 16,13-2-57-16,6-3 3 15,4-1-9-15,0 2-9 16,-9-1-72-16,-5 2-41 16,-8 0 19-16,-5 1-38 0,-7 0 80 15</inkml:trace>
  <inkml:trace contextRef="#ctx0" brushRef="#br5" timeOffset="155912.65">7953 9230 2237 0,'-11'38'138'0,"2"5"-6"15,5 6-172-15,6 3-110 16,5 0-130-16,4-5-96 15,0-2 136-15,-2-8 172 16</inkml:trace>
  <inkml:trace contextRef="#ctx0" brushRef="#br5" timeOffset="156873.81">8494 9036 1365 0,'-7'26'52'0,"-2"7"32"15,5 10-81 1,-1 2-1-16,5 0-7 0,2-1-11 16,-2-5 1-16,1-2-1 15,-1-4 16-15,-3-4 10 16,1-6 25-16,-2-3 3 15,2-9 62-15,-1-3 1 0,3-8-41 16,0 0 3 0,0 0 0-16,5-5 2 0,9-9 1 15,9-2-21-15,1-6-42 16,4 1-12-16,3 0-36 16,-3 1-12-16,7 5-17 15,-2 3-4-15,-6 6 6 16,0 5 6-16,-10 7 22 15,-5 6 8-15,-7 8 27 16,-5 4 15-16,-11 6 33 16,-3 1 5-16,-12-1 61 15,-5-3 12-15,-6-5-4 16,-4-7 4-16,1-10-70 16,0-6-70-16,1-19-225 15,1-7 164-15</inkml:trace>
  <inkml:trace contextRef="#ctx0" brushRef="#br5" timeOffset="159279.44">6055 10088 1361 0,'7'3'47'0,"10"0"3"16,8-1-35-16,10-4-9 15,7-2-10-15,4-2-29 16,2 0-7-16,-6 4-3 16,-7-1 8-16,-11 4 24 15,-7 2 9-15,-6-1-22 0,-3 1-28 16,-4-1-230-16,-4-2 159 15</inkml:trace>
  <inkml:trace contextRef="#ctx0" brushRef="#br5" timeOffset="159443.75">6061 10222 1427 0,'12'1'66'0,"6"-4"78"16,2-3-165-16,12-6-261 16,6-3 204-16</inkml:trace>
  <inkml:trace contextRef="#ctx0" brushRef="#br5" timeOffset="160376">6848 9972 1179 0,'-18'0'108'0,"-1"0"115"0,1 1-147 15,1 7-117-15,-6 3 12 16,3 9-10-16,1 5 2 16,-2 7 20-16,5 2 15 15,2 3 18-15,0-2 11 16,13-4 27-16,5-4 53 0,10-6 33 15,5-6-17-15,4-6-52 16,7-5-17-16,8-10-18 16,-1-6-6-16,4-8-33 15,-1-2-12-15,-6-5-21 16,-1-1 0-16,-7-4 12 16,-5 0 0-16,-7 0 21 15,-7-4 0-15,-5-2 6 16,0-1 0-16,-7-1-3 15,-4 0-6-15,-10 4-11 16,-6 3-7-16,-9 10-18 16,-7 6 3-16,-8 12 3 15,-2 6 15-15,-1 10 45 16,1 5 30-16,9 8 44 16,9 1 4-16,10 3-6 0,10 1-22 15,10-3-20 1,4 0 9-16,15-2-23 0,8-4 0 15,17-3-4-15,9-4-10 16,14-5 2-16,3-3-1 16,2-6-7-16,-7-2-6 15,-9-3-26-15,-5-1-28 16,-9 1-68-16,-5 0-68 0,-14 2-149 16,-7 0-62-1,-20-1 312-15</inkml:trace>
  <inkml:trace contextRef="#ctx0" brushRef="#br5" timeOffset="163312.64">7165 10161 504 0,'0'0'126'0,"0"0"161"15,0 0-178-15,0 0-78 16,0 0-2-16,2 17 25 16,-2-2 16-16,-1 9 9 15,-2 4-3-15,-5 5-33 0,0 2-20 16,-3-2-19-1,0-1-8-15,3-3-29 0,1-4-29 16,0-7-257-16,1-1 180 16</inkml:trace>
  <inkml:trace contextRef="#ctx0" brushRef="#br5" timeOffset="163763.47">7611 9950 1202 0,'0'0'64'16,"0"0"31"-16,-1 0-68 15,-20 17-29-15,6-2-2 16,-8 12 0-16,-5 5 6 16,-1 9 12-16,-1 2 15 15,2 1 12-15,4-2 1 0,-1-9-13 16,3-6-5-16,0-11-24 16,0-6-27-16,4-12-66 15,1-6 60-15</inkml:trace>
  <inkml:trace contextRef="#ctx0" brushRef="#br5" timeOffset="163984.4">7411 10010 1448 0,'6'10'204'16,"4"3"569"-16,3 5-716 15,5 2-62-15,5 2-71 16,0 0-49-16,3-2-90 16,0-2 6-16,-7-4 59 0,-3-4 22 15,-7-6 24-15,-1-2-174 16,-1-5 174-16</inkml:trace>
  <inkml:trace contextRef="#ctx0" brushRef="#br5" timeOffset="164224.91">7713 10144 1849 0,'0'0'92'0,"0"1"-115"16,0 0-88-16,7 22-35 15,-2-8 22-15,-3 6 95 16,0 2 22-16,-4 5 16 16,-4-1 3-16,-2-1-1 15,-3-2-12-15,5-9-56 16,2-2-72-16,0-3 72 16</inkml:trace>
  <inkml:trace contextRef="#ctx0" brushRef="#br5" timeOffset="164677.94">7964 10096 1380 0,'0'0'101'0,"9"0"228"16,6 1-236-16,14-1-174 16,8-4-15-16,8-1 25 0,0 0 14 15,-5-1 42-15,-4 0 12 16,-10 0-6-16,-4 1-21 15,-7-2-24-15,-3 1-47 16,-2-2 51-16</inkml:trace>
  <inkml:trace contextRef="#ctx0" brushRef="#br5" timeOffset="164928.7">8199 9876 2013 0,'1'27'117'0,"2"4"-66"16,4 4-87-16,2 5-105 16,-1 4-17-16,1 2 14 15,-6 0 25-15,-3-3 89 16,-2-3 20-16,-5-7 2 15,-2-6-11-15,1-8-60 16,2-7-216-16,3-14 179 16</inkml:trace>
  <inkml:trace contextRef="#ctx0" brushRef="#br5" timeOffset="165689.57">8618 9958 1035 0,'-11'0'53'0,"0"1"22"16,-3 3-44-16,3 8-15 15,-1 4 5-15,1 8 8 16,4 6 10-16,-2 4 27 0,6 3 13 16,0 0 36-16,3-3 169 15,6-5-24-15,0-4-39 16,7-9-129-16,0-3-30 16,9-9-42-16,4-5-11 15,6-9-22-15,1-7-14 16,-3-6-18-16,-1-3-10 0,-9-5 0 15,-1-3-17-15,-8-2 30 16,-4-2 22-16,-9-3 26 16,-6 0 11-16,-8 0 16 15,-4-2 0-15,-7 4-15 16,-3 1 3-16,-7 7-27 16,-1 5-3-16,-3 9 3 15,0 8 6-15,1 10 24 16,3 5-6-16,7 10 7 15,6 4-10-15,8 4 0 16,7 2-1-16,9 1 3 16,3 0 7-16,12-3 7 15,2-3 2-15,12-3 4 16,4-4 3-16,10-4 5 16,2-3-8-16,5-5-10 15,2-1-4-15,-3-1-9 0,-3-1-5 16,-9-2-15-16,-6 0-20 15,-13-2-57 1,-6-1-117-16,-16-2-196 0,-11 0 166 16</inkml:trace>
  <inkml:trace contextRef="#ctx0" brushRef="#br5" timeOffset="166127.29">8928 10180 1640 0,'-8'25'245'0,"2"-1"101"0,-2-1-197 15,8-1-137-15,3-4-11 16,6-3-16-16,1-4-2 16,5-6 4-16,-2-2 8 15,4-6 19-15,0-3 0 16,-1-5-5-16,0-5-9 15,-6-4-19-15,-1-2-4 16,-7-3-3-16,-3-1-7 0,-10 2 18 16,-2 4 15-16,-5 5 36 15,1 5-1-15,1 4-18 16,2 1-29-16,4 2-219 16,4-1 141-16</inkml:trace>
  <inkml:trace contextRef="#ctx0" brushRef="#br5" timeOffset="172305.56">10063 8436 996 0,'0'-3'123'16,"0"3"100"-16,0 0-103 15,0 0-60-15,0 0 13 0,0 0-13 16,-2 3-28-16,6 15-17 16,3 9-6-16,-1 18 0 15,0 9 3-15,0 17-3 16,0 8 0-16,0 23 6 15,1 7-3-15,0 12 9 16,0 2-3-16,2 3 6 16,1 2 6-16,1 7 0 15,-2 5 11-15,-2 8 7 16,-2 2-15-16,1 1 24 16,-2 0 68-16,1-4 7 15,0-4-27-15,0-4 1 16,1 1-39-16,4 0-8 15,1-3-13-15,2-7-6 16,2-7-11-16,0-8-18 16,-3 0-5-16,2-1-4 15,-3-2-2-15,-3-7 0 0,-1-5 3 16,-3-9-3-16,-4-6 0 16,-1-10-4-16,-3-5-5 15,1-13-12-15,0-6-8 16,-3-14-31-16,1-8-48 15,-3-9-115-15,1-8-156 16,-6-13 185-16</inkml:trace>
  <inkml:trace contextRef="#ctx0" brushRef="#br5" timeOffset="173205.06">9053 12449 1783 0,'44'4'-6'0,"31"-5"6"16,14-5 3-16,26-9 0 15,12-1 0-15,16-5-6 16,12 0-6-16,15-1-3 15,9 0-3-15,9 4 9 16,5-1-3-16,7 4 12 16,-1 1 6-16,5 7 9 15,-6 1 30-15,4 5 98 16,-3 2 37-16,-3-1 39 16,3 2-67-16,-7-4-43 15,-2-2-55-15,0-6-32 16,-6-3-12-16,-8-3-14 15,-5-3-9-15,-17 1-34 16,-8-1-43-16,-22 1-103 16,-11 1-104-16,-28 1-122 0,-12 1-42 15,-24-1 325-15</inkml:trace>
  <inkml:trace contextRef="#ctx0" brushRef="#br5" timeOffset="174426.04">2261 12729 1684 0,'-14'-13'78'0,"-4"-2"-51"15,-3 2-18-15,-4 3-9 16,-2 3-15-16,-11 7-21 16,-3 4 0-16,-3 10 12 15,1 4 15-15,7 7 51 16,7 3 12-16,11 1-3 16,5 1-9-16,19 1-33 15,7-1-9-15,19 1-6 16,6-1 3-16,12 1-3 15,0 0 6-15,2 2 3 16,-3 1 3-16,-9 4-6 16,-6 4 0-16,-16 2 0 0,-9 3 0 15,-18 2 6-15,-11-2 3 16,-19 1 24-16,-8-4 11 16,-15-8 4-16,-3-3 9 15,-3-13-21-15,0-6-15 16,15-14-48-16,6-10-54 15,19-12-119-15,7-9-104 16,17-9 238-16</inkml:trace>
  <inkml:trace contextRef="#ctx0" brushRef="#br5" timeOffset="174692.5">2601 12797 2261 0,'-2'40'0'0,"3"7"0"16,1 4-9-16,1 1-6 15,-1-2-12-15,0-6-71 0,-2-4-58 16,-4-11-77-16,0-5 24 15,-5-10 114-15,-3-6 10 16,-2-5-27-16,-1-3-49 16,-2-4 74-16</inkml:trace>
  <inkml:trace contextRef="#ctx0" brushRef="#br5" timeOffset="175003.53">2413 13110 1501 0,'12'-11'34'0,"15"-4"-10"16,6 0 9-16,6 1-9 16,6 2 0-16,0 5 9 15,2 3-13-15,-7 6-5 16,-4 5-3-16,-9 6-9 16,-7 3 0-16,-5 4 0 15,-5 1 0-15,-2 2 3 16,-3 0 0-16,0-6 33 15,0-2 24-15,-4-8 50 16,-1-7 13-16,0 0-22 16,0 0-17-16,0 0-57 15,0 0-15-15,-4-20-15 16,1-1-21-16,1-8-75 0,3 0-50 16,5 1-84-16,3 1-48 15,7 4 227-15</inkml:trace>
  <inkml:trace contextRef="#ctx0" brushRef="#br5" timeOffset="175598.09">3000 13138 1720 0,'-20'-6'21'0,"2"-2"-42"15,0-2-24-15,0 2-41 16,1 1 27-16,2 7 39 16,0 0 12-16,4 7 22 15,1 2 3-15,4 4-3 16,4 3 13-16,6-1-6 16,6-1 6-16,6-3 0 15,5-4-9-15,6-7-7 16,4-4-8-16,7-9 0 15,-1-4 3-15,0 0-3 16,-1 0-3-16,-10 3 3 0,-6 2 0 16,-6 3 0-16,-7 3-3 15,-3 4 0-15,-4 2 6 16,0 0 3-16,0 0 0 16,5 15 12-16,-4-2 6 15,1 4-3-15,-1 5 0 16,1 2-15-16,0 1-12 15,1-3-9-15,0-2-6 16,2-3-6-16,0-4 0 16,2-2-6-16,2-2 0 0,1-5-5 15,1 0 2-15,0-2-6 16,1 0 6-16,-3 2 15 16,-1 1-2-16,-5 0-1 15,-4 3-6-15,-7-1 0 16,-4 0 1-16,-4 0 15 15,0-2 5-15,-1-5 12 16,4-3 3-16,2-9-1 16,5-6-4-16,4-11-27 15,2-6-47-15,5-8 43 16</inkml:trace>
  <inkml:trace contextRef="#ctx0" brushRef="#br5" timeOffset="175706.75">3311 12903 1522 0,'5'0'64'16,"2"0"-120"-16,2-2-61 15,-1-3 67-15</inkml:trace>
  <inkml:trace contextRef="#ctx0" brushRef="#br5" timeOffset="176146.43">3417 13121 2686 0,'-18'-6'-208'0,"3"1"-42"15,2 1-37-15,1 4 150 16,1 3 83-16,1 5 93 15,-1 3 21-15,5 2 18 16,2 0-16-16,4 0-38 16,5-1-15-16,5-2-3 15,3-1 0-15,9-3 6 16,2-2 6-16,6 1-9 16,-2-3 0-16,-4 4-9 0,-3 0 0 15,-7 2-6-15,-5 4-12 16,-3 6-15-16,-4 5-18 15,-4 12-8-15,-2 3 8 16,-5 10 18-16,0 0 12 16,-3 1 18-16,-2 1 0 15,-9-7 6-15,-7-3 21 0,-5-11 69 16,-1-10 5-16,1-14-29 16,3-11-57-16,5-24-174 15,2-10-68-15,10-19-104 16,6-6 237-16</inkml:trace>
  <inkml:trace contextRef="#ctx0" brushRef="#br5" timeOffset="176733.41">3676 12891 2601 0,'4'55'42'16,"-1"-1"-21"-16,-3-3-15 16,0-3-6-16,-3-6 3 0,-1-6-6 15,1-12 2-15,0-5 1 16,3-12-1-16,0-7-3 16,0 0-7-16,0 0-10 15,3-8-18-15,3-5 12 16,4-7 9-16,1-1 8 15,4 2 10-15,2 4 2 16,1 5-2-16,1 3 1 0,-2 7 3 16,-3 5 3-16,0 13 3 15,0 4-3-15,-1 8 0 16,1 0 0-16,-1-5-7 16,0-5-9-16,1-10-24 15,0-3-36-15,0-12-70 16,0-7-88-16,-1-15-72 15,-1-7 12-15,0-7 87 16,1-2-26-16,-4 0 8 16,0-1 79-16,-4-3 246 15,0 2 95-15,1 3-15 16,1 6-22-16,3 10-51 16,1 5 85-16,0 11 37 15,-2 4-11-15,1 12-64 16,-1 10-76-16,4 22-43 15,1 11-16-15,-3 18-16 16,-2 6-1-16,-8 0-25 0,-3-2-15 16,-4-14-14-16,-2-9 1 15,-1-18 22-15,0-9 10 16,-5-20-160-16,-1-9-94 16,-1-19 128-16</inkml:trace>
  <inkml:trace contextRef="#ctx0" brushRef="#br5" timeOffset="176893.31">4022 13138 2556 0,'35'-1'18'0,"11"-10"-71"16,4-3-61-16,4-5-160 15,-3 2-121-15,-6 5 202 16</inkml:trace>
  <inkml:trace contextRef="#ctx0" brushRef="#br5" timeOffset="177196.24">4568 12850 2828 0,'11'70'-6'0,"0"1"-4"0,-2 5-9 16,-1-2-6-16,-7-4-19 15,-2-6-14-15,-2-15-63 16,0-7-33-16,1-19-95 15,2-7-62-15,4-15-68 16,2-2 23-16,7-8 183 16</inkml:trace>
  <inkml:trace contextRef="#ctx0" brushRef="#br5" timeOffset="178134.68">4812 13250 2007 0,'3'9'309'0,"-1"2"-183"16,1-1-39-16,-3-1-78 16,-1-3-21-16,-2-3-81 0,-2-2-28 15,-3-4-106-15,-2-2 9 16,-3-6 113 0,-1-2 45-16,2-1 60 0,1-1 24 15,4-2 36-15,1-3 21 16,6-7 11-16,3-6-11 15,9-7-36-15,7-1-30 16,11 1-30-16,8 5-9 0,3 13-3 16,-1 6 6-16,-5 15-3 15,-5 7 15-15,-8 16 21 16,-4 8 15-16,-5 13 42 16,-4 3 21-16,-5 3 20 15,0-4-11-15,-4-10 5 16,0-6-3-16,-1-14-34 15,0-5-31-15,1-10-38 16,0 0-11-16,1-19-9 16,1-2-13-16,2-11 8 15,2-4-3-15,5-1 11 16,3 0-1-16,3 5 15 16,1 4 4-16,2 4-2 15,1 5 7-15,3 11-8 16,-5 8 4-16,2 18 3 15,-4 10-1-15,-2 14 2 0,-1 4-4 16,-4 2-1-16,1-3-4 16,-3-10-9-16,-1-8-4 15,-1-14-17-15,3-6-37 16,1-14-91-16,2-7-67 16,3-12-45-16,3-5 73 15,1-4 113-15,0 0 10 16,-4 6 22-16,0 3 19 0,-7 8 43 15,0 5 23-15,-4 7 39 16,-4 6 28-16,0 0 95 16,0 0 150-16,0 0-26 15,-1 1-130-15,-9 14-85 16,9-6-29-16,3 0-54 16,3-2-5-16,5-1-8 15,4-1-3-15,7-4 6 16,2-1-2-16,4-6 2 15,0-1 1-15,-1-6-2 16,-2-2-1-16,-5-3-2 16,-3-1-1-16,-5-1-1 15,-5-1-3-15,-7 1-4 16,-5 2-2-16,-8 3 0 16,1 4 1-16,-10 10 8 15,-2 7 10-15,-3 15 5 0,-3 9 0 16,6 15 9-16,5 3 0 15,10-1 16-15,8-3 1 16,18-8-10-16,11-6-8 16,18-9-29-16,7-5-12 15,15-9-33-15,3-4-18 16,3-6-59-16,-2-1-108 16,-13 1-130-16,-8 1-67 0,-19 4 336 15</inkml:trace>
  <inkml:trace contextRef="#ctx0" brushRef="#br5" timeOffset="178536.17">3127 13483 1446 0,'120'0'113'16,"27"-5"150"-16,14-2-21 16,20-1-48-16,6-3-70 0,1-2-60 15,-2 0-19-15,-11-1-28 16,-9 2-9-16,-14 3-3 16,-12 0-4-16,-21 1-2 15,-16 0-26-15,-27-3-138 16,-13-1-175-16,-23 1 152 15</inkml:trace>
  <inkml:trace contextRef="#ctx0" brushRef="#br5" timeOffset="181020.65">13900 12435 119 0,'-11'-4'-15'0</inkml:trace>
  <inkml:trace contextRef="#ctx0" brushRef="#br5" timeOffset="182346.94">14023 12403 1678 0,'-19'18'108'15,"2"2"3"-15,-9 8-1 16,-3 2-8-16,-6 5-42 15,-5 0-13-15,1-2-35 16,2-2-24-16,8-13-134 16,5-5-60-16,9-13-136 15,2-9-84-15,13-11 253 16</inkml:trace>
  <inkml:trace contextRef="#ctx0" brushRef="#br5" timeOffset="182510.51">13775 12509 2885 0,'35'30'9'0,"7"0"-9"16,4-3-24-16,-1 0-13 0,-5-4-71 16,-4-1-94-16,-7-9-203 15,0-4 109-15</inkml:trace>
  <inkml:trace contextRef="#ctx0" brushRef="#br5" timeOffset="183999.28">9671 8838 1309 0,'6'32'68'0,"2"2"63"0,0 0-125 15,0-3-4-15,0-14-6 16,0-3 0-16,-1-10-2 16,-1-2 5-16,-1-5 28 15,0-3 46-15,1-9 94 16,1-6 12-16,3-6-59 15,1-5-27-15,2 0-64 16,0 2-20-16,0 4-9 16,-2 4-9-16,-1 8-23 15,-2 6-4-15,0 11-36 16,1 5-3-16,2 17 25 16,2 9 5-16,2 18 36 15,-1 8 9-15,-3 12 0 16,-3 2-3-16,-4-1 3 15,-4-2-3-15,-11-11 6 16,-8-6 48-16,-16-13 92 0,-9-6 54 16,-11-13-2-16,-4-10-37 15,1-20-84-15,2-14-38 16,6-23-134-16,10-16-133 16,16-19 79-16</inkml:trace>
  <inkml:trace contextRef="#ctx0" brushRef="#br5" timeOffset="189125.81">10572 8762 511 0,'-2'3'82'16,"-1"0"130"-16,3 2-201 16,2-1-6-16,0 2-5 15,3 1 11-15,-3 4 44 16,-1 3 27-16,-1 8 31 0,-1 5-10 16,-1 9-18-16,2 4-17 15,2 4-31-15,4 1-14 16,4-2-13-16,0 0-7 15,3 0 1-15,-2-1-2 16,1 0-2-16,-2-1 2 16,-1 0-2-16,-2-1 2 15,1 0 0-15,0 1 4 0,1 2-2 16,0-1 2-16,1 4-1 16,3-1-1-16,-2 1 2 15,0-1 4-15,-1 0 11 16,1-1 2-16,-3-2 6 15,-1 0 29-15,2-3 2 16,-3-1-7-16,1-2-11 16,-1-1-9-16,0 1-12 15,1-2-6-15,1 4-12 16,1-2 0-16,-1 1-6 16,-2 1 3-16,-2-1 3 15,-2-1 15-15,0-2 33 16,0-1 2-16,3-2 19 15,1 1-12-15,3-2-21 16,4-1-12-16,2 1-15 0,1 0-6 16,1 1 0-16,-2 1 0 15,1 0-6-15,-2-3 0 16,1 2 3-16,0-4 0 16,2-1 26-16,2 1 1 15,0 0 6-15,2 0-12 16,5 3-18-16,-2 0 4 15,4 0-8-15,0 2 1 0,-3 4 5 16,2-1-8-16,-1 3 2 16,1-1 2-16,3-4-3 15,4-2 9-15,-3-5 2 16,0-2 3-16,-4-3-1 16,-1-2-4-16,1 0-5 15,0-2 2-15,0-2 0 16,-1 0-1-16,3 1 3 15,0-2 1-15,3-1 5 16,3 0 5-16,1-3-4 16,-1-1 0-16,2-3-3 15,-2-2-3-15,2-2-1 16,1 0-8-16,-2 0-2 16,1 0 4-16,0-1 1 15,2 2 1-15,-1-2 5 16,0 0-5-16,4-1-1 15,0-4-3-15,2 2 5 0,2-2-3 16,-1 1-3-16,4 0 6 16,-4-1-6-16,-4 0 1 15,-2-2 4-15,-5 0-5 16,-1-1-3-16,3 0 6 16,-1-4 2-16,4 1 13 15,0-3 7-15,1 0-16 0,-2-1 3 16,-3 0-10-1,0 1 3-15,-4-1-3 0,-1 1 1 16,0 1 1-16,-3-1 0 16,-1 0 4-16,1 0-1 15,1-2 0-15,1-3-1 16,-1-3-2-16,0-2 0 16,-3-2-3-16,-3-4 1 15,-1 0 1-15,1-1-3 16,-3 1 2-16,1 1 5 15,0 1 3-15,-1 1 11 16,0 0 1-16,0-3-3 16,2 1-5-16,-1-2-11 15,1 0 0-15,-1 1-1 16,1 0 4-16,-2-4-2 0,-1 1-2 16,-3-3 0-16,0 1 2 15,-4-1 10-15,-2 0 1 16,0-1 2-16,-4-2-3 15,3 0-6-15,2-1 2 16,-3-4 1-16,3-1-3 16,-1-3 3-16,0-1-4 15,1 0-4-15,-1-2-2 16,-1 4-2-16,-2 0 1 0,1 4 1 16,0 2 0-16,0 2 2 15,0 2-3-15,0 0 0 16,-2 0 0-16,0 0 1 15,-1 1-1-15,1-2 0 16,1 0-2-16,0-2-2 16,1 1 2-16,-2 0-2 15,-1 3 1-15,0 4-3 16,-3-1-1-16,0 5 2 16,-1 1 0-16,-1 2 4 15,0 3 5-15,1 1 0 16,0 0 0-16,0-1-3 15,0-1-1-15,0-2-6 16,0 0 5-16,0 0-3 16,0 0 0-16,-3 2 4 0,0 1-6 15,-1 3 5-15,1 0 1 16,1 1 1-16,-2 0 1 16,2-3 0-16,-1-2-2 15,0-1-2-15,-1-1 2 16,2 2-1-16,0 2 0 15,1 4 0-15,1 3-2 0,0 5-5 16,-1 0 2-16,1 4-6 16,0 4-5-16,0 0-11 15,0 0 1-15,0-1-20 16,0 0-10-16,0 0-81 16,0 0-118-16,0 0 82 15</inkml:trace>
  <inkml:trace contextRef="#ctx0" brushRef="#br5" timeOffset="191984.16">14448 8416 1464 0,'-1'-22'60'0,"-4"3"68"16,1 3-21-16,-5 5-14 15,-1 2-18-15,-3 5 14 16,-4 3 22-16,-2 5-1 15,-1 5-1-15,-7 12-59 16,0 6-14-16,-4 13-19 16,1 7-12-16,6 7-6 0,5 1-3 15,13 1-3-15,10 1 1 16,11 1-7-16,6 2-8 16,8 3-38-16,-2-2-62 15,-6-5-88-15,-6-3-18 16,-11-7 24-16,-8-2 117 15,-9-6 55-15,-6-4 11 16,-15-7 11-16,-1-5 1 16,-8-9 10-16,2-8 2 15,3-10 1-15,-2-9-5 0,7-12-52 16,-1-5-76-16,1-7 74 16</inkml:trace>
  <inkml:trace contextRef="#ctx0" brushRef="#br5" timeOffset="192146.68">13820 8920 1477 0,'9'-2'109'0,"10"-5"205"15,6-1-108-15,19-5-108 16,5-1-23-16,11-1-45 16,2-1-30-16,-5 4-176 15,1 2-96-15,-11 4-131 16,-6 3 2-16,-8 4 208 15</inkml:trace>
  <inkml:trace contextRef="#ctx0" brushRef="#br5" timeOffset="192894.48">14752 8623 1417 0,'-13'16'70'16,"-2"1"145"-16,-6 9-170 15,-3 2-33-15,-4 5-9 0,-5 0-3 16,3-1-3-16,-3-3-3 16,9-9 6-16,3-3-15 15,3-11-107-15,2-6-9 16,6-7 85-16</inkml:trace>
  <inkml:trace contextRef="#ctx0" brushRef="#br5" timeOffset="193095.56">14444 8721 1789 0,'0'0'212'15,"13"9"129"-15,5 2-286 16,7 3-39-16,9 3-13 15,4 1-5-15,3 3-21 16,-3-1-15-16,-5 0-36 16,-7-1-81-16,-8-1-78 15,-5-4-72-15,-3-6 221 16</inkml:trace>
  <inkml:trace contextRef="#ctx0" brushRef="#br5" timeOffset="193662.2">14543 8559 908 0,'-26'-1'123'0,"1"1"135"16,5 7-244-16,2 4-1 15,2 9 9-15,0 8 17 16,4 15 13-16,0 7-6 0,7 11-13 16,3 1-8-1,5-2-17-15,6-4-2 0,4-10-8 16,3-8-21-16,2-13-204 15,1-7 155-15</inkml:trace>
  <inkml:trace contextRef="#ctx0" brushRef="#br5" timeOffset="193974.7">14751 8560 2142 0,'1'-6'176'15,"-1"6"49"-15,8-8-241 0,5 7-22 16,7 7 5 0,6 3 0-16,4 14 21 0,0 5 3 15,-3 13 11-15,-3 5 1 16,-8 11-3-16,-7 2-3 15,-9 10-77-15,-5-2-102 16,-13-4-90-16,-4-5-12 16,-4-20 187-16,0-11 50 15,9-20-1-15,6-11-274 0,12-13 199 16</inkml:trace>
  <inkml:trace contextRef="#ctx0" brushRef="#br5" timeOffset="194679.01">15225 8631 1450 0,'14'2'66'16,"3"0"126"-16,6 1-24 16,3-3-49-16,4 0 7 0,0-1-49 15,-2-2-8 1,4 1-57-16,-2 0-12 15,-2 2-131-15,-4 0-147 0,-11 4 161 16</inkml:trace>
  <inkml:trace contextRef="#ctx0" brushRef="#br5" timeOffset="194837.42">15270 8760 2518 0,'7'4'120'0,"10"0"-33"16,7-3-79-16,19-5-79 15,10-5-154-15,9-3 128 16</inkml:trace>
  <inkml:trace contextRef="#ctx0" brushRef="#br5" timeOffset="196773.12">16141 8567 864 0,'4'-11'116'16,"0"-1"64"-16,3-2-95 15,1-2-21-15,-6 2-22 16,-1-1-7-16,-6 4-2 15,-5 4 0-15,-8 4-6 16,-3 5-4-16,-9 6-5 16,-2 6-10-16,-1 9-6 15,-3 4-2-15,2 6-2 16,0 2 2-16,6-1 2 16,4-3 3-16,10-5 19 15,8-4 21-15,10-3 9 0,8-4-1 16,9-6-20-1,4-3-9-15,7-10-15 0,2-4-3 16,-1-7-15-16,0-3-6 16,-2-3-18-16,-1-2-15 15,-5 0 10-15,-3-1 5 16,-5 2 15-16,-2 2 15 16,-5 5 6-16,-2 1 18 15,-5 4 24-15,-3 1 8 16,-3 4 22-16,0 1 6 0,-1 4 11 15,-1 2-8-15,1 4-18 16,-2 4-21-16,3 4-27 16,4 4-6-16,1 0 11 15,2 2 1-15,5-1 12 16,3-2 6-16,9-3-12 16,5-5-5-16,9-4-15 15,1-5-45-15,5-6-264 16,0-3-292-16,-6-4 458 15</inkml:trace>
  <inkml:trace contextRef="#ctx0" brushRef="#br5" timeOffset="197100.41">16858 8334 1437 0,'-23'12'73'0,"0"9"90"16,-4 4-47-16,-1 14-83 15,-2 5-12-15,-5 3-15 16,-1 0-3-16,1-8-3 16,1-7 0-16,2-9-15 15,2-7-48-15,2-10-164 16,-3-5 190-16</inkml:trace>
  <inkml:trace contextRef="#ctx0" brushRef="#br5" timeOffset="197308.67">16468 8429 1995 0,'21'16'194'16,"6"7"15"0,6 6-118-16,9 6-62 15,4-1-6-15,2-4-35 0,2-4-17 16,-3-7-84-16,-5-3-114 15,-11-7-177-15,-5-4-65 16,-7-6 340-16</inkml:trace>
  <inkml:trace contextRef="#ctx0" brushRef="#br5" timeOffset="197833.71">16921 8065 1483 0,'14'-26'49'16,"2"1"20"-16,4 2-30 16,8 5-24-16,2 4-9 15,3 8-3-15,0 4-3 0,-4 9 0 16,-6 4-3-16,-10 9 0 15,-5 3 0-15,-11 3 3 16,-4 1 0-16,-8-2 6 16,-2-3 6-16,-4-3 20 15,0-2 7-15,3-7 48 16,1-2 35-16,7-4 22 16,3-2 14-16,7-2-46 15,0 0-42-15,0 0-21 16,17 6-12-16,8 2-15 15,11 1-5-15,7 1-5 16,0-3-8-16,4-2-124 16,-3-4-104-16,-3 0-626 15,1-6 662-15</inkml:trace>
  <inkml:trace contextRef="#ctx0" brushRef="#br5" timeOffset="198823.83">17178 8503 953 0,'0'0'135'0,"1"0"88"0,0 0-128 16,14 1-30-16,0 0-20 16,-1-1 4-16,11 0 41 15,3 0 11-15,6-1 1 16,6 0-19-16,4 1-20 16,4 0-15-16,5-2-27 15,1 1-6-15,0 0-18 16,-3-1-21-16,-7 2-75 15,-3 0-83-15,-11-1-123 16,-4 1-65-16,-12-3 193 16</inkml:trace>
  <inkml:trace contextRef="#ctx0" brushRef="#br5" timeOffset="199178.94">17538 8308 996 0,'0'0'105'0,"0"0"54"16,0 0-46-16,1 0-42 16,-1-1-7-16,1 1-1 15,0 0 44-15,16 4-11 16,-11 12-15-16,-4 10-12 16,-1 8-7-16,-5 11-35 15,-3 5-15-15,0 5-18 16,2-2-21-16,1-3-110 15,4-5-90-15,0-10-238 16,0-4 298-16</inkml:trace>
  <inkml:trace contextRef="#ctx0" brushRef="#br5" timeOffset="199748.27">17967 8122 1218 0,'-2'13'79'0,"0"7"57"16,2 6-72-16,0 10-49 16,-1 4 1-16,0 0-12 15,-3-1-6-15,-1-2 2 16,-1-3-2-16,-2-6 2 16,1-3 7-16,0-10 1 15,4-3 32-15,3-12 32 16,0 1-7-16,0-1 1 0,5-1-18 15,2-10 12-15,4-4 11 16,2-3 19-16,2 0-3 16,4 3-31-16,3 0-23 15,10 4-24-15,4 2-9 16,5 4-6-16,-1 2 0 16,-5 7-15-16,-8 3-5 15,-12 8-25-15,-6 5-15 0,-14 5 0 16,-7 3 15-1,-15-1 25-15,-5-4 20 0,-7-2 101 16,-3-4 37-16,5-7 52 16,3-1-52-16,10-7-59 15,7-5-59-15,5-7-145 16,5-4-108-16,4-6-305 16,7 0 379-16</inkml:trace>
  <inkml:trace contextRef="#ctx0" brushRef="#br5" timeOffset="200195.57">18726 8339 1568 0,'0'0'248'0,"-1"0"93"16,-14 6-177-16,0 4-176 16,-6 7-33-16,-11 9-3 15,-5 6 4-15,-7 8 20 16,2 2 18-16,3-5 6 15,4-5-6-15,8-11-90 16,4-7-35-16,5-9-105 16,3-7 7-16,5-9 175 15</inkml:trace>
  <inkml:trace contextRef="#ctx0" brushRef="#br5" timeOffset="200383.51">18323 8399 2052 0,'11'-2'212'16,"12"2"-23"-16,9 1-111 16,15 7-73-16,4 5-5 0,4 7 0 15,1 2-7-15,-10 3-36 16,-7 1-21-16,-8-5-118 16,-6 0-123-16,-1-8 171 15</inkml:trace>
  <inkml:trace contextRef="#ctx0" brushRef="#br5" timeOffset="200863.29">19050 8360 819 0,'1'0'145'16,"16"-6"169"-16,1 3-256 15,3-1-19-15,8 0-8 16,2 1 2-16,4-2 1 16,2 0 1-16,1 0-6 15,-3-1 5-15,-1-1-46 16,-6-2-21-16,-4 1-105 16,-4-2 86-16</inkml:trace>
  <inkml:trace contextRef="#ctx0" brushRef="#br5" timeOffset="201096.94">19278 8072 2097 0,'3'38'140'0,"2"8"-30"16,1 7-93-16,1 5-33 15,-2-2-32-15,-1 2-77 16,-3-2-28-16,0-5 13 16,1-4 8-16,0-11-26 15,-1-6 36-15,-1-10 81 16</inkml:trace>
  <inkml:trace contextRef="#ctx0" brushRef="#br5" timeOffset="201448.94">19864 8189 1146 0,'-27'-18'99'0,"-2"1"108"0,-4 6-139 15,0 6 34-15,-3 11 53 16,0 7 9-16,1 15 16 16,0 4-1-16,10 6-63 15,6 0-16-15,17-2-29 16,7-1-21-16,19-3-41 15,8-2-4-15,15-8-37 16,8-7-79-16,9-9-187 16,5-6-553-16,-6-8 665 15</inkml:trace>
  <inkml:trace contextRef="#ctx0" brushRef="#br5" timeOffset="204172.3">15988 9386 1123 0,'10'2'35'0,"4"-1"-10"15,4-1-21-15,4-1 0 0,5-1-3 16,-1 0 36-16,-2 0 19 16,-3 0 26-16,-3-2 5 15,-1-4-23-15,-3-1 1 16,2-6-26-16,-2 0-21 16,-1-6-12-16,0-2 0 15,-4-4-3-15,-5-3 0 16,-4-3-3-16,-5-2 0 0,-9 2-12 15,-3 3 15-15,-8 5 21 16,-4 5 5-16,-10 8 19 16,-3 4-9-16,-5 9-6 15,-2 4 6-15,7 6 9 16,1 3-4-16,10 8 19 16,4 0 3-16,9 5-9 15,1 1 2-15,8 0-23 16,8 0-6-16,4-4 6 15,7-2-7-15,8-7 6 16,3-4 5-16,12-9-3 16,6-6-2-16,9-8-19 15,0-5 4-15,0-4-16 16,-4-2-13-16,-12 0-11 16,-8 2-4-16,-12 7 3 0,-6 2 10 15,-4 6 8-15,-2 6 3 16,0 0 10-16,0 0 5 15,-1 0-1-15,-21-2-3 16,14 5-2-16,-5 2-5 16,5-2-3-16,-1 1-1 15,1 1-6-15,4-2-7 16,-1 1 2-16,2-1 0 16,3-3-2-16,0 0 2 0,0 0-14 15,0 0-6-15,0 0-97 16,-1 0-75-16,1 0-120 15,0 0-45-15,-1-1 270 16</inkml:trace>
  <inkml:trace contextRef="#ctx0" brushRef="#br5" timeOffset="204973.48">16174 9068 853 0,'-10'-9'148'16,"-1"-1"140"-16,-8-2-233 15,-1 0-26-15,-5 2-18 16,-1 0-3-16,-3 7-6 16,-2 3 6-16,1 9 1 15,0 4 13-15,2 10 11 16,-2 6 3-16,-2 13-3 16,0 5 12-16,-3 12-24 15,4 2-9-15,4 2 6 16,7-3 3-16,17-6 32 15,5-6 19-15,15-11 21 16,4-5 2-16,13-14 1 0,7-7-12 16,11-14-10-16,6-9-14 15,5-11-30-15,0-5-10 16,-6-6-14-16,-6-4 2 16,-7-6 0-16,-5-1-6 15,-7-1 2-15,-3-4-4 16,-9-2 0-16,-5-2 5 0,-12 1-5 15,-5 2 0-15,-16 12 0 16,-6 6 11-16,-17 13 7 16,-7 6 4-16,-12 13 8 15,-4 5-8-15,4 16 16 16,1 6-3-16,9 8-2 16,4 4-6-16,8 0-23 15,7-2-5-15,14-7-8 16,5-7-5-16,20-5 8 15,7-4 6-15,21-5 0 16,9-6 6-16,13-7-3 16,10-4-1-16,3-7-28 15,1-1-53-15,-5-2-150 16,-7 0-174-16,-13 3 176 16</inkml:trace>
  <inkml:trace contextRef="#ctx0" brushRef="#br5" timeOffset="205956.09">16239 9562 1458 0,'0'0'107'0,"7"-8"249"16,6-1-156-16,9-8-176 0,5-2-24 16,5 1-78-16,0 4-24 15,-5 8-17-15,-5 4-4 16,-9 10 52-16,-2 5 26 16,-11 11 18-16,0 3 6 15,-9 5 7-15,-4 0 4 16,-2 3 10-16,-5-2 0 15,0-2 0-15,-2-4 6 0,0-7 30 16,-1-6 39-16,3-8 74 16,1-4 36-16,4-7 33 15,2-4-40-15,6-5-59 16,4-5-19-16,9-1-51 16,7-2-23-16,11 2-20 15,3 5-5-15,7 9-4 16,2 6-7-16,0 10-6 15,0 5-10-15,-6 3-39 16,-2 0-25-16,-4-2-104 16,-3-5-135-16,4-6 162 15</inkml:trace>
  <inkml:trace contextRef="#ctx0" brushRef="#br5" timeOffset="206243.48">16951 9189 1061 0,'5'-11'79'15,"-3"2"63"1,3 4-57-16,-5 5-6 0,-3 9 1 15,-4 9 64-15,-13 16-22 16,-6 8-20-16,-9 10-46 16,-5 4-23-16,-3 0-27 15,1-3-6-15,5-9-24 16,5-11-9-16,8-16-47 16,2-10-64-16,9-19 82 15</inkml:trace>
  <inkml:trace contextRef="#ctx0" brushRef="#br5" timeOffset="206441.28">16670 9255 2556 0,'7'16'144'16,"7"3"18"-16,8 3-80 15,13 4-66-15,5-1-15 16,5 0-34-16,-1-1-21 15,-7-3-56-15,-3-2-58 16,-11-3-182-16,-4-3-274 16,-6-4 458-16</inkml:trace>
  <inkml:trace contextRef="#ctx0" brushRef="#br5" timeOffset="-212262.36">17100 9388 1413 0,'0'0'43'16,"0"0"2"-16,4 17-22 15,2 1 3-15,2 5 34 16,1 11 8-16,1 6 4 0,0 6-18 16,-2-1-9-16,-1-4-42 15,-1-7-66-15,1-13-155 16,1-6 47-16,4-11 93 16</inkml:trace>
  <inkml:trace contextRef="#ctx0" brushRef="#br5" timeOffset="-211631.42">17008 9004 1406 0,'0'-20'34'0,"2"-1"-10"15,3-2-17-15,6 2-5 16,2 3 10-16,0 5 7 15,1 3 10-15,-1 8 57 16,1 2 21-16,1 3-20 16,-2 5-18-16,-1 0-42 15,-2 3-18-15,-7 1-3 16,-1-1-6-16,-6 3-6 16,-3 0 3-16,-4 0-3 15,-2 0 0-15,-1 0 15 0,0-2 17 16,5-2 46-16,3-1 18 15,6-1 20-15,4 1-8 16,8 1-57-16,5 0-11 16,10-4-18-16,6-3-3 15,8-4-10-15,-1-6-15 0,-1-4-195 16,-4-1-313-16,-5 3 338 16</inkml:trace>
  <inkml:trace contextRef="#ctx0" brushRef="#br5" timeOffset="-211173.28">17577 9242 1640 0,'0'0'236'16,"0"0"205"-16,17-4-385 15,2 1-47-15,8 1 0 16,2-3-2-16,2 0 2 15,2 0-2-15,-3-1-7 16,1-1-8-16,-8-3-206 16,-2-3-341-16,-11-5 399 15</inkml:trace>
  <inkml:trace contextRef="#ctx0" brushRef="#br5" timeOffset="-210951.17">17679 8918 2402 0,'-5'14'101'15,"3"7"3"-15,1 9-75 16,6 11-29-16,6 7 0 16,6 7 0-16,3 3 2 15,0 4 1-15,-1 0-3 0,-6-1-23 16,-3-2-112-16,-3-11-191 15,0-8 134-15</inkml:trace>
  <inkml:trace contextRef="#ctx0" brushRef="#br5" timeOffset="-210029.7">18374 9159 848 0,'-2'-17'130'16,"-1"-1"143"-16,-4-2-213 15,-4-1-6-15,0 3 6 16,-1 1 4-16,-1 3 6 16,-2 5 55-16,-2 9-44 0,-1 5-24 15,-4 12-36-15,1 5-12 16,-1 12 0-16,1 5 0 16,2 5-6-16,3 1 3 15,6-6 56-15,8-4 58 16,10-4 113-16,11-4-60 15,13-5-32-15,8-5-61 16,9-10-50-16,1-5-11 16,5-9-2-16,-1-5-5 0,2-7-5 15,-2-3-2-15,-6-5-5 16,-8-2 0-16,-13-7-1 16,-7-4-1-16,-15-7-13 15,-5-2-5-15,-14-1-15 16,-10-2-6-16,-17 3-26 15,-9 4-9-15,-14 6 18 16,-6 5 17-16,-6 9 28 16,-1 3 8-16,5 10 8 15,4 6 22-15,16 10 34 16,10 4 16-16,17 8 9 16,8 3-36-16,13 7-14 15,5 3-8-15,17 3 11 16,10-1 4-16,15-1 2 0,11-7-3 15,10-8-22-15,3-5-5 16,6-10-8-16,-2 0-14 16,-3-5-50-16,-4 0-40 15,-14-1-142-15,-10 0-185 16,-16 7 154-16</inkml:trace>
  <inkml:trace contextRef="#ctx0" brushRef="#br5" timeOffset="-209235.56">18699 9349 1313 0,'-4'-5'75'0,"4"1"41"16,0 4-40-16,0 0-34 16,0 0 9-16,6 7 5 15,-5 9 4-15,1 15-3 16,-2 8-12-16,0 11-18 16,1 6-13-16,-1 3-49 15,3 0-82-15,4-7 63 16</inkml:trace>
  <inkml:trace contextRef="#ctx0" brushRef="#br5" timeOffset="-208234.83">19204 8945 1373 0,'0'0'66'0,"0"0"32"15,0 1-58-15,-11 20-25 16,-6 8 3-16,-5 5 3 0,-6 13 0 16,-2 2-9-16,-4 0-1 15,4-2-8-15,-3-11-8 16,3-6-10-16,7-13-24 16,2-5-27-16,8-8-21 15,1-5-92-15,2-10 102 16</inkml:trace>
  <inkml:trace contextRef="#ctx0" brushRef="#br5" timeOffset="-208016.98">18885 9042 1543 0,'7'-6'162'0,"4"0"74"15,3 1-71-15,7 4-67 16,3 2 10-16,3 8-49 15,1 4-2-15,-2 13-13 0,-1 5-11 16,-1 4-12-16,-2 0-9 16,0-7-18-16,0-3-30 15,0-7-122-15,0-4-143 16,2-7-449-16,-1-5 570 16</inkml:trace>
  <inkml:trace contextRef="#ctx0" brushRef="#br5" timeOffset="-207715.22">19398 9247 1243 0,'0'0'99'16,"0"0"100"-16,1 0-50 15,12 15-14-15,-8-1 44 16,1 3-2-16,-2 12-29 16,-1 4-68-16,-3 9-48 0,3 4-20 15,-3-3-143-15,0-2-172 16,6-14 145-16</inkml:trace>
  <inkml:trace contextRef="#ctx0" brushRef="#br5" timeOffset="-207255.28">19576 9011 1687 0,'18'-5'183'0,"7"0"86"16,15 0-216-16,3-1-47 0,8-2-12 16,-3 0-8-1,-4 1-82-15,-3 0-48 0,-11 0-116 16,-5 1 21-16,-11-4 169 16</inkml:trace>
  <inkml:trace contextRef="#ctx0" brushRef="#br5" timeOffset="-206997.43">19762 8726 1175 0,'0'0'174'0,"0"1"595"15,6 18-587-15,1 3-182 16,4 7 3-16,3 14 7 0,0 9 1 16,-2 17 3-16,-5 10-1 15,-7 6-3-15,-4-6-9 16,1-13-20-16,3-12-18 16,10-15-208-16,6-8-42 15,5-9 132-15</inkml:trace>
  <inkml:trace contextRef="#ctx0" brushRef="#br5" timeOffset="-206155.59">20201 8928 1096 0,'-2'-15'96'0,"0"3"87"16,0 1-77-16,-1 4-34 16,0 4 74-16,-4 8-29 15,-2 9-27-15,-1 17-37 16,0 8 4-16,7 10 24 16,4 5 3-16,12-5-4 15,4-3-17-15,9-11-16 16,2-9 18-16,6-11 7 15,4-4-6-15,6-11-22 16,3-3-20-16,0-10-24 16,-6-3-6-16,-7-10-34 0,-7-6-13 15,-11-10-7-15,-2-3 10 16,-12-8 26-16,-6 0 13 16,-9-4 14-16,-6-3 2 15,-11-1-5-15,-4 3-9 16,-14 5-10-16,-4 5-7 15,-3 9-10-15,-1 5-16 16,8 12 22-16,3 7 24 16,10 14 45-16,8 6 18 0,6 12-3 15,4 6 9-15,5 5 13 16,3 3 0-16,11 0-16 16,6 1-32-16,13 0-15 15,8-2 5-15,10-4 8 16,5-6 4-16,7-7 0 15,0-5-10-15,0-4-19 16,-2-4-10-16,-7-5-44 16,-6-3-38-16,-11-2-199 15,-8 0-570-15,-6 2 697 16</inkml:trace>
  <inkml:trace contextRef="#ctx0" brushRef="#br5" timeOffset="-205711.4">20695 9157 1462 0,'-3'9'79'0,"0"4"184"16,3 3-60-16,0 2-74 15,0 1-10-15,3-1-32 16,1-1-33-16,7-1-12 16,2-2 7-16,7-5-4 15,5-1-1-15,4-7-8 16,0-3-18-16,2-6-25 15,-3-3-20-15,-4-5-22 16,-3-3-2-16,-9-5 13 16,-6-2 7-16,-8-1 22 15,-4-6 13-15,-10-2 15 16,-5 2 11-16,-6 8 12 16,-6 12-2-16,-4 14-5 15,1 8-15-15,3 10-62 0,8 7-71 16,11 5 231-16,6-1-136 15</inkml:trace>
  <inkml:trace contextRef="#ctx0" brushRef="#br5" timeOffset="-186414.95">15001 11558 1675 0,'12'-6'168'0,"4"-12"8"16,5-5-83-16,15-13-72 15,2-6 18-15,13-6 47 16,2-7-1-16,0-5 3 15,-2-6-7-15,-2-9-15 16,3-2-14-16,4-2-28 16,2 3-15-16,-3 12-9 15,-4 5 0-15,-9 9 0 16,-5 4 0-16,-6 6 1 16,-4 3 0-16,-6 5 0 15,-5 5 0-15,-2 3 0 16,-7 6-2-16,-2 6-16 15,-3 4-22-15,-2 8-50 0,0 0-26 16,0 0-100-16,-1 0-101 16,0 0-319-16,-15 13 472 15</inkml:trace>
  <inkml:trace contextRef="#ctx0" brushRef="#br5" timeOffset="-185335.7">15865 10836 967 0,'-16'1'75'0,"-2"4"23"15,-1 4-51-15,2 6-16 16,-2 7 2-16,4 10 1 15,4 9 3-15,-1 17-2 16,10 6-4-16,-2 14-4 16,3-2-3-16,7-10-15 15,-3-11 1-15,9-22-2 16,0-11 3-16,11-16 9 16,4-8 1-16,8-19 29 15,6-10 40-15,1-20-22 16,1-8-8-16,-3-11-48 15,-2-2-9-15,-10 1-3 16,-7 2-3-16,-12 11 6 16,-7 5 3-16,-13 10 27 0,-6 7 27 15,-7 14 44-15,-6 5 13 16,-6 15-13-16,-3 6-29 16,-4 16-51-16,2 7-15 15,7 11-6-15,3 2-10 16,16-2-133-16,6-5-96 15,15-13 120-15</inkml:trace>
  <inkml:trace contextRef="#ctx0" brushRef="#br5" timeOffset="-185104.27">15822 10947 2675 0,'-3'35'69'16,"3"3"38"-16,9 15-116 15,6 3-9-15,7 4-44 16,3-1-24-16,0-8-83 16,0-4-22-16,-2-11-34 15,-3-3 28-15,-8-9-19 0,-3-6 13 16,-7-10 151-16</inkml:trace>
  <inkml:trace contextRef="#ctx0" brushRef="#br5" timeOffset="-184725.22">16209 11033 1938 0,'-2'3'156'0,"-1"3"-7"16,0 5-92-16,3 6-54 16,0 6-3-16,4 8-3 15,1 1-6-15,2 1 6 16,-2-3 9-16,0-9-6 16,-1-5 6-16,-2-6-6 15,-2-10 3-15,0 0 0 16,0 0 0-16,9-13 10 15,-3-4-2-15,1-13 4 16,2-7-2-16,0-6-10 16,0-2-1-16,0 4-2 15,-1 5-4-15,-2 10 0 16,-2 6-1-16,-2 8-32 16,-1 3-54-16,-1 9-112 15,0 0-54-15,0 0-116 0,1 0 270 16</inkml:trace>
  <inkml:trace contextRef="#ctx0" brushRef="#br5" timeOffset="-184285.94">16479 10965 1528 0,'-10'-2'216'16,"-1"-1"298"-16,-1-2-439 15,2 0-66-15,0-1-15 16,-1 1-8-16,1 4-8 16,1 3-8-16,0 11 9 15,3 6 3-15,-1 11 15 16,-1 4 3-16,4 7 0 16,0-5 6-16,5-8-3 15,4-5-3-15,2-16 0 16,3-2-3-16,2-13-3 15,3-7 6-15,3-11 0 16,-1-7-9-16,0-1-6 0,-3-1 0 16,-4 5 1-16,-3 6 8 15,-4 7 6-15,-3 5 6 16,0 12 53-16,0 0 19 16,0 0-12-16,0 0-1 15,4 11-35-15,0 7-9 16,2 9-15-16,-2 2-6 15,4-6-9-15,0-3-19 0,3-13-100 16,-1-7-140-16,3-16-364 16,3-11 488-16</inkml:trace>
  <inkml:trace contextRef="#ctx0" brushRef="#br5" timeOffset="-183699.5">16690 10461 1783 0,'0'0'266'16,"0"0"127"-16,5 8-304 15,2 14-58-15,5 19-27 16,2 9-3-16,1 7 1 16,1-1 1-16,-3-6-12 15,-2-6-9-15,-4-12-29 16,-3-6-9-16,-2-10-8 0,0-6-8 15,-6-8-30-15,-1-4-2 16,-6-9-28-16,-4-3-8 16,-3-5 5-16,-1 0 7 15,-4 0 83-15,-1 2 24 16,2 7 15-16,-3 4 6 16,8 7 23-16,1 6 20 15,4 10 82-15,3 8 13 16,5 16-36-16,1 5-13 0,5-1-26 15,4-4-12-15,8-17-12 16,3-7-10-16,9-17-14 16,2-11-6-16,6-13 0 15,0-9 0-15,1-7-27 16,1-1 3-16,-7 0-5 16,1 4 5-16,-10 10 18 15,-2 3 6-15,-4 11 38 16,-3 5 25-16,1 5-14 15,-2 5-3-15,1 7-19 16,2 5-17-16,-1 7-14 16,-3 0 3-16,-3 0-7 15,-2-2 0-15,-3-8 2 16,-1-10-2-16,0 0 4 16,0-1 3-16,-3-9 13 0,-3-8-6 15,0-7-15-15,0-5-18 16,1-4-93-16,4-3-83 15,4-2-197-15,4 2-144 16,10 6 400-16</inkml:trace>
  <inkml:trace contextRef="#ctx0" brushRef="#br5" timeOffset="-183268.06">17344 10617 1831 0,'-13'10'236'0,"-2"0"59"16,-4 0-194-16,-1 0-96 16,0-1-1-16,-4 3-9 15,-1 1-4-15,-1 4-2 16,0 4 0-16,3 2 13 16,5 0 3-16,7-2 8 15,5-5-6-15,8-5-3 16,5-5-3-16,9-6-1 15,2-3 0-15,5-8 4 16,1-3 1-16,1-5-4 0,0-2 7 16,-2-4-8-16,-3-2 1 15,0-4 4-15,-4-1 3 16,-4 2 14-16,-1 2 14 16,-5 9 33-16,-4 5-12 15,-2 14 5-15,0 0-7 16,6 5-17-16,0 15-13 15,3 14-18-15,2 3-4 16,1-4-4-16,3-3-6 0,-1-15-32 16,2-5-16-16,0-12-64 15,-1-7-128-15,3-15-191 16,-1-7-64-16,0-10 399 16</inkml:trace>
  <inkml:trace contextRef="#ctx0" brushRef="#br5" timeOffset="-183074.81">17558 10396 625 0,'-1'-45'226'15,"1"3"185"-15,-1 9-180 16,0 8 182-16,3 9 3 16,-1 5-169-16,3 9-132 15,5 5-57-15,5 19-39 16,3 11-9-16,1 21-4 16,-4 9-1-16,-3 7-14 15,-2 0-16-15,-5-12-56 16,0-8-92-16,1-21-93 0,-4-10-128 15,-1-19-228-15,1-4 467 16</inkml:trace>
  <inkml:trace contextRef="#ctx0" brushRef="#br5" timeOffset="-182725.41">17540 10510 2103 0,'-5'6'275'0,"3"0"15"16,2 0-158-16,8 1-73 15,7-2-23-15,7-3-39 16,5-2-14-16,7-6-32 16,0-3-19-16,1-1-52 15,-1-1-117-15,-9 4-115 16,-4 2-42-16,-10 5 201 16,-5 3 98-16,-8 4 46 15,-4 1 32-15,-5 2 65 16,-3-1 12-16,-2-5 16 15,1-2-8-15,2-6 1 16,2-4-27-16,3-6-22 16,2-3 1-16,2-5 24 15,1-2 15-15,5-7 51 16,3-1 17-16,8-6-5 16,4-4-31-16,12-5-80 0,7-1-90 15,9 2-202-15,5 3-221 16,10 12 379-16</inkml:trace>
  <inkml:trace contextRef="#ctx0" brushRef="#br5" timeOffset="-182390.62">18223 10256 2324 0,'-16'12'127'0,"0"-2"18"16,0 0-91-16,6-4-48 15,1-2-3-15,9-4-6 16,0 0-8-16,0 0-33 16,0 1-10-16,13 9-11 15,-2-5-1-15,0 3-2 16,1-1-19-16,1 2-2 16,-2-2 17-16,4-3 57 15,2-2 15-15,2-6 3 16,3-3 3-16,0-6-3 15,-1 0 0-15,-3 1-24 16,-5 2-27-16,-3 3-45 0,-1 1-20 16,-7 3-34-16,-2-2 6 15,-3 2 6-15,-3-2-185 16,8-1 173-16</inkml:trace>
  <inkml:trace contextRef="#ctx0" brushRef="#br5" timeOffset="-182012.56">18458 10056 1508 0,'-31'2'117'0,"-1"4"89"16,0 3-69-16,-6 7-80 16,2 4-18-16,-5 6-24 15,-1 6-6-15,1 8 60 16,1 6 32-16,7 8 24 0,3-2-10 15,14-2-21 1,7-7-27-16,20-10-45 16,13-7-6-16,17-16-11 0,7-7-6 15,11-20-27-15,2-7-44 16,2-14-160-16,-2-4-190 16,-5-5 204-16</inkml:trace>
  <inkml:trace contextRef="#ctx0" brushRef="#br5" timeOffset="-180621.44">22533 7971 1353 0,'5'-17'47'0,"2"1"-3"16,6 12-17-16,3 6 4 15,15 18 10-15,4 13 56 16,5 37 37-16,-1 16 7 16,-6 35-43-16,-3 12-26 15,-3 19-51-15,-1 14-18 16,-5 20-66-16,-2 3-21 16,-6 4-2-16,-3-3 5 15,-8-4 57-15,0 2 24 0,-5-4 3 16,-1-5 0-16,-2-12 18 15,-1-13 0-15,4-28 27 16,1-17 23-16,5-26 25 16,1-12 0-16,4-19-40 15,2-11-35-15,0-24-170 16,-2-9-84-16,-2-15-200 16,-1-10 311-16</inkml:trace>
  <inkml:trace contextRef="#ctx0" brushRef="#br5" timeOffset="-180271.83">20890 10046 2666 0,'68'6'47'0,"30"-8"-37"16,20-8-3-16,41-12 7 16,14-6 1-16,37-7 6 15,13-4 0-15,14-5 0 16,17-3 2-16,-7 0-2 15,6 0 3-15,1 0-10 16,-15 2-5-16,-7 0-4 16,-11 4-6-16,-28 3-30 15,-11 1-28-15,-36 5-87 16,-16 2-148-16,-40 6 102 16</inkml:trace>
  <inkml:trace contextRef="#ctx0" brushRef="#br5" timeOffset="-175990.2">23267 10791 181 0,'0'0'99'16,"0"0"23"-16,0 0 56 15,0 0 22-15,0 0-50 16,0-1-34-16,0 0-64 16,-1 0-14-16,1 0-7 0,-1 0-4 15,1-1-3-15,-7-27 5 16,7 29 11-16,0 0 9 15,0-1 3-15,0 0-1 16,0 0-19-16,0 0-6 16,0-1-11-16,-7-28-1 15,7 29-8-15,0 0-1 16,-3-26 1-16,1 15 4 0,0 0 14 16,0 0 6-16,0 1 9 15,0 1 5-15,0-2 7 16,0 2-3-16,2-2 0 15,0 0-12-15,0-2 3 16,0-1-16-16,0 0-14 16,-1 0 3-16,0 1-6 15,0 0-3-15,1 1-3 16,0 2 0-16,0 0 9 16,0-1 12-16,1 0 3 15,0 0 9-15,1-1-6 16,1 0-6-16,-2-2-9 15,1 0-6-15,0 0-3 16,-1-1-3-16,1 1 0 16,0 0 0-16,0 1 3 15,0 1 0-15,-1 1 9 0,0 0 0 16,1 1 3-16,-1-1 3 16,0 1-10-16,2 1-5 15,-1-2 0-15,-2 2 0 16,1-1 0-16,-1 0-3 15,0 1 0-15,1 1 0 16,0 0 3-16,0 1 3 16,1 0 3-16,-1-2 0 15,1 1 12-15,2-1-12 16,-2 0 9-16,1-1-3 0,-1 0-12 16,1-1 0-16,-1 2-3 15,-1-1 3-15,0 3-3 16,0 1 3-16,0 0 0 15,1 0 0-15,2-3-2 16,-1 2-1-16,4-4 0 16,-1 1-1-16,-2 0-5 15,3 0 6-15,-3 0 0 16,1 0 3-16,-1 0 0 16,-2 0-3-16,2 1 1 15,-1 1-1-15,2-1 0 16,-2 0 4-16,3 0-5 15,-2-1-3-15,3 0 4 16,-1-2 0-16,0 0 4 0,0 0-4 16,-1 0 0-16,1 1-3 15,-3 0 3-15,0 1-4 16,0 1-2-16,2 1 6 16,0 1 0-16,1 1 0 15,0-1 6-15,0-1-9 16,1-2-3-16,3 1 6 0,0-2 0 15,-1 0 0-15,3 1 0 16,-1-3 0-16,1 3-3 16,1 0-3-16,-2 3 3 15,0 2 0-15,-1 1-3 16,-1 2 3-16,0 0 0 16,1 3-3-16,-3 0 0 15,3 0 0-15,0 0 0 16,2 0 6-16,3-2-3 15,0 0 0-15,0 0 0 16,4 1 0-16,-6-1 3 16,4 1 0-16,-3 0 0 15,-3 1 0-15,2 0 0 16,1 0 3-16,3-2-6 16,2-1 0-16,3-3-3 15,-1-1 3-15,3-1 3 16,-3 0 0-16,1-1 3 0,-1 0-3 15,-2 0 0-15,-3 1 3 16,0 0-6-16,-1 0 9 16,1 1-3-16,-1-2-6 15,0-1 6-15,2-2-3 16,1-2 0-16,0-2-3 16,4 0 0-16,-2-2 0 0,1 3-3 15,0 0 9-15,-7 4 0 16,-1 2-3-16,-6 1 6 15,0 2-6-15,-2 0 0 16,0-1 0-16,1-1-3 16,0-2 0-16,0-2 0 15,0-1 0-15,2-1 6 16,0-2 0-16,0-1 0 16,0-1 0-16,-4 0-3 15,0-6 0-15,-4-1 0 16,1 0 18-16,0-3-3 15,0 8-6-15,2 0 15 16,1-1-24-16,0 0 0 16,1 0 0-16,-2 1 0 15,0 1-9-15,-2 2 3 16,-1 2 3-16,0 2 3 0,-1 0 3 16,-1 2 0-16,-1-2 0 15,2 0-3-15,1-1 0 16,2 1 0-16,0 0-6 15,1-4 6-15,1 3 0 16,-1-1 3-16,0 0 0 16,-1 4-6-16,-2 0-3 15,0 1 3-15,0 0 3 16,0-1 0-16,0 1 3 0,0-1 0 16,0 0 0-16,0 0 0 15,-2 2-3-15,-1 0 0 16,1-1-3-16,-3 1 3 15,1-1 0-15,0-3 0 16,-1 1 0-16,1-2 0 16,-1-3 0-16,0-2 0 15,-1 0 0-15,-1-2 3 16,1 0 3-16,-2 1-9 16,1 2 0-16,-1 0 0 15,0-1 0-15,2 2 6 16,-1-1 9-16,1-1-9 15,0-1 10-15,2-1-11 16,0 0 1-16,1-3-2 0,1-1-2 16,1 0 1-16,0-2-3 15,2 1 2 1,2-2-7-16,1-2-13 0,2-1-3 16,1-4-221-16,2 0 167 15</inkml:trace>
  <inkml:trace contextRef="#ctx0" brushRef="#br5" timeOffset="-171841.33">19132 11227 1382 0,'-10'-8'60'0,"-1"-2"14"15,0 3-37-15,-3 3-7 16,0 2-9-16,-3 3-18 16,-1 5 0-16,-1 12 0 0,-3 11 3 15,1 17 0-15,0 7 0 16,-1 11-6-16,4 2 0 16,0 8-21-16,2 1 3 15,4 2 0-15,4-3 9 16,4-4 9-16,3-2 6 15,2-6-6-15,4-3 3 0,-2-4-3 16,0-4-3-16,-4-3 3 16,-4-3-3-16,-7-5 3 15,-5-3 3-15,-6-7 9 16,-5-3 3-16,-5-10 3 16,3-6 0-16,-5-12-9 15,3-10-27-15,-1-18-89 16,0-10-228-16,5-20 220 15</inkml:trace>
  <inkml:trace contextRef="#ctx0" brushRef="#br5" timeOffset="-171650.55">18746 11913 2512 0,'62'-28'-212'15,"4"-6"-302"-15,-2 1 37 16,-7 7 349-16</inkml:trace>
  <inkml:trace contextRef="#ctx0" brushRef="#br5" timeOffset="-171262.27">19371 11494 1262 0,'-43'26'122'0,"2"5"232"0,5 4-133 16,9 8-122-16,3 4-24 15,11 6-24-15,4 3-10 16,6 1-29-16,3-2-3 16,5-8-12-16,3-7-21 15,5-13-77-15,3-9-70 0,2-15-361 16,1-7 418-16</inkml:trace>
  <inkml:trace contextRef="#ctx0" brushRef="#br5" timeOffset="-171039.33">19688 11529 1586 0,'-28'35'221'0,"1"5"81"16,-3 6-156-16,0 11-119 15,-4 4-27-15,-4 2-72 16,-2-3-50-16,-1-14-51 16,1-8-22-16,6-20 3 15,4-10 56-15,4-17 88 0</inkml:trace>
  <inkml:trace contextRef="#ctx0" brushRef="#br5" timeOffset="-170845.72">19309 11598 2106 0,'21'31'170'0,"3"6"-42"15,1 6-65-15,9 6-38 16,1 1-6-16,6-4-17 16,4-5-4-16,-2-12-96 15,-1-10-134-15,-9-14 109 16</inkml:trace>
  <inkml:trace contextRef="#ctx0" brushRef="#br5" timeOffset="-170591.4">19609 11344 2103 0,'8'13'253'16,"7"4"21"-16,6 4-205 15,16 6-56-15,7 2-8 16,10 8-4-16,2 5-6 16,-5 12-63-16,-7 4-106 15,-15 7-116-15,-7 2-120 16,-21-1 105-16,-10-1 84 0,-21-4 136 15</inkml:trace>
  <inkml:trace contextRef="#ctx0" brushRef="#br5" timeOffset="-170223.48">20218 11616 2407 0,'11'4'101'0,"7"-1"47"16,14-4-214-16,6-5-59 15,6-7-159-15,1-2-180 0,-1 1 280 16</inkml:trace>
  <inkml:trace contextRef="#ctx0" brushRef="#br5" timeOffset="-170030.57">20273 11823 2864 0,'45'-15'-207'0,"4"-7"-168"15,4-6 148 1</inkml:trace>
  <inkml:trace contextRef="#ctx0" brushRef="#br5" timeOffset="-167562.9">21395 11523 1136 0,'-10'-14'101'16,"-3"-3"77"-16,-1 2-85 16,-3-2-39-16,-2 2 48 0,-2 1-7 15,-3 2-2-15,1 4-15 16,-4 3-7-16,-5 7-26 16,0 4-12-16,-2 8-27 15,5 3 3-15,7 8-9 16,3 4 3-16,6 6 6 15,4 3-12-15,6-3 6 16,5-3-3-16,7-9-3 16,3-5 3-16,6-10-6 15,2-2 9-15,6-9 6 16,0-5 6-16,7-7 12 16,-2-6 3-16,0-9-4 15,-2-2-5-15,-4-1-9 16,-1-2-9-16,-8 4-3 15,-3 4 3-15,-9 7-3 0,-3 5 6 16,-6 5 12-16,-2 3 18 16,0 4 24-16,2 2 2 15,-1 4-1-15,3 5-16 16,1 6-32-16,0 5-8 16,5 9-5-16,-2 4-5 15,2 4-4-15,0 0 2 16,3-6-2-16,1-5-5 0,3-11-27 15,0-7-50-15,3-13-200 16,2-7-89-16,2-8 205 16</inkml:trace>
  <inkml:trace contextRef="#ctx0" brushRef="#br5" timeOffset="-167318.94">21809 11340 1541 0,'-18'12'170'0,"-1"4"60"16,-4 3-143-16,2 8-81 16,-4 3-3-16,-1 6-3 15,2 3 9-15,-1 2-6 0,1-3-3 16,1-7-12-1,-5-7-72-15,-1-16-214 0,4-8 186 16</inkml:trace>
  <inkml:trace contextRef="#ctx0" brushRef="#br5" timeOffset="-167134.83">21557 11374 1452 0,'7'7'185'0,"3"7"373"15,2 2-312-15,5 5-158 16,4-1-24-16,3-1-45 16,1 0-25-16,-2 0-66 15,-2-2-53-15,-2-2-163 16,0-1-155-16,-8-3 283 16</inkml:trace>
  <inkml:trace contextRef="#ctx0" brushRef="#br5" timeOffset="-166421.41">21952 11027 1849 0,'0'0'227'0,"0"0"35"15,0 0-149-15,18-13-83 16,10 1-17-16,8-3-13 15,7 0 0-15,-1 2 2 0,-2 2-2 16,-9 7-7-16,-7 2-6 16,-13 7-20-16,-6 6 6 15,-9 6-1-15,-7 3 9 16,-10 4 21-16,-6 2 12 16,-7 3 24-16,-1 1 15 15,-2 1 32-15,-3-2 2 16,8-5-23-16,5-6-4 0,11-8-20 15,12 0-12-15,15-3-27 16,3 0-8-16,14 0-13 16,-1 0-5-16,3-1-5 15,1 6-4-15,-6 0 1 16,-1 1 0-16,-13 1 10 16,-6-4-6-16,-9 2 23 15,-9 1 6-15,-10 1 2 16,-4 0 7-16,-6-2 6 15,1-1 1-15,1-4-8 16,3-3-5-16,12-4-121 16,6-2-97-16,23-7 66 15</inkml:trace>
  <inkml:trace contextRef="#ctx0" brushRef="#br5" timeOffset="-165987.03">22264 11484 2157 0,'0'0'189'0,"9"-1"-32"16,1-2-73-16,11-2-64 16,3-1-8-16,10-1-3 15,4 2-4-15,-3-1-13 16,-1 2-32-16,-9 1-113 0,-3-2-98 16,-8 0-272-16,-3-2 342 15</inkml:trace>
  <inkml:trace contextRef="#ctx0" brushRef="#br5" timeOffset="-165760.91">22373 11225 2437 0,'-2'23'156'15,"4"4"38"-15,7 9-169 16,4 6-23-16,2 3-8 16,-1 5-8-16,-6 14-36 15,-6 5-23-15,-5 4-126 16,-4-1-116-16,1-11-520 16,3-6 653-16</inkml:trace>
  <inkml:trace contextRef="#ctx0" brushRef="#br5" timeOffset="-164934.54">22884 11371 1535 0,'-23'26'10'16,"2"3"7"-16,5 2 1 16,3 1-3-16,8-3 27 15,3-4 11-15,8-7 10 16,6-4 3-16,5-10-12 16,5-6-3-16,3-12-25 15,5-4-11-15,-2-8-30 16,-3-1-3-16,-6-1 1 15,-7 1 2-15,-2 2 30 16,-2 0 11-16,-4 3 46 16,2 1 48-16,-5 7 47 15,2 4-42-15,-3 10 0 16,0 0-21-16,0 0-60 16,1 13-12-16,-1 13-20 0,0 6-11 15,1 3-6-15,3-3-13 16,-1-5-53-16,-1-2-96 15,1-4-90-15,0-5-107 16,0-8 17-16,8-6-64 16,7-10 250-16</inkml:trace>
  <inkml:trace contextRef="#ctx0" brushRef="#br5" timeOffset="-164652.76">23423 11262 2373 0,'-25'42'0'0,"-5"3"-2"15,-3 0 2-15,-1-10-9 16,1-4-22-16,3-8-131 0,6-6-83 16,5-10-194-16,4-5 336 15</inkml:trace>
  <inkml:trace contextRef="#ctx0" brushRef="#br5" timeOffset="-164490.04">23206 11296 2666 0,'19'15'74'0,"5"-1"-43"15,2 3-16-15,3 1-17 16,0 1-25-16,-1-2-81 16,-1-3-153-16,3-5 101 15</inkml:trace>
  <inkml:trace contextRef="#ctx0" brushRef="#br5" timeOffset="-161629.22">22726 11064 1070 0,'3'-9'76'16,"2"-1"56"-16,2 3-66 15,1 0-16-15,2 6-19 16,-1 5-2-16,1 9-13 16,-1 7-3-16,-2 11-7 0,-2 4-2 15,-5 8-4-15,-1 5-6 16,-5-1 0-16,0-3 2 15,-1-7 0-15,1-8 8 16,3-10 12-16,-1-3 9 16,4-7 28-16,0-9 46 15,0 0-19-15,0 1-14 16,0-1 6-16,0 0 29 0,1 0 43 16,0 0 5-16,15-7-51 15,-7-3-40-15,8-5-31 16,2-3-11-16,10-2-15 15,4 1-1-15,1 3-4 16,0-4-3-16,-5 6-15 16,-6 11-5-16,-8 4-17 15,-4 12 1-15,-6 9 5 16,-3-3 2-16,-4 5 27 16,-1 1 12-16,-7 0 30 15,0 0 8-15,-7-2 28 16,-2-1 25-16,-2-1 37 15,-4-4-39-15,0-6-18 16,-1-4-13-16,3-7-29 16,3-3-18-16,6-4-38 0,1-2-18 15,8-5-45-15,5-2-44 16,10-4-159-16,4 0 74 16</inkml:trace>
  <inkml:trace contextRef="#ctx0" brushRef="#br5" timeOffset="-160870.99">23502 11044 1998 0,'15'-14'162'0,"6"2"0"16,3 1-57-16,6 2-36 15,1 0-15-15,-1 3-38 16,-2 1-37-16,-10 3-87 16,-6 3-23-16,-9 8-96 0,-9 6 27 15,-10 7 98-15,-4 2 36 16,-8 4 45-16,-2 0 42 15,4-1 141-15,2-2 59 16,10-10 43-16,3-3-91 16,11-12-79-16,0 0-56 15,12 5-39-15,4-8-18 16,12-5-98-16,4-3-67 0,7-2-231 16,5 1 178-16</inkml:trace>
  <inkml:trace contextRef="#ctx0" brushRef="#br5" timeOffset="-160499.89">23823 11390 2752 0,'40'-5'-38'0,"-3"-3"-16"16,-2 0-43-16,-7 0-23 15,-6-1 4-15,-5-1-78 16,-3-3-39-16,-5-10-380 16,-3-1 468-16</inkml:trace>
  <inkml:trace contextRef="#ctx0" brushRef="#br5" timeOffset="-160320.37">23898 11340 2727 0,'5'47'0'0,"3"-10"-28"16,1 0-25-16,0-2-162 15,0-2-152-15,-3-2 167 0</inkml:trace>
  <inkml:trace contextRef="#ctx0" brushRef="#br5" timeOffset="-158652.25">24305 11181 1301 0,'-19'-2'12'0,"-1"3"9"16,-5 3 6-16,3 6 14 15,-1 2 3-15,2 8-1 16,3 8-4-16,-1 7 7 16,5 0 20-16,3 2-13 15,3-9 4-15,4-1 3 16,4-3 12-16,5-1 5 16,4-3-5-16,9-3-9 15,6 0-9-15,9-6-4 16,4 0 13-16,3-7-2 15,0-2-21-15,0-6-29 16,-4-3-38-16,-2-3-124 16,-6-3-79-16,-7-1-137 15,0 2-91-15,-12-1 294 16</inkml:trace>
  <inkml:trace contextRef="#ctx0" brushRef="#br5" timeOffset="-158396.93">24612 11304 2463 0,'-13'30'-14'0,"-6"-6"-19"16,-1 0-14-16,-6-3 2 16,2-2-18-16,3-5-83 15,-4-6-39-15,7-7-208 16,2-6 308-16</inkml:trace>
  <inkml:trace contextRef="#ctx0" brushRef="#br5" timeOffset="-158220.06">24484 11332 2692 0,'35'23'54'0,"1"2"-14"16,5-4-31-16,-1-1-9 15,-7-5-57-15,-2-4-84 16,-7-7-204-16,-6-4 52 0</inkml:trace>
  <inkml:trace contextRef="#ctx0" brushRef="#br5" timeOffset="-157681.16">24819 11309 2646 0,'10'-4'-25'15,"8"3"-11"-15,2-12 9 16,3 2 10-16,-4-3-26 15,-4-2-24-15,0 2-121 16,-4 0-125-16,-2-3-130 16,1-2 336-16</inkml:trace>
  <inkml:trace contextRef="#ctx0" brushRef="#br5" timeOffset="-157486.76">24884 11131 2326 0,'3'15'56'0,"0"3"-11"16,-1 14-1-16,-1 13-3 0,1 8-15 15,-1 2-8-15,2-4-17 16,-2-6-24-16,4-7-150 16,1-1-163-16,1-6 142 15</inkml:trace>
  <inkml:trace contextRef="#ctx0" brushRef="#br5" timeOffset="-155604.68">25153 11089 1586 0,'4'45'27'16,"-1"4"-6"-16,-3 8-18 15,4-5 0 1,-3-6 6-16,-1-6 0 0,2-17 11 16,-2-3 10-16,0-9 36 15,5-5 6-15,-3-3-3 16,-2-3-4-16,0 0-32 16,0-1-30-16,-8-16-18 15,2 4-18-15,0 0 6 16,-3 1 18-16,1 3 24 15,4 2 9-15,-6 3 15 16,2 1-3-16,-4 4-3 16,-4 4-3-16,0 6 15 15,2 4 17-15,0 3 35 16,5 1-27-16,9-2-16 0,9-1-19 16,20-6-31-16,8-3-57 15,13-11-163-15,3-3-97 16,-7-13 121-16</inkml:trace>
  <inkml:trace contextRef="#ctx0" brushRef="#br5" timeOffset="-153643.68">20833 12370 1086 0,'-5'12'62'0,"1"6"15"15,3 4 3-15,-4 6-16 16,0 4-16-16,0 4-21 16,-4 1-7-16,9 0 1 15,1-2 0-15,10-6 29 16,7-5 78-16,7-9 10 16,1-7-1-16,3-10-17 15,-1-9-30-15,5-12-25 16,4-5-14-16,2-10-36 0,0-3-12 15,-1-6-3-15,-3-3 6 16,-9-5 1-16,-5-2 1 16,-14-1 8-16,-4 2 5 15,-9 6 31-15,-4 4 13 16,-11 12 13-16,-5 6-2 16,-10 10-35-16,-8 5-17 0,-7 10-17 15,-3 3-4-15,-2 12-13 16,-1 7-4-16,0 13 5 15,5 5-1-15,9 7 5 16,8 2 3-16,15-4 2 16,7-4 1-16,13-12 7 15,6-6 1-15,15-10 4 16,9-7-1-16,19-8 3 16,9-5 4-16,12-6 8 15,5-1 6-15,-1-4-6 16,-1-1-6-16,-9 1-9 15,-9 1-10-15,-19 6-13 16,-8 4-9-16,-17 5-45 16,-11 5-41-16,-1-2-142 15,-10 6-136-15,-4 5-312 16,1 5 539-16</inkml:trace>
  <inkml:trace contextRef="#ctx0" brushRef="#br5" timeOffset="-152693.35">21232 12631 1837 0,'0'-1'155'0,"8"-21"-32"16,3 10-10-16,5 1-28 16,5-2-37-16,3 4-26 15,3 1-4-15,-1 2-17 16,-4 3-5-16,-3 4-12 15,-3 3-28-15,-8 8-42 0,-6 2-12 16,-10 5 5-16,-6 4 51 16,-9 4 48-16,-3-1 27 15,-2 4 93-15,-3-2 38 16,7-4 24-16,3-4-28 16,9-8-69-16,6-5-22 0,7-4-63 15,5-1-17-15,5-2-23 16,3 0-4-16,6 0 8 15,1 1 1-15,-2 4-9 16,-3 2-14-16,-7 3-46 16,-6 3 13-16,-9 3 30 15,-6 0 29-15,-8 4 67 16,-2-2 34-16,-3 1 62 16,-2-2-24-16,-1-5-1 15,2-4-16-15,0-10-51 16,0-10-41-16,5-14-82 15,5-8-70-15,13-9 22 16,3-1-24-16</inkml:trace>
  <inkml:trace contextRef="#ctx0" brushRef="#br5" timeOffset="-151587.95">21718 12190 1583 0,'-9'15'122'16,"-5"10"-8"-16,-3 5 8 15,-1 6 40-15,-2 4 2 0,2 1-70 16,-1-1-37-16,-1-5-43 15,1-6-15-15,-4-10-52 16,0-5-43-16,0-10-128 16,2-4-48-16,8-11-2 15,5-4 121-15,4-7-60 16,4-1-41-16,3-1 69 16,0 4 99-16,4 4 236 15,1 3 80-15,2 5-21 16,0 3-29-16,-1 2-50 15,-1 3 100-15,1 0 3 16,1 2-9-16,4 3-46 16,0 3-46-16,0 2-35 15,1 3-42-15,-2 2-39 16,-1 3-8-16,1-1-24 16,0-2-18-16,-3-2-80 0,-1-2-23 15,-2-4-74-15,-1-3-52 16,1-7-118-16,5-2 306 15</inkml:trace>
  <inkml:trace contextRef="#ctx0" brushRef="#br5" timeOffset="-151380.33">21851 12630 2805 0,'0'33'-59'0,"1"6"-25"15,1 1-65-15,-5-2-70 16,-2 0-148-16,-1-7 196 16</inkml:trace>
  <inkml:trace contextRef="#ctx0" brushRef="#br5" timeOffset="-150617.29">21714 11878 1442 0,'18'-10'16'0,"2"0"-1"16,3-1 7-16,5 1 1 15,-2 3 30-15,1 3 51 16,-1 3-17-16,-5 1-18 16,-1 4-54-16,-4 2-30 15,-13 6-24-15,-3 3-3 0,-10 6 3 16,-5 0 21-16,-5-1 42 15,-2 1 39-15,-2-2 54 16,3-1 23-16,5-3 21 16,4-3-32-16,7-5-65 15,1-1-19-15,4-2-32 16,1-1-8-16,8 1-6 16,2 0-6-16,11-1 4 15,2 1 3-15,6-1 0 16,-2 2 0-16,-12 2-1 15,-1 3 0-15,-10 4-2 16,-4 1 3-16,-7 3 0 16,-7 2 0-16,-15 0 4 15,-4 0 7-15,-3-4 18 16,1-3 2-16,8-10-22 16,4-5-44-16,9-16-155 0,5-12 65 15</inkml:trace>
  <inkml:trace contextRef="#ctx0" brushRef="#br5" timeOffset="-149753.03">22283 12314 1535 0,'1'-1'4'0,"0"0"-2"15,0 0 2-15,0 0 19 16,28-5 79-16,-16 8 32 0,3-1 66 15,2-1 0-15,7-2-71 16,4-2-64-16,4-7-43 16,2 0-15-16,-3-3-37 15,-2-1-91-15,-7-2-234 16,-2-1-250-16,-16-5 445 16</inkml:trace>
  <inkml:trace contextRef="#ctx0" brushRef="#br5" timeOffset="-149540.13">22463 12141 2776 0,'14'35'-11'0,"4"8"-5"15,-4 17-7-15,-2 7-14 16,-11 9-62-16,-4 1-94 16,-12-4-230-16,-2-2-89 15,0-10 396-15</inkml:trace>
  <inkml:trace contextRef="#ctx0" brushRef="#br5" timeOffset="-148705.29">22887 12320 1652 0,'-5'50'3'16,"2"-1"3"-16,3-6 23 16,3-5 28-16,6-10 108 15,2-5 41-15,5-9 37 16,3-4-72-16,4-10-61 16,-1-5-58-16,5-11-29 15,1-7-8-15,3-8-2 16,1-7-2-16,-4-8-7 0,-4-5 0 15,-11-8-3-15,-5-3-1 16,-8 0 0-16,-6 2 0 16,-9 7 0-16,-6 4 0 15,-8 13-3-15,-2 5-2 16,-5 13-3-16,1 7 1 16,-2 12 11-16,0 7 7 15,1 11 6-15,1 4 4 16,8 4-4-16,3 1 1 15,12-1 0-15,7-3 3 0,10-2-8 16,8-2-2-16,11-5-9 16,8-3-2-16,7-6 3 15,3-4-1-15,1-6 3 16,0-5-3-16,2-5-15 16,2-2-20-16,-6 4-24 15,-6 2-12-15,-16 6-54 16,-6 1-96-16,-12 6-140 15,-5 4-110-15,-4 7 377 16</inkml:trace>
  <inkml:trace contextRef="#ctx0" brushRef="#br5" timeOffset="-148253.01">23189 12538 2558 0,'7'-13'20'16,"3"0"-20"-16,4 0 0 15,1 2-4-15,0 4-9 16,-1 3-7-16,-4 1-30 16,-3 3-35-16,-5 6-57 15,-2 0-52-15,-4 7 42 16,-4 1 59-16,-4 4 78 16,-2 3 15-16,-3 2 51 15,0 0 41-15,-3 0 139 16,1-2 8-16,2-5-7 15,4-3-93-15,6-6-50 16,7-4-36-16,9-3-52 16,8 0-10-16,10 0-22 15,5-2-10-15,5 0-38 16,3-3-38-16,-6-1-156 0,-2-2-164 16,-4-1 213-16</inkml:trace>
  <inkml:trace contextRef="#ctx0" brushRef="#br5" timeOffset="-147837.63">23713 11994 1433 0,'0'0'66'0,"-2"14"39"0,-11 0 59 16,-3 10-26-16,-5 6 11 15,-6 7 6-15,1 5-19 16,-6 4-66-16,0 0-21 16,4-5-33-16,0-5-16 15,6-10-108-15,2-7-102 16,2-15-245-16,2-8 253 15</inkml:trace>
  <inkml:trace contextRef="#ctx0" brushRef="#br5" timeOffset="-147637.02">23527 12140 3037 0,'32'26'-49'16,"4"-2"-18"-16,-2-1-53 15,-3 1-31-15,-10-4-138 16,-4 2-154-16,-5-4 227 16</inkml:trace>
  <inkml:trace contextRef="#ctx0" brushRef="#br5" timeOffset="-146822.26">23723 12379 1454 0,'0'-1'14'0,"7"-22"9"16,0 15 4-16,3-1 38 15,-4-2 66-15,5-1 19 16,3 0-10-16,1 2-44 15,3 1-39-15,-1 6-42 16,-3 3-12-16,-3 4-45 16,-2 5-33-16,-6 7-51 15,-3 5-8-15,-5 8 35 16,-4 2 25-16,-9 2 53 16,-2-2 12-16,-5-2 27 15,0-5 47-15,4-8 85 16,2-2 35-16,4-7 36 15,-1-2-64-15,2-5-67 0,3-1-18 16,5-3-27-16,4 1-7 16,2-2-15-16,6-1-5 15,4-2-7-15,4 0 0 16,6 2-13-16,1 2-5 16,7 2-8-16,-2 1-9 15,-2 1-51-15,-3 0-39 16,-5-3-90-16,-1 0-127 15,-2-7-268-15,0-5 456 0</inkml:trace>
  <inkml:trace contextRef="#ctx0" brushRef="#br5" timeOffset="-146226.51">23798 11795 2518 0,'14'-2'3'0,"6"-2"-11"15,-1 1 3-15,2 0 5 16,-2 1 4-16,-6 2-4 16,-2 0-4-16,-11 0-57 15,0 0-17-15,2 12-27 16,-9-1-23-16,-5 6 89 15,-3 2 21-15,-3 3 57 16,2 1 47-16,-2 0 57 16,3-2-13-16,6-7 9 15,-1-2-50-15,11-6-39 16,7-2-21-16,7-3-37 0,9-1-15 16,4-6-51-1,0-3-118-15,-1-2-551 0,-2 1 474 16</inkml:trace>
  <inkml:trace contextRef="#ctx0" brushRef="#br5" timeOffset="-144701.91">23761 12328 2513 0,'5'11'106'0,"2"8"-59"15,-4 4-27-15,1 7-18 16,-3 1-5-16,-1 0-14 16,-3-2-8-16,-3-6-17 15,-2-3 2-15,3-8 20 16,2-2 15-16,3-10 16 16,0 0-1-16,0 0-14 15,-2-8 4-15,0-10-10 0,4-5 5 16,-1-6 5-16,1 0-2 15,1-1 7-15,0 3-1 16,1 7 4-16,-3 3 10 16,4 9-1-16,-5 8 11 15,0 0 14-15,0 0-8 16,-1 15-3-16,2 6-2 16,-4 7-21-16,-2 4-6 15,0-1-2-15,-2-4 0 0,1-5 1 16,1-4 1-16,4-8 2 15,2-3 1-15,-1-7-5 16,0 0-7-16,7-11-3 16,0-5-3-16,5-8 2 15,2-4-3-15,-3-1-5 16,-4 3 0-16,-2 3 5 16,-2 5 6-16,-3 7 8 15,0 11 1-15,0-1 18 16,0 0 21-16,-4 2 6 15,-1 13 1-15,-1 12-17 16,0 4-24-16,-1 4-3 16,0-2 1-16,-1-6-4 15,5-5 3-15,0-10-2 16,-1-4-5-16,4-7-10 0,0 0-6 16,0-1-2-16,1-16 4 15,0 2 10-15,3-2 8 16,-4 0 12-16,3-2 5 15,1-1 9-15,-4-2 0 16,11-3-9-16,-1 0-6 16,4 2-9-16,2 3 1 15,-6 10-6-15,-2 3 3 16,-4 10-7-16,-1 6 1 0,-1 11-7 16,-1 6-1-16,-1 7 7 15,-3 2 0-15,-2-4 19 16,1-2 10-16,-1-10 14 15,0-5 4-15,2-8-17 16,3-6-13-16,0 0-28 16,-3-7-14-16,3-8 2 15,0-5-2-15,0-6 14 16,-1 1 7-16,-4 1 3 16,4 1 8-16,-2 7 0 15,-2 1 8-15,3 6 2 16,1 3 3-16,1 6 14 15,0 0 0-15,0 0 1 16,-1 0-5-16,-8 14-22 16,9 3-7-16,-3 8-18 0,-1 1 2 15,1-5 11-15,3-2 6 16,-1-9 7-16,1-10 0 16,0 1-8-16,0-1-8 15,-1-4-6-15,5-9-2 16,-4-6 0-16,4-2 5 15,0-1 9-15,-5 3 1 0,3 3 8 16,-2 2 6-16,-2 5 9 16,4 3 6-16,-2 6 13 15,0 0 7-15,1 10-2 16,-2 7-3-16,1 12-10 16,1 5-11-16,1-4-12 15,3-5-12-15,1-11-48 16,-1-5-22-16,5-9-99 15,1-8-125-15,7-18 132 16</inkml:trace>
  <inkml:trace contextRef="#ctx0" brushRef="#br5" timeOffset="-144362.3">24032 12159 2788 0,'20'-5'16'16,"2"-1"-5"-16,10-3-3 15,4-3-7-15,1-1-27 16,0-1-40-16,-9 2-150 16,-6 2-179-16,-11 3-410 15,-3 0 602-15</inkml:trace>
  <inkml:trace contextRef="#ctx0" brushRef="#br5" timeOffset="-144157.1">24119 12141 2840 0,'9'60'8'16,"1"-2"-42"-16,-1-2-36 16,5-8-153-16,-1-8-219 15,2-13 173-15</inkml:trace>
  <inkml:trace contextRef="#ctx0" brushRef="#br5" timeOffset="-142973.72">24109 11967 1646 0,'0'0'122'0,"0"0"-56"16,-1 14-12-16,4 6-42 16,-2 8-3-16,0 13 0 15,-1 3-54-15,0-1-170 16,-1-1-165-16,2-4 256 15</inkml:trace>
  <inkml:trace contextRef="#ctx0" brushRef="#br5" timeOffset="-142573.86">24125 12131 1655 0,'37'-17'-379'0,"-2"-2"264"0</inkml:trace>
  <inkml:trace contextRef="#ctx0" brushRef="#br5" timeOffset="-141521.34">24526 11875 1681 0,'-11'10'87'15,"-1"6"-24"-15,0 15-39 16,-1 9-6-16,4 8-18 16,-4 1 6-16,3 0 15 0,1-1 17 15,5-7 43-15,6-2 30 16,4-8-1-16,10-4-15 16,-3-9-39-16,7-5-15 15,2-9-10-15,2-4-2 16,6-9-10-16,-4-3-7 15,3-7-4-15,1-5-5 16,-5-4-3-16,-1-3 2 0,-4-5-9 16,-5-3-6-16,-5-2-9 15,-2-3-12-15,-11-3 2 16,-7 0 2-16,-7 0-2 16,-4 4-10-16,-8 9-30 15,-6 5-5-15,-3 16 29 16,-2 3 45-16,2 11 36 15,-1 4 17-15,3 8 16 16,3 4-8-16,5 5 4 16,4 6 8-16,5 2 5 15,4 1-1-15,11-2-22 16,5-3-11-16,12-4-10 16,5-3-3-16,12-7-9 15,1-2-5-15,11-7-1 16,2-2-4-16,7-3-3 0,0-3-1 15,-6-2-1-15,-1-1-4 16,-12 1-6-16,-4 0-9 16,-9 1-35-16,-8 0-29 15,-7 1-154-15,-6-1-139 16,-7 2 157-16</inkml:trace>
  <inkml:trace contextRef="#ctx0" brushRef="#br5" timeOffset="-140169.68">24674 12417 1384 0,'0'1'35'0,"4"19"4"0,-3-5 4 15,-1 10-7-15,0 4 31 16,-1 10-28-16,1 3-27 15,-2 0-75-15,1 1-19 16,1-9-294-16,-1-6 236 16</inkml:trace>
  <inkml:trace contextRef="#ctx0" brushRef="#br5" timeOffset="-139302.75">25046 11937 1225 0,'-6'10'49'0,"0"5"-7"15,0 2 1-15,-3 8-2 16,-3 2-6-16,-1 6-14 16,-6 2-6-16,-4 2-13 15,-6 3-5-15,-1-4-15 16,2-1-5-16,5-11-16 15,8-7-17-15,-1-12-238 16,6-6 166-16</inkml:trace>
  <inkml:trace contextRef="#ctx0" brushRef="#br5" timeOffset="-139137.72">24874 12103 1684 0,'8'14'150'16,"4"7"-63"-16,-1 1-25 16,3-1-71-16,3 1-68 15,-5-4-121-15,-1-2-8 16,-4-6-106-16,-1-1 184 0</inkml:trace>
  <inkml:trace contextRef="#ctx0" brushRef="#br5" timeOffset="-138902.06">25052 12433 2025 0,'4'27'-143'0,"-2"1"-156"15,2-2 83-15,-6 1 134 0</inkml:trace>
  <inkml:trace contextRef="#ctx0" brushRef="#br5" timeOffset="-136122">21284 13390 2742 0,'40'-3'-41'0,"37"-11"-2"15,5-5-1-15,33-9 23 16,23-3 11-16,21-3 5 16,15 0 5-16,8-1 1 15,3-2 1-15,2 0-49 16,0 2-36-16,3 7-21 15,-5 6-27-15,-13 11 60 16,0 5 65-16,-13 9 56 16,-14 2 1-16,-12 4 0 15,-6 0-21-15,-22-3-34 16,-6-1-28-16,-19-5-147 16,-10-4-63-16,-21-4-249 0,-7-4 363 15</inkml:trace>
  <inkml:trace contextRef="#ctx0" brushRef="#br5" timeOffset="-128166.25">7458 13304 1855 0,'0'0'15'16,"0"6"-15"-16,0 9-3 15,0 12-3-15,0 8 3 16,0 13-3-16,1 8 6 16,-1 6 0-16,-1 1 3 0,-2-11 6 15,-4-8-3-15,4-20 12 16,3-9 6-16,-1-10 5 16,3-6 7-16,-1-15-6 15,0-8 0-15,6-21-15 16,4-9-6-16,3-9-9 15,3 1 0-15,2 4 0 16,-3 5 3-16,1 14 3 16,-2 8-6-16,-3 16 0 15,-2 9 0-15,-3 13 3 16,-2 8 21-16,2 17 39 16,2 7 35-16,1 17 6 15,2 5-25-15,-3 7-26 16,0-2-20-16,-1-15-24 15,0-12-2-15,1-21-9 16,1-9-3-16,3-18-124 0,2-8-112 16,7-18-450-16,3-3 534 15</inkml:trace>
  <inkml:trace contextRef="#ctx0" brushRef="#br5" timeOffset="-127670.83">7873 13369 1448 0,'0'0'29'16,"0"0"-15"-16,14 5-8 0,-1-7-2 16,2 1-3-16,1 1 1 15,0 0-2 1,1 2 2-16,1 0-2 0,-3 0-5 15,1-1-21-15,-3-5-102 16,-1-6-241-16,-6-6 187 16</inkml:trace>
  <inkml:trace contextRef="#ctx0" brushRef="#br5" timeOffset="-127471.82">8041 13207 2058 0,'2'64'9'16,"2"1"6"-16,5 5-12 16,0 0-6-16,1-5-6 15,-1-4-9-15,-3-14-54 0,-1-9-89 16,-5-18 95-16</inkml:trace>
  <inkml:trace contextRef="#ctx0" brushRef="#br5" timeOffset="-127071">8265 13292 2331 0,'7'67'-2'0,"0"1"-1"16,-3 0 1-16,-2-9 2 16,-4-8 0-16,-1-16 0 15,-2-11 2-15,0-15-2 16,3-8 0-16,1-17-44 15,2-9-19-15,6-11-5 16,1-3 2-16,5 4 42 0,4 6 15 16,-1 9 9-16,1 6 0 15,-1 13 6-15,0 8 9 16,-1 18 27-16,0 8 21 16,-2 10 14-16,-1 1-6 15,-2-6-41-15,2-8-13 16,0-17-21-16,-1-11-98 15,2-17-233-15,1-9-304 0,1-13 465 16</inkml:trace>
  <inkml:trace contextRef="#ctx0" brushRef="#br5" timeOffset="-125225.72">9210 13170 2397 0,'5'71'5'0,"-2"5"-5"16,2-4 2-16,3-8-2 15,-3-7 0-15,0-14 0 0,1-9 2 16,-6-11-1 0,0-9 1-16,0-9-9 0,-5-6-4 15,-2-15-122-15,-1-5-70 16,-6-13-21-16,0-4 0 15,-3-2 160-15,-4 3 49 16,-2 2 9-16,-5 5 0 16,1 11-4-16,1 6 6 0,4 16 12 15,0 10 8-15,6 13 23 16,2 8 42-16,7 10 8 16,0 5 1-16,7 5-27 15,1 1-16-15,5-7-35 16,5-8-3-16,6-18-3 15,4-7-9-15,8-14 3 16,3-5 0-16,2-7 6 16,4-2 6-16,0-3-3 15,0 1 0-15,-1 2-6 16,-5 1 6-16,-8 3-3 16,-3 2-3-16,-5 2 6 15,1 1-9-15,-1 0 3 16,0 1 0-16,-3-2-3 15,-2 2 3-15,-3 1-3 16,-2 1 3-16,-2 2-3 16,-4-1 3-16,0 0 3 0,1 0-9 15,0 0 3-15,0 0-3 16,0-1 0-16,28-12 6 16,-18 1 3-16,2-5-3 15,2-4 0-15,-3-4 3 16,0-3-6-16,-3-1 6 15,-4 0-3-15,-2 1 0 0,-4 5-3 16,-2 5 3-16,-7 7 9 16,-2 4-12-16,-4 8 24 15,-3 5-3-15,2 8 6 16,0 4 0-16,7 10-10 16,2 3-5-16,7 5-3 15,2 4-3-15,5-1-6 16,3 0 0-16,4-7 0 15,1-4-6-15,6-14 3 16,2-7 0-16,2-11 9 16,1-8 3-16,1-11 3 15,1-4-3-15,1-5-3 16,-1 2 0-16,-3 5-3 16,-5 5 0-16,-6 9-3 15,-7 4 0-15,-6 7 9 0,0 0 24 16,0 0 11-16,-15 0 6 15,5 4 2-15,-2 0-14 16,2 0-22-16,2-1-6 16,2 0-11-16,2 1-2 15,2 2-4-15,1 1-4 16,3 1 3-16,0 4 3 16,4-3 0-16,0 1 1 0,2-3 2 15,3-4-1 1,-1-3 3-16,0-3 0 0,3-5 10 15,-1-2-1-15,0-4 7 16,1-1-6-16,-1-4-1 16,0-2 2-16,-2-1-6 15,-2-1 2-15,-3 2-1 16,-3 2-4-16,-2 4 1 16,-3 3-3-16,-2 4 1 15,-2 4 3-15,-2 4 9 16,-2 3 5-16,-1 8-7 15,0 2 0-15,4 7-14 16,2 4 3-16,4 4 0 16,1 2 2-16,3-5-2 15,2-3-2-15,5-5 0 0,1-3 0 16,0-3 1-16,3-4 1 16,-4-5-3-1,0-1 3-15,-1-5-1 16,1-3 1-16,1-5 0 0,2-1 1 15,0-1 3-15,-1 2-4 16,-2 5 0-16,-2 2 0 16,-2 4 0-16,-1 1 0 15,-1 2 0-15,-4 4 0 0,1 4-1 16,0 2 1-16,0 9 1 16,2 1 1-16,3 12 0 15,1 4-2-15,1 10 0 16,0 7-5-16,-7 2 1 15,-2 3 0-15,-9-2-3 16,-5 0 4-16,-7-5-2 16,-2-5 10-16,-5-9 3 15,0-10-3-15,-1-13 8 16,-1-10-4-16,0-13-12 16,0-9-16-16,6-23-69 15,3-7-57-15,10-15-164 16,11-6-106-16,5-1 276 15</inkml:trace>
  <inkml:trace contextRef="#ctx0" brushRef="#br5" timeOffset="-124881.56">10039 13515 2088 0,'7'20'78'0,"-5"-3"-37"15,-2-1-26-15,-1 0-9 16,0-3-3-16,-3-3-3 16,1 0 6-16,-1-5-6 15,4-5 6-15,0 0-15 16,0 0-6-16,0-18-9 16,4-3-8-16,5-8 2 15,2-1-3-15,2-1 0 16,1 1 3-16,1 3 6 15,-1 3 12-15,-1 7 6 16,-1 3 3-16,-4 8 0 16,-1 2 0-16,-1 2-9 15,0 2-12-15,0 0-32 16,1-1-31-16,1 0-92 16,0-2 22-16,1-1 111 15</inkml:trace>
  <inkml:trace contextRef="#ctx0" brushRef="#br5" timeOffset="-124067.06">10333 13587 1786 0,'11'2'155'0,"2"-9"-65"16,1-5-33-16,2-12-39 16,0-6-9-16,-1-9-42 15,-3-3-66-15,-2 0-77 16,-3 4-30-16,-6 12 92 16,-2 8 52-16,-7 13 37 15,-4 6 17-15,-5 13 27 16,-1 5 16-16,1 8 29 15,4 5 57-15,1 7 70 16,2 3-27-16,5 5-59 16,2 4-18-16,4-6-40 15,0-4-2-15,6-10-15 16,1-9-12-16,3-13-18 0,5-7-6 16,4-17 0-1,2-11 0-15,7-12-3 0,0-7-15 16,3 3-27-16,1 1-8 15,-4 9 8-15,0 5 15 16,-8 7 18-16,-7 7 9 16,-14 13 9-16,0 0 27 15,0 0 57-15,1 9 17 0,-5 4 2 16,2 1-29-16,2 0-38 16,-2-1-12-16,5-3-18 15,1-1-6-15,2-2-4 16,1 0 2-16,2-3-4 15,0-1-7-15,3-3 5 16,-2-4 1-16,4-4 5 16,1-5 6-16,1-8 1 15,1-3-3-15,-1-3-1 16,-1 1 2-16,-7 3-9 16,-3 3-3-16,-7 5-6 15,-5 5-6-15,-7 7-1 16,-1 4 4-16,-7 10 9 15,1 6 11-15,0 6 26 16,2 4 7-16,5 6 1 16,3 3 3-16,9 1-21 0,3-1-6 15,8-6-3-15,6-7-9 16,7-11 0-16,2-6-2 16,7-12 2-16,1-7 2 15,1-10 1-15,2-6-3 16,-5-4-37-16,-2-2-46 15,-6 2-116-15,-5 4-129 0,-13 8 166 16</inkml:trace>
  <inkml:trace contextRef="#ctx0" brushRef="#br5" timeOffset="-123439.24">11598 13361 2380 0,'0'40'12'15,"3"15"-3"-15,-2 8 1 16,-1 17-5-16,0 6-5 16,-5-3 6-16,-1-7 4 15,-3-21 0-15,-1-15 6 16,2-17-3-16,0-10-1 0,8-13 21 15,-7-7-11-15,5-18-2 16,2-5-6-16,2-18-14 16,2-7 2-16,6-11 0 15,1-7 1-15,2-13-6 16,3-5 5-16,3-4-6 16,2 2-1-16,9 11-1 15,0 9-1-15,1 25 1 16,-1 11 3-16,-6 22 4 15,-5 12-2-15,-5 16-1 16,-5 11 7-16,-2 16 3 16,-3 5 15-16,-10 8 2 15,-3 2-4-15,-14 0-6 16,-3-5-11-16,-9-9-9 16,-1-7-25-16,1-13-63 15,3-8-27-15,10-13-71 0,7-9-27 16,9-12 48-16,6-9-12 15,8-9-71-15,7-6 176 16</inkml:trace>
  <inkml:trace contextRef="#ctx0" brushRef="#br5" timeOffset="-123118.98">11929 13595 2878 0,'0'24'11'0,"7"-18"-30"16,4-7-6-16,6-12-8 15,4-6-1-15,-1-11 10 16,-1-3-10-16,-3-5-18 16,-1 0-23-16,-4 1-2 15,0 2 19-15,-7 2 42 16,0 1 11-16,-5 8 9 15,-2 3 9-15,-2 9 36 16,-2 4 22-16,-3 8 12 16,-1 4-30-16,-4 12-21 0,-4 6-16 15,1 8-19 1,0 1-13-16,6-8-44 0,4-7-72 16,8-16-160-16,5-9-189 15,8-16 263-15</inkml:trace>
  <inkml:trace contextRef="#ctx0" brushRef="#br5" timeOffset="-122539.94">12298 12955 2603 0,'0'52'4'0,"1"10"-8"15,1 4-2-15,1 0 5 16,-3 0-8-16,-2-5 7 16,-1-7 0-16,-2-12-5 15,1-11-6-15,2-17-117 16,2-14-75-16,5-4-129 16,5-11-13-16,6-9 270 15,4-3 22-15,-1-2 32 16,3 1 9-16,-2 2 16 0,-1 6 16 15,-4 6 26-15,-3 3 18 16,-6 6 89-16,-6 5 73 16,0 0 6-16,1 0-17 15,6 7-117-15,-7 5-23 16,2 11-52-16,0 5-15 16,0 4-6-16,-1-1-2 15,2-8 3-15,0-5 0 16,3-9-1-16,4-5-6 0,0-10 1 15,3-8-4-15,0-14 3 16,-1-8 5-16,7-5-1 16,-1-1-1-16,1 8 0 15,1 4 2-15,-4 11 1 16,-2 5-1-16,-5 12 1 16,-2 4 0-16,-1 10-3 15,-3 9 3-15,-3 18 3 16,-2 11-1-16,-5 23 2 15,-1 10 1-15,-8 26 16 16,-5 7-63-16,-6 2 72 16,-5-1 3-16,-143 247 106 15</inkml:trace>
  <inkml:trace contextRef="#ctx0" brushRef="#br5" timeOffset="-122462.35">12151 13992 2601 0,'22'-108'-409'16,"27"-10"135"-16</inkml:trace>
  <inkml:trace contextRef="#ctx0" brushRef="#br5" timeOffset="-121971.29">12905 13438 1950 0,'-17'22'3'0,"2"-2"0"16,-1-1-3-16,3-1 15 16,1 0 48-16,2 0 84 15,1-3 15-15,2-3-37 16,3-4-27-16,4-8-62 16,0 0-27-16,0 0-13 15,0 0-5-15,1 0 3 16,13-13 6-16,-8 0 0 15,1-2 4-15,1-3-3 16,1-3-1-16,1-6 0 16,-3-3-1-16,2-9-2 15,0-4 3-15,2 0-5 0,5-1 2 16,2 7 3-16,-3 6-6 16,4 12 5-16,-2 6-1 15,-1 13-3-15,0 7 1 16,-5 13-2-16,1 7 3 15,-5 10 3-15,0 6 8 16,-4 4 14-16,-1 0 6 0,-3-4-2 16,-2-7-11-16,-3-15-9 15,2-6-5-15,4-15-78 16,-4-7-85-16,5-15-151 16,2-4-129-16,8-6 145 15,7 0 18-15,2 2 143 16</inkml:trace>
  <inkml:trace contextRef="#ctx0" brushRef="#br5" timeOffset="-120996.27">13220 13337 1992 0,'-2'22'269'0,"1"5"-108"15,-2 4-31-15,1 6-49 16,-2 3-36-16,1 1-22 0,0-4-7 15,3-13-8-15,1-8-4 16,7-12-4-16,2-8-4 16,5-11-1-16,5-8-1 15,2-11-7-15,3-3-7 16,-3-3-14-16,-3-3-34 16,-6 4-13-16,-3 3 5 15,-9 7 20-15,-1 5 16 16,-10 10 36-16,-4 4 39 15,-3 6 36-15,-1 2 13 0,2 5 20 16,3 1-44-16,3 1-32 16,3-1-5-16,7-4-23 15,0 0-10-15,6-2-11 16,8-5-5-16,9-5 0 16,6 0-11-16,2 4 2 15,1 7-3-15,-4 12 9 16,-2 9 0-16,-5 14 13 15,-5 3 10-15,-7 5 8 16,-4 2 10-16,-6-4 41 16,0-2 16-16,-5-8 4 15,1-9-19-15,1-12-25 16,2-8-11-16,4-13-22 0,1-10-10 16,4-14-9-1,2-6-8-15,3-3-10 16,2 0-22-16,3 4 6 0,1 5 12 15,1 9 27-15,-1 3 12 16,-2 10 4-16,1 5 2 16,-3 9 7-16,-1 4 4 15,0 11 11-15,-2 6 1 16,-3 7 2-16,0 6-4 0,-7 1-9 16,-3-2 0-16,-3-8-3 15,-2-7 0-15,3-11-6 16,4-7-9-16,0 0-23 15,-4-18-12-15,11-8-25 16,5-5-2-16,6-6 2 16,1 1-23-16,3 2 6 15,1 4 11-15,-2 8 30 16,-1 5 27-16,-3 13 21 16,-1 5 48-16,-3 17 62 15,-1 6 11-15,-6 11-30 16,-3 7-21-16,-4 3-41 15,-4 1-17-15,-3-7-17 16,1-6-1-16,2-15-9 16,5-18-38-16,0 0-93 0,0-10-92 15,8-18-112-15,6-5 46 16,6-4 73-16,5 1-124 16,1 9-63-16,-3 7 161 15,-2 10 241-15,-7 8 160 16,-2 7 207-16,-4 6 26 15,-5 6-143-15,-1 3 11 16,-5 2 110-16,-1 1-40 16,-4-4-178-16,1-3-33 0,0-5-69 15,0-5-25-15,1-6-117 16,1-3-57-16,-4-8-196 16,1-5-117-16,-3-8 396 15</inkml:trace>
  <inkml:trace contextRef="#ctx0" brushRef="#br5" timeOffset="-120853.76">13975 13112 1726 0,'7'6'263'0,"5"2"-80"16,-1-2-58-16,7-6-125 15,2-2-143-15,5-11-615 16,1 0 624-16</inkml:trace>
  <inkml:trace contextRef="#ctx0" brushRef="#br5" timeOffset="-120445.16">14179 13327 2818 0,'-20'-10'-270'0,"6"3"-196"16,1 0-104 0,8 8 374-16,2 7 69 0,2 6 129 15,1 1 60-15,3-2 46 16,2-5-19-16,6-5-52 16,6-3-20-16,5-9-11 15,4-4 2-15,6-7-4 16,1-4 2-16,-3-3-2 15,-2 1-1-15,-7 0-1 16,-3 1 0-16,-9 6-2 16,-1 6 2-16,-8 13 19 15,2 4 48-15,-4 18 56 16,-2 7 40-16,-1 12 44 16,2 3-8-16,0-2-91 15,1-6-24-15,4-11-61 16,-2-10-85-16,8-15-103 0,3-9-153 15,1-15-169-15,6-9 86 16,2-13 239-16</inkml:trace>
  <inkml:trace contextRef="#ctx0" brushRef="#br5" timeOffset="-120278.4">14645 12823 2517 0,'-4'62'132'15,"4"14"-69"-15,-4 18-29 16,2 0-8-16,-1-10-13 16,1-10-5-16,7-29-116 15,4-12-136-15,-9-25 106 16</inkml:trace>
  <inkml:trace contextRef="#ctx0" brushRef="#br5" timeOffset="-119885.9">13371 13873 2401 0,'147'-26'-9'0,"8"-1"-50"15,2-1-64-15,-11 7-68 16,-1 1-42-16,-23 9-293 16,-17 2 400-16</inkml:trace>
  <inkml:trace contextRef="#ctx0" brushRef="#br5" timeOffset="-96297.72">8824 13955 1738 0,'158'-10'30'0,"4"-5"-36"16,-9-1-27-16,-11-2-56 15,-8 4-8-15,-29 3 37 16,-16 4-14-16,-35 4-222 16,-21 1 186-16</inkml:trace>
  <inkml:trace contextRef="#ctx0" brushRef="#br5" timeOffset="-94660.03">8807 8045 1134 0,'-9'6'33'15,"0"3"0"-15,1 4-25 16,1 9-6-16,-1 5 2 16,1 7-2-16,0 3 0 15,2-1 2-15,3-3 5 16,5-10 13-16,4-4-1 0,8-12 8 15,5-4-8-15,4-12 1 16,1-4-5-16,0-9-2 16,-6-2-1-16,-6-3-8 15,-5-1 2-15,-8-2-6 16,-1 0 3-16,-6 1-1 16,-1 0 2-16,-10 2 0 15,-3 2 0-15,-3 1-4 16,-1 3 1-16,2 8 15 15,1 3 3-15,0 14 8 16,-1 8-2-16,3 15-6 16,2 8-6-16,3 6-30 15,4-3-31-15,12-14 29 16</inkml:trace>
  <inkml:trace contextRef="#ctx0" brushRef="#br5" timeOffset="-93691.8">8890 7976 1512 0,'0'0'104'0,"1"0"129"15,20 6-173-15,1-10-39 16,1-5 2-16,7-9-8 16,3-2-9-16,-2-6-56 0,-1-2-10 15,-5-1-24-15,-3-1 6 16,-5-1 7-16,-4 0-10 16,-7 2 41-16,-4 2 3 15,-4 4 16-15,-4 3 8 16,-3 4 13-16,-3 0 1 15,-3 3 11-15,2 4 7 0,2 6 5 16,1 3 1-16,4 11-6 16,0 6 7-16,5 17 7 15,1 9 3-15,6 16 3 16,4 0-13-16,4 0-5 16,1-7-15-16,0-18-9 15,1-7-9-15,-3-17-21 16,0-5 1-16,0-14-98 15,4-7 10-15,-2-14 66 16</inkml:trace>
  <inkml:trace contextRef="#ctx0" brushRef="#br5" timeOffset="-93361.38">9324 7538 1506 0,'4'34'71'0,"0"5"102"0,-3 6-74 16,2 7-30-16,-4 2-10 16,0-7-38-16,1-8-9 15,0-13-12-15,2-12 0 16,1-10-3-16,1-4-6 16,2-12-24-16,2-3 6 15,1-13-14-15,1-3 2 0,1-1 6 16,-3 3 12-16,0 9 12 15,-2 4-6-15,-2 8 18 16,-4 8-3-16,0 0 36 16,10 14 12-16,-3 6 9 15,2 2 5-15,3-1-35 16,4-5-15-16,6-14-21 16,4-7-80-16,4-15-160 15,1-7-149-15,3-3 264 16</inkml:trace>
  <inkml:trace contextRef="#ctx0" brushRef="#br5" timeOffset="-92954.43">8660 8426 1367 0,'6'0'112'0,"7"-3"359"16,6-3-348-16,18-9-84 15,9-8 0-15,16-10 2 16,4-4-8-16,6-7-24 16,1 0-3-16,-1 1-101 15,0 1-82-15,-4 6-397 16,-8 1 450-16</inkml:trace>
  <inkml:trace contextRef="#ctx0" brushRef="#br5" timeOffset="-90588.64">15223 7343 903 0,'-2'-3'84'0,"2"3"13"0,0 0-8 16,0 0-33-16,1 13 0 15,7 12 1-15,1 11 1 16,1 22-6-16,0 10-7 16,0 13-22-16,-1 2-8 15,3-5-13-15,0-6-7 0,-3-18-168 16,2-8 121-16</inkml:trace>
  <inkml:trace contextRef="#ctx0" brushRef="#br5" timeOffset="-86749.3">8767 7896 1206 0,'0'0'33'0,"0"1"-16"15,0 14-3-15,7 4 5 16,6 4 8-16,4 8 1 16,3 5-5-16,-1 3-13 0,-5 2-1 15,0-1-5-15,-3-5 2 16,-5-9-2-16,-2-4 0 15,-3-12-2-15,-1-2 1 16,0-8 9-16,0 0 6 16,-1 0 7-16,-16-14-2 15,9-8-8-15,3-9-7 16,0-11-6-16,1-4 0 0,4 0-2 16,-2 5 2-16,2 9-2 15,0 6 2-15,-2 11 10 16,-1 5 5-16,3 10 55 15,0 0-1-15,-8 6-26 16,8 9-12-16,0 11-24 16,0 9 3-16,8 12 3 15,3 4 3-15,-2 6-9 16,2-3 3-16,-5-10-12 16,-6-7 0-16,1-18 0 15,2-5 3-15,-3-14 12 16,0 0 3-16,0 0 3 15,-10-11-3-15,3-8-1 16,-3-7-11-16,-4-7 3 16,1-3-3-16,-2-2-3 0,-3 1-3 15,4 5 0-15,-2 2 3 16,7 9 0-16,0 2-3 16,6 7 9-16,1 4 3 15,2 8 15-15,0 0-6 16,5 7-12-16,1 7-3 15,6 13-12-15,2 5 6 16,2 6 0-16,2-1 9 0,-2-6-6 16,-1-7 0-16,-2-12-3 15,-1-5 3-15,-3-8 6 16,-6-4-6-16,1-9 12 16,-1-5-3-16,-3-7-6 15,-1-2-3-15,-8-2-3 16,-4 2 3-16,-4 3 0 15,0 1 3-15,0 3-9 16,3 0 0-16,3 5 0 16,3 2 3-16,5 7 21 15,3 7 6-15,0 0-6 16,7 16-1-16,4 19-14 16,5 16 12-16,-1 24 3 15,0 4 3-15,1-4-3 16,-6-13-12-16,0-26-6 0,1-11-3 15,-8-17 6-15,3-4-3 16,-7-10 6-16,-3-4-1 16,-5-11 1-16,-7-4-1 15,1-7-8-15,-2-2 1 16,-2-6-1-16,2-3 0 16,0-5 1-16,3 1-1 15,7 7 0-15,2 4 0 16,4 14 0-16,1 5 4 0,5 14-4 15,2 5 1-15,7 16 2 16,2 8-2-16,5 19 4 16,1 6-3-16,-2 5 0 15,-3-2-1-15,-3-10-1 16,-4-7 2-16,-2-13-2 16,1-7 0-16,-6-9 0 15,-3-8 2-15,0 0 3 16,0 0 4-16,-6-18-1 15,2-2 3-15,-3-9-6 16,1-4-3-16,-4-5-2 16,0-2 0-16,-4 1-2 15,3 2 2-15,3 8-3 16,0 6 1-16,7 10-1 16,0 5 3-16,1 8 0 15,0 0-4-15,6 9 0 0,-2 7-1 16,7 14 4-16,2 7 1 15,0 7 0-15,1 2 0 16,-4-6 0-16,-5-5-2 16,-2-11 0-16,-3-6 2 15,0-11 0-15,0-7 2 0,0 0 5 16,-2-16-2-16,0-12-1 16,1-8-1-16,-3-14-6 15,2-5-6-15,-1 1-3 16,-1 1-4-16,-1 10 3 15,3 5 2-15,0 12 6 16,2 8 5-16,0 18 0 16,5-3 0-16,3 27-4 15,1 15 0-15,7 36 4 16,0 14 0-16,-2 15-167 16,-1 2-52-16,-3-22 106 15</inkml:trace>
  <inkml:trace contextRef="#ctx0" brushRef="#br5" timeOffset="-84692.02">14926 7699 1212 0,'-7'-10'39'15,"0"-1"9"-15,4-3-27 16,2 0 3-16,1-4 3 16,4-1 0-16,3-1-4 15,2 0 2-15,8-3 2 16,4-1 4-16,10-3-5 16,3-3 0-16,12 1-8 15,-2 3-6-15,-3 6-12 16,1 8-3-16,-13 12-9 15,-2 11 0-15,-6 20 0 0,-5 10 8 16,-9 15 2-16,-2 6 2 16,-5 5 0-16,-4 3-4 15,-8-3 2-15,-2-2-1 16,-13-7 1-16,-5-4 2 0,-11-6 11 16,-6-4 37-16,6-10 44 15,0-8 22 1,10-13 0-16,13-8-19 0,5-17-26 15,8-11-21-15,12-16-36 16,7-5 0-16,9-3-12 16,9 3-3-16,3 9 6 15,3 4-3-15,2 13-3 16,-3 4 0-16,3 10 0 16,-3 4 0-16,-1 4 3 15,-2 2-3-15,-4-4-69 16,1-2-45-16,2-9-89 15,2-7-17-15,3-9-40 16,-1-4 160-16</inkml:trace>
  <inkml:trace contextRef="#ctx0" brushRef="#br5" timeOffset="-84290.8">15427 7226 1473 0,'-2'17'49'0,"1"3"12"16,1 5-31-16,2 4-24 16,2-2-6-16,-3-2-21 15,3-6-6-15,-1-9 1 16,-3-9 16-16,0 0 8 15,0-1 2-15,3-8-1 16,3-9-5-16,1-8 0 16,-1-3 0-16,4-2 4 15,0 1 2-15,1 4 0 16,0 2 2-16,1 9 4 16,1 3 7-16,0 14 10 15,2 6 19-15,1 11-9 16,-1 4-6-16,0 2-15 15,0-3-7-15,-2-8-5 0,1-4-2 16,0-8-19-16,-1-4-12 16,1-10-68-16,-2-3-19 15,1-7 71-15</inkml:trace>
  <inkml:trace contextRef="#ctx0" brushRef="#br5" timeOffset="-83897.52">15888 6838 919 0,'0'-9'169'0,"0"3"170"15,3 5-279-15,1 12-39 16,3 10-9-16,1 18-2 16,-1 8 1-16,-1 11 4 15,0-2-6-15,-1-8 0 16,1-5-6-16,0-17-6 15,0-6-9-15,-2-11-5 16,-4-8 5-16,0-1-13 16,0 0-8-16,-10-7-7 15,0-4-1-15,-5-5 16 16,-3 0 7-16,-5-2 13 16,1 5 5-16,-3 5 11 15,5 7 7-15,0 10 16 0,2 8 7 16,1 14 0-16,0 5-2 15,6 4 5-15,2-1 13 16,10-11-30-16,11-5-10 16,12-14-19-16,9-9-13 15,16-15-98-15,3-8 34 16,7-10 44-16</inkml:trace>
  <inkml:trace contextRef="#ctx0" brushRef="#br5" timeOffset="-82197.4">22522 7217 921 0,'-20'-14'180'16,"0"-1"175"-16,0-1-264 16,5 1 43-16,4-3 25 0,8 1 32 15,7-5-24-15,20-10-74 16,14-6-49-16,32-7-43 16,10-2 1-16,10 4-2 15,1 4-2-15,-13 9 1 16,-4 5-7-16,-11 12-46 15,-10 6-59-15,-11 12-40 16,-9 8-5-16,-15 13 59 16,-8 5 39-16,-12 10 51 15,-7 3 9-15,-12 4 30 16,-4 1 33-16,-8 2 116 16,0-2 54-16,-1-3 18 15,3-8-51-15,13-15-118 16,10-7-27-16,12-10-44 0,14-4-17 15,15-3-11-15,8-4 1 16,10 0 2-16,0 1 7 16,-9 6-14-16,-8 4-10 15,-17 7-23-15,-8 3-18 16,-17 9 26-16,-8 2 22 16,-15 7 34-16,-7 1 26 15,-12 0 38-15,-1-1-11 16,1-6-27-16,2-6-33 0,12-15-140 15,7-9-112-15,17-25 45 16</inkml:trace>
  <inkml:trace contextRef="#ctx0" brushRef="#br5" timeOffset="-81765.83">23203 6736 1406 0,'7'-24'-14'0,"1"3"10"15,-1 6 8-15,-1 4 6 16,0 6 9-16,0 5 12 16,0 8 16-16,0 6 7 15,-1 11 60-15,0 4-25 16,0 3-44-16,-1-1-18 0,2-8-18 16,0-4-9-16,0-9-3 15,-1-4 3-15,-1-8-3 16,0-5 3-16,-1-9-9 15,1-6 0-15,-1-5-3 16,2-3 3-16,-2-4 12 16,2-1 6-16,9-11-3 15,4-3-39-15,12-10-137 16,8-7 108-16</inkml:trace>
  <inkml:trace contextRef="#ctx0" brushRef="#br5" timeOffset="-81396.43">23753 6342 2718 0,'-4'38'-9'16,"7"-7"-11"-16,2-6-6 15,7-7-26-15,0-6-25 16,0-6-8-16,-2-2-22 16,-10-4-75-16,0 0-13 0,0 0 52 15,-10-1 59-15,-3 1 75 16,-6 4 9-16,-9 4-3 16,-1 5 3-16,-5 8 0 15,-2 3 12-15,7 1 57 16,5-1 48-16,11-6 68 15,8-2-6-15,14-5-84 16,8-3-36-16,22-5-47 16,11-6 5-16,22-16-136 15,7-8-136-15,0-9 129 16</inkml:trace>
  <inkml:trace contextRef="#ctx0" brushRef="#br5" timeOffset="-74492.52">16184 10157 732 0,'25'-1'125'0,"9"-2"172"16,10-2-268-16,20-1-27 15,8-1 0-15,15 0-2 16,6-1-2-16,13-2-6 16,4-3-9-16,9 0-71 0,1-1-259 15,-3-7 213-15</inkml:trace>
  <inkml:trace contextRef="#ctx0" brushRef="#br5" timeOffset="-69824.42">15294 8207 1212 0,'14'-17'58'0,"3"-3"31"15,5-2-71-15,11-3-15 16,11-2-1-16,10 0 4 16,5 0-4-16,3 0 2 15,-3 1 4-15,-3 3 7 16,-1 1 5-16,-10 3-3 16,-8 1 0-16,-11 6-11 15,-9 3 0-15,-9 5 0 16,-8 4 7-16,0 0 26 15,-7 0 51-15,-7 5 17 16,-7 2-17-16,-8 4-45 0,-5 2-6 16,-13 4 2-16,-2 2-5 15,-10 3-6-15,-5 3 3 16,-2 0-18-16,5-1 0 16,10-2-3-16,9-3 3 15,17-8 21-15,6-3 5 16,10-7 13-16,9-1-12 15,0 0-18-15,13-11-14 0,8-3-10 16,7-2-3-16,15-7 3 16,5 1 3-16,10-1-2 15,2 3 0-15,-4 1 2 16,-4 3-2-16,-11 5 1 16,-10 1-2-16,-11 6 3 15,-6 2 1-15,-10 2 1 16,-4 0 5-16,0 0 8 15,-9 10 6-15,-10 0-1 16,-5 2-2-16,-14 5-11 16,-8 4-1-16,-11 6-4 15,-10 3 1-15,0 5-6 16,-1-1 0-16,11-2 1 16,7-6-1-16,16-11 2 15,9-5 4-15,24-10 9 0,-1-5 2 16,24-13 1-16,10-5-10 15,16-12-8-15,11-3-2 16,14 0-2-16,5 3 7 16,4 3-2-16,-7 4 1 15,-13 6 3-15,-10 3-1 16,-16 10-4-16,-11 2 0 16,-13 4 2-16,-12 3 1 15,0 0 15-15,-7 6 6 0,-15 6 5 16,-7 3-2-16,-23 10-19 15,-11 5-3-15,-21 7-5 16,-7 2 1-16,8 1 0 16,7 0 2-16,22-9 18 15,15-6 11-15,17-13 11 16,21-11-1-16,0-1-17 16,0 0-14-16,11-5-14 15,15-10-3-15,16-13 0 16,12-6 0-16,17-6 0 15,6-1 2-15,4 5 4 16,-6 3 0-16,-14 8-1 16,-10 5 0-16,-17 8 0 15,-10 3 1-15,-14 6 0 0,-7 1-1 16,-10 5 0-16,-5 4 0 16,-13 7 1-1,-10 4 4-15,-17 7-2 0,-6 5 0 16,-21 5 0-16,-2 2-1 15,3 6 2-15,2-4-1 16,13-5 4-16,10-7 7 16,19-13 23-16,14-6-3 15,23-8-1-15,11-2-7 0,22-11-19 16,9-7 0-16,25-15-7 16,13-6-2-16,14-5-2 15,8 1 0-15,-5 7 4 16,-9 5-2-16,-19 9 1 15,-14 4 0-15,-22 10 1 16,-11 4 2-16,-15 4-5 16,-9 2-3-16,-6 3 3 15,-9 2 0-15,-9 4 4 16,-7 3 0-16,-11 5-2 16,-6 2 2-16,-7 2 0 15,-4 2 2-15,-3 2 1 16,2 0-2-16,-2-1-1 15,2-1 0-15,12-5 0 16,11-3-2-16,16-8-7 0,11-2-6 16,10-5-12-16,0 0-5 15,0-11 6-15,10 0 0 16,17-8 13-16,12-3 4 16,17-4 5-16,9-2 2 15,8 1-1-15,-3 3-2 16,-6 3-26-16,-5 6-21 15,-18 6-137-15,-9 4-117 0,-19 10 117 16</inkml:trace>
  <inkml:trace contextRef="#ctx0" brushRef="#br5" timeOffset="-67786.39">14046 12099 1415 0,'-21'-5'-35'0,"-2"1"-3"0,-4-2-3 16,1 3 10-16,-7 0 25 15,-3 2 16-15,-4 1 11 16,-2 0 4-16,-3 4 2 15,-2 2-5-15,-1 3-5 16,-2 4-5-16,1 2-4 16,1 2-1-16,3 6-5 15,1 1 0-15,2 6 0 16,-2 2 0-16,2 6 2 16,1 6 2-16,6 7 9 15,4 3 3-15,5 8-1 16,5-1 1-16,10 3-11 15,6 2-3-15,12 4-4 16,10 1 0-16,13 2 12 16,9 0 1-16,11-8 11 15,5-1 24-15,5-9-18 0,1-8-3 16,3-12 5-16,0-11 1 16,4-18 12-16,2-6 6 15,8-17 6-15,3-7 2 16,11-11-8-16,2-5-3 15,5-5-18-15,-3-1-9 16,-16-5-12-16,-7-4 0 16,-22-4 6-16,-8-4-3 0,-13-3 6 15,-6-3-6-15,-16 0 14 16,-8 1 4-16,-14-2-15 16,-7 0-6-16,-11 0-21 15,-7 3-6-15,-12 8 6 16,-11 3 9-16,-20 10-3 15,-9 8 9-15,-13 12 3 16,-3 10-18-16,-5 16-83 16,-2 8-55-16,-3 23-133 15,8 13 156-15</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0:24.955"/>
    </inkml:context>
    <inkml:brush xml:id="br0">
      <inkml:brushProperty name="width" value="0.035" units="cm"/>
      <inkml:brushProperty name="height" value="0.035" units="cm"/>
      <inkml:brushProperty name="color" value="#E71224"/>
    </inkml:brush>
  </inkml:definitions>
  <inkml:trace contextRef="#ctx0" brushRef="#br0">138 1 10938,'8'9'96,"-1"0"0,0 1-1,0 1 1,9 20 0,12 19-95,72 102 28,-59-85-12,2-2 0,57 63 0,-98-126-17,0 0 0,-1 0 0,1 0 0,0-1 0,0 1 0,0-1 0,0 1 0,0-1 0,0 1 0,0-1 0,5 1 0,-6-2 0,0 0 0,0 0 0,1 0 0,-1 0 0,0 0 1,0-1-1,1 1 0,-1-1 0,0 1 0,0-1 0,0 1 0,0-1 0,0 0 0,1 1 1,-1-1-1,0 0 0,-1 0 0,1 0 0,0 1 0,0-1 0,0 0 0,0-1 1,-1 1-1,1 0 0,-1 0 0,1 0 0,0-2 0,55-110 14,-42 81 2,1 0-1,2 1 0,36-51 0,-47 74-3,2-3 13,0 1 0,1 1-1,0-1 1,0 1 0,1 1-1,17-12 1,-27 19-22,1 1-1,0-1 1,0 1-1,-1-1 1,1 1 0,0-1-1,0 1 1,0 0-1,0-1 1,0 1-1,-1 0 1,1 0-1,0 0 1,0-1 0,0 1-1,0 0 1,0 0-1,0 1 1,0-1-1,0 0 1,0 0-1,0 0 1,0 1 0,-1-1-1,1 0 1,0 1-1,0-1 1,0 0-1,1 2 1,-1-1 0,0 1 0,0 0-1,0 0 1,0 0 0,0-1 0,0 1 0,0 0-1,-1 0 1,1 0 0,-1 0 0,0 0-1,1 0 1,-1 0 0,0 4 0,-2 20 4,0 1 0,-2-1 0,0 0 0,-15 43 0,9-32-5,-116 391 41,116-398-36,-2-1-1,0 0 1,-2-1-1,-1-1 1,-27 37 0,31-50 22,0-1 1,-2 0 0,1 0 0,-2-1-1,1-1 1,-2 0 0,1-1-1,-2-1 1,1 0 0,-32 13 0,30-16 53,1-1 1,-1-1 0,1 0 0,-1-1-1,0-1 1,0 0 0,-1-1 0,1-1-1,-18-2 1,26 1-78,1-1-1,-1 0 1,0 0 0,0 0-1,1-1 1,0 0-1,-1-1 1,1 0 0,0 0-1,1-1 1,-1 0-1,1 0 1,0-1 0,0 0-1,1 0 1,0-1-1,0 1 1,0-1 0,-4-8-1,4 5-123,1 0-1,1 0 1,0-1-1,1 1 1,0-1-1,0 0 1,1 0-1,0 0 1,1 0-1,0 0 1,1 0-1,0 0 1,3-15-1,2 2-39,1 0-1,12-28 1,-18 51 154</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0:25.616"/>
    </inkml:context>
    <inkml:brush xml:id="br0">
      <inkml:brushProperty name="width" value="0.035" units="cm"/>
      <inkml:brushProperty name="height" value="0.035" units="cm"/>
      <inkml:brushProperty name="color" value="#E71224"/>
    </inkml:brush>
  </inkml:definitions>
  <inkml:trace contextRef="#ctx0" brushRef="#br0">0 53 10826,'21'5'144,"8"0"-288,4 3-56,6-6 64,3 1 88,7-3 136,3-5 72,15 0 56,3-3 0,1 0-88,-1-2-104,-13-1-192,-8-2-232,-18 6-1056,-8-1-1497</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0:25.884"/>
    </inkml:context>
    <inkml:brush xml:id="br0">
      <inkml:brushProperty name="width" value="0.035" units="cm"/>
      <inkml:brushProperty name="height" value="0.035" units="cm"/>
      <inkml:brushProperty name="color" value="#E71224"/>
    </inkml:brush>
  </inkml:definitions>
  <inkml:trace contextRef="#ctx0" brushRef="#br0">0 211 12067,'49'0'32,"-7"-3"-96,23-2-273,0-8 89,0-5 232,-1-3 16,-12-5 16,0 3 0,-5-6-64,2-2-264,6-10 224</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0:31.020"/>
    </inkml:context>
    <inkml:brush xml:id="br0">
      <inkml:brushProperty name="width" value="0.035" units="cm"/>
      <inkml:brushProperty name="height" value="0.035" units="cm"/>
      <inkml:brushProperty name="color" value="#E71224"/>
    </inkml:brush>
  </inkml:definitions>
  <inkml:trace contextRef="#ctx0" brushRef="#br0">1020 30 8810,'-11'-5'52,"0"0"-1,0 1 1,0 0-1,0 1 1,-1 0 0,0 1-1,1 0 1,-1 1 0,0 0-1,0 1 1,0 0-1,0 1 1,1 1 0,-1 0-1,0 0 1,1 1-1,0 0 1,-1 1 0,1 1-1,0 0 1,1 0 0,0 1-1,-1 0 1,2 1-1,-1 0 1,1 0 0,0 1-1,1 0 1,-1 1 0,-12 18-1,7-5 37,1 0 0,1 0 0,1 1 0,1 0 0,-13 46 0,12-24-5,2 1 0,-4 62-1,11-50-18,2 0 0,2 0 0,3-1 0,3 0-1,29 110 1,117 269 35,-123-358-101,-22-56 7,0 0 0,-2 0 0,-1 1 0,-1 0-1,3 29 1,-7-47-4,-1 1 0,0-1-1,0 1 1,0-1 0,-1 1 0,0-1-1,0 0 1,0 1 0,-1-1 0,0 0-1,0 0 1,0 0 0,-1 0 0,1 0-1,-1 0 1,0-1 0,-1 1 0,1-1 0,-1 0-1,0 0 1,0 0 0,0-1 0,0 1-1,-1-1 1,1 0 0,-1 0 0,0-1-1,-6 3 1,-7 2-46,0-1-1,0-1 0,-1-1 1,1 0-1,-1-2 1,-19 1-1,-118-4-611,154 1 644,-74-3-1605,1-4-1,-145-32 1,141 14 34</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0:31.252"/>
    </inkml:context>
    <inkml:brush xml:id="br0">
      <inkml:brushProperty name="width" value="0.035" units="cm"/>
      <inkml:brushProperty name="height" value="0.035" units="cm"/>
      <inkml:brushProperty name="color" value="#E71224"/>
    </inkml:brush>
  </inkml:definitions>
  <inkml:trace contextRef="#ctx0" brushRef="#br0">0 343 11666,'49'2'529,"19"4"919,15-1-800,28-3-600,14-7 0,18-15-48,-1-14 0,9-8 0,-9-10 0,-15-2-264,1-1-432,-35 6-1081,-7 3 1345</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0:31.548"/>
    </inkml:context>
    <inkml:brush xml:id="br0">
      <inkml:brushProperty name="width" value="0.035" units="cm"/>
      <inkml:brushProperty name="height" value="0.035" units="cm"/>
      <inkml:brushProperty name="color" value="#E71224"/>
    </inkml:brush>
  </inkml:definitions>
  <inkml:trace contextRef="#ctx0" brushRef="#br0">706 1 12083,'-32'6'-788,"0"1"0,1 2 0,0 1 0,0 1 1,-30 17-1,17-8 245,-136 66 1067,154-72 103,1 2 1,1 1-1,0 1 0,-37 36 0,49-40-500,2 0 0,-1 0 0,2 1 0,0 0 0,0 1 0,2 0 0,0 0 0,0 0 0,2 1 0,0 0 0,1 0 0,1 1 0,0-1 0,1 35 0,1-28-156,2 0 0,1 0 0,1 0 0,1-1-1,1 1 1,2-1 0,0 0 0,1-1 0,1 1-1,17 29 1,-20-41-46,0-1 1,1 0-1,0-1 0,1 0 0,0 0 1,0 0-1,1-1 0,0 0 0,0-1 1,1 0-1,0 0 0,0-1 0,1-1 1,0 1-1,0-2 0,0 1 0,16 3 1,-10-6-54,-1-1 1,25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0:31.800"/>
    </inkml:context>
    <inkml:brush xml:id="br0">
      <inkml:brushProperty name="width" value="0.035" units="cm"/>
      <inkml:brushProperty name="height" value="0.035" units="cm"/>
      <inkml:brushProperty name="color" value="#E71224"/>
    </inkml:brush>
  </inkml:definitions>
  <inkml:trace contextRef="#ctx0" brushRef="#br0">610 1 15747,'-54'124'96,"-1"8"-928,3 3-176,-7-5 456,-1-16 272,0-33 112,3-19 24,6-39 96,-1-15-264,0-31-1433,-5-14 1273</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0:32.017"/>
    </inkml:context>
    <inkml:brush xml:id="br0">
      <inkml:brushProperty name="width" value="0.035" units="cm"/>
      <inkml:brushProperty name="height" value="0.035" units="cm"/>
      <inkml:brushProperty name="color" value="#E71224"/>
    </inkml:brush>
  </inkml:definitions>
  <inkml:trace contextRef="#ctx0" brushRef="#br0">0 0 20684,'101'112'176,"-2"-11"-1184,5-5-464,-16-31-1825,-13-21 97,-20-31 2583</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0:32.280"/>
    </inkml:context>
    <inkml:brush xml:id="br0">
      <inkml:brushProperty name="width" value="0.035" units="cm"/>
      <inkml:brushProperty name="height" value="0.035" units="cm"/>
      <inkml:brushProperty name="color" value="#E71224"/>
    </inkml:brush>
  </inkml:definitions>
  <inkml:trace contextRef="#ctx0" brushRef="#br0">0 1 21109,'44'65'312,"29"12"-568,33 14-993,27 13-159,-14-3-416,-23 13 1079,-26 5 225,-47 14 208,-15 12 120,-31 8 216,-16 5 24,-39-2-72,-10-8-192,-19-24-1240,4-17-201,35-50 1113</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2:35.377"/>
    </inkml:context>
    <inkml:brush xml:id="br0">
      <inkml:brushProperty name="width" value="0.035" units="cm"/>
      <inkml:brushProperty name="height" value="0.035" units="cm"/>
      <inkml:brushProperty name="color" value="#E71224"/>
    </inkml:brush>
  </inkml:definitions>
  <inkml:trace contextRef="#ctx0" brushRef="#br0">0 418 10258,'3'-11'-34,"0"0"-1,1 0 0,0 0 0,1 1 1,7-13-1,9-22 83,-13 24 7,25-70 257,-30 82-251,-1 0-1,0 0 0,-1 0 0,1-1 0,-2 1 0,0 0 0,-1-17 0,1 23-5,-2 3-14,-1 0-7,6 8 12,-1-4-38,0-1 0,0 0 0,0-1 0,1 1 1,0 0-1,-1-1 0,1 1 0,0-1 0,0 0 0,0 0 0,0 0 0,1 0 0,-1 0 0,0-1 0,1 0 0,5 2 0,9 1 61,1 0 0,24 1 1,-35-4-51,217 15 637,32 3 444,563 54 1052,-627-67-1798,1-8 0,243-35 0,-172-7-137,-194 29-254,118-42 1,-183 54 11,4 0-109,1-1-1,-1 0 1,0-1-1,-1 0 1,1-1-1,-1 0 1,0 0-1,9-9 1,-16 14 39,-1 0 0,0 0 0,0 0 1,0 0-1,-1 0 0,1-1 0,0 1 1,0 0-1,-1-1 0,1 1 0,-1 0 1,1-1-1,-1 1 0,1-1 0,-1-1 1,0 2-4,0 0 0,0 0 1,-1 0-1,1 0 0,0 0 1,-1 0-1,1 1 0,-1-1 1,1 0-1,-1 0 0,1 0 1,-1 0-1,0 1 0,1-1 1,-1 0-1,0 0 0,0 1 1,1-1-1,-1 1 0,0-1 1,0 0-1,-2 0 0,-32-13-958</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2:36.157"/>
    </inkml:context>
    <inkml:brush xml:id="br0">
      <inkml:brushProperty name="width" value="0.035" units="cm"/>
      <inkml:brushProperty name="height" value="0.035" units="cm"/>
      <inkml:brushProperty name="color" value="#E71224"/>
    </inkml:brush>
  </inkml:definitions>
  <inkml:trace contextRef="#ctx0" brushRef="#br0">0 240 3929,'37'-3'1334,"0"0"1,72-18-1,-47 8-742,563-63 1909,10 54-1450,342-24-796,-872 40-325,-8 1-936,161-28 0,-209 22 295</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2:39.910"/>
    </inkml:context>
    <inkml:brush xml:id="br0">
      <inkml:brushProperty name="width" value="0.035" units="cm"/>
      <inkml:brushProperty name="height" value="0.035" units="cm"/>
      <inkml:brushProperty name="color" value="#E71224"/>
    </inkml:brush>
  </inkml:definitions>
  <inkml:trace contextRef="#ctx0" brushRef="#br0">1 110 3201,'0'-29'6644,"9"18"-6459,-3 3-144,-4 5-29,0 0 1,1 0-1,-1 0 1,1 0 0,-1 0-1,1 0 1,0 1-1,0-1 1,0 1-1,0 0 1,1 0 0,-1 0-1,0 0 1,1 1-1,0-1 1,-1 1-1,7-2 1,158-15 284,-144 18-1485</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2:41.507"/>
    </inkml:context>
    <inkml:brush xml:id="br0">
      <inkml:brushProperty name="width" value="0.035" units="cm"/>
      <inkml:brushProperty name="height" value="0.035" units="cm"/>
      <inkml:brushProperty name="color" value="#E71224"/>
    </inkml:brush>
  </inkml:definitions>
  <inkml:trace contextRef="#ctx0" brushRef="#br0">221 54 2224,'0'0'881,"-2"-26"1910,1 26-2766,1 0 1,-1 0-1,1 0 1,-1 0 0,1 0-1,-1 0 1,1 0-1,-1 0 1,1 0-1,-1 0 1,1 0-1,-1 0 1,1 0-1,0 0 1,-1 1-1,1-1 1,-1 0-1,1 0 1,-1 0-1,1 1 1,0-1-1,-1 0 1,1 1-1,0-1 1,-1 0 0,1 1-1,0-1 1,-1 0-1,1 1 1,0-1-1,0 1 1,-1-1-1,1 1 1,0-1-1,0 1 1,0-1-1,0 0 1,0 1-1,0-1 1,0 1-1,0-1 1,0 1-1,0-1 1,0 1-1,0-1 1,0 1-1,0-1 1,0 1 0,0-1-1,1 1 1,-1 2 1371,-24 2-1054,-18 32 976,-30 35-1278,72-72-37,0 0 0,0 0 0,1 0 0,-1 0 0,0 0 0,0 0 0,0 0 0,0 0 0,0 0 0,0 0 0,1 1 1,-1-1-1,0 0 0,0 0 0,0 0 0,0 0 0,0 0 0,0 0 0,0 0 0,0 0 0,1 0 0,-1 0 0,0 0 0,0 1 0,0-1 0,0 0 0,0 0 0,0 0 0,0 0 0,0 0 0,0 0 0,0 0 0,0 1 0,0-1 0,0 0 0,0 0 0,0 0 0,0 0 0,0 0 0,0 0 0,0 1 0,0-1 0,0 0 0,0 0 0,0 0 0,0 0 0,0 0 0,0 0 0,0 1 1,0-1-1,0 0 0,0 0 0,0 0 0,0 0 0,0 0 0,0 0 0,-1 0 0,1 0 0,0 0 0,0 1 0,0-1 0,11-3 225,1-6-193,-1-1 0,0 0 0,11-12-1,-6 5-2,-2 1 190,-14 16-220,1 0 0,-1 0 0,0 0 0,0-1 0,0 1 0,0 0-1,1-1 1,-1 1 0,0 0 0,0 0 0,0-1 0,0 1 0,0 0 0,0-1 0,0 1-1,0 0 1,0-1 0,0 1 0,0 0 0,0 0 0,0-1 0,0 1 0,0 0 0,0-1-1,0 1 1,0 0 0,-1-1 0,0 0 1,-1 0 0,0 1 0,0-1-1,0 0 1,0 1 0,0 0 0,0-1 0,0 1 0,0 0-1,1 0 1,-4 0 0,4 0-3,-62 0 17,60 0-15,-1 1-1,1 0 0,0 0 1,0 0-1,0 0 0,0 0 0,0 1 1,0-1-1,1 1 0,-1 0 1,0 0-1,1 0 0,0 0 0,-1 0 1,1 1-1,0-1 0,-3 5 0,1-1 5,0 0-1,1 1 1,0-1-1,0 1 1,-3 12-1,5-17-4,0 0 0,1 1 0,-1-1 0,1 0-1,0 0 1,-1 1 0,1-1 0,0 0-1,1 1 1,-1-1 0,0 0 0,1 0-1,-1 1 1,1 1 0,0-3-1,0 0-1,0 1 1,0-1 0,0 0 0,0 0 0,0-1-1,0 1 1,0 0 0,0 0 0,0 0-1,0-1 1,1 1 0,-1 0 0,0-1-1,0 1 1,1-1 0,-1 0 0,0 1-1,1-1 1,-1 0 0,0 0 0,1 0-1,-1 0 1,3 0 0,6-1 1,-1 0 0,1 0 0,-1-1 0,0-1-1,1 1 1,-1-2 0,-1 1 0,11-6 0,6-5 6,34-23-1,-49 30-5,0 0 1,0 0-1,0-1 0,-1 0 1,0-1-1,-1 1 0,0-2 1,11-16-1,-18 25-1,-1 0-1,1 0 1,-1 0 0,1 0-1,-1 0 1,0 0-1,1 0 1,-1 0 0,0 0-1,0-1 1,1 1 0,-1 0-1,0 0 1,0 0-1,-1 0 1,1 0 0,0-1-1,0 1 1,-1-1-1,1 1 1,-1 0-1,1 0 0,-1 1 0,0-1 0,1 0 0,-1 1 0,0-1 0,0 1 1,1-1-1,-1 1 0,0-1 0,0 1 0,1 0 0,-1-1 0,0 1 0,0 0 1,0 0-1,0 0 0,-1-1 0,-3 1 1,0 0-1,0 0 1,0 0-1,0 1 1,0-1 0,0 1-1,-5 2 1,-6 3 0,0 1-1,1 0 0,0 1 1,1 0-1,-1 2 1,2-1-1,-1 2 1,-12 13-1,22-21 1,1 0 1,0 1-1,-1 0 0,1 0 0,0 0 0,1 0 1,-1 0-1,1 1 0,0-1 0,-3 9 0,4 2-1,9-15 0,-1-1 0,-2 1 1,0 0-2,1-1 1,0 0 0,-1 1 0,1-2-1,-1 1 1,1-1 0,-1 1 0,0-1-1,1-1 1,-1 1 0,8-7 0,7-10-8,-14 12 6,1 0 1,-1 1 0,1-1-1,14-8 1,-18 13-7,-5 2-409,-1 2 275</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2:42.905"/>
    </inkml:context>
    <inkml:brush xml:id="br0">
      <inkml:brushProperty name="width" value="0.035" units="cm"/>
      <inkml:brushProperty name="height" value="0.035" units="cm"/>
      <inkml:brushProperty name="color" value="#E71224"/>
    </inkml:brush>
  </inkml:definitions>
  <inkml:trace contextRef="#ctx0" brushRef="#br0">32 16 1408,'0'0'-48,"-3"0"-832,0 0 856,1 0 24,-1-3 0,1 0-64,-1 1-8,-2-1 0,0 1 0,-1-1 40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2:43.840"/>
    </inkml:context>
    <inkml:brush xml:id="br0">
      <inkml:brushProperty name="width" value="0.035" units="cm"/>
      <inkml:brushProperty name="height" value="0.035" units="cm"/>
      <inkml:brushProperty name="color" value="#E71224"/>
    </inkml:brush>
  </inkml:definitions>
  <inkml:trace contextRef="#ctx0" brushRef="#br0">38 31 1608,'0'0'603,"-5"-16"4115,2 12-4263,3 3-408,0 1 1,0-1-1,0 1 1,0 0-1,0-1 1,0 1-1,0-1 0,-1 1 1,1-1-1,0 1 1,0 0-1,0-1 0,-1 1 1,1 0-1,0-1 1,-1 1-1,1 0 1,0-1-1,-1 1 0,1 0 1,0 0-1,-1-1 1,1 1-1,0 0 0,-1 0 1,1 0-1,-1-1 1,1 1-1,0 0 1,-1 0-1,1 0 0,-1 0 1,1 0-1,-1 0 1,1 0-1,0 0 1,-1 0-1,1 0 0,-1 0 1,1 0-1,-1 0 1,1 0-1,0 1 0,-1-1 1,1 0-1,-1 0 1,-9 19 316,9-19-340,1 1 0,-1-1 0,1 1 0,-1 0-1,1 0 1,0-1 0,-1 1 0,1 0 0,0 0 0,0-1 0,-1 1 0,1 0 0,0 0 0,0 0 0,0-1 0,0 1 0,0 0 0,0 0 0,0 0-1,1-1 1,-1 1 0,0 0 0,0 0 0,1 0 0,-1-1 0,0 1 0,1 1 0,5 1 201,-3-13-453,-2 7-128,1 1 134</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2:45.679"/>
    </inkml:context>
    <inkml:brush xml:id="br0">
      <inkml:brushProperty name="width" value="0.035" units="cm"/>
      <inkml:brushProperty name="height" value="0.035" units="cm"/>
      <inkml:brushProperty name="color" value="#E71224"/>
    </inkml:brush>
  </inkml:definitions>
  <inkml:trace contextRef="#ctx0" brushRef="#br0">65 161 6441,'1'33'112,"2"1"-1,13 59 0,-12-72 252,-1 0-1,-1 1 1,0 21 0,7-46 614,-2-1-945,0 0 0,-1-1-1,1 0 1,-1-1-1,0 1 1,0-1 0,-1 0-1,0 0 1,0-1-1,0 0 1,-1 0 0,0 0-1,0 0 1,-1 0 0,5-14-1,-7 16-24,1-1 0,-1 1 0,0-1-1,0 1 1,0-1 0,-1 0 0,0 1 0,0-1 0,-1 0-1,-2-10 1,2 12 21,0 0 0,0 0 0,-1 1-1,0-1 1,0 1 0,0-1 0,0 1 0,-1 0-1,1 0 1,-1 0 0,0 0 0,0 0 0,0 0-1,0 1 1,0-1 0,-7-3 0,7 4-7,0 1 0,0-1 0,-1 1-1,1-1 1,0 1 0,0 0 0,-1 0 0,1 0 0,-1 1 0,1-1 0,-1 1 0,1 0-1,0 0 1,-1 0 0,1 0 0,-1 1 0,1-1 0,-6 2 0,6 0-13,-1 0 1,1 0-1,-1 0 1,1 0-1,0 1 0,0-1 1,0 1-1,0 0 1,1 0-1,-1 0 1,1 0-1,-1 0 1,-2 7-1,-2 4 3,2-1 0,-1 1-1,2 1 1,0-1 0,1 1 0,0 0 0,-1 21-1,3-14 14,1-1 0,1 0 0,1 0 0,4 24-1,-3-32-15,0 0 1,1-1-1,1 0 0,0 1 0,0-2 0,1 1 0,14 20 0,-17-28-7,-1-1 0,1 0 0,-1 0 0,1 0 0,0 0 0,0-1 0,1 1-1,-1-1 1,0 0 0,1 0 0,-1 0 0,1 0 0,0-1 0,0 1 0,0-1-1,-1 0 1,1 0 0,7 0 0,-7-1 0,1 0-1,-1 0 0,1-1 1,0 0-1,-1 0 1,0 0-1,1 0 1,-1-1-1,0 0 0,1 0 1,-1 0-1,0 0 1,-1-1-1,1 1 1,0-1-1,3-3 0,2-4-16,0 1-1,-1-1 1,0-1-1,-1 1 1,0-1 0,0-1-1,-1 1 1,-1-1-1,0 0 1,-1 0-1,0-1 1,-1 1-1,0-1 1,-1 0-1,1-20 1,-2 23 16,-1 1-1,0-1 1,0 0 0,-1 1 0,0-1 0,-1 1-1,0-1 1,-1 1 0,0 0 0,0 0 0,-1 0-1,0 0 1,-1 0 0,0 1 0,0 0 0,-1 0-1,0 1 1,0-1 0,-1 1 0,1 0 0,-14-9-1,16 13 9,0 0 0,0 1-1,0 0 1,-1 0 0,1 0-1,-1 0 1,1 1 0,-1-1-1,1 1 1,-1 0 0,0 1-1,0-1 1,1 1 0,-1 0-1,0 0 1,-5 1 0,6 0-2,1 0 0,0 0 0,0 0 0,-1 1 1,1-1-1,0 1 0,0 0 0,0 0 1,1 0-1,-1 0 0,0 0 0,1 1 0,-1-1 1,1 1-1,0 0 0,0 0 0,0 0 1,0 0-1,0 0 0,1 0 0,0 0 0,-2 5 1,-2 7 9,0 0 0,2 1 0,-3 22 0,6-38-16,0 1 0,-1 0 0,1-1 0,0 1 0,0 0 0,0-1 0,0 1 1,0 0-1,0 0 0,0-1 0,0 1 0,0 0 0,0-1 0,0 1 0,0 0 0,0-1 1,1 1-1,-1 0 0,0-1 0,1 1 0,-1-1 0,0 1 0,1 0 0,0 0 0,0-1 0,1 1 0,0-1 0,-1 0 0,1 0 0,0 0 0,-1 0 0,1 0 0,0-1 0,-1 1 0,1 0 0,0-1 0,-1 1 0,1-1 0,-1 0 0,1 1 0,-1-1 0,1 0 0,-1 0 0,0 0 0,1 0-1,-1 0 1,2-2 0,36-35-24,-32 31 12,20-25-73,39-60-1,-66 92 92,0-1-1,1 1 1,-1 0-1,0-1 1,1 1-1,-1-1 1,0 1 0,1-1-1,-1 1 1,0 0-1,0-1 1,0 1-1,0-1 1,1 1-1,-1-1 1,0 1-1,0-1 1,0 1-1,0-1 1,0 1-1,0-1 1,0 1-1,0-1 1,-1 0-1,0 0-2,0 0-1,-1 0 0,1 1 1,0-1-1,-1 1 0,1-1 1,-1 1-1,1-1 0,-1 1 1,1 0-1,-1 0 0,1 0 1,-3 0-1,3 0-2,-11-2 4,-1 2-1,-20 0 1,30 1-2,1 0 1,0-1-1,-1 1 1,1 0-1,0 0 1,-1 0-1,1 0 1,0 1 0,0-1-1,0 1 1,0-1-1,0 1 1,0 0-1,1-1 1,-1 1-1,0 0 1,1 0-1,-3 5 1,0 0 7,0 2 0,1-1 0,-4 14 0,4-12-8,-5 18 8,1 2-1,1-1 0,2 1 0,1-1 0,2 1 0,2 41 0,-1-69-10,0 0 0,0-1-1,0 1 1,1 0-1,-1-1 1,0 1-1,1 0 1,-1-1 0,1 1-1,0-1 1,-1 1-1,1-1 1,1 3-1,-1-4 1,-1 0-1,1 1 1,-1-1-1,0 0 0,1 0 1,-1 0-1,1 1 1,-1-1-1,0 0 0,1 0 1,-1 0-1,1 0 1,-1 0-1,1 0 0,-1 0 1,1 0-1,-1 0 1,0 0-1,1 0 1,-1 0-1,1 0 0,-1-1 1,1 1-1,-1 0 1,0 0-1,1 0 0,-1-1 1,0 1-1,1 0 1,-1 0-1,1-1 0,3-3-18,0 0 0,0-1 0,0 1 0,-1-1 0,1 1 0,3-9-1,2-6 14,0 0-1,-2-1 0,0 1 0,-1-1 0,-1-1 0,-1 1 1,-1-1-1,0 0 0,-2 0 0,0 1 0,-2-1 1,0 0-1,-1 0 0,-1 0 0,-1 1 0,-1-1 1,-1 1-1,-1 1 0,0-1 0,-21-36 0,27 53 143,-4 11-94,1 0-39,0 0-1,1 1 0,-1-1 0,2 1 0,-1 0 0,2-1 0,-3 18 1,1 74-11,3-88 7,2 53-959,15 91 0,-1-50 100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2:47.611"/>
    </inkml:context>
    <inkml:brush xml:id="br0">
      <inkml:brushProperty name="width" value="0.035" units="cm"/>
      <inkml:brushProperty name="height" value="0.035" units="cm"/>
      <inkml:brushProperty name="color" value="#E71224"/>
    </inkml:brush>
  </inkml:definitions>
  <inkml:trace contextRef="#ctx0" brushRef="#br0">267 2 2088,'0'0'1017,"1"-1"794,4 14-903,-1-1-643,0 0 0,-1 0 0,0 0 1,-1 1-1,0 24 0,12 194 1215,3 1-760,3 94-43,9 131-184,-2 100-186,-18 105-249,-82 766-1817,-5-732-413,-6-81 31,10-71 913,20-85 1806,24-75 1069,16 2 0,67 706 0,-17-792-2557,-3-27 317</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2:50.038"/>
    </inkml:context>
    <inkml:brush xml:id="br0">
      <inkml:brushProperty name="width" value="0.035" units="cm"/>
      <inkml:brushProperty name="height" value="0.035" units="cm"/>
      <inkml:brushProperty name="color" value="#E71224"/>
    </inkml:brush>
  </inkml:definitions>
  <inkml:trace contextRef="#ctx0" brushRef="#br0">8555 187 1240,'0'0'16,"-2"18"1330,-207-32 1819,40 4-2629,93 8-226,-195 7 596,18 0-702,-20-9 527,-128-7-152,60-23-301,-96-5 96,328 34-303,-201-14 288,-221-6 6,0 35-300,439-7-6,-1-4 0,-145-21 0,112 6-8,-218 1 0,161 12-49,-908-4 46,929 11-40,-213 32 0,22 9-2,-199 38 2,436-57-8,-1-5 0,0-5 0,-205 2 0,5-21-1063,284 0-40,33 3 1070,-1 0 0,0 0 0,1-1-1,-1 1 1,1 0 0,-1-1 0,1 1 0,-1 0 0,1-1 0,-1 1 0,1-1 0,-1 1 0,1-1 0,-1 1-1,1-1 1,0 1 0,-1-1 0,1 1 0,0-1 0,-1 0 0,1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2:51.189"/>
    </inkml:context>
    <inkml:brush xml:id="br0">
      <inkml:brushProperty name="width" value="0.035" units="cm"/>
      <inkml:brushProperty name="height" value="0.035" units="cm"/>
      <inkml:brushProperty name="color" value="#E71224"/>
    </inkml:brush>
  </inkml:definitions>
  <inkml:trace contextRef="#ctx0" brushRef="#br0">197 20 3961,'-6'-3'64,"0"0"1,0 0-1,-1 1 1,1 0-1,0 0 1,-1 1-1,1 0 1,-1 0-1,0 0 0,1 1 1,-11 0-1,13 1-63,-1 0 0,1 0 0,0 0 0,0 1 0,0 0-1,0-1 1,0 1 0,0 1 0,0-1 0,0 0 0,1 1-1,-1 0 1,1 0 0,0 0 0,0 0 0,0 0 0,0 1 0,-3 5-1,1 1 104,-1 1-1,1 0 1,1 0-1,0 0 1,1 1-1,0-1 1,0 1-1,2-1 1,-1 1-1,1 0 1,1 14-1,1-5 97,1 1 0,0 0 0,2-1-1,0 1 1,10 24 0,-10-33-165,0-1 0,2 0 1,-1 0-1,2 0 0,8 13 0,-14-23-27,1 1 0,0-1 0,0 0 0,0 0 1,0 0-1,0 1 0,0-2 0,1 1 0,-1 0 0,1 0 0,-1-1 0,1 0 0,0 1 0,-1-1 0,1 0 0,0 0 0,0-1 0,0 1 0,0 0 1,0-1-1,-1 0 0,1 0 0,0 0 0,0 0 0,0 0 0,0 0 0,0-1 0,0 1 0,0-1 0,3-1 0,8-5 55,1 0 0,-2-1-1,1 0 1,-1-1 0,0-1 0,13-13-1,0-2 106,38-48 0,-57 64-119,0-1 0,0 1 0,-1-1 1,0-1-1,-1 1 0,5-15 0,-9 23-36,-1 0 0,1 0 0,-1 0 1,1-1-1,-1 1 0,1 0 0,-1 0 1,0-1-1,0 1 0,0 0 0,-1 0 0,1-1 1,0 1-1,-1 0 0,0 0 0,1-1 0,-1 1 1,0 0-1,0 0 0,0 0 0,0 0 0,-1 0 1,1 0-1,0 1 0,-1-1 0,1 0 0,-1 1 1,0-1-1,0 1 0,1-1 0,-1 1 1,0 0-1,0 0 0,0 0 0,0 0 0,-1 0 1,1 0-1,-3 0 0,-6-2 10,0 0 0,-1 1 0,1 0 0,0 1 0,0 0 0,-1 1 1,1 1-1,0 0 0,-1 0 0,-12 4 0,11-2-9,-1 1 0,1 0 1,0 1-1,0 0 0,1 2 1,0-1-1,0 1 0,-12 10 1,17-11-5,0 0 0,1 1 0,0 0 0,0 0 0,0 0 0,1 1 0,0 0 0,1 0 0,0 0 0,0 0 0,0 1-1,-3 15 1,5-17-9,1 1 0,-1-1 0,1 0 0,1 0 0,0 1 0,0-1 0,0 0 0,1 0 0,0 1 0,0-1 0,1 0 0,0 0 0,0 0 0,0 0 0,1-1 0,6 11 0,-7-13-1,0-1 0,1 0-1,-1 0 1,1-1-1,-1 1 1,1 0-1,0-1 1,0 0-1,0 0 1,0 0-1,1 0 1,-1 0 0,1 0-1,5 1 1,-3-1-2,0-1 1,0 0 0,0-1 0,0 1 0,0-1 0,0 0 0,0-1 0,10-1 0,3-3-2,1 0 1,-1-2-1,1 0 1,26-16-1,6-4 3,-3-3 0,0-1 0,-2-3 0,59-55 0,-94 78 5,-1 0 1,19-26-1,-27 33-2,0 0-1,-1-1 0,0 1 1,1-1-1,-1 1 1,-1-1-1,1 0 1,-1 0-1,0 0 1,0 0-1,0 0 1,-1-9-1,0 11 3,0 0-1,-1 0 0,1 1 1,-1-1-1,0 0 1,0 1-1,0-1 0,0 1 1,0-1-1,-1 1 1,1-1-1,-1 1 0,0 0 1,1 0-1,-1 0 1,0 0-1,0 0 0,0 0 1,-1 0-1,1 1 1,0-1-1,-1 1 0,1-1 1,-1 1-1,-4-2 1,-2 0 9,0 1 0,-1-1-1,1 2 1,0-1 0,-1 1 0,-13 0 0,7 2-6,0 0 1,0 1-1,0 1 0,0 0 0,1 1 1,-1 1-1,1 1 0,0 0 0,0 0 0,1 2 1,0 0-1,-18 14 0,22-15-7,0 1-1,1 0 1,0 1-1,0 0 1,1 0-1,0 1 1,1 0-1,0 0 1,0 1-1,1 0 1,1 0 0,0 1-1,0-1 1,1 1-1,1 0 1,-4 20-1,5-18-13,1 0 0,1 0 0,1 15-1,-1-25 5,1-1 0,-1 1-1,1-1 1,-1 1 0,1-1-1,0 1 1,1-1 0,-1 0-1,1 0 1,-1 1-1,1-1 1,0 0 0,0 0-1,0-1 1,0 1 0,1 0-1,-1-1 1,4 3-1,-1-2-2,-1-1 0,1 0 0,0-1 0,0 1 0,0-1-1,0 0 1,0 0 0,1 0 0,-1-1 0,0 0 0,0 0-1,0 0 1,1 0 0,-1-1 0,9-2 0,8-3-21,0-1 1,24-11 0,-46 18 31,29-12-9,-1 0 0,-1-2 0,0-2 0,-1 0 0,-1-2 0,0 0-1,-2-2 1,0 0 0,21-26 0,-38 39 14,-1 0-1,0-1 1,-1 1 0,1-1 0,-1 0-1,-1 0 1,0 0 0,4-14-1,-6 19 0,-1 0 0,1-1 0,-1 1 0,0-1-1,0 1 1,0 0 0,0-1 0,0 1 0,-1 0 0,1-1-1,-1 1 1,0 0 0,0 0 0,0-1 0,-1 1 0,1 0-1,-1 0 1,0 0 0,0 1 0,0-1 0,0 0-1,0 1 1,0-1 0,-1 1 0,-3-4 0,-1 3 18,1-1 1,0 1-1,-1 0 0,1 1 1,-1-1-1,0 1 1,0 0-1,0 1 1,0 0-1,0 0 0,0 1 1,0-1-1,-1 2 1,1-1-1,0 1 1,-8 1-1,2 1 11,0 0-1,1 0 1,-1 1 0,1 1-1,0 0 1,1 0 0,-1 1 0,-11 8-1,20-11-32,0-1-1,-1 1 1,1 0-1,0 0 1,0 0-1,0 0 1,1 0-1,-1 1 1,1-1-1,0 1 1,0-1-1,0 1 1,0 0-1,1 0 1,-1 0-1,1 0 1,0 0 0,0 0-1,1 0 1,-1 1-1,1-1 1,0 0-1,0 0 1,0 0-1,1 1 1,0-1-1,-1 0 1,1 0-1,1 0 1,-1 0-1,1 0 1,-1 0-1,1 0 1,0-1-1,4 6 1,3 2-15,1 0 1,1-1-1,14 12 1,-24-21 14</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2:56.629"/>
    </inkml:context>
    <inkml:brush xml:id="br0">
      <inkml:brushProperty name="width" value="0.035" units="cm"/>
      <inkml:brushProperty name="height" value="0.035" units="cm"/>
      <inkml:brushProperty name="color" value="#E71224"/>
    </inkml:brush>
  </inkml:definitions>
  <inkml:trace contextRef="#ctx0" brushRef="#br0">41 203 2473,'0'0'8,"21"-20"522,11 3 95,-21 3-147,-11 14-469,0 0 0,0-1 0,0 1 0,0-1 0,0 1-1,0-1 1,0 1 0,-1 0 0,1-1 0,0 1 0,0-1 0,0 1 0,0 0 0,-1-1-1,1 1 1,0 0 0,0-1 0,-1 1 0,1 0 0,0-1 0,-1 1 0,1 0 0,0-1 0,-1 1-1,1 0 1,0 0 0,-1 0 0,1-1 0,-1 1 0,1 0 0,0 0 0,-1 0 0,1 0-1,-1 0 1,0 0 0,-17 2 329,-42 8 6,59-10-297,0 0 0,0 0 0,1 0 0,-1 0 0,0 1 0,0-1-1,0 0 1,0 0 0,1 0 0,-1 1 0,0-1 0,0 1 0,0-1 0,1 0 0,-1 1 0,0-1 0,1 1 0,-1 0 0,0-1 0,0 2 0,8 11 167,-5-10-154,1 2-39,-2-3-14,0 0 1,0 0 0,0 0-1,0 0 1,0-1-1,1 1 1,-1 0-1,1-1 1,-1 1-1,1-1 1,-1 1 0,1-1-1,0 0 1,0 0-1,0 0 1,-1 0-1,1 0 1,0 0-1,0 0 1,0 0 0,1-1-1,-1 1 1,0-1-1,0 0 1,0 0-1,0 0 1,0 0 0,1 0-1,-1 0 1,0 0-1,2-1 1,11-4 50,0-1 0,-1-1-1,0 0 1,-1-1 0,23-17 0,-31 21-50,-1 1-1,0-1 1,0 0 0,0 0-1,0 0 1,-1 0 0,1-1-1,-1 1 1,0-1-1,-1 0 1,1 0 0,-1 0-1,0 0 1,0 0 0,-1 0-1,1-1 1,-1 1 0,0-1-1,0-10 1,-1 14 6,-1 0 0,1-1 0,-1 1 0,1 0 0,-1-1 1,0 1-1,0 0 0,0 0 0,0 0 0,0 0 0,0 0 0,-1 0 0,1 0 1,-1 0-1,1 0 0,-1 1 0,0-1 0,1 1 0,-1-1 0,0 1 0,0 0 1,0-1-1,0 1 0,-1 0 0,1 0 0,0 1 0,0-1 0,-1 0 0,1 1 1,0-1-1,-1 1 0,1 0 0,0 0 0,-3 0 0,-3 0 28,0 0-1,-1 0 0,1 1 1,0 0-1,0 1 1,1 0-1,-1 0 0,-14 6 1,16-5-38,0 0 0,0 0 0,1 1 0,0 0 0,0 0 0,0 0 0,0 0 0,1 1 0,-1 0-1,-5 9 1,9-12-2,-1 0-1,1 0 1,0 0-1,0 1 1,0-1-1,0 0 1,1 1-1,-1-1 1,1 1-1,-1-1 1,1 1-1,0-1 1,0 1-1,0-1 1,0 1-1,1-1 0,-1 1 1,1-1-1,-1 0 1,1 1-1,0-1 1,0 0-1,0 1 1,0-1-1,0 0 1,1 0-1,-1 0 1,1 0-1,-1 0 1,3 2-1,1 1-1,1 0-1,-1-1 1,1 0-1,0 0 1,-1 0-1,2-1 1,-1 0-1,0 0 1,1-1-1,-1 0 1,1 0-1,0 0 1,0-1 0,-1 0-1,1 0 1,0-1-1,0 0 1,0 0-1,0 0 1,0-1-1,11-2 1,-4-1 1,0 0 0,1 0 0,-1-1 0,-1-1 0,1 0 0,-1-1 0,0 0 0,0-1 0,11-11 0,-17 14 3,0-1-1,-1 1 1,0-2 0,0 1-1,-1-1 1,0 1 0,0-1-1,0-1 1,-1 1-1,4-11 1,-8 18-3,0-1-1,1 1 1,-1-1-1,0 1 1,0-1-1,0 1 1,0-1-1,0 0 1,0 1-1,0-1 0,0 1 1,0-1-1,0 1 1,-1-1-1,1 1 1,0-1-1,0 1 1,0-1-1,-1 1 1,1-1-1,0 1 1,0-1-1,-1 1 1,1 0-1,-1-1 1,1 1-1,0-1 1,-1 1-1,1 0 1,-1-1-1,1 1 1,0 0-1,-1 0 1,1-1-1,-1 1 1,1 0-1,-1 0 1,1 0-1,-2-1 1,-22-1 31,22 2-29,-11 1 12,0 0 0,0 0 0,0 1 0,0 1 0,0 1 0,1-1 0,-1 2 0,1 0 1,0 0-1,1 1 0,-12 8 0,10-5 3,0 0 1,0 2-1,1 0 1,0 0 0,1 1-1,0 0 1,1 1-1,-14 22 1,22-31-21,0-1 1,0 1 0,1 0-1,-1 0 1,-1 7 0,3-11 1,0 1 0,0 0-1,-1-1 1,1 1 0,0-1 0,0 1 0,0 0 0,1-1-1,-1 1 1,0-1 0,0 1 0,0 0 0,0-1 0,0 1-1,1-1 1,-1 1 0,0-1 0,1 1 0,-1-1 0,0 1 0,1-1-1,-1 1 1,0-1 0,1 1 0,-1-1 0,1 0 0,-1 1-1,1-1 1,-1 0 0,1 1 0,-1-1 0,1 0 0,-1 0-1,1 1 1,0-1 0,-1 0 0,1 0 0,-1 0 0,1 0 0,0 0-1,-1 0 1,1 0 0,-1 0 0,1 0 0,0 0 0,-1 0-1,1 0 1,-1 0 0,1-1 0,0 1 0,17-4 5,-1-1-1,0 0 1,-1-2 0,1 0 0,-1 0-1,-1-2 1,0 0 0,19-14-1,-32 22 9,0-1 0,-1 1 0,1-1 0,0 0 0,0 0 0,-1 0-1,1 0 1,-1 0 0,0 0 0,1 0 0,-1 0 0,0 0-1,0-1 1,-1 1 0,1 0 0,0-1 0,-1 1 0,1-1 0,-1 1-1,0-1 1,0 1 0,0-1 0,0-2 0,-1 4 18,1-1-1,-1 0 1,1 0 0,-1 0-1,0 1 1,0-1 0,0 0-1,0 1 1,0-1 0,0 1 0,0-1-1,0 1 1,-1 0 0,1 0-1,-1-1 1,1 1 0,-1 0 0,1 0-1,-1 0 1,0 0 0,1 1-1,-1-1 1,0 0 0,1 1 0,-1-1-1,0 1 1,0 0 0,0-1-1,0 1 1,-1 0 0,-6 0-17,1 0 1,0 1-1,0 0 1,0 0-1,0 1 1,0 0 0,0 1-1,0-1 1,1 1-1,-1 1 1,1 0-1,0 0 1,0 0-1,0 1 1,1 0-1,0 0 1,0 0 0,0 1-1,0 0 1,-9 13-1,15-18-14,-1 0 0,1-1-1,-1 1 1,1 0 0,0-1-1,-1 1 1,1 0 0,0 0-1,-1 0 1,1-1 0,0 1 0,0 0-1,0 0 1,0 0 0,0-1-1,0 1 1,0 0 0,0 0 0,0 0-1,0 0 1,0-1 0,1 1-1,-1 0 1,0 0 0,1 0-1,-1-1 1,0 1 0,1 0 0,-1-1-1,1 1 1,-1 0 0,1-1-1,-1 1 1,1 0 0,0-1-1,-1 1 1,1-1 0,0 1 0,-1-1-1,1 0 1,0 1 0,0-1-1,-1 1 1,1-1 0,0 0 0,0 0-1,0 0 1,-1 1 0,1-1-1,0 0 1,0 0 0,0 0-1,0 0 1,6 0-3,0 1 1,0-1-1,0-1 0,0 1 1,9-2-1,4-4 6,0 0 0,-1-1 0,0-1 1,0-1-1,23-14 0,-40 21 26,-1 1-4,-3-1 8,-9-3-11,7 4-18,-1-1 1,1 0 0,-1 0 0,0 1-1,0-1 1,0 1 0,0 1 0,0-1-1,0 1 1,0-1 0,0 2 0,-1-1-1,1 0 1,-7 3 0,-3 1 12,1 1 1,-1 0-1,1 2 0,-14 8 1,21-11-17,0 1 0,0-1 1,1 1-1,0 1 0,0-1 1,0 1-1,1 0 0,-1 1 1,-4 7-1,9-12-101,9 2-430,31 3 333</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2:57.901"/>
    </inkml:context>
    <inkml:brush xml:id="br0">
      <inkml:brushProperty name="width" value="0.035" units="cm"/>
      <inkml:brushProperty name="height" value="0.035" units="cm"/>
      <inkml:brushProperty name="color" value="#E71224"/>
    </inkml:brush>
  </inkml:definitions>
  <inkml:trace contextRef="#ctx0" brushRef="#br0">5839 23 1752,'-26'-2'4652,"-7"-4"-3409,1 0-1475,-49-3 0,-25 11 258,-199 29 1,160-12-21,-998 84 354,-90-20 909,549-25-575,-7-28-265,179-55-367,5-36 128,433 52-139,68 8-48,-27-4 22,0 1 0,0 2 0,-1 1 0,1 1 0,-59 10 0,90-10-51,7-5-3211,0 2 2003</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2:58.613"/>
    </inkml:context>
    <inkml:brush xml:id="br0">
      <inkml:brushProperty name="width" value="0.035" units="cm"/>
      <inkml:brushProperty name="height" value="0.035" units="cm"/>
      <inkml:brushProperty name="color" value="#E71224"/>
    </inkml:brush>
  </inkml:definitions>
  <inkml:trace contextRef="#ctx0" brushRef="#br0">1337 0 4857,'-56'27'694,"0"-3"-1,-2-2 1,0-3 0,-2-3 0,-94 14-1,-645 125 458,722-140-1419,72-14-567,2-8-850,-7-30 544</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2:59.769"/>
    </inkml:context>
    <inkml:brush xml:id="br0">
      <inkml:brushProperty name="width" value="0.035" units="cm"/>
      <inkml:brushProperty name="height" value="0.035" units="cm"/>
      <inkml:brushProperty name="color" value="#E71224"/>
    </inkml:brush>
  </inkml:definitions>
  <inkml:trace contextRef="#ctx0" brushRef="#br0">532 91 4233,'5'-2'161,"-1"1"1,1-1-1,-1 1 0,1 0 1,0 1-1,-1-1 0,1 1 1,0 0-1,0 0 0,-1 0 1,1 1-1,0-1 1,-1 1-1,1 0 0,0 1 1,-1-1-1,0 1 0,1 0 1,7 4-1,-2 0-183,0 1-1,0-1 1,0 2-1,-1-1 1,0 1-1,13 16 1,-12-10 80,0 0-1,-1 1 1,-1 0-1,0 0 1,-1 1 0,-1 0-1,0 0 1,3 18-1,20 139 599,-28-157-610,40 531 796,-30-337-762,6 256-22,-38-3 14,-30-130 304,37-251-107,13-78-249,0 1 0,1-1 0,-1 0 0,1 1 0,0-1 0,1 6 0,0-8 65,-4-2 34,-11-14-62,12 11-56,-91-102 66,77 85-55,1-1 1,0 0 0,2-1-1,-13-28 1,16 22-6,1-1 0,1 0 0,-7-53 0,0-93 7,13 132-14,-32-525 19,0 4 48,31 529-57,-10-173 58,13 152-28,10-95 0,19-3 8,-4 20 4,-23 123-45,0-1 0,-1 1 0,-1-1 1,0 1-1,-1-13 0,1 22-7,-1-1 1,1 1 0,-1-1 0,0 1-1,1-1 1,-1 1 0,0 0-1,0-1 1,-1 1 0,1 0 0,0 0-1,-1 0 1,1 0 0,-1 0 0,0 0-1,0 0 1,0 0 0,0 1-1,0-1 1,0 1 0,0-1 0,0 1-1,-1 0 1,1 0 0,0 0-1,-1 0 1,1 0 0,-1 1 0,-3-2-1,1 2-1,0-1 0,0 1 0,0 0 0,0 0 0,0 1 0,0-1 0,0 1 0,0 0 0,0 1 0,1-1-1,-1 1 1,-5 2 0,2 0 1,1 1-1,0-1 1,0 1-1,1 0 1,-1 1 0,-9 10-1,2 3 2,0-1 0,1 2-1,1-1 1,-15 35 0,-91 253 51,25 9-8,75-251-39,-14 55 33,30-111 7,-1-32 92,6-3-113,2 1-1,0-1 0,1 1 0,17-42 0,-11 34-17,18-49-8,3 1-1,4 2 1,3 1 0,3 2 0,107-139-1,-132 193 6,1 0 0,28-22-1,-41 38-1,0 1 0,1 0-1,-1 0 1,1 1 0,1 0-1,-1 0 1,0 1-1,1 0 1,0 0 0,0 1-1,0 0 1,12-2-1,-16 4 0,1 1 0,-1-1 0,0 1 0,1 0 0,-1 0 0,0 0 0,0 1 0,1 0 0,-1-1 0,-1 2 0,1-1 0,0 0 0,0 1 0,-1-1 0,1 1 0,4 5 0,5 7 5,0-1 0,15 23 0,-23-31-1,20 32 31,-1 1 0,28 62-1,26 90 44,23 46-20,-90-216-56,0-1 0,2 1-1,0-2 1,1 0 0,19 19-1,-26-31-43,0 0 0,1-1 0,0 0 0,0 0-1,0-1 1,0 0 0,1 0 0,0-1 0,0-1-1,0 1 1,0-1 0,1-1 0,-1 1 0,18 0-1,-17-2-143,1-1-1,-1 0 0,1-1 1,-1 0-1,1 0 0,17-6 0,-14 2 30,0-2 0,-1 1 0,0-2-1,13-9 1,-25 16 150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3:00.348"/>
    </inkml:context>
    <inkml:brush xml:id="br0">
      <inkml:brushProperty name="width" value="0.035" units="cm"/>
      <inkml:brushProperty name="height" value="0.035" units="cm"/>
      <inkml:brushProperty name="color" value="#E71224"/>
    </inkml:brush>
  </inkml:definitions>
  <inkml:trace contextRef="#ctx0" brushRef="#br0">0 398 6153,'12'0'390,"-1"1"0,0 0 0,1 1-1,-1 0 1,0 1 0,0 1 0,-1-1-1,1 2 1,13 6 0,-1 3-199,1 1 1,33 29-1,-33-23-126,0 1-1,-2 1 1,-1 1-1,0 1 1,-2 1 0,25 44-1,-20-24-47,-2 2-1,-2 0 1,16 60 0,-25-69 7,-7-21 5,1-1 0,0 1 0,2-1-1,0-1 1,18 31 0,-23-44 170,-3-14 252,0-1-310,0 0 0,1 0 1,1 0-1,-1 0 0,2 1 1,3-16-1,111-324 994,-60 191-1630,106-251-3008,-109 304 2620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41.302"/>
    </inkml:context>
    <inkml:brush xml:id="br0">
      <inkml:brushProperty name="width" value="0.035" units="cm"/>
      <inkml:brushProperty name="height" value="0.035" units="cm"/>
      <inkml:brushProperty name="color" value="#E71224"/>
    </inkml:brush>
  </inkml:definitions>
  <inkml:trace contextRef="#ctx0" brushRef="#br0">0 1917 1712,'0'0'1741,"6"-6"2393,6-7-2831,41-66-814,-40 60-324,-10 15-137,15-16-9,-2 0 0,-3 4 182,24-25 1,12-1 637,-38 33-772,0 0 1,0-1-1,14-17 0,7-13 77,-25 29-131,2 0 0,-1 1 0,1 0 1,0 0-1,17-12 0,-21 19 14,-1 0-1,1 1 1,-1 0 0,1 0 0,0 0 0,0 0 0,0 1-1,0 0 1,0 0 0,0 0 0,0 1 0,8-1 0,9 0 65,-11-1-76,1-1 0,-1 0 1,0 0-1,0-1 0,0 0 0,0-1 0,-1-1 0,0 1 0,10-9 1,-3 4-3,-12 9 35,12 0 25,42-13 19,32-4 165,-80 15-258,7 1 23,7 5 18,56 1 11,-59-11-298,38-12 153,-44 13-11,-7 5 146,10 5 36,40 7 17,-46-9 41,-6-1-68,1-5-32,165-42-279,-164 44 287,0 0 0,0 1 1,-1 1-1,1 0 0,10 0 0,-9 1 44,0-1-1,0 0 0,17-4 1,8-1-18,0 1 1,0 1-1,0 2 1,0 2-1,-1 1 1,40 7-1,-48-7 73,0-2-1,1 0 1,44-7-1,-9 0-141,34-3-45,-61 6 152,0-1 1,38-11-1,-24 5-33,17-5-96,24-5-94,46-5 275,-129 25-159,1-1 1,-1 0-1,0 0 1,0-1-1,12-6 1,14-5-7,-24 10-7,-1 0 0,0-1 0,0 0 0,0 0 0,0-1 0,-1 0 0,0 0 0,10-11 0,-15 15 52,20-9 43,28-19 1,-25 15-87,-6 5-23,-15 10-16,1-1 18,23-5 32,37-8 28,-45 9 15,-17 5-53,17 3-19,-1-1 12,41 2-50,-59-4 54,5 3-14,12 12 39,37 27 4,-34-28 2,-16-9-36,13 16-30,36 43-8,-35-40-16,-8-1 108,24 35-4,-35-58-36,14 21 88,-7-16-85,16 7-34,32 25 3,-45-31 18,-10-5 5,1-1 1,-1 0-1,0 1 1,1-1-1,-1 0 0,0 1 1,1-1-1,-1 0 1,1 1-1,-1-1 0,0 0 1,1 0-1,-1 0 1,1 1-1,-1-1 1,1 0-1,-1 0 0,1 0 1,-1 0-1,1 0 1,-1 0-1,1 0 0,0 0 1,18-1-4,41 6 4,-59-4 0,0-1 0,0 0 0,0 0 0,0 1 0,0-1 0,0 0 0,0 0 0,0 0 0,-1 0 0,1 0 0,0-1 0,0 1 0,0 0 0,0 0 0,0 0 0,0-1 0,0 1 0,0-1 0,-1 1 0,1 0 0,0-1 0,0 0 0,0 1 0,1-2 0,16-15 0,30-35 0,-40 42 0,-1 0 0,0 0 0,0 0 0,-1-1 0,-1 0 0,9-23 0,-4-7 24,-2-1 0,4-59 0,-6 48 17,-3 41-54,-1 0 0,0-1 1,-1 1-1,-1 0 0,0-1 0,0 1 0,-1-1 1,-1 1-1,0 0 0,-4-14 0,-29-80-29,31 91 68,1-1 1,1 1-1,0 0 0,2-1 1,0-19-1,3 2-23,2-75 4,-6 92-11,0 0-1,-1 1 1,0-1 0,-10-29-1,11 41 12,-1-1-1,1 1 1,0-1 0,0 0-1,1 1 1,-1-1 0,1 0-1,0 1 1,1-1-1,-1 0 1,1 0 0,0 1-1,0-1 1,0 0 0,1 1-1,-1 0 1,5-8-1,1 1-23,0 0 0,1 1 0,1 0 0,-1 1-1,12-10 1,-9 9-27,0 0 0,-1-1 0,-1 0 0,0 0 0,0-1 0,10-19 0,-16 26 52,0 0 0,1 0 1,-1 1-1,1-1 0,1 1 0,-1 0 0,0 0 0,1 0 1,0 0-1,0 1 0,0 0 0,0 0 0,1 0 1,-1 1-1,1 0 0,8-2 0,8-2-9,0 1 0,43-3 0,-58 8-40,1-1 0,-1 1-1,1 1 1,0-1 0,-1 2-1,1-1 1,-1 1 0,0 0 0,0 0-1,1 1 1,6 3 0,-2 1 22,1 1 1,-1 0-1,-1 1 0,19 18 1,19 18-8,76 94 0,56 68 70,-171-198-31,0 0 0,0-1 1,1-1-1,18 11 0,-17-11 3,0 0 1,0 1-1,19 18 1,-12-10 46,0 0-1,30 17 1,-43-30-41,1 0-1,-1-1 1,1 0-1,-1 0 1,1 0-1,0-1 1,0 0 0,0 0-1,12 0 1,16 1 86,-32-1-44,19 14 220,33 14-164,-45-23 68,0-2 46,8-6-176,42 4 29,-50-2-54,1 0 1,-1 0-1,19-4 1,5 1 5,18 5 133,-1 2 0,70 16 0,-112-18-172,0 0 0,0 2 0,0-1 0,0 1 0,-1 0 0,11 7-1,18 9 106,-29-17-18,0 0-1,0-1 0,14 3 0,-17-4-64,0-1-1,1 1 1,-1 1-1,0-1 1,-1 1-1,1 0 1,0 0-1,0 0 1,-1 0-1,1 1 1,-1 0-1,8 6 1,0 5-46,0 0 1,12 20 0,-17-23 33,1 0-1,0 0 0,0-1 1,1-1-1,0 1 0,20 14 1,38 19 14,-28-18-2,44 35 0,-71-50-25,0 1 1,-1 0-1,0 0 1,-1 2-1,0-1 1,-1 1-1,11 22 1,-13-22 1,1-1 0,0 1-1,1-1 1,0 0 0,13 11 0,56 47 53,-66-60-49,2 0 0,0-1-1,1-1 1,0 0 0,0-1 0,0 0 0,1-1 0,30 6 0,19 9 2,-48-15 5,0-1 0,1-1 0,-1-1 0,1 0 0,19 0 1,88-6 44,-120 3-55,0-1 3,1 1 0,-1-1-1,1-1 1,-1 1 0,1-1 0,6-3 0,2 6-184,-13-1 203,0 0 0,0 1 0,0-1 0,0 0 0,0 0 0,0 0 0,1 0 0,-1 0 0,0 0 0,0-1 0,0 1 0,0 0-1,1-1 1,-1 1-257,-1-1-1,1 0 0,-1 0 1,0 1-1,1-1 0,-1 0 0,0 0 1,1 1-1,-1-1 0,0 0 1,0 0-1,0 0 0,1 1 1,-1-1-1,0 0 0,0 0 0,-1 0 1,1 0-1,0 1 0,0-1 1,0 0-1,0 0 0,-1 0 0,1 1 1,0-1-1,-1-1 0,-19-67-1372</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33.502"/>
    </inkml:context>
    <inkml:brush xml:id="br0">
      <inkml:brushProperty name="width" value="0.035" units="cm"/>
      <inkml:brushProperty name="height" value="0.035" units="cm"/>
      <inkml:brushProperty name="color" value="#004F8B"/>
    </inkml:brush>
  </inkml:definitions>
  <inkml:trace contextRef="#ctx0" brushRef="#br0">29 53 3281,'-2'3'82,"-1"0"0,0 0 1,0-1-1,0 1 0,0-1 1,-6 4-1,7-5 1126,12 9 2829,-7-7-4004,0-1-1,1 0 1,-1 0-1,1 0 1,0 0 0,-1-1-1,1 1 1,0-1 0,0 0-1,0 0 1,0 0 0,0-1-1,0 1 1,0-1 0,1 0-1,-1-1 1,0 1-1,7-2 1,172-44 364,32-6-383,-206 50-16,16-1 4,-23 3 11,-10 4 3,-2 2-14,0-1 0,-1-1 0,0 1-1,0-2 1,0 0 0,-1 0 0,1-1-1,-18 1 1,1-2-4,9-1-6,0 0 1,0 2-1,0 0 0,0 1 1,-19 6-1,-12 7-26,5-3 19,-67 31 0,108-42 31,10-2 0,84-4-16,-38 0 0,-36 2 2,-1-1 1,0-1-1,-1 0 0,1-1 0,-1 0 0,15-8 0,-12 6-1,-12 4-3,21-4-9,-180 47 67,49-10-24,78-29-128,25-1 53</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55.906"/>
    </inkml:context>
    <inkml:brush xml:id="br0">
      <inkml:brushProperty name="width" value="0.035" units="cm"/>
      <inkml:brushProperty name="height" value="0.035" units="cm"/>
      <inkml:brushProperty name="color" value="#004F8B"/>
    </inkml:brush>
  </inkml:definitions>
  <inkml:trace contextRef="#ctx0" brushRef="#br0">867 164 4345,'-3'1'1995,"-5"3"-1819,-1 0 0,-1 0-1,1-1 1,-18 4 0,6-2-63,-134 30 359,39-10-142,49-9 129,23-6 357,-66 24 1,67-19-401,4 0 464,39-13-694,4-2-42,26-5-37,61-12 198,121-18 668,-27 11-455,-181 24-534,-12 1 0,-169 33 175,-38 8-86,204-40-29,-29 7-143,40-9 97,0 0-1,0-1 0,0 1 1,0 0-1,0 0 1,0 0-1,0 0 1,0 0-1,0 0 1,0 0-1,0 0 1,0 0-1,0-1 1,0 1-1,0 0 1,0 0-1,0 0 0,0 0 1,0 0-1,0 0 1,0 0-1,0 0 1,0 0-1,0 0 1,-1 0-1,1 0 1,0 0-1,0-1 1,0 1-1,0 0 1,0 0-1,0 0 0,0 0 1,0 0-1,0 0 1,0 0-1,0 0 1,0 0-1,-1 0 1,1 0-1,0 0 1,0 0-1,0 0 1,0 0-1,0 0 1,0 0-1,0 0 0,0 0 1,0 0-1,-1 0 1,1 0-1,21-11-122,97-31-64,-27 11 159,67-36-70,196-115-1,-354 182 101,1 0 1,-1 0-1,0 0 0,0-1 1,1 1-1,-1 0 1,0 0-1,0 0 0,0 0 1,1 0-1,-1 0 0,0 0 1,0 0-1,0 0 1,1-1-1,-1 1 0,0 0 1,0 0-1,0 0 1,0 0-1,1-1 0,-1 1 1,0 0-1,0 0 0,0 0 1,0-1-1,0 1 1,0 0-1,0 0 0,1 0 1,-1-1-1,0 1 0,0 0 1,0 0-1,0-1 1,0 1-1,0 0 0,0 0 1,0-1-1,0 1 1,0 0-1,-1 0 0,1 0 1,0-1-1,0 1 0,0 0 1,0 0-1,0-1 1,0 1-1,0 0 0,0 0 1,-1 0-1,1 0 1,0-1-1,0 1 0,0 0 1,0 0-1,-1 0 0,1 0 1,0-1-1,-12-2 17,-1 5 13,-1 1 0,1 1 0,0 0 0,0 0 1,-16 9-1,16-7-6,-98 40 196,-404 150-5,424-171-206,-61 18-38,235-70-118,478-169 126,-535 186 29,4-3 21,1 2 0,0 1 0,52-9 0,-79 18 15,-7 4 8,-17 10 26,0 0 0,-1-1-1,0-2 1,-40 16 0,14-7-19,-48 18-21,-125 30-1,-26 10-76,249-75-174,8 0 102,21-4-85,1-1-1,-1-2 1,53-16 0,-64 16 140,90-24-171,-1-4 1,114-51 0,-155 45 234,-65 36 92,-15 4 11,-1 1 1,1 0 0,-1 0 0,1 1-1,0 1 1,0-1 0,-18 10 0,-9 3 86,-54 20 87,-104 38 34,-171 42-303,358-114-76,-1 2-171,0-1 1,0 0-1,-13 1 0,44-17-2537,20-5 1870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00.255"/>
    </inkml:context>
    <inkml:brush xml:id="br0">
      <inkml:brushProperty name="width" value="0.035" units="cm"/>
      <inkml:brushProperty name="height" value="0.035" units="cm"/>
      <inkml:brushProperty name="color" value="#004F8B"/>
    </inkml:brush>
  </inkml:definitions>
  <inkml:trace contextRef="#ctx0" brushRef="#br0">0 267 2705,'0'0'378,"1"0"-316,29-2 677,-1-1 0,1-2 0,0-1 0,39-13 0,50-11 71,150-28 334,-214 42-700,-1-2 0,93-45 0,-104 39-236,-39 22 211,-29 6 193,-109 36-481,75-28-116,-74 7 1,52-9 30,-23 5 198,123-13 9,17-3-259,14-5 11,77-11 177,-110 13-108,0 0-1,0-1 0,-1 0 0,1-2 0,14-8 1,-43 14 677,-13 3-741,8 2 41,-1 1 0,1 1 0,-25 12 0,-2 0 32,-199 65 393,236-79-480,12-2 0,13-1-4,38-6 213,0-3 1,-1-2-1,-1-2 1,71-26-1,110-45 508,-233 82-545,-11 2-16,-415 91 389,676-175-658,-118 37 162,-120 40 1,-20 5 39,-25 5-16,6 3-28,1 0-1,-37 18 1,24-9-27,-29 10-12,-7 2 59,-82 46 0,152-73-217,7 1-416,-1-1 515,1 0 1,0 0-1,0 0 1,0-1 0,0 0-1,0 0 1,0 0 0,0 0-1,0 0 1,0-1 0,0 0-1,0 1 1,5-3 0,57-22-315,-54 20 314,117-53-115,-76 31-2764</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10.258"/>
    </inkml:context>
    <inkml:brush xml:id="br0">
      <inkml:brushProperty name="width" value="0.035" units="cm"/>
      <inkml:brushProperty name="height" value="0.035" units="cm"/>
      <inkml:brushProperty name="color" value="#004F8B"/>
    </inkml:brush>
  </inkml:definitions>
  <inkml:trace contextRef="#ctx0" brushRef="#br0">351 296 3537,'-4'-17'190,"-10"-42"825,13 53-725,1 0-1,-1 0 0,1 0 1,0 0-1,0 0 1,1 1-1,2-13 3932,-1 25-4124,3 35-70,-2 1-1,-3 69 1,-2-70 71,2 1 1,2-1-1,8 46 1,-9-81-44,1 0 0,0-1 0,0 1 0,1-1 1,-1 1-1,1-1 0,1 0 0,-1 0 0,1-1 0,0 1 1,9 8-1,-10-11-15,0-1 1,0 1-1,0-1 1,0 0-1,0 0 1,0-1-1,1 1 1,-1-1-1,1 1 1,-1-1-1,1 0 1,0-1-1,-1 1 1,1 0-1,0-1 1,0 0-1,-1 0 1,1 0-1,0-1 1,0 1-1,-1-1 1,1 0-1,3-1 0,6-2 13,-1-1-1,0 0 1,0-1-1,-1-1 1,1 0-1,12-10 0,61-58 66,-61 53-93,88-78 8,-37 36-20,72-82 1,-131 128-8,-2 0 0,20-32 0,-29 41-3,-1 1 1,0-1-1,0 0 0,-1-1 1,0 1-1,0 0 0,-1-1 1,2-15-1,-4 20 6,0 0-1,-1 1 1,1-1 0,-1 0-1,-3-8 1,3 10 31,6 18 8,16 54-45,12 79-1,3 77-37,-27-164 9,11 107-255,-1 231 1,-20-343 235,-2 1-1,-3-1 1,-18 81 0,21-124 135,0-1-1,-1 1 0,-1-1 1,0 0-1,0-1 0,-1 1 1,-1-1-1,0 0 0,-15 17 1,15-20 112,-1-1 1,0 0-1,-1-1 0,1 0 1,-1 0-1,-1-1 1,1 0-1,-1-1 1,1 0-1,-1 0 0,0-1 1,-18 3-1,4-2 345,-1-1-1,1-2 0,-1 0 1,1-2-1,-45-6 0,25-1 57,0-2-1,-58-21 0,58 15-443,1-3 0,0-1-1,2-2 1,0-2 0,2-2-1,1-1 1,-61-56-1,74 57-492,0-1-1,1 0 0,2-2 0,1-1 0,1 0 0,1-1 0,2-2 0,1 1 0,2-2 0,-16-55 0,25 66-745,1 1 1,0-1-1,2-1 0,0 1 1,2 0-1,4-40 1,1 37 264,10-34 1,-13 56 766</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10.690"/>
    </inkml:context>
    <inkml:brush xml:id="br0">
      <inkml:brushProperty name="width" value="0.035" units="cm"/>
      <inkml:brushProperty name="height" value="0.035" units="cm"/>
      <inkml:brushProperty name="color" value="#004F8B"/>
    </inkml:brush>
  </inkml:definitions>
  <inkml:trace contextRef="#ctx0" brushRef="#br0">1 153 8490,'5'-10'416,"8"-8"280,0 0-216,13-3-32,7 3 64,17 5 16,-1 5-31,18 3-41,11-1 264,-3-1-464,1-4-208,-4 4-592,-12-1-312,-3 5-617,-5 3-1719,5 3 1567</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11.735"/>
    </inkml:context>
    <inkml:brush xml:id="br0">
      <inkml:brushProperty name="width" value="0.035" units="cm"/>
      <inkml:brushProperty name="height" value="0.035" units="cm"/>
      <inkml:brushProperty name="color" value="#004F8B"/>
    </inkml:brush>
  </inkml:definitions>
  <inkml:trace contextRef="#ctx0" brushRef="#br0">600 0 9482,'-19'7'645,"15"-6"138,4 1-201,-5 57-464,3-44-110,0 1 0,1 26 0,4 4 94,2 0-1,1 0 0,3-1 0,1 0 0,3-1 0,1 0 0,25 51 0,-36-90 18,0 1 0,0-1 1,0 0-1,1 0 0,0 0 1,0-1-1,6 6 0,-8-8-62,0 0-1,1-1 0,-1 0 1,0 1-1,0-1 0,1 0 0,-1 0 1,0 0-1,1 0 0,-1-1 0,1 1 1,0-1-1,-1 1 0,1-1 1,-1 0-1,1 0 0,-1 0 0,1-1 1,0 1-1,3-1 0,0-1 3,0-1 1,0 1-1,0-1 0,0 0 0,0-1 0,-1 0 1,1 0-1,-1 0 0,0 0 0,5-6 0,7-9 38,19-27-1,-31 39-89,47-69 12,83-165-1,-99 178 90,-33 59 260,-7 9-144,1 0-199,-1 1-1,1-1 1,1 1-1,-1 0 1,1 0-1,0 0 1,0 1-1,1-1 1,-2 8-1,-2 71 0,4-60-24,3 112-236,21 149 1,-17-233 103,50 337-1465,-1-11-543,-52-351 2060,-1-1-1,-2 1 1,0 0 0,-2-1 0,-7 36 0,6-50 125,-1 1 0,0-1 1,0 0-1,-2 0 1,0 0-1,0-1 1,-1 1-1,-1-2 1,0 1-1,0-1 0,-1 0 1,-12 10-1,10-11 217,-1 0 0,0-1 0,-1-1 0,1 0 0,-2-1-1,1 0 1,-1-1 0,-19 6 0,12-6 190,0-1 1,0-1-1,-1-1 1,1-1-1,-27-1 1,5-4 136,-1-1 1,1-2 0,1-3 0,-1-1-1,-47-18 1,52 14-489,1-1 0,0-2-1,1-2 1,1-1 0,1-2-1,1-1 1,1-2 0,-32-31 0,47 39-362,1 0 1,0-2 0,1 0-1,1 0 1,1-1 0,0-1 0,2 0-1,0-1 1,2 0 0,0-1-1,2 0 1,0 0 0,2-1-1,-5-40 1,10 29-395,1 1-1,8-52 1,-9 85 647</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13.117"/>
    </inkml:context>
    <inkml:brush xml:id="br0">
      <inkml:brushProperty name="width" value="0.035" units="cm"/>
      <inkml:brushProperty name="height" value="0.035" units="cm"/>
      <inkml:brushProperty name="color" value="#004F8B"/>
    </inkml:brush>
  </inkml:definitions>
  <inkml:trace contextRef="#ctx0" brushRef="#br0">1 161 6457,'0'0'5280,"0"-1"-5005,6-5-208,1 0-1,-1 1 1,15-10 0,-7 6-35,-7 4-8,0 1 0,0 0 0,0 0 0,1 0 0,-1 1 0,10-3 0,-15 5 28,0 1 81,0 0 0,0 0 0,0 0 0,0 0 0,0-1 0,0 1 1,0-1-1,0 1 0,0-1 0,2-1 0,-2 1-63,0 0-1,0 0 1,0 0-1,0 0 1,0 0-1,-1-1 1,1 1 0,0 0-1,-1-1 1,1 0-1,-1 1 1,1-1-1,-1 0 1,2-3 0,-2 1 73,0 0 0,0 1 0,-1-1 1,1 0-1,-1 0 0,0-8 1,0 9-203,1-13 250,0 12 283,-1 11 347,12 17-658,-8-14-162,48 125-10,-27-70-174,2 11-642,-25-68 46,0 1-1,0-1 1,-1 1-1,0-1 1,0 1-1,-2 15 1,1-20-1755</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13.605"/>
    </inkml:context>
    <inkml:brush xml:id="br0">
      <inkml:brushProperty name="width" value="0.035" units="cm"/>
      <inkml:brushProperty name="height" value="0.035" units="cm"/>
      <inkml:brushProperty name="color" value="#004F8B"/>
    </inkml:brush>
  </inkml:definitions>
  <inkml:trace contextRef="#ctx0" brushRef="#br0">16 1 9306,'-16'36'1072,"19"5"1953,2 1-1729,26 5-984,0 5-96,13 12-48,13 14-56,16 49-64,13 26-24,15 65-96,-3 36-88,-41 1-368,-25-9-408,-64-36-720,-22-39 567,-19-41 561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14.268"/>
    </inkml:context>
    <inkml:brush xml:id="br0">
      <inkml:brushProperty name="width" value="0.035" units="cm"/>
      <inkml:brushProperty name="height" value="0.035" units="cm"/>
      <inkml:brushProperty name="color" value="#004F8B"/>
    </inkml:brush>
  </inkml:definitions>
  <inkml:trace contextRef="#ctx0" brushRef="#br0">1 0 14075,'23'99'1272,"16"23"65,2 20-569,11 37-608,3 18-160,-1 32-856,3-1-457,-2-18-1655,-3-18 391,-11-57 1585</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08.738"/>
    </inkml:context>
    <inkml:brush xml:id="br0">
      <inkml:brushProperty name="width" value="0.035" units="cm"/>
      <inkml:brushProperty name="height" value="0.035" units="cm"/>
      <inkml:brushProperty name="color" value="#004F8B"/>
    </inkml:brush>
  </inkml:definitions>
  <inkml:trace contextRef="#ctx0" brushRef="#br0">105 317 6281,'-4'-14'837,"-1"1"0,-1-1 0,-1 1 0,0 0 0,-10-15 0,5 9-624,11 17-45,0 2 20,0 0-173,0 1 0,1 0 0,-1-1 1,0 1-1,0-1 0,0 1 0,0 0 1,1 0-1,-1-1 0,0 1 0,0 0 1,1 0-1,-1 0 0,1 0 0,-1 0 1,1 0-1,-1 0 0,0 2 0,-26 50 137,26-51-135,1 0-1,-1 0 1,1 0-1,-1 1 1,1-1-1,-1 0 1,1 0-1,0 0 0,0 0 1,0 1-1,1-1 1,-1 0-1,0 0 1,1 0-1,-1 0 1,1 0-1,0 0 1,0 0-1,0 0 1,0 0-1,2 3 1,0 2 66,-2-6-58,0 0 0,-1 1-1,1-1 1,0 0 0,0 0 0,0 0 0,0 0 0,0 0 0,0 0 0,0 0 0,0 0 0,0 0 0,0-1 0,1 1 0,-1 0-1,0-1 1,0 1 0,1-1 0,-1 1 0,0-1 0,1 0 0,-1 0 0,1 1 0,-1-1 0,0 0 0,1 0 0,-1 0 0,1-1-1,-1 1 1,0 0 0,1 0 0,-1-1 0,0 1 0,1-1 0,-1 1 0,0-1 0,3-1 0,1-1 99,0 0 1,0 0-1,0 0 1,0-1-1,-1 0 0,0 0 1,1 0-1,3-5 1,4-10 118,-1 1 1,0-2-1,-1 0 0,-2 0 1,0 0-1,0-1 1,-2 0-1,-1-1 0,3-21 1,-8 37-222,1 0 1,-1 0-1,0 0 1,-1 0-1,1 0 0,-1 0 1,-2-7-1,2 12-17,1 0-1,0-1 0,0 1 1,-1 0-1,1 0 0,-1 0 0,1 0 1,-1 0-1,1 0 0,-1 0 1,0 0-1,1 0 0,-1 0 0,0 1 1,0-1-1,1 0 0,-1 0 1,0 1-1,0-1 0,0 0 0,0 1 1,0-1-1,0 1 0,0-1 1,0 1-1,-1 0 0,1-1 0,0 1 1,0 0-1,0 0 0,0 0 1,0 0-1,-1 0 0,1 0 0,0 0 1,0 0-1,0 0 0,0 0 1,0 1-1,0-1 0,-1 0 0,-1 2 1,0 0-4,1 0 1,-1-1-1,0 2 0,1-1 1,-1 0-1,1 0 1,0 1-1,-1 0 0,1-1 1,0 1-1,1 0 1,-1 0-1,-1 3 1,-1 3-38,0 0 0,1 0 1,-3 12-1,4-14-224,1 0-1,0-1 1,1 1 0,-1 0-1,1 0 1,1 0 0,-1-1-1,4 14 1,9 7-799</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05.638"/>
    </inkml:context>
    <inkml:brush xml:id="br0">
      <inkml:brushProperty name="width" value="0.035" units="cm"/>
      <inkml:brushProperty name="height" value="0.035" units="cm"/>
      <inkml:brushProperty name="color" value="#004F8B"/>
    </inkml:brush>
  </inkml:definitions>
  <inkml:trace contextRef="#ctx0" brushRef="#br0">172 49 7098,'-11'0'2333,"-7"4"-2235,-38 13-49,55-17-44,-14 6 134,13-2-89,0 4 9,1-4-56,-4 10 146,0 0 1,-4 27 0,8-37-105,1 0 1,-1 0 0,1 0 0,0 0-1,0 0 1,0 0 0,1 0 0,-1 0-1,1 0 1,0 0 0,0-1 0,0 1-1,1 0 1,-1 0 0,1-1 0,0 1-1,0-1 1,3 5 0,0-4 14,0 1 0,0-1 1,1 1-1,-1-1 0,1-1 1,0 1-1,0-1 1,0 0-1,8 3 0,-10-5-39,0 0 0,0 0 0,0 0 0,0-1 0,0 1 0,0-1 0,0 0 0,0 0 0,1 0 0,-1-1 0,0 0 0,0 0 0,0 0 0,0 0 0,0 0 0,0-1 0,3-1 0,7-5-3,-1 0 0,-1-1 0,1 0 0,-1-1 0,-1-1-1,12-13 1,-16 16-11,-1 0-1,0 0 1,-1 0 0,1-1-1,-2 0 1,1 0-1,-2 0 1,1 0-1,-1-1 1,4-17 0,-7 24-6,1 1-1,-1-1 1,0 0 0,0 1 0,0-1 0,0 0 0,0 0 0,-1 1 0,1-1 0,-1 0 0,1 1 0,-1-1-1,0 0 1,0 1 0,0-1 0,-1 1 0,1 0 0,-1-1 0,-2-3 0,1 4 4,0 0 0,0-1 0,0 1 0,0 0 0,-1 1 0,1-1 0,0 0 0,-1 1 0,1 0 0,-1 0 0,1 0 0,-8-1 0,-3 1 23,0 1 0,0 0 0,0 1 0,1 0 0,-1 1 1,-20 6-1,11-2 51,1 1 1,-29 13 0,45-17-154,0-1 1,0 2 0,1-1 0,-1 1 0,1 0 0,0 0-1,0 0 1,0 1 0,1-1 0,0 1 0,0 0 0,0 1-1,-5 8 1,2 5-286</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06.566"/>
    </inkml:context>
    <inkml:brush xml:id="br0">
      <inkml:brushProperty name="width" value="0.035" units="cm"/>
      <inkml:brushProperty name="height" value="0.035" units="cm"/>
      <inkml:brushProperty name="color" value="#004F8B"/>
    </inkml:brush>
  </inkml:definitions>
  <inkml:trace contextRef="#ctx0" brushRef="#br0">308 214 9018,'-11'-2'84,"4"1"810,11 9-206,0-3-727,-3-3 57,-1-1-11,1-1 1,-1 1-1,0 0 1,1-1 0,-1 1-1,1-1 1,-1 1-1,1-1 1,-1 1-1,1-1 1,-1 0 0,1 1-1,-1-1 1,1 0-1,0 1 1,-1-1-1,1 0 1,-1 0 0,1 0-1,0 1 1,-1-1-1,1 0 1,0 0-1,-1 0 1,1 0 0,0 0-1,0 0 1,0 0-1,0 0 2,1 0-1,0 1 0,-1-1 0,1 0 1,-1 0-1,1 0 0,-1 0 1,1 0-1,0 0 0,-1-1 0,1 1 1,-1 0-1,1-1 0,-1 1 1,1-1-1,-1 0 0,0 1 1,1-1-1,-1 0 0,0 0 0,1 0 1,-1 0-1,0 0 0,0 0 1,0 0-1,0-1 0,0 1 0,0 0 1,0 0-1,0-1 0,-1 1 1,1-1-1,0 1 0,-1-1 0,1 1 1,-1-1-1,1 1 0,-1-1 1,0 1-1,0-1 0,0-2 0,10-46 208,-6 33-113,4-34 0,-8 47-89,0 0 0,0-1 1,0 1-1,0 0 0,-1 0 1,0 0-1,1 0 0,-2 0 0,1 0 1,0 1-1,-1-1 0,1 0 1,-4-5-1,3 8-7,1-1 0,0 1 0,-1-1 0,1 1-1,-1 0 1,1-1 0,-1 1 0,0 0 0,0 0 0,1 0 0,-1 0 0,0 1 0,0-1 0,0 0 0,0 1-1,0-1 1,0 1 0,0 0 0,0 0 0,0 0 0,0 0 0,0 0 0,0 0 0,0 0 0,0 1 0,0-1-1,-3 2 1,-5 1 7,0 1-1,0 0 0,0 1 1,-10 6-1,-104 67 39,107-66-47,0 1 0,2 0 0,-1 2 0,2-1 1,-14 18-1,25-28-7,1 0 1,-1 0 0,1 0-1,-1 0 1,1 1 0,0-1-1,1 0 1,-1 1 0,1 0-1,0-1 1,-1 9 0,2-11-18,0 0 0,0-1 1,1 1-1,-1 0 1,0 0-1,1 0 0,0 0 1,-1-1-1,1 1 0,0 0 1,0-1-1,0 1 0,0 0 1,0-1-1,0 1 1,0-1-1,1 1 0,-1-1 1,1 0-1,-1 0 0,1 0 1,-1 0-1,1 0 1,0 0-1,-1 0 0,1 0 1,0 0-1,0-1 0,-1 1 1,4 0-1,52 9-244</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07.537"/>
    </inkml:context>
    <inkml:brush xml:id="br0">
      <inkml:brushProperty name="width" value="0.035" units="cm"/>
      <inkml:brushProperty name="height" value="0.035" units="cm"/>
      <inkml:brushProperty name="color" value="#004F8B"/>
    </inkml:brush>
  </inkml:definitions>
  <inkml:trace contextRef="#ctx0" brushRef="#br0">7 212 8658,'0'0'2580,"18"8"-2368,70 38-177,-84-57 22,5-14 2,-2-1-1,8-42 0,-13 56-15,0 1-1,-1 0 0,0-1 0,-1 1 0,0-1 0,-1 1 0,-1-1 0,0 1 0,-4-16 1,6 26 96,0 1-125,0-1 0,-1 1 0,1 0 0,0 0 0,0 0 0,0-1 1,0 1-1,0 0 0,0 0 0,0 0 0,0 0 0,0-1 0,0 1 1,-1 0-1,1 0 0,0 0 0,0 0 0,0 0 0,0-1 0,0 1 0,-1 0 1,1 0-1,0 0 0,0 0 0,0 0 0,0 0 0,-1 0 0,1 0 1,0 0-1,0 0 0,0 0 0,-1 0 0,1-1 0,0 1 0,0 0 0,0 1 1,-1-1-1,1 0 0,0 0 0,0 0 0,0 0 0,0 0 0,-1 0 0,1 0 1,0 0-1,0 0 0,0 0 0,-1 0 0,1 0 0,0 1 0,0-1 1,0 0-1,0 0 0,0 0 0,-1 0 0,-7 3 227,-6 2-52,0 0 1,-23 12 0,32-14-189,0 0 1,1 0 0,-1 0-1,1 0 1,0 1-1,-1 0 1,1-1-1,1 2 1,-1-1-1,1 0 1,0 1-1,-6 9 1,9-13-58,0 0 0,-1 0 1,1 0-1,-1 0 0,1 1 0,0-1 0,0 0 1,0 0-1,0 1 0,0-1 0,0 0 1,0 0-1,0 1 0,0-1 0,1 0 0,-1 0 1,0 0-1,1 1 0,-1-1 0,1 0 1,-1 0-1,1 0 0,0 0 0,-1 0 0,1 0 1,0 0-1,1 1 0,1 1-186,0-1 0,0 0 0,0-1 1,0 1-1,0 0 0,0-1 0,0 0 0,0 0 0,6 2 0,35 3-890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08.178"/>
    </inkml:context>
    <inkml:brush xml:id="br0">
      <inkml:brushProperty name="width" value="0.035" units="cm"/>
      <inkml:brushProperty name="height" value="0.035" units="cm"/>
      <inkml:brushProperty name="color" value="#004F8B"/>
    </inkml:brush>
  </inkml:definitions>
  <inkml:trace contextRef="#ctx0" brushRef="#br0">13 131 11018,'-1'2'40,"-1"0"0,1 1 0,-1-1 0,1 0 0,0 1 0,0-1 0,0 1 0,0-1 0,1 1 0,-1 0 0,1-1 0,-1 1 0,1 0 0,0 0 0,0-1 0,0 1 1,1 0-1,-1-1 0,1 1 0,-1 0 0,1-1 0,0 1 0,0-1 0,0 1 0,0-1 0,0 1 0,1-1 0,-1 0 0,1 0 0,-1 1 0,1-1 0,3 3 0,5 9-2,-8-12-12,-1 1-1,0-1 0,1 0 0,-1 1 1,1-1-1,0 0 0,0 0 1,0 0-1,0 0 0,0 0 0,0-1 1,0 1-1,1-1 0,-1 1 0,1-1 1,-1 0-1,1 0 0,-1 0 0,5 1 1,-6-2 168,6-7 534,-2 2-601,3-6 39,0 0 0,0 0 0,-1-1 0,0 0-1,-1 0 1,0-1 0,-1 0 0,6-23 0,-10 30-123,1-2 13,1-1 0,-2 0 0,1 0 0,-1 0 0,-1 0 0,0 0 0,0-1 0,-2-12-1,2 21-42,0 0 0,-1 0 0,1 0-1,0 0 1,-1 0 0,1 0 0,-1 0 0,1 0-1,-1 0 1,1 0 0,-1 0 0,0 0-1,0 0 1,1 0 0,-1 0 0,0 0-1,0 1 1,0-1 0,0 0 0,0 1-1,0-1 1,0 1 0,0-1 0,0 1 0,-1-1-1,0 1 11,0 0 0,0 0-1,-1 0 1,1 0 0,0 0-1,0 1 1,0-1 0,1 1 0,-1 0-1,0-1 1,0 1 0,0 0-1,-2 1 1,-4 3 48,1 0 0,-1 1 0,1 0 0,-12 12 0,13-11-54,0 1 0,0-1 0,1 1 1,0 0-1,-4 11 0,7-16-196,1-1-1,0 1 1,0-1 0,0 1-1,0 0 1,1-1-1,-1 1 1,1 0 0,0 0-1,0-1 1,0 1-1,0 0 1,0 0-1,0 0 1,1-1 0,-1 1-1,1 0 1,0-1-1,0 1 1,0 0 0,2 4-1,-2-6-6,0 0 0,0 0 0,0 0 0,1 0 0,-1 0 0,0 0 0,0-1-1,1 1 1,-1 0 0,1 0 0,-1-1 0,3 1 0,35 10-1061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11.717"/>
    </inkml:context>
    <inkml:brush xml:id="br0">
      <inkml:brushProperty name="width" value="0.035" units="cm"/>
      <inkml:brushProperty name="height" value="0.035" units="cm"/>
      <inkml:brushProperty name="color" value="#004F8B"/>
    </inkml:brush>
  </inkml:definitions>
  <inkml:trace contextRef="#ctx0" brushRef="#br0">29 652 3673,'0'0'5561,"-7"-6"-4884,1-13-569,-6-43-30,9 47-25,3 8-13,6-8-22,10-40 0,-11 40 11,-5 8-3,-3-11-9,-6-40 2,8 57-17,1-1 0,0 0 0,0 1-1,-1-1 1,1 0 0,0 1 0,0-1 0,0 0 0,1 1 0,-1-1 0,0 1 0,1-1 0,0-2 0,13-36-34,1-1 0,23-40 1,-34 76-22,-1-1 1,0 0-1,-1 1 0,0-1 1,1 0-1,1-12 0,-3 14 30,-1 0-1,0 0 0,-1 0 0,1 0 0,0 0 0,-1 0 0,0 0 0,0 1 1,0-1-1,-1 0 0,1 0 0,-3-4 0,2 6 23,0-2-23,0 1 0,1-1 0,-1 0 0,1 0-1,-1 0 1,1 0 0,0 0 0,0 0 0,1 0 0,-1 0 0,1 0-1,0-5 1,1-13-109</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12.424"/>
    </inkml:context>
    <inkml:brush xml:id="br0">
      <inkml:brushProperty name="width" value="0.035" units="cm"/>
      <inkml:brushProperty name="height" value="0.035" units="cm"/>
      <inkml:brushProperty name="color" value="#004F8B"/>
    </inkml:brush>
  </inkml:definitions>
  <inkml:trace contextRef="#ctx0" brushRef="#br0">3993 0 3041,'-10'5'964,"-1"-1"1,1 0-1,-22 4 1,0-2-447,-37 0-1,23-2-309,-77 11 243,-134 34-1,-357 76 1060,487-107-1453,-1761 241-541,1287-187-1982,429-53 1375</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13.368"/>
    </inkml:context>
    <inkml:brush xml:id="br0">
      <inkml:brushProperty name="width" value="0.035" units="cm"/>
      <inkml:brushProperty name="height" value="0.035" units="cm"/>
      <inkml:brushProperty name="color" value="#004F8B"/>
    </inkml:brush>
  </inkml:definitions>
  <inkml:trace contextRef="#ctx0" brushRef="#br0">97 0 2080,'0'0'641,"-8"8"1998,-2 7-1943,1 0 1,1 0 0,-11 24-1,15-27-380,1-7-210,1 1 0,0 0 0,0 0 1,1 0-1,0 0 0,0 0 0,0 0 0,1 0 1,0 0-1,0 0 0,1 0 0,1 11 0,1 4 57,18 182 304,-17-87-738,-4-106 212,1-4-40,-1-1 0,0 1-1,0 0 1,-1-1 0,0 1-1,1 0 1,-2-1 0,1 0 0,-1 1-1,0-1 1,0 0 0,0 1 0,-1-1-1,0-1 1,0 1 0,0 0-1,-7 7 1,-5-4-1341,15-8 1410,0 0-1,-1 0 1,1 0 0,0 0-1,-1 0 1,1 0 0,0 0 0,-1 0-1,1 0 1,0 0 0,-1-1-1,1 1 1,0 0 0,0 0 0,-1 0-1,1 0 1,0-1 0,0 1 0,-1 0-1,1 0 1,0-1 0,0 1-1,0 0 1,-1 0 0,1-1 0,0 1-1</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14.070"/>
    </inkml:context>
    <inkml:brush xml:id="br0">
      <inkml:brushProperty name="width" value="0.035" units="cm"/>
      <inkml:brushProperty name="height" value="0.035" units="cm"/>
      <inkml:brushProperty name="color" value="#004F8B"/>
    </inkml:brush>
  </inkml:definitions>
  <inkml:trace contextRef="#ctx0" brushRef="#br0">4646 136 3305,'-1'-4'-17,"0"0"0,-1 0 0,2 0 0,-1 0 0,0 0 0,1-1 0,0 1 0,0 0 0,0-1 0,0 1 1,1 0-1,-1 0 0,1-1 0,0 1 0,1 0 0,-1 0 0,1 0 0,-1 0 0,1 1 0,1-1 0,-1 0 0,0 1 0,1-1 0,0 1 1,5-6-1,-7 9 114,-1 0 1,0 0 0,0 0-1,1 0 1,-1-1 0,0 1-1,0 0 1,0 0-1,1 0 1,-1-1 0,0 1-1,0 0 1,0 0 0,0 0-1,0-1 1,1 1 0,-1 0-1,0 0 1,0 0 0,0-1-1,0 1 1,0 0 0,0 0-1,0-1 1,0 1 0,0 0-1,0-1 1,0 1 0,0 0-1,0 0 1,0-1 0,0 1-1,0 0 1,0 0-1,0-1 1,0 1 0,0 0-1,0 0 1,-1 0 0,1-1-1,0 1 1,0 0 0,0 0-1,0-1 1,-1 1 0,-19-8 2164,14 7-2222,-2-1 1,0 0-1,1 1 1,-1 0-1,-1 0 1,1 1 0,0 0-1,0 0 1,0 1-1,-10 2 1,-142 48 238,17-5 94,46-22 9,-149 15 1,-106-10-116,250-22-247,-696 82 46,664-67-92,-1542 246-682,1577-253 394,-506 71-3888,460-70 2946</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15.988"/>
    </inkml:context>
    <inkml:brush xml:id="br0">
      <inkml:brushProperty name="width" value="0.035" units="cm"/>
      <inkml:brushProperty name="height" value="0.035" units="cm"/>
      <inkml:brushProperty name="color" value="#004F8B"/>
    </inkml:brush>
  </inkml:definitions>
  <inkml:trace contextRef="#ctx0" brushRef="#br0">213 138 5873,'0'0'970,"0"2"960,-3 42-1576,1-34-338,1 0 0,1-1 0,-1 1 0,3 13 0,-1 13-8,-1-1-1,-1 1 0,-2-1 1,-10 48-1,1-4 30,12-76-27,5-47-666,1 1 1,17-54-1,-13 61 671,-1-1 0,-3 0 0,5-65 0,-11-39 2043,-8 156-2033,3-8-23,-8 19 121,-1-1 0,0 0 0,-2-2 0,-1 0 0,-1 0 0,-1-2 0,-42 37 0,0-8 1104,58-48-939,6-14-277,0 2-21,1 1 1,0-1 0,1 1 0,0 0 0,0 0 0,9-11 0,39-48-30,-19 23 43,45-46 1,-77 89-2,0-1-1,1 1 0,-1 0 1,1 0-1,0 0 1,0 0-1,-1 1 0,7-3 1,-8 4-3,0-1 1,0 1 0,0 0 0,0 0-1,0 0 1,0 0 0,0 0-1,0 0 1,0 0 0,0 0 0,0 1-1,0-1 1,0 0 0,0 1 0,0-1-1,0 1 1,0-1 0,-1 1-1,1-1 1,0 1 0,0-1 0,0 1-1,0 0 1,-1 0 0,1-1-1,0 1 1,-1 0 0,1 0 0,-1 0-1,1 0 1,-1-1 0,1 3 0,10 20 7,16 46 1,-4-7 3,-19-52-6,1 0 1,0 0-1,0-1 0,1 1 1,1-1-1,-1-1 1,16 15-1,-19-20-26,0 0 1,0-1-1,0 1 1,1-1-1,-1 0 0,1 0 1,-1-1-1,1 1 1,0-1-1,-1 0 0,1 0 1,0 0-1,0 0 0,0 0 1,0-1-1,0 0 1,0 0-1,0 0 0,0 0 1,0-1-1,0 0 1,0 1-1,-1-1 0,1-1 1,4-1-1,21-13-175</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16.333"/>
    </inkml:context>
    <inkml:brush xml:id="br0">
      <inkml:brushProperty name="width" value="0.035" units="cm"/>
      <inkml:brushProperty name="height" value="0.035" units="cm"/>
      <inkml:brushProperty name="color" value="#004F8B"/>
    </inkml:brush>
  </inkml:definitions>
  <inkml:trace contextRef="#ctx0" brushRef="#br0">1 78 10626,'10'-8'400,"8"-5"144,3-2-311,10-1-89,0 1-24,11 7-72,2 5-32,-2 11-16,2 10 16,-16 11-16,-4-3 0,-11-3 0,-1-2 0,-6-11-16,14-67-1969</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19.548"/>
    </inkml:context>
    <inkml:brush xml:id="br0">
      <inkml:brushProperty name="width" value="0.035" units="cm"/>
      <inkml:brushProperty name="height" value="0.035" units="cm"/>
      <inkml:brushProperty name="color" value="#004F8B"/>
    </inkml:brush>
  </inkml:definitions>
  <inkml:trace contextRef="#ctx0" brushRef="#br0">196 1404 4313,'0'0'1920,"-4"-9"-1002,0-1-953,1-1 0,1 1 0,-2-13 0,1 6 3,-1 1-34,4 15 72,1-15 87,-6-91 605,4 77-105,5-47 0,1-5-187,-10-14-241,-28-161-1,30 234-133,-12-37 0,13 53 18,0 1 1,-1-1-1,0 1 1,-1-1-1,1 1 1,-1 0-1,0 0 1,-1 1-1,-7-9 1,1 5 202,2-1 1,0 1 0,0-2 0,0 1 0,-9-18 0,16 24-239,0 1 0,0-1 0,1 0 0,-1 0 0,1 0 0,0 0 0,0 0 0,1 0 0,-1 0 0,1 0 0,0-1 0,0 1-1,0 0 1,1 0 0,-1 0 0,1 0 0,0 0 0,0 0 0,1 0 0,-1 0 0,3-4 0,-2 5-13,0 0 1,-1-1-1,1 1 1,-1 0-1,0-1 0,0 1 1,0-1-1,-1 0 1,1 1-1,-1-1 0,0 0 1,0 1-1,0-1 1,0 0-1,-2-5 1,1-3 0,1 4 27,0 7-36,0 1 1,0-1 0,0 0-1,0 0 1,0 0-1,0 0 1,0 0-1,0 0 1,0 0 0,1 1-1,-1-1 1,0 0-1,1 0 1,-1 0-1,0 1 1,1-1 0,-1 0-1,1 0 1,0 0-1,12-20-42,20-36 44,-27 48 4,-6 8 1,1 1 0,-1 0 0,1-1 0,-1 1 0,0-1 0,1 1 0,-1-1 0,0 1 0,1-1 0,-1 1 1,0-1-1,0 0 0,1 1 0,-1-1 0,0 1 0,0-1 0,0 0 0,0 1 0,0-1 0,0 1 0,0-1 0,0 0 0,-2-19-6,4-57-51,-1 75-236,-1 0 1,1 0-1,0 1 0,0-1 1,-1 0-1,1 1 1,0-1-1,1 1 0,-1-1 1,0 1-1,2-2 0,0 0-805</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20.615"/>
    </inkml:context>
    <inkml:brush xml:id="br0">
      <inkml:brushProperty name="width" value="0.035" units="cm"/>
      <inkml:brushProperty name="height" value="0.035" units="cm"/>
      <inkml:brushProperty name="color" value="#004F8B"/>
    </inkml:brush>
  </inkml:definitions>
  <inkml:trace contextRef="#ctx0" brushRef="#br0">8 1549 7282,'0'0'362,"-5"-10"-2069,8-15 4357,3-8-2319,26-164 396,-26 111-501,-5-1 0,-3 1 1,-18-120-1,7 116-45,3-2 0,4-122 0,8 197-153,0 1 1,1 0-1,0 0 0,8-21 0,-5 20 54,-1-1 0,4-35 0,-6 22-56,1-2-22,-1 0 0,-2 0 0,-5-55 0,3 76 2,1 12-40,-1-1 0,1 1 1,0 0-1,0 0 0,0 0 1,-1-1-1,1 1 0,0 0 1,0 0-1,0 0 0,-1 0 1,1 0-1,0-1 0,0 1 1,0 0-1,-1 0 0,1 0 1,0 0-1,0 0 0,-1 0 1,1 0-1,0 0 0,0 0 1,-1 0-1,1 0 0,0 0 1,0 0-1,-1 0 0,1 0 1,-1 1-1,1-1-452,-3 0-126</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21.471"/>
    </inkml:context>
    <inkml:brush xml:id="br0">
      <inkml:brushProperty name="width" value="0.035" units="cm"/>
      <inkml:brushProperty name="height" value="0.035" units="cm"/>
      <inkml:brushProperty name="color" value="#004F8B"/>
    </inkml:brush>
  </inkml:definitions>
  <inkml:trace contextRef="#ctx0" brushRef="#br0">48 1420 4361,'1'-4'1094,"-6"-16"767,-10-39-1378,-8-41 121,18 83-460,4 12 55,5-13 16,0-3-92,-2 11 135,0-1-1,-1 0 1,1-23-1,1 15 155,3 0-277,-3 8-26,0 0 1,-1 0-1,0 0 0,0-16 1,28-183 506,1-13-476,-28 179 10,-1 0 0,-2 0-1,-7-49 1,2 31 650,4-124 0,2 176-789,-1 1 0,0-1 0,-1 1-1,0 0 1,0-1 0,-4-11 0,-2 6-44,0 14 31,-2 13-1744,9-6-2065,2-1 2262</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22.835"/>
    </inkml:context>
    <inkml:brush xml:id="br0">
      <inkml:brushProperty name="width" value="0.035" units="cm"/>
      <inkml:brushProperty name="height" value="0.035" units="cm"/>
      <inkml:brushProperty name="color" value="#004F8B"/>
    </inkml:brush>
  </inkml:definitions>
  <inkml:trace contextRef="#ctx0" brushRef="#br0">79 2068 6497,'0'-3'2348,"-4"-10"-1607,3 9-706,-1-4 19,-1-1-1,1 0 1,1 0 0,0 0 0,0 0-1,1 0 1,0 0 0,2-14 0,1-18 57,-1 1-1,-2 0 1,-1 0 0,-9-47-1,0-23 169,-8-28-2,16 117-251,-1-15 57,2-72-1,2 100-72,7-81 283,-6-156 0,-5 200-233,1 13 29,-11-62 0,8 74-50,0 0 1,2 0 0,0 0-1,1-1 1,2 1-1,0-1 1,1 1 0,1 0-1,0-1 1,9-29 0,-10 48-37,7-24 49,8-51 1,-15 68-46,-1-1 0,0 1 0,0 0 1,0-1-1,-1 1 0,-1 0 0,0 0 0,0 0 1,-4-11-1,5 17-8,-4-9 21,0 0 0,1 0-1,1 0 1,0-1 0,1 1-1,0-1 1,1 1 0,0-1-1,2-23 1,1-25-20,-2 60-6,-1 0 0,1-1 0,0 1 0,0-1 0,0 1 0,0-1 0,1 1 1,-1-1-1,0 1 0,0 0 0,1-1 0,-1 1 0,1 0 0,-1-1 0,1 1 0,0 0 0,0-2 1,2-6-609,-4 7 438,6-14-814,12-38 619</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23.750"/>
    </inkml:context>
    <inkml:brush xml:id="br0">
      <inkml:brushProperty name="width" value="0.035" units="cm"/>
      <inkml:brushProperty name="height" value="0.035" units="cm"/>
      <inkml:brushProperty name="color" value="#004F8B"/>
    </inkml:brush>
  </inkml:definitions>
  <inkml:trace contextRef="#ctx0" brushRef="#br0">201 2006 3073,'0'0'722,"-6"0"3049,-14-3-1388,20-21-2049,-3-20-166,-1 7 303,-6-77-120,-19-159 681,-19-178 49,43 412-1039,-3-44 91,4 0 0,8-102 0,3 126 179,26-103 1,-10 60 465,-22 94-677,0 1 1,-1-1-1,1 0 0,-1 1 1,-1-1-1,0 1 0,0-1 0,0 1 1,-4-9-1,-2-5 191,-17-35 0,8 23-203,-4-11-26,-20-48 50,34 81-97,5 8-64,-7 3-6612,6-2 5166</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27.441"/>
    </inkml:context>
    <inkml:brush xml:id="br0">
      <inkml:brushProperty name="width" value="0.035" units="cm"/>
      <inkml:brushProperty name="height" value="0.035" units="cm"/>
      <inkml:brushProperty name="color" value="#004F8B"/>
    </inkml:brush>
  </inkml:definitions>
  <inkml:trace contextRef="#ctx0" brushRef="#br0">438 112 3713,'-5'-3'107,"1"1"0,-1-1-1,1 0 1,-1 0 0,1 0 0,0 0 0,0-1 0,0 0 0,-4-5 0,7 7-123,0 0 0,0 0 1,-1 0-1,2-1 0,-1 1 0,0 0 1,0-1-1,1 1 0,-1 0 1,1-1-1,0 1 0,-1-1 1,1 1-1,0 0 0,1-1 1,-1 1-1,0-1 0,1 1 1,-1 0-1,1-1 0,0 1 1,1-4-1,6-9 177,-6 12 3177,-3 9-3292,-9 13 32,8-14-59,-20 35 451,-19 51 0,6-5 578,34-84-1004,0-2-44,0 1-1,0-1 1,0 0-1,0 0 1,0 0-1,0 0 0,0 0 1,0 0-1,-1 0 1,1 0-1,0 0 0,0 0 1,0-1-1,0 1 1,0 0-1,0-1 0,0 1 1,0-1-1,-1 0 1,-19-11 46,19 10-29,0 1 0,0 0 1,0 0-1,1 0 0,-1 0 0,0 1 0,0-1 0,0 0 1,-3 1-1,-2-2 110,-3-4 24,8 4-154,1 1 1,0 0-1,-1-1 0,0 1 0,1 0 0,-1 0 0,0 0 0,1 0 0,-1 0 1,0 1-1,0-1 0,0 1 0,1-1 0,-1 1 0,-3-1 0,-53-13-10,44 10-11,7 3 18,-7 4 11,-3-1 2,-36 2 59,44-9 292,9 5-349,0-1 1,0 0 0,0 1 0,0-1 0,0 1 0,0-1 0,0 0 0,0 1 0,0-1 0,0 1 0,0-1 0,1 0 0,-1 1 0,0-1 0,0 1 0,1-1 0,-1 1 0,0-1 0,1 1 0,-1-1 0,0 1 0,1-1 0,-1 1 0,1-1 0,-1 1 0,1 0 0,-1-1 0,1 1 0,-1 0 0,1-1 0,0 1 0,-1 0 0,1 0 0,0-1 0,5-2 18,0-1 0,0 1 1,0 0-1,1 0 1,-1 0-1,1 1 0,0 0 1,-1 0-1,1 1 0,0 0 1,0 0-1,0 1 0,0 0 1,10 1-1,77 5 279,0-4-1,0-5 0,169-25 1,-213 19-343,329-68-568,-357 68 98,-13-5 207</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28.033"/>
    </inkml:context>
    <inkml:brush xml:id="br0">
      <inkml:brushProperty name="width" value="0.035" units="cm"/>
      <inkml:brushProperty name="height" value="0.035" units="cm"/>
      <inkml:brushProperty name="color" value="#004F8B"/>
    </inkml:brush>
  </inkml:definitions>
  <inkml:trace contextRef="#ctx0" brushRef="#br0">0 141 2104,'29'0'745,"-3"0"847,12 0 120,9 0-95,18 0-497,8-3-344,4-5-360,4-5-152,2-2-216,-3-4-16,3 1-32,-5-2-16,-8 7-168,-10 2-176,-11 6-848,-7 0-1593,-14-6 1561</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38.204"/>
    </inkml:context>
    <inkml:brush xml:id="br0">
      <inkml:brushProperty name="width" value="0.035" units="cm"/>
      <inkml:brushProperty name="height" value="0.035" units="cm"/>
      <inkml:brushProperty name="color" value="#004F8B"/>
    </inkml:brush>
  </inkml:definitions>
  <inkml:trace contextRef="#ctx0" brushRef="#br0">129 168 1840,'0'0'158,"-8"-8"1889,2 7 467,1 2-980,-13 14-1351,-32 29-177,47-40-3,0-1 1,0 0 0,0 1 0,0-1-1,1 1 1,0 0 0,-1 0-1,1 0 1,-2 8 0,3-10 1,1 1 0,-1-1 0,1 1 0,0-1-1,0 0 1,0 1 0,0-1 0,0 1 0,0-1 0,1 1 0,-1-1 0,1 0 0,0 1 0,-1-1 0,3 3 0,-3-5 10,1 1 1,-1 0 0,1 0-1,-1-1 1,1 1-1,0 0 1,-1-1 0,1 1-1,0-1 1,0 1 0,0-1-1,-1 1 1,1-1-1,0 1 1,0-1 0,0 0-1,0 0 1,0 1-1,0-1 1,0 0 0,-1 0-1,1 0 1,0 0 0,0 0-1,0 0 1,0 0-1,0 0 1,0-1 0,0 1-1,0 0 1,0 0-1,0-1 1,-1 1 0,1-1-1,0 1 1,0-1 0,1 0-1,3-2 96,-1 0 0,1 0-1,-1 0 1,1-1 0,4-5-1,-1 0-1,-1-1 1,0 1-1,-1-2 0,0 1 0,8-20 0,-6 12-84,0 1 0,2 0 0,14-19 0,-52 58 89,-28 25-105,55-46-9,-1 1 1,1-1-1,-1 0 1,1 0-1,0 0 1,-1 1 0,1-1-1,0 1 1,0-1-1,0 1 1,-1 2-1,2-4-1,0 1 1,0-1-1,1 1 0,-1-1 0,0 0 1,0 1-1,0-1 0,1 0 0,-1 1 1,0-1-1,0 0 0,1 1 0,-1-1 1,0 0-1,1 1 0,-1-1 0,1 0 1,-1 0-1,0 0 0,1 1 1,-1-1-1,1 0 0,-1 0 0,0 0 1,2 0-1,1 2 3,2 1-1,-3-2-1,0 0 0,0 0 1,0 0-1,0 0 0,0 0 1,0 0-1,0-1 1,1 1-1,-1 0 0,0-1 1,0 0-1,1 0 0,-1 1 1,0-1-1,0-1 1,1 1-1,-1 0 0,0-1 1,0 1-1,1-1 0,-1 1 1,0-1-1,4-2 1,1-2 11,0-1-1,0 0 1,-1-1 0,0 1 0,0-1 0,9-15 0,8-8 45,-19 25-50,0 0 0,0 0 1,-1 0-1,0-1 1,0 1-1,0-1 1,0 0-1,2-9 0,-5 13-3,0 1 0,1-1 0,-1 1-1,0 0 1,0-1 0,0 1 0,0-1-1,0 1 1,0-1 0,-1 1 0,1-1-1,0 1 1,-1 0 0,1-1 0,-1 1-1,1 0 1,-1-1 0,0 1 0,0 0-1,0 0 1,1 0 0,-1-1 0,0 1-1,0 0 1,0 0 0,-1 0 0,1 1-1,0-1 1,0 0 0,0 0-1,-1 1 1,1-1 0,0 0 0,-1 1-1,1 0 1,-1-1 0,1 1 0,0 0-1,-1-1 1,1 1 0,-3 0 0,1 0 23,0 0 0,-1 0 0,1 0 0,0 1 0,0-1 1,0 1-1,0 0 0,0 0 0,-1 0 0,2 0 0,-7 3 1,-31 21 212,24-14-149,2-3-22,10-6-56,0 0 0,0 0 1,0 1-1,0 0 0,1 0 0,-1 0 0,1 0 0,0 0 0,-1 0 1,2 1-1,-1 0 0,0 0 0,1-1 0,-1 2 0,1-1 0,0 0 0,-2 7 1,3-9-21,1 0-25,6-2 5,0 0 26,-3 1 0,0-1 0,0 0 1,0 1 0,0-1 0,0 0 0,1-1-1,-1 1 1,0-1 0,0 1 0,0-1 0,0 0-1,0 0 1,0 0 0,0 0 0,0-1 0,0 1 0,-1-1-1,1 0 1,0 0 0,-1 0 0,4-3 0,83-116 180,-86 118-92,-5 2-62,1 0 0,0 0 0,-1 0 0,1 0 0,-1 0 0,1 1 1,-1-1-1,1 1 0,-1-1 0,1 1 0,-1-1 0,1 1 0,-1 0 1,0 0-1,1 0 0,-1 0 0,0 0 0,1 0 0,-1 0 0,1 1 1,-1-1-1,0 1 0,1-1 0,-1 1 0,1-1 0,-1 1 0,1 0 1,-2 1-1,-7 4-18,1 0 1,0 0-1,-10 9 1,10-7 27,-13 9-21,3-2 9,0 1 0,1 0 1,-24 28-1,41-44-25,1 1 0,-1-1 0,1 1 0,0-1 0,-1 1 0,1-1 0,-1 1 0,1-1 0,0 1 0,0 0 0,-1-1 0,1 1 0,0-1 0,0 1 0,0 0 1,0-1-1,0 1 0,-1 0 0,1-1 0,1 2 0,8-2-406,-5-1 225,0-1 0,0 0 1,-1 1-1,1-1 0,6-5 0,18-22-309</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39.329"/>
    </inkml:context>
    <inkml:brush xml:id="br0">
      <inkml:brushProperty name="width" value="0.035" units="cm"/>
      <inkml:brushProperty name="height" value="0.035" units="cm"/>
      <inkml:brushProperty name="color" value="#004F8B"/>
    </inkml:brush>
  </inkml:definitions>
  <inkml:trace contextRef="#ctx0" brushRef="#br0">48 67 7682,'-6'4'140,"5"-4"-86,0 1 1,0 0-1,0-1 0,0 1 1,0 0-1,0 0 0,0 0 1,0 0-1,0 0 0,0 0 1,1 0-1,-1 0 0,0 1 1,6 4 665,16-2 333,34 1-796,-55-5-245,1 0-1,-1 0 1,1 0-1,-1 0 1,1 0-1,-1 0 1,1 0 0,-1 0-1,1 0 1,-1 0-1,1 0 1,-1 0 0,1 0-1,-1-1 1,1 1-1,-1 0 1,1 0 0,-1-1-1,0 1 1,1 0-1,-1-1 1,1 1 0,-1 0-1,0-1 1,1 1-1,-1-1 1,0 1 0,1 0-1,-1-1 1,0 1-1,0-1 1,1 1 0,-1-1-1,0 1 1,0-1-1,0 1 1,0-1-1,0 1 1,0-1 0,0 1-1,0-1 1,-2-14 493,2 13-421,-4-3 148,-17 3-161,-33-1-55,53 3-17,1 0 1,-1-1-1,1 1 1,-1 0 0,1 0-1,-1 0 1,1 0-1,-1 0 1,1 0-1,-1 0 1,1 0-1,-1 0 1,1 0-1,-1 0 1,1 0-1,-1 1 1,1-1-1,-1 0 1,1 0 0,-1 0-1,1 1 1,-1-1-1,1 0 1,-1 1-1,1-1 1,-1 0-1,1 1 1,0-1-1,-1 1 1,1-1-1,0 0 1,-1 1-1,1-1 1,0 1-1,0-1 1,-1 1 0,1-1-1,0 1 1,0-1-1,0 1 1,0-1-1,0 1 1,0-1-1,0 1 1,0-1-1,0 1 1,0 0-1,0-1 1,0 1-1,0 0 1,9 16 80,11-6-43,43 24 6,-63-34-40,1-1 0,0 1-1,0-1 1,-1 1 0,1-1 0,0 1 0,0-1-1,0 0 1,0 1 0,-1-1 0,1 0 0,0 0-1,0 1 1,0-1 0,0 0 0,0 0 0,0 0-1,0 0 1,-1 0 0,1-1 0,0 1 0,0 0-1,0 0 1,0 0 0,1-2 0,3-9-14,-5 10 18,2-2 0,0-6 31,-3 8-29,0-1 0,0 0 0,0 1 0,0-1 0,0 1 0,0 0 0,-1-1 0,1 1 0,0 0 0,-3-2 0,-6-5 26,-1 0 0,1 1 0,-13-6 0,20 12-8,0 1-1,1-1 0,-1 0 0,1 1 0,-1-1 1,0 1-1,1 0 0,-1 0 0,0 0 0,0 0 1,1 0-1,-1 1 0,0-1 0,1 1 0,-1 0 1,1 0-1,-1 0 0,1 0 0,-1 0 0,1 0 1,0 1-1,-1-1 0,-2 3 0,4-3-13,0 0-1,0 0 1,-1 0-1,1 0 1,0 0 0,0 1-1,0-1 1,0 0-1,0 1 1,1-1 0,-1 0-1,0 1 1,1-1-1,-1 1 1,1-1 0,-1 1-1,1 0 1,0-1-1,-1 1 1,1-1 0,0 1-1,0 0 1,0-1-1,0 1 1,1-1 0,-1 1-1,0-1 1,1 1-1,-1 0 1,1-1 0,-1 1-1,1-1 1,0 0-1,1 2 1,0 0-32,0 0 0,0 0 1,1 0-1,-1-1 0,1 1 0,0-1 1,0 0-1,0 0 0,0 0 1,0 0-1,0 0 0,1-1 0,-1 1 1,1-1-1,-1 0 0,1 0 0,-1 0 1,5 0-1,-3-1 6,0 0 0,1 0-1,-1-1 1,0 0 0,1 0 0,-1 0 0,0-1-1,0 1 1,0-1 0,0-1 0,5-2-1,4-4 24,0-1-1,0 0 1,-1 0-1,-1-2 1,0 1-1,20-27 1,-4-3 22,-26 38-20,-7 2-17,0 1 0,0-1 1,1 1-1,-1 0 0,0 1 1,0-1-1,0 1 0,1 0 1,-1 0-1,0 1 0,1-1 1,-1 1-1,1 0 0,-8 5 1,1-1-45,0 1 1,1 1 0,0 0-1,-12 12 1,14-12-22,2-3-142,1 0-1,0 0 1,0 1 0,0 0 0,-5 10 0,7 3-254</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42.453"/>
    </inkml:context>
    <inkml:brush xml:id="br0">
      <inkml:brushProperty name="width" value="0.035" units="cm"/>
      <inkml:brushProperty name="height" value="0.035" units="cm"/>
      <inkml:brushProperty name="color" value="#004F8B"/>
    </inkml:brush>
  </inkml:definitions>
  <inkml:trace contextRef="#ctx0" brushRef="#br0">134 8 10210,'-2'8'26,"0"0"0,0 0 1,1 0-1,0 0 0,1 0 0,0 0 0,0 0 0,1 0 0,0 0 0,0 0 1,1 0-1,2 9 0,5 9 61,1-1 1,17 30-1,-12-26-67,-13-24-18,6 11 145,0 0 0,1 0 1,0-1-1,19 22 0,-26-33-112,1-1-1,0-1 1,0 1 0,0 0 0,0-1-1,0 1 1,1-1 0,-1 0-1,1 0 1,-1-1 0,1 1-1,0-1 1,0 1 0,-1-1-1,1 0 1,0-1 0,0 1-1,0-1 1,0 1 0,0-1 0,0 0-1,0-1 1,0 1 0,0-1-1,0 0 1,6-2 0,1-1 67,0-1 0,-1-1 0,0 1 0,-1-2 1,1 1-1,-1-1 0,14-14 0,54-66 29,-66 75-115,51-65 20,50-58 52,-95 119 12,-14 13 120,-2 3 145,2 1 40,1 11-195,1 6-135,0 1 0,-2-1 0,0 1 0,-1 23 0,-1 93 34,-2-92-97,-2 478 652,3-507-361,-1-1 0,0 0-1,-1 0 1,0 0-1,-5 16 1,5-25-160,1 1 0,-1-1 1,0 0-1,-1 1 0,1-1 1,-1 0-1,0 0 1,0-1-1,0 1 0,0-1 1,-1 1-1,1-1 0,-1 0 1,0 0-1,0-1 0,0 1 1,-7 2-1,-1 0-30,-1-1 1,0-1-1,0 0 0,0-1 1,0 0-1,0-1 1,0-1-1,-25-2 0,-2-2-105,-63-15 0,49 7-281,0-3 0,1-1 0,1-3 0,-61-32 0,107 48 66,-1-1 0,1 0 0,0-1 0,0 1 1,0-1-1,1 0 0,-9-11 0,11 12-13,1 0 1,-1 0-1,1 0 0,0 0 0,0-1 0,1 1 1,-1-1-1,1 1 0,0-1 0,0 0 0,1 1 1,-1-1-1,1-7 0,2-6-598,0 0-1,2 0 1,0 1 0,0-1 0,2 1-1,13-28 1,35-68-650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42.988"/>
    </inkml:context>
    <inkml:brush xml:id="br0">
      <inkml:brushProperty name="width" value="0.035" units="cm"/>
      <inkml:brushProperty name="height" value="0.035" units="cm"/>
      <inkml:brushProperty name="color" value="#004F8B"/>
    </inkml:brush>
  </inkml:definitions>
  <inkml:trace contextRef="#ctx0" brushRef="#br0">22 1 9514,'-9'2'717,"-3"2"-2370,20-3 2745,18-3-1808,-23-1 372</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46.157"/>
    </inkml:context>
    <inkml:brush xml:id="br0">
      <inkml:brushProperty name="width" value="0.035" units="cm"/>
      <inkml:brushProperty name="height" value="0.035" units="cm"/>
      <inkml:brushProperty name="color" value="#004F8B"/>
    </inkml:brush>
  </inkml:definitions>
  <inkml:trace contextRef="#ctx0" brushRef="#br0">5 329 6001,'0'0'532,"0"-22"3525,-2-15-4014,1 33-41,0-1 0,1 0-1,0 0 1,0 1 0,0-1-1,1 0 1,-1 0 0,1 0-1,0 1 1,1-1 0,-1 1-1,1-1 1,0 1 0,2-5-1,29-53 84,-16 32 297,13-36 1,-28 63-304,-1-1 0,1 0 1,-1-1-1,0 1 0,0 0 0,0-8 1,-1 12-71,0 0 1,0 0-1,0-1 0,1 1 1,-1 0-1,0 0 1,0 0-1,0 0 1,1 0-1,-1 0 1,0 0-1,0 0 1,0 0-1,1-1 1,-1 1-1,0 0 1,0 0-1,1 0 1,-1 0-1,0 0 0,0 0 1,1 1-1,-1-1 1,0 0-1,0 0 1,0 0-1,1 0 1,-1 0-1,0 0 1,0 0-1,0 0 1,1 0-1,-1 1 1,0-1-1,0 0 1,0 0-1,1 0 1,-1 0-1,0 1 0,0-1 1,10 7 230,-1 12-192,21 46-4,-28-61-67,0 0 1,0-1 0,0 1-1,1 0 1,-1-1-1,1 1 1,0-1 0,0 0-1,0 0 1,1 0-1,-1 0 1,0-1 0,1 1-1,0-1 1,0 0-1,0 0 1,0 0 0,0-1-1,0 1 1,0-1-1,0 0 1,1 0-1,-1-1 1,5 1 0,2-1-315,-1-1 1,1 0-1,-1-1 0,1 0 1,-1 0-1,0-1 1,17-7-1,30-19-823</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46.871"/>
    </inkml:context>
    <inkml:brush xml:id="br0">
      <inkml:brushProperty name="width" value="0.035" units="cm"/>
      <inkml:brushProperty name="height" value="0.035" units="cm"/>
      <inkml:brushProperty name="color" value="#004F8B"/>
    </inkml:brush>
  </inkml:definitions>
  <inkml:trace contextRef="#ctx0" brushRef="#br0">0 193 8194,'0'0'760,"0"-3"1128,0 0-1712,26-43-88,5 30 8,11 1-8,10 2 88,2 2 24,6 1-15,2 5-25,-2-6-104,2 1-40,3 0-136,5-6-321,0-7 289</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47.520"/>
    </inkml:context>
    <inkml:brush xml:id="br0">
      <inkml:brushProperty name="width" value="0.035" units="cm"/>
      <inkml:brushProperty name="height" value="0.035" units="cm"/>
      <inkml:brushProperty name="color" value="#004F8B"/>
    </inkml:brush>
  </inkml:definitions>
  <inkml:trace contextRef="#ctx0" brushRef="#br0">600 1 9714,'-11'4'224,"0"1"1,0 0-1,1 1 0,0 0 0,0 1 1,0 0-1,-11 11 0,18-15-191,-1 0-1,1 1 0,0 0 1,1 0-1,-1 0 1,1 0-1,0 0 1,0 0-1,0 0 0,0 1 1,1-1-1,0 1 1,0-1-1,0 1 0,0-1 1,1 1-1,0 0 1,0-1-1,0 1 0,0 0 1,3 8-1,12 44-2,35 83-1,-44-123-4,1-1 1,1 0-1,0 0 1,1-1-1,18 23 1,-24-35 16,0 1 0,0-1 0,0 0 0,0 0 0,1 0 0,-1 0 0,1-1 0,0 1 0,0-1 0,0 0 0,0 0 0,0 0 0,0-1 0,1 1 0,-1-1 0,0 0 0,1-1-1,-1 1 1,1-1 0,-1 1 0,1-1 0,-1-1 0,1 1 0,-1-1 0,1 1 0,-1-1 0,7-3 0,-2 0-3,0-1 0,-1 0 0,0 0 0,0 0-1,-1-1 1,1-1 0,-1 1 0,-1-1 0,1 0 0,-1-1 0,0 0-1,-1 1 1,7-13 0,-2 0-44,0 0 0,0 0 0,-2-1 0,9-37 0,-14 50 75,-1-1 0,-1 0-1,0 1 1,0-1 0,-1 0 0,1 0-1,-2 0 1,0 0 0,0 0 0,0 1-1,-1-1 1,-5-13 0,7 21-12,0 0 1,-1 0-1,1 0 0,-1 0 1,1 0-1,-1 0 0,1 0 1,-1 0-1,0 0 0,0 1 1,1-1-1,-1 0 1,0 0-1,0 1 0,0-1 1,0 0-1,0 1 0,0-1 1,0 1-1,0-1 0,0 1 1,0-1-1,0 1 0,0 0 1,0 0-1,0-1 0,0 1 1,-1 0-1,1 0 1,0 0-1,0 0 0,0 0 1,0 1-1,-2-1 0,1 1-12,1 0-1,-1 0 0,1 0 1,-1 0-1,1 0 1,-1 1-1,1-1 0,0 0 1,-1 1-1,1-1 0,0 1 1,0-1-1,0 1 1,0-1-1,0 1 0,1 0 1,-1-1-1,0 1 0,0 3 1,-1 11-87,0-1-1,1 1 1,1 0 0,0-1 0,1 1-1,1 0 1,4 18 0,-1-4-80,99 493-2261,-39-222 583,-33-105 926,-28-156 714,-2-1 1,-1 1-1,-7 49 1,4-71 233,0-1 0,-2 1 1,0-1-1,-1 0 0,-1-1 1,-1 1-1,0-1 1,-1-1-1,-10 16 0,10-20 160,0-1 0,-1 0 0,-1 0 0,1-1 0,-1 0 0,-1-1 0,0 0 0,0 0 0,0-1 0,-1-1 0,0 0 0,0-1-1,-18 6 1,9-5 96,-1-1 0,0-1 0,1-1 0,-2-1-1,1-1 1,0-1 0,0 0 0,0-2 0,0-1 0,0 0-1,0-2 1,1-1 0,0 0 0,0-1 0,-29-16-1,21 9-385,1-2-1,0-1 0,1-2 1,2 0-1,0-2 1,0-1-1,2 0 0,1-2 1,1-1-1,-18-27 0,21 23-576,1 0 0,1-2 0,2 0 1,1 0-1,1-1 0,2-1 0,-9-48 0,-3-84-1828,22 163 2434</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48.465"/>
    </inkml:context>
    <inkml:brush xml:id="br0">
      <inkml:brushProperty name="width" value="0.035" units="cm"/>
      <inkml:brushProperty name="height" value="0.035" units="cm"/>
      <inkml:brushProperty name="color" value="#004F8B"/>
    </inkml:brush>
  </inkml:definitions>
  <inkml:trace contextRef="#ctx0" brushRef="#br0">332 37 9762,'0'0'1274,"6"-5"-988,1 1-234,0 0 0,0 1-1,0-1 1,0 1 0,0 1-1,1-1 1,-1 1 0,1 1-1,0-1 1,12 0 0,13 1 226,45 2 0,-58 1-175,0 0 1,0 2-1,-1 0 1,1 1-1,-1 1 1,0 0-1,0 2 1,-1 0-1,0 2 1,0 0-1,-1 0 1,-1 2-1,0 0 1,22 21-1,8 12-92,-3 3-1,-2 0 1,-2 3 0,-3 1-1,44 83 1,-64-102-96,-1 1 1,-2 0-1,-1 1 0,-2 0 1,-2 1-1,-1 0 1,-1 0-1,-3 1 0,0 0 1,-3-1-1,-1 1 0,-1 0 1,-3-1-1,0 0 1,-3 0-1,-1 0 0,-1-1 1,-2 0-1,-2-1 0,-1 0 1,-1-2-1,-2 1 1,-29 39-1,16-34-16,-1 0 1,-2-2-1,-1-2 1,-2-1-1,-1-2 1,-2-2-1,-1-1 1,-1-2 0,-1-2-1,-1-2 1,-1-1-1,-1-3 1,0-2-1,-1-2 1,-1-1-1,0-3 1,-1-3-1,0-1 1,-81-1-1,2-14-632,126 9 726</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5:48.903"/>
    </inkml:context>
    <inkml:brush xml:id="br0">
      <inkml:brushProperty name="width" value="0.035" units="cm"/>
      <inkml:brushProperty name="height" value="0.035" units="cm"/>
      <inkml:brushProperty name="color" value="#004F8B"/>
    </inkml:brush>
  </inkml:definitions>
  <inkml:trace contextRef="#ctx0" brushRef="#br0">311 1 12883,'-91'80'832,"14"11"-448,9 10-240,22 21-168,20 18-48,23 37-120,19 15-48,22 18 24,9-5 8,23-32-200,8-22-176,23-53-329,18-22-2079,32-56 1583</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25.662"/>
    </inkml:context>
    <inkml:brush xml:id="br0">
      <inkml:brushProperty name="width" value="0.035" units="cm"/>
      <inkml:brushProperty name="height" value="0.035" units="cm"/>
      <inkml:brushProperty name="color" value="#004F8B"/>
    </inkml:brush>
  </inkml:definitions>
  <inkml:trace contextRef="#ctx0" brushRef="#br0">13 151 3905,'-5'5'6817,"4"-4"-6722,1 0-1,-1 0 1,0 0 0,0 0 0,1 0 0,-1 0 0,1 0 0,-1 0 0,1 0 0,-1 0-1,1 1 1,0-1 0,0 0 0,-1 0 0,1 2 0,0-1-79,0 0 0,0-1-1,1 1 1,-1-1 0,0 1 0,0-1-1,1 1 1,-1-1 0,1 1 0,-1-1 0,1 0-1,0 1 1,0-1 0,0 0 0,-1 1 0,3 1-1,0-1 21,-1-1 0,1 0 0,-1 0-1,1 1 1,-1-1 0,1-1 0,0 1 0,-1 0-1,1-1 1,0 1 0,0-1 0,3 0-1,114 5 1719,221-19-1,114-58-969,-75-28-3845,-285 69 2005</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27.412"/>
    </inkml:context>
    <inkml:brush xml:id="br0">
      <inkml:brushProperty name="width" value="0.035" units="cm"/>
      <inkml:brushProperty name="height" value="0.035" units="cm"/>
      <inkml:brushProperty name="color" value="#004F8B"/>
    </inkml:brush>
  </inkml:definitions>
  <inkml:trace contextRef="#ctx0" brushRef="#br0">643 1 7314,'-5'5'2136,"3"-5"-1840,-1 0-112,0 0-88,-2 0-24,-85 5 56,53 3 24,-12 10 96,-8 3 0,-8 7-16,-5 1-48,-5-6-72,7 3-48,16-16-376,8-7-1576,26-32 1216</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18.531"/>
    </inkml:context>
    <inkml:brush xml:id="br0">
      <inkml:brushProperty name="width" value="0.035" units="cm"/>
      <inkml:brushProperty name="height" value="0.035" units="cm"/>
      <inkml:brushProperty name="color" value="#004F8B"/>
    </inkml:brush>
  </inkml:definitions>
  <inkml:trace contextRef="#ctx0" brushRef="#br0">1 185 7042,'62'-3'880,"8"-2"736,8-3-1304,10-5-296,8-2 0,-3-9-328,-2-4-368,-11-3-1297,-7 2-791,-6 1 1696</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18.784"/>
    </inkml:context>
    <inkml:brush xml:id="br0">
      <inkml:brushProperty name="width" value="0.035" units="cm"/>
      <inkml:brushProperty name="height" value="0.035" units="cm"/>
      <inkml:brushProperty name="color" value="#004F8B"/>
    </inkml:brush>
  </inkml:definitions>
  <inkml:trace contextRef="#ctx0" brushRef="#br0">3 0 8458,'-3'29'1080,"3"4"2313,8 12-2897,15 12-400,9 15-72,4 6-48,3 10-352,-8-2-408,3-11-313,-6-10-1383,-2-24 1264</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19.737"/>
    </inkml:context>
    <inkml:brush xml:id="br0">
      <inkml:brushProperty name="width" value="0.035" units="cm"/>
      <inkml:brushProperty name="height" value="0.035" units="cm"/>
      <inkml:brushProperty name="color" value="#004F8B"/>
    </inkml:brush>
  </inkml:definitions>
  <inkml:trace contextRef="#ctx0" brushRef="#br0">327 1 11042,'-7'4'97,"1"1"0,0 0 0,0 0 1,1 0-1,-1 1 0,1 0 0,1 0 0,-1 1 0,1-1 0,-5 10 0,-3 9-120,-14 40 0,16-35 100,-28 68 611,36-95 2,2 0-502,6-1 337,-4-2-346,5 1-108,-1 0-1,1-1 1,0 1-1,0-2 1,0 1-1,12-3 1,48-12 159,-64 14-226,28-7 39,57-7 0,-80 13-43,0 2 0,0-1 1,0 1-1,0 1 0,0 0 0,0 0 0,0 0 0,0 1 1,-1 0-1,1 0 0,-1 1 0,13 6 0,-17-7 0,-1-1-1,0 1 1,0 0-1,0-1 1,0 1 0,0 0-1,0 0 1,0 0-1,-1 1 1,1-1-1,-1 0 1,0 1-1,0-1 1,1 1-1,-1-1 1,-1 1 0,1-1-1,0 1 1,-1 0-1,1-1 1,-1 1-1,0 0 1,0-1-1,0 1 1,0 0 0,0 0-1,-1-1 1,1 1-1,-1 0 1,0-1-1,0 1 1,0-1-1,-2 4 1,-1 3-6,-1 0 0,0-1 0,0 0 1,-1 0-1,0 0 0,0-1 0,-1 0 0,-8 7 0,1-3-41,0 0 0,-1 0 0,-1-2 0,0 0 0,0-1 0,-1 0 0,0-2 1,0 0-1,-1 0 0,0-2 0,1 0 0,-1-1 0,-34 1 0,35-4-290,0-1 1,1-1-1,-1 0 1,1-1-1,0-1 1,0 0-1,0-1 1,0-1 0,-24-13-1,-19-20-390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19.941"/>
    </inkml:context>
    <inkml:brush xml:id="br0">
      <inkml:brushProperty name="width" value="0.035" units="cm"/>
      <inkml:brushProperty name="height" value="0.035" units="cm"/>
      <inkml:brushProperty name="color" value="#004F8B"/>
    </inkml:brush>
  </inkml:definitions>
  <inkml:trace contextRef="#ctx0" brushRef="#br0">1 151 12667,'33'11'1336,"11"-6"720,19-8-1671,15-10-265,25-15-529,6-11-735,8-5-3801,0 5 3817</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21.519"/>
    </inkml:context>
    <inkml:brush xml:id="br0">
      <inkml:brushProperty name="width" value="0.035" units="cm"/>
      <inkml:brushProperty name="height" value="0.035" units="cm"/>
      <inkml:brushProperty name="color" value="#004F8B"/>
    </inkml:brush>
  </inkml:definitions>
  <inkml:trace contextRef="#ctx0" brushRef="#br0">0 138 9402,'0'0'1176,"31"2"3521,16-4-3360,5-6-497,20-5-320,14-5-160,7-3-360,3 0-360,0-2-1144,-5 5-769,-13 2 1057</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22.056"/>
    </inkml:context>
    <inkml:brush xml:id="br0">
      <inkml:brushProperty name="width" value="0.035" units="cm"/>
      <inkml:brushProperty name="height" value="0.035" units="cm"/>
      <inkml:brushProperty name="color" value="#004F8B"/>
    </inkml:brush>
  </inkml:definitions>
  <inkml:trace contextRef="#ctx0" brushRef="#br0">62 0 12227,'-8'5'962,"1"0"1,0 1 0,0-1-1,-7 9 1,12-12-864,1 0-1,-1 0 1,0 0 0,1 0-1,-1 1 1,1-1 0,0 1-1,-1-1 1,1 1 0,0-1-1,1 1 1,-1-1 0,0 1-1,1 0 1,0 0 0,-1-1-1,1 5 1,5 19-1050,9 34 0,-7-38 372,5 45-1,-12-58 584,3 7 953,-3-15-687,9 1 784,-1-1-738,9 0-115,0 0 0,0-1 0,0-1 1,-1-1-1,21-4 0,20-5-23,1 2-1,-1 2 1,60 2 0,-76 5-218,-1 3 1,1 1 0,-1 2 0,0 2 0,46 14 0,-69-16-45,0 0 0,0 1 1,-1 1-1,18 11 0,-29-16 30,0 1 0,0-1 0,0 1-1,0 0 1,-1 1 0,0-1 0,0 1-1,0 0 1,-1 0 0,0 0 0,1 0 0,-2 0-1,1 1 1,-1-1 0,0 1 0,3 8 0,-5-7-17,1 0 1,-1-1-1,0 1 1,0 0-1,0 0 1,-1-1-1,0 1 1,-1 0-1,0-1 1,0 1-1,0-1 1,0 0 0,-1 1-1,0-1 1,-1-1-1,-4 8 1,-3 2-66,-1 0 1,-1 0-1,0-1 1,-23 18 0,11-12 116,-1-1 0,-1 0 0,-1-3 0,0 0 0,-1-1 0,-1-2 1,0-1-1,-1-2 0,0-1 0,0-1 0,-1-1 0,0-2 0,-40 1 1,53-5-3,0-2 1,-1 1 0,1-2 0,0-1 0,-35-9 0,41 8-135,0-1 0,0-1-1,1 1 1,0-2 0,0 0-1,1 0 1,0-1 0,0-1-1,-12-11 1,6 0-123,1 0-1,-16-25 1</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22.279"/>
    </inkml:context>
    <inkml:brush xml:id="br0">
      <inkml:brushProperty name="width" value="0.035" units="cm"/>
      <inkml:brushProperty name="height" value="0.035" units="cm"/>
      <inkml:brushProperty name="color" value="#004F8B"/>
    </inkml:brush>
  </inkml:definitions>
  <inkml:trace contextRef="#ctx0" brushRef="#br0">0 109 21357,'70'13'576,"11"-3"200,23-10-1288,5-7-360,7-17-1193,-2-2-1064,-15 0-407,-6 0 1831,-23 13-1263,-10 3 1431</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22.842"/>
    </inkml:context>
    <inkml:brush xml:id="br0">
      <inkml:brushProperty name="width" value="0.035" units="cm"/>
      <inkml:brushProperty name="height" value="0.035" units="cm"/>
      <inkml:brushProperty name="color" value="#004F8B"/>
    </inkml:brush>
  </inkml:definitions>
  <inkml:trace contextRef="#ctx0" brushRef="#br0">1 1 11819,'2'0'560,"47"15"1184,-12 1-808,33 12-624,8 6 64,18 20 152,15 14 145,6 30 351,-3 19-104,-10 41-304,-24 21-136,-28 37-576,-21 9-408,-41-4-720,-8-14-857,-50-38-1263,-20-29 439,-36-60 1881</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23.381"/>
    </inkml:context>
    <inkml:brush xml:id="br0">
      <inkml:brushProperty name="width" value="0.035" units="cm"/>
      <inkml:brushProperty name="height" value="0.035" units="cm"/>
      <inkml:brushProperty name="color" value="#004F8B"/>
    </inkml:brush>
  </inkml:definitions>
  <inkml:trace contextRef="#ctx0" brushRef="#br0">146 1 11570,'-49'8'793,"12"-3"2471,1 0-2087,18 11-1081,13 4 0,7 32 24,19 21 24,21 46-24,-1 29-48,11 57-360,-5 26-601,-1 20-1623,4-7-209,17-39 1841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24.352"/>
    </inkml:context>
    <inkml:brush xml:id="br0">
      <inkml:brushProperty name="width" value="0.035" units="cm"/>
      <inkml:brushProperty name="height" value="0.035" units="cm"/>
      <inkml:brushProperty name="color" value="#004F8B"/>
    </inkml:brush>
  </inkml:definitions>
  <inkml:trace contextRef="#ctx0" brushRef="#br0">267 0 12163,'-46'3'1224,"4"7"736,6 3-911,7 13-833,6 5-120,5 21-72,5 10-24,-5 34-24,2 24-24,1 38-144,4 23-121,19 24-359,20-2-184,30-32-320,9-34 8,29-51 255,-3-29-927,27-57 1096</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29.284"/>
    </inkml:context>
    <inkml:brush xml:id="br0">
      <inkml:brushProperty name="width" value="0.035" units="cm"/>
      <inkml:brushProperty name="height" value="0.035" units="cm"/>
      <inkml:brushProperty name="color" value="#004F8B"/>
    </inkml:brush>
  </inkml:definitions>
  <inkml:trace contextRef="#ctx0" brushRef="#br0">205 0 11771,'-91'62'296,"24"6"-80,20 15-136,47 23 104,31 24 32,52 54 24,31 24-72,34 30-288,13-7-264,21-34-729,12-33 793</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6:29.618"/>
    </inkml:context>
    <inkml:brush xml:id="br0">
      <inkml:brushProperty name="width" value="0.035" units="cm"/>
      <inkml:brushProperty name="height" value="0.035" units="cm"/>
      <inkml:brushProperty name="color" value="#004F8B"/>
    </inkml:brush>
  </inkml:definitions>
  <inkml:trace contextRef="#ctx0" brushRef="#br0">1 1 16420,'3'0'1072,"51"2"-64,32 9-1320,15 4-168,34 11-208,7 5-177,-12 19-279,-11 12-80,-33 34-64,-24 21 720,-23 36-25,-18 18-223,-24 29-1840,-20 2 1431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7:32.564"/>
    </inkml:context>
    <inkml:brush xml:id="br0">
      <inkml:brushProperty name="width" value="0.035" units="cm"/>
      <inkml:brushProperty name="height" value="0.035" units="cm"/>
      <inkml:brushProperty name="color" value="#004F8B"/>
    </inkml:brush>
  </inkml:definitions>
  <inkml:trace contextRef="#ctx0" brushRef="#br0">93 100 11370,'-9'-18'306,"5"12"28,1 1 0,0-1 0,0 0 1,0-1-1,1 1 0,0 0 0,0-1 0,-1-11 0,3 18-305,0-1-1,0 0 1,1 0-1,-1 1 1,0-1-1,0 0 1,1 1-1,-1-1 1,0 0-1,1 1 1,-1-1-1,1 1 1,-1-1-1,1 0 1,-1 1-1,1-1 1,-1 1-1,1-1 1,0 1-1,-1 0 1,1-1-1,0 1 1,-1 0-1,1-1 1,0 1-1,0 0 1,-1 0-1,1 0 1,0-1-1,-1 1 1,1 0-1,0 0 1,0 0-1,-1 0 1,1 0-1,0 1 1,0-1-1,-1 0 1,1 0-1,0 0 1,0 1-1,0-1 1,6 3-6,0-1 1,-1 1-1,0 0 0,0 1 1,0 0-1,0-1 1,0 2-1,-1-1 1,0 1-1,0 0 0,0 0 1,0 0-1,-1 1 1,0-1-1,4 7 0,13 21-35,25 54 0,-30-52-14,-2 0 0,-1 0 0,10 48 0,19 213-94,-24 76 16,-59 273 42,-43 10-113,75-586 138,-50 369-410,15-43-451,8-50-363,8-69-577,-3-64-750,-5-70 844</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7:33.033"/>
    </inkml:context>
    <inkml:brush xml:id="br0">
      <inkml:brushProperty name="width" value="0.035" units="cm"/>
      <inkml:brushProperty name="height" value="0.035" units="cm"/>
      <inkml:brushProperty name="color" value="#004F8B"/>
    </inkml:brush>
  </inkml:definitions>
  <inkml:trace contextRef="#ctx0" brushRef="#br0">35 306 10362,'-35'6'1008,"67"-16"-445,-11 5-668,141-28 192,-108 24-82,854-95 890,465 13 820,-1008 70-1670,1402-18-233,-1493 49 83,310 4-1266,-339-20 823</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7:34.665"/>
    </inkml:context>
    <inkml:brush xml:id="br0">
      <inkml:brushProperty name="width" value="0.035" units="cm"/>
      <inkml:brushProperty name="height" value="0.035" units="cm"/>
      <inkml:brushProperty name="color" value="#004F8B"/>
    </inkml:brush>
  </inkml:definitions>
  <inkml:trace contextRef="#ctx0" brushRef="#br0">140 2238 9354,'-13'-10'71,"1"-2"-1,0 1 1,1-2-1,1 0 1,0 0-1,0-1 1,1 0 0,1 0-1,1-1 1,0 0-1,1 0 1,0-1-1,1 0 1,1 0-1,1 0 1,0-1 0,1 1-1,1-1 1,0 1-1,1-1 1,1 1-1,3-19 1,3-2-29,1 1 1,2 1-1,2 0 0,1 1 0,30-58 1,-19 48-7,3 2 0,1 1 1,58-67-1,-50 72 43,1 2-1,1 1 1,2 2 0,1 2 0,1 2 0,1 1 0,69-29 0,-90 46-15,0 1 0,0 0 1,1 2-1,0 0 0,25-2 1,-38 7-41,0 1 0,0-1 0,0 2 0,1-1 0,-1 2 1,0-1-1,0 1 0,-1 1 0,1-1 0,0 2 0,-1 0 0,0 0 0,0 0 1,10 7-1,-5 0-12,0 1 0,-1 0 0,-1 0 0,0 1 0,-1 1 0,0 0 0,-1 1 0,0 0 0,-1 0 0,8 21 0,5 19 46,27 96 0,-3 24 32,12 44 36,-50-193-98,1 0 1,0-1-1,2 0 0,1-1 1,16 23-1,-23-39 15,1 0-1,0-1 1,0 0-1,1 0 1,0 0-1,1-1 1,-1 0-1,1 0 1,0-1 0,0 0-1,1-1 1,-1 1-1,1-2 1,0 1-1,0-1 1,1-1-1,10 2 1,1 0 32,0-2-1,1-1 1,-1-1 0,0 0-1,0-2 1,0 0 0,0-1-1,0-2 1,0 0 0,-1-1 0,0-1-1,0-1 1,0 0 0,23-16-1,-16 8-57,-2-1 0,46-41 0,-57 46-14,-2-2 0,0 0 0,-1 0 0,0-1 0,-1-1 0,12-24 0,-5 0-5,-2 0 0,-1-1 0,-3 0-1,12-75 1,-15 44-18,-3 1 0,-3-75-1,-3 118 19,-1 1 0,-1-1 0,-7-32 0,8 51 2,-1 1-1,0 0 1,0-1-1,-1 2 0,0-1 1,0 0-1,-1 1 1,0 0-1,0 0 1,-1 0-1,0 0 0,0 1 1,-14-11-1,15 14 8,0-1-1,0 0 1,1 0-1,-1 0 1,-6-10-1,10 13-4,0-1 0,0 0 0,0 0 0,0 1 0,1-1 0,-1 0 0,0 0 0,1 0 0,0 0 0,-1 0 0,1 0 0,0 0 0,0 0 0,0 0 0,0 0 0,1 0 0,-1 1-1,0-1 1,1 0 0,-1 0 0,1 0 0,1-2 0,0-1-1,1 0-1,-1 0 0,1 1 0,0-1 0,0 1 1,1-1-1,0 1 0,-1 0 0,1 1 1,0-1-1,9-5 0,-5 4 4,0 1-1,1 0 1,-1 0-1,1 1 0,0 0 1,13-3-1,10 2 6,0 1-1,0 1 1,38 4-1,-35-1-17,31-1 9,385 19-48,-424-17 49,0 2-1,50 15 0,-66-16-1,0 1 0,-1 0 0,0 1 0,0 0 1,-1 1-1,1 0 0,-1 0 0,0 1 0,15 15 0,-15-11-10,-1 0 0,-1 1-1,0 0 1,0 0 0,-1 0-1,-1 0 1,0 1 0,-1 0-1,0 0 1,-1 1 0,2 18 0,1 18-24,-3 85 0,-4-127 36,-10 182 28,4-121 67,3 0 0,7 98 1,-1-155-67,-1 0 0,2 0 0,-1 0 1,2-1-1,0 1 0,8 16 0,-10-23-13,0-1 1,1 0-1,-1 0 0,1 0 0,0 0 0,1-1 0,-1 1 1,1-1-1,-1 0 0,1 0 0,0 0 0,0 0 0,0-1 0,1 1 1,-1-1-1,1 0 0,-1-1 0,1 1 0,5 0 0,1 0 2,0-1 0,1-1 0,-1 0 0,0-1-1,1 0 1,-1-1 0,0 0 0,0-1 0,0 0-1,0 0 1,-1-1 0,16-9 0,4-3 11,0-1 1,49-39-1,-2-10 26,137-152-1,-193 195-41,18-20 18,-3-1 0,33-50 0,-63 84-29,0-1 0,0 1 0,-1-1 0,-1 0 0,0 0 0,0 0 0,3-23 1,-6 28-15,-1 0 1,1 0 0,-2 0 0,1 0 0,-1 0 0,0 0 0,0 0 0,0 0 0,-1 1 0,0-1 0,0 0 0,-1 1 0,1-1 0,-1 1 0,0 0 0,-1 0 0,-3-5 0,-3 0-53,1 1 0,-1-1 1,-1 2-1,0 0 1,0 0-1,0 1 1,-25-12-1,-2 3-116,-51-15 0,-56-5 167,66 19 390,73 15-322,-33-9 273,37 10-315,1 1 0,0-1 0,-1 1 1,1-1-1,0 0 0,0 1 0,-1-1 0,1 0 0,0 0 1,0 0-1,0 0 0,0 0 0,0 0 0,0 0 0,1 0 1,-1 0-1,0 0 0,0-1 0,1 1 0,-1 0 0,0-3 1,1 3-20,0-1 1,0 1-1,0 0 1,1 0-1,-1 0 1,0-1-1,1 1 1,-1 0 0,1 0-1,-1 0 1,1 0-1,0 0 1,-1 0-1,1 0 1,0 0-1,0 0 1,0 0 0,0 0-1,0 0 1,0 1-1,0-1 1,0 0-1,0 1 1,1-2-1,37-14-111,7 4 95,0 1 0,61-5 0,104-1 0,-204 17 20,44-3 2,281-7 25,-291 11-22,1 3-1,-1 1 1,0 2-1,-1 2 1,76 26-1,-102-28-4,1-1-1,-1 2 1,-1 0-1,1 1 0,-1 0 1,-1 1-1,20 20 0,-17-14-8,-2 0-1,0 1 1,-1 1-1,-1 0 1,13 28-1,-12-16-10,0 1-1,-2 0 0,-2 0 0,-1 1 0,5 51 0,-1 165 14,-10-233 15,-2 55 85,5 73 455,-4-134-438,1 0 0,0 0 0,1 0 0,0-1 0,1 1 0,0 0-1,0-1 1,1 0 0,0 0 0,0 0 0,6 8 0,-5-11-35,0 1 1,0-1 0,0 0 0,1 0-1,0-1 1,0 0 0,0 0-1,1 0 1,-1-1 0,1 0 0,0 0-1,0 0 1,8 1 0,7 1 5,0-1 1,0-1-1,1-1 1,-1-1-1,0-1 1,1 0-1,-1-2 1,1-1-1,-1-1 1,24-7-1,-5-1-46,-1-3 0,0 0 1,-2-3-1,55-32 0,-36 13-15,-2-2 1,85-77-1,78-116-85,-140 136-143,-5-3 1,-4-3-1,-4-3 1,-5-3-1,-5-2 0,48-135 1,-85 191 26,-2 0 0,15-94 0,-28 125-239,-1-1 0,-1 1 0,0 0 0,-2-1-1,-1 1 1,-1 0 0,-1 0 0,-1 0 0,-9-25 0,3 22-411,-19-33 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7:37.795"/>
    </inkml:context>
    <inkml:brush xml:id="br0">
      <inkml:brushProperty name="width" value="0.035" units="cm"/>
      <inkml:brushProperty name="height" value="0.035" units="cm"/>
      <inkml:brushProperty name="color" value="#004F8B"/>
    </inkml:brush>
  </inkml:definitions>
  <inkml:trace contextRef="#ctx0" brushRef="#br0">0 45 1744,'0'0'1169,"9"18"-833,9-4-327,40 25 67,-57-38 38,0 0-1,0-1 1,1 1 0,-1 0-1,0-1 1,0 1 0,0-1-1,1 1 1,-1-1 0,0 0-1,0 1 1,1-1 0,-1 0-1,0 0 1,1 0 0,-1 0-1,0 0 1,1 0-1,-1 0 1,2-1 0,-2 1-52,0-1 1,0 1-1,0-1 1,0 0-1,0 1 1,0-1 0,-1 0-1,1 0 1,0 0-1,0 0 1,-1 0-1,2-1 1,1-2-25,83-89 191,-74 80-311</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7:38.446"/>
    </inkml:context>
    <inkml:brush xml:id="br0">
      <inkml:brushProperty name="width" value="0.035" units="cm"/>
      <inkml:brushProperty name="height" value="0.035" units="cm"/>
      <inkml:brushProperty name="color" value="#004F8B"/>
    </inkml:brush>
  </inkml:definitions>
  <inkml:trace contextRef="#ctx0" brushRef="#br0">0 229 3249,'0'0'146,"14"-1"160,29-6-394,104-14 2787,58 6-260,106-4-2097,576 43 110,-726-18-418,-1-7 0,193-26 0,27-27-34,344-32-89,-301 66-2365,-298 13 1391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7:42.692"/>
    </inkml:context>
    <inkml:brush xml:id="br0">
      <inkml:brushProperty name="width" value="0.035" units="cm"/>
      <inkml:brushProperty name="height" value="0.035" units="cm"/>
      <inkml:brushProperty name="color" value="#004F8B"/>
    </inkml:brush>
  </inkml:definitions>
  <inkml:trace contextRef="#ctx0" brushRef="#br0">32 238 2969,'0'0'248,"-13"6"580,7 14-615,-6 51 289,12-68-423,0 1 1,0-1-1,0 0 0,0 0 1,1 0-1,-1 0 1,1 0-1,0 0 1,0 0-1,0 0 0,1 0 1,-1 0-1,1 0 1,-1 0-1,1-1 1,0 1-1,0-1 1,0 1-1,0-1 0,1 0 1,-1 0-1,4 2 1,0 0 104,1 0-1,-1 0 1,1-1 0,0 0 0,0 0 0,14 2 0,-15-3-144,0-1 1,0 0 0,1-1-1,-1 0 1,0 0 0,0 0-1,0 0 1,0-1 0,0 0-1,0 0 1,11-5 0,-8 3-20,-1-1 1,0-1 0,0 1-1,0-1 1,0-1 0,-1 0-1,8-7 1,6-11-19,0 0 0,-2-1 0,27-46 0,-31 46 25,-5 11-27,15-25 0,-1-1-1,24-56 1,-46 92-2,-2 4 1,0-1 0,0 1-1,0 0 1,0 0 0,0 0 0,0-1-1,1 1 1,-1 0 0,0 0-1,0 0 1,0-1 0,0 1-1,0 0 1,0 0 0,0-1-1,0 1 1,0 0 0,0 0 0,0 0-1,0-1 1,0 1 0,0 0-1,-1 0 1,1 0 0,0-1-1,0 1 1,0 0 0,0 0-1,0 0 1,0-1 0,-1 1 0,1 0-1,0 0 1,0 0 0,0 0-1,0 0 1,-1-1 0,1 1-1,0 0 1,0 0 0,0 0-1,0 0 1,-1 0 0,1 0 0,0 0-1,0 0 1,-1 0 0,1 0-1,0 0 1,0 0 0,0 0-1,-1 0 1,1-1-1,-3 0-1,0 0 0,0 1-1,-1-1 1,1 0 0,0 1-1,0 0 1,0 0 0,0 0-1,-1 0 1,1 0 0,0 1-1,0-1 1,0 1-1,0 0 1,0 0 0,0 0-1,0 0 1,0 1 0,0-1-1,0 1 1,-4 3 0,-11 8-5,0 0 0,-19 19 0,13-12 9,7-5-3,1-3 4,0 1 0,1 1-1,1 0 1,0 1 0,-16 23 0,29-36-5,0-1 0,0 0 1,0 0-1,1 1 0,-1-1 0,0 0 1,1 1-1,-1-1 0,1 1 0,0-1 1,-1 0-1,1 1 0,0-1 0,0 1 1,0-1-1,0 1 0,0-1 0,0 1 1,0-1-1,1 1 0,-1-1 0,0 1 1,1-1-1,0 0 0,-1 1 0,1-1 1,0 0-1,-1 1 0,1-1 0,0 0 1,1 2-1,1-2-1,0 0 0,-1 0 0,1 0 0,0 0 0,-1 0 0,1 0 0,4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7:43.516"/>
    </inkml:context>
    <inkml:brush xml:id="br0">
      <inkml:brushProperty name="width" value="0.035" units="cm"/>
      <inkml:brushProperty name="height" value="0.035" units="cm"/>
      <inkml:brushProperty name="color" value="#004F8B"/>
    </inkml:brush>
  </inkml:definitions>
  <inkml:trace contextRef="#ctx0" brushRef="#br0">4 227 3497,'-2'9'199,"1"0"0,0 0-1,1 1 1,1 10 0,-1-12-176,1-9 8,0 1-1,0 0 0,0 0 0,0-1 0,0 1 1,0-1-1,-1 1 0,1-1 0,0 1 1,0-1-1,0 1 0,-1-1 0,1 0 1,1-1-1,17-17 9,27-35 1,-35 40-27,-7 8 7,1 0 0,-1-1 0,0 1 0,0-1 0,-1 0 0,0 0 0,0 0 0,-1 0 0,0-1 0,0 1 0,0-1 0,-1 0 0,0-13 0,1 4 78,-2 11-5,1 0-1,-1-1 1,0 1-1,-2-12 0,2 17-48,0 0 0,0 0 0,0 0 0,-1 0 0,1 0-1,-1 0 1,1 0 0,-1 0 0,1 0 0,-1 0 0,1 0-1,-1 0 1,0 0 0,0 0 0,1 0 0,-1 1 0,0-1-1,0 0 1,0 1 0,0-1 0,0 0 0,0 1 0,0-1-1,0 1 1,0 0 0,0-1 0,0 1 0,0 0 0,-1-1-1,1 1 1,0 0 0,-2 0 0,2 0 54,-3 1-40,0 15-141,-3 45 33</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8:07.118"/>
    </inkml:context>
    <inkml:brush xml:id="br0">
      <inkml:brushProperty name="width" value="0.035" units="cm"/>
      <inkml:brushProperty name="height" value="0.035" units="cm"/>
      <inkml:brushProperty name="color" value="#E71224"/>
    </inkml:brush>
  </inkml:definitions>
  <inkml:trace contextRef="#ctx0" brushRef="#br0">0 0 7114,'3'16'368,"5"0"-24,5-6-216,15-5-184,-2-5-216,5 0-745,-10-5-407,-3 2-88,0 3 608,-15 0 399</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8:33.674"/>
    </inkml:context>
    <inkml:brush xml:id="br0">
      <inkml:brushProperty name="width" value="0.035" units="cm"/>
      <inkml:brushProperty name="height" value="0.035" units="cm"/>
      <inkml:brushProperty name="color" value="#E71224"/>
    </inkml:brush>
  </inkml:definitions>
  <inkml:trace contextRef="#ctx0" brushRef="#br0">200 3862 3233,'-42'12'461,"19"-5"404,0-1 0,0-1 1,-40 3-1,61-8-803,1 0 0,-1 0 0,0 0 0,1 0 0,-1 0 0,1 0-1,-1-1 1,0 1 0,1 0 0,-1-1 0,-2 0 0,4 0-42,0 1 0,0 0 0,-1 0 0,1-1 0,0 1-1,0 0 1,-1-1 0,1 1 0,0 0 0,0 0 0,0-1 0,0 1-1,-1 0 1,1-1 0,0 1 0,0 0 0,0-1 0,0 1 0,0-1 0,0 1-1,0 0 1,0-1 0,0 1 0,0 0 0,0-1 0,0 1 0,0 0-1,0-1 1,0 1 0,1 0 0,-1-1 0,0 0 0,3-2 64,-1-1 1,1 0-1,0 1 1,0 0-1,1-1 1,-1 1-1,0 0 1,7-3-1,49-31 345,1 3-1,93-38 1,-103 49-272,140-62 334,946-385 784,-130 58-298,-54-11 165,122-52 189,-540 245-758,405-171 77,425-121-398,-211 162-428,-834 271-407,-212 60 82,297-88-4107,-205 44 3174</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33.175"/>
    </inkml:context>
    <inkml:brush xml:id="br0">
      <inkml:brushProperty name="width" value="0.035" units="cm"/>
      <inkml:brushProperty name="height" value="0.035" units="cm"/>
      <inkml:brushProperty name="color" value="#E71224"/>
    </inkml:brush>
  </inkml:definitions>
  <inkml:trace contextRef="#ctx0" brushRef="#br0">1 100 11666,'11'-14'443,"0"0"0,27-25-1,-34 35-378,1 1-1,-1 0 0,1 0 0,0 0 0,0 0 0,0 1 1,0 0-1,0 0 0,0 0 0,1 0 0,-1 1 1,1 0-1,8-1 0,-10 2-50,0 1-1,0-1 1,0 1 0,-1 0 0,1-1-1,0 2 1,0-1 0,-1 0 0,1 1-1,-1-1 1,1 1 0,-1 0 0,0 0-1,0 1 1,0-1 0,0 1 0,0-1-1,0 1 1,-1 0 0,0 0 0,5 6-1,1 6-11,0-1 0,0 1 0,-2 1-1,7 19 1,3 18-8,-2 0 0,-3 1 0,5 61 0,1 172 119,-30 547 352,-2-441-336,16-278-46,21 152 0,24 97-1085,-46-362 864,0 0 0,0 0 0,1 0 0,-1 0 0,1 0-1,-1 0 1,1-1 0,0 1 0,0 0 0,0 0 0,1 1 0,-2-2 99,1-1 1,-1 1-1,1-1 0,0 0 1,-1 1-1,1-1 1,-1 0-1,1 0 1,0 0-1,-1 1 1,1-1-1,0 0 1,-1 0-1,1 0 1,0 0-1,-1 0 1,2 0-1,-2 0 39</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33.570"/>
    </inkml:context>
    <inkml:brush xml:id="br0">
      <inkml:brushProperty name="width" value="0.035" units="cm"/>
      <inkml:brushProperty name="height" value="0.035" units="cm"/>
      <inkml:brushProperty name="color" value="#E71224"/>
    </inkml:brush>
  </inkml:definitions>
  <inkml:trace contextRef="#ctx0" brushRef="#br0">1 483 9338,'3'-7'1343,"1"2"-1068,-1 0 1,1 0-1,0 0 0,0 0 1,0 1-1,1 0 0,-1 0 1,1 0-1,0 0 0,0 1 1,8-4-1,13-6-131,37-12 0,-56 22-58,142-46 202,1 7 0,1 6 0,237-24 1,480 6 808,-806 52-990,1466 8 245,-1475-3-359,635 25 37,0-56-177,85-81-2215,-547 72 1591</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34.719"/>
    </inkml:context>
    <inkml:brush xml:id="br0">
      <inkml:brushProperty name="width" value="0.035" units="cm"/>
      <inkml:brushProperty name="height" value="0.035" units="cm"/>
      <inkml:brushProperty name="color" value="#E71224"/>
    </inkml:brush>
  </inkml:definitions>
  <inkml:trace contextRef="#ctx0" brushRef="#br0">76 289 8890,'0'0'713,"8"10"638,10-5-1383,43 4 14,-49-7 34,-12-2-14,0 0 0,0 0 0,0 0 0,1 0 0,-1 0 0,0 0 0,0 1 0,1-1 0,-1 0 0,0 0 0,0 0 0,0 0 0,1 0 0,-1 0 0,0 0 0,0 0 0,1 0 0,-1 0 0,0 0 0,0 0 0,0 0 0,1 0 0,-1 0 0,0-1 0,0 1 0,1 0 0,-1 0 1,0 0-1,0 0 0,0 0 0,1 0 0,-1-1 0,0 1 0,0 0 0,0 0 0,0 0 0,0 0 0,1-1 0,-1 1 0,0 0 0,7-9 60,1 0-25,-3 4-13,0 0 1,0-1 0,0 0 0,-1 0 0,0 0 0,0 0 0,0-1 0,-1 1 0,4-11-1,-1-1-29,-2 1 0,1-1-1,-2 0 1,0 0 0,-2 0-1,0 0 1,-2-28 0,1 44-5,0-1 0,0 1 1,-1-1-1,0 1 0,1 0 1,-1-1-1,0 1 0,0 0 0,0-1 1,0 1-1,-1 0 0,1 0 1,0 0-1,-1 0 0,0 0 1,1 1-1,-1-1 0,0 0 0,0 1 1,0-1-1,-2 0 0,1 0 5,0 1 1,0 0-1,0 0 0,0 1 0,0-1 0,0 1 0,0-1 0,0 1 1,0 0-1,0 0 0,0 0 0,0 1 0,0-1 0,0 1 0,0-1 1,-5 3-1,-1 1 30,-1 0 0,1 1 1,-1 0-1,1 1 0,1 0 1,-1 0-1,1 1 0,0 0 1,-8 11-1,3-5 37,2 2 1,0-1-1,1 2 1,-13 25-1,20-35-56,0 1 0,1 0 1,-1 0-1,1 0 0,1 0 0,-2 13 0,3-19-21,-1 1-1,1-1 1,0 0-1,0 1 1,0-1-1,0 1 1,1-1-1,-1 0 1,0 1-1,0-1 1,1 1-1,-1-1 1,1 0-1,0 0 1,-1 1-1,1-1 1,0 0-1,-1 0 1,1 0-1,0 1 1,0-1-1,0 0 1,0 0-1,0-1 1,0 1-1,1 0 1,-1 0-1,0 0 1,0-1-1,1 1 1,-1-1-1,0 1 1,1-1-1,-1 1 1,0-1-1,1 0 1,-1 0-1,1 1 1,-1-1-1,0 0 1,2-1-1,34-6-263</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35.258"/>
    </inkml:context>
    <inkml:brush xml:id="br0">
      <inkml:brushProperty name="width" value="0.035" units="cm"/>
      <inkml:brushProperty name="height" value="0.035" units="cm"/>
      <inkml:brushProperty name="color" value="#E71224"/>
    </inkml:brush>
  </inkml:definitions>
  <inkml:trace contextRef="#ctx0" brushRef="#br0">0 102 7922,'1'-2'368,"9"-15"869,-10 17-1232,0 0-1,0-1 0,0 1 1,1 0-1,-1 0 0,0 0 0,0 0 1,0 0-1,1 0 0,-1-1 1,0 1-1,0 0 0,1 0 1,-1 0-1,0 0 0,0 0 1,0 0-1,1 0 0,-1 0 0,0 0 1,0 0-1,1 0 0,-1 0 1,0 0-1,0 0 0,1 0 1,-1 1-1,0-1 0,0 0 1,0 0-1,1 0 0,-1 0 0,0 0 1,0 1-1,8 16-159,-3-2 302,-2-6-24,-1 1 0,0-1 0,0 1 0,-1 0-1,0 0 1,0 0 0,-2 10 0,1-15 3,0 1 0,0 0-1,0-1 1,1 1 0,0-1 0,0 1 0,0-1 0,3 7-1,-3-10-92,0 0-1,0 0 0,0-1 0,0 1 0,0 0 1,0-1-1,1 0 0,-1 1 0,0-1 0,1 1 1,-1-1-1,1 0 0,0 0 0,-1 0 0,1 0 0,0 0 1,0-1-1,-1 1 0,1 0 0,0-1 0,0 1 1,0-1-1,0 0 0,0 1 0,0-1 0,0 0 1,3-1-1,4 0 40,0 0 1,-1 0 0,1-1 0,-1-1-1,0 1 1,1-2 0,-1 1-1,-1-1 1,14-8 0,3-5 22,34-29 0,-48 38-84,-5 3-13,1-1 0,-1 1 0,1-1 0,-1 0 0,-1-1 0,1 1 0,-1-1 0,-1 0 0,1 0 0,2-8 0,-5 12 2,0 1-1,0-1 1,-1 1-1,1-1 1,-1 0 0,1 0-1,-1 1 1,0-1-1,0 0 1,0 0-1,-1 0 1,1 1-1,-1-1 1,1 0 0,-1 1-1,0-1 1,0 0-1,0 1 1,0-1-1,-1 1 1,1 0-1,-1-1 1,1 1-1,-1 0 1,0 0 0,0 0-1,0 0 1,0 0-1,0 0 1,0 1-1,-4-3 1,-4-1 20,0 1-1,0 1 1,0 0 0,0 0-1,0 1 1,0 0 0,-1 1-1,1 0 1,-1 0 0,1 1 0,-1 1-1,-11 2 1,18-3-37,0 1 0,0 0 1,1 0-1,-1 0 0,0 0 1,1 0-1,-1 1 0,1 0 0,0 0 1,-1 0-1,-4 4 0,6-4-75,1-1 0,-1 1 0,1-1 0,0 1 1,-1 0-1,1-1 0,0 1 0,0 0 0,0 0 0,0 0 0,1 0 0,-1 0 0,0 0 0,1 0 0,-1 0 0,1 0 0,0 0 0,0 0 0,0 0 1,0 0-1,0 0 0,0 0 0,1 4 0,12 31-630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35.671"/>
    </inkml:context>
    <inkml:brush xml:id="br0">
      <inkml:brushProperty name="width" value="0.035" units="cm"/>
      <inkml:brushProperty name="height" value="0.035" units="cm"/>
      <inkml:brushProperty name="color" value="#E71224"/>
    </inkml:brush>
  </inkml:definitions>
  <inkml:trace contextRef="#ctx0" brushRef="#br0">25 145 10970,'-15'0'435,"12"0"17,2 0-233,1 0-218,0 0-1,0 0 1,-1 0 0,1 0 0,0 0 0,0 0-1,0 0 1,0 0 0,0 0 0,-1 0-1,1 1 1,0-1 0,0 0 0,0 0-1,0 0 1,0 0 0,0 0 0,0 0 0,-1 1-1,1-1 1,0 0 0,0 0 0,0 0-1,0 0 1,0 0 0,0 1 0,0-1-1,0 0 1,0 0 0,0 0 0,0 0 0,0 0-1,0 1 1,0-1 0,0 0 0,0 0-1,0 0 1,0 0 0,0 1 0,0-1 0,0 5-13,-1-1 6,0 0 0,1 0 0,0 0 0,0-1 0,0 1 0,0 0 0,1 0 0,0 0-1,-1 0 1,1-1 0,1 1 0,-1 0 0,0-1 0,1 1 0,0-1 0,0 1 0,0-1 0,0 0 0,0 0 0,1 0 0,0 0 0,-1 0 0,1-1 0,0 1 0,5 2 0,-3-1 21,1-1 1,0 1-1,1-1 1,-1-1-1,0 1 1,1-1-1,0 0 1,-1-1-1,1 0 1,0 0-1,0 0 1,0-1-1,-1 0 1,1 0-1,0-1 1,0 0-1,0 0 1,0 0-1,-1-1 1,8-3-1,12-4 81,-1-3 0,0 0 0,37-25 1,-58 35-91,40-26 72,68-56 0,-108 79-73,1 1 0,-1-1 1,0 0-1,6-8 0,-9 12-4,0 0 0,-1 1-1,1-1 1,-1 0 0,1 0-1,-1 0 1,1 0 0,-1 0-1,0 0 1,1 0 0,-1 0 0,0 1-1,0-1 1,0 0 0,0 0-1,0 0 1,0 0 0,0 0-1,0 0 1,0 0 0,0 0-1,0 0 1,-1 0 0,1 0-1,0 0 1,-1 0 0,1 0 0,-1 0-1,1 0 1,-1 1 0,1-1-1,-1 0 1,1 0 0,-1 1-1,0-1 1,-1-1 0,-3 0 2,0 0 1,0 0 0,0 0-1,-1 1 1,1-1 0,0 2-1,-1-1 1,1 0 0,-1 1-1,1 0 1,-1 0 0,1 1-1,0 0 1,-1-1 0,1 2-1,0-1 1,-1 1-1,-7 3 1,0 0-229,0 1 1,0 1-1,1 0 1,0 0-1,0 1 0,-13 12 1,1 4-1979,11-1 728</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36.099"/>
    </inkml:context>
    <inkml:brush xml:id="br0">
      <inkml:brushProperty name="width" value="0.035" units="cm"/>
      <inkml:brushProperty name="height" value="0.035" units="cm"/>
      <inkml:brushProperty name="color" value="#E71224"/>
    </inkml:brush>
  </inkml:definitions>
  <inkml:trace contextRef="#ctx0" brushRef="#br0">88 435 7754,'-39'-5'6020,"40"1"-5501,15-10-573,-6 8 51,-6 2 2,2 0 1,-1 1-1,0 0 0,1 0 0,-1 0 0,1 1 0,0-1 0,0 1 0,0 1 0,0-1 0,0 1 0,0 0 0,9 0 0,-4 1 13,0 0-1,1-1 0,-1-1 1,0 0-1,0 0 1,0-1-1,0 0 1,0-1-1,-1 0 1,1-1-1,12-8 1,-16 8-6,0 0 0,-1 0 0,1-1 0,-1 0 0,-1 0 1,1-1-1,-1 0 0,0 0 0,0 0 0,-1 0 0,0-1 0,-1 0 1,1 1-1,-1-1 0,3-16 0,-4 14 24,0-1 1,0 0-1,-2 0 1,1 0-1,-1 0 0,-1 1 1,0-1-1,0 0 0,-6-21 1,6 28 20,-1-1 0,0 1 0,0-1 0,0 1 0,0 0 0,0 0 0,-1 0 0,0 0 0,0 0 0,0 0 1,0 1-1,-1-1 0,1 1 0,-1 0 0,0 0 0,0 0 0,0 1 0,0 0 0,-1-1 0,1 1 0,0 1 0,-1-1 0,0 1 0,-8-2 0,6 2 2,0 1-1,1 0 0,-1 1 0,0 0 0,0 0 0,1 0 0,-1 1 0,0 0 0,1 0 0,-1 0 1,1 1-1,0 0 0,0 0 0,0 1 0,1 0 0,-6 4 0,-6 5-37,1 1-1,1 1 1,-25 30 0,39-43-38,-19 23-371,-19 31-1,33-45-485,0 0 0,0 1 0,-4 15 0,3 0-202</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36.618"/>
    </inkml:context>
    <inkml:brush xml:id="br0">
      <inkml:brushProperty name="width" value="0.035" units="cm"/>
      <inkml:brushProperty name="height" value="0.035" units="cm"/>
      <inkml:brushProperty name="color" value="#E71224"/>
    </inkml:brush>
  </inkml:definitions>
  <inkml:trace contextRef="#ctx0" brushRef="#br0">78 240 12787,'-11'11'352,"-1"0"154,1 0 1,-17 23 0,26-31-490,1-1-1,-1 1 1,0-1 0,1 1 0,0 0 0,-1 0-1,1 0 1,0 0 0,0 0 0,1 0-1,-1 0 1,1 0 0,-1 0 0,1 0 0,0 0-1,0 0 1,1 0 0,-1 0 0,1 1-1,0 3 1,0-5-48,1 0 0,-1 0-1,0 0 1,0-1 0,1 1-1,-1 0 1,1-1 0,0 1-1,0-1 1,-1 1 0,1-1 0,0 0-1,0 0 1,0 0 0,0 0-1,0 0 1,0 0 0,0-1-1,1 1 1,-1-1 0,0 1-1,0-1 1,1 0 0,-1 0 0,0 0-1,4 0 1,4-1-127,1 0 1,0 0-1,-1-1 0,14-4 1,-14 3 156,1 0 1,-1-1 0,0 0-1,0-1 1,0 0 0,-1-1 0,1 0-1,-1 0 1,-1-1 0,1 0-1,-1 0 1,0-1 0,11-15 0,-7 5 84,0 0 0,-2-1 0,0 0 0,-1-1 0,-1 0 0,0 0 1,-2-1-1,-1 0 0,6-40 0,-11 59-84,0-1 0,1 0 1,-1 1-1,-1-1 0,1 1 0,0-1 0,0 1 1,-1 0-1,0-1 0,1 1 0,-1-1 0,0 1 1,0 0-1,0-1 0,-1 1 0,1 0 0,0 0 0,-1 0 1,-2-2-1,3 2 1,-1 1 0,0 0 0,0 0 1,0 0-1,0 1 0,0-1 0,0 0 0,0 1 0,0-1 1,0 1-1,0 0 0,-1 0 0,1-1 0,0 1 0,0 1 1,0-1-1,0 0 0,0 0 0,0 1 0,-1 0 1,1-1-1,0 1 0,-2 1 0,-4 1 9,1 1 0,-1 0 0,1 1 0,0 0 0,0 0 0,1 0 0,-1 1 0,1 0 0,0 0 0,-5 9 0,-3 4-53,1 0-1,-15 30 1,22-36-479,0 0 0,2 1 0,-1-1 0,2 1-1,-4 21 1,-1 8-578</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37.070"/>
    </inkml:context>
    <inkml:brush xml:id="br0">
      <inkml:brushProperty name="width" value="0.035" units="cm"/>
      <inkml:brushProperty name="height" value="0.035" units="cm"/>
      <inkml:brushProperty name="color" value="#E71224"/>
    </inkml:brush>
  </inkml:definitions>
  <inkml:trace contextRef="#ctx0" brushRef="#br0">24 267 7466,'0'0'152,"0"-1"1,0 1 0,0 0 0,0 0 0,0 0 0,0-1 0,-1 1 0,1 0-1,0 0 1,0 0 0,0-1 0,0 1 0,0 0 0,-1 0 0,1 0 0,0 0 0,0-1-1,0 1 1,0 0 0,-1 0 0,1 0 0,0 0 0,0 0 0,-1 0 0,1 0-1,0 0 1,0 0 0,0-1 0,-1 1 0,1 0 0,0 0 0,0 0 0,-1 0-1,1 0 1,0 1 0,-1-1 0,-5 7 1014,-3 14-1065,9-16-16,-1-1-1,1 0 1,-1 0 0,1 0-1,1 1 1,-1-1 0,0 0-1,1 0 1,0 0 0,0 1-1,2 4 1,-2-7-72,0 0 0,0 0 0,0 1 0,0-1 0,0 0 0,1 0 0,-1 0-1,1 0 1,-1 0 0,1 0 0,0-1 0,0 1 0,0 0 0,0-1 0,0 0 0,0 1 0,0-1 0,0 0 0,1 0-1,2 1 1,1-1-15,1-1 0,-1 1 0,0-1 0,0 0-1,0-1 1,0 0 0,1 0 0,-1 0 0,0-1-1,0 0 1,-1 0 0,1 0 0,10-6-1,6-5-23,0 0 0,21-18 0,-21 14 3,0-1 0,0-2 1,-2 1-1,-1-2 0,0-1 0,-2 0 0,0-2 0,25-47 0,-40 66 38,0-1 0,0 0-1,0 1 1,1-10 0,-3 13-9,1 1 0,-1 0 0,0 0 0,0 0 0,0-1 0,0 1 0,0 0 0,0 0 0,0-1-1,0 1 1,-1 0 0,1 0 0,0 0 0,-1 0 0,1-1 0,-1 1 0,1 0 0,-1 0 0,0 0 0,1 0 0,-1 0 0,0 0 0,0 0 0,1 1 0,-1-1 0,0 0 0,0 0 0,0 0 0,0 1-1,0-1 1,-2 0 0,-1 0 11,0 0 0,-1 0-1,1 1 1,0-1 0,-1 1 0,1 0-1,0 1 1,-1-1 0,1 1-1,0-1 1,-1 1 0,1 1-1,0-1 1,0 1 0,0-1 0,0 1-1,0 0 1,0 0 0,-5 5-1,3-3-46,0 1 0,1 0 0,-1 0 0,1 0 0,0 1-1,0-1 1,1 1 0,-1 1 0,1-1 0,-6 14 0,9-18-36,0 1 1,0 0 0,0 0 0,0 0 0,1 0-1,-1 0 1,1 0 0,0 0 0,0 0-1,0 0 1,0 4 0,2-3-8,0 1 0,0 0 0,0 0 1,0-1-1,1 1 0,4 5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37.548"/>
    </inkml:context>
    <inkml:brush xml:id="br0">
      <inkml:brushProperty name="width" value="0.035" units="cm"/>
      <inkml:brushProperty name="height" value="0.035" units="cm"/>
      <inkml:brushProperty name="color" value="#E71224"/>
    </inkml:brush>
  </inkml:definitions>
  <inkml:trace contextRef="#ctx0" brushRef="#br0">137 179 11154,'-1'0'18,"-15"7"825,1 0 0,-1 1 0,1 1 0,-21 17 1,32-24-802,1 1 1,0-1 0,1 1 0,-1 0 0,0 0 0,1 0-1,0 1 1,0-1 0,0 1 0,0-1 0,0 1-1,1 0 1,-1-1 0,1 1 0,0 0 0,0 0-1,0 0 1,1 0 0,0 0 0,0 0 0,0 0-1,0 0 1,0 0 0,1 0 0,-1 0 0,3 4 0,-2-4-69,1 0 0,0-1 0,-1 1 0,2-1 0,-1 0 0,0 1 0,1-1 0,-1 0 0,1 0 0,0-1 0,0 1 0,0-1 0,1 1 0,-1-1 0,0 0 0,1 0 0,-1 0 0,1-1 0,0 1 0,0-1 0,-1 0 0,1 0 0,7 0 0,5 2-37,1-2-1,-1 0 1,0-1 0,26-3-1,-22 1 176,0-2-1,-1 0 0,0-1 0,0-1 1,0-1-1,-1 0 0,1-2 0,30-19 1,-23 10 339,0-2 1,-2 0 0,-1-1 0,38-46 0,-54 59-387,0-1-1,0-1 1,-1 1-1,-1-1 0,0 0 1,0-1-1,-1 1 1,4-13-1,-8 20-57,1 0-1,-1 1 0,1-1 0,-1 0 0,0 0 0,0 0 0,0 0 0,0 0 0,-1 0 1,1 0-1,-1 0 0,0 0 0,0 1 0,0-1 0,-1-3 0,0 3-8,0 1 0,0 0 0,0 0 1,0 0-1,0 0 0,-1 0 0,1 0 0,0 1 0,-1-1 0,0 1 0,1-1 0,-1 1 0,0 0 0,1 0 0,-1 0 0,0 1 0,0-1 0,-4 0 0,-6 1-69,-1 0-1,1 0 0,0 1 1,0 1-1,0 0 0,0 1 0,0 1 1,-13 4-1,-118 52-2939,116-48 2279,-60 29-838</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45.422"/>
    </inkml:context>
    <inkml:brush xml:id="br0">
      <inkml:brushProperty name="width" value="0.035" units="cm"/>
      <inkml:brushProperty name="height" value="0.035" units="cm"/>
      <inkml:brushProperty name="color" value="#E71224"/>
    </inkml:brush>
  </inkml:definitions>
  <inkml:trace contextRef="#ctx0" brushRef="#br0">1 0 6785,'0'0'1912,"10"3"-630,0 13-1223,22 45 22,-30-55-61,-1-1-1,1 0 1,-1 0-1,0 1 0,0-1 1,0 0-1,-1 1 0,0-1 1,-1 11-1,1 1 57,-1 7 33,0-14 3,1 1-1,0-1 0,0 0 1,4 20-1,-3-28-89,-1 1 1,1-1-1,0 0 0,0 0 1,0 0-1,0 0 0,0 0 1,0 0-1,0-1 0,1 1 1,-1 0-1,1-1 0,-1 1 1,1 0-1,-1-1 0,1 0 1,0 1-1,0-1 0,0 0 1,0 0-1,0 0 0,0 0 1,0-1-1,0 1 0,0 0 1,0-1-1,0 1 0,4-1 0,2 0 13,1 0-1,-1 0 1,1-1-1,-1 0 0,1-1 1,-1 0-1,13-5 1,56-26 55,-72 31-83,4-2-2,12-6 2,0-1-1,24-17 0,-40 26-7,-1-1 0,0 0 1,0-1-1,0 1 0,-1-1 0,1 1 0,-1-1 1,0 0-1,0-1 0,0 1 0,0 0 0,-1-1 0,0 0 1,0 1-1,0-1 0,2-9 0,-4 12 4,0-1-1,0 1 1,-1-1-1,1 1 1,0-1-1,-1 1 1,1-1 0,-1 1-1,0 0 1,0-1-1,0 1 1,0 0-1,0 0 1,-1-1-1,1 1 1,-1 0-1,1 0 1,-1 1 0,0-1-1,0 0 1,0 0-1,0 1 1,0-1-1,-3-1 1,-4-2 31,0 0 1,-1 1-1,0 0 1,-17-5-1,-3 1 231,1 1 0,-48-4 0,60 10-181,1 0 0,-1 1 0,0 1-1,0 0 1,1 1 0,-21 6 0,33-7-146,1 0 1,-1 0-1,1 0 1,-1 1-1,1-1 1,0 1-1,-1 0 1,1 0-1,0 0 1,0 0-1,0 1 0,1-1 1,-4 5-1,5-6 27,1 1 1,-1-1-1,1 1 0,-1-1 0,1 1 0,0 0 0,-1-1 0,1 1 0,0 0 0,0 1 0,0-3 29</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46.551"/>
    </inkml:context>
    <inkml:brush xml:id="br0">
      <inkml:brushProperty name="width" value="0.035" units="cm"/>
      <inkml:brushProperty name="height" value="0.035" units="cm"/>
      <inkml:brushProperty name="color" value="#E71224"/>
    </inkml:brush>
  </inkml:definitions>
  <inkml:trace contextRef="#ctx0" brushRef="#br0">0 78 9090,'0'0'1166,"1"-21"-942,8 10 48,-5 7-245,-2 0-9,0 1 0,1 0 0,-1 0 0,1 0 0,0 1 0,0-1 0,0 1 0,0-1 1,0 1-1,0 0 0,1 0 0,-1 1 0,1-1 0,0 1 0,-1-1 0,1 1 0,0 0 0,0 0 0,0 1 0,-1-1 0,1 1 0,7 0 0,556 53 320,-551-52-332,392 34 564,-51-7 261,432 59-503,-284-62-15,5-35 576,-210 1-419,348-16-1393,-398 17-2076,-180 10 2376</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48.147"/>
    </inkml:context>
    <inkml:brush xml:id="br0">
      <inkml:brushProperty name="width" value="0.035" units="cm"/>
      <inkml:brushProperty name="height" value="0.035" units="cm"/>
      <inkml:brushProperty name="color" value="#E71224"/>
    </inkml:brush>
  </inkml:definitions>
  <inkml:trace contextRef="#ctx0" brushRef="#br0">64 88 8794,'0'0'909,"3"12"422,3 5-1279,0-1 0,1 1 0,1-1 0,0-1 0,2 0 0,-1 0 0,2 0 0,0-1 0,17 16 0,-18-22-48,0 0-1,1 0 0,0-1 0,1-1 0,12 6 0,-21-11 3,1 1 0,-1-1 0,1 0 0,-1 0 0,1 0 0,-1 0 0,1-1 0,0 1 0,-1-1 0,1 0 0,0 0 0,-1 0 0,1-1 0,0 1 0,-1-1 0,1 0 0,-1 0 0,1 0 0,-1-1 0,1 1 0,-1-1 0,4-2-1,-1-1 10,-1 0-1,1-1 0,-1 0 1,-1 0-1,1 0 0,-1 0 1,0-1-1,0 0 0,-1 0 0,0 0 1,3-9-1,-1 0 6,-1-1 0,-1 0 0,4-33 1,-7 45-14,0 0 1,0 0 0,0 0 0,0 1 0,-1-1 0,1 0 0,-1 0-1,-1 1 1,1-1 0,-1 1 0,1-1 0,-1 1 0,-1 0 0,1-1-1,0 1 1,-1 0 0,0 0 0,0 1 0,0-1 0,-1 1 0,-6-6-1,4 5 59,0 0-1,-1 1 0,1 0 1,-1 0-1,0 0 0,0 1 0,0 0 1,0 1-1,0-1 0,0 1 1,-1 1-1,1-1 0,-13 2 0,7 1 4,0 0-1,1 0 1,-1 1-1,1 1 0,-1 0 1,1 1-1,1 0 1,-1 1-1,1 0 0,0 1 1,0 0-1,1 1 1,-16 14-1,19-15-128,0-1 0,0 1 0,1 1 0,0-1 0,1 1 0,0 0 0,0 0 1,0 1-1,1-1 0,1 1 0,-1 0 0,1 0 0,1 1 0,0-1 0,0 0 0,1 1 0,0-1 0,1 19 0,0-26-50,0 1 0,0-1 0,1 0 0,-1 1 1,1-1-1,0 0 0,0 1 0,0-1 0,0 0 0,0 0 0,2 4 0,18 9-457,-15-12 475</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49.704"/>
    </inkml:context>
    <inkml:brush xml:id="br0">
      <inkml:brushProperty name="width" value="0.035" units="cm"/>
      <inkml:brushProperty name="height" value="0.035" units="cm"/>
      <inkml:brushProperty name="color" value="#E71224"/>
    </inkml:brush>
  </inkml:definitions>
  <inkml:trace contextRef="#ctx0" brushRef="#br0">38 1515 1568,'0'0'518,"-18"-6"4592,15 4-4272,0-1-289,-1-18-369,1 8-146,1 6-25,1 1 0,0 0 0,-1-1 0,2 1 0,-1 0 0,1-1 1,0 1-1,1-1 0,-1 1 0,1 0 0,0-1 0,1 1 0,0 0 0,4-11 0,141-314 560,-140 307-374,0 1 1,-1-1-1,-2 0 0,3-32 1,-3 22 76,8-35-1,-7 48-225,-1 0 0,-1 1 0,-1-1 0,0 0 0,-2-1 0,-1 1 0,0 0 0,-2 0 0,0 0 0,-1 1 0,-10-29 0,9 32-6,1 0 0,0-1-1,1 1 1,1-1-1,1 0 1,0 0-1,1 1 1,4-24 0,-2 7 328,-2 0 0,-4-46 0,2 52-118,1 14-208,0 0-1,-1 1 1,-5-21-1,4 25 8,2 1-1,-1-1 1,1 0 0,0 0-1,1-15 1,-18 26-2628</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50.483"/>
    </inkml:context>
    <inkml:brush xml:id="br0">
      <inkml:brushProperty name="width" value="0.035" units="cm"/>
      <inkml:brushProperty name="height" value="0.035" units="cm"/>
      <inkml:brushProperty name="color" value="#E71224"/>
    </inkml:brush>
  </inkml:definitions>
  <inkml:trace contextRef="#ctx0" brushRef="#br0">17 675 1488,'0'0'5823,"0"-6"-3808,3-13-1726,3-2-207,-3 10-42,0 0 1,-1 0-1,0-1 1,-1 1-1,0-20 0,-3-10 261,-14-76-1,8 71-45,-2-56-1,9 86-237,0-18-7,1 0-1,2 0 1,1 0 0,11-45-1,-13 75-79,1 4-924</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51.237"/>
    </inkml:context>
    <inkml:brush xml:id="br0">
      <inkml:brushProperty name="width" value="0.035" units="cm"/>
      <inkml:brushProperty name="height" value="0.035" units="cm"/>
      <inkml:brushProperty name="color" value="#E71224"/>
    </inkml:brush>
  </inkml:definitions>
  <inkml:trace contextRef="#ctx0" brushRef="#br0">5606 22 6881,'0'0'699,"-11"-10"-420,-8 5-71,17 5-194,-9-2 66,0 0 0,1 1 0,-1 0 1,0 0-1,1 1 0,-1 1 0,0 0 0,0 1 0,-10 2 0,-350 83 1472,-27-27-1507,-8-26-21,169-16-21,-768 85-40,-116 9-35,801-86-56,-468 30-316,581-48-1384,-266-26 0,343 5 532</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51.980"/>
    </inkml:context>
    <inkml:brush xml:id="br0">
      <inkml:brushProperty name="width" value="0.035" units="cm"/>
      <inkml:brushProperty name="height" value="0.035" units="cm"/>
      <inkml:brushProperty name="color" value="#E71224"/>
    </inkml:brush>
  </inkml:definitions>
  <inkml:trace contextRef="#ctx0" brushRef="#br0">5938 28 10226,'-17'-1'131,"1"-1"-1,-1 0 1,-20-6 0,17 3-462,-35-3 0,-45 6 730,-107 13-1,65-2 299,-680 4-66,359-10-480,-1127 76 130,2 78-222,891-57-1474,531-71 1081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53.496"/>
    </inkml:context>
    <inkml:brush xml:id="br0">
      <inkml:brushProperty name="width" value="0.035" units="cm"/>
      <inkml:brushProperty name="height" value="0.035" units="cm"/>
      <inkml:brushProperty name="color" value="#E71224"/>
    </inkml:brush>
  </inkml:definitions>
  <inkml:trace contextRef="#ctx0" brushRef="#br0">27 989 3017,'0'0'6597,"-6"1"-5131,6-2-1450,-1 0 0,0 1 0,0-1 0,0 0-1,1 0 1,-1 0 0,1 1 0,-1-1 0,0 0 0,1 0 0,0 0 0,-1 0 0,1 0 0,-1 0 0,1 0 0,0 0 0,0-1 0,0-1-1,-3-7 11,1 2-8,0-1 0,0 1 0,1-1 0,0 0 0,1 0-1,0 1 1,0-1 0,3-16 0,24-165 281,-21 130-196,2 0-1,26-93 1,-7 79-61,-16 48-24,-1 0 0,-2-1 0,8-40 1,-17 65 95,0 0 1,0 0-1,0 0 1,-1 0-1,1 0 1,0 0-1,-1 0 1,1 1-1,-1-1 1,0 0 0,1 1-1,-1 0 1,0-1-1,-2 0 1,-6-6 263,4 3-387,5 4 3,0-1 1,-1 1-1,1 0 1,0-1-1,0 0 0,0 1 1,0-1-1,0 0 1,0 1-1,0-1 1,0 0-1,1 0 0,-1 0 1,1 0-1,-1 0 1,1-2-1,-16-52-90,15 55 52,1 0 0,0 0 0,-1 0-1,1 1 1,0-1 0,-1 0 0,1 0 0,0 0-1,0 0 1,0 0 0,0 0 0,0 0 0,0 0 0,0 0-1,0 1 1,0-1 0,0 0 0,1 0 0,-1 0 0,0 0-1,0 0 1,1 0 0,-1 1 0,1-1 0,-1 0-1,1 0 1,-1 1 0,1-1 0,-1 0 0,2 0 0,0-2-379,9-18-3293,-9 16 2719</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54.147"/>
    </inkml:context>
    <inkml:brush xml:id="br0">
      <inkml:brushProperty name="width" value="0.035" units="cm"/>
      <inkml:brushProperty name="height" value="0.035" units="cm"/>
      <inkml:brushProperty name="color" value="#E71224"/>
    </inkml:brush>
  </inkml:definitions>
  <inkml:trace contextRef="#ctx0" brushRef="#br0">80 1147 6425,'0'0'1546,"0"-9"-1033,0 3-511,0-1 0,1 1 0,-1-1 0,1 1 0,2-8 0,-1 5 125,0 0 0,-1 0 1,0-1-1,-1-17 1,1-147 1137,-3-237-759,-1 364-267,-2 0 1,-22-84-1,14 71-109,8 9-549,5 44 325,0 1-1,0 0 1,-1-1 0,1 1-1,-1 0 1,-1 0 0,1 0 0,-1-1-1,0 1 1,-1 1 0,0-1-1,1 0 1,-5-5 0,-6-5-117</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54.849"/>
    </inkml:context>
    <inkml:brush xml:id="br0">
      <inkml:brushProperty name="width" value="0.035" units="cm"/>
      <inkml:brushProperty name="height" value="0.035" units="cm"/>
      <inkml:brushProperty name="color" value="#E71224"/>
    </inkml:brush>
  </inkml:definitions>
  <inkml:trace contextRef="#ctx0" brushRef="#br0">43 1079 8706,'-2'0'45,"0"0"0,0-1 0,0 1-1,0-1 1,0 1 0,1-1 0,-1 0 0,0 1 0,0-1 0,1 0 0,-1 0 0,0 0 0,1-1 0,-1 1-1,1 0 1,-1-1 0,1 1 0,0-1 0,0 1 0,-1-1 0,1 1 0,0-1 0,1 0 0,-1 0-1,0 1 1,0-1 0,1 0 0,-1 0 0,1 0 0,-1-3 0,1-1 22,0 1 0,1-1 0,0 1 0,0 0 0,0-1 1,1 1-1,-1 0 0,1 0 0,5-10 0,4-9 90,-1-1 0,-1 0 1,9-40-1,7-81-93,-15 81 27,-1-17 51,-1-131 0,-4 56-62,-4 141-83,1 0 0,1 1-1,1-1 1,0 0 0,1 1 0,1-1-1,0 1 1,12-23 0,-16 36-73,2-3-2441,-1 2 1680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4:55.371"/>
    </inkml:context>
    <inkml:brush xml:id="br0">
      <inkml:brushProperty name="width" value="0.035" units="cm"/>
      <inkml:brushProperty name="height" value="0.035" units="cm"/>
      <inkml:brushProperty name="color" value="#E71224"/>
    </inkml:brush>
  </inkml:definitions>
  <inkml:trace contextRef="#ctx0" brushRef="#br0">26 1136 8690,'-3'-21'464,"-2"3"-444,0 3 13,2 0 0,0 0 0,-1-24 0,1-18 686,3-1 0,3 1-1,14-90 1,31-236-426,-26 179-1319,-14 124-2620,-7 53 1997</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8:28.048"/>
    </inkml:context>
    <inkml:brush xml:id="br0">
      <inkml:brushProperty name="width" value="0.035" units="cm"/>
      <inkml:brushProperty name="height" value="0.035" units="cm"/>
      <inkml:brushProperty name="color" value="#E71224"/>
    </inkml:brush>
  </inkml:definitions>
  <inkml:trace contextRef="#ctx0" brushRef="#br0">353 185 968,'-2'-7'88,"1"0"0,1 0 0,-1 0 0,1 0-1,1-1 1,2-14 3455,-5 19-137,-7-10-2168,-19-1-1089,-26-14-162,39 22-3,10 9 18,0 3-1,-4 1 17,0 1 0,1 0 0,0 1 1,0 0-1,1 0 0,0 1 0,0 0 1,-6 14-1,-20 82 690,31-93-518,0 0 1,0 0-1,1 0 0,1 17 1,0-29-154,9-7 288,3-5-268,-1 0 1,0-1-1,15-22 1,31-52 53,-15 21-66,-30 48-34,-5 8-12,-1 0 0,0 0-1,0 0 1,-1-1 0,0 0 0,5-16 0,-10 25 1,1 0-1,-1 0 1,0 0-1,0 1 1,0-1-1,0 0 1,0 0 0,0 0-1,0 1 1,0-1-1,-1 0 1,1 0-1,0 1 1,0-1 0,-1 0-1,1 0 1,0 1-1,-1-1 1,1 0 0,-1 1-1,1-1 1,-1 1-1,1-1 1,-1 0-1,1 1 1,-1-1 0,0 1-1,1-1 1,-1 1-1,0 0 1,1-1-1,-1 1 1,0 0 0,0-1-1,1 1 1,-1 0-1,0 0 1,0 0-1,0 0 1,1 0 0,-1 0-1,0 0 1,0 0-1,0 0 1,0 0 0,-5 0 2,1 1 0,0-1 0,-1 1 0,1 0 0,-8 3 0,-11 5 82,-1 2 1,2 1-1,-1 1 0,2 1 0,0 1 0,1 1 0,0 1 1,-19 20-1,33-30-25,0 2 1,1-1-1,0 1 0,0 0 1,1 0-1,-7 17 1,10-21-6,0 1 0,0-1 0,1 1 0,-1-1 0,1 1 0,1-1 0,-1 1 0,1 0 0,0-1 0,0 1 0,0 0 0,1-1 0,2 9 0,-3-12-40,1 0-1,0-1 1,-1 1 0,1-1-1,0 1 1,0-1-1,0 1 1,0-1 0,0 0-1,0 0 1,0 1 0,1-1-1,-1 0 1,0 0 0,1 0-1,-1 0 1,1 0-1,-1-1 1,1 1 0,-1 0-1,1-1 1,-1 1 0,1-1-1,0 1 1,-1-1-1,1 0 1,0 0 0,-1 1-1,1-1 1,0-1 0,0 1-1,1 0 1,5-2 12,-1 1 1,1-1-1,-1 0 0,0-1 1,13-6-1,6-5 1,0-2 0,-1 0 0,-1-1 0,43-42 0,73-93 34,-138 149-37,-29 2 40,23 0-58,0 1-1,-1 0 0,1 0 1,0 0-1,-1 0 0,1 1 1,0-1-1,-1 1 0,1 0 1,0 1-1,0-1 0,0 1 1,0-1-1,-7 6 0,-14 7 27,0 1 1,-42 36-1,61-46-14,-1 1 0,1 1 0,0-1 0,0 1 0,1 0 0,-1 0 0,2 1 0,-1 0 0,1-1 0,0 2-1,1-1 1,0 0 0,-4 17 0,7-24-14,0-1 0,-1 1 0,1 0 0,0-1 0,0 1 0,0 0 0,0-1-1,0 1 1,0 0 0,0-1 0,0 1 0,0 0 0,0-1 0,0 1 0,0 0 0,0-1-1,1 1 1,-1 0 0,0-1 0,0 1 0,1-1 0,-1 1 0,0-1 0,1 1 0,-1 0-1,1-1 1,-1 1 0,0-1 0,1 0 0,-1 1 0,1-1 0,0 1 0,-1-1 0,1 0-1,-1 1 1,1-1 0,0 0 0,-1 0 0,1 1 0,-1-1 0,1 0 0,0 0 0,-1 0-1,1 0 1,0 0 0,-1 0 0,1 0 0,0 0 0,-1 0 0,2 0 0,4-2 22,0 1 1,0-1-1,0 0 0,9-5 1,-12 6-18,35-18 33,-1-2 0,-1-1 0,35-29 0,-58 40-48,0 0-1,16-21 0,-18 16 24,-15 14 0,-2 2-3,1-2-6,-1 0 9,-1 0-1,0 0 1,0 1 0,0 0 0,0 0 0,0 1-1,0-1 1,0 2 0,0-1 0,-12 3-1,-2 3 71,0 1 0,1 1 0,0 1 0,-23 14 0,30-16-150,1 1 1,0 1-1,1 0 0,0 1 1,0 0-1,1 0 0,-11 15 1,16-13-1079,5-12 1081,0 0-1,0 1 1,0-1-1,0 0 1,0 1-1,1-1 1,-1 0-1,0 0 1,0 1-1,1-1 1,-1 0-1,0 0 1,0 0 0,1 1-1,-1-1 1,0 0-1,1 0 1,-1 0-1,0 0 1,1 0-1,-1 0 1,0 1-1,1-1 1,-1 0-1,0 0 1,1 0-1,-1 0 1,0 0 0,1 0-1,-1 0 1,0 0-1,1-1 1,-1 1-1,0 0 1,0 0-1,1 0 1,-1 0-1,0 0 1,1-1-1,31-7-797</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8:29.198"/>
    </inkml:context>
    <inkml:brush xml:id="br0">
      <inkml:brushProperty name="width" value="0.035" units="cm"/>
      <inkml:brushProperty name="height" value="0.035" units="cm"/>
      <inkml:brushProperty name="color" value="#E71224"/>
    </inkml:brush>
  </inkml:definitions>
  <inkml:trace contextRef="#ctx0" brushRef="#br0">263 7 8546,'-18'-2'101,"7"0"22,0 1 1,0 0-1,-22 1 1,30 0-108,-1 1-1,1 0 1,0-1 0,-1 1-1,1 0 1,0 1 0,0-1-1,0 1 1,0-1 0,0 1-1,0 0 1,0 0 0,1 0 0,-1 0-1,1 1 1,-1-1 0,-2 4-1,-5 8 133,1 0-1,0 0 0,1 1 1,1 0-1,0 0 0,1 1 1,1 0-1,-6 27 0,10-35-72,-1 0 0,1 0 0,1 0 0,-1 0 0,1 0 0,1 1 0,0-1 0,0 0 0,0 0 0,1 0 0,0 0 0,1-1 0,0 1 0,0 0 0,0-1 0,1 0 0,0 0 0,1 0 0,8 10 0,-11-14-26,0-1-1,0 0 0,0 0 0,1 0 1,-1 0-1,0 0 0,1-1 0,0 1 1,-1-1-1,1 1 0,0-1 1,-1 0-1,1 0 0,0 0 0,0-1 1,0 1-1,0-1 0,0 1 0,6-1 1,-5-1-13,-1 0 0,1 0 0,0 0 0,-1-1 0,1 1 0,-1-1 0,1 0 1,-1 0-1,0 0 0,1 0 0,-1 0 0,0-1 0,4-4 0,1-3 11,0 0 0,0-1 0,-1 0 0,0 0-1,0-1 1,-2 0 0,9-24 0,-11 29-26,-1-1 1,-1 0-1,1 1 0,-1-11 1,-1 16-17,1 1 1,-1-1-1,0 1 1,0 0-1,0-1 1,0 1-1,-1 0 1,1-1 0,0 1-1,0-1 1,-1 1-1,1 0 1,-1 0-1,0-1 1,1 1-1,-1 0 1,0 0-1,1 0 1,-1 0 0,0-1-1,0 1 1,0 0-1,0 1 1,0-1-1,0 0 1,0 0-1,-1 0 1,1 1-1,0-1 1,0 0 0,-3 0-1,-4 0 10,0 1-1,-1 0 1,1 0-1,-1 0 1,1 1 0,0 1-1,0-1 1,-1 1-1,1 1 1,0-1 0,1 1-1,-1 1 1,-8 4-1,3-1 10,1 0 0,1 1 0,-1 0 0,1 1 0,1 0 0,-1 0 0,-9 14 0,16-18-20,1-1 1,-1 2-1,1-1 0,0 0 0,1 1 1,-1-1-1,1 1 0,1 0 0,-1 0 1,-1 8-1,3-12-6,0 0-1,0 0 1,0 1 0,0-1 0,0 0 0,0 0-1,0 0 1,1 0 0,-1 0 0,1 0 0,0 0-1,-1 0 1,1 0 0,0 0 0,0 0-1,1 0 1,-1 0 0,0 0 0,0-1 0,1 1-1,-1-1 1,1 1 0,-1-1 0,1 1 0,0-1-1,0 0 1,0 0 0,-1 0 0,1 0 0,0 0-1,4 1 1,-3-2 4,0 1 1,0-1-1,0 0 0,-1 0 1,1 0-1,0 0 0,0 0 1,0 0-1,0-1 0,-1 0 1,1 1-1,0-1 1,0 0-1,-1 0 0,1-1 1,-1 1-1,1-1 0,-1 1 1,0-1-1,1 0 0,1-2 1,5-3 14,-1-1 1,-1 0 0,0 0-1,7-11 1,1-5 22,-2-1 0,0-1 0,-2 0 0,-1-1 0,13-53 0,-20 71-17,-1-1 1,0 0-1,-1 0 0,0-15 0,-1 25-19,-11-1-68,7 1 62,0 1-1,0-1 1,1 1 0,-1 0-1,0 0 1,0 0-1,1 0 1,-1 1 0,1-1-1,-1 1 1,1 0-1,0 0 1,-1 0 0,1 0-1,0 1 1,0 0-1,1-1 1,-1 1 0,-3 4-1,-2 6-2,1-1 1,1 1-1,0 0 0,0 1 0,-6 24 0,10-30-17,0-1 0,1 1 0,0 0 1,0 0-1,0 0 0,1 0 0,1 0 0,-1 0 0,1 0 0,1 0 0,4 15 0,-6-21-41,1 0 0,1 0 0,-1 0 0,0 0-1,0-1 1,1 1 0,-1 0 0,1 0 0,-1-1 0,1 1 0,0-1-1,0 0 1,-1 1 0,1-1 0,0 0 0,0 0 0,0 0-1,1 0 1,-1-1 0,0 1 0,0 0 0,0-1 0,0 0 0,4 1-1,1-1-120,0 0 0,-1 0 0,1-1 0,0 0-1,-1 0 1,1-1 0,-1 0 0,8-2-1,7-6-119,27-16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9:09.457"/>
    </inkml:context>
    <inkml:brush xml:id="br0">
      <inkml:brushProperty name="width" value="0.035" units="cm"/>
      <inkml:brushProperty name="height" value="0.035" units="cm"/>
      <inkml:brushProperty name="color" value="#E71224"/>
    </inkml:brush>
  </inkml:definitions>
  <inkml:trace contextRef="#ctx0" brushRef="#br0">680 263 6353,'-9'-7'300,"0"1"0,0 0-1,-1 0 1,0 1-1,0 0 1,0 1 0,-1 0-1,-16-4 1,19 7-227,-1 0 1,1 0-1,0 1 1,-1 0-1,1 0 1,0 1-1,-1 0 1,1 1-1,0-1 0,0 2 1,0-1-1,-8 5 1,-8 3-27,1 2 0,0 1 0,1 1 0,0 1 0,1 1 0,1 1 0,-21 22 0,19-15 20,1 1 0,2 1 0,0 1 0,1 1 0,-16 36 0,14-19 31,2 1 0,2 2 1,2-1-1,3 2 0,1-1 1,3 2-1,-3 77 0,9-96-56,2 0 0,1 0 0,1 0 0,1 0 0,12 41 0,-11-58-25,0 0-1,0 0 0,2 0 0,-1-1 0,2 0 0,0 0 0,0-1 0,1 0 0,1 0 0,0-1 0,0 0 0,1-1 0,14 10 1,-11-10-4,0-1 0,1-1 0,-1 0 0,2-1 0,-1-1 0,1 0 0,0-1 0,26 4 0,-30-7 2,0-1 0,0 0 0,0 0 0,0-2 0,0 1 0,0-2 1,0 1-1,0-2 0,0 0 0,-1 0 0,1-1 0,19-9 0,-16 3 52,0 0-1,0 0 1,-1-1 0,-1-1 0,0-1-1,0 0 1,-1 0 0,-1-1-1,13-22 1,-2 0 76,-2 0 1,-2-1-1,14-40 0,-10 13-83,-3 0 0,-2-2 0,-4 0 0,-2 0 0,-4-1 0,-2-1-1,-3 1 1,-3 0 0,-19-130 0,15 167-52,-2 0-1,0 1 1,-2-1 0,-2 2-1,-15-33 1,22 52-3,-1 0 1,-1 0-1,0 0 0,0 1 1,0 0-1,-1 0 0,0 0 0,-1 1 1,1 0-1,-2 1 0,1-1 1,-1 2-1,1-1 0,-2 1 1,1 1-1,0-1 0,-1 2 0,0-1 1,-11-1-1,-2 1 24,1 2 0,-1 0 0,0 2 0,0 1 0,1 0 0,-1 2 0,1 0 0,0 2-1,0 0 1,0 2 0,0 0 0,1 1 0,0 2 0,1 0 0,-20 13 0,23-12-179,0 1-1,1 0 1,1 1 0,0 0-1,1 1 1,0 1 0,1 1-1,1 0 1,0 0 0,1 1-1,1 1 1,1 0 0,0 0-1,1 0 1,1 1 0,1 1-1,-4 23 1,6-18-1046,0 46-1,9 17-180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9:12.250"/>
    </inkml:context>
    <inkml:brush xml:id="br0">
      <inkml:brushProperty name="width" value="0.035" units="cm"/>
      <inkml:brushProperty name="height" value="0.035" units="cm"/>
      <inkml:brushProperty name="color" value="#E71224"/>
    </inkml:brush>
  </inkml:definitions>
  <inkml:trace contextRef="#ctx0" brushRef="#br0">68 63 2985,'-3'-4'4427,"-5"-10"-1886,18 74-1120,-14 55-1117,-1-1 49,6-110-336,0 12 74,-1-1 0,0 1 1,-1 0-1,-1 0 0,-5 23 0,6-38 73,3-26-153,0 0-1,1 0 1,2 0 0,10-35 0,41-98-112,-41 119 124,-9 23-32,1 1 0,0 0 0,17-24 0,-23 38 9,3-5 7,-2 8 10,1 22 68,-1 0 1,-2 0-1,-3 41 0,1-35-30,2 8 20,6 48 1,0 10 113,-6-93 159,0-10-212,0-21-31,6-50-1,-3 54-76,-1-1 0,-1 0-1,-1 1 1,-4-34 0,-6 14 24,6 28-1,1 0 0,0 0 0,0-22 0,0 45-3,-4 22 123,1 1 1,1 0-1,2 0 0,0 59 1,0-6 407,2-73-463,0 0 0,-1 0 1,-1 0-1,-3 10 0,6-19-105,-1 0 1,1 1 0,0-1 0,-1 0 0,1 0 0,-1 0 0,1 0 0,-1 0 0,0 0-1,1 0 1,-1 0 0,0 0 0,0 0 0,0 0 0,0-1 0,0 1 0,0 0 0,0 0 0,0-1-1,0 1 1,0-1 0,-1 1 0,1 0-5,-2 0 65,3-7-40,3-40-54,-2 34 13,-1 1-1,0-1 1,0 0 0,-3-16 0,1 8 10,-1 3 44,2 0 0,1-17 0,-3 19-40,3 15-5,0 0 0,0 0 0,0 0 0,0 0 0,-1 0 0,1 0 1,0-1-1,0 1 0,0 0 0,0 0 0,0 0 0,-1 0 0,1 0 1,0 0-1,0 0 0,0 0 0,0 0 0,-1 1 0,1-1 0,0 0 0,0 0 1,0 0-1,0 0 0,0 0 0,-1 0 0,1 0 0,0 0 0,0 0 1,0 0-1,0 0 0,0 1 0,0-1 0,0 0 0,-1 0 0,1 0 1,0 0-1,0 0 0,0 0 0,0 1 0,0-1 0,0 0 0,0 0 0,0 0 1,-13 31 20,6-5 9,1 0 1,2 0-1,-3 50 1,12 82 111,0-124-82,4-19-28,-9-15-32,0 0 0,0 0 1,0 0-1,0 0 0,0 0 1,0 1-1,1-1 0,-1 0 1,0 0-1,0 0 0,0 0 1,0 0-1,0 0 0,0 0 1,0 0-1,0 0 0,0 0 1,0 0-1,1 0 0,-1 0 1,0 0-1,0 0 0,0 0 1,0 0-1,0 0 0,0 0 1,0 0-1,0 0 0,1 0 1,-1 0-1,0 0 0,0 0 1,0 0-1,0 0 0,0 0 1,0 0-1,0 0 0,0 0 1,0 0-1,1 0 0,-1 0 1,0 0-1,0 0 0,0 0 0,0 0 1,0-1-1,0 1 0,0 0 1,0 0-1,0 0 0,0 0 1,0 0-1,0 0 0,0 0 1,0 0-1,0 0 0,0-1 1,1 1-1,-1 0 0,0 0 1,0 0-1,0 0 0,0 0 1,0 0-1,0 0 0,-1 0 1,1-1-1,0 1 0,11-35 28,-5 13-14,0-3 14,-1 1 0,-1-1 0,-1 0 0,-1 0 0,-3-46 0,-3-10 50,-6-63-60,10 140-42,0 7-44,2 59 39,0-37 40,-2 1 0,-4 50 0,-29 70 101,32-142 28,0-9-116,-4-15-37,1 0 0,1 0 0,1-1 1,0-33-1,3 26 13,-3-31 0,-1 14-80,-2 45-12,4 1 84,-1-1 1,0 0 0,1 1-1,-1-1 1,1 1-1,-1 0 1,1-1 0,-1 1-1,1 0 1,0 0-1,-1 0 1,1 0 0,0 0-1,-1 0 1,1 1 0,0-1-1,0 0 1,-1 2-1,-1 2-3,0-1 0,1 1-1,0 0 1,0 0 0,-3 9 0,0 6-28,1 1-1,-1 25 1,3-24-87,0-8-400,0 0 1,1 0-1,1 0 0,1 0 1,0 0-1,5 26 0,4-7-815</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9:23.385"/>
    </inkml:context>
    <inkml:brush xml:id="br0">
      <inkml:brushProperty name="width" value="0.035" units="cm"/>
      <inkml:brushProperty name="height" value="0.035" units="cm"/>
      <inkml:brushProperty name="color" value="#E71224"/>
    </inkml:brush>
  </inkml:definitions>
  <inkml:trace contextRef="#ctx0" brushRef="#br0">0 330 2473,'0'0'1289,"1"-26"298,-1 25-1600,0 0 100,1-1 1,-1 1 0,1 0-1,-1 0 1,1-1 0,0 1-1,0 0 1,0 0-1,-1 0 1,1 0 0,0 0-1,0 0 1,0 0 0,1 0-1,-1 0 1,0 0 0,0 1-1,0-1 1,3 0-1,7-8 41,49-35 136,-55 41-210,12-9 438,5 4-98,38-20-92,-46 21-19,15 4 1573,-24 2-1836,21-4 97,0-2 0,0 0 0,25-12 0,78-47 320,-43 20-338,-80 43-98,-1 0 0,0 1 0,1 0-1,0 0 1,-1 1 0,1 0 0,0 0 0,0 0-1,8 0 1,-13 1-35</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9:24.719"/>
    </inkml:context>
    <inkml:brush xml:id="br0">
      <inkml:brushProperty name="width" value="0.035" units="cm"/>
      <inkml:brushProperty name="height" value="0.035" units="cm"/>
      <inkml:brushProperty name="color" value="#E71224"/>
    </inkml:brush>
  </inkml:definitions>
  <inkml:trace contextRef="#ctx0" brushRef="#br0">9 326 7170,'-8'5'2256,"18"-10"-2176,0-1 0,0 0-1,0 0 1,11-10 0,-2 0-7,48-34 243,44-29-4,62-38-89,-169 114-219,1-1 1,0 1-1,0 1 0,1-1 1,-1 1-1,7-2 1,-8 2 47,-4 11 113,-5 7-158,-1 0 0,0-1 0,-1 0-1,-1 0 1,0 0 0,-20 25 0,1-6 28,-3-2 0,-63 56-1,57-56 42,-110 95 592,98-93-206,45-31-50,7-8-328,24-28-83,1 2 0,2 1 0,1 1 0,2 1 0,0 3 1,62-36-1,-87 57-1,23-13 10,-1 0-1,-1-2 1,0-1-1,36-34 1,-49 38-13,13-15-18,-26 17 5,-4 12 56,-12 14 4,1 2-44,-15 16 28,-42 39 0,14-27 49,-2-2 0,-88 48 1,120-77-78,20-9-9,7-6-2,8-8 13,0 0 0,1 1 0,1 0 0,20-13 0,64-34 14,-11 6-18,65-67 28,-104 78-24,-41 34 3,-5 6-4,1-1 0,-1 0 1,1 1-1,0-1 0,-1 1 0,1 0 1,0 0-1,0-1 0,0 1 0,0 0 1,0 1-1,0-1 0,0 0 1,2 0-1,-1 1 10,-5 5-3,0-2-7,-12 23-4,-1-2 0,-1 0 0,-2 0 0,0-2 1,-1 0-1,-35 29 0,-147 105-1144,197-154 914</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9:25.672"/>
    </inkml:context>
    <inkml:brush xml:id="br0">
      <inkml:brushProperty name="width" value="0.035" units="cm"/>
      <inkml:brushProperty name="height" value="0.035" units="cm"/>
      <inkml:brushProperty name="color" value="#E71224"/>
    </inkml:brush>
  </inkml:definitions>
  <inkml:trace contextRef="#ctx0" brushRef="#br0">13 151 7554,'-11'-4'932,"10"-3"-821,12-2 37,-11 9-148,5-3 29,0 0 0,0 0 0,1 0 1,-1 1-1,1 0 0,0 0 0,0 0 0,0 1 1,0 0-1,0 0 0,10 0 0,8 0 94,0-1 0,0-2-1,-1 0 1,1-1-1,38-15 1,-37 13-55,43-20 135,-42 16-113,-21 9 603,-14 2-302,-34 1-377,29 0-17,0-1 0,0-1 0,0 0 1,-14-4-1,10 2-5,0 1 0,0 0 1,0 1-1,1 2 1,-1-1-1,0 2 0,0 0 1,0 1-1,1 1 0,-29 11 1,42-14 16,1 1 0,-1 0 0,1 0 0,0 0 0,-1 1 0,1-1 0,0 1 0,-3 3 0,4-4 40,45 0 54,-31-1-101,1 0 1,0-1-1,-1-1 1,14-2-1,117-32 16,-68 15-4,-64 18-6,0 0 0,0 0 0,17 1 0,-26 1 4,0 0 7,-11 12 14,5-6-27,0-1-1,-1 0 1,0 0-1,0-1 1,-1 1-1,1-1 1,-1 0-1,0-1 1,0 1-1,0-1 1,0 0-1,-1-1 1,1 0-1,-11 3 1,-35 2 20,0-3 1,-63-1 0,113-3-21,-20-3-63,20-4-115,12-6-135,15-9 95</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9:59.895"/>
    </inkml:context>
    <inkml:brush xml:id="br0">
      <inkml:brushProperty name="width" value="0.035" units="cm"/>
      <inkml:brushProperty name="height" value="0.035" units="cm"/>
      <inkml:brushProperty name="color" value="#E71224"/>
    </inkml:brush>
  </inkml:definitions>
  <inkml:trace contextRef="#ctx0" brushRef="#br0">2012 235 8426,'-299'-114'977,"234"95"-720,-1 3-1,-116-13 1,142 27-253,0 1 1,0 3 0,0 1-1,0 2 1,1 1 0,-1 3-1,2 1 1,-1 1 0,-63 30-1,41-11 17,0 3 0,2 3 0,2 2 0,-96 83 0,105-78 25,3 2 1,1 3 0,3 0 0,2 3 0,2 2 0,2 1-1,-38 79 1,39-54-27,4 1 0,3 1 0,3 1-1,-15 105 1,22-72-12,6 0 0,5 182 0,9-218 39,4 1-1,3-1 1,35 136 0,-34-180 15,1 1 0,1-2 1,2 1-1,1-2 1,2 0-1,1-1 1,1-1-1,2-1 1,1-1-1,34 32 1,-31-38 110,1-2 1,2 0 0,0-2 0,0-2 0,2 0 0,0-2-1,1-2 1,1 0 0,0-2 0,0-2 0,1-1 0,60 6 0,-31-9 245,0-3 0,1-3 1,-1-2-1,0-4 1,0-2-1,68-19 0,-52 7-203,-2-3 0,-1-3 0,0-4 0,-3-3 1,-1-3-1,-1-3 0,-3-3 0,-1-3 0,-3-4 0,81-78 0,-74 56-186,-3-4 1,-3-3-1,-5-2 1,-2-3 0,57-113-1,-86 138-11,-2-1 1,-4 0-1,-2-2 0,-2-1 1,-4 0-1,-2-1 0,-3-1 0,-3 0 1,-1-80-1,-9 87-24,-4 0 1,-1 1-1,-4 0 0,-1 0 1,-3 2-1,-3 0 1,-2 0-1,-35-63 1,29 67-62,-2 2 1,-3 0 0,-46-53-1,55 75-3,-2 1 0,-1 1 0,-1 2 0,0 0 0,-2 2 0,-48-27 0,37 28-33,-1 3-1,0 1 0,-1 2 0,-1 2 0,-86-12 1,30 13-154,-155 4 0,121 11-69,-216 35 0,253-20-93,0 4 0,-180 68 0,230-72-117,1 2 0,0 2 0,2 2 1,1 1-1,-74 62 0,-6 35-246</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10:02.017"/>
    </inkml:context>
    <inkml:brush xml:id="br0">
      <inkml:brushProperty name="width" value="0.035" units="cm"/>
      <inkml:brushProperty name="height" value="0.035" units="cm"/>
      <inkml:brushProperty name="color" value="#E71224"/>
    </inkml:brush>
  </inkml:definitions>
  <inkml:trace contextRef="#ctx0" brushRef="#br0">0 1136 5769,'47'-10'1945,"56"-20"-1,131-44 422,140-52 680,-49-10-1678,42-17-754,-132 63-405,126-49 115,-340 130-305,875-338 469,-879 341-623,0 2 0,-1 0 1,1 1-1,0 1 0,1 0 1,-1 1-1,29 3 0,2-2-4764,-46 0 4002</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10:04.084"/>
    </inkml:context>
    <inkml:brush xml:id="br0">
      <inkml:brushProperty name="width" value="0.035" units="cm"/>
      <inkml:brushProperty name="height" value="0.035" units="cm"/>
      <inkml:brushProperty name="color" value="#E71224"/>
    </inkml:brush>
  </inkml:definitions>
  <inkml:trace contextRef="#ctx0" brushRef="#br0">124 1748 3177,'105'-126'3775,"249"-238"-411,-257 272-2972,-5-4 0,107-142 0,-23 14-169,-124 164-126,94-84 0,-50 64-31,76-69-7,-145 123-45,-2-1-1,0-1 0,-2-2 1,19-32-1,-41 60 46,-11 9-35,-52 47 5,-26 23-15,-37 11-19,-31 24-6,117-81 3,-67 71 0,33-13 0,-109 176 0,101-141 10,-29 43 7,-322 450 33,338-502-22,-61 81 13,148-187-37,1 0 1,0 0-1,1 1 0,0 0 0,0 0 0,-3 13 1,9-21-133,9-8-142,38-35-605,40-51 347</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9:14.881"/>
    </inkml:context>
    <inkml:brush xml:id="br0">
      <inkml:brushProperty name="width" value="0.035" units="cm"/>
      <inkml:brushProperty name="height" value="0.035" units="cm"/>
      <inkml:brushProperty name="color" value="#E71224"/>
    </inkml:brush>
  </inkml:definitions>
  <inkml:trace contextRef="#ctx0" brushRef="#br0">802 1 11570,'-31'12'41,"0"1"0,1 2-1,1 1 1,0 1 0,1 2-1,1 1 1,1 1-1,1 1 1,1 1 0,0 1-1,2 1 1,-20 30 0,-6 14-14,2 1 0,4 3 1,3 1-1,3 2 0,4 1 1,3 2-1,-23 100 0,45-148 16,2 1-1,1-1 1,1 1 0,2 39-1,2-57 5,0 0-1,1 0 1,1-1 0,0 1-1,0 0 1,2-1-1,0 0 1,0 0 0,1 0-1,1-1 1,14 22-1,-12-23 19,0-1 0,1-1-1,0 0 1,0 0 0,1-1-1,0 0 1,1 0-1,-1-2 1,1 1 0,20 6-1,-12-6 66,0-1-1,0-1 0,1 0 1,0-2-1,0-1 0,23 1 1,-10-5 145,0-1 0,0-1 0,0-2 0,0-1 0,-1-2 0,0-1 0,-1-2 0,43-21 0,2-8 218,0-3 1,74-59-1,-70 45-387,97-92 0,-154 128-98,-1-2-1,-2-1 1,0-1-1,-2 0 1,0-2 0,-2 0-1,-1-1 1,12-31-1,-21 40-3,-1 1 0,-1-1-1,0-1 1,-2 1 0,0-1-1,-1 0 1,-1 1 0,-1-1 0,-1 0-1,-1 0 1,-1 1 0,-1-1-1,0 1 1,-2 0 0,0 0-1,-1 1 1,-1 0 0,-1 0-1,-1 0 1,0 2 0,-2-1-1,0 1 1,0 1 0,-30-30-1,18 24 6,-1 2 0,-1 0 0,-1 2 0,-1 0 0,0 2 0,-1 2 0,0 0 0,-1 2 0,-1 1 0,0 1 0,0 2 0,-51-6 0,32 8-39,1 2 1,-1 3-1,1 2 1,-1 2-1,1 2 0,0 3 1,-76 20-1,83-15-178,2 1-1,-1 2 1,2 2-1,0 1 0,-53 37 1,71-41-203,-1 2 1,2 0-1,0 1 1,1 1 0,1 1-1,1 0 1,0 2-1,2 0 1,1 0-1,-12 26 1,15-21 31,1 0 0,-9 46 1</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9:15.528"/>
    </inkml:context>
    <inkml:brush xml:id="br0">
      <inkml:brushProperty name="width" value="0.035" units="cm"/>
      <inkml:brushProperty name="height" value="0.035" units="cm"/>
      <inkml:brushProperty name="color" value="#E71224"/>
    </inkml:brush>
  </inkml:definitions>
  <inkml:trace contextRef="#ctx0" brushRef="#br0">61 405 12011,'7'-15'177,"-1"0"1,2 1 0,0 0 0,1 0-1,0 0 1,1 1 0,0 1-1,1 0 1,21-19 0,1 6-90,1 0-1,57-30 1,-44 30-36,1 1 0,100-32 0,-113 46-24,0 1 0,1 1 0,1 3 0,-1 1 0,40 0 0,-68 4-34,-1 0 0,1 1 0,0-1 0,0 2 0,0-1-1,0 1 1,-1 0 0,1 1 0,-1 0 0,0 0 0,1 0 0,-2 1 0,9 6 0,-12-7-12,1 0 0,-1 0 0,0 1 0,0 0 0,-1-1-1,1 1 1,-1 0 0,0 1 0,0-1 0,0 0 0,-1 0 0,1 1 0,-1-1 0,0 1 0,0-1 0,0 1 0,-1 0 0,0-1 0,0 1 0,0 0 0,0-1 0,-3 10 0,0 0 14,-1 0 1,0 0 0,-1-1-1,-1 1 1,0-1-1,-1 0 1,0-1-1,-1 1 1,0-2-1,-1 1 1,-1-1-1,0 0 1,-11 9-1,-19 15 570,-1-3-1,-53 33 0,-391 220 6486,485-285-7047,-1 0 0,1 0 1,0 0-1,-1 0 0,1 0 0,0 0 1,-1 0-1,1 0 0,0 0 0,-1 0 1,1 0-1,0 1 0,0-1 0,-1 0 1,1 0-1,0 0 0,-1 1 0,1-1 1,0 0-1,0 0 0,0 1 0,-1-1 1,1 0-1,0 0 0,0 1 0,0-1 1,0 0-1,0 1 0,-1-1 0,1 0 1,0 1-1,0-1 0,0 0 0,0 1 1,0-1-1,0 0 0,0 1 0,0-1 1,0 1-1,10 3-19,4-5 0,1 0 0,-1 0 0,26-7 0,-2 1-7,-23 5 13,142-17-166,-137 18 96,0 1 0,0 1 0,-1 1-1,1 0 1,38 11 0,-52-11 50,0 1-1,1-1 0,-2 1 1,1 0-1,0 0 1,-1 0-1,1 1 0,-1 0 1,0 0-1,0 1 0,-1-1 1,1 1-1,5 9 0,-7-10 23,-1 0-1,0 0 0,0 1 0,0-1 1,0 0-1,-1 1 0,0 0 0,0-1 0,0 1 1,0 0-1,-1 0 0,0-1 0,0 1 0,0 0 1,-1 0-1,1 0 0,-1-1 0,0 1 0,-3 6 1,0 0 19,-1-1 1,0 0-1,-1-1 1,0 1-1,0-1 1,-1 0-1,-1-1 1,1 1-1,-1-1 1,0-1 0,-11 8-1,-5 2 102,-1 0 0,-53 24 0,52-29-43,0-2-1,-1-1 1,0-1 0,-1-1 0,0-1 0,-30 1 0,34-5-110,0-1 1,0-1-1,0-2 1,0 0-1,0-1 1,0-2-1,-28-8 1,45 10-122,-1 1 0,1-2 0,-1 1 1,1-1-1,0 0 0,0 0 0,-11-11 0,16 13-36,-1 0 0,1 0 0,1 0 0,-1-1 0,0 1 0,0-1-1,1 1 1,0-1 0,-1 0 0,1 1 0,0-1 0,0 0 0,1 0 0,-1 0-1,0 1 1,1-1 0,0 0 0,0 0 0,0 0 0,0 0 0,0 0 0,1-5-1,14-33-2347</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10:08.683"/>
    </inkml:context>
    <inkml:brush xml:id="br0">
      <inkml:brushProperty name="width" value="0.035" units="cm"/>
      <inkml:brushProperty name="height" value="0.035" units="cm"/>
      <inkml:brushProperty name="color" value="#E71224"/>
    </inkml:brush>
  </inkml:definitions>
  <inkml:trace contextRef="#ctx0" brushRef="#br0">2074 593 2489,'1'-12'528,"1"-1"1,0 1 0,1 0-1,1 0 1,0 0 0,0 0 0,1 1-1,1 0 1,11-19 0,-8 15-465,-1 0 1,-1 0 0,0-1-1,5-19 1,-11 32-52,-1 0 1,0 0-1,0 0 1,0 0-1,0 0 1,0 0-1,-1 0 0,1 0 1,-1 0-1,0 0 1,0 0-1,0 0 1,0 1-1,0-1 0,-1 0 1,1 1-1,-1-1 1,0 1-1,0-1 1,0 1-1,0 0 0,0 0 1,0 0-1,0 0 1,-1 0-1,1 0 0,-1 1 1,-4-3-1,-7-4 85,0 2 0,-1-1-1,0 2 1,-16-4 0,-39-9 134,-1 4 1,-1 4 0,0 2-1,0 3 1,-83 6 0,86 3-200,0 3 0,1 3 0,0 3 0,1 2 0,1 4 0,-68 29 0,80-25-13,1 3 0,1 1 0,2 3 0,1 3 0,1 1 0,2 2 0,-62 64 0,59-46-15,3 2 1,1 1 0,4 3 0,2 2-1,-46 98 1,46-72-2,4 3-1,5 0 1,-32 158 0,42-137 27,4 0 0,0 219 0,19-249 33,4-1 0,3 0-1,4-1 1,44 146 0,-29-145 11,3-2 0,3-1 0,4-1 0,81 120 0,-84-148-40,2-1 1,2-2 0,2-2 0,1-1 0,3-3 0,1-1 0,72 44 0,-91-67 42,-1 0 0,2-2 0,0-1 0,1-1 1,0-1-1,1-2 0,-1-1 0,2-2 0,-1-1 1,51 2-1,-36-9 166,-1-2 0,0-1 0,0-3 0,0-1 0,-1-3 0,-1-1 0,46-21 0,12-12 211,166-103 0,98-101-175,-302 200-255,-2-4-1,-3-2 1,76-94-1,-81 79-6,-2-2-1,-4-2 1,66-145-1,-85 154-5,-4 0 1,-2-2-1,-4 0 1,-2-2-1,7-90 0,-15 52 8,-5 0-1,-5 0 0,-4 0 1,-6 1-1,-47-204 0,48 272-58,-1 0 0,-2 0 0,-1 1 0,-2 1 0,-2 0 0,-1 1 0,-2 2 0,-38-48-1,23 43-74,-1 2-1,-2 2 1,-2 1-1,-1 2 0,-1 3 1,-1 1-1,-68-30 1,-40-8-232,-164-47 0,228 84 280,-512-149-52,564 170 62,0 1 0,0 2 0,0 1 1,-60 3-1,78 2-60,-1 2 0,1 0 1,0 1-1,0 1 1,0 1-1,0 0 0,1 1 1,0 1-1,1 1 1,-25 17-1,20-10-209,1 1 0,-36 38 0,-38 57-209,95-112 533</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9:13.199"/>
    </inkml:context>
    <inkml:brush xml:id="br0">
      <inkml:brushProperty name="width" value="0.035" units="cm"/>
      <inkml:brushProperty name="height" value="0.035" units="cm"/>
      <inkml:brushProperty name="color" value="#E71224"/>
    </inkml:brush>
  </inkml:definitions>
  <inkml:trace contextRef="#ctx0" brushRef="#br0">625 332 11234,'-23'9'170,"0"1"0,1 2 0,0 0-1,-22 17 1,30-18-148,-1 1 1,2 1-1,0 1 1,0 0-1,2 0 1,-14 22-1,-3 10-27,3 1-1,-35 89 1,-16 113-38,59-174 44,3 2 0,-4 79 1,16-110 29,1 1 1,2-1 0,3 0 0,15 77 0,-15-105 5,1 0-1,1-1 1,0 1 0,2-1-1,0 0 1,16 24 0,-18-32-18,0-1 1,1 0-1,0-1 1,0 1-1,1-1 1,0-1-1,1 0 1,-1 0 0,1 0-1,0-1 1,0 0-1,16 5 1,-8-5-8,1-1 1,1 0-1,-1-1 1,0-1-1,1-1 1,-1 0 0,1-1-1,-1-2 1,1 1-1,-1-2 1,0-1-1,0 0 1,0-1-1,22-10 1,-1-1-12,-1-3 1,-1-1-1,0-1 0,-2-2 0,39-33 1,-29 19-16,-3-2 0,-1-2 1,-2-2-1,-1-1 0,54-87 1,-70 95 4,-2 0 0,-2-2 1,-2 0-1,-1-1 0,-2 0 1,-1-2-1,-2 1 0,7-77 1,-14 68 83,-3-1 0,-1 0 1,-3 0-1,-2 0 0,-2 1 0,-3 0 1,-1 1-1,-3 0 0,-1 1 1,-33-63-1,38 88-22,-2 0 1,0 1-1,-2 0 1,0 1-1,-1 1 0,-1 1 1,-1 0-1,-1 1 1,0 1-1,-1 0 0,-1 2 1,0 0-1,-1 2 1,0 0-1,-1 2 1,0 0-1,-1 1 0,0 2 1,-33-7-1,25 10-9,-1 1-1,1 2 1,0 1-1,-1 1 1,1 2-1,0 2 1,0 0 0,0 2-1,-59 22 1,66-19-44,0 1 0,0 1 0,1 1 0,1 1 0,0 1 0,1 2 0,0 0 0,2 1 0,0 1 0,1 0 0,1 2 0,-18 26 0,19-18-229,2 0-1,0 0 1,2 2-1,2 0 1,1 0-1,1 1 1,1 0-1,-4 43 0,-7 113-596</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09:13.849"/>
    </inkml:context>
    <inkml:brush xml:id="br0">
      <inkml:brushProperty name="width" value="0.035" units="cm"/>
      <inkml:brushProperty name="height" value="0.035" units="cm"/>
      <inkml:brushProperty name="color" value="#E71224"/>
    </inkml:brush>
  </inkml:definitions>
  <inkml:trace contextRef="#ctx0" brushRef="#br0">393 273 10330,'-4'-1'161,"1"0"1,0 0-1,0 0 0,0 0 0,0 0 0,0-1 1,0 1-1,0-1 0,0 0 0,1 0 1,-1 0-1,1 0 0,-1 0 0,-2-4 0,4 4-91,0 0 0,0 0 0,0 0-1,0 0 1,1 0 0,-1-1 0,1 1-1,-1 0 1,1 0 0,0 0 0,0-1-1,0 1 1,0 0 0,0 0 0,0-1-1,1 1 1,-1 0 0,1 0 0,-1 0 0,1-1-1,2-2 1,1-4-35,0 1 1,1 0-1,0 1 0,1-1 1,0 1-1,0 0 0,0 0 1,1 1-1,8-7 0,6-3-18,0 2 0,24-13 0,-23 14 24,1 2-1,31-12 0,-49 21-34,0 0 0,1 1 0,-1-1-1,0 1 1,1 0 0,-1 1-1,1-1 1,-1 1 0,1 0 0,-1 0-1,0 1 1,1-1 0,-1 1-1,1 0 1,-1 1 0,0 0-1,7 2 1,-9-2-7,-1 0 0,0 0 1,0-1-1,0 2 0,0-1 0,0 0 0,-1 0 0,1 0 1,0 1-1,-1-1 0,0 1 0,0-1 0,1 1 0,-1 0 1,-1-1-1,1 1 0,0 0 0,-1 0 0,1-1 0,-1 1 0,0 0 1,0 5-1,-1 2-10,0 0 0,-1 0 0,0 0 1,0 0-1,-6 13 0,-4 6 20,-1-1-1,-2-1 1,0 0 0,-2 0-1,-1-2 1,-30 33 0,-141 131 1029,188-188-1031,-144 126 1812,-22 21 728,159-141-2415,0 0-1,1 0 1,0 1-1,1 0 1,-1 1 0,1-1-1,1 1 1,-9 18-1,14-26-124,-1 0 0,1 0-1,-1 1 1,1-1 0,-1 0 0,1 0-1,0 0 1,0 0 0,0 0 0,0 1-1,0-1 1,0 0 0,0 0-1,0 0 1,0 0 0,0 1 0,1-1-1,-1 0 1,0 0 0,1 0-1,-1 0 1,1 0 0,-1 0 0,1 0-1,0 0 1,-1 0 0,1 0 0,0 0-1,0 0 1,-1-1 0,1 1-1,0 0 1,0 0 0,0-1 0,0 1-1,0-1 1,0 1 0,0-1 0,0 1-1,2 0 1,3 0-6,1 0 0,-1-1 1,0 1-1,0-1 0,0 0 0,0-1 0,12-1 1,46-14-114,-1-2 0,102-44 0,-87 31-311,251-118-8562,-266 119 8002</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10:11.740"/>
    </inkml:context>
    <inkml:brush xml:id="br0">
      <inkml:brushProperty name="width" value="0.035" units="cm"/>
      <inkml:brushProperty name="height" value="0.035" units="cm"/>
      <inkml:brushProperty name="color" value="#E71224"/>
    </inkml:brush>
  </inkml:definitions>
  <inkml:trace contextRef="#ctx0" brushRef="#br0">777 208 1656,'-3'-5'133,"0"0"-1,-1 0 0,0 0 1,1 0-1,-2 1 1,1-1-1,0 1 0,-1 0 1,0 0-1,0 1 0,0 0 1,0-1-1,-1 2 0,1-1 1,-1 1-1,1-1 1,-1 1-1,0 1 0,0-1 1,0 1-1,0 1 0,0-1 1,0 1-1,-1 0 0,1 0 1,0 0-1,0 1 0,0 0 1,0 0-1,0 1 1,0 0-1,1 0 0,-1 0 1,0 0-1,-8 6 0,0 3-20,1 0 0,-1 1 0,2 1 0,0 0 0,0 0 0,1 1 0,-10 19 0,-57 113-61,71-133-36,-39 92-9,-37 122 0,71-189 21,2-1 0,2 1 1,1 0-1,-2 50 0,8-67 51,1 1 0,1 0 0,1 0 0,1 0 0,1-1-1,0 0 1,2 0 0,1 0 0,10 23 0,-8-24 6,2 0 0,0-1 1,2-1-1,0 0 0,1 0 1,0-1-1,2-1 0,0-1 1,0 0-1,2-1 0,0 0 1,0-2-1,1 0 0,1-1 1,0-1-1,0-1 0,1-1 1,0-1-1,0-1 0,24 5 1,10-3-54,-1-3 1,1-1 0,0-4 0,0-1-1,0-3 1,0-2 0,71-18-1,-86 13-8,1-2 1,-2-1-1,0-2 0,-1-2 0,-1-1 1,0-2-1,-2-2 0,0-1 1,-2-2-1,0-1 0,-2-1 0,-2-2 1,0-1-1,-2-1 0,42-65 0,-54 68-19,-1 1-1,-2-2 0,0 0 0,-2 0 1,-1-1-1,-2 0 0,-1-1 0,3-49 1,-8 49-3,-1 1 0,-2 0 1,-1 0-1,-1 0 0,-2 0 1,-1 1-1,-19-51 0,11 43 3,-2 1-1,-1 1 1,-2 1-1,-2 0 1,-37-46 0,44 64-6,0 0-1,-1 1 1,0 0 0,-1 1 0,-1 1 0,0 1 0,-1 1 0,-1 0 0,0 2 0,0 0 0,-1 1-1,0 1 1,-38-9 0,21 10-8,-1 2-1,0 2 1,0 1 0,-41 4-1,9 4-17,-93 20-1,96-11 2,0 4 1,1 2-1,1 3 0,1 4 1,1 2-1,2 2 0,1 4 1,-75 56-1,114-75 4,1 1-1,1 2 1,-35 39 0,46-45-59,-1-1 1,2 2-1,0-1 1,0 1-1,1 0 1,1 1-1,-7 28 0,8-25-183,2 1 0,0 0-1,-1 22 1,5-16 7,1-1 1,7 29 0</inkml:trace>
</inkml:ink>
</file>

<file path=ppt/ink/ink388.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5-01-08T17:43:09.144"/>
    </inkml:context>
    <inkml:brush xml:id="br0">
      <inkml:brushProperty name="width" value="0.05292" units="cm"/>
      <inkml:brushProperty name="height" value="0.05292" units="cm"/>
      <inkml:brushProperty name="color" value="#7030A0"/>
    </inkml:brush>
    <inkml:brush xml:id="br1">
      <inkml:brushProperty name="width" value="0.05292" units="cm"/>
      <inkml:brushProperty name="height" value="0.05292" units="cm"/>
      <inkml:brushProperty name="color" value="#FF0000"/>
    </inkml:brush>
  </inkml:definitions>
  <inkml:trace contextRef="#ctx0" brushRef="#br0">5069 2148 1191 0,'7'-3'73'16,"1"3"-19"-16,-2 8-13 15,-1 4-2-15,1 9-6 16,1 3 0-16,1 7-12 16,3 2-5-16,0 5-9 15,-1 2-5-15,-2 1 0 16,-3-2 0-16,-2-2 0 16,-3-5-2-16,0-8 0 15,-2-3 0-15,1-9-14 16,1-5-15-16,4-5-71 15,0-4-236-15,2-5 170 16</inkml:trace>
  <inkml:trace contextRef="#ctx0" brushRef="#br1" timeOffset="163875.5">15916 12689 1245 0,'18'-4'-49'16,"7"3"67"-16,16 2 117 15,10 4 28-15,20 1 165 16,10 1 1-16,25 3-131 16,4-1-87-16,22-1-51 15,13 0-22-15,8 0-7 16,11-1 0-16,2 0-10 15,-4 0-4-15,4-2-6 16,-3-1-3-16,0-1-7 16,-1-2 0-16,-10-3-2 15,-3-2-6-15,-11 0-4 0,-7-2-7 16,-18 0-14-16,-10-2-15 16,-22 0-23-16,-11-3-18 15,-25 2-22-15,-11 1-49 16,-23 2 21-16,-12 1 31 15,-17 0 62-15,-9 0 15 16,-17 1 27-16,-6-1 9 0,-12 1-6 16,-5 2-3-16,-17-3-9 15,-7 2 0-15,-13-1 0 16,-7 0-3-16,-14 0 9 16,-5 0 0-16,-8 1 3 15,-3 0 3-15,-1 1-3 16,-3 1 3-16,1 0 3 15,-2 0 0-15,3-1-3 16,2 0 0-16,-3-2 3 16,7 2-3-16,3-1 0 15,2 1 0-15,14 2 3 16,2-1 0-16,19 2 6 16,13 0 3-16,19 1 12 15,12-1 18-15,25 0 9 16,9-1-1-16,23 0 19 0,11 3-9 15,20 1-24-15,16 2 6 16,28 3 11-16,12 1 19 16,30-3-6-16,10 0-4 15,14-2-23-15,11-1-10 16,5-2-4-16,5-1-6 16,1-2 2-16,-2-2-6 15,-1-2-10-15,-6-1 6 16,-7-1-11-16,-6-1 0 0,-15 1 1 15,-7 1-2-15,-19 2-4 16,-11 0 5-16,-18 2-2 16,-10 0 2-16,-21 0-2 15,-8 1-7-15,-19 0-8 16,-16 1-44-16,-1-3-21 16,-15 1-10-16,-20-3-133 15,-8-3-14-15,-15-5 128 16</inkml:trace>
  <inkml:trace contextRef="#ctx0" brushRef="#br1" timeOffset="170606.18">11908 12065 1394 0,'0'0'8'0,"0"0"-4"15,3 11 1-15,-3 19 7 16,0 11 5-16,-3 22 9 15,-1 8-5-15,-1 8-6 16,-1 1-5-16,3-8-6 16,0-9-2-16,1-24-2 15,2-11-6-15,2-25-89 16,6-9 70-16</inkml:trace>
  <inkml:trace contextRef="#ctx0" brushRef="#br1" timeOffset="172048.87">12089 12345 1154 0,'1'0'25'16,"-1"0"12"-16,2 0 27 15,33 0 2-15,-24-1-10 16,3 0-14-16,0-3-24 0,-3 0-14 15,2-1-14-15,0 0-6 16,-1-1-46-16,-1 0-69 16,-1 0 78-16</inkml:trace>
  <inkml:trace contextRef="#ctx0" brushRef="#br1" timeOffset="173689.37">12461 11992 1406 0,'6'-4'-6'15,"0"4"4"-15,0 9 6 16,0 7 7-16,-2 16 9 15,-2 7 3-15,-2 12-6 16,0 3-3-16,-3 1-8 16,1-1 0-16,0-11-4 15,0-5 3-15,0-13 5 16,2-5-4-16,0-11 2 16,3-5-5-16,-1-9-26 0,1-5-10 15,0-9-19-15,-3-2-10 16,3-2 6-16,0 3 5 15,-2 1 20-15,5 4 14 16,-7 4 17-16,-1 2 12 16,0 4 15-16,2 5 6 15,0 0 7-15,-17-3-5 16,8 9-8-16,-1 2-9 0,-1 6-5 16,-2 3-3-16,-1 5 6 15,1 1 3-15,3 0 6 16,2 1 0-16,3-4-1 15,1-3 0-15,4-4-3 16,1-3-6-16,3-3-12 16,2-2-3-16,4-2 0 15,1-3 6-15,8-3 12 16,5-3 0-16,1-4 6 16,-1-2-7-16,2-3-17 15,-5 1 3-15,1-1 0 16,-1 2 0-16,-6 2 3 15,-3 1 0-15,-5 4 0 16,-1 2 12-16,-3 0 12 16,0 1 12-16,-1-1 3 0,0 0-9 15,1-2-15-15,-1-1-6 16,0 0-15-16,-1 0 6 16,-1 0-6-16,0 0 0 15,-3 0 9-15,2 2-6 16,-1-1 2-16,1 3-2 15,-1-2-3-15,2 0 3 16,0 1-3-16,1-1 0 16,0 0 0-16,0 0 0 0,-1 5-3 15,0 0 3-15,0-1 3 16,0 0 0-16,0 1 3 16,-1-1 0-16,0 0 0 15,0 0-3-15,0 0 9 16,0 0 3-16,0 0-3 15,-1 1 3-15,-27-2-9 16,22 12-3-16,1 5 6 16,3 3-6-16,-1 5 6 15,4-1-6-15,0-1 0 16,-1-4 3-16,5-3-6 16,0-4 3-16,4-5-6 15,4-3 3-15,3-7-6 16,3-5-3-16,4-8-30 15,0-2-30-15,2 0-71 0,0 0-27 16,-5 3 31-16,0 2 41 16,-6 4 13-16,-4 3 18 15,-1 4 33-15,-4 2 20 16,-2 1 17-16,-2 1 1 16,0 0-1-16,0 0 0 15,0 0 4-15,0 0 7 16,0 0 8-16,0 0 4 0,-1 0 2 15,0 0-2-15,1 0-5 16,-1 0-1-16,0 0-2 16,0-1-1-16,0 0 3 15,0 0-2-15,0 0-3 16,1 1-3-16,-1-1 4 16,0 1 2-16,0-1-15 15,0 0 3-15,0 0-3 16,0 0 6-16,0 0 12 15,1 1 14-15,0-1 25 16,-1 0 3-16,0 0-3 16,0 0-12-16,0 0-22 15,-1 0-11-15,-24-9-6 16,26 10-6-16,-1 0-6 16,0 1 0-16,-17 14-3 0,13-4 3 15,2 3 0-15,0 3 6 16,1 1 3-16,1-2-9 15,3-4 6-15,2-3-3 16,5-4 3-16,0-1-3 16,8-6 12-16,2-4 0 15,2-6 0-15,3-3 0 16,-3 1-12-16,-4-1-3 0,-4 5 0 16,-3 3-6-16,-4 4-6 15,1 4 3-15,-4 12 0 16,1 8 6-16,-2 17 3 15,-2 9 0-15,0 14-6 16,-3 3 3-16,-1 6-6 16,-3 1 9-16,-9 1 0 15,-1-3 6-15,-12-11-3 16,1-8-3-16,-2-23 12 16,-1-9 0-16,6-19-39 15,2-10-69-15,7-19-95 16,6-11-17-16,8-13 94 15,4-6 17-15,10 0 28 16,2 0 10-16,7-2 26 16,5-1-7-16,7-3 24 15</inkml:trace>
  <inkml:trace contextRef="#ctx0" brushRef="#br1" timeOffset="174830.29">13017 12317 2521 0,'6'1'-124'0,"1"-1"-21"0,-2-4-4 16,-2-1 47-16,-3-1 135 15,-1-3 15-15,0-1 0 16,0-2-18-16,2-3-27 15,3 3-9-15,2-1-15 16,0 2 9-16,3 1-3 16,2-1 9-16,3 2 3 15,2-3-3-15,1 2 6 16,1-1 0-16,-2 0 0 16,1 1 0-16,-4 3-9 15,-3 2-6-15,-3 6-12 16,-3 5-3-16,-1 10 6 15,-1 6 0-15,-2 7 21 0,-2 1-3 16,-1-3 12-16,1-1-3 16,1-10 18-16,3-2 3 15,-1-8 0-15,2-4 0 16,4-7-21-16,2-3-3 16,5-10-24-16,0-2-15 15,0-5-18-15,-2 0-2 16,0 5 14-16,-2 0 15 15,-1 7 24-15,-1 2 6 0,-3 6 21 16,1 2 3-16,-2 5 9 16,0 3 6-16,1 6-7 15,-2 2-8-15,2 2 0 16,1 2-6-16,0-4 3 16,1-3 0-16,0-6 3 15,-2-1 9-15,3-4 18 16,-2-2 8-16,2-6-5 15,1-3-12-15,0-5-32 16,-1-3-6-16,0-2-10 16,-1 3-6-16,-4 3-29 15,-2 1-10-15,-3 5-11 16,-3 3 2-16,-3 5 24 16,-2 5 12-16,-2 7 24 0,-1 4 9 15,0 8 6-15,-2 4 3 16,3 8 0-16,1 2-3 15,4 1 6-15,3-4 9 16,4-9 2-16,2-5-5 16,6-11 3-16,3-3-15 15,2-5-6-15,5-8-3 16,3-8-3-16,4-4 0 0,4-5-6 16,1-1-6-16,0 2 3 15,2 2 3-15,-10 5-3 16,-5 3 6-16,-8 7 0 15,-9 7 0-15,0 0 27 16,0 0 0-16,0 0 8 16,0 1 1-16,0 0-8 15,0 1-7-15,4 26-11 16,4-23-1-16,2-3 3 16,2 0 7-16,3-3 8 15,1-3 5-15,4-4-4 16,0-2-8-16,1-5-6 15,1-2-7-15,0-4-5 16,1-2 0-16,-3-3-6 16,0 2-3-16,-9 1-7 0,-4 2-6 15,-9 7-8 1,-7 2-5-16,-7 8 7 0,-7 6 3 16,-4 12 15-16,-4 6 8 15,0 17 13-15,2 6 12 16,8 6 4-16,8 0 20 15,18-10 8-15,13-7-22 16,22-18-8-16,11-9-14 16,22-18-32-16,5-11-42 0,7-16-191 15,-2-7-653-15,-9-4 729 16</inkml:trace>
  <inkml:trace contextRef="#ctx0" brushRef="#br1" timeOffset="175639.55">12169 13136 1537 0,'10'20'4'0,"-1"10"0"15,-3 5 10-15,-3 10 10 0,-2 3 0 16,-5 1-6-16,-4 0 0 15,-2-10-9-15,-2-7-6 16,3-13 15-16,1-9 2 16,7-14 7-16,1-10 3 15,6-21-18-15,7-9-6 16,3-16-18-16,4-1-9 16,2-4 0-16,-1 4 6 0,2 6 9 15,-2 6 9-15,-1 10 24 16,-2 6 15-16,-5 11 15 15,-1 5 6-15,-6 11-4 16,-3 6-5-16,-3 14 0 16,-2 8-12-16,-5 13-3 15,-4 6-15-15,-6 5-15 16,-3-1 0-16,-1-6-3 16,-1-5-6-16,5-12-6 15,4-8-12-15,7-13-126 16,3-5-41-16,8-15-164 15,5-5 260-15</inkml:trace>
  <inkml:trace contextRef="#ctx0" brushRef="#br1" timeOffset="175998.63">12509 13124 2425 0,'3'21'0'16,"1"-1"-2"-16,2-4 2 16,0-8-5-16,3-2 1 0,1-10 4 15,0-5 0-15,5-8 8 16,0-5-3-16,1-7-5 16,0 1-4-16,-5-1-12 15,-4 2 2-15,-5 5-1 16,-2 4 6-16,-8 4 11 15,-1 3 3-15,-5 7 12 16,-1 3-1-16,-3 7-3 16,0 5-2-16,3 4-6 15,3 0-5-15,6-2-27 16,1-4-48-16,9-9-173 16,1-5-51-16,11-11 5 15,8-7 145-15,2-10-132 16,1-5 146-16</inkml:trace>
  <inkml:trace contextRef="#ctx0" brushRef="#br1" timeOffset="177855.4">12771 12681 1738 0,'6'9'254'0,"-2"7"-27"16,0 19-103-16,-2 9-65 15,-1 13-38-15,-4 5-6 0,-2-2-10 16,-1-5-2-16,-1-13 0 15,2-8 1-15,3-17-4 16,2-16-2-16,7 5-8 16,4-18-13-16,12-12-69 15,3-6-77-15,6-6-56 16,1 2-5-16,-6 4 99 16,-1 3 78-16,-9 9 45 15,-5 3 10-15,-6 10 25 16,-2 5 71-16,-4 8 81 15,0 7 18-15,-1 8-3 16,-2 4-50-16,1 3-88 16,2 0-20-16,0-4-19 15,3-6-5-15,2-7-1 16,1-5 4-16,0-8-5 16,1-2 4-16,4-11-5 0,0-5 0 15,3-8-9-15,1-3-6 16,2-2-10-16,2 1-6 15,-3 3-7-15,1 4-1 16,-4 10 7-16,-3 6 10 16,-2 13 10-16,0 7 3 15,-3 19 4-15,-1 10 0 16,-5 19-1-16,-4 9-3 0,-6 15-2 16,-5 6 2-16,-6 7-1 15,-5-2 1-15,-8-6 3 16,-2-6 4-16,-1-22-1 15,3-16 23-15,3-29 9 16,6-17-24-16,8-37-57 16,5-19-65-16,17-28-135 15,11-12-2-15,15-7 24 16,7-1 90-16,5 7 81 16,2 6 7-16,2 14 30 15,2 7 11-15,-1 12 23 16,-5 6 8-16,-2 14 12 15,-5 6-3-15,-4 19 12 16,-4 7 4-16,-8 16 5 16,-4 12 16-16,-8 23 21 15,-3 9 5-15,-8 11 4 16,-3-1-15-16,-5-11 11 0,0-7-22 16,2-15-29-16,0-9-10 15,3-12-22-15,1-5-13 16,1-12-41-16,3-6-8 15,1-12-8-15,1-6-14 16,3-7 51-16,4-2 15 16,5-6 12-16,5-1 3 15,4 0-3-15,2 1 3 0,2 10-3 16,0 6-3-16,-2 15 8 16,-3 7 0-16,-5 15 4 15,-3 9-1-15,-3 18 7 16,-4 6-4-16,-2 2-1 15,-3-1-4-15,0-12-5 16,1-5-4-16,1-11-7 16,-2-12-2-16,0-1-13 15,1 0-4-15,10-9-2 16,-6-5-3-16,2-10 2 16,-1-2 5-16,4-6 1 15,-2 1 9-15,5 0 5 16,-1 4 0-16,1 10 5 15,-1 4-5-15,-3 11 1 16,0 5 2-16,-5 14 12 16,0 9 6-16,-4 10 3 0,0 0 1 15,0-5-5-15,2-7 0 16,2-10-7-16,1-6-1 16,4-8-6-16,0-4 0 15,5-12-1-15,1-2 0 16,-2-8-10-16,-1-1-8 0,-3 2-10 15,-4 1-3-15,-3 7-3 16,-2 1 3-16,-4 7 13 16,-2 2 8-16,-3 3 14 15,0 2 1-15,1 0 10 16,0 0-1-16,8 2 3 16,0-1 4-16,-5-14-8 15,9 3-7-15,5-4-7 16,3 0-4-16,3-1-1 15,4 3 1-15,0 5-3 16,1 4 1-16,-1 8-9 16,-1 8-8-16,-2 16-6 15,1 7 0-15,-6 11 5 16,-2 1 10-16,-4-1 5 16,0-6 1-16,-3-11 4 15,0-5-4-15,-1-15 4 16,-1-8-10-16,4-3-11 0,-2-9 1 15,3-12 0-15,3-3 11 16,-2-5 14-16,4 0 6 16,-1 0 0-16,-4 3 1 15,6 6 0-15,-3 4 0 16,3 6 3-16,2 4-4 0,-5 10-4 16,1 7-2-16,-3 13-5 15,-2 4 4-15,0 7 0 16,-4 0-1-16,2-7 8 15,2-6-5-15,-1-10-1 16,2-5 0-16,3-8-5 16,0-5-1-16,3-10-28 15,2-5-13-15,-1-2-9 16,1 0 6-16,-1 1 21 16,0 5 9-16,-3 3 15 15,2 4 9-15,0 8 10 16,1 4 3-16,-2 10 7 15,1 5 4-15,-3 11-5 16,-2 4-10-16,-4 1-8 16,-2-2-3-16,-3-8 1 15,-3-5 6-15,4-8 2 0,2-7-3 16,0 0-26-16,0-16-43 16,2-13-110-16,0-7-118 15,-2-5-47-15,-1 2 140 16,-2 3 117-16,-2 3 24 15,-1 5 50-15,0 2 32 16,1 6 44-16,3 4 23 16,0 3 209-16,1 5-3 15,2 1-79-15,0 2-86 0,5 0-82 16,1-1-36-16,10-2-122 16,5-4-90-16,9-4 63 15</inkml:trace>
  <inkml:trace contextRef="#ctx0" brushRef="#br1" timeOffset="178219.26">14384 12658 2778 0,'-4'15'-120'15,"-1"-1"-40"-15,1-1 108 16,4-3 53-16,-1-5 33 16,1-5-2-16,0 0 0 0,13-9-14 15,2-8-12-15,3-5-6 16,4-6-40-16,1 0-18 16,-1-1-28-16,0 2 4 15,-6 7 4-15,-2 5 28 16,-8 11 88-16,-1 6 40 15,-2 11 18-15,0 9-2 0,1 13-19 16,1 3-28 0,-1-1-34-16,3-4-10 0,0-11-50 15,2-5-58-15,2-10-134 16,1-6-152-16,-3-11 185 16</inkml:trace>
  <inkml:trace contextRef="#ctx0" brushRef="#br1" timeOffset="178588.77">12818 13374 3057 0,'148'-27'-5'0,"23"-6"3"15,-3-2 2-15,-4 2 1 16,-9 2-3-16,-15 4-17 16,-14 1-12-16,-22 4-32 15,-10 5-23-15,-22 1-83 16,-7 2-141-16,-27 0 96 16</inkml:trace>
  <inkml:trace contextRef="#ctx0" brushRef="#br1" timeOffset="182436.07">22024 11928 1408 0,'-9'8'1'16,"-5"12"-1"-16,-6 6 4 0,-1 13 4 16,-2 5 4-1,-2 6 15-15,4-4 8 16,3-4 11-16,4-6 56 0,13-12-16 16,6-5-17-16,15-11-27 15,9-7-12-15,15-12-18 16,3-9 0-16,4-12-45 15,-4-4-18-15,-8-3-15 16,-3-1 0-16,-10 3 34 16,-5 0 14-16,-9 5 27 15,-5 4 29-15,-7 5 34 16,-2 6 9-16,-9 6 9 16,-3 2-16-16,-10 7-32 15,-7 3-12-15,-4 9-15 16,-4 4-15-16,2 5 0 15,4 2-3-15,4 2-15 0,8-2-33 16,13-2-38-16,7 0-28 16,14-3-74-16,8-2 58 15,9-4 89-15</inkml:trace>
  <inkml:trace contextRef="#ctx0" brushRef="#br1" timeOffset="182806.01">22468 11786 974 0,'0'0'195'0,"0"0"-34"16,0 0-29-16,3 11-66 15,-1 10 13-15,0 17-31 16,-1 8-19-16,-3 10-20 16,-3 3-12-16,-3-4-14 15,-1-4-7-15,2-11-33 16,0-8 0-16,1-14-12 0,0-6-30 15,-1-12-278-15,-1-7 203 16</inkml:trace>
  <inkml:trace contextRef="#ctx0" brushRef="#br1" timeOffset="183081.87">22341 12017 2516 0,'33'-1'-4'15,"5"-2"-27"-15,8-5-46 16,1-1-9-16,0-2-72 16,-3 0-1-16,-5-3 64 15,-3-1 20-15,-7 0 48 16,-5-3 21-16,-7 1 6 16,-3-1 0-16,-8 0 3 15,-4 1 3-15,-5 2-21 16,-3 2 0-16,-6 7-3 15,-2 0 3-15,-3 9 15 16,-2 1 0-16,-3 8 0 16,1 2 0-16,-1 5 3 15,2 3-24-15,1 7-65 0,2-1-26 16,-4 1 79-16</inkml:trace>
  <inkml:trace contextRef="#ctx0" brushRef="#br1" timeOffset="183621.28">21668 11954 2371 0,'46'-23'-25'15,"7"4"1"-15,0 8 8 16,-5 4 13-16,-11 10 3 0,-8 6-15 16,-12 10-18-16,-4 5-15 15,-12 8-14-15,-4 0-1 16,-13 4-30-16,-11 0 16 16,-9 1 17-16,-5 1 18 15,-9-6 87-15,3-1 41 16,1-9 76-16,5-3 26 15,16-8-38-15,5-4-13 0,20-7-40 16,-1 0-36-16,1 0-32 16,3-8-13-16,18-1-23 15,10 0-4-15,11 1-16 16,5 2-20-16,6 1-85 16,3-2-77-16,4-1-204 15,-1-2 183-15</inkml:trace>
  <inkml:trace contextRef="#ctx0" brushRef="#br1" timeOffset="184570.83">22714 11899 1634 0,'0'34'-54'16,"0"3"15"-16,-7 5 31 16,2-1 16-16,-1-3 49 15,-2-4 20-15,8-10 7 16,3-7-21-16,3-10-39 0,3-5-33 15,1-6-66-15,-3-4-9 16,3-6-11 0,0 0 45-16,-1-3 47 0,2 2 14 15,-3 1 43-15,0 1 18 16,1 5-7-16,0 1-5 16,4 6-15-16,-1 4 3 15,4 8 17-15,0 5 4 16,-1 8-21-16,0 0-9 0,0-4-36 15,3-4-6-15,1-9-84 16,-2-6-47-16,5-10-129 16,-2-4 39-16,5-8 148 15</inkml:trace>
  <inkml:trace contextRef="#ctx0" brushRef="#br1" timeOffset="185839.33">23383 11793 1876 0,'6'49'0'0,"-8"11"-6"16,-1 3 3-16,-5 0 3 15,3-5 6-15,-2-13 18 16,0-8-3-16,5-17-1 16,0-8-8-16,3-8-9 15,6-7-26-15,-1-9-73 16,0-4-36-16,-4-8-31 15,-3-2 105-15,-6-1 29 16,-6 3 21-16,-8 3 26 16,-4 2 5-16,-7 4 10 15,3 3 8-15,0 6 40 16,3 3-4-16,5 7-20 0,4 5 15 16,6 6-27-16,3 2-9 15,7 3-16-15,2 1-26 16,6 0-23-16,5-2-22 15,8-5-9-15,3-2 6 16,7-7 9-16,6-4 13 16,5-4 2-16,0-3-21 15,2-6-16-15,-4-2 9 0,-6-3-45 16,-3-1-9 0,-10 6 23-16,-5 3 27 0,-9 5 93 15,-6 4 48-15,0 0 41 16,0 0 4-16,0 0-17 15,1-1 81-15,0 1-89 16,0-1-39-16,16-23-51 16,-11 17-18-16,0 1-27 15,-2-1-3-15,2-1-9 16,1 0-3-16,2-1-3 16,1-2 1-16,2 0-13 15,0 0 33-15,-1-1 4 16,-3 0 0-16,-3 3 1 15,-3 0 5-15,-8 1 10 16,-4 1 7-16,-11 5 4 0,-3 2 4 16,-3 9 9-1,-3 6 9-15,1 8 5 0,1 6 2 16,3 3 0-16,3 2-7 16,9-3 11-16,5-4 38 15,8-2 5-15,7-6-2 16,4-7-24-16,4-4-15 15,11-8-30-15,4-7-18 0,9-9-54 16,4-4-12-16,1-3-35 16,0-2 45-16,-5 0 19 15,-3 1 4-15,-13 5 20 16,-5 3 17-16,-8 6 36 16,-2 4 14-16,-8 6 17 15,0 0 2-15,-1 8 40 16,-4 6-18-16,0 12-47 15,2 7-15-15,-5 13-6 16,-7 2-15-16,-1 6 3 16,-7-2 0-16,3-7-6 15,3-5 3-15,2-13 3 16,3-7 3-16,2-12 3 16,1-4 0-16,3-9-24 15,0-6-30-15,3-6-32 0,-1-4-7 16,2 1 53-1,-1 0 16-15,1 6 20 0,2 2 12 16,0 2 1-16,0 2 15 16,3 0-6-16,0-2-21 15,1 1-54-15,0-2 3 16,2 3-101-16,0 1-169 16,-1 3 154-16</inkml:trace>
  <inkml:trace contextRef="#ctx0" brushRef="#br1" timeOffset="186399.03">23698 11970 1678 0,'-2'-9'-168'0,"-9"5"114"0,-2 6 27 16,-3 9 60-16,-5 5 19 15,3 5 56-15,2-3 38 16,7-4-68-16,6-5-30 15,6-5-66-15,5-1-15 16,8-3-33-16,3-2-3 16,5-3 16-16,-4-1-1 0,2-2 12 15,-2 0 16-15,-3-2 9 16,0 0 3-16,-4 0 9 16,-3 2 9-16,-1 4 11 15,-3 1 2-15,-4 5 12 16,2 4 19-16,-7 12-18 15,-4 7-15-15,-8 19-15 16,-4 7-15-16,-6 11 0 16,-3 5 6-16,-3 8 9 15,0 2-3-15,-4-2 6 16,2-5 9-16,-3-14 15 16,-1-7 14-16,6-17-2 15,2-8-6-15,11-24-36 16,7-16-39-16,11-25-77 15,9-15 0-15,11-14 78 16</inkml:trace>
  <inkml:trace contextRef="#ctx0" brushRef="#br1" timeOffset="186662.45">23870 11972 1386 0,'16'3'35'15,"-5"8"-2"-15,-3 4 2 0,-3 10 8 16,-3 4 38-16,-5 2 8 16,-2-4-20-16,-2-7-18 15,2-6-18-15,2-8 12 16,3-6 5-16,0 0-8 16,0 0-3-16,6-23-57 15,1-1-24-15,3-7-35 16,1-5-10-16,2 0-18 15,2-1-17-15,4 1 25 16,4 1-9-16,-1 6 57 16</inkml:trace>
  <inkml:trace contextRef="#ctx0" brushRef="#br1" timeOffset="187542.89">24078 12084 1477 0,'5'-7'-7'16,"2"-6"-17"-16,0 0 3 15,2-4 17-15,1 0 12 16,1-1 15-16,1 0-2 16,5-3-3-16,-1 1-8 15,-1 0-9-15,0 2 1 0,-8 6-4 16,-4 2 4-16,-5 9 2 15,-4 2 4-15,-6 7 11 16,-1 3 17-16,0 2 24 16,1 0 8-16,9-2-20 15,3-1-12-15,2-3-15 16,6 0-12-16,0-1-6 16,-1-1 0-16,1-2 18 15,2-1 9-15,3-2 35 16,2-2 1-16,7-5-18 15,3-2-21-15,4-4-45 16,1-1-33-16,-2-1-35 16,-3 1 5-16,-8 2 15 15,-2 1 27-15,-9 5 69 16,-3 2 27-16,-3 4 53 0,0 0 22 16,0 0 20-16,0 0-28 15,0 0-63-15,0 0-16 16,1 0-33-16,0 0-5 15,17 5-5-15,-6 0-2 16,1-4 4-16,-1 0-3 16,-1-2-1-16,-1-2-1 15,-1-2-14-15,7-2 0 0,-6-3-19 16,0-1-6 0,-5-1-11-16,-2 0-25 15,-5-1 31-15,-3 1 28 0,-4 2 31 16,-7 2 10-16,1 6 3 15,-5 3-3-15,2 9-3 16,1 5 3-16,-2 9-1 16,6 5-1-16,-5 2 12 15,5 2 3-15,6-6 6 16,3-5 2-16,10-8-8 16,4-2-9-16,8-7-17 15,3-4-10-15,5-6-23 16,5-6-18-16,2-3-15 15,-1 0-1-15,-3 0 21 16,-5 0 17-16,-7 2 18 0,-1 2 9 16,-8 3 11-16,0 2-3 15,-8 5 16-15,0 0-1 16,0 0-2-16,0 1 5 16,0 0-6-16,0 1 1 15,14 25-5-15,-3-23-7 16,8-4-17-16,2-2-9 15,7-7-73-15,0-3-62 0,-2-5-195 16,-1 0 138-16</inkml:trace>
  <inkml:trace contextRef="#ctx0" brushRef="#br1" timeOffset="188260.94">21810 12765 2356 0,'20'42'-44'0,"-4"8"-31"16,-4 1 13-16,-12 2 32 15,-4-3 18-15,-11-5 15 16,-2-5 18-16,2-12 35 16,2-8 25-16,6-13-2 15,2-6-24-15,11-15-21 16,4-10-20-16,14-22-23 0,11-9 7 16,10-15-5-16,4-5 3 15,-1-1 1-15,-4 3-2 16,-7 16-8-16,-4 9-7 15,-8 22-15-15,-7 9-3 16,-11 17 11-16,-6 11 8 16,-10 18 25-16,-6 8 7 15,-9 15 0-15,-7 4-8 16,-5-2-5-16,-2-4 2 0,-4-17-9 16,1-7-16-16,3-18-79 15,7-8-62-15,12-16-96 16,8-7-11-16,10-9 209 15</inkml:trace>
  <inkml:trace contextRef="#ctx0" brushRef="#br1" timeOffset="188570.26">22240 12857 1756 0,'7'19'6'16,"6"-6"-12"-16,0-10 3 15,2-4 3-15,2-10 0 0,1-6 15 16,2-8-6-16,-1-3 0 16,1-3-6-16,-4-2-3 15,-7 3 6-15,-4 2-3 16,-10 6-3-16,-8 6 0 15,-6 9 12-15,-3 6 6 16,-3 8 15-16,1 6-9 0,2 3-15 16,2-1-27-16,8-5-93 15,12-10-83-15,-5-6 137 16</inkml:trace>
  <inkml:trace contextRef="#ctx0" brushRef="#br1" timeOffset="189122.56">22715 12652 2771 0,'-4'59'-98'15,"-1"-6"-59"-15,5-15 7 16,0-10 27-16,1-16 108 15,-1-11 39-15,13-3 18 0,2-15-10 16,8-14-32-16,3-8-47 16,2-2-111-16,-4 4-45 15,-6 10-13-15,-5 8 47 16,-13 19 133-16,6-1 28 16,-9 18 49-16,-3 3 87 15,0 8 120-15,1 0 3 16,4-7-62-16,3-3-84 0,10-12-74 15,4-6-15-15,9-6-37 16,2-9-14-16,-2-4-25 16,-2-2-6-16,-6-1-13 15,0 3 17-15,-2 1 50 16,0 3 9-16,1 3 9 16,-3 2-3-16,2 10-6 15,-1 5-3-15,-2 18-18 16,0 10-6-16,-11 21-39 15,-5 12-18-15,-14 14-17 16,-6 7 8-16,-9 8 39 16,-3-1 51-16,-13 2 120 15,-8-2 68-15,-18-10 168 16,-8-5-80-16,-6-26-88 0,1-15-41 16,9-36-81-16,9-20-35 15,20-46-94-15,13-23-79 16,32-32 76-16</inkml:trace>
  <inkml:trace contextRef="#ctx0" brushRef="#br1" timeOffset="189392.34">22199 13223 2854 0,'282'-55'-183'0,"16"4"-87"16,9 5-118-16,-15 15-268 15,-18 8 513-15</inkml:trace>
  <inkml:trace contextRef="#ctx0" brushRef="#br1" timeOffset="194906.1">11778 9882 862 0,'43'3'50'16,"-2"-2"39"-16,-4-2-50 15,-3-4-7-15,-8-6-3 16,-3 0-3-16,-9-1-17 16,-3-2-1-16,-10 2 13 0,-3 0 6 15,-10 0 14-15,-2 0 6 16,-7 2 9-16,-2 2-4 16,-3 2-7-16,-4 3-8 15,1-1-20-15,-2 3-9 16,2-1-8-16,6 1 0 15,0 0 0-15,4 1-2 16,5 2 2-16,0 1-6 16,7 2 4-16,4 0 0 0,6 1 2 15,6-1 4-15,13-2 4 16,9-1-1-16,12-4 1 16,2-4 2-16,1-3-4 15,-4-4 1-15,-3-2-1 16,-5-1 0-16,-8-1 11 15,-5 0 7-15,-10 2 21 16,-6 1 11-16,-8-1 46 16,-5 0 18-16,-8-1 20 15,-4-1-8-15,-6 5-43 16,-5 1-41-16,-4 8-30 16,-3 4-14-16,-3 7-8 15,2 6-1-15,4 2-20 16,7 0-29-16,15-6-134 0,14-4-102 15,29-18 153-15</inkml:trace>
  <inkml:trace contextRef="#ctx0" brushRef="#br1" timeOffset="201656.86">12397 10917 141 0,'0'0'11'0,"0"0"7"16,0 0 2-16,0-1 9 15,0 0 2-15,1 0 12 16,17-22 0-16,-11 15-4 16,1-1-6-16,1 0-17 15,-1 0-7-15,0 0-7 16,0 0 2-16,1 0 1 16,-2-1 8-16,3 1 14 15,-2 0 7-15,-1 2 7 16,0 0-9-16,-3 2-9 15,2 0 0-15,-2-2-5 0,1 0-5 16,0-1-1-16,-1 1-5 16,3-1-3-16,-1 0 1 15,-1 1-1-15,1 0 3 16,-1-1 2-16,-1 2 0 16,-1 0 10-16,-1 0 1 15,2 0 7-15,0 0-4 0,2-3-9 16,0-1-3-16,0 0-9 15,1-1 1-15,0 1-1 16,-1 2-2-16,-1 0 5 16,-1 2 6-16,0-2 21 15,0 1 13-15,1-3 10 16,0 0 0-16,2-3-24 16,1-2-10-16,2-2-11 15,0-1-4-15,0 1-4 16,1-1-2-16,-4 5 2 15,1 2-2-15,-4 3 0 16,-2 2 0-16,0 2 4 16,0 0 0-16,1-3 1 15,2 0 5-15,0-2-4 16,2-2 0-16,2 0-4 16,1-1-2-16,-1-1 2 0,-1 0-1 15,0 4-1-15,-2 0 2 16,0 3-2-16,0 2 0 15,-2-1 4-15,1 0-4 16,2-2 0-16,2 1 0 16,2-4 0-16,2 1 0 15,1-3 0-15,-3 1 0 16,2 0 0-16,-1 0 0 0,-1 2 0 16,-1 1 0-16,-1 0 0 15,-5 1 2-15,3 1-2 16,1-2-2-1,0-1 4-15,2 0-2 0,0-1 2 16,-1-1 2-16,3 0-2 16,1-1 2-16,0 0-4 15,0 0 2-15,-2 1-2 16,2 1 0-16,-5 3 0 16,1 0 0-16,-2 0 2 15,0-1-2-15,0-1 4 16,1 1-2-16,3-3-1 15,1 0 5-15,1-2-4 16,1 0 2-16,-2-1-2 16,2 2 0-16,-2 2-2 15,-1-1 0-15,-3 4 2 0,-5-1-2 16,4 0 4-16,-2-1 2 16,6-3 7-16,2 0 3 15,2-2-3-15,1-1-3 16,1-1-6-16,-2 1-2 15,0-1 0-15,0 1 0 16,-4 2-2-16,-1 2 0 0,-2 2 0 16,0-1 3-16,0 1-1 15,0-2 4-15,2 0 2 16,0-3 0-16,3 0-1 16,0-1-5-16,4-3 4 15,0-1-2-15,1-2 2 16,1 0-2-16,0 1 0 15,-2 2 0-15,-2 2 3 16,-1 0 3-16,1 1 0 16,-1 0-5-16,2-2-1 15,0 0 2-15,-1 0-6 16,2 0 2-16,-1-2 0 16,0 1-2-16,-1 2 0 15,0-1 2-15,0 2-2 16,1 0 0-16,0 1 0 15,0 0 0-15,2 1 0 16,0-2 0-16,4-1 2 0,-2 1 0 16,1-4 0-16,2 1 0 15,-3-1-2-15,0 0 0 16,-2 2-2-16,-4 1 2 16,-1-1-2-16,0 1 2 15,0 1 0-15,4 0 0 16,-2 1 0-16,-1-1 0 0,-1 0 0 15,1 0 0-15,-2-3 2 16,2 0-2-16,0-2 0 16,0 1 0-16,4 0-2 15,1 0 2-15,2 3 2 16,-1-1 0-16,4 1-2 16,-1 3-2-16,-6 1 2 15,2 0-2-15,-7 2 2 16,-5 1 0-16,7-2 0 15,-3-1 2-15,2-2-2 16,2-1 4-16,0-1-4 16,1 2-2-16,2-1 0 15,1 1 2-15,-1 3 0 16,1 0 0-16,-4 0 2 16,1 1-4-16,-2 0 2 0,0 0 0 15,5-1 0-15,-1 1 2 16,3-3-2-16,1 0 2 15,0-2 0-15,0-2-4 16,-2-1 0-16,-3 1 2 16,0 2 0-16,-4 1-2 15,0 1 2-15,0 1 0 16,-1 0 2-16,0 1-2 16,2-2 2-16,1-1 0 15,4-2-4-15,3-1 4 0,0-3-2 16,2 1-2-16,2-3 2 15,-2-1-2-15,2 2 2 16,-5-1 0-16,4 2 2 16,-4-1-2-16,1-1 0 15,3 1 2-15,-4-4-2 16,4 0 0-16,1 1 0 16,0-1 0-16,1 2 0 15,1 4 0-15,-2 0 0 16,-3 3 0-16,-4 1 0 15,2 2 2-15,-5 1-2 16,-3 1 1-16,1-1-1 16,-6 1 4-16,5-1-4 0,0-1 2 15,3-1 0 1,4-2-2-16,0 0 2 0,0 0 2 16,-3 4-4-16,-1 1 4 15,-4 2 0-15,-2 2-2 16,0 1-2-16,-2 1 4 15,2-1-4-15,0-1 2 16,2-1-2-16,1 0 0 16,4-3 0-16,-1 0 1 0,2 0 1 15,1 0-2-15,-3-1 0 16,0 4 0-16,-2 0 0 16,-2 1 2-16,1 2-2 15,-6 0 2-15,1-1 0 16,2-1-2-16,-2 0 0 15,4-1 0-15,0-1 0 16,-3 1-2-16,2-1 2 16,1 1 0-16,-1 0 0 15,-2 1 0-15,1 1 2 16,-2 0-2-16,-1 0 0 16,2 1 4-16,1-2-4 15,-1 0 0-15,2-1 0 16,2-2 0-16,3 0 0 15,0-1 2-15,0-1 0 0,-1 0 2 16,-3 3 6-16,-2-1 1 16,1 3 5-16,0 1 3 15,2-1-5-15,-2 0-3 16,4-1 1-16,2-1-3 16,-2-2-3-16,2 0 0 15,0 0-3-15,-1-1 3 16,1-1-6-16,0 2 3 0,-1 0-3 15,-2 0 0-15,-1 3 0 16,-1-1 3-16,-2 2 0 16,2 1 0-16,-1 0 3 15,2 0-3-15,-1-2 0 16,1 1-3-16,0-1 3 16,2 1 0-16,0-3 3 15,0 1 0-15,0-1 0 16,-2 1 3-16,0 0 6 15,1 1 5-15,-2 0-2 16,-1 1-6-16,1-2 0 16,0 0-3-16,2 0-3 15,4-3 6-15,-2 0-6 16,-1-1-6-16,0-2 3 16,0 0-3-16,1 1 0 0,-3 1 0 15,1 3 0-15,0 1 0 16,2-1 9-16,0 1-6 15,4-3 0-15,2 0 0 16,5-3-3-16,1 0 3 16,3-2-3-16,-2 1 0 15,-2 0 0-15,0 2 0 16,-3 2 0-16,2 0 0 16,-4 1 0-16,0 1 0 15,0 1 0-15,0 0 0 0,2-2 0 16,2 0 0-16,2-2 3 15,2-1 3-15,2 0-3 16,-1-3-3-16,-2 1 0 16,-3-2 0-16,-1 3 0 15,-1 0 0-15,-2 1 3 16,0 0-3-16,0 1 0 16,1 2 0-16,0-2 0 15,0-1-3-15,6-1 3 16,-1-2 3-16,6 1-3 15,1 0 3-15,-3 0-3 16,0 0 0-16,-6 2 0 16,-3 0-3-16,-2 1 3 15,-2 2 0-15,0-2 3 0,0 1-3 16,0-2 0-16,0-1 0 16,1 0-3-1,-1-4 3-15,3 0 0 0,0 0 3 16,0-1 0-16,2 1-3 15,-4 0 3-15,2 0-3 16,-2 2-3-16,0 1-3 16,-2-1 6-16,-3 3 0 0,1-2 0 15,0 1 3-15,0-1-3 16,3 0 3-16,0 0-3 16,2 0 0-16,-1 2 0 15,0 0-3-15,0 3 3 16,-2-2 0-16,5 2 0 15,-1 2 0-15,-1-3-3 16,3 2 3-16,-3 0 0 16,4-2 0-16,-1 0 3 15,3 1-3-15,-1-1 0 16,-2 1-3-16,1 0 3 16,-1 2 0-16,-1-1 0 15,0 2 0-15,-1 0-3 16,0 1 3-16,-3 1 0 15,1 0 0-15,-2-1 0 16,-1 0 0-16,2-1 0 0,0 0 3 16,4 0-3-16,-1-1 0 15,2 1 0-15,2-1 0 16,-3 0 0-16,0 1 3 16,-2 1 3-16,0 0-6 15,1 0 0-15,1 1-6 16,5-2 3-16,1 0 3 0,0 0 0 15,-2-1 3-15,0-1 0 16,-2 1 0-16,1-1 0 16,0 0-3-16,1 1 0 15,3-1-3-15,0 0 0 16,3-2 0-16,4 0 3 16,-3-1 6-16,5 0-3 15,-2 0-3-15,-1 1-3 16,3 0 3-16,-4 0-3 15,0-1 3-15,3 1 3 16,0 1-3-16,2 0 0 16,0 0 0-16,-1 0 0 15,2 1 0-15,2-1 0 16,1 0 0-16,2 0 0 16,2 0 0-16,1-1-3 15,1 1 3-15,0-1 0 0,-2-1 3 16,-3 2-3-16,-2-1 0 15,-1 0 0-15,-1 2 0 16,1 0 0-16,-4 1 0 16,1-1 0-16,-1 3 0 15,0-4 0-15,5 3 0 16,-2-2 0-16,3 1-3 16,-3 1 0-16,0-1 6 15,-4 3-3-15,-2-1 3 0,-7 1-3 16,-2 1 0-16,-2 1 0 15,0-2 0-15,1 0 3 16,1 0-3-16,0 1 0 16,4 1 0-16,3-1 0 15,5 1-3-15,0 0 6 16,0 0 0-16,-2 2-6 16,-5-1 3-16,-1 1 0 15,-1 0 0-15,-2-2 0 16,0 1 3-16,1-1-3 15,0 0 3-15,3 1 0 16,3-1 0-16,0 2-3 16,-2 0 0-16,-4-1 0 15,-6 1-3-15,3-1 0 16,-1 1 3-16,1 0 0 16,4 1 3-16,0-1 3 0,0 1-3 15,5-1 12-15,-3 0 6 16,8-1 0-16,4 1 3 15,-1 0-6-15,0 0-4 16,-6 2-5-16,-5-1 12 16,-1 1-6-16,-2-1 0 0,-2 1 15 15,-1 0-6-15,-2 0 21 16,-2 0 15-16,-1-1 5 16,-1 1 7-16,0 0-34 15,1-1-16-15,3 1-13 16,1 0-2-16,4 1-4 15,0-1 1-15,-2 0-2 16,-1-1-2-16,-4 1 3 16,0 0 8-16,-2 0 16 15,-2 0 6-15,1-1 6 16,2 1-12-16,4-1-11 16,2 1-9-16,3-1-5 15,-2 1 1-15,-1 0-3 16,-3 0 2-16,-3 0-2 15,-2 0 0-15,-3 0 0 16,-4 0 4-16,1 0-1 0,1 0-1 16,0 0-1-16,0 0 4 15,0 0 4-15,0-1 3 16,-1 1-3-16,-1-1-1 16,-1 1-7-16,-2 0 3 15,2 0-4-15,-1 1 5 16,1-1 3-16,-1 0 3 0,-2-1 1 15,2 0-3-15,-6 0-5 16,-3 1-1-16,1 0 0 16,0 0-2-16,0 0 0 15,0 0 0-15,0 0 0 16,0 0 0-16,-1 0-1 16,2 0 1-16,0 0 0 15,-1 0-1-15,0 0 4 16,0 0-2-16,-1 0 0 15,1 0 4-15,0 0-3 16,1 0-1-16,-1 0-1 16,0 0-1-16,-1 0 0 15,1 0-1-15,0-1 2 16,1 1-1-16,0 0 1 16,-1 0 0-16,1 0 0 15,0 0 0-15,0 0-1 0,-1 0-1 16,1 0 1-16,-1 0 0 15,0 0 1-15,0 0 1 16,-1 0-2-16,1 0-1 16,0 0 1-16,0 0-2 15,0 0 2-15,0 0 1 16,0 0-1-16,0 0 2 16,-1 0-1-16,1 0 1 15,0 0-4-15,0 0 0 0,0 0 2 16,0 0 0-16,0 0 1 15,-1 0 0-15,1 0-2 16,0 0 1-16,0 0 0 16,0 0 1-16,0 0 2 15,0 0-3-15,-1 0 0 16,1 0 0-16,0 0 0 16,0 0 0-16,0 0-4 15,0 0 2-15,0 0-1 16,0 0-6-16,-1 0-87 15,1 0-96-15,1 0-687 16,26-1 707-16</inkml:trace>
  <inkml:trace contextRef="#ctx0" brushRef="#br1" timeOffset="203043.61">11931 4985 860 0,'54'8'27'16,"1"0"-20"-16,1-3 0 15,1-2-10-15,-6-1-3 16,-8-3-15-16,-6 0 3 15,-13-4 4-15,-5 0 1 16,-13-1-3-16,-6-1-94 0,-14 1 74 16</inkml:trace>
  <inkml:trace contextRef="#ctx0" brushRef="#br1" timeOffset="203373.37">11496 5062 953 0,'-35'4'41'0,"8"-1"18"16,11 1-22-16,16-4 5 15,10 1 1-15,21-1-10 16,10-4-14-16,19-1-9 16,10-3-2-16,19 3 3 15,5 1 3-15,10 1 3 16,2 2 5-16,6 1 5 15,8 0 2-15,10-1 2 0,0-2 2 16,6-3-6-16,-1-3-2 16,-11 0-7-16,-2-1-7 15,-18-2-5-15,-11 3-2 16,-18-5-4-16,-11 2 2 16,-25 0-4-16,-12-2-14 15,-23 0-144-15,-11-2 109 16</inkml:trace>
  <inkml:trace contextRef="#ctx0" brushRef="#br1" timeOffset="204302.86">9588 5127 1167 0,'-26'34'33'0,"1"8"-4"15,3 8-25-15,4 6-2 16,4 0-2-16,9-6 2 16,7-6 2-16,10-18 0 15,6-7 7-15,12-17 17 16,2-7 4-16,9-12 1 15,1-7-2-15,2-8-15 16,-4-2-6-16,-8-3-7 16,-6-2 1-16,-14 1-4 15,-4 2 2-15,-13 2 0 16,-8 5-2-16,-12 6-2 16,-9 3 0-16,-10 8-3 15,-1 4 1-15,-2 9 4 16,3 5 0-16,6 11 0 15,6 6 4-15,6 10-6 16,6 6-4-16,8 7-21 0,2 2-59 16,9-3 52-16</inkml:trace>
  <inkml:trace contextRef="#ctx0" brushRef="#br1" timeOffset="204537.3">10171 5001 1440 0,'-25'-2'39'0,"1"2"-14"16,2 6-19-16,5 5-8 15,2 1 0-15,4 2-2 16,1-2-3-16,7 0-1 15,-1-1-6-15,3-1-7 16,1-1-37-16,2 2 37 16</inkml:trace>
  <inkml:trace contextRef="#ctx0" brushRef="#br1" timeOffset="205186.61">10355 4992 1098 0,'-29'9'63'0,"-2"5"79"16,0 8-138-16,3 1-2 16,4 2 0-16,4-2-2 15,8 1 2-15,4-2 1 16,8-2-1-16,3-3 0 15,8-6 2-15,6-5 0 16,10-8 4-16,6-5 0 16,7-11-3-16,1-4-1 15,-2-4 0-15,-5-4-4 0,-8 2 2 16,-5-1 2-16,-9 1-4 16,-4 3 4-16,-7 5 6 15,-3 3 3-15,-3 8 5 16,0 6-1-16,-1 12-5 15,2 9-9-15,-1 20-3 16,1 8-1-16,-2 20 1 16,1 11-2-16,3 10-76 15,-3-3 57-15</inkml:trace>
  <inkml:trace contextRef="#ctx0" brushRef="#br1" timeOffset="205590.73">10771 4961 1134 0,'-11'-15'99'0,"-1"4"203"16,0 18-364-16,1 10-3 0,-3 15 14 15,1 2 24-15,0 4 21 16,1-5 6-16,9-7 2 16,2-5-2-16,7-10 2 15,1-5 0-15,7-9 4 16,2-7-4-16,8-9 2 16,6-3-2-16,2-8-2 15,1-2-2-15,-2-3-2 16,-4-3-2-16,-7 2 2 15,-5 6-4-15,-9 13 10 16,-6 16 4-16,4 0 4 16,-5 19 1-16,-1 23 1 15,0 10-2-15,2 19-4 16,3 5-3-16,5 6 34 16,-2-1-27-16</inkml:trace>
  <inkml:trace contextRef="#ctx0" brushRef="#br1" timeOffset="205871.72">10003 5501 2834 0,'13'-8'23'0,"9"-3"-118"16,2 1-13-16,3-5-79 15,-2-2-114-15,-6 0 235 16</inkml:trace>
  <inkml:trace contextRef="#ctx0" brushRef="#br1" timeOffset="-214708.8">12517 11322 349 0,'11'-15'9'0,"3"-1"4"16,0-3-13-16,-1 0 6 15,-1 1 10-15,0 3 33 0,-2 0 36 16,1 1 47-16,0 0-4 15,-4 1-37-15,0-1-25 16,-1 0-43-16,-2 1-12 16,-1-3-9-16,-1 5 1 15,1 0-3-15,-1 0 2 0,2 0 0 16,-1 0-2 0,4-1 0-16,2-2 0 0,1 0 3 15,3 0-3-15,-1-1 0 16,2 0 2-16,1 1 0 15,0-1-2-15,5-1 0 16,3 1 0-16,-2-1 2 16,-1 1 1-16,1 1-1 15,-2-1 2-15,3 1 10 16,2 1 9-16,-1-2 5 16,0 1 3-16,1 0-7 15,-1-1-5-15,0 0-9 16,2 2-4-16,-3-2-3 15,2 0-3-15,0 1 2 16,-3 0-2-16,-1-1 4 16,3 0 4-16,-4 0 4 0,2 0-3 15,3 0-1-15,-1-1-2 16,6-1-4-16,-3 2 0 16,0-1-2-16,-2 2 0 15,-3 2 0-15,-2 2 2 16,-2 1-4-16,0 1 2 15,0-2 0-15,1 2 0 16,2-4 6-16,3 1 1 16,3-3 1-16,2-1-4 0,2-3 2 15,0-1-6-15,0-2 0 16,-2 0 0-16,-2 2 0 16,-1 1 0-16,-3 3 0 15,0 0 2-15,0 3 2 16,1-1 7-16,4 0 5 15,2-1 1-15,3-3-3 16,-1 1-7-16,1-1-5 16,-2-1 2-16,-2 3-4 15,2 0 2-15,-3 0 0 16,-2 1 0-16,3-2 6 16,2 0 3-16,1-1 5 15,1 2-1-15,-2-3-3 16,-2 1-2-16,1 0-6 15,-1-3-2-15,0 1-2 16,2 0 1-16,-1 0-1 0,0 2 0 16,1 2 0-16,-2 0 2 15,3 2 0-15,0-1-2 16,1 2 0-16,0-1 0 16,-6-1 0-16,-1 1-2 15,-2-2 4-15,0 0 0 16,5 0 0-16,1-2 0 0,-3 2-2 15,1-1 0-15,-3 2 0 16,-3 1 0-16,-1 2 2 16,1 1 4-16,1-1-2 15,-3 2-2-15,5-1 2 16,3 0-2-16,3-2-1 16,3-2 3-16,-1 0-4 15,0-1 2-15,-5 1 0 16,2 1-2-16,-5 1 6 15,-4 0-4-15,-1 4 4 16,-4-2-2-16,4 2 1 16,-1-1 3-16,3-1-6 15,0-1 4-15,9 0-6 16,0-1 0-16,4-1 0 16,1 1 0-16,-2 0 0 0,-2 0 2 15,0 1 2-15,-2 1 0 16,3-1 5-16,-1 2-3 15,1 0 2-15,-2 0 0 16,1 0-6-16,1-2 1 16,1 0-3-16,3 1 0 15,-2-1 2-15,1 1-2 16,-2 0 2-16,4 0-2 16,-2 3 2-16,0-2 0 15,1 0 0-15,-2 1 0 0,5-1 3 16,0 1 4-16,5 0-3 15,3-1-3-15,2 1 3 16,-2-1-3-16,1-1-3 16,-4 1 0-16,-2-1 3 15,1 4-3-15,2 2 0 16,2-1 0-16,6 2 0 16,1 0 0-16,2-2 0 15,2 1 3-15,-5 0-3 16,-1 0-3-16,-3-1 6 15,0 1-3-15,-3-2 0 16,-2 0 3-16,-3 1-3 16,0 1 3-16,1 1-3 0,1 0 3 15,2 1-3 1,4 0 0-16,1 0-3 0,-1 2 3 16,1 1-6-16,-6 0 6 15,-1 2 3-15,-1 0-3 16,-5 1 3-16,-4-2-3 15,-2 2 3-15,-3-1-3 16,1-1 3-16,-1 1-3 16,5-2 0-16,-1-1-3 0,2 0 0 15,-1 0 3-15,-1-1 3 16,0 2-3-16,-3-1 0 16,-1 0 0-16,-1 1 0 15,-2 1 0-15,0 0 3 16,0 0 0-16,-2 0-3 15,3-1 0-15,2 1 9 16,-2-1 3-16,4-1 9 16,0 0 14-16,0 1-8 15,1 0 6-15,2-1-6 16,-1 2-12-16,-4 0-3 16,-3 3-9-16,0 0 3 15,-2-1-6-15,4 1 0 16,1 2 0-16,0-1 0 15,4 1 3-15,0 2 3 16,1-1-6-16,3 0 3 0,-3 0 3 16,-1-1 0-16,-5-1 0 15,-3 2 9-15,-2 0 0 16,1-1 12-16,0 0 3 16,1 0 2-16,2-1 7 15,3 1-6-15,0 0 9 16,0 0 6-16,3 1-9 15,-2-1-1-15,1 0-8 0,-2 1-12 16,-1 1-3-16,-1 0-12 16,-3-1 0-16,4 1 3 15,-3 0 3-15,3-1-6 16,2 1 3-16,2-1 0 16,2 0 0-16,3 0 6 15,0 1-2-15,1-1-6 16,1 2 1-16,-2-1-3 15,1 0-2-15,-2 2 9 16,-1-1 5-16,-1 2 0 16,1 1 3-16,1 1 1 15,-1 1-8-15,4 1-3 16,0 0-4-16,1 2-3 16,4-2 0-16,-2 1-2 15,1 1 2-15,-5 0 2 0,0 0-2 16,-2 0 2-16,-3 0 0 15,2 0 1-15,0 1 2 16,1 1 3-16,0-2-6 16,0 2 2-16,1 0-3 15,-1 2-1-15,3-1 4 16,-3 0 0-16,2 0-1 16,-6 0 1-16,-5-1 0 15,1 0-1-15,-3-1 4 0,4 1 8 16,0 1 1-16,0 0 8 15,2 0-6-15,1 0 0 16,3 0 2-16,1-1-5 16,2-2 6-16,-4-2-2 15,-2 1-6-15,1-1-2 16,-3 1-4-16,3 1 1 16,-1 1 0-16,3 1 0 15,0 1 2-15,2 0-4 16,-2 0 2-16,-2 1-3 15,-2 1 0-15,1 0 2 16,4 1-4-16,6-2-1 16,3 1-2-16,-2-1 1 15,0 2-1-15,-1 2 0 0,3 1 0 16,0 1 0-16,-1 1 0 16,0-1 3-16,-4-2-1 15,-2 0 1-15,-2-2 4 16,-4-1-1-16,-2 0 2 15,-4-2-2-15,-3-1-2 16,1 1-1-16,-4 0-3 16,7 3 0-16,2 1 0 15,1 1 1-15,1 5-1 0,-3 2 1 16,-3 1 0-16,-3 0-1 16,0-5 1-16,1-3-1 15,0 0 6-15,0-3 4 16,2-1 1-16,0-2 0 15,-2 0-2-15,0-1-5 16,-1-1-3-16,-1 0 0 16,-1 1 0-16,0 5-1 15,-1-2 1-15,-1 1-1 16,1-1 0-16,0-4 0 16,-1 1 0-16,-1-1 1 15,-1-1-1-15,-2 0-2 16,-1 0 1-16,-2-1 1 15,2 0 0-15,-3-2 1 16,1 2-1-16,0 0-1 0,-3-1 1 16,2 0-2-16,-2-1 2 15,2-2-1-15,-2-2 1 16,2 0 1-16,1-1 0 16,-1 1-1-16,2-2-1 15,-3 1-1-15,0-1 2 16,1-2-7-16,-2 0 4 15,-2-1-5-15,-1-1 1 0,0 2 2 16,-1-2-2-16,0 0-4 16,0 1-5-16,-1-2-17 15,0 0-3-15,-3-3-16 16,0 0-37-16,0 0-26 16,0 0-13-16,0 0-93 15,0 0 3-15,0 1 23 16,0 0 44-16,-1 0 88 15,-25 14-17-15,17-14-224 16,1-2 178-16</inkml:trace>
  <inkml:trace contextRef="#ctx0" brushRef="#br1" timeOffset="-210342.15">23088 11168 1179 0,'-17'-2'79'0,"-1"0"-9"16,-1 2-23-16,4 5-14 16,-9 1-20-16,1 3-5 15,-5 6-8-15,-4 3-6 16,2 12 4-16,0 3-2 15,3 5 2-15,-1 2 0 0,9-1-3 16,0 0 3-16,12 2 4 16,7 0-1-16,10 0 7 15,10-3 2-15,11-6-4 16,4-5 0-16,8-11-5 16,2-3 3-16,-2-7 0 15,2-3 6-15,-3-7 3 16,2-5 3-16,-2-10-2 15,-2-5-1-15,-6-10-1 16,-3-2-3-16,-7-2 1 16,-6 0 13-16,-12 4 28 15,-6 3 29-15,-16 2 22 16,-6-1 15-16,-15-4-40 16,-8 0-17-16,-11 6-42 15,-2 2-15-15,-4 14-3 16,1 5-9-16,-2 7-9 15,-2 8 3-15,0 13-3 0,-1 4 9 16,8 4 3-16,7-1-21 16,16-4-29-16,10 1-19 15,18 1-12-15,9 2 9 16,18-2 13-16,13-3-1 16,17-5 43-16,4-6 3 15,6-8 9-15,-2-4 7 16,-2-8 8-16,-3-5 0 15,-2-6 0-15,-5-2-3 0,-2-1 1 16,-1 0 2-16,-9 2 2 16,-3 1 0-16,-15 5 0 15,-6 2 3-15,-12 4 42 16,-6 0 36-16,-13 1 5 16,-5 2-8-16,-7 2-51 15,2 3-36-15,-4 3-33 16,-1 2-33-16,0 5-74 15,-1 1 14-15,9 1-175 16,9 2 196-16</inkml:trace>
  <inkml:trace contextRef="#ctx0" brushRef="#br1" timeOffset="-205419.98">23576 9981 1001 0,'0'0'2'15,"0"1"-2"-15,0-1-2 0,0 1 2 16,0 0 0 0,-1 0-2-16,0-1-7 0,-19-7-21 15,17-6-141-15,3-2-107 16,6-5 173-16</inkml:trace>
  <inkml:trace contextRef="#ctx0" brushRef="#br1" timeOffset="-205223.61">23308 10439 1063 0,'-78'154'-69'0,"2"-15"-20"15,10-16-43-15,12-34 82 16</inkml:trace>
  <inkml:trace contextRef="#ctx0" brushRef="#br1" timeOffset="-204708.1">23096 10089 1470 0,'-3'46'52'0,"-5"18"33"16,-1 8 22-16,-6 14-47 16,0 3-18-16,2-4-30 15,3-8-9-15,-2-19-6 16,-1-8-6-16,-2-13-12 15,-5-5 3-15,1-10 6 16,0-3 6-16,6-11 6 16,12-8 0-16,0 0-6 15,1 0-6-15,8 4 3 0,5-4 0 16,5 0 12-16,1 0 18 16,-1 0 15-16,3 1 15 15,-1-1-15-15,4 0-3 16,11-1-21-16,7-2-30 15,13-2-168-15,6 0 133 16</inkml:trace>
  <inkml:trace contextRef="#ctx0" brushRef="#br1" timeOffset="-202775.46">22677 5222 1026 0,'-9'-11'39'16,"-1"2"-10"-16,6 4-22 0,0 2-3 15,4 3 8-15,0 0-2 16,12-6 1-16,10 6-3 16,19 0-4-16,10 0 0 15,8 3 3-15,4 0 1 16,-5 0-2-16,-1 0 0 16,-9-2-6-16,-5-2 2 15,-7-3 7-15,-5-2 9 0,-11-2 21 16,-5-1 7-16,-9 2 3 15,-1 0-9-15,-4 1-16 16,-3 1-13-16,-9-2-7 16,-8 0-2-16,-16 3-4 15,-11 1 0-15,-10 3-2 16,-7 2 0-16,-7 2 0 16,2 0 3-16,1-2 1 15,6-1 0-15,23-1 0 16,12-1 1-16,25 1 3 15,-1 0-4-15,22 3 0 16,8 1 0-16,11-1 0 16,4-1 0-16,1-1 0 15,-1-3 2-15,-3-3 6 16,-8-2 2-16,-5-1 5 16,-2 1-1-16,-14 1-1 0,-10 6-1 15,0-1-6-15,0 0-2 16,-1 0-2-16,-11-12-2 15,-19 13 2-15,-13 4-4 16,-11 5 2-16,-4 3 0 16,3 2 2-16,3 3-2 15,16 0 1-15,10 2-1 0,34 4-13 16,15 0-30-16,33-8 26 16</inkml:trace>
  <inkml:trace contextRef="#ctx0" brushRef="#br1" timeOffset="-201109.22">23664 9641 1154 0,'-27'47'68'0,"-9"14"9"15,-11 25-5-15,-4 8 11 16,-9 4-4-16,-5 3 81 16,-5-3-28-16,0 1-33 15,6-5-64-15,6-6-20 16,14-14-12-16,8-12-6 16,14-20-12-16,4-9-9 15,12-17-101-15,4-8-30 0,5-10-48 16,5-8 15-16,0-8 109 15</inkml:trace>
  <inkml:trace contextRef="#ctx0" brushRef="#br1" timeOffset="-200242.38">23115 10476 734 0,'-2'30'-6'0,"-2"1"-1"0,-3-1 2 16,-4-1 8-16,-3-2 12 15,-1-4 24 1,-1-3 75-16,1-3 25 0,4-8-4 15,0-1-14-15,7-4-48 16,4-4-22-16,0 0-34 16,0 0-7-16,0 0-10 15,1-1 0-15,0 0 2 16,0-1 0-16,0 0 0 16,1 1 3-16,25-25-3 15,-27 26-2-15,1 0 0 16,-1 0 0-16,1 0 2 15,-1 0-2-15,1-1 0 16,18-19 0-16,-8 0 0 16,3-6 0-16,4-12-2 0,-2-4 0 15,0-8 2-15,-2-1 0 16,-7 2 0-16,-4 4 0 16,-6 11 6-16,-2 5 2 15,-4 12 21-15,2 3 10 16,-1 8 69-16,3 2 50 15,5 4 15-15,0 0-8 16,-10 10-52-16,4 10-32 0,0 25-69 16,-3 15-12-16,-1 28-7 15,0 6-1-15,-4-4-7 16,0-6-3-16,-2-15 6 16,-1-4 6-16,4-12 6 15,-1-6 0-15,7-18 9 16,4-12-12-16,3-17-21 15,0 0-9-15,4-7-5 16,4-7 5-16,4-15 18 16,5-4 9-16,2-3 3 15,3 2 3-15,7 9 6 16,2 2-3-16,8 6 0 16,1 2 3-16,9 1-18 15,2 1-33-15,4-6-164 16,2-3-124-16,-2-8 261 15</inkml:trace>
  <inkml:trace contextRef="#ctx0" brushRef="#br1" timeOffset="-190859.17">9859 11185 1413 0,'6'34'33'0,"10"11"-17"16,9 9-14-16,11 13 4 15,2 4-5-15,1 0 1 16,-4-1-2-16,-2-11-2 16,-4-8 1-16,-4-15-7 15,-4-7-8-15,-3-11-61 16,-1-7-70-16,-1-11 79 0</inkml:trace>
  <inkml:trace contextRef="#ctx0" brushRef="#br1" timeOffset="-190497.25">10354 11506 1111 0,'-2'-8'105'15,"-3"2"79"-15,2 3-83 16,-1 4-67-16,-2 4-1 0,9 7-18 15,2 5-3-15,8 6-12 16,8 2 0-16,-3-5 0 16,-2-4 3-16,-1-9-3 15,-3-5-3-15,-2-8 9 16,-2-7 6-16,-1-11 3 16,-2-6 3-16,-2-6-9 15,-1-2 0-15,-6 6-3 16,-2 3-1-16,-7 7-2 15,-1 5-3-15,-5 6 18 16,-5 3-6-16,-3 7 12 16,-3 5-3-16,1 8-9 15,3 6-3-15,5 7-6 16,6 3 0-16,13 1-3 16,4-3-6-16,18-8-54 15,5-6-50-15,9-14-71 0,2-9-181 16,-1-16 177-16</inkml:trace>
  <inkml:trace contextRef="#ctx0" brushRef="#br1" timeOffset="-189974.22">10547 11262 953 0,'0'0'176'16,"0"0"192"-16,-1 0-187 0,1 0-118 15,0 1-21-15,1 18-15 16,9-3-3-16,4 4 0 15,3 1-6-15,3-5-9 16,-1-3-6-16,-1-9-3 16,-4-4 0-16,-2-7-12 15,-4-5 6-15,-2-7-18 16,-2-4 0-16,-4-5 3 16,0-2 3-16,-4-2 9 15,5 0 6-15,-1 0 0 16,2 2-6-16,1 9 6 15,-3 5-3-15,3 12 3 16,1 4-3-16,3 15 6 16,4 9 0-16,2 9 12 0,2 4 3 15,5-7-9 1,1-6-6-16,2-14 6 0,0-7-3 16,-1-14 9-16,1-8-3 15,-4-14 3-15,0-8-3 16,-6-7 3-16,-3-2-3 15,-9 1-3-15,-3 6 6 16,-7 7-6-16,-4 3-6 16,0 9 12-16,-1 5 6 0,3 8 29 15,1 6 16-15,10 5 3 16,0 0-9-16,-2 16-33 16,11-2-15-16,7 3-6 15,4-2-6-15,6-6 3 16,3-6-18-16,3-12-168 15,-2-8-103-15,-1-10 151 16</inkml:trace>
  <inkml:trace contextRef="#ctx0" brushRef="#br1" timeOffset="-189211.46">10557 11923 1400 0,'46'-54'2'16,"4"-12"2"-16,-2-1-2 15,-11 3 1-15,-4 3 1 16,-15 10-2-16,-7 5-2 0,-10 11 4 16,-4 7-2-16,-9 9 0 15,-6 6 8-15,-2 8 5 16,-3 4-1-16,1 11 1 15,-1 5-5-15,7 10-2 16,4 6-1-16,7 10 5 16,5 7 2-16,8 10-1 15,2 4 6-15,4 2 2 16,4-3-9-16,-4-10-6 16,-1-9-3-16,0-14-6 15,-3-8-3-15,2-10-36 16,-1-6-7-16,0-8-67 15,1-6-54-15,-3-10-193 16,1-4 174-16</inkml:trace>
  <inkml:trace contextRef="#ctx0" brushRef="#br1" timeOffset="-188961.66">10833 11692 1344 0,'5'-4'54'0,"2"4"-19"16,3 5-18-1,4 5-5-15,0 10-3 0,0 4 1 16,-1 3-6-16,-2 0 0 0,-5-8-2 16,-2-5-2-16,-2-6 2 15,-2-8 0-15,0 0 2 16,-4-8-1-16,0-11 1 16,0-8-4-16,1-10-9 15,0-1 1-15,2 0-8 16,-1-1 1-16,3 4-18 15,1 0-27-15,6 3 33 16</inkml:trace>
  <inkml:trace contextRef="#ctx0" brushRef="#br1" timeOffset="-187491.7">11164 11460 600 0,'-15'-7'68'0,"-3"-1"101"16,-1 0-160-16,1 1-2 16,-1 3 48-16,5 4 24 15,-1 6 30-15,2 7-7 16,3 11-30-16,-3 4-16 15,9 10-33-15,0 2-7 0,7-4-10 16,6-4-2-16,2-11-1 16,3-6-1-16,0-11-2 15,1-4 2-15,-2-11 0 16,0-6 0-16,-1-13 4 16,0-5 0-16,-1-7-2 15,-2 0 0-15,-1 5-2 16,-2 3-1-16,-2 10 3 15,0 5 0-15,-1 8 8 16,-2 3-1-16,3 8 5 16,-1 1 5-16,4 10-3 15,2 4-1-15,2 8-1 16,3 0-3-16,0-4-9 16,0-4 1-16,1-11-8 15,1-5-9-15,-2-12-21 16,0-5-9-16,1-8-16 15,-2-2 5-15,-1-2 22 0,0 2 8 16,-2 1 17-16,-2 4 2 16,4 5 6-16,1 7 0 15,2 11 14-15,2 9 5 16,-1 12 8-16,-1 5-2 16,-1 4-9-16,-2-1-9 0,-6-8-9 15,-1-4 0-15,-4-9 0 16,-1-8 0-16,0 0-13 15,-13-9-12-15,0-5-35 16,-2-4-14-16,-6-4 6 16,-1-1 14-16,0 2 44 15,2-2 26-15,5-3 21 16,3 0 3-16,6-7-1 16,6-6-10-16,10-3-13 15,6 0-5-15,6 9-7 16,0 10 0-16,0 13-2 15,-6 10 2-15,1 15 5 16,-1 7 3-16,2 11 0 16,2 2-3-16,-5-6-3 15,0-6-2-15,-4-12 2 16,-1-6-2-16,-4-4 0 0,-1-1 1 16,-2-4 7-16,-2-3 6 15,-1-7 5-15,-1-9 2 16,-2-8-6-16,-1-6-5 15,2-3-6-15,2 2-3 16,1 6 1-16,5 8-4 16,0 11-2-16,2 6 2 15,1 13-2-15,2 10 4 16,2 13 0-16,1 4-2 0,0 2 2 16,0-5-2-16,0-14-4 15,1-10-2-15,1-18-10 16,0-8-7-16,2-13-20 15,-5-3-1-15,1-2 3 16,-2 4 10-16,-5 4 17 16,0 3 8-16,-3 8 4 15,2 2 4-15,-4 8 10 16,-2 9 7-16,0 0 12 16,1 0 12-16,0 0 1 15,0 0-7-15,0 1-5 16,-1-1 8-16,1 2-27 15,-1 0 3-15,0 0 3 16,0-2-6-16,-1 1-4 0,-12 10 4 16,4-16-6-16,-4 0 0 15,2 1 0-15,0 0 0 16,-1 3 0-16,1 1 3 16,-1 2-3-16,1 3 0 15,1 3 0-15,5 2 6 16,2 4-3-16,1 2 3 0,4 0-3 15,2-3-6 1,5-1-3-16,1-4 3 0,1-4-6 16,4-4 0-16,-3-6 9 15,1-5 3-15,-1-6 3 16,-2-1-3-16,-2-4-6 16,0 1 3-16,-1 3-3 15,-1 3-3-15,-1 5 3 16,-1 3 0-16,1 6-9 15,-1 2-6-15,5 11 6 16,3 8-6-16,3 18 9 16,2 9 3-16,-5 14 0 15,-3 9 0-15,-9 3 0 16,-6 3-3-16,-14-4-3 16,-8-8-6-16,-19-12-18 0,-8-10-42 15,-7-22-63-15,-1-12 76 16</inkml:trace>
  <inkml:trace contextRef="#ctx0" brushRef="#br1" timeOffset="-186605.25">11048 12090 1367 0,'89'-87'15'16,"-1"0"3"-16,-4 4 1 16,-3 5 2-16,-9 10-1 15,-9 8-5-15,-14 12-5 16,-5 7-8-16,-10 11-70 15,-7 5 51-15</inkml:trace>
  <inkml:trace contextRef="#ctx0" brushRef="#br1" timeOffset="-184992.13">11655 11848 422 0,'77'-77'9'0,"8"-5"-20"15,3 0-51-15,-4 1 39 16</inkml:trace>
  <inkml:trace contextRef="#ctx0" brushRef="#br1" timeOffset="-183219.4">13303 10785 1031 0,'20'-45'32'0,"-1"-11"-23"15,-3-5-3-15,-6-15-2 16,-3-5-2-16,-8-6 0 0,-5 3-6 15,-12 12-232-15,-6 9 168 16</inkml:trace>
  <inkml:trace contextRef="#ctx0" brushRef="#br1" timeOffset="-151285.12">12534 10653 803 0,'-11'11'41'0,"-2"1"25"16,-3 0-75-16,0 1-3 16,-2-1 15-16,0 1 24 0,-1-1 48 15,3 0 9-15,-1-1-2 16,2-1-3-16,5-3-23 16,3-3-7-16,7-4-13 15,0 0-8-15,13-5-15 16,6-5 1-16,14-10-9 15,5-5 1-15,8-10 0 16,1 1-4-16,-3-2 2 16,-1 1 0-16,-6 4-4 15,-2 4 0-15,-8 5 0 16,-5 5 0-16,-10 7 2 16,-6 3 2-16,-6 7 13 15,0 0 12-15,-10 8 4 16,0 4 51-16,-5 8-42 15,-1 4-16-15,-4 6-5 16,-5 3 9-16,-1 2 15 16,-6 3 3-16,-4 0 3 0,2 0 2 15,-7 0 13-15,2-2 0 16,4-3 21-16,3-3 2 16,12-8-20-16,7-4-26 15,9-11-27-15,4-2-7 16,10-10-8-16,3-4-2 15,8-13 1-15,4-4 1 16,4-11 3-16,1-1-3 16,1-3 2-16,-3-2-7 0,-3 1-6 15,-2-1-2-15,-3 5-11 16,-6 5 6-16,-5 10 3 16,-4 8 2-16,-5 15 6 15,0 0 3-15,-16 2 3 16,-1 14 0-16,-9 15-3 15,-4 8 3-15,-6 11 0 16,-4 4 3-16,0 4 6 16,3-2-6-16,8-6-9 15,10-8-24-15,15-18-131 16,9-11-72-16,22-24 107 16</inkml:trace>
  <inkml:trace contextRef="#ctx0" brushRef="#br1" timeOffset="-143151.68">2995 8629 1440 0,'75'-6'30'0,"6"-1"-30"16,4 0-4-16,6-1 8 16,5-3 5-16,4-3 16 15,3-1 12-15,3-2 56 0,-1-2-1 16,-1 2-35-16,-2 0-18 16,-7 1-12-16,-5 2 12 15,-11 2 14-15,-7 1 4 16,-16 3-6-16,-7 1-12 15,-12 2-18-15,-7 1-9 16,-11 0-6-16,-5 1 0 16,-5 1-6-16,-9 2 0 0,1 0 0 15,0 0 3-15,0 0-3 16,-1 0-3-16,1 0-18 16,0 0-9-16,-1 0-3 15,0 0-3-15,0 0 3 16,0 0 12-16,0 0 0 15,0 0 4-15,0 0 8 16,0 0-9-16,0 0-15 16,0 0-18-16,0 0-24 15,0 1-23-15,-1 0-37 16,0 0 2-16,1 0 75 16</inkml:trace>
  <inkml:trace contextRef="#ctx0" brushRef="#br1" timeOffset="-141215.32">6392 8495 773 0,'-31'0'0'0,"2"0"-39"15,-2 1 1-15,4-2 10 16,4-1 22-16,0-2 22 16,3 0 2-16,5 1 5 15,-1 0 8-15,6 0 31 16,1 1 13-16,9 2 16 16,0 0-4-16,3 0-31 15,13 0-4-15,20-1 0 16,11 0 3-16,12-1-1 15,4 0-4-15,6 2-9 16,5-1-8-16,15-2 4 16,4 0-2-16,0-3 21 15,-3 0 22-15,-9 0-28 0,0 1-17 16,3-1-24-16,0-1 0 16,-7 0-9-16,-5 1 6 15,-8 2-3-15,-5 1-3 16,0 1-15-16,-5-1-18 15,-1 0-167-15,-4-2 169 16</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10:38.272"/>
    </inkml:context>
    <inkml:brush xml:id="br0">
      <inkml:brushProperty name="width" value="0.035" units="cm"/>
      <inkml:brushProperty name="height" value="0.035" units="cm"/>
      <inkml:brushProperty name="color" value="#E71224"/>
    </inkml:brush>
  </inkml:definitions>
  <inkml:trace contextRef="#ctx0" brushRef="#br0">257 377 9282,'-7'6'127,"0"1"1,1 0-1,0 0 0,0 0 1,0 1-1,1 0 0,1 0 1,-7 14-1,7-9-38,0 0-1,0 0 1,2 0-1,-1 1 1,1 21 0,1 24-70,3 0 1,3-1-1,3 1 1,2-1-1,32 105 1,-35-140-14,1 0-1,2-1 1,0 0-1,1 0 1,2-1-1,0 0 1,1-1-1,25 28 1,-31-41 24,-1 1 0,1-1-1,1 0 1,-1-1 0,1 0 0,0 0 0,1-1-1,-1 0 1,1 0 0,0-1 0,0-1 0,1 0-1,-1 0 1,1-1 0,-1 0 0,1-1 0,0 0-1,0-1 1,-1 0 0,1 0 0,18-4 0,-10-1 74,0-1 0,0 0 0,-1-2 0,0 0 0,0 0 0,31-23 0,-24 13 65,0-1 0,-1-1 0,34-39 0,-42 40-133,-1-1 0,-1-1 1,0-1-1,-2 0 0,0 0 1,-2-1-1,0-1 0,6-25 1,-3 1-9,-3-1 0,-2 1 1,2-59-1,-8 72-4,-1 1 0,-2-1 0,-2 1 0,-1-1 0,-11-45 0,9 60-10,0 0 0,-1 1 1,-1-1-1,-1 1 0,-1 1 0,-1 0 0,0 0 0,-1 1 1,-1 1-1,-17-19 0,10 17-15,0 0-1,-2 1 1,0 1-1,0 2 1,-1 0-1,-1 1 1,-1 1-1,1 1 1,-2 2-1,1 0 1,-40-7-1,44 12 2,0 1 0,0 1 0,-1 1 0,1 0 0,-1 2-1,1 1 1,0 0 0,0 1 0,0 2 0,0 0 0,0 1-1,1 1 1,0 1 0,-35 20 0,37-16 15,1 0 0,0 2 1,1 0-1,1 0 0,0 2 0,1 0 1,1 0-1,0 1 0,1 1 0,1 0 1,1 1-1,-13 30 0,12-20-141,2 1 0,0 0-1,2 0 1,2 0-1,0 1 1,2-1 0,2 1-1,1 33 1,1-45-236,1 1 0,1-1 0,0 1 0,2-1 0,0 0 0,1 0 0,1-1 0,10 19 0,31 41-842</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10:38.593"/>
    </inkml:context>
    <inkml:brush xml:id="br0">
      <inkml:brushProperty name="width" value="0.035" units="cm"/>
      <inkml:brushProperty name="height" value="0.035" units="cm"/>
      <inkml:brushProperty name="color" value="#E71224"/>
    </inkml:brush>
  </inkml:definitions>
  <inkml:trace contextRef="#ctx0" brushRef="#br0">0 54 9154,'10'-19'432,"8"3"360,3 2-232,6 9-112,1 8-63,-5 18-241,0 15-80,-2 24-80,-3 7-32,-1 5-16,-4-5-72,1-14-489,-5-3-2167,-13-10 1536</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10:41.802"/>
    </inkml:context>
    <inkml:brush xml:id="br0">
      <inkml:brushProperty name="width" value="0.035" units="cm"/>
      <inkml:brushProperty name="height" value="0.035" units="cm"/>
      <inkml:brushProperty name="color" value="#E71224"/>
    </inkml:brush>
  </inkml:definitions>
  <inkml:trace contextRef="#ctx0" brushRef="#br0">474 428 8354,'-35'-8'733,"11"3"-324,0 0 1,0 1-1,-1 1 1,-29 1-1,51 3-402,-1-1 0,1 1 1,-1 0-1,1 0 0,-1 0 0,1 0 0,0 0 0,0 1 0,-1-1 0,1 1 0,0 0 0,1 0 0,-1 0 0,0 0 0,1 1 0,-1-1 0,1 1 0,-1 0 0,1-1 0,0 1 0,0 0 0,-1 4 0,-3 5-5,1 0-1,1 0 0,0 0 0,1 1 1,-2 14-1,-4 21 6,3 1 1,2-1-1,2 1 0,5 65 1,-1-90 9,2 1-1,0 0 1,1-1-1,2 1 1,0-2 0,2 1-1,0-1 1,2 0 0,0-1-1,22 30 1,-26-41 39,1-1 0,1 0 0,0-1 0,0 0 0,1-1 0,0 0 0,0 0 0,1-1 0,0 0 0,0-1 0,0 0 1,1-1-1,0 0 0,0-1 0,1-1 0,-1 0 0,1 0 0,-1-1 0,1-1 0,0 0 0,0 0 0,0-2 0,0 0 0,-1 0 0,1-1 0,18-5 0,-5-2 222,-1-2-1,-1 0 1,0-2-1,0-1 1,-1 0-1,21-19 0,5-8 201,63-67 0,-88 82-438,0-1 0,-2-1-1,-1-1 1,-1-1-1,-2-1 1,-1 0-1,-1-1 1,16-49-1,-24 55-32,-1-1-1,-1 1 0,-2-1 0,0 0 0,-2 0 1,-1-1-1,-4-39 0,2 50 2,-2 1-1,0 0 1,-1 0-1,0 0 1,-2 0 0,1 1-1,-2 0 1,0 0-1,-1 0 1,-1 1 0,0 0-1,0 1 1,-19-19 0,7 12 46,-1 2 1,-1 0 0,0 1 0,-2 1 0,0 1 0,0 2 0,-1 0 0,-48-15-1,47 19-10,-1 2-1,1 1 1,-1 1-1,0 1 1,-1 1-1,1 2 0,0 1 1,-1 1-1,-28 5 1,34-1-122,0 1 1,0 2 0,1 0-1,0 1 1,1 1 0,0 1-1,0 0 1,1 2-1,1 1 1,0 0 0,1 1-1,0 1 1,1 1 0,-14 19-1,9-9-699,2 1 0,0 1 0,3 0 0,0 2 0,2 0 0,1 0 0,1 2 0,-15 64 0,14-15-947</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10:42.347"/>
    </inkml:context>
    <inkml:brush xml:id="br0">
      <inkml:brushProperty name="width" value="0.035" units="cm"/>
      <inkml:brushProperty name="height" value="0.035" units="cm"/>
      <inkml:brushProperty name="color" value="#E71224"/>
    </inkml:brush>
  </inkml:definitions>
  <inkml:trace contextRef="#ctx0" brushRef="#br0">1 260 10330,'0'-7'81,"1"-1"0,1 1 0,-1 0 1,1 0-1,0-1 0,1 1 0,0 0 0,0 1 0,0-1 0,1 1 0,0-1 0,0 1 0,1 0 0,6-6 0,5-5-63,1 1 0,0 0 0,22-15 0,-34 28-11,7-7 20,1 1 0,-1 0 0,2 1-1,-1 0 1,1 2 0,0-1 0,15-4 0,-28 11-28,1 0 1,-1-1-1,0 1 0,0 0 1,0 0-1,0 0 0,1 0 1,-1 0-1,0 0 1,0 1-1,0-1 0,0 0 1,1 1-1,-1-1 0,0 0 1,0 1-1,0-1 0,0 1 1,0 0-1,0-1 1,0 1-1,0 0 0,0 0 1,-1-1-1,1 1 0,0 0 1,0 0-1,-1 0 0,1 0 1,0 0-1,-1 0 1,1 0-1,-1 0 0,1 0 1,-1 1-1,0-1 0,0 0 1,1 0-1,-1 0 0,0 0 1,0 0-1,0 1 1,0 0-1,0 8-6,0 0 0,0 0 0,-4 20 0,3-27 10,-4 26 17,-2 0 0,-1 0 1,-18 40-1,-46 80 951,44-94 154,27-53-1063,0 0-1,0-1 0,0 1 1,0 0-1,1 0 0,-1 0 1,0 0-1,1 0 0,0 0 0,-1 0 1,1 0-1,0 2 0,0-3-47,1-1 1,-1 0-1,0 1 0,0-1 0,0 1 0,0-1 0,1 0 0,-1 1 0,0-1 0,1 0 0,-1 1 0,0-1 0,0 0 0,1 0 0,-1 1 1,0-1-1,1 0 0,-1 0 0,1 0 0,-1 1 0,0-1 0,1 0 0,18 0 52,14-7-43,1-2 0,-2-1 0,1-1 0,34-19-1,-5 4-228,32-10-783,85-38-2777,-120 41 2912</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16:18.676"/>
    </inkml:context>
    <inkml:brush xml:id="br0">
      <inkml:brushProperty name="width" value="0.035" units="cm"/>
      <inkml:brushProperty name="height" value="0.035" units="cm"/>
      <inkml:brushProperty name="color" value="#E71224"/>
    </inkml:brush>
  </inkml:definitions>
  <inkml:trace contextRef="#ctx0" brushRef="#br0">2360 205 3041,'-72'-42'1786,"50"28"-1459,0 2-1,-1 0 0,-32-12 0,27 16 274,0 1-1,-1 2 1,-48-4-1,-88 6 513,118 4-931,0 2 0,0 2 0,1 2 0,-59 17 0,86-19-146,0 1 0,0 2 0,1 0-1,0 0 1,0 2 0,1 0-1,0 1 1,1 1 0,1 0-1,0 2 1,0-1 0,-22 28-1,32-33-28,-1 1 0,1-1 0,0 1 0,1 0-1,0 0 1,0 0 0,1 1 0,0-1 0,1 1 0,-2 14-1,3-16 11,1 0 0,0 1 0,0-1 0,1 0-1,0 0 1,1-1 0,0 1 0,0 0 0,0 0 0,1-1-1,0 1 1,1-1 0,6 11 0,1-3 29,0 0 0,1-1 0,0 0 1,1 0-1,0-2 0,2 1 0,-1-2 0,24 14 1,-18-13 1,2-1 0,0-1 0,0-1 0,1-1 0,45 10 0,-27-12 63,1-1-1,-1-2 1,0-3 0,1 0 0,-1-3-1,0-1 1,57-14 0,18-12 171,-98 24-230,0-1-1,-1 0 1,0-1 0,20-13 0,-33 18-31,0 1 0,0-1 0,0 0 0,0 0 0,-1-1 0,0 1 0,1-1 0,-1 1 0,-1-1 0,1 0 0,0 0 0,-1 0 0,0-1 0,0 1 0,0-1 0,-1 1 0,1-1 0,-1 1 0,0-1 0,-1 0 0,1 0 0,-1 1 0,0-7 0,-1 2 14,-1 1 0,1-1-1,-2 0 1,1 0 0,-2 1 0,1 0-1,-1-1 1,0 1 0,0 1 0,-1-1-1,-7-8 1,-3-3-9,-1 1-1,0 0 1,-2 1 0,0 1 0,0 1-1,-26-15 1,15 12-44,-2 2 1,0 0-1,-56-18 0,8 12-30,0 4 1,-152-16-1,146 26 19,-137 5 0,174 6-16,-1 2 1,1 2-1,1 3 1,-62 19-1,-42 31-23,135-52 73,0 0 1,0 2 0,1-1 0,0 2-1,1 0 1,-23 23 0,34-31-6,0 1 0,0-1 0,1 1 1,-1 0-1,1-1 0,0 1 0,0 0 0,0 1 0,0-1 0,1 0 0,0 0 1,-1 1-1,2-1 0,-1 1 0,0-1 0,1 1 0,0 4 0,1-4-14,0 1 0,0-1 0,1 1-1,0-1 1,0 1 0,0-1 0,0 0-1,1 0 1,0 0 0,0 0 0,7 7 0,4 3-79,1 0 0,0-1 0,1-1 0,1-1 0,0 0 0,20 10 0,-5-6 2,0-2 0,1-1 0,0-1 1,1-2-1,0-1 0,1-2 0,0-2 0,0 0 0,38-2 1,46-4 136,158-23 0,-234 20-49,50-6 40,274-41 122,-352 48-127,0 0 0,0-2 0,0 0-1,0 0 1,-1-2 0,17-9 0,-27 14 10,0-1 1,0 0 0,0 0-1,0 0 1,0-1 0,-1 1 0,1-1-1,-1 0 1,0 0 0,-1 0 0,1 0-1,-1-1 1,1 1 0,-1-1-1,-1 1 1,1-1 0,-1 0 0,1 0-1,-1 0 1,-1 0 0,1 0 0,-1-9-1,0 7 34,-1-1 1,0 1-1,0-1 0,-1 1 1,0-1-1,0 1 0,-1 0 0,0 0 1,0 0-1,-1 0 0,-4-6 0,1 3-22,-1 0-1,0 1 0,-1 0 1,0 0-1,0 0 1,-12-7-1,-7-1-45,0 0-1,-1 2 1,0 1 0,-40-13-1,-50-11-67,-2 4 1,0 7-1,-2 4 0,-187-10 0,218 30 6,0 3 0,-181 25 0,209-14 23,1 3 0,0 3 0,1 2 1,1 3-1,-58 30 0,91-38-3,0 2 1,1 1-1,-43 35 1,62-46-84,1 1 0,0 0 1,0 1-1,0-1 0,1 2 1,0-1-1,0 0 1,1 1-1,0 0 0,0 1 1,1-1-1,1 1 0,0-1 1,0 1-1,-2 13 1,5-18 2,-1 0 1,1-1 0,0 1 0,0-1 0,1 1-1,-1 0 1,1-1 0,0 1 0,0-1 0,3 8-1,0-7 10,0 1 1,0 0-1,1-1 0,-1 0 0,1 0 0,10 7 0,-15-12 103</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10:43.141"/>
    </inkml:context>
    <inkml:brush xml:id="br0">
      <inkml:brushProperty name="width" value="0.035" units="cm"/>
      <inkml:brushProperty name="height" value="0.035" units="cm"/>
      <inkml:brushProperty name="color" value="#E71224"/>
    </inkml:brush>
  </inkml:definitions>
  <inkml:trace contextRef="#ctx0" brushRef="#br0">669 330 9978,'-45'-9'287,"-162"-27"1024,174 32-1155,-1 2 0,0 1 0,0 2 0,-39 5 0,61-4-114,1 0 0,0 1-1,0 0 1,0 1 0,1 0 0,-19 10 0,23-10-31,0 0 0,0 1 0,0-1 0,0 1 0,1 1 1,0-1-1,0 1 0,0 0 0,1 0 0,0 0 1,-6 12-1,3-2 0,1 1 0,1-1 1,0 1-1,1 0 0,-2 27 1,-1 90 37,7-127-46,-1 17 4,2 0 0,0 0-1,2 0 1,0 0 0,2 0 0,1 0 0,12 32 0,-13-45 11,0 1 0,1-1 0,0 0-1,1-1 1,0 0 0,1 0 0,0 0 0,0-1 0,1 0 0,0 0-1,1-1 1,0-1 0,0 0 0,1 0 0,0-1 0,13 6 0,-11-7 46,0 0 1,0-1-1,0 0 1,1-2-1,0 1 1,-1-2 0,1 0-1,23-1 1,-17-1 66,-1-2 0,0 0 0,1-2 0,-1 0 0,26-11 0,-4-3 130,-1-1 1,-1-3-1,-1-1 0,55-45 0,-72 52-204,-1 0-1,-1-1 0,-1-1 0,-1-1 0,0-1 1,-1 0-1,-2-1 0,24-46 0,-31 53-44,-2 0 0,0-1 0,0 1 0,-1-1 0,-1 0 0,-1 0-1,0 0 1,-1-1 0,-1 1 0,-1 0 0,0 0 0,-1 0 0,0 0 0,-2 0 0,-8-27 0,2 19 5,-1 0 1,0 1-1,-2 0 1,-1 1 0,-1 1-1,0 0 1,-2 1-1,0 1 1,-1 0 0,-1 2-1,-1 0 1,0 1 0,-1 1-1,-1 0 1,-1 2-1,-24-11 1,28 16 3,0 1-1,0 0 1,-1 2 0,1 0-1,-1 1 1,-1 1 0,1 1-1,0 1 1,-25 1 0,28 2-11,0 0 1,0 1-1,1 1 1,-1 0-1,1 2 1,0 0-1,0 0 1,1 1-1,0 1 1,0 1-1,-25 19 1,25-15-87,0 1 1,0 1 0,2 0-1,0 1 1,0 0 0,2 1-1,0 0 1,1 1 0,1 0-1,0 1 1,2 0 0,0 0-1,-8 38 1,11-37-569,1 0 1,1-1-1,1 1 1,1 0-1,1 0 1,0 0-1,1-1 0,9 35 1,-3-30 25,1-1-1,15 28 1</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10:43.874"/>
    </inkml:context>
    <inkml:brush xml:id="br0">
      <inkml:brushProperty name="width" value="0.035" units="cm"/>
      <inkml:brushProperty name="height" value="0.035" units="cm"/>
      <inkml:brushProperty name="color" value="#E71224"/>
    </inkml:brush>
  </inkml:definitions>
  <inkml:trace contextRef="#ctx0" brushRef="#br0">222 153 10754,'-4'-6'217,"0"0"-1,1-1 0,-1 0 0,1 0 0,1 0 1,-3-8-1,5 13-184,0 0 0,0 0 1,-1 0-1,1-1 0,1 1 1,-1 0-1,0 0 0,0 0 0,1-1 1,0 1-1,-1 0 0,1 0 0,0 0 1,0 0-1,0 0 0,0 0 1,0 0-1,0 0 0,1 1 0,-1-1 1,1 0-1,-1 1 0,1-1 1,2-1-1,4-3 46,0 1 1,0 0-1,0 0 1,1 1 0,-1 0-1,1 1 1,0 0-1,0 0 1,1 1-1,15-3 1,-19 5-72,1-1-1,0 1 1,0 0 0,-1 0 0,1 1-1,0 0 1,0 0 0,-1 0 0,1 1 0,-1 0-1,1 0 1,-1 1 0,0 0 0,0 0-1,10 7 1,-14-8-5,0-1 0,0 1 1,0 0-1,0 0 0,-1 0 0,1 1 0,0-1 1,-1 0-1,0 0 0,0 1 0,1-1 0,-1 1 1,-1-1-1,1 1 0,0-1 0,-1 1 0,1 3 1,-1 0 9,0-1 0,0 0 1,-1 0-1,1 0 1,-1 0-1,-1 1 1,1-1-1,-4 7 1,-2 4 86,-1 0 0,-1-1 1,-1 0-1,-14 18 0,-11 7 633,-2-2-1,-2-1 1,-1-2 0,-63 42-1,99-74-585,20 2-39,-2 1-94,-1-6-4,0 0 0,0-1 1,0-1-1,19-4 0,22-2-9,-51 8-1,18-1-5,38 2 0,-54-1 6,-1 0 0,0 1 0,1-1 0,-1 1 0,0 0 0,0 1 0,1-1 0,-1 1 0,0 0 0,0 0 0,-1 0 0,1 0 0,0 1 0,-1-1 0,5 5 0,-6-5 1,-1 0 1,0 0-1,0 0 1,0 0-1,0 0 1,-1 0-1,1 0 1,-1 1-1,1-1 1,-1 0-1,1 0 1,-1 0-1,0 1 1,0-1-1,0 0 1,-1 0-1,1 0 1,0 1-1,-1-1 1,0 0-1,1 0 1,-1 0-1,0 0 1,0 0-1,0 0 1,0 0-1,-3 3 1,-3 5 26,0 0 0,-1-1-1,-15 15 1,3-5 93,-1-1 0,0-1 0,-2-1-1,0 0 1,-26 12 0,38-23-231,1 0 0,-1 0-1,0-1 1,0-1 0,0 0 0,0 0 0,-1-1-1,1-1 1,-1 0 0,0 0 0,1-1 0,-1-1 0,0 0-1,-18-4 1,24 4-330,1-1 0,-1 0 1,1-1-1,0 1 0,-8-6 0,-15-18-1435</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09T18:16:29.330"/>
    </inkml:context>
    <inkml:brush xml:id="br0">
      <inkml:brushProperty name="width" value="0.035" units="cm"/>
      <inkml:brushProperty name="height" value="0.035" units="cm"/>
      <inkml:brushProperty name="color" value="#E71224"/>
    </inkml:brush>
  </inkml:definitions>
  <inkml:trace contextRef="#ctx0" brushRef="#br0">468 288 3289,'0'-16'146,"0"-3"793,-4-36 0,4 53-915,0 1-1,0 0 1,-1-1 0,1 1-1,0 0 1,-1 0 0,1 0-1,-1-1 1,1 1 0,-1 0-1,0 0 1,1 0 0,-1 0-1,0 0 1,0 0 0,0 0-1,1 0 1,-1 0 0,0 1-1,0-1 1,-1 0 0,1 1-1,0-1 1,0 0 0,0 1-1,0-1 1,0 1 0,-1 0-1,1-1 1,0 1 0,0 0-1,-1 0 1,1 0 0,0 0-1,-1 0 1,1 0 0,0 0-1,0 0 1,-1 0 0,-1 1-1,-2 1 15,0-1 0,1 1 0,-1 0 0,0 0-1,1 1 1,0-1 0,-1 1 0,1 0 0,-4 4-1,-6 8 78,0 1-1,1 1 0,1 0 0,0 1 0,1 1 0,-14 33 0,11-24 9,-27 62 387,-57 184 0,-1 108-219,94-362-231,-11 54 255,15-68-240,1 1 1,-1 0-1,1 0 1,0 0 0,1-1-1,0 1 1,0 0-1,2 9 1,-1-13-48,0 0 1,-1 0-1,1 1 1,0-1-1,1 0 1,-1-1-1,0 1 0,1 0 1,0-1-1,-1 1 1,1-1-1,0 0 1,0 0-1,0 0 1,1 0-1,-1-1 0,0 1 1,1-1-1,6 2 1,4 0 12,0 0 0,0 0 0,29 0 0,-23-3-24,1-1 1,0-1-1,-1 0 0,0-2 0,1 0 0,-1-1 0,-1-2 0,1 0 1,-1 0-1,31-19 0,-24 10-7,0-2-1,0 0 1,-2-2-1,0-1 1,-2-1 0,32-39-1,49-75 113,97-168-1,-178 267-73,-1 0 1,-1-2-1,-3 0 1,18-59-1,-30 83-36,-2 0 0,0 0 0,-1 0 0,-1 0 0,0 0-1,-1-1 1,0 1 0,-1 0 0,-1 0 0,-1 0 0,0 0 0,-1 0 0,0 0-1,-1 1 1,-14-28 0,11 28-9,0 1 0,-1 0 0,0 0 1,-1 1-1,0 1 0,-1-1 0,-16-12 0,21 20-2,0-1-1,-1 1 1,0 0 0,1 0 0,-1 1-1,-1 0 1,1 0 0,0 1 0,-1 0-1,1 0 1,-1 0 0,0 1 0,1 0-1,-1 1 1,0 0 0,-12 1-1,4 2 1,1 1 0,0 1 0,0 0-1,0 0 1,1 2 0,0 0-1,0 0 1,-18 14 0,5-1 7,1 0 1,-44 48-1,30-23-4,3 1 0,2 3 0,3 1-1,-42 82 1,-81 227-19,149-344 14,1-2 1,0 1-1,0 1 1,1-1-1,1 1 1,-2 18-1,5-29 0,-1 0-1,1-1 1,0 1 0,1 0-1,-1 0 1,1 0 0,-1-1 0,1 1-1,0 0 1,1-1 0,-1 1-1,1 0 1,-1-1 0,1 0-1,0 1 1,0-1 0,1 0-1,-1 0 1,0 0 0,1-1-1,0 1 1,0 0 0,0-1-1,0 0 1,6 4 0,2-1-5,0-1 0,-1 0 0,1-1 0,1 0 0,-1-1 0,0 0 0,1-1 0,14 0 0,-5-1-19,1-1 0,-1-1 0,35-7 0,-33 2 5,0-1-1,-1 0 0,0-2 1,-1 0-1,0-2 0,-1 0 1,0-1-1,33-29 0,-21 13 31,-2-1-1,-1-2 0,-1 0 0,25-40 0,-28 32 19,-1-1 0,-3-1 0,-1-1 0,-2 0 0,14-53 0,-17 41 8,-3 0 0,-3 0 0,5-112 0,-14 160-31,1-4-1,-1 1 1,0-1-1,-1 0 1,0 1-1,-5-19 1,6 27-6,-1 1 0,0-1 0,1 1 1,-1-1-1,0 1 0,0 0 0,1 0 0,-1-1 1,0 1-1,0 0 0,0 0 0,-1 0 0,1 0 1,0 0-1,0 0 0,-1 0 0,1 0 0,0 0 0,-2 0 1,0 1-3,1-1 0,-1 1 0,1 0 0,0 0 0,-1 0 0,1 0 0,-1 1 0,1-1 0,0 1 0,-1-1 0,1 1 0,0 0 1,-1 0-1,1 0 0,0 0 0,-3 2 0,-12 7-17,1 1 0,0 1-1,0 0 1,1 1 0,-19 22 0,-65 85-116,97-116 131,-151 206-173,-66 84 76,147-212 90,-51 65 16,115-136 6,0 0-1,1 0 1,1 1-1,0 0 1,-5 16-1,10-26-7,0 0 1,0 1-1,0-1 1,1 1-1,-1-1 0,1 1 1,0-1-1,0 1 1,0 0-1,0-1 0,0 1 1,0-1-1,1 1 1,-1-1-1,1 1 0,0-1 1,0 1-1,0-1 1,0 0-1,0 1 1,0-1-1,1 0 0,-1 0 1,1 0-1,-1 0 1,1 0-1,0 0 0,0 0 1,0 0-1,0-1 1,0 1-1,4 1 0,1 0 2,0 0-1,0 0 0,0-1 0,1-1 0,-1 1 0,0-1 0,1 0 0,-1-1 0,11 0 1,5-1-13,40-8 0,-37 3 0,0-1-1,-1-1 1,0-2 0,0 0 0,-1-2 0,0 0 0,36-27 0,-9 1 18,-2-2 0,47-51 0,-60 53 19,-1-1-1,-1-2 0,-3-1 0,33-58 1,-48 70-12,-1-1 0,-1 0 1,-2 0-1,-1-1 0,-1-1 1,-2 0-1,6-53 0,-13 75-7,0 0 0,-1 0 0,0 0-1,-1 0 1,0 1 0,-1-1 0,-3-14 0,3 21-4,1 0 0,0 1 0,-1-1 0,0 1 1,0 0-1,0-1 0,0 1 0,0 0 0,-1 0 0,1 0 1,-1 1-1,0-1 0,0 1 0,0-1 0,0 1 0,0 0 1,-1 0-1,1 0 0,-1 1 0,1-1 0,-1 1 0,1 0 1,-7-2-1,2 3 2,0-1 0,0 1-1,0 0 1,0 1 0,0 0 0,0 0 0,0 0 0,0 1 0,0 1 0,1-1 0,-1 1-1,1 0 1,0 1 0,-8 5 0,-10 7-5,0 1 0,-33 31 0,11-4-24,3 1 1,2 3-1,-37 52 0,-93 169-130,154-239 105,3 1 1,-14 37-1,23-52 24,1-1 0,1 1 0,1 0 0,0 0 0,1 1 0,1 23 0,0-37 19,1 1 0,1 0 0,-1 0-1,0-1 1,1 1 0,0-1 0,0 1 0,0 0 0,0-1-1,1 0 1,-1 1 0,1-1 0,0 0 0,0 0-1,0 0 1,0 0 0,0 0 0,1 0 0,0-1 0,-1 1-1,1-1 1,0 1 0,0-1 0,0 0 0,0-1 0,1 1-1,-1 0 1,0-1 0,1 0 0,-1 0 0,1 0 0,0 0-1,-1 0 1,1-1 0,0 1 0,-1-1 0,1 0 0,6-1-1,2 0 0,0-1 0,-1-1 0,1 0 0,-1 0-1,0-1 1,1-1 0,-2 0 0,1 0 0,10-8 0,90-67 11,-106 76-6,58-48 52,-2-3 1,-2-2-1,68-87 0,-109 121-36,-2 0-1,0-2 1,14-30-1,-26 48-11,-1-1-1,1 1 0,-2-1 0,1 0 1,-1 0-1,0 0 0,-1-1 1,0 1-1,0 0 0,0 0 1,-1-1-1,-1 1 0,1 0 0,-2-1 1,-2-13-1,1 17-6,1 0-1,-1 1 0,0-1 1,0 1-1,0 0 1,0 0-1,-1 0 1,0 0-1,1 1 1,-1-1-1,-1 1 1,1 0-1,0 0 0,-1 0 1,0 1-1,0 0 1,1 0-1,-1 0 1,0 0-1,-1 1 1,-8-2-1,0 1-10,0 0 0,0 1 0,0 1 0,0 0 1,-1 1-1,1 0 0,-14 4 0,9 0 7,1 1 0,0 1 0,-1 0-1,2 2 1,0 0 0,0 1 0,0 0 0,1 2 0,-16 14 0,-7 10-9,1 1 1,-35 46-1,41-43 0,1 1 0,3 2 0,-31 60 0,45-74 4,1 1-1,2 0 1,0 1-1,3 0 0,0 0 1,-3 41-1,9-64 6,1 0-1,1 0 0,0 0 1,0 0-1,0 0 0,1 0 1,0 0-1,1 0 0,0 0 1,0-1-1,4 9 0,-5-15 7,0 0 0,0 1 1,0-1-1,0 0 0,0 0 0,0-1 0,0 1 0,1 0 0,-1 0 0,0 0 0,1-1 0,-1 1 0,1-1 1,-1 1-1,0-1 0,1 1 0,-1-1 0,1 0 0,-1 0 0,1 0 0,-1 0 0,1 0 0,-1 0 0,1 0 0,-1-1 1,1 1-1,-1 0 0,1-1 0,-1 1 0,1-1 0,-1 1 0,0-1 0,1 0 0,1-1 0,15-9 45,0 1-1,-1-2 0,24-21 0,47-50 225,-47 43-141,163-165 311,-149 153-374,57-71 0,-94 100-53,-1 0 0,-2-1 0,0-1-1,-2 0 1,0-1 0,12-38 0,-23 57-14,0 0-1,-1 0 1,1 0 0,-1 0 0,-1 0-1,0 0 1,0 0 0,0 0 0,-1 0 0,0 0-1,0 0 1,0 0 0,-5-12 0,4 16-4,1 0 1,-1 1-1,1-1 1,-1 0-1,0 1 1,0-1-1,0 1 1,0 0-1,0 0 1,-1-1-1,1 1 1,-1 1-1,0-1 0,1 0 1,-1 1-1,0-1 1,0 1-1,0 0 1,0 0-1,0 0 1,0 0-1,0 1 1,0-1-1,0 1 1,0 0-1,0 0 1,-1 0-1,1 0 1,0 0-1,0 1 1,0 0-1,-6 1 1,-3 2-7,1 0 1,0 1-1,0 0 0,0 0 1,0 1-1,1 1 0,0 0 1,0 0-1,-10 11 0,-15 16-6,-29 37 1,46-49 10,-16 18 7,-49 76 1,68-90-13,1-1 0,2 1-1,0 1 1,-14 49 0,17-43-344,2 0 0,-5 61 0,12-78 218,1-1 0,3 19-1,-4-32 130</inkml:trace>
</inkml:ink>
</file>

<file path=ppt/ink/ink397.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5-01-08T18:05:11.459"/>
    </inkml:context>
    <inkml:brush xml:id="br0">
      <inkml:brushProperty name="width" value="0.05292" units="cm"/>
      <inkml:brushProperty name="height" value="0.05292" units="cm"/>
      <inkml:brushProperty name="color" value="#FF0000"/>
    </inkml:brush>
  </inkml:definitions>
  <inkml:trace contextRef="#ctx0" brushRef="#br0">11060 5233 1359 0,'30'-15'33'16,"15"-2"-27"-16,10 1-4 15,35-1 0-15,11 0-4 0,27 0-20 16,14 3-5 0,14 1-8-16,13 0 4 0,21 4 20 15,5 1 7-15,23 5 4 16,4 3 2-16,15 2 0 15,7 2 6-15,7-1 21 16,3 0 9-16,3 0 21 16,0 3-1-16,-4 5-12 15,10 3-2-15,-3 4 1 16,0 0-21-16,7-1-18 16,-3-1 0-16,0-8-6 15,-8-2 0-15,-7-5 0 16,-16-1-3-16,-12-3 6 15,-3 0 0-15,-27 3-3 16,-10 4-6-16,-29 5-102 16,-20 2-274-16,-40-4 246 0</inkml:trace>
</inkml:ink>
</file>

<file path=ppt/ink/ink398.xml><?xml version="1.0" encoding="utf-8"?>
<inkml:ink xmlns:inkml="http://www.w3.org/2003/InkML">
  <inkml:definitions>
    <inkml:context xml:id="ctx0">
      <inkml:inkSource xml:id="inkSrc0">
        <inkml:traceFormat>
          <inkml:channel name="X" type="integer" max="29376" units="cm"/>
          <inkml:channel name="Y" type="integer" max="16524" units="cm"/>
          <inkml:channel name="F" type="integer" max="4095" units="dev"/>
          <inkml:channel name="T" type="integer" max="2.14748E9" units="dev"/>
        </inkml:traceFormat>
        <inkml:channelProperties>
          <inkml:channelProperty channel="X" name="resolution" value="1000.20428" units="1/cm"/>
          <inkml:channelProperty channel="Y" name="resolution" value="1000.24213" units="1/cm"/>
          <inkml:channelProperty channel="F" name="resolution" value="0" units="1/dev"/>
          <inkml:channelProperty channel="T" name="resolution" value="1" units="1/dev"/>
        </inkml:channelProperties>
      </inkml:inkSource>
      <inkml:timestamp xml:id="ts0" timeString="2025-01-08T18:05:19.675"/>
    </inkml:context>
    <inkml:brush xml:id="br0">
      <inkml:brushProperty name="width" value="0.05292" units="cm"/>
      <inkml:brushProperty name="height" value="0.05292" units="cm"/>
      <inkml:brushProperty name="color" value="#FF0000"/>
    </inkml:brush>
  </inkml:definitions>
  <inkml:trace contextRef="#ctx0" brushRef="#br0">3791 6439 684 0,'-2'-4'37'0,"2"4"20"16,0 0 22-16,0 0 10 16,0 0-7-16,0 0-32 15,1 0-27-15,20-5-7 16,-2 7 5-16,6 0 10 16,1-1 8-16,8-1 0 15,2-4-2-15,9-2-5 16,7-2-4-16,10-3-1 15,3 2-4-15,4 2-2 16,-4 3-1-16,3 5-7 16,-1 3 1-16,5 2-6 15,0-1-1-15,1-3-3 16,3-2 2-16,1-8 8 0,4-3 1 16,-3-5 4-16,-5-2 14 15,-8 0 12-15,-5 0 3 16,-6 6-4-16,-5 1-8 15,-10 3-9-15,-4 2-12 16,-9 1-6-16,-5 0-3 16,-3 1-3-16,-4 0-3 15,-5 0 0-15,-1 0 6 0,-5 1 3 16,-3 3 0 0,0 0 15-16,0-1 9 0,0 0 9 15,0 0-1-15,0 0-14 16,-1-1-6-16,1 0-18 15,-1 0 3-15,0 1 0 16,0-1-6-16,0 0 0 16,0 1 0-16,0 0-6 15,1 1 6-15,-1-1-6 16,0 0 3-16,0 0-3 16,0 0 0-16,1 0 0 15,0 0-6-15,0 1-9 16,0 0-23-16,1 0-85 15,0 0-59-15,0 1 117 16</inkml:trace>
  <inkml:trace contextRef="#ctx0" brushRef="#br0" timeOffset="11945.34">3804 7088 75 0,'0'-2'44'0,"-3"-1"58"16,3 3 10-16,0 0-12 16,0 0 3-16,-1 0-37 0,-13 16-22 15,6 11-22-15,4 10 6 16,1 15 8 0,2 7 5-16,5 10-9 0,4 3-2 15,4 2-17-15,2-3 1 16,-4-13-7-16,0-8 0 15,-5-20-1-15,-3-9 4 16,-1-14 6-16,-1-7 11 0,0 0 50 16,0 0 7-16,1-10-15 15,-6-6-7-15,2-15-42 16,1-5-14-16,1-11-5 16,1-4-1-16,-1-6-1 15,1-1-7-15,-1 2 0 16,2 3-4-16,2 3 5 15,-1 3-1-15,-2 5-4 16,1 5 3-16,-1 11-5 16,-1 8 6-16,0 11 14 15,1 7 4-15,0 0 3 16,-1 7-1-16,3 16-4 16,1 9-2-16,3 18-5 15,2 7 5-15,3 8-4 16,-1 2-2-16,3 2 2 15,0-6-2-15,-5-13 0 16,-1-13 2-16,-4-22 0 0,-3-14 2 16,0-1 11-16,-8 0 3 15,-2-16-1-15,3-8 1 16,-8-18-14-16,0-6-2 16,6-9-10-16,-2-1-10 15,5 5-7-15,6 2-6 16,-2 4-6-16,-1 4 8 0,1 11 8 15,0 6 9-15,-1 16 22 16,-2 8 0-16,6 18 1 16,5 15-5-16,5 23-4 15,6 15-4-15,2 25-8 16,-2 9-44-16,9 8 35 16</inkml:trace>
  <inkml:trace contextRef="#ctx0" brushRef="#br0" timeOffset="17726.7">3966 9571 260 0,'0'0'9'16,"0"-1"9"-16,1 0-16 15,0-1 0-15,0 1 0 0,0-1-2 16,-1 0 3-16,1 0 10 16,0 2 31-16,0-1 13 15,21 1 21-15,-19 15 20 16,3 9-34-16,4 2-16 15,2 8-18-15,2 2-12 16,3 3-2-16,2-1 2 0,3 2 0 16,1 3 0-16,1 3 1 15,1 4-3-15,-2 1-5 16,-3 0 3-16,2-2 2 16,-4-2 2-16,3 1 7 15,-1 1 0-15,1 11-2 16,0 1-5-16,-2 7 9 15,-1-4 6-15,0-6-2 16,-1-3-2-16,2-7-10 16,0-3-7-16,2-6-8 15,3-3 1-15,-1-5-1 16,1-3-2-16,3-2-2 16,-2-1 2-16,1-2 0 15,-1 0 0-15,1-1 0 16,0 1-2-16,1 2 0 15,3 1 0-15,3 4 2 16,0 2 2-16,6 5-4 0,1 2 0 16,-3 0 0-16,1-1 0 15,-3-4 0-15,0-3 0 16,1-4 2-16,2-3 2 16,4-1 1-16,2-2 3 15,3 0 0-15,0 3-2 16,1 4-2-16,-3 4 0 15,2 4-3-15,1 2 5 0,4-2 4 16,1-2 0-16,1-5 5 16,-1-3 1-16,-3-6-7 15,1-3 3-15,3-6-8 16,2-3-2-16,3-3 2 16,0-2 1-16,-3-2 5 15,-2-1 2-15,3-1-3 16,4-2-3-16,-1-3-2 15,-5-1-2-15,-9 0 0 16,-5-2-2-16,-4 0 2 16,3 1 0-16,-1 0 0 15,0 2 0-15,-3 2-2 16,1 2 2-16,-5 2 2 16,-1 1-2-16,-4 0 3 15,-4 3 1-15,0-1-4 16,-3 1 0-16,0-2-2 0,-2 0 2 15,-2-1 0-15,-1 0 0 16,-6 0-2-16,1 0 2 16,-6 1-2-16,-4-2 2 15,0 0 7-15,0 0 9 16,0 1 9-16,0 0 8 0,0 0-4 16,0 0-6-1,6 28 11-15,-6-29-12 0,0 1-18 16,0 0-3-16,0 0 0 15,0-1 0-15,0 1 0 16,0 0 0-16,0 0-3 16,0 1 3-16,0-1-3 15,0 0 0-15,0-1 0 16,0 1 0-16,0 0 0 16,0 0 6-16,0 0-6 15,0 0-3-15,0 0 3 16,0-1 0-16,0 1 0 15,0 0 0-15,0 0-3 16,0 0 3-16,0 0 3 16,1 0 3-16,0-1-6 15,0 1-3-15,0 0 3 16,0 0 3-16,0 0-3 0,-1 0 3 16,1 0-3-16,0 0 0 15,0-1 3-15,0 1-3 16,0 0 0-16,0 0-3 15,-1 0 3-15,1 0 0 16,-1 0 3-16,0-1-3 0,0 1 0 16,1 0 0-16,0 0 0 15,0 0 0-15,0 0-18 16,0 0-6-16,0-1-35 16,0 1 16-16,30 0-50 15,-18-10-75-15,3-9 96 16</inkml:trace>
  <inkml:trace contextRef="#ctx0" brushRef="#br0" timeOffset="27083.95">8991 9029 541 0,'-12'-2'70'15,"1"-1"113"-15,4 0-131 16,7 3 3-16,0 0-3 16,-1 0-11-16,1-1-25 15,-1-15-5-15,12 8-4 16,3-1 2-16,11 1 15 15,8-1 7-15,18 2 13 16,14 0 9-16,18-1-1 16,6 0-6-16,10 1-9 15,4-2-10-15,10 0-9 16,8 3-5-16,12 2-3 0,0 3-2 16,9 6 5-16,-1 5-3 15,5 5 2-15,1 0-3 16,-8 1-5-16,2-2 2 15,-12-6-4-15,-7-2 0 16,-5-6 0-16,-11-4-2 16,-14-6 2-16,-5-2 0 15,-5-4-2-15,2-2 0 0,-1-4-8 16,0 0-4-16,-6 0-203 16,-4-1 153-16</inkml:trace>
  <inkml:trace contextRef="#ctx0" brushRef="#br0" timeOffset="28476.56">9799 6743 942 0,'-66'-37'32'0,"-5"5"-23"16,-6 4-5-16,-5 4 10 15,-2 5 6-15,-10 3 18 16,0 2-7-16,2 5 0 15,3 1-10-15,8 4-3 16,-1 3-3-16,0 4-1 16,0 5 1-16,-1 12-7 15,0 6-2-15,0 16-6 16,-1 9 0-16,8 11-4 16,11 6-2-16,9 5 2 15,5 4 0-15,25 8 2 16,12 3 2-16,31 4-6 15,17 0 5-15,26 0-3 16,14-4 0-16,32-12 2 16,13-12-4-16,33-24 6 0,9-11 0 15,21-21-2-15,5-8 2 16,7-15-6-16,4-9 4 16,-6-13-3-16,-1-7-1 15,-8-13 4-15,-9-10-2 16,-22-11 2-16,-10-8 0 15,-38-9-8-15,-16-2-9 0,-43 2-37 16,-21 3-25-16,-38 11 8 16,-23 6 19-16,-45 12 54 15,-18 7 18-15,-42 15 2 16,-13 7 10-16,-28 14-3 16,-10 7-4-16,-7 13-12 15,1 7-15-15,0 12-160 16,9 5 114-16</inkml:trace>
  <inkml:trace contextRef="#ctx0" brushRef="#br0" timeOffset="31799.75">6379 8820 430 0,'-5'-11'74'0,"-3"1"104"15,1 2-73-15,-1 3-57 16,8 5-14-16,-1 0-9 16,1 0-5-16,-1 0-8 0,0 0-5 15,-6 13-1-15,5 13 6 16,3 26 20-16,3 13 2 16,-2 23-5-16,-3 8-10 15,-3 11-12-15,-2 0-1 16,-2-1-4-16,1-6 2 15,-1-22 13-15,0-14 12 0,4-30 35 16,2-12 10-16,2-22-8 16,0 0-16-16,14-11-28 15,-3-12-15-15,8-23-1 16,2-11-2-16,-1-15-4 16,-1-5-2-16,-6-4-6 15,0-1 3-15,-5-1-9 16,1 0 2-16,-1-3-1 15,-4 5-1-15,2 15 10 16,1 13-1-16,-2 30-1 16,0 16 2-16,-4 28 6 15,-3 21 6-15,-1 37 9 16,1 19 0-16,-3 30-5 16,3 7-2-16,0 1-6 15,1-6-1-15,1-28 3 16,-1-18 0-16,3-37 2 15,2-16 2-15,3-20 3 0,6-9-3 16,8-15-6-16,7-12 1 16,10-32-3-16,7-19 2 15,10-28-6-15,-1-11 0 16,-2-6-3-16,-2 1-3 16,-13 5-2-16,-3 6-1 15,-11 24 5-15,-7 17-2 16,-12 36 6-16,-6 18 10 0,-12 28 1 15,-7 18 5-15,-12 39 3 16,-11 21-1-16,-19 37-6 16,-6 11 1-16,-9 12-3 15,1-1-2-15,12-23 2 16,4-14 3-16,8-41 49 16,4-18 17-16,7-29 19 15,10-13-18-15,16-15-24 16,7-11-25-16,8-27-23 15,2-16-9-15,12-38-29 16,6-15-10-16,8-19-18 16,1-3-18-16,1 7-17 15,-6 7 9-15,-8 21 57 16,-2 15 10-16,-10 34 13 16,-2 16 4-16,-3 29 14 15,-5 14 1-15,-1 27 8 0,-3 17 24 16,-5 32 0-16,-4 13-9 15,3 14-16-15,3-1-8 16,6-15-12-16,7-14-3 16,1-32-3-16,-1-16 3 15,1-24 0-15,0-12 0 16,0-1 3-16,0 0 0 0,-6-16-14 16,3-9 2-16,-8-21-15 15,-1-6-3-15,1-3 18 16,2 6 0-16,4 19 15 15,3 10 3-15,2 20-6 16,2 2 0-16,6 16 0 16,3 8 3-16,5 12 9 15,2 1-6-15,-1-8 3 16,1-6-9-16,0-18-9 16,-2-9-6-16,5-25 6 15,-2-13-3-15,3-25-3 16,0-11 9-16,-4-14-5 15,-2 3-1-15,-4 8 2 16,-4 10 4-16,-4 31 6 16,-1 14-1-16,-3 32 6 0,-2 18 5 15,0 30 6-15,2 17 5 16,1 23 9-16,5 2-6 16,4-13-21-16,1-16-3 15,3-34-27-15,1-18-9 16,2-25 19-16,-1-12-1 15,0-19-1-15,0-9-8 16,-5-13 5-16,0 0 1 0,-8 3 15 16,-3 11 4-16,-3 20 4 15,-4 11 10-15,-7 27 7 16,-3 12 4-16,-9 22-7 16,-1 7-2-16,2 3-13 15,1-5-1-15,8-16 2 16,4-11 2-16,5-13 2 15,7-10 0-15,-1 0 0 16,0 0-2-16,0 0-4 16,-19-12 0-16,16 2-2 15,-1 1 0-15,3 3-4 16,2 6 4-16,0 0 2 16,0-1 0-16,0 0 4 15,0 1-4-15,0-1 4 16,0 1-2-16,0 0 0 15,0 0 0-15,0 0-1 0,0 0-1 16,0 0 4-16,0 0-4 16,0-1 4-16,0 1 0 15,13-7-4-15,4 6 5 16,21 1 10-16,12 1 3 16,31 1 9-16,12 2 6 15,20 1-3-15,7 1-1 16,17 1-8-16,13-1-9 0,22-1-3 15,12-1-3-15,15 2 6 16,8 2 0-16,17 7 18 16,4 6 0-16,13 11-3 15,8 6-3-15,4 6-12 16,1-1-3-16,-1-3 0 16,-9-6-6-16,-13-14 3 15,-9-6 0-15,-19-15-1 16,-9-6 1-16,-18-9 3 15,-10-4-3-15,-22-4 0 16,-16 2-3-16,-28-1-47 16,-17 1-52-16,-29-1-122 15,-13-2 26-15,-28-4 123 16</inkml:trace>
  <inkml:trace contextRef="#ctx0" brushRef="#br0" timeOffset="32695.42">12059 9356 2067 0,'-14'97'18'0,"8"22"-102"15,6 16-26-15,12 16 44 16,1 1 24-16,3-2-45 16,-1-3 4-16,-7-21 13 15,-2-16 60-15,-10-38 72 16,0-21 39-16,-2-28 25 16,1-9-13-16,2-20-53 15,0-10-12-15,-4-39-36 16,-3-27-12-16,2-50-3 15,1-20-6-15,10-19 9 16,6-4-21-16,16 0-30 0,6 2-17 16,16 15-4-16,3 14 9 15,6 29 42-15,0 20 9 16,-4 38 9-16,-2 20-3 16,-13 38 0-16,-5 23 3 15,-13 28-6-15,-9 14 6 16,-8 18-6-16,-4 6-6 15,-19 10 1-15,-10 5 2 0,-25 7 9 16,-12 0 3-16,-10-12 15 16,1-10 5-16,7-30 19 15,13-18-9-15,23-33-33 16,12-15-51-16,27-38-115 16,11-11 134-16</inkml:trace>
  <inkml:trace contextRef="#ctx0" brushRef="#br0" timeOffset="33460.4">12565 9953 2772 0,'3'6'44'0,"9"0"-72"0,5-1-60 16,17-7-27-16,7-5-32 15,12-13 45-15,2-5-36 16,2-5 1-16,-4-2 29 16,-10 1 76-16,-4 1 26 15,-14 0-36-15,-6 0-30 16,-11 1-18-16,-5 1-2 16,-13 6 29-16,-7 3 40 0,-14 5 12 15,-10 6 1-15,-9 12 10 16,-3 8 8-16,0 20 15 15,3 8 38-15,8 24 5 16,4 7-7-16,11 18-14 16,8 4 3-16,9-2 12 15,6-7 11-15,15-16 13 16,5-11-3-16,13-20-36 16,7-8-22-16,12-22-40 15,3-10-10-15,11-21-21 16,-1-11 3-16,-1-13 15 15,-6-7-3-15,-9-4 21 16,-5 3 12-16,-11 6-3 16,-7 7 6-16,-6 14 9 15,-3 9-9-15,-6 14 9 0,1 6 21 16,-4 17 15-16,-3 9 3 16,0 19 0-16,-2 9-16 15,0 8-20-15,1-2 3 16,-5-14-3-16,3-11 3 15,-2-19 21-15,4-15-12 16,0-1-26-16,1-17-10 16,9-33-31-16,5-22-44 15,8-38-26-15,3-16-19 16,10-16-29-16,3-4 14 0,6-2 49 16,3 2 44-16,0 13 37 15,-1 11 6-15,-1 35 6 16,-7 23 10-16,-9 46 15 15,-5 26 48-15,-5 51 69 16,-1 25 10-16,-1 55-34 16,-4 20-17-16,0 26-63 15,-3-3-45-15,-3-29-30 16,-1-23-27-16,-6-46-53 16,-2-18-37-16,-11-29-73 15,-6-12 105-15,-8-29 68 16</inkml:trace>
  <inkml:trace contextRef="#ctx0" brushRef="#br0" timeOffset="34644.57">13410 9830 1900 0,'-2'27'233'0,"1"-1"146"15,10-5-357-15,8-4-27 16,21-12-41-16,12-9-21 15,22-21-85-15,6-12-102 0,11-16-30 16,-1-3 53-16,-1 7 105 16,-8 9 2-16,-17 20 19 15,-13 10 20-15,-22 14 65 16,-10 3 52-16,-17 6 62 16,-4 1 19-16,-9 1 9 15,-3 0 10-15,0-3 105 16,-1-3 14-16,2-4-63 15,1 1-92-15,2-5-120 16,0 1-48-16,3 1 1 16,4 0-1-16,1 1 57 15,2 2 18-15,3 1 9 16,3 1-12-16,13 2-24 16,8-2-6-16,11-4-12 15,4-4 15-15,5-8 1 0,6-4-1 16,-9-4 12-16,-3-3 6 15,-11-6 0-15,-7-1 6 16,-5-7 3-16,-4-3 0 16,-5 0 15-16,-7 1 3 15,-5 7 6-15,-5 4 8 16,-7 12 4-16,-1 11 21 16,-16 19 6-16,-5 15 0 15,-6 31-10-15,-1 13-26 0,13 19-21 16,7 1-9-16,16-9 0 15,6-8-3-15,11-23 18 16,12-10-6-16,17-20-9 16,13-9-18-16,17-23-71 15,7-14-13-15,14-26-77 16,5-13-36-16,-2-12 58 16,-7-2 20-16,-20 3 10 15,-17 6 18-15,-15 13 72 16,-9 10 59-16,-14 17 83 15,-7 8 20-15,-8 8 18 16,-5 5 20-16,-11 4 157 16,-4 4-10-16,-1 7-107 15,0 3-60-15,5 5-70 16,6-1-38-16,4 0-42 0,0-1-33 16,13 0-30-1,2 1-18-15,13-1 24 0,6-4 12 16,12-6 9-16,7-7 4 15,9-12 0-15,5-7 7 16,7-13-1-16,3-3 9 16,-3-8 0-16,0-6-12 15,-12-6-6-15,-9-4 6 0,-14-8 19 16,-6-1 5-16,-10-2 15 16,-5-1 12-16,-8 1 8 15,-1 1 22-15,-4 6 42 16,3 7 15-16,0 18 32 15,0 10-49-15,4 16-28 16,1 10-8-16,-3 7-32 16,3 22-5-16,0 43-16 15,2 20-14-15,3 35-15 16,2 5-9-16,3-9-11 16,0-14-14-16,0-34 16 15,-1-20 7-15,-6-30-52 16,-2-8-27-16,-10-21-71 15,-8-10 2-15,-13-22 133 16,-9-11 12-16,-8-7 32 0,-4 0 7 16,6 10 18-16,6 11 17 15,18 16 47-15,7 7 103 16,14 10 164-16,0 0-18 16,0 0-167-16,4 3-45 15,25 5-78-15,16 1-21 16,25-3-22-16,9-5-13 15,14-14-89-15,8-9-76 0,9-13-269 16,8-2 212-16</inkml:trace>
  <inkml:trace contextRef="#ctx0" brushRef="#br0" timeOffset="35067.5">16690 8723 2702 0,'-101'7'64'0,"-9"9"-27"16,-2 8-39-16,7 18-6 15,5 12 0-15,24 19 14 16,10 8-1-16,21 3-10 0,14-6-9 15,23-13-4-15,11-8-6 16,23-7-22-16,13 0-24 16,21 2-46-16,8 1 1 15,8 5 48-15,-5 4 13 16,-16 7 39-16,-10 2 0 0,-29 2 0 16,-15 0-12-1,-28-3 18-15,-15-3 30 0,-23-3 39 16,-10-3 8-16,-15-8-16 15,-4-8-14-15,1-19-16 16,5-8-7-16,14-19-31 16,11-11-28-16,18-21-109 15,13-12-110-15,25-21-125 16,13-7 145-16,30-6 162 16</inkml:trace>
  <inkml:trace contextRef="#ctx0" brushRef="#br0" timeOffset="35180.33">16440 9935 839 0,'14'164'75'0,"-6"26"81"16,-5 13-161-16,-5 21-3 16</inkml:trace>
  <inkml:trace contextRef="#ctx0" brushRef="#br0" timeOffset="36159.8">16269 11701 1427 0,'-17'-97'23'0,"0"-19"4"15,6-49 2-15,4-21 6 16,9-26-5-16,9-17 6 0,14-2-21 16,14 3-12-16,25 4 3 15,11 11-3-15,7 26-3 16,2 20 0-16,-6 43-3 15,-3 24-3-15,-12 50-3 16,-12 20-6-16,-22 41-21 16,-17 22 12-16,-24 38 11 15,-14 16 5-15,-28 25 10 16,-11 6 4-16,-8-5 28 16,1-10 62-16,7-27 92 15,4-16 27-15,11-26-24 16,9-12-72-16,17-18-97 15,11-11-42-15,19-27-68 16,12-16-40-16,22-31-52 16,10-9-5-16,11-4-54 0,2 8 115 15,-2 25-51-15,-4 17-9 16,-9 27 26-16,-9 15 65 16,-15 17 202-16,-4 12 57 15,-13 14-2-15,-2 9-3 16,-5 11-43-16,1 1 134 15,2-7-16-15,1-9-51 0,11-16-89 16,0-9-67-16,16-13-46 16,3-6-19-16,4-13 3 15,2-10 0-15,-1-15 9 16,2-8-20-16,-9-14-34 16,-4-5-9-16,-9 1-2 15,-4 6 20-15,-14 17 27 16,-6 11 9-16,-17 17 33 15,-11 8 27-15,-5 14 78 16,-3 7 17-16,3 11 16 16,3 3-19-16,10-6-59 15,4-7-38-15,13-12-48 16,7-6-54-16,13-17-36 16,9-12-31-16,12-23 19 15,7-9 14-15,6-12 10 16,0-5 21-16,4-9 64 0,-4-5 7 15,-3-2 12-15,-3 5 4 16,-8 24 13-16,-4 16 46 16,-10 29 89-16,-3 12 48 15,-6 29 28-15,-1 20-48 16,-1 58-89-16,-2 25-33 16,0 32-47-16,1 0-8 15,1-29-19-15,3-17-16 0,-3-38-48 16,-5-16-52-16,-6-25-89 15,-7-10-6-15,-11-21 54 16,-4-9 68-16,-10-20 82 16,-3-7 8-16,-2-10 15 15,1 1 13-15,4 8 39 16,8 10 130-16,12 13 147 16,15 13-6-16,1 0-92 15,0-1-113-15,29 11-69 16,12 0-24-16,37-2-34 15,16-8-19-15,26-14-54 16,6-8-87-16,5-9-196 16,-5 4-467-16,-21 12 658 15</inkml:trace>
  <inkml:trace contextRef="#ctx0" brushRef="#br0" timeOffset="36535.07">14263 10342 1359 0,'-212'57'134'0,"32"-9"449"15,34-11-431-15,57-16-53 16,34-7-10-16,54-14-7 16,5 6-8-16,57-13-72 15,30-1-23-15,60-5 20 16,33-2 16-16,62-6 26 16,15 0 13-16,49-4 5 15,19-1 2-15,26 1-5 16,12 0-12-16,1-1-21 15,-14-2-12-15,-19-8-11 16,-14-5-16-16,-35-7-86 16,-16-2-71-16,-39-6-112 0,-24-3-15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machinelearningmastery.com/support-vector-machines-for-machine-learning/"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1e61d1804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1e61d1804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4e689ce426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4e689ce426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150" dirty="0">
              <a:solidFill>
                <a:srgbClr val="222222"/>
              </a:solidFill>
              <a:highlight>
                <a:srgbClr val="E8F3E8"/>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50F0DB98-3D89-89A3-A473-0BFF671268D1}"/>
            </a:ext>
          </a:extLst>
        </p:cNvPr>
        <p:cNvGrpSpPr/>
        <p:nvPr/>
      </p:nvGrpSpPr>
      <p:grpSpPr>
        <a:xfrm>
          <a:off x="0" y="0"/>
          <a:ext cx="0" cy="0"/>
          <a:chOff x="0" y="0"/>
          <a:chExt cx="0" cy="0"/>
        </a:xfrm>
      </p:grpSpPr>
      <p:sp>
        <p:nvSpPr>
          <p:cNvPr id="88" name="Google Shape;88;g24e689ce426_0_77:notes">
            <a:extLst>
              <a:ext uri="{FF2B5EF4-FFF2-40B4-BE49-F238E27FC236}">
                <a16:creationId xmlns:a16="http://schemas.microsoft.com/office/drawing/2014/main" id="{4C387EB0-7721-6810-3ACF-446C0FADE5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4e689ce426_0_77:notes">
            <a:extLst>
              <a:ext uri="{FF2B5EF4-FFF2-40B4-BE49-F238E27FC236}">
                <a16:creationId xmlns:a16="http://schemas.microsoft.com/office/drawing/2014/main" id="{BC342741-F4AE-20BC-A86D-20B340C56D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150" dirty="0">
              <a:solidFill>
                <a:srgbClr val="222222"/>
              </a:solidFill>
              <a:highlight>
                <a:srgbClr val="E8F3E8"/>
              </a:highlight>
            </a:endParaRPr>
          </a:p>
        </p:txBody>
      </p:sp>
    </p:spTree>
    <p:extLst>
      <p:ext uri="{BB962C8B-B14F-4D97-AF65-F5344CB8AC3E}">
        <p14:creationId xmlns:p14="http://schemas.microsoft.com/office/powerpoint/2010/main" val="1065059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A288A0D5-44D0-8B26-73B9-9669D21F9CEC}"/>
            </a:ext>
          </a:extLst>
        </p:cNvPr>
        <p:cNvGrpSpPr/>
        <p:nvPr/>
      </p:nvGrpSpPr>
      <p:grpSpPr>
        <a:xfrm>
          <a:off x="0" y="0"/>
          <a:ext cx="0" cy="0"/>
          <a:chOff x="0" y="0"/>
          <a:chExt cx="0" cy="0"/>
        </a:xfrm>
      </p:grpSpPr>
      <p:sp>
        <p:nvSpPr>
          <p:cNvPr id="64" name="Google Shape;64;g31e61d1804a_0_5:notes">
            <a:extLst>
              <a:ext uri="{FF2B5EF4-FFF2-40B4-BE49-F238E27FC236}">
                <a16:creationId xmlns:a16="http://schemas.microsoft.com/office/drawing/2014/main" id="{6354DEF8-9A44-B465-4F04-93F11D06C1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1e61d1804a_0_5:notes">
            <a:extLst>
              <a:ext uri="{FF2B5EF4-FFF2-40B4-BE49-F238E27FC236}">
                <a16:creationId xmlns:a16="http://schemas.microsoft.com/office/drawing/2014/main" id="{FCB04AD6-51A7-DFE6-F269-6E8688E4F6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6127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a:extLst>
            <a:ext uri="{FF2B5EF4-FFF2-40B4-BE49-F238E27FC236}">
              <a16:creationId xmlns:a16="http://schemas.microsoft.com/office/drawing/2014/main" id="{857F3D36-DEAD-3E6D-EEDC-1F3DCD675AC0}"/>
            </a:ext>
          </a:extLst>
        </p:cNvPr>
        <p:cNvGrpSpPr/>
        <p:nvPr/>
      </p:nvGrpSpPr>
      <p:grpSpPr>
        <a:xfrm>
          <a:off x="0" y="0"/>
          <a:ext cx="0" cy="0"/>
          <a:chOff x="0" y="0"/>
          <a:chExt cx="0" cy="0"/>
        </a:xfrm>
      </p:grpSpPr>
      <p:sp>
        <p:nvSpPr>
          <p:cNvPr id="88" name="Google Shape;88;g24e689ce426_0_77:notes">
            <a:extLst>
              <a:ext uri="{FF2B5EF4-FFF2-40B4-BE49-F238E27FC236}">
                <a16:creationId xmlns:a16="http://schemas.microsoft.com/office/drawing/2014/main" id="{AE27A2A1-16AC-74C2-3A59-9724DE30F7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24e689ce426_0_77:notes">
            <a:extLst>
              <a:ext uri="{FF2B5EF4-FFF2-40B4-BE49-F238E27FC236}">
                <a16:creationId xmlns:a16="http://schemas.microsoft.com/office/drawing/2014/main" id="{C6E66A37-94B0-D449-4AD0-F155642CFB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rgbClr val="292929"/>
                </a:solidFill>
                <a:highlight>
                  <a:srgbClr val="E8F3E8"/>
                </a:highlight>
              </a:rPr>
              <a:t>In supervised learning, </a:t>
            </a:r>
            <a:r>
              <a:rPr lang="en" sz="1200" b="1" dirty="0">
                <a:solidFill>
                  <a:srgbClr val="292929"/>
                </a:solidFill>
                <a:highlight>
                  <a:srgbClr val="E8F3E8"/>
                </a:highlight>
              </a:rPr>
              <a:t>overfitting</a:t>
            </a:r>
            <a:r>
              <a:rPr lang="en" sz="1200" dirty="0">
                <a:solidFill>
                  <a:srgbClr val="292929"/>
                </a:solidFill>
                <a:highlight>
                  <a:srgbClr val="E8F3E8"/>
                </a:highlight>
              </a:rPr>
              <a:t> happens when our model captures the noise along with the underlying pattern in data. It happens when we train our model a lot over noisy dataset. These models have low bias and high variance. These models are very complex like Decision trees which are prone to overfitting.</a:t>
            </a:r>
            <a:endParaRPr sz="1200" dirty="0">
              <a:solidFill>
                <a:srgbClr val="292929"/>
              </a:solidFill>
              <a:highlight>
                <a:srgbClr val="E8F3E8"/>
              </a:highlight>
            </a:endParaRPr>
          </a:p>
          <a:p>
            <a:pPr marL="0" lvl="0" indent="0" algn="l" rtl="0">
              <a:spcBef>
                <a:spcPts val="0"/>
              </a:spcBef>
              <a:spcAft>
                <a:spcPts val="0"/>
              </a:spcAft>
              <a:buNone/>
            </a:pPr>
            <a:endParaRPr sz="1200" dirty="0">
              <a:solidFill>
                <a:srgbClr val="292929"/>
              </a:solidFill>
              <a:highlight>
                <a:srgbClr val="E8F3E8"/>
              </a:highlight>
            </a:endParaRPr>
          </a:p>
          <a:p>
            <a:pPr marL="0" lvl="0" indent="0" algn="l" rtl="0">
              <a:spcBef>
                <a:spcPts val="0"/>
              </a:spcBef>
              <a:spcAft>
                <a:spcPts val="0"/>
              </a:spcAft>
              <a:buNone/>
            </a:pPr>
            <a:r>
              <a:rPr lang="en" sz="1200" dirty="0">
                <a:solidFill>
                  <a:srgbClr val="292929"/>
                </a:solidFill>
                <a:highlight>
                  <a:srgbClr val="E8F3E8"/>
                </a:highlight>
              </a:rPr>
              <a:t>In supervised learning, </a:t>
            </a:r>
            <a:r>
              <a:rPr lang="en" sz="1200" b="1" dirty="0">
                <a:solidFill>
                  <a:srgbClr val="292929"/>
                </a:solidFill>
                <a:highlight>
                  <a:srgbClr val="E8F3E8"/>
                </a:highlight>
              </a:rPr>
              <a:t>underfitting</a:t>
            </a:r>
            <a:r>
              <a:rPr lang="en" sz="1200" dirty="0">
                <a:solidFill>
                  <a:srgbClr val="292929"/>
                </a:solidFill>
                <a:highlight>
                  <a:srgbClr val="E8F3E8"/>
                </a:highlight>
              </a:rPr>
              <a:t> happens when a model unable to capture the underlying pattern of the data. These models usually have high bias and low variance. It happens when we have very less amount of data to build an accurate model or when we try to build a linear model with a nonlinear data. Also, these kind of models are very simple to capture the complex patterns in data like Linear and logistic regression.</a:t>
            </a:r>
            <a:endParaRPr sz="1200" dirty="0">
              <a:solidFill>
                <a:srgbClr val="292929"/>
              </a:solidFill>
              <a:highlight>
                <a:srgbClr val="E8F3E8"/>
              </a:highlight>
            </a:endParaRPr>
          </a:p>
          <a:p>
            <a:pPr marL="0" lvl="0" indent="0" algn="l" rtl="0">
              <a:spcBef>
                <a:spcPts val="0"/>
              </a:spcBef>
              <a:spcAft>
                <a:spcPts val="0"/>
              </a:spcAft>
              <a:buNone/>
            </a:pPr>
            <a:endParaRPr sz="1200" dirty="0">
              <a:solidFill>
                <a:srgbClr val="292929"/>
              </a:solidFill>
              <a:highlight>
                <a:srgbClr val="E8F3E8"/>
              </a:highlight>
            </a:endParaRPr>
          </a:p>
          <a:p>
            <a:pPr marL="0" lvl="0" indent="0" algn="l" rtl="0">
              <a:spcBef>
                <a:spcPts val="0"/>
              </a:spcBef>
              <a:spcAft>
                <a:spcPts val="0"/>
              </a:spcAft>
              <a:buNone/>
            </a:pPr>
            <a:r>
              <a:rPr lang="en" sz="1350" dirty="0">
                <a:solidFill>
                  <a:srgbClr val="222222"/>
                </a:solidFill>
                <a:highlight>
                  <a:srgbClr val="FFFFFF"/>
                </a:highlight>
              </a:rPr>
              <a:t>A</a:t>
            </a:r>
            <a:r>
              <a:rPr lang="en" sz="1150" dirty="0">
                <a:solidFill>
                  <a:srgbClr val="222222"/>
                </a:solidFill>
                <a:highlight>
                  <a:srgbClr val="E8F3E8"/>
                </a:highlight>
              </a:rPr>
              <a:t>s we add more and more parameters to our model, its complexity increases, which results in increasing variance and decreasing bias, i.e., overfitting.</a:t>
            </a:r>
            <a:endParaRPr sz="1150" dirty="0">
              <a:solidFill>
                <a:srgbClr val="222222"/>
              </a:solidFill>
              <a:highlight>
                <a:srgbClr val="E8F3E8"/>
              </a:highlight>
            </a:endParaRPr>
          </a:p>
          <a:p>
            <a:pPr marL="0" lvl="0" indent="0" algn="l" rtl="0">
              <a:spcBef>
                <a:spcPts val="0"/>
              </a:spcBef>
              <a:spcAft>
                <a:spcPts val="0"/>
              </a:spcAft>
              <a:buNone/>
            </a:pPr>
            <a:endParaRPr sz="1150" dirty="0">
              <a:solidFill>
                <a:srgbClr val="222222"/>
              </a:solidFill>
              <a:highlight>
                <a:srgbClr val="E8F3E8"/>
              </a:highlight>
            </a:endParaRPr>
          </a:p>
          <a:p>
            <a:pPr marL="0" lvl="0" indent="0" algn="l" rtl="0">
              <a:spcBef>
                <a:spcPts val="0"/>
              </a:spcBef>
              <a:spcAft>
                <a:spcPts val="0"/>
              </a:spcAft>
              <a:buNone/>
            </a:pPr>
            <a:r>
              <a:rPr lang="en" sz="1300" dirty="0">
                <a:solidFill>
                  <a:srgbClr val="292929"/>
                </a:solidFill>
                <a:highlight>
                  <a:srgbClr val="E8F3E8"/>
                </a:highlight>
              </a:rPr>
              <a:t>By noise we mean the data points that don’t really represent the true properties of your data, but random chance</a:t>
            </a:r>
            <a:endParaRPr sz="1150" dirty="0">
              <a:solidFill>
                <a:srgbClr val="222222"/>
              </a:solidFill>
              <a:highlight>
                <a:srgbClr val="E8F3E8"/>
              </a:highlight>
            </a:endParaRPr>
          </a:p>
        </p:txBody>
      </p:sp>
    </p:spTree>
    <p:extLst>
      <p:ext uri="{BB962C8B-B14F-4D97-AF65-F5344CB8AC3E}">
        <p14:creationId xmlns:p14="http://schemas.microsoft.com/office/powerpoint/2010/main" val="1766021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4e689ce426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4e689ce426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50" dirty="0">
                <a:solidFill>
                  <a:srgbClr val="555555"/>
                </a:solidFill>
                <a:highlight>
                  <a:srgbClr val="E8F3E8"/>
                </a:highlight>
              </a:rPr>
              <a:t>In supervised machine learning an algorithm learns a model from training data.</a:t>
            </a:r>
            <a:endParaRPr sz="1150" dirty="0">
              <a:solidFill>
                <a:srgbClr val="555555"/>
              </a:solidFill>
              <a:highlight>
                <a:srgbClr val="E8F3E8"/>
              </a:highlight>
            </a:endParaRPr>
          </a:p>
          <a:p>
            <a:pPr marL="0" lvl="0" indent="0" algn="l" rtl="0">
              <a:spcBef>
                <a:spcPts val="0"/>
              </a:spcBef>
              <a:spcAft>
                <a:spcPts val="0"/>
              </a:spcAft>
              <a:buNone/>
            </a:pPr>
            <a:r>
              <a:rPr lang="en" sz="1150" dirty="0">
                <a:solidFill>
                  <a:srgbClr val="555555"/>
                </a:solidFill>
                <a:highlight>
                  <a:srgbClr val="E8F3E8"/>
                </a:highlight>
              </a:rPr>
              <a:t>The goal of any supervised machine learning algorithm is to best estimate the mapping function (f) for the output variable (Y) given the input data (X). The mapping function is often called the target function because it is the function that a given supervised machine learning algorithm aims to approximate.</a:t>
            </a:r>
            <a:endParaRPr sz="1150" dirty="0">
              <a:solidFill>
                <a:srgbClr val="555555"/>
              </a:solidFill>
              <a:highlight>
                <a:srgbClr val="E8F3E8"/>
              </a:highlight>
            </a:endParaRPr>
          </a:p>
          <a:p>
            <a:pPr marL="0" lvl="0" indent="0" algn="l" rtl="0">
              <a:spcBef>
                <a:spcPts val="0"/>
              </a:spcBef>
              <a:spcAft>
                <a:spcPts val="0"/>
              </a:spcAft>
              <a:buNone/>
            </a:pPr>
            <a:endParaRPr sz="1150" dirty="0">
              <a:solidFill>
                <a:srgbClr val="555555"/>
              </a:solidFill>
              <a:highlight>
                <a:srgbClr val="E8F3E8"/>
              </a:highlight>
            </a:endParaRPr>
          </a:p>
          <a:p>
            <a:pPr marL="0" lvl="0" indent="0" algn="l" rtl="0">
              <a:spcBef>
                <a:spcPts val="0"/>
              </a:spcBef>
              <a:spcAft>
                <a:spcPts val="0"/>
              </a:spcAft>
              <a:buNone/>
            </a:pPr>
            <a:endParaRPr sz="1150" dirty="0">
              <a:solidFill>
                <a:srgbClr val="555555"/>
              </a:solidFill>
              <a:highlight>
                <a:srgbClr val="E8F3E8"/>
              </a:highlight>
            </a:endParaRPr>
          </a:p>
          <a:p>
            <a:pPr marL="0" lvl="0" indent="0" algn="l" rtl="0">
              <a:spcBef>
                <a:spcPts val="0"/>
              </a:spcBef>
              <a:spcAft>
                <a:spcPts val="0"/>
              </a:spcAft>
              <a:buNone/>
            </a:pPr>
            <a:r>
              <a:rPr lang="en" sz="1150" dirty="0">
                <a:solidFill>
                  <a:srgbClr val="555555"/>
                </a:solidFill>
                <a:highlight>
                  <a:srgbClr val="E8F3E8"/>
                </a:highlight>
              </a:rPr>
              <a:t>Bias are the simplifying assumptions made by a model to make the target function easier to learn.</a:t>
            </a:r>
            <a:endParaRPr sz="1150" dirty="0">
              <a:solidFill>
                <a:srgbClr val="555555"/>
              </a:solidFill>
              <a:highlight>
                <a:srgbClr val="E8F3E8"/>
              </a:highlight>
            </a:endParaRPr>
          </a:p>
          <a:p>
            <a:pPr marL="0" lvl="0" indent="0" algn="l" rtl="0">
              <a:lnSpc>
                <a:spcPct val="150000"/>
              </a:lnSpc>
              <a:spcBef>
                <a:spcPts val="0"/>
              </a:spcBef>
              <a:spcAft>
                <a:spcPts val="0"/>
              </a:spcAft>
              <a:buNone/>
            </a:pPr>
            <a:r>
              <a:rPr lang="en" sz="1150" dirty="0">
                <a:solidFill>
                  <a:srgbClr val="555555"/>
                </a:solidFill>
                <a:highlight>
                  <a:srgbClr val="E8F3E8"/>
                </a:highlight>
              </a:rPr>
              <a:t>Generally, linear algorithms have a high bias making them fast to learn and easier to understand but generally less flexible.</a:t>
            </a:r>
            <a:endParaRPr sz="1150" dirty="0">
              <a:solidFill>
                <a:srgbClr val="555555"/>
              </a:solidFill>
              <a:highlight>
                <a:srgbClr val="E8F3E8"/>
              </a:highlight>
            </a:endParaRPr>
          </a:p>
          <a:p>
            <a:pPr marL="0" lvl="0" indent="0" algn="l" rtl="0">
              <a:lnSpc>
                <a:spcPct val="150000"/>
              </a:lnSpc>
              <a:spcBef>
                <a:spcPts val="1400"/>
              </a:spcBef>
              <a:spcAft>
                <a:spcPts val="0"/>
              </a:spcAft>
              <a:buClr>
                <a:schemeClr val="dk1"/>
              </a:buClr>
              <a:buSzPts val="1100"/>
              <a:buFont typeface="Arial"/>
              <a:buNone/>
            </a:pPr>
            <a:r>
              <a:rPr lang="en" sz="1150" dirty="0">
                <a:solidFill>
                  <a:srgbClr val="555555"/>
                </a:solidFill>
                <a:highlight>
                  <a:srgbClr val="E8F3E8"/>
                </a:highlight>
              </a:rPr>
              <a:t> In turn, they have lower predictive performance on complex problems that fail to meet the simplifying assumptions of the algorithms bias.</a:t>
            </a:r>
            <a:endParaRPr sz="1150" dirty="0">
              <a:solidFill>
                <a:srgbClr val="555555"/>
              </a:solidFill>
              <a:highlight>
                <a:srgbClr val="E8F3E8"/>
              </a:highlight>
            </a:endParaRPr>
          </a:p>
          <a:p>
            <a:pPr marL="457200" lvl="0" indent="-301625" algn="l" rtl="0">
              <a:lnSpc>
                <a:spcPct val="115000"/>
              </a:lnSpc>
              <a:spcBef>
                <a:spcPts val="1400"/>
              </a:spcBef>
              <a:spcAft>
                <a:spcPts val="0"/>
              </a:spcAft>
              <a:buClr>
                <a:srgbClr val="555555"/>
              </a:buClr>
              <a:buSzPts val="1150"/>
              <a:buChar char="●"/>
            </a:pPr>
            <a:r>
              <a:rPr lang="en" sz="1150" b="1" dirty="0">
                <a:solidFill>
                  <a:srgbClr val="555555"/>
                </a:solidFill>
                <a:highlight>
                  <a:srgbClr val="E8F3E8"/>
                </a:highlight>
              </a:rPr>
              <a:t>Low Bias</a:t>
            </a:r>
            <a:r>
              <a:rPr lang="en" sz="1150" dirty="0">
                <a:solidFill>
                  <a:srgbClr val="555555"/>
                </a:solidFill>
                <a:highlight>
                  <a:srgbClr val="E8F3E8"/>
                </a:highlight>
              </a:rPr>
              <a:t>: Suggests less assumptions about the form of the target function.</a:t>
            </a:r>
            <a:endParaRPr sz="1150" dirty="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dirty="0">
                <a:solidFill>
                  <a:srgbClr val="555555"/>
                </a:solidFill>
                <a:highlight>
                  <a:srgbClr val="E8F3E8"/>
                </a:highlight>
              </a:rPr>
              <a:t>High-Bias</a:t>
            </a:r>
            <a:r>
              <a:rPr lang="en" sz="1150" dirty="0">
                <a:solidFill>
                  <a:srgbClr val="555555"/>
                </a:solidFill>
                <a:highlight>
                  <a:srgbClr val="E8F3E8"/>
                </a:highlight>
              </a:rPr>
              <a:t>: Suggests more assumptions about the form of the target function.</a:t>
            </a:r>
            <a:endParaRPr sz="1150" dirty="0">
              <a:solidFill>
                <a:srgbClr val="555555"/>
              </a:solidFill>
              <a:highlight>
                <a:srgbClr val="E8F3E8"/>
              </a:highlight>
            </a:endParaRPr>
          </a:p>
          <a:p>
            <a:pPr marL="0" lvl="0" indent="0" algn="l" rtl="0">
              <a:lnSpc>
                <a:spcPct val="150000"/>
              </a:lnSpc>
              <a:spcBef>
                <a:spcPts val="1100"/>
              </a:spcBef>
              <a:spcAft>
                <a:spcPts val="0"/>
              </a:spcAft>
              <a:buNone/>
            </a:pPr>
            <a:r>
              <a:rPr lang="en" sz="1150" dirty="0">
                <a:solidFill>
                  <a:srgbClr val="555555"/>
                </a:solidFill>
                <a:highlight>
                  <a:srgbClr val="E8F3E8"/>
                </a:highlight>
              </a:rPr>
              <a:t>Examples of </a:t>
            </a:r>
            <a:r>
              <a:rPr lang="en" sz="1150" b="1" dirty="0">
                <a:solidFill>
                  <a:srgbClr val="555555"/>
                </a:solidFill>
                <a:highlight>
                  <a:srgbClr val="E8F3E8"/>
                </a:highlight>
              </a:rPr>
              <a:t>low-bias</a:t>
            </a:r>
            <a:r>
              <a:rPr lang="en" sz="1150" dirty="0">
                <a:solidFill>
                  <a:srgbClr val="555555"/>
                </a:solidFill>
                <a:highlight>
                  <a:srgbClr val="E8F3E8"/>
                </a:highlight>
              </a:rPr>
              <a:t> machine learning algorithms include: Decision Trees, k-Nearest Neighbors and </a:t>
            </a:r>
            <a:r>
              <a:rPr lang="en" sz="1150" dirty="0">
                <a:solidFill>
                  <a:srgbClr val="428BCA"/>
                </a:solidFill>
                <a:highlight>
                  <a:srgbClr val="E8F3E8"/>
                </a:highlight>
                <a:uFill>
                  <a:noFill/>
                </a:uFill>
                <a:hlinkClick r:id="rId3">
                  <a:extLst>
                    <a:ext uri="{A12FA001-AC4F-418D-AE19-62706E023703}">
                      <ahyp:hlinkClr xmlns:ahyp="http://schemas.microsoft.com/office/drawing/2018/hyperlinkcolor" val="tx"/>
                    </a:ext>
                  </a:extLst>
                </a:hlinkClick>
              </a:rPr>
              <a:t>Support Vector Machines</a:t>
            </a:r>
            <a:r>
              <a:rPr lang="en" sz="1150" dirty="0">
                <a:solidFill>
                  <a:srgbClr val="555555"/>
                </a:solidFill>
                <a:highlight>
                  <a:srgbClr val="E8F3E8"/>
                </a:highlight>
              </a:rPr>
              <a:t>.</a:t>
            </a:r>
            <a:endParaRPr sz="1150" dirty="0">
              <a:solidFill>
                <a:srgbClr val="555555"/>
              </a:solidFill>
              <a:highlight>
                <a:srgbClr val="E8F3E8"/>
              </a:highlight>
            </a:endParaRPr>
          </a:p>
          <a:p>
            <a:pPr marL="0" lvl="0" indent="0" algn="l" rtl="0">
              <a:lnSpc>
                <a:spcPct val="150000"/>
              </a:lnSpc>
              <a:spcBef>
                <a:spcPts val="1400"/>
              </a:spcBef>
              <a:spcAft>
                <a:spcPts val="0"/>
              </a:spcAft>
              <a:buNone/>
            </a:pPr>
            <a:r>
              <a:rPr lang="en" sz="1150" dirty="0">
                <a:solidFill>
                  <a:srgbClr val="555555"/>
                </a:solidFill>
                <a:highlight>
                  <a:srgbClr val="E8F3E8"/>
                </a:highlight>
              </a:rPr>
              <a:t>Examples of </a:t>
            </a:r>
            <a:r>
              <a:rPr lang="en" sz="1150" b="1" dirty="0">
                <a:solidFill>
                  <a:srgbClr val="555555"/>
                </a:solidFill>
                <a:highlight>
                  <a:srgbClr val="E8F3E8"/>
                </a:highlight>
              </a:rPr>
              <a:t>high-bias</a:t>
            </a:r>
            <a:r>
              <a:rPr lang="en" sz="1150" dirty="0">
                <a:solidFill>
                  <a:srgbClr val="555555"/>
                </a:solidFill>
                <a:highlight>
                  <a:srgbClr val="E8F3E8"/>
                </a:highlight>
              </a:rPr>
              <a:t> machine learning algorithms include: Linear Regression, Linear Discriminant Analysis and Logistic Regression.</a:t>
            </a:r>
            <a:endParaRPr sz="1150" dirty="0">
              <a:solidFill>
                <a:srgbClr val="555555"/>
              </a:solidFill>
              <a:highlight>
                <a:srgbClr val="E8F3E8"/>
              </a:highlight>
            </a:endParaRPr>
          </a:p>
          <a:p>
            <a:pPr marL="0" lvl="0" indent="0" algn="l" rtl="0">
              <a:spcBef>
                <a:spcPts val="1400"/>
              </a:spcBef>
              <a:spcAft>
                <a:spcPts val="0"/>
              </a:spcAft>
              <a:buNone/>
            </a:pPr>
            <a:endParaRPr sz="1150" dirty="0">
              <a:solidFill>
                <a:srgbClr val="555555"/>
              </a:solidFill>
              <a:highlight>
                <a:srgbClr val="E8F3E8"/>
              </a:highligh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4e689ce426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4e689ce426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50" dirty="0">
                <a:solidFill>
                  <a:srgbClr val="555555"/>
                </a:solidFill>
                <a:highlight>
                  <a:srgbClr val="E8F3E8"/>
                </a:highlight>
              </a:rPr>
              <a:t>Variance is the amount that the estimate of the target function will change if different training data was used.</a:t>
            </a:r>
            <a:endParaRPr sz="1150" dirty="0">
              <a:solidFill>
                <a:srgbClr val="555555"/>
              </a:solidFill>
              <a:highlight>
                <a:srgbClr val="E8F3E8"/>
              </a:highlight>
            </a:endParaRPr>
          </a:p>
          <a:p>
            <a:pPr marL="0" lvl="0" indent="0" algn="l" rtl="0">
              <a:spcBef>
                <a:spcPts val="0"/>
              </a:spcBef>
              <a:spcAft>
                <a:spcPts val="0"/>
              </a:spcAft>
              <a:buNone/>
            </a:pPr>
            <a:r>
              <a:rPr lang="en" sz="1150" dirty="0">
                <a:solidFill>
                  <a:srgbClr val="555555"/>
                </a:solidFill>
                <a:highlight>
                  <a:srgbClr val="E8F3E8"/>
                </a:highlight>
              </a:rPr>
              <a:t>Ideally, it should not change too much from one training dataset to the next, meaning that the algorithm is good at picking out the hidden underlying mapping between the inputs and the output variables.</a:t>
            </a:r>
            <a:endParaRPr sz="1150" dirty="0">
              <a:solidFill>
                <a:srgbClr val="555555"/>
              </a:solidFill>
              <a:highlight>
                <a:srgbClr val="E8F3E8"/>
              </a:highlight>
            </a:endParaRPr>
          </a:p>
          <a:p>
            <a:pPr marL="0" lvl="0" indent="0" algn="l" rtl="0">
              <a:spcBef>
                <a:spcPts val="0"/>
              </a:spcBef>
              <a:spcAft>
                <a:spcPts val="0"/>
              </a:spcAft>
              <a:buNone/>
            </a:pPr>
            <a:endParaRPr sz="1150" dirty="0">
              <a:solidFill>
                <a:srgbClr val="555555"/>
              </a:solidFill>
              <a:highlight>
                <a:srgbClr val="E8F3E8"/>
              </a:highlight>
            </a:endParaRPr>
          </a:p>
          <a:p>
            <a:pPr marL="0" lvl="0" indent="0" algn="l" rtl="0">
              <a:lnSpc>
                <a:spcPct val="150000"/>
              </a:lnSpc>
              <a:spcBef>
                <a:spcPts val="0"/>
              </a:spcBef>
              <a:spcAft>
                <a:spcPts val="0"/>
              </a:spcAft>
              <a:buClr>
                <a:schemeClr val="dk1"/>
              </a:buClr>
              <a:buSzPts val="1100"/>
              <a:buFont typeface="Arial"/>
              <a:buNone/>
            </a:pPr>
            <a:r>
              <a:rPr lang="en" sz="1150" dirty="0">
                <a:solidFill>
                  <a:srgbClr val="555555"/>
                </a:solidFill>
                <a:highlight>
                  <a:srgbClr val="E8F3E8"/>
                </a:highlight>
              </a:rPr>
              <a:t>Machine learning algorithms that have a high variance are strongly influenced by the specifics of the training data. This means that the specifics of the training have influences the number and types of parameters used to characterize the mapping function.</a:t>
            </a:r>
            <a:endParaRPr sz="1150" dirty="0">
              <a:solidFill>
                <a:srgbClr val="555555"/>
              </a:solidFill>
              <a:highlight>
                <a:srgbClr val="E8F3E8"/>
              </a:highlight>
            </a:endParaRPr>
          </a:p>
          <a:p>
            <a:pPr marL="457200" lvl="0" indent="-301625" algn="l" rtl="0">
              <a:lnSpc>
                <a:spcPct val="115000"/>
              </a:lnSpc>
              <a:spcBef>
                <a:spcPts val="1400"/>
              </a:spcBef>
              <a:spcAft>
                <a:spcPts val="0"/>
              </a:spcAft>
              <a:buClr>
                <a:srgbClr val="555555"/>
              </a:buClr>
              <a:buSzPts val="1150"/>
              <a:buChar char="●"/>
            </a:pPr>
            <a:r>
              <a:rPr lang="en" sz="1150" b="1" dirty="0">
                <a:solidFill>
                  <a:srgbClr val="555555"/>
                </a:solidFill>
                <a:highlight>
                  <a:srgbClr val="E8F3E8"/>
                </a:highlight>
              </a:rPr>
              <a:t>Low Variance</a:t>
            </a:r>
            <a:r>
              <a:rPr lang="en" sz="1150" dirty="0">
                <a:solidFill>
                  <a:srgbClr val="555555"/>
                </a:solidFill>
                <a:highlight>
                  <a:srgbClr val="E8F3E8"/>
                </a:highlight>
              </a:rPr>
              <a:t>: Suggests small changes to the estimate of the target function with changes to the training dataset.</a:t>
            </a:r>
            <a:endParaRPr sz="1150" dirty="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dirty="0">
                <a:solidFill>
                  <a:srgbClr val="555555"/>
                </a:solidFill>
                <a:highlight>
                  <a:srgbClr val="E8F3E8"/>
                </a:highlight>
              </a:rPr>
              <a:t>High Variance</a:t>
            </a:r>
            <a:r>
              <a:rPr lang="en" sz="1150" dirty="0">
                <a:solidFill>
                  <a:srgbClr val="555555"/>
                </a:solidFill>
                <a:highlight>
                  <a:srgbClr val="E8F3E8"/>
                </a:highlight>
              </a:rPr>
              <a:t>: Suggests large changes to the estimate of the target function with changes to the training dataset.</a:t>
            </a:r>
            <a:endParaRPr sz="1150" dirty="0">
              <a:solidFill>
                <a:srgbClr val="555555"/>
              </a:solidFill>
              <a:highlight>
                <a:srgbClr val="E8F3E8"/>
              </a:highlight>
            </a:endParaRPr>
          </a:p>
          <a:p>
            <a:pPr marL="0" lvl="0" indent="0" algn="l" rtl="0">
              <a:spcBef>
                <a:spcPts val="1100"/>
              </a:spcBef>
              <a:spcAft>
                <a:spcPts val="0"/>
              </a:spcAft>
              <a:buNone/>
            </a:pPr>
            <a:r>
              <a:rPr lang="en" sz="1150" dirty="0">
                <a:solidFill>
                  <a:srgbClr val="555555"/>
                </a:solidFill>
                <a:highlight>
                  <a:srgbClr val="E8F3E8"/>
                </a:highlight>
              </a:rPr>
              <a:t>Generally, nonlinear machine learning algorithms that have a lot of flexibility have a high variance. For example, decision trees have a high variance, that is even higher if the trees are not pruned before use.</a:t>
            </a:r>
            <a:endParaRPr sz="1150" dirty="0">
              <a:solidFill>
                <a:srgbClr val="555555"/>
              </a:solidFill>
              <a:highlight>
                <a:srgbClr val="E8F3E8"/>
              </a:highlight>
            </a:endParaRPr>
          </a:p>
          <a:p>
            <a:pPr marL="0" lvl="0" indent="0" algn="l" rtl="0">
              <a:spcBef>
                <a:spcPts val="0"/>
              </a:spcBef>
              <a:spcAft>
                <a:spcPts val="0"/>
              </a:spcAft>
              <a:buNone/>
            </a:pPr>
            <a:endParaRPr sz="1150" dirty="0">
              <a:solidFill>
                <a:srgbClr val="555555"/>
              </a:solidFill>
              <a:highlight>
                <a:srgbClr val="E8F3E8"/>
              </a:highlight>
            </a:endParaRPr>
          </a:p>
          <a:p>
            <a:pPr marL="0" lvl="0" indent="0" algn="l" rtl="0">
              <a:spcBef>
                <a:spcPts val="0"/>
              </a:spcBef>
              <a:spcAft>
                <a:spcPts val="0"/>
              </a:spcAft>
              <a:buNone/>
            </a:pPr>
            <a:r>
              <a:rPr lang="en" sz="1150" dirty="0">
                <a:solidFill>
                  <a:srgbClr val="555555"/>
                </a:solidFill>
                <a:highlight>
                  <a:srgbClr val="E8F3E8"/>
                </a:highlight>
              </a:rPr>
              <a:t>Examples of </a:t>
            </a:r>
            <a:r>
              <a:rPr lang="en" sz="1150" b="1" dirty="0">
                <a:solidFill>
                  <a:srgbClr val="555555"/>
                </a:solidFill>
                <a:highlight>
                  <a:srgbClr val="E8F3E8"/>
                </a:highlight>
              </a:rPr>
              <a:t>low-variance</a:t>
            </a:r>
            <a:r>
              <a:rPr lang="en" sz="1150" dirty="0">
                <a:solidFill>
                  <a:srgbClr val="555555"/>
                </a:solidFill>
                <a:highlight>
                  <a:srgbClr val="E8F3E8"/>
                </a:highlight>
              </a:rPr>
              <a:t> machine learning algorithms include: Linear Regression, Linear Discriminant Analysis and Logistic Regression.</a:t>
            </a:r>
            <a:endParaRPr sz="1150" dirty="0">
              <a:solidFill>
                <a:srgbClr val="555555"/>
              </a:solidFill>
              <a:highlight>
                <a:srgbClr val="E8F3E8"/>
              </a:highlight>
            </a:endParaRPr>
          </a:p>
          <a:p>
            <a:pPr marL="0" lvl="0" indent="0" algn="l" rtl="0">
              <a:spcBef>
                <a:spcPts val="0"/>
              </a:spcBef>
              <a:spcAft>
                <a:spcPts val="0"/>
              </a:spcAft>
              <a:buNone/>
            </a:pPr>
            <a:r>
              <a:rPr lang="en" sz="1150" dirty="0">
                <a:solidFill>
                  <a:srgbClr val="555555"/>
                </a:solidFill>
                <a:highlight>
                  <a:srgbClr val="E8F3E8"/>
                </a:highlight>
              </a:rPr>
              <a:t>Examples of </a:t>
            </a:r>
            <a:r>
              <a:rPr lang="en" sz="1150" b="1" dirty="0">
                <a:solidFill>
                  <a:srgbClr val="555555"/>
                </a:solidFill>
                <a:highlight>
                  <a:srgbClr val="E8F3E8"/>
                </a:highlight>
              </a:rPr>
              <a:t>high-variance</a:t>
            </a:r>
            <a:r>
              <a:rPr lang="en" sz="1150" dirty="0">
                <a:solidFill>
                  <a:srgbClr val="555555"/>
                </a:solidFill>
                <a:highlight>
                  <a:srgbClr val="E8F3E8"/>
                </a:highlight>
              </a:rPr>
              <a:t> machine learning algorithms include: Decision Trees, k-Nearest Neighbors and Support Vector Machines.</a:t>
            </a:r>
            <a:endParaRPr sz="1150" dirty="0">
              <a:solidFill>
                <a:srgbClr val="555555"/>
              </a:solidFill>
              <a:highlight>
                <a:srgbClr val="E8F3E8"/>
              </a:highlight>
            </a:endParaRPr>
          </a:p>
          <a:p>
            <a:pPr marL="0" lvl="0" indent="0" algn="l" rtl="0">
              <a:spcBef>
                <a:spcPts val="0"/>
              </a:spcBef>
              <a:spcAft>
                <a:spcPts val="0"/>
              </a:spcAft>
              <a:buNone/>
            </a:pPr>
            <a:endParaRPr sz="1150" dirty="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dirty="0">
                <a:solidFill>
                  <a:srgbClr val="555555"/>
                </a:solidFill>
                <a:highlight>
                  <a:srgbClr val="E8F3E8"/>
                </a:highlight>
              </a:rPr>
              <a:t>Linear</a:t>
            </a:r>
            <a:r>
              <a:rPr lang="en" sz="1150" dirty="0">
                <a:solidFill>
                  <a:srgbClr val="555555"/>
                </a:solidFill>
                <a:highlight>
                  <a:srgbClr val="E8F3E8"/>
                </a:highlight>
              </a:rPr>
              <a:t> machine learning algorithms often have a high bias but a low variance.</a:t>
            </a:r>
            <a:endParaRPr sz="1150" dirty="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dirty="0">
                <a:solidFill>
                  <a:srgbClr val="555555"/>
                </a:solidFill>
                <a:highlight>
                  <a:srgbClr val="E8F3E8"/>
                </a:highlight>
              </a:rPr>
              <a:t>Nonlinear</a:t>
            </a:r>
            <a:r>
              <a:rPr lang="en" sz="1150" dirty="0">
                <a:solidFill>
                  <a:srgbClr val="555555"/>
                </a:solidFill>
                <a:highlight>
                  <a:srgbClr val="E8F3E8"/>
                </a:highlight>
              </a:rPr>
              <a:t> machine learning algorithms often have a low bias but a high variance.</a:t>
            </a:r>
            <a:endParaRPr sz="1150" dirty="0">
              <a:solidFill>
                <a:srgbClr val="555555"/>
              </a:solidFill>
              <a:highlight>
                <a:srgbClr val="E8F3E8"/>
              </a:highlight>
            </a:endParaRPr>
          </a:p>
          <a:p>
            <a:pPr marL="0" lvl="0" indent="0" algn="l" rtl="0">
              <a:spcBef>
                <a:spcPts val="1100"/>
              </a:spcBef>
              <a:spcAft>
                <a:spcPts val="0"/>
              </a:spcAft>
              <a:buNone/>
            </a:pPr>
            <a:endParaRPr sz="1150" dirty="0">
              <a:solidFill>
                <a:srgbClr val="555555"/>
              </a:solidFill>
              <a:highlight>
                <a:srgbClr val="E8F3E8"/>
              </a:high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20989D9B-665D-9FE4-06F2-279FC0E2B45F}"/>
            </a:ext>
          </a:extLst>
        </p:cNvPr>
        <p:cNvGrpSpPr/>
        <p:nvPr/>
      </p:nvGrpSpPr>
      <p:grpSpPr>
        <a:xfrm>
          <a:off x="0" y="0"/>
          <a:ext cx="0" cy="0"/>
          <a:chOff x="0" y="0"/>
          <a:chExt cx="0" cy="0"/>
        </a:xfrm>
      </p:grpSpPr>
      <p:sp>
        <p:nvSpPr>
          <p:cNvPr id="100" name="Google Shape;100;g24e689ce426_0_110:notes">
            <a:extLst>
              <a:ext uri="{FF2B5EF4-FFF2-40B4-BE49-F238E27FC236}">
                <a16:creationId xmlns:a16="http://schemas.microsoft.com/office/drawing/2014/main" id="{3725598C-43BF-4809-08F6-DB5FF7B187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4e689ce426_0_110:notes">
            <a:extLst>
              <a:ext uri="{FF2B5EF4-FFF2-40B4-BE49-F238E27FC236}">
                <a16:creationId xmlns:a16="http://schemas.microsoft.com/office/drawing/2014/main" id="{9716DF6C-1FFC-056F-5839-EAD3D83992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555555"/>
                </a:solidFill>
                <a:highlight>
                  <a:srgbClr val="E8F3E8"/>
                </a:highlight>
              </a:rPr>
              <a:t>Variance is the amount that the estimate of the target function will change if different training data was used.</a:t>
            </a: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Ideally, it should not change too much from one training dataset to the next, meaning that the algorithm is good at picking out the hidden underlying mapping between the inputs and the output variables.</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0" lvl="0" indent="0" algn="l" rtl="0">
              <a:lnSpc>
                <a:spcPct val="150000"/>
              </a:lnSpc>
              <a:spcBef>
                <a:spcPts val="0"/>
              </a:spcBef>
              <a:spcAft>
                <a:spcPts val="0"/>
              </a:spcAft>
              <a:buClr>
                <a:schemeClr val="dk1"/>
              </a:buClr>
              <a:buSzPts val="1100"/>
              <a:buFont typeface="Arial"/>
              <a:buNone/>
            </a:pPr>
            <a:r>
              <a:rPr lang="en" sz="1150">
                <a:solidFill>
                  <a:srgbClr val="555555"/>
                </a:solidFill>
                <a:highlight>
                  <a:srgbClr val="E8F3E8"/>
                </a:highlight>
              </a:rPr>
              <a:t>Machine learning algorithms that have a high variance are strongly influenced by the specifics of the training data. This means that the specifics of the training have influences the number and types of parameters used to characterize the mapping function.</a:t>
            </a:r>
            <a:endParaRPr sz="1150">
              <a:solidFill>
                <a:srgbClr val="555555"/>
              </a:solidFill>
              <a:highlight>
                <a:srgbClr val="E8F3E8"/>
              </a:highlight>
            </a:endParaRPr>
          </a:p>
          <a:p>
            <a:pPr marL="457200" lvl="0" indent="-301625" algn="l" rtl="0">
              <a:lnSpc>
                <a:spcPct val="115000"/>
              </a:lnSpc>
              <a:spcBef>
                <a:spcPts val="1400"/>
              </a:spcBef>
              <a:spcAft>
                <a:spcPts val="0"/>
              </a:spcAft>
              <a:buClr>
                <a:srgbClr val="555555"/>
              </a:buClr>
              <a:buSzPts val="1150"/>
              <a:buChar char="●"/>
            </a:pPr>
            <a:r>
              <a:rPr lang="en" sz="1150" b="1">
                <a:solidFill>
                  <a:srgbClr val="555555"/>
                </a:solidFill>
                <a:highlight>
                  <a:srgbClr val="E8F3E8"/>
                </a:highlight>
              </a:rPr>
              <a:t>Low Variance</a:t>
            </a:r>
            <a:r>
              <a:rPr lang="en" sz="1150">
                <a:solidFill>
                  <a:srgbClr val="555555"/>
                </a:solidFill>
                <a:highlight>
                  <a:srgbClr val="E8F3E8"/>
                </a:highlight>
              </a:rPr>
              <a:t>: Suggests small changes to the estimate of the target function with changes to the training dataset.</a:t>
            </a: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High Variance</a:t>
            </a:r>
            <a:r>
              <a:rPr lang="en" sz="1150">
                <a:solidFill>
                  <a:srgbClr val="555555"/>
                </a:solidFill>
                <a:highlight>
                  <a:srgbClr val="E8F3E8"/>
                </a:highlight>
              </a:rPr>
              <a:t>: Suggests large changes to the estimate of the target function with changes to the training dataset.</a:t>
            </a:r>
            <a:endParaRPr sz="1150">
              <a:solidFill>
                <a:srgbClr val="555555"/>
              </a:solidFill>
              <a:highlight>
                <a:srgbClr val="E8F3E8"/>
              </a:highlight>
            </a:endParaRPr>
          </a:p>
          <a:p>
            <a:pPr marL="0" lvl="0" indent="0" algn="l" rtl="0">
              <a:spcBef>
                <a:spcPts val="1100"/>
              </a:spcBef>
              <a:spcAft>
                <a:spcPts val="0"/>
              </a:spcAft>
              <a:buNone/>
            </a:pPr>
            <a:r>
              <a:rPr lang="en" sz="1150">
                <a:solidFill>
                  <a:srgbClr val="555555"/>
                </a:solidFill>
                <a:highlight>
                  <a:srgbClr val="E8F3E8"/>
                </a:highlight>
              </a:rPr>
              <a:t>Generally, nonlinear machine learning algorithms that have a lot of flexibility have a high variance. For example, decision trees have a high variance, that is even higher if the trees are not pruned before use.</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Examples of </a:t>
            </a:r>
            <a:r>
              <a:rPr lang="en" sz="1150" b="1">
                <a:solidFill>
                  <a:srgbClr val="555555"/>
                </a:solidFill>
                <a:highlight>
                  <a:srgbClr val="E8F3E8"/>
                </a:highlight>
              </a:rPr>
              <a:t>low-variance</a:t>
            </a:r>
            <a:r>
              <a:rPr lang="en" sz="1150">
                <a:solidFill>
                  <a:srgbClr val="555555"/>
                </a:solidFill>
                <a:highlight>
                  <a:srgbClr val="E8F3E8"/>
                </a:highlight>
              </a:rPr>
              <a:t> machine learning algorithms include: Linear Regression, Linear Discriminant Analysis and Logistic Regression.</a:t>
            </a: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Examples of </a:t>
            </a:r>
            <a:r>
              <a:rPr lang="en" sz="1150" b="1">
                <a:solidFill>
                  <a:srgbClr val="555555"/>
                </a:solidFill>
                <a:highlight>
                  <a:srgbClr val="E8F3E8"/>
                </a:highlight>
              </a:rPr>
              <a:t>high-variance</a:t>
            </a:r>
            <a:r>
              <a:rPr lang="en" sz="1150">
                <a:solidFill>
                  <a:srgbClr val="555555"/>
                </a:solidFill>
                <a:highlight>
                  <a:srgbClr val="E8F3E8"/>
                </a:highlight>
              </a:rPr>
              <a:t> machine learning algorithms include: Decision Trees, k-Nearest Neighbors and Support Vector Machines.</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Linear</a:t>
            </a:r>
            <a:r>
              <a:rPr lang="en" sz="1150">
                <a:solidFill>
                  <a:srgbClr val="555555"/>
                </a:solidFill>
                <a:highlight>
                  <a:srgbClr val="E8F3E8"/>
                </a:highlight>
              </a:rPr>
              <a:t> machine learning algorithms often have a high bias but a low variance.</a:t>
            </a: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Nonlinear</a:t>
            </a:r>
            <a:r>
              <a:rPr lang="en" sz="1150">
                <a:solidFill>
                  <a:srgbClr val="555555"/>
                </a:solidFill>
                <a:highlight>
                  <a:srgbClr val="E8F3E8"/>
                </a:highlight>
              </a:rPr>
              <a:t> machine learning algorithms often have a low bias but a high variance.</a:t>
            </a:r>
            <a:endParaRPr sz="1150">
              <a:solidFill>
                <a:srgbClr val="555555"/>
              </a:solidFill>
              <a:highlight>
                <a:srgbClr val="E8F3E8"/>
              </a:highlight>
            </a:endParaRPr>
          </a:p>
          <a:p>
            <a:pPr marL="0" lvl="0" indent="0" algn="l" rtl="0">
              <a:spcBef>
                <a:spcPts val="1100"/>
              </a:spcBef>
              <a:spcAft>
                <a:spcPts val="0"/>
              </a:spcAft>
              <a:buNone/>
            </a:pPr>
            <a:endParaRPr sz="1150">
              <a:solidFill>
                <a:srgbClr val="555555"/>
              </a:solidFill>
              <a:highlight>
                <a:srgbClr val="E8F3E8"/>
              </a:highlight>
            </a:endParaRPr>
          </a:p>
        </p:txBody>
      </p:sp>
    </p:spTree>
    <p:extLst>
      <p:ext uri="{BB962C8B-B14F-4D97-AF65-F5344CB8AC3E}">
        <p14:creationId xmlns:p14="http://schemas.microsoft.com/office/powerpoint/2010/main" val="2826881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41778502-7F5E-610F-9CDA-A636CB4F7A4D}"/>
            </a:ext>
          </a:extLst>
        </p:cNvPr>
        <p:cNvGrpSpPr/>
        <p:nvPr/>
      </p:nvGrpSpPr>
      <p:grpSpPr>
        <a:xfrm>
          <a:off x="0" y="0"/>
          <a:ext cx="0" cy="0"/>
          <a:chOff x="0" y="0"/>
          <a:chExt cx="0" cy="0"/>
        </a:xfrm>
      </p:grpSpPr>
      <p:sp>
        <p:nvSpPr>
          <p:cNvPr id="100" name="Google Shape;100;g24e689ce426_0_110:notes">
            <a:extLst>
              <a:ext uri="{FF2B5EF4-FFF2-40B4-BE49-F238E27FC236}">
                <a16:creationId xmlns:a16="http://schemas.microsoft.com/office/drawing/2014/main" id="{B7A8A8C5-A6E8-0FC7-F3F2-A331486BAB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4e689ce426_0_110:notes">
            <a:extLst>
              <a:ext uri="{FF2B5EF4-FFF2-40B4-BE49-F238E27FC236}">
                <a16:creationId xmlns:a16="http://schemas.microsoft.com/office/drawing/2014/main" id="{9FE82FA8-AFA2-ED4F-61CA-274ACF7380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555555"/>
                </a:solidFill>
                <a:highlight>
                  <a:srgbClr val="E8F3E8"/>
                </a:highlight>
              </a:rPr>
              <a:t>Variance is the amount that the estimate of the target function will change if different training data was used.</a:t>
            </a: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Ideally, it should not change too much from one training dataset to the next, meaning that the algorithm is good at picking out the hidden underlying mapping between the inputs and the output variables.</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0" lvl="0" indent="0" algn="l" rtl="0">
              <a:lnSpc>
                <a:spcPct val="150000"/>
              </a:lnSpc>
              <a:spcBef>
                <a:spcPts val="0"/>
              </a:spcBef>
              <a:spcAft>
                <a:spcPts val="0"/>
              </a:spcAft>
              <a:buClr>
                <a:schemeClr val="dk1"/>
              </a:buClr>
              <a:buSzPts val="1100"/>
              <a:buFont typeface="Arial"/>
              <a:buNone/>
            </a:pPr>
            <a:r>
              <a:rPr lang="en" sz="1150">
                <a:solidFill>
                  <a:srgbClr val="555555"/>
                </a:solidFill>
                <a:highlight>
                  <a:srgbClr val="E8F3E8"/>
                </a:highlight>
              </a:rPr>
              <a:t>Machine learning algorithms that have a high variance are strongly influenced by the specifics of the training data. This means that the specifics of the training have influences the number and types of parameters used to characterize the mapping function.</a:t>
            </a:r>
            <a:endParaRPr sz="1150">
              <a:solidFill>
                <a:srgbClr val="555555"/>
              </a:solidFill>
              <a:highlight>
                <a:srgbClr val="E8F3E8"/>
              </a:highlight>
            </a:endParaRPr>
          </a:p>
          <a:p>
            <a:pPr marL="457200" lvl="0" indent="-301625" algn="l" rtl="0">
              <a:lnSpc>
                <a:spcPct val="115000"/>
              </a:lnSpc>
              <a:spcBef>
                <a:spcPts val="1400"/>
              </a:spcBef>
              <a:spcAft>
                <a:spcPts val="0"/>
              </a:spcAft>
              <a:buClr>
                <a:srgbClr val="555555"/>
              </a:buClr>
              <a:buSzPts val="1150"/>
              <a:buChar char="●"/>
            </a:pPr>
            <a:r>
              <a:rPr lang="en" sz="1150" b="1">
                <a:solidFill>
                  <a:srgbClr val="555555"/>
                </a:solidFill>
                <a:highlight>
                  <a:srgbClr val="E8F3E8"/>
                </a:highlight>
              </a:rPr>
              <a:t>Low Variance</a:t>
            </a:r>
            <a:r>
              <a:rPr lang="en" sz="1150">
                <a:solidFill>
                  <a:srgbClr val="555555"/>
                </a:solidFill>
                <a:highlight>
                  <a:srgbClr val="E8F3E8"/>
                </a:highlight>
              </a:rPr>
              <a:t>: Suggests small changes to the estimate of the target function with changes to the training dataset.</a:t>
            </a: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High Variance</a:t>
            </a:r>
            <a:r>
              <a:rPr lang="en" sz="1150">
                <a:solidFill>
                  <a:srgbClr val="555555"/>
                </a:solidFill>
                <a:highlight>
                  <a:srgbClr val="E8F3E8"/>
                </a:highlight>
              </a:rPr>
              <a:t>: Suggests large changes to the estimate of the target function with changes to the training dataset.</a:t>
            </a:r>
            <a:endParaRPr sz="1150">
              <a:solidFill>
                <a:srgbClr val="555555"/>
              </a:solidFill>
              <a:highlight>
                <a:srgbClr val="E8F3E8"/>
              </a:highlight>
            </a:endParaRPr>
          </a:p>
          <a:p>
            <a:pPr marL="0" lvl="0" indent="0" algn="l" rtl="0">
              <a:spcBef>
                <a:spcPts val="1100"/>
              </a:spcBef>
              <a:spcAft>
                <a:spcPts val="0"/>
              </a:spcAft>
              <a:buNone/>
            </a:pPr>
            <a:r>
              <a:rPr lang="en" sz="1150">
                <a:solidFill>
                  <a:srgbClr val="555555"/>
                </a:solidFill>
                <a:highlight>
                  <a:srgbClr val="E8F3E8"/>
                </a:highlight>
              </a:rPr>
              <a:t>Generally, nonlinear machine learning algorithms that have a lot of flexibility have a high variance. For example, decision trees have a high variance, that is even higher if the trees are not pruned before use.</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Examples of </a:t>
            </a:r>
            <a:r>
              <a:rPr lang="en" sz="1150" b="1">
                <a:solidFill>
                  <a:srgbClr val="555555"/>
                </a:solidFill>
                <a:highlight>
                  <a:srgbClr val="E8F3E8"/>
                </a:highlight>
              </a:rPr>
              <a:t>low-variance</a:t>
            </a:r>
            <a:r>
              <a:rPr lang="en" sz="1150">
                <a:solidFill>
                  <a:srgbClr val="555555"/>
                </a:solidFill>
                <a:highlight>
                  <a:srgbClr val="E8F3E8"/>
                </a:highlight>
              </a:rPr>
              <a:t> machine learning algorithms include: Linear Regression, Linear Discriminant Analysis and Logistic Regression.</a:t>
            </a: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Examples of </a:t>
            </a:r>
            <a:r>
              <a:rPr lang="en" sz="1150" b="1">
                <a:solidFill>
                  <a:srgbClr val="555555"/>
                </a:solidFill>
                <a:highlight>
                  <a:srgbClr val="E8F3E8"/>
                </a:highlight>
              </a:rPr>
              <a:t>high-variance</a:t>
            </a:r>
            <a:r>
              <a:rPr lang="en" sz="1150">
                <a:solidFill>
                  <a:srgbClr val="555555"/>
                </a:solidFill>
                <a:highlight>
                  <a:srgbClr val="E8F3E8"/>
                </a:highlight>
              </a:rPr>
              <a:t> machine learning algorithms include: Decision Trees, k-Nearest Neighbors and Support Vector Machines.</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Linear</a:t>
            </a:r>
            <a:r>
              <a:rPr lang="en" sz="1150">
                <a:solidFill>
                  <a:srgbClr val="555555"/>
                </a:solidFill>
                <a:highlight>
                  <a:srgbClr val="E8F3E8"/>
                </a:highlight>
              </a:rPr>
              <a:t> machine learning algorithms often have a high bias but a low variance.</a:t>
            </a: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Nonlinear</a:t>
            </a:r>
            <a:r>
              <a:rPr lang="en" sz="1150">
                <a:solidFill>
                  <a:srgbClr val="555555"/>
                </a:solidFill>
                <a:highlight>
                  <a:srgbClr val="E8F3E8"/>
                </a:highlight>
              </a:rPr>
              <a:t> machine learning algorithms often have a low bias but a high variance.</a:t>
            </a:r>
            <a:endParaRPr sz="1150">
              <a:solidFill>
                <a:srgbClr val="555555"/>
              </a:solidFill>
              <a:highlight>
                <a:srgbClr val="E8F3E8"/>
              </a:highlight>
            </a:endParaRPr>
          </a:p>
          <a:p>
            <a:pPr marL="0" lvl="0" indent="0" algn="l" rtl="0">
              <a:spcBef>
                <a:spcPts val="1100"/>
              </a:spcBef>
              <a:spcAft>
                <a:spcPts val="0"/>
              </a:spcAft>
              <a:buNone/>
            </a:pPr>
            <a:endParaRPr sz="1150">
              <a:solidFill>
                <a:srgbClr val="555555"/>
              </a:solidFill>
              <a:highlight>
                <a:srgbClr val="E8F3E8"/>
              </a:highlight>
            </a:endParaRPr>
          </a:p>
        </p:txBody>
      </p:sp>
    </p:spTree>
    <p:extLst>
      <p:ext uri="{BB962C8B-B14F-4D97-AF65-F5344CB8AC3E}">
        <p14:creationId xmlns:p14="http://schemas.microsoft.com/office/powerpoint/2010/main" val="604775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28EDA8AC-5570-6872-9696-6478DBB8768C}"/>
            </a:ext>
          </a:extLst>
        </p:cNvPr>
        <p:cNvGrpSpPr/>
        <p:nvPr/>
      </p:nvGrpSpPr>
      <p:grpSpPr>
        <a:xfrm>
          <a:off x="0" y="0"/>
          <a:ext cx="0" cy="0"/>
          <a:chOff x="0" y="0"/>
          <a:chExt cx="0" cy="0"/>
        </a:xfrm>
      </p:grpSpPr>
      <p:sp>
        <p:nvSpPr>
          <p:cNvPr id="100" name="Google Shape;100;g24e689ce426_0_110:notes">
            <a:extLst>
              <a:ext uri="{FF2B5EF4-FFF2-40B4-BE49-F238E27FC236}">
                <a16:creationId xmlns:a16="http://schemas.microsoft.com/office/drawing/2014/main" id="{E8F4563A-F3E5-D05F-464C-407132142F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4e689ce426_0_110:notes">
            <a:extLst>
              <a:ext uri="{FF2B5EF4-FFF2-40B4-BE49-F238E27FC236}">
                <a16:creationId xmlns:a16="http://schemas.microsoft.com/office/drawing/2014/main" id="{F42FE2D7-6773-6C42-DA51-756724DB0A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555555"/>
                </a:solidFill>
                <a:highlight>
                  <a:srgbClr val="E8F3E8"/>
                </a:highlight>
              </a:rPr>
              <a:t>Variance is the amount that the estimate of the target function will change if different training data was used.</a:t>
            </a: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Ideally, it should not change too much from one training dataset to the next, meaning that the algorithm is good at picking out the hidden underlying mapping between the inputs and the output variables.</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0" lvl="0" indent="0" algn="l" rtl="0">
              <a:lnSpc>
                <a:spcPct val="150000"/>
              </a:lnSpc>
              <a:spcBef>
                <a:spcPts val="0"/>
              </a:spcBef>
              <a:spcAft>
                <a:spcPts val="0"/>
              </a:spcAft>
              <a:buClr>
                <a:schemeClr val="dk1"/>
              </a:buClr>
              <a:buSzPts val="1100"/>
              <a:buFont typeface="Arial"/>
              <a:buNone/>
            </a:pPr>
            <a:r>
              <a:rPr lang="en" sz="1150">
                <a:solidFill>
                  <a:srgbClr val="555555"/>
                </a:solidFill>
                <a:highlight>
                  <a:srgbClr val="E8F3E8"/>
                </a:highlight>
              </a:rPr>
              <a:t>Machine learning algorithms that have a high variance are strongly influenced by the specifics of the training data. This means that the specifics of the training have influences the number and types of parameters used to characterize the mapping function.</a:t>
            </a:r>
            <a:endParaRPr sz="1150">
              <a:solidFill>
                <a:srgbClr val="555555"/>
              </a:solidFill>
              <a:highlight>
                <a:srgbClr val="E8F3E8"/>
              </a:highlight>
            </a:endParaRPr>
          </a:p>
          <a:p>
            <a:pPr marL="457200" lvl="0" indent="-301625" algn="l" rtl="0">
              <a:lnSpc>
                <a:spcPct val="115000"/>
              </a:lnSpc>
              <a:spcBef>
                <a:spcPts val="1400"/>
              </a:spcBef>
              <a:spcAft>
                <a:spcPts val="0"/>
              </a:spcAft>
              <a:buClr>
                <a:srgbClr val="555555"/>
              </a:buClr>
              <a:buSzPts val="1150"/>
              <a:buChar char="●"/>
            </a:pPr>
            <a:r>
              <a:rPr lang="en" sz="1150" b="1">
                <a:solidFill>
                  <a:srgbClr val="555555"/>
                </a:solidFill>
                <a:highlight>
                  <a:srgbClr val="E8F3E8"/>
                </a:highlight>
              </a:rPr>
              <a:t>Low Variance</a:t>
            </a:r>
            <a:r>
              <a:rPr lang="en" sz="1150">
                <a:solidFill>
                  <a:srgbClr val="555555"/>
                </a:solidFill>
                <a:highlight>
                  <a:srgbClr val="E8F3E8"/>
                </a:highlight>
              </a:rPr>
              <a:t>: Suggests small changes to the estimate of the target function with changes to the training dataset.</a:t>
            </a: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High Variance</a:t>
            </a:r>
            <a:r>
              <a:rPr lang="en" sz="1150">
                <a:solidFill>
                  <a:srgbClr val="555555"/>
                </a:solidFill>
                <a:highlight>
                  <a:srgbClr val="E8F3E8"/>
                </a:highlight>
              </a:rPr>
              <a:t>: Suggests large changes to the estimate of the target function with changes to the training dataset.</a:t>
            </a:r>
            <a:endParaRPr sz="1150">
              <a:solidFill>
                <a:srgbClr val="555555"/>
              </a:solidFill>
              <a:highlight>
                <a:srgbClr val="E8F3E8"/>
              </a:highlight>
            </a:endParaRPr>
          </a:p>
          <a:p>
            <a:pPr marL="0" lvl="0" indent="0" algn="l" rtl="0">
              <a:spcBef>
                <a:spcPts val="1100"/>
              </a:spcBef>
              <a:spcAft>
                <a:spcPts val="0"/>
              </a:spcAft>
              <a:buNone/>
            </a:pPr>
            <a:r>
              <a:rPr lang="en" sz="1150">
                <a:solidFill>
                  <a:srgbClr val="555555"/>
                </a:solidFill>
                <a:highlight>
                  <a:srgbClr val="E8F3E8"/>
                </a:highlight>
              </a:rPr>
              <a:t>Generally, nonlinear machine learning algorithms that have a lot of flexibility have a high variance. For example, decision trees have a high variance, that is even higher if the trees are not pruned before use.</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Examples of </a:t>
            </a:r>
            <a:r>
              <a:rPr lang="en" sz="1150" b="1">
                <a:solidFill>
                  <a:srgbClr val="555555"/>
                </a:solidFill>
                <a:highlight>
                  <a:srgbClr val="E8F3E8"/>
                </a:highlight>
              </a:rPr>
              <a:t>low-variance</a:t>
            </a:r>
            <a:r>
              <a:rPr lang="en" sz="1150">
                <a:solidFill>
                  <a:srgbClr val="555555"/>
                </a:solidFill>
                <a:highlight>
                  <a:srgbClr val="E8F3E8"/>
                </a:highlight>
              </a:rPr>
              <a:t> machine learning algorithms include: Linear Regression, Linear Discriminant Analysis and Logistic Regression.</a:t>
            </a: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Examples of </a:t>
            </a:r>
            <a:r>
              <a:rPr lang="en" sz="1150" b="1">
                <a:solidFill>
                  <a:srgbClr val="555555"/>
                </a:solidFill>
                <a:highlight>
                  <a:srgbClr val="E8F3E8"/>
                </a:highlight>
              </a:rPr>
              <a:t>high-variance</a:t>
            </a:r>
            <a:r>
              <a:rPr lang="en" sz="1150">
                <a:solidFill>
                  <a:srgbClr val="555555"/>
                </a:solidFill>
                <a:highlight>
                  <a:srgbClr val="E8F3E8"/>
                </a:highlight>
              </a:rPr>
              <a:t> machine learning algorithms include: Decision Trees, k-Nearest Neighbors and Support Vector Machines.</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Linear</a:t>
            </a:r>
            <a:r>
              <a:rPr lang="en" sz="1150">
                <a:solidFill>
                  <a:srgbClr val="555555"/>
                </a:solidFill>
                <a:highlight>
                  <a:srgbClr val="E8F3E8"/>
                </a:highlight>
              </a:rPr>
              <a:t> machine learning algorithms often have a high bias but a low variance.</a:t>
            </a: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Nonlinear</a:t>
            </a:r>
            <a:r>
              <a:rPr lang="en" sz="1150">
                <a:solidFill>
                  <a:srgbClr val="555555"/>
                </a:solidFill>
                <a:highlight>
                  <a:srgbClr val="E8F3E8"/>
                </a:highlight>
              </a:rPr>
              <a:t> machine learning algorithms often have a low bias but a high variance.</a:t>
            </a:r>
            <a:endParaRPr sz="1150">
              <a:solidFill>
                <a:srgbClr val="555555"/>
              </a:solidFill>
              <a:highlight>
                <a:srgbClr val="E8F3E8"/>
              </a:highlight>
            </a:endParaRPr>
          </a:p>
          <a:p>
            <a:pPr marL="0" lvl="0" indent="0" algn="l" rtl="0">
              <a:spcBef>
                <a:spcPts val="1100"/>
              </a:spcBef>
              <a:spcAft>
                <a:spcPts val="0"/>
              </a:spcAft>
              <a:buNone/>
            </a:pPr>
            <a:endParaRPr sz="1150">
              <a:solidFill>
                <a:srgbClr val="555555"/>
              </a:solidFill>
              <a:highlight>
                <a:srgbClr val="E8F3E8"/>
              </a:highlight>
            </a:endParaRPr>
          </a:p>
        </p:txBody>
      </p:sp>
    </p:spTree>
    <p:extLst>
      <p:ext uri="{BB962C8B-B14F-4D97-AF65-F5344CB8AC3E}">
        <p14:creationId xmlns:p14="http://schemas.microsoft.com/office/powerpoint/2010/main" val="2832647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115CF073-35CE-5F2A-C3B7-0C5E4DCA973F}"/>
            </a:ext>
          </a:extLst>
        </p:cNvPr>
        <p:cNvGrpSpPr/>
        <p:nvPr/>
      </p:nvGrpSpPr>
      <p:grpSpPr>
        <a:xfrm>
          <a:off x="0" y="0"/>
          <a:ext cx="0" cy="0"/>
          <a:chOff x="0" y="0"/>
          <a:chExt cx="0" cy="0"/>
        </a:xfrm>
      </p:grpSpPr>
      <p:sp>
        <p:nvSpPr>
          <p:cNvPr id="100" name="Google Shape;100;g24e689ce426_0_110:notes">
            <a:extLst>
              <a:ext uri="{FF2B5EF4-FFF2-40B4-BE49-F238E27FC236}">
                <a16:creationId xmlns:a16="http://schemas.microsoft.com/office/drawing/2014/main" id="{CB266DDF-25F5-74DC-369B-25A980CE02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4e689ce426_0_110:notes">
            <a:extLst>
              <a:ext uri="{FF2B5EF4-FFF2-40B4-BE49-F238E27FC236}">
                <a16:creationId xmlns:a16="http://schemas.microsoft.com/office/drawing/2014/main" id="{3DB1555D-76E9-42F8-9581-DA5CDA3917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555555"/>
                </a:solidFill>
                <a:highlight>
                  <a:srgbClr val="E8F3E8"/>
                </a:highlight>
              </a:rPr>
              <a:t>Variance is the amount that the estimate of the target function will change if different training data was used.</a:t>
            </a: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Ideally, it should not change too much from one training dataset to the next, meaning that the algorithm is good at picking out the hidden underlying mapping between the inputs and the output variables.</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0" lvl="0" indent="0" algn="l" rtl="0">
              <a:lnSpc>
                <a:spcPct val="150000"/>
              </a:lnSpc>
              <a:spcBef>
                <a:spcPts val="0"/>
              </a:spcBef>
              <a:spcAft>
                <a:spcPts val="0"/>
              </a:spcAft>
              <a:buClr>
                <a:schemeClr val="dk1"/>
              </a:buClr>
              <a:buSzPts val="1100"/>
              <a:buFont typeface="Arial"/>
              <a:buNone/>
            </a:pPr>
            <a:r>
              <a:rPr lang="en" sz="1150">
                <a:solidFill>
                  <a:srgbClr val="555555"/>
                </a:solidFill>
                <a:highlight>
                  <a:srgbClr val="E8F3E8"/>
                </a:highlight>
              </a:rPr>
              <a:t>Machine learning algorithms that have a high variance are strongly influenced by the specifics of the training data. This means that the specifics of the training have influences the number and types of parameters used to characterize the mapping function.</a:t>
            </a:r>
            <a:endParaRPr sz="1150">
              <a:solidFill>
                <a:srgbClr val="555555"/>
              </a:solidFill>
              <a:highlight>
                <a:srgbClr val="E8F3E8"/>
              </a:highlight>
            </a:endParaRPr>
          </a:p>
          <a:p>
            <a:pPr marL="457200" lvl="0" indent="-301625" algn="l" rtl="0">
              <a:lnSpc>
                <a:spcPct val="115000"/>
              </a:lnSpc>
              <a:spcBef>
                <a:spcPts val="1400"/>
              </a:spcBef>
              <a:spcAft>
                <a:spcPts val="0"/>
              </a:spcAft>
              <a:buClr>
                <a:srgbClr val="555555"/>
              </a:buClr>
              <a:buSzPts val="1150"/>
              <a:buChar char="●"/>
            </a:pPr>
            <a:r>
              <a:rPr lang="en" sz="1150" b="1">
                <a:solidFill>
                  <a:srgbClr val="555555"/>
                </a:solidFill>
                <a:highlight>
                  <a:srgbClr val="E8F3E8"/>
                </a:highlight>
              </a:rPr>
              <a:t>Low Variance</a:t>
            </a:r>
            <a:r>
              <a:rPr lang="en" sz="1150">
                <a:solidFill>
                  <a:srgbClr val="555555"/>
                </a:solidFill>
                <a:highlight>
                  <a:srgbClr val="E8F3E8"/>
                </a:highlight>
              </a:rPr>
              <a:t>: Suggests small changes to the estimate of the target function with changes to the training dataset.</a:t>
            </a: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High Variance</a:t>
            </a:r>
            <a:r>
              <a:rPr lang="en" sz="1150">
                <a:solidFill>
                  <a:srgbClr val="555555"/>
                </a:solidFill>
                <a:highlight>
                  <a:srgbClr val="E8F3E8"/>
                </a:highlight>
              </a:rPr>
              <a:t>: Suggests large changes to the estimate of the target function with changes to the training dataset.</a:t>
            </a:r>
            <a:endParaRPr sz="1150">
              <a:solidFill>
                <a:srgbClr val="555555"/>
              </a:solidFill>
              <a:highlight>
                <a:srgbClr val="E8F3E8"/>
              </a:highlight>
            </a:endParaRPr>
          </a:p>
          <a:p>
            <a:pPr marL="0" lvl="0" indent="0" algn="l" rtl="0">
              <a:spcBef>
                <a:spcPts val="1100"/>
              </a:spcBef>
              <a:spcAft>
                <a:spcPts val="0"/>
              </a:spcAft>
              <a:buNone/>
            </a:pPr>
            <a:r>
              <a:rPr lang="en" sz="1150">
                <a:solidFill>
                  <a:srgbClr val="555555"/>
                </a:solidFill>
                <a:highlight>
                  <a:srgbClr val="E8F3E8"/>
                </a:highlight>
              </a:rPr>
              <a:t>Generally, nonlinear machine learning algorithms that have a lot of flexibility have a high variance. For example, decision trees have a high variance, that is even higher if the trees are not pruned before use.</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Examples of </a:t>
            </a:r>
            <a:r>
              <a:rPr lang="en" sz="1150" b="1">
                <a:solidFill>
                  <a:srgbClr val="555555"/>
                </a:solidFill>
                <a:highlight>
                  <a:srgbClr val="E8F3E8"/>
                </a:highlight>
              </a:rPr>
              <a:t>low-variance</a:t>
            </a:r>
            <a:r>
              <a:rPr lang="en" sz="1150">
                <a:solidFill>
                  <a:srgbClr val="555555"/>
                </a:solidFill>
                <a:highlight>
                  <a:srgbClr val="E8F3E8"/>
                </a:highlight>
              </a:rPr>
              <a:t> machine learning algorithms include: Linear Regression, Linear Discriminant Analysis and Logistic Regression.</a:t>
            </a: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Examples of </a:t>
            </a:r>
            <a:r>
              <a:rPr lang="en" sz="1150" b="1">
                <a:solidFill>
                  <a:srgbClr val="555555"/>
                </a:solidFill>
                <a:highlight>
                  <a:srgbClr val="E8F3E8"/>
                </a:highlight>
              </a:rPr>
              <a:t>high-variance</a:t>
            </a:r>
            <a:r>
              <a:rPr lang="en" sz="1150">
                <a:solidFill>
                  <a:srgbClr val="555555"/>
                </a:solidFill>
                <a:highlight>
                  <a:srgbClr val="E8F3E8"/>
                </a:highlight>
              </a:rPr>
              <a:t> machine learning algorithms include: Decision Trees, k-Nearest Neighbors and Support Vector Machines.</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Linear</a:t>
            </a:r>
            <a:r>
              <a:rPr lang="en" sz="1150">
                <a:solidFill>
                  <a:srgbClr val="555555"/>
                </a:solidFill>
                <a:highlight>
                  <a:srgbClr val="E8F3E8"/>
                </a:highlight>
              </a:rPr>
              <a:t> machine learning algorithms often have a high bias but a low variance.</a:t>
            </a: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Nonlinear</a:t>
            </a:r>
            <a:r>
              <a:rPr lang="en" sz="1150">
                <a:solidFill>
                  <a:srgbClr val="555555"/>
                </a:solidFill>
                <a:highlight>
                  <a:srgbClr val="E8F3E8"/>
                </a:highlight>
              </a:rPr>
              <a:t> machine learning algorithms often have a low bias but a high variance.</a:t>
            </a:r>
            <a:endParaRPr sz="1150">
              <a:solidFill>
                <a:srgbClr val="555555"/>
              </a:solidFill>
              <a:highlight>
                <a:srgbClr val="E8F3E8"/>
              </a:highlight>
            </a:endParaRPr>
          </a:p>
          <a:p>
            <a:pPr marL="0" lvl="0" indent="0" algn="l" rtl="0">
              <a:spcBef>
                <a:spcPts val="1100"/>
              </a:spcBef>
              <a:spcAft>
                <a:spcPts val="0"/>
              </a:spcAft>
              <a:buNone/>
            </a:pPr>
            <a:endParaRPr sz="1150">
              <a:solidFill>
                <a:srgbClr val="555555"/>
              </a:solidFill>
              <a:highlight>
                <a:srgbClr val="E8F3E8"/>
              </a:highlight>
            </a:endParaRPr>
          </a:p>
        </p:txBody>
      </p:sp>
    </p:spTree>
    <p:extLst>
      <p:ext uri="{BB962C8B-B14F-4D97-AF65-F5344CB8AC3E}">
        <p14:creationId xmlns:p14="http://schemas.microsoft.com/office/powerpoint/2010/main" val="31200936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75B194B5-654A-03B9-8E84-0C58CCA4F2CE}"/>
            </a:ext>
          </a:extLst>
        </p:cNvPr>
        <p:cNvGrpSpPr/>
        <p:nvPr/>
      </p:nvGrpSpPr>
      <p:grpSpPr>
        <a:xfrm>
          <a:off x="0" y="0"/>
          <a:ext cx="0" cy="0"/>
          <a:chOff x="0" y="0"/>
          <a:chExt cx="0" cy="0"/>
        </a:xfrm>
      </p:grpSpPr>
      <p:sp>
        <p:nvSpPr>
          <p:cNvPr id="100" name="Google Shape;100;g24e689ce426_0_110:notes">
            <a:extLst>
              <a:ext uri="{FF2B5EF4-FFF2-40B4-BE49-F238E27FC236}">
                <a16:creationId xmlns:a16="http://schemas.microsoft.com/office/drawing/2014/main" id="{C84370DC-5AF0-E3B0-1457-EBBAF78BB5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4e689ce426_0_110:notes">
            <a:extLst>
              <a:ext uri="{FF2B5EF4-FFF2-40B4-BE49-F238E27FC236}">
                <a16:creationId xmlns:a16="http://schemas.microsoft.com/office/drawing/2014/main" id="{3A6562DE-01AE-FE8F-3BE6-137EAFDD98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555555"/>
                </a:solidFill>
                <a:highlight>
                  <a:srgbClr val="E8F3E8"/>
                </a:highlight>
              </a:rPr>
              <a:t>Variance is the amount that the estimate of the target function will change if different training data was used.</a:t>
            </a: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Ideally, it should not change too much from one training dataset to the next, meaning that the algorithm is good at picking out the hidden underlying mapping between the inputs and the output variables.</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0" lvl="0" indent="0" algn="l" rtl="0">
              <a:lnSpc>
                <a:spcPct val="150000"/>
              </a:lnSpc>
              <a:spcBef>
                <a:spcPts val="0"/>
              </a:spcBef>
              <a:spcAft>
                <a:spcPts val="0"/>
              </a:spcAft>
              <a:buClr>
                <a:schemeClr val="dk1"/>
              </a:buClr>
              <a:buSzPts val="1100"/>
              <a:buFont typeface="Arial"/>
              <a:buNone/>
            </a:pPr>
            <a:r>
              <a:rPr lang="en" sz="1150">
                <a:solidFill>
                  <a:srgbClr val="555555"/>
                </a:solidFill>
                <a:highlight>
                  <a:srgbClr val="E8F3E8"/>
                </a:highlight>
              </a:rPr>
              <a:t>Machine learning algorithms that have a high variance are strongly influenced by the specifics of the training data. This means that the specifics of the training have influences the number and types of parameters used to characterize the mapping function.</a:t>
            </a:r>
            <a:endParaRPr sz="1150">
              <a:solidFill>
                <a:srgbClr val="555555"/>
              </a:solidFill>
              <a:highlight>
                <a:srgbClr val="E8F3E8"/>
              </a:highlight>
            </a:endParaRPr>
          </a:p>
          <a:p>
            <a:pPr marL="457200" lvl="0" indent="-301625" algn="l" rtl="0">
              <a:lnSpc>
                <a:spcPct val="115000"/>
              </a:lnSpc>
              <a:spcBef>
                <a:spcPts val="1400"/>
              </a:spcBef>
              <a:spcAft>
                <a:spcPts val="0"/>
              </a:spcAft>
              <a:buClr>
                <a:srgbClr val="555555"/>
              </a:buClr>
              <a:buSzPts val="1150"/>
              <a:buChar char="●"/>
            </a:pPr>
            <a:r>
              <a:rPr lang="en" sz="1150" b="1">
                <a:solidFill>
                  <a:srgbClr val="555555"/>
                </a:solidFill>
                <a:highlight>
                  <a:srgbClr val="E8F3E8"/>
                </a:highlight>
              </a:rPr>
              <a:t>Low Variance</a:t>
            </a:r>
            <a:r>
              <a:rPr lang="en" sz="1150">
                <a:solidFill>
                  <a:srgbClr val="555555"/>
                </a:solidFill>
                <a:highlight>
                  <a:srgbClr val="E8F3E8"/>
                </a:highlight>
              </a:rPr>
              <a:t>: Suggests small changes to the estimate of the target function with changes to the training dataset.</a:t>
            </a: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High Variance</a:t>
            </a:r>
            <a:r>
              <a:rPr lang="en" sz="1150">
                <a:solidFill>
                  <a:srgbClr val="555555"/>
                </a:solidFill>
                <a:highlight>
                  <a:srgbClr val="E8F3E8"/>
                </a:highlight>
              </a:rPr>
              <a:t>: Suggests large changes to the estimate of the target function with changes to the training dataset.</a:t>
            </a:r>
            <a:endParaRPr sz="1150">
              <a:solidFill>
                <a:srgbClr val="555555"/>
              </a:solidFill>
              <a:highlight>
                <a:srgbClr val="E8F3E8"/>
              </a:highlight>
            </a:endParaRPr>
          </a:p>
          <a:p>
            <a:pPr marL="0" lvl="0" indent="0" algn="l" rtl="0">
              <a:spcBef>
                <a:spcPts val="1100"/>
              </a:spcBef>
              <a:spcAft>
                <a:spcPts val="0"/>
              </a:spcAft>
              <a:buNone/>
            </a:pPr>
            <a:r>
              <a:rPr lang="en" sz="1150">
                <a:solidFill>
                  <a:srgbClr val="555555"/>
                </a:solidFill>
                <a:highlight>
                  <a:srgbClr val="E8F3E8"/>
                </a:highlight>
              </a:rPr>
              <a:t>Generally, nonlinear machine learning algorithms that have a lot of flexibility have a high variance. For example, decision trees have a high variance, that is even higher if the trees are not pruned before use.</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Examples of </a:t>
            </a:r>
            <a:r>
              <a:rPr lang="en" sz="1150" b="1">
                <a:solidFill>
                  <a:srgbClr val="555555"/>
                </a:solidFill>
                <a:highlight>
                  <a:srgbClr val="E8F3E8"/>
                </a:highlight>
              </a:rPr>
              <a:t>low-variance</a:t>
            </a:r>
            <a:r>
              <a:rPr lang="en" sz="1150">
                <a:solidFill>
                  <a:srgbClr val="555555"/>
                </a:solidFill>
                <a:highlight>
                  <a:srgbClr val="E8F3E8"/>
                </a:highlight>
              </a:rPr>
              <a:t> machine learning algorithms include: Linear Regression, Linear Discriminant Analysis and Logistic Regression.</a:t>
            </a: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Examples of </a:t>
            </a:r>
            <a:r>
              <a:rPr lang="en" sz="1150" b="1">
                <a:solidFill>
                  <a:srgbClr val="555555"/>
                </a:solidFill>
                <a:highlight>
                  <a:srgbClr val="E8F3E8"/>
                </a:highlight>
              </a:rPr>
              <a:t>high-variance</a:t>
            </a:r>
            <a:r>
              <a:rPr lang="en" sz="1150">
                <a:solidFill>
                  <a:srgbClr val="555555"/>
                </a:solidFill>
                <a:highlight>
                  <a:srgbClr val="E8F3E8"/>
                </a:highlight>
              </a:rPr>
              <a:t> machine learning algorithms include: Decision Trees, k-Nearest Neighbors and Support Vector Machines.</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Linear</a:t>
            </a:r>
            <a:r>
              <a:rPr lang="en" sz="1150">
                <a:solidFill>
                  <a:srgbClr val="555555"/>
                </a:solidFill>
                <a:highlight>
                  <a:srgbClr val="E8F3E8"/>
                </a:highlight>
              </a:rPr>
              <a:t> machine learning algorithms often have a high bias but a low variance.</a:t>
            </a: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Nonlinear</a:t>
            </a:r>
            <a:r>
              <a:rPr lang="en" sz="1150">
                <a:solidFill>
                  <a:srgbClr val="555555"/>
                </a:solidFill>
                <a:highlight>
                  <a:srgbClr val="E8F3E8"/>
                </a:highlight>
              </a:rPr>
              <a:t> machine learning algorithms often have a low bias but a high variance.</a:t>
            </a:r>
            <a:endParaRPr sz="1150">
              <a:solidFill>
                <a:srgbClr val="555555"/>
              </a:solidFill>
              <a:highlight>
                <a:srgbClr val="E8F3E8"/>
              </a:highlight>
            </a:endParaRPr>
          </a:p>
          <a:p>
            <a:pPr marL="0" lvl="0" indent="0" algn="l" rtl="0">
              <a:spcBef>
                <a:spcPts val="1100"/>
              </a:spcBef>
              <a:spcAft>
                <a:spcPts val="0"/>
              </a:spcAft>
              <a:buNone/>
            </a:pPr>
            <a:endParaRPr sz="1150">
              <a:solidFill>
                <a:srgbClr val="555555"/>
              </a:solidFill>
              <a:highlight>
                <a:srgbClr val="E8F3E8"/>
              </a:highlight>
            </a:endParaRPr>
          </a:p>
        </p:txBody>
      </p:sp>
    </p:spTree>
    <p:extLst>
      <p:ext uri="{BB962C8B-B14F-4D97-AF65-F5344CB8AC3E}">
        <p14:creationId xmlns:p14="http://schemas.microsoft.com/office/powerpoint/2010/main" val="4259909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a:extLst>
            <a:ext uri="{FF2B5EF4-FFF2-40B4-BE49-F238E27FC236}">
              <a16:creationId xmlns:a16="http://schemas.microsoft.com/office/drawing/2014/main" id="{8EF53029-0C46-BA36-FDCD-3538BE036C10}"/>
            </a:ext>
          </a:extLst>
        </p:cNvPr>
        <p:cNvGrpSpPr/>
        <p:nvPr/>
      </p:nvGrpSpPr>
      <p:grpSpPr>
        <a:xfrm>
          <a:off x="0" y="0"/>
          <a:ext cx="0" cy="0"/>
          <a:chOff x="0" y="0"/>
          <a:chExt cx="0" cy="0"/>
        </a:xfrm>
      </p:grpSpPr>
      <p:sp>
        <p:nvSpPr>
          <p:cNvPr id="100" name="Google Shape;100;g24e689ce426_0_110:notes">
            <a:extLst>
              <a:ext uri="{FF2B5EF4-FFF2-40B4-BE49-F238E27FC236}">
                <a16:creationId xmlns:a16="http://schemas.microsoft.com/office/drawing/2014/main" id="{FA387225-3B34-D373-586F-078B2DA8BF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4e689ce426_0_110:notes">
            <a:extLst>
              <a:ext uri="{FF2B5EF4-FFF2-40B4-BE49-F238E27FC236}">
                <a16:creationId xmlns:a16="http://schemas.microsoft.com/office/drawing/2014/main" id="{BE41242D-DE85-14C1-325D-D8963B94C0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50">
                <a:solidFill>
                  <a:srgbClr val="555555"/>
                </a:solidFill>
                <a:highlight>
                  <a:srgbClr val="E8F3E8"/>
                </a:highlight>
              </a:rPr>
              <a:t>Variance is the amount that the estimate of the target function will change if different training data was used.</a:t>
            </a: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Ideally, it should not change too much from one training dataset to the next, meaning that the algorithm is good at picking out the hidden underlying mapping between the inputs and the output variables.</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0" lvl="0" indent="0" algn="l" rtl="0">
              <a:lnSpc>
                <a:spcPct val="150000"/>
              </a:lnSpc>
              <a:spcBef>
                <a:spcPts val="0"/>
              </a:spcBef>
              <a:spcAft>
                <a:spcPts val="0"/>
              </a:spcAft>
              <a:buClr>
                <a:schemeClr val="dk1"/>
              </a:buClr>
              <a:buSzPts val="1100"/>
              <a:buFont typeface="Arial"/>
              <a:buNone/>
            </a:pPr>
            <a:r>
              <a:rPr lang="en" sz="1150">
                <a:solidFill>
                  <a:srgbClr val="555555"/>
                </a:solidFill>
                <a:highlight>
                  <a:srgbClr val="E8F3E8"/>
                </a:highlight>
              </a:rPr>
              <a:t>Machine learning algorithms that have a high variance are strongly influenced by the specifics of the training data. This means that the specifics of the training have influences the number and types of parameters used to characterize the mapping function.</a:t>
            </a:r>
            <a:endParaRPr sz="1150">
              <a:solidFill>
                <a:srgbClr val="555555"/>
              </a:solidFill>
              <a:highlight>
                <a:srgbClr val="E8F3E8"/>
              </a:highlight>
            </a:endParaRPr>
          </a:p>
          <a:p>
            <a:pPr marL="457200" lvl="0" indent="-301625" algn="l" rtl="0">
              <a:lnSpc>
                <a:spcPct val="115000"/>
              </a:lnSpc>
              <a:spcBef>
                <a:spcPts val="1400"/>
              </a:spcBef>
              <a:spcAft>
                <a:spcPts val="0"/>
              </a:spcAft>
              <a:buClr>
                <a:srgbClr val="555555"/>
              </a:buClr>
              <a:buSzPts val="1150"/>
              <a:buChar char="●"/>
            </a:pPr>
            <a:r>
              <a:rPr lang="en" sz="1150" b="1">
                <a:solidFill>
                  <a:srgbClr val="555555"/>
                </a:solidFill>
                <a:highlight>
                  <a:srgbClr val="E8F3E8"/>
                </a:highlight>
              </a:rPr>
              <a:t>Low Variance</a:t>
            </a:r>
            <a:r>
              <a:rPr lang="en" sz="1150">
                <a:solidFill>
                  <a:srgbClr val="555555"/>
                </a:solidFill>
                <a:highlight>
                  <a:srgbClr val="E8F3E8"/>
                </a:highlight>
              </a:rPr>
              <a:t>: Suggests small changes to the estimate of the target function with changes to the training dataset.</a:t>
            </a: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High Variance</a:t>
            </a:r>
            <a:r>
              <a:rPr lang="en" sz="1150">
                <a:solidFill>
                  <a:srgbClr val="555555"/>
                </a:solidFill>
                <a:highlight>
                  <a:srgbClr val="E8F3E8"/>
                </a:highlight>
              </a:rPr>
              <a:t>: Suggests large changes to the estimate of the target function with changes to the training dataset.</a:t>
            </a:r>
            <a:endParaRPr sz="1150">
              <a:solidFill>
                <a:srgbClr val="555555"/>
              </a:solidFill>
              <a:highlight>
                <a:srgbClr val="E8F3E8"/>
              </a:highlight>
            </a:endParaRPr>
          </a:p>
          <a:p>
            <a:pPr marL="0" lvl="0" indent="0" algn="l" rtl="0">
              <a:spcBef>
                <a:spcPts val="1100"/>
              </a:spcBef>
              <a:spcAft>
                <a:spcPts val="0"/>
              </a:spcAft>
              <a:buNone/>
            </a:pPr>
            <a:r>
              <a:rPr lang="en" sz="1150">
                <a:solidFill>
                  <a:srgbClr val="555555"/>
                </a:solidFill>
                <a:highlight>
                  <a:srgbClr val="E8F3E8"/>
                </a:highlight>
              </a:rPr>
              <a:t>Generally, nonlinear machine learning algorithms that have a lot of flexibility have a high variance. For example, decision trees have a high variance, that is even higher if the trees are not pruned before use.</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Examples of </a:t>
            </a:r>
            <a:r>
              <a:rPr lang="en" sz="1150" b="1">
                <a:solidFill>
                  <a:srgbClr val="555555"/>
                </a:solidFill>
                <a:highlight>
                  <a:srgbClr val="E8F3E8"/>
                </a:highlight>
              </a:rPr>
              <a:t>low-variance</a:t>
            </a:r>
            <a:r>
              <a:rPr lang="en" sz="1150">
                <a:solidFill>
                  <a:srgbClr val="555555"/>
                </a:solidFill>
                <a:highlight>
                  <a:srgbClr val="E8F3E8"/>
                </a:highlight>
              </a:rPr>
              <a:t> machine learning algorithms include: Linear Regression, Linear Discriminant Analysis and Logistic Regression.</a:t>
            </a:r>
            <a:endParaRPr sz="1150">
              <a:solidFill>
                <a:srgbClr val="555555"/>
              </a:solidFill>
              <a:highlight>
                <a:srgbClr val="E8F3E8"/>
              </a:highlight>
            </a:endParaRPr>
          </a:p>
          <a:p>
            <a:pPr marL="0" lvl="0" indent="0" algn="l" rtl="0">
              <a:spcBef>
                <a:spcPts val="0"/>
              </a:spcBef>
              <a:spcAft>
                <a:spcPts val="0"/>
              </a:spcAft>
              <a:buNone/>
            </a:pPr>
            <a:r>
              <a:rPr lang="en" sz="1150">
                <a:solidFill>
                  <a:srgbClr val="555555"/>
                </a:solidFill>
                <a:highlight>
                  <a:srgbClr val="E8F3E8"/>
                </a:highlight>
              </a:rPr>
              <a:t>Examples of </a:t>
            </a:r>
            <a:r>
              <a:rPr lang="en" sz="1150" b="1">
                <a:solidFill>
                  <a:srgbClr val="555555"/>
                </a:solidFill>
                <a:highlight>
                  <a:srgbClr val="E8F3E8"/>
                </a:highlight>
              </a:rPr>
              <a:t>high-variance</a:t>
            </a:r>
            <a:r>
              <a:rPr lang="en" sz="1150">
                <a:solidFill>
                  <a:srgbClr val="555555"/>
                </a:solidFill>
                <a:highlight>
                  <a:srgbClr val="E8F3E8"/>
                </a:highlight>
              </a:rPr>
              <a:t> machine learning algorithms include: Decision Trees, k-Nearest Neighbors and Support Vector Machines.</a:t>
            </a:r>
            <a:endParaRPr sz="1150">
              <a:solidFill>
                <a:srgbClr val="555555"/>
              </a:solidFill>
              <a:highlight>
                <a:srgbClr val="E8F3E8"/>
              </a:highlight>
            </a:endParaRPr>
          </a:p>
          <a:p>
            <a:pPr marL="0" lvl="0" indent="0" algn="l" rtl="0">
              <a:spcBef>
                <a:spcPts val="0"/>
              </a:spcBef>
              <a:spcAft>
                <a:spcPts val="0"/>
              </a:spcAft>
              <a:buNone/>
            </a:pP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Linear</a:t>
            </a:r>
            <a:r>
              <a:rPr lang="en" sz="1150">
                <a:solidFill>
                  <a:srgbClr val="555555"/>
                </a:solidFill>
                <a:highlight>
                  <a:srgbClr val="E8F3E8"/>
                </a:highlight>
              </a:rPr>
              <a:t> machine learning algorithms often have a high bias but a low variance.</a:t>
            </a:r>
            <a:endParaRPr sz="1150">
              <a:solidFill>
                <a:srgbClr val="555555"/>
              </a:solidFill>
              <a:highlight>
                <a:srgbClr val="E8F3E8"/>
              </a:highlight>
            </a:endParaRPr>
          </a:p>
          <a:p>
            <a:pPr marL="457200" lvl="0" indent="-301625" algn="l" rtl="0">
              <a:lnSpc>
                <a:spcPct val="115000"/>
              </a:lnSpc>
              <a:spcBef>
                <a:spcPts val="0"/>
              </a:spcBef>
              <a:spcAft>
                <a:spcPts val="0"/>
              </a:spcAft>
              <a:buClr>
                <a:srgbClr val="555555"/>
              </a:buClr>
              <a:buSzPts val="1150"/>
              <a:buChar char="●"/>
            </a:pPr>
            <a:r>
              <a:rPr lang="en" sz="1150" b="1">
                <a:solidFill>
                  <a:srgbClr val="555555"/>
                </a:solidFill>
                <a:highlight>
                  <a:srgbClr val="E8F3E8"/>
                </a:highlight>
              </a:rPr>
              <a:t>Nonlinear</a:t>
            </a:r>
            <a:r>
              <a:rPr lang="en" sz="1150">
                <a:solidFill>
                  <a:srgbClr val="555555"/>
                </a:solidFill>
                <a:highlight>
                  <a:srgbClr val="E8F3E8"/>
                </a:highlight>
              </a:rPr>
              <a:t> machine learning algorithms often have a low bias but a high variance.</a:t>
            </a:r>
            <a:endParaRPr sz="1150">
              <a:solidFill>
                <a:srgbClr val="555555"/>
              </a:solidFill>
              <a:highlight>
                <a:srgbClr val="E8F3E8"/>
              </a:highlight>
            </a:endParaRPr>
          </a:p>
          <a:p>
            <a:pPr marL="0" lvl="0" indent="0" algn="l" rtl="0">
              <a:spcBef>
                <a:spcPts val="1100"/>
              </a:spcBef>
              <a:spcAft>
                <a:spcPts val="0"/>
              </a:spcAft>
              <a:buNone/>
            </a:pPr>
            <a:endParaRPr sz="1150">
              <a:solidFill>
                <a:srgbClr val="555555"/>
              </a:solidFill>
              <a:highlight>
                <a:srgbClr val="E8F3E8"/>
              </a:highlight>
            </a:endParaRPr>
          </a:p>
        </p:txBody>
      </p:sp>
    </p:spTree>
    <p:extLst>
      <p:ext uri="{BB962C8B-B14F-4D97-AF65-F5344CB8AC3E}">
        <p14:creationId xmlns:p14="http://schemas.microsoft.com/office/powerpoint/2010/main" val="16103737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4e689ce426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4e689ce426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900" b="1">
                <a:solidFill>
                  <a:srgbClr val="292929"/>
                </a:solidFill>
                <a:highlight>
                  <a:srgbClr val="FFFFFF"/>
                </a:highlight>
              </a:rPr>
              <a:t>Why is Bias Variance Tradeoff?</a:t>
            </a:r>
            <a:endParaRPr sz="900" b="1">
              <a:solidFill>
                <a:srgbClr val="292929"/>
              </a:solidFill>
              <a:highlight>
                <a:srgbClr val="FFFFFF"/>
              </a:highlight>
            </a:endParaRPr>
          </a:p>
          <a:p>
            <a:pPr marL="0" lvl="0" indent="0" algn="l" rtl="0">
              <a:spcBef>
                <a:spcPts val="0"/>
              </a:spcBef>
              <a:spcAft>
                <a:spcPts val="0"/>
              </a:spcAft>
              <a:buNone/>
            </a:pPr>
            <a:r>
              <a:rPr lang="en" sz="900">
                <a:solidFill>
                  <a:srgbClr val="292929"/>
                </a:solidFill>
                <a:highlight>
                  <a:srgbClr val="FFFFFF"/>
                </a:highlight>
              </a:rPr>
              <a:t>If our model is too simple and has very few parameters then it may have high bias and low variance. On the other hand if our model has large number of parameters then it’s going to have high variance and low bias. So we need to find the right/good balance without overfitting and underfitting the data.</a:t>
            </a:r>
            <a:endParaRPr sz="900">
              <a:solidFill>
                <a:srgbClr val="292929"/>
              </a:solidFill>
              <a:highlight>
                <a:srgbClr val="FFFFFF"/>
              </a:highlight>
            </a:endParaRPr>
          </a:p>
          <a:p>
            <a:pPr marL="0" lvl="0" indent="0" algn="l" rtl="0">
              <a:spcBef>
                <a:spcPts val="0"/>
              </a:spcBef>
              <a:spcAft>
                <a:spcPts val="0"/>
              </a:spcAft>
              <a:buNone/>
            </a:pPr>
            <a:endParaRPr sz="900">
              <a:solidFill>
                <a:srgbClr val="292929"/>
              </a:solidFill>
              <a:highlight>
                <a:srgbClr val="FFFFFF"/>
              </a:highlight>
            </a:endParaRPr>
          </a:p>
          <a:p>
            <a:pPr marL="0" lvl="0" indent="0" algn="l" rtl="0">
              <a:lnSpc>
                <a:spcPct val="150000"/>
              </a:lnSpc>
              <a:spcBef>
                <a:spcPts val="0"/>
              </a:spcBef>
              <a:spcAft>
                <a:spcPts val="0"/>
              </a:spcAft>
              <a:buClr>
                <a:schemeClr val="dk1"/>
              </a:buClr>
              <a:buSzPts val="1100"/>
              <a:buFont typeface="Arial"/>
              <a:buNone/>
            </a:pPr>
            <a:r>
              <a:rPr lang="en" sz="900">
                <a:solidFill>
                  <a:srgbClr val="555555"/>
                </a:solidFill>
                <a:highlight>
                  <a:srgbClr val="FFFFFF"/>
                </a:highlight>
              </a:rPr>
              <a:t>The parameterization of machine learning algorithms is often a battle to balance out bias and variance.</a:t>
            </a:r>
            <a:endParaRPr sz="900">
              <a:solidFill>
                <a:srgbClr val="555555"/>
              </a:solidFill>
              <a:highlight>
                <a:srgbClr val="FFFFFF"/>
              </a:highlight>
            </a:endParaRPr>
          </a:p>
          <a:p>
            <a:pPr marL="0" lvl="0" indent="0" algn="l" rtl="0">
              <a:lnSpc>
                <a:spcPct val="150000"/>
              </a:lnSpc>
              <a:spcBef>
                <a:spcPts val="1400"/>
              </a:spcBef>
              <a:spcAft>
                <a:spcPts val="0"/>
              </a:spcAft>
              <a:buClr>
                <a:schemeClr val="dk1"/>
              </a:buClr>
              <a:buSzPts val="1100"/>
              <a:buFont typeface="Arial"/>
              <a:buNone/>
            </a:pPr>
            <a:r>
              <a:rPr lang="en" sz="900">
                <a:solidFill>
                  <a:srgbClr val="555555"/>
                </a:solidFill>
                <a:highlight>
                  <a:srgbClr val="FFFFFF"/>
                </a:highlight>
              </a:rPr>
              <a:t>Below are two examples of configuring the bias-variance trade-off for specific algorithms:</a:t>
            </a:r>
            <a:endParaRPr sz="900">
              <a:solidFill>
                <a:srgbClr val="555555"/>
              </a:solidFill>
              <a:highlight>
                <a:srgbClr val="FFFFFF"/>
              </a:highlight>
            </a:endParaRPr>
          </a:p>
          <a:p>
            <a:pPr marL="457200" lvl="0" indent="-285750" algn="l" rtl="0">
              <a:lnSpc>
                <a:spcPct val="115000"/>
              </a:lnSpc>
              <a:spcBef>
                <a:spcPts val="1400"/>
              </a:spcBef>
              <a:spcAft>
                <a:spcPts val="0"/>
              </a:spcAft>
              <a:buClr>
                <a:srgbClr val="555555"/>
              </a:buClr>
              <a:buSzPts val="900"/>
              <a:buChar char="●"/>
            </a:pPr>
            <a:r>
              <a:rPr lang="en" sz="900">
                <a:solidFill>
                  <a:srgbClr val="555555"/>
                </a:solidFill>
                <a:highlight>
                  <a:srgbClr val="FFFFFF"/>
                </a:highlight>
              </a:rPr>
              <a:t>The k-nearest neighbors algorithm has low bias and high variance, but the trade-off can be changed by increasing the value of k which increases the number of neighbors that contribute t the prediction and in turn increases the bias of the model.</a:t>
            </a:r>
            <a:endParaRPr sz="900">
              <a:solidFill>
                <a:srgbClr val="555555"/>
              </a:solidFill>
              <a:highlight>
                <a:srgbClr val="FFFFFF"/>
              </a:highlight>
            </a:endParaRPr>
          </a:p>
          <a:p>
            <a:pPr marL="457200" lvl="0" indent="-285750" algn="l" rtl="0">
              <a:lnSpc>
                <a:spcPct val="115000"/>
              </a:lnSpc>
              <a:spcBef>
                <a:spcPts val="0"/>
              </a:spcBef>
              <a:spcAft>
                <a:spcPts val="0"/>
              </a:spcAft>
              <a:buClr>
                <a:srgbClr val="555555"/>
              </a:buClr>
              <a:buSzPts val="900"/>
              <a:buChar char="●"/>
            </a:pPr>
            <a:r>
              <a:rPr lang="en" sz="900">
                <a:solidFill>
                  <a:srgbClr val="555555"/>
                </a:solidFill>
                <a:highlight>
                  <a:srgbClr val="FFFFFF"/>
                </a:highlight>
              </a:rPr>
              <a:t>The support vector machine algorithm has low bias and high variance, but the trade-off can be changed by increasing the C parameter that influences the number of violations of the margin allowed in the training data which increases the bias but decreases the variance.</a:t>
            </a:r>
            <a:endParaRPr sz="900">
              <a:solidFill>
                <a:srgbClr val="555555"/>
              </a:solidFill>
              <a:highlight>
                <a:srgbClr val="FFFFFF"/>
              </a:highlight>
            </a:endParaRPr>
          </a:p>
          <a:p>
            <a:pPr marL="0" lvl="0" indent="0" algn="l" rtl="0">
              <a:spcBef>
                <a:spcPts val="1100"/>
              </a:spcBef>
              <a:spcAft>
                <a:spcPts val="0"/>
              </a:spcAft>
              <a:buNone/>
            </a:pPr>
            <a:endParaRPr sz="900">
              <a:solidFill>
                <a:srgbClr val="292929"/>
              </a:solidFill>
              <a:highlight>
                <a:srgbClr val="FFFFFF"/>
              </a:high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4e689ce426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24e689ce426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4e689ce426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4e689ce426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62500"/>
              </a:lnSpc>
              <a:spcBef>
                <a:spcPts val="0"/>
              </a:spcBef>
              <a:spcAft>
                <a:spcPts val="0"/>
              </a:spcAft>
              <a:buClr>
                <a:schemeClr val="dk1"/>
              </a:buClr>
              <a:buSzPts val="1100"/>
              <a:buFont typeface="Arial"/>
              <a:buNone/>
            </a:pPr>
            <a:r>
              <a:rPr lang="en" sz="1200" dirty="0">
                <a:solidFill>
                  <a:srgbClr val="51565E"/>
                </a:solidFill>
                <a:highlight>
                  <a:srgbClr val="E8F3E8"/>
                </a:highlight>
                <a:latin typeface="Roboto"/>
                <a:ea typeface="Roboto"/>
                <a:cs typeface="Roboto"/>
                <a:sym typeface="Roboto"/>
              </a:rPr>
              <a:t>A Bias occurs when an algorithm has limited flexibility to learn from data. Such models pay very little attention to the training data and oversimplify the model therefore the validation error or prediction error and training error follow similar trends. Such models always lead to a high error on training and test data. High Bias causes underfitting in our model.</a:t>
            </a:r>
            <a:endParaRPr sz="1200" dirty="0">
              <a:solidFill>
                <a:srgbClr val="51565E"/>
              </a:solidFill>
              <a:highlight>
                <a:srgbClr val="E8F3E8"/>
              </a:highlight>
              <a:latin typeface="Roboto"/>
              <a:ea typeface="Roboto"/>
              <a:cs typeface="Roboto"/>
              <a:sym typeface="Roboto"/>
            </a:endParaRPr>
          </a:p>
          <a:p>
            <a:pPr marL="0" lvl="0" indent="0" algn="l" rtl="0">
              <a:lnSpc>
                <a:spcPct val="162500"/>
              </a:lnSpc>
              <a:spcBef>
                <a:spcPts val="2000"/>
              </a:spcBef>
              <a:spcAft>
                <a:spcPts val="0"/>
              </a:spcAft>
              <a:buNone/>
            </a:pPr>
            <a:r>
              <a:rPr lang="en" sz="1200" dirty="0">
                <a:solidFill>
                  <a:srgbClr val="51565E"/>
                </a:solidFill>
                <a:highlight>
                  <a:srgbClr val="E8F3E8"/>
                </a:highlight>
                <a:latin typeface="Roboto"/>
                <a:ea typeface="Roboto"/>
                <a:cs typeface="Roboto"/>
                <a:sym typeface="Roboto"/>
              </a:rPr>
              <a:t>Variance defines the algorithm’s sensitivity to specific sets of data. A model with a high variance pays a lot of attention to training data and does not generalize therefore the validation error or prediction error are far apart from each other. Such models usually perform very well on training data but have high error rates on test data. High Variance causes overfitting in our model.</a:t>
            </a:r>
            <a:endParaRPr sz="1200" dirty="0">
              <a:solidFill>
                <a:srgbClr val="51565E"/>
              </a:solidFill>
              <a:highlight>
                <a:srgbClr val="E8F3E8"/>
              </a:highlight>
              <a:latin typeface="Roboto"/>
              <a:ea typeface="Roboto"/>
              <a:cs typeface="Roboto"/>
              <a:sym typeface="Roboto"/>
            </a:endParaRPr>
          </a:p>
          <a:p>
            <a:pPr marL="0" lvl="0" indent="0" algn="just" rtl="0">
              <a:lnSpc>
                <a:spcPct val="100000"/>
              </a:lnSpc>
              <a:spcBef>
                <a:spcPts val="2000"/>
              </a:spcBef>
              <a:spcAft>
                <a:spcPts val="0"/>
              </a:spcAft>
              <a:buNone/>
            </a:pPr>
            <a:r>
              <a:rPr lang="en" sz="1150" dirty="0">
                <a:solidFill>
                  <a:srgbClr val="222222"/>
                </a:solidFill>
                <a:highlight>
                  <a:srgbClr val="E8F3E8"/>
                </a:highlight>
              </a:rPr>
              <a:t>As we add more and more parameters to our model, its complexity increases, which results in increasing variance and decreasing bias, i.e., overfitting. So we need to find out one optimum point in our model where the decrease in bias is equal to increase in variance. In practice, there is no analytical way to find this point. So how to deal with high variance or high bias?</a:t>
            </a:r>
            <a:endParaRPr sz="1150" dirty="0">
              <a:solidFill>
                <a:srgbClr val="222222"/>
              </a:solidFill>
              <a:highlight>
                <a:srgbClr val="E8F3E8"/>
              </a:highlight>
            </a:endParaRPr>
          </a:p>
          <a:p>
            <a:pPr marL="0" lvl="0" indent="0" algn="just" rtl="0">
              <a:lnSpc>
                <a:spcPct val="100000"/>
              </a:lnSpc>
              <a:spcBef>
                <a:spcPts val="1200"/>
              </a:spcBef>
              <a:spcAft>
                <a:spcPts val="0"/>
              </a:spcAft>
              <a:buNone/>
            </a:pPr>
            <a:r>
              <a:rPr lang="en" sz="1150" dirty="0">
                <a:solidFill>
                  <a:srgbClr val="222222"/>
                </a:solidFill>
                <a:highlight>
                  <a:srgbClr val="E8F3E8"/>
                </a:highlight>
              </a:rPr>
              <a:t>To overcome underfitting or high bias, we can basically add new parameters to our model so that the model complexity increases, and thus reducing high bias.Now, how can we overcome Overfitting for a regression model?</a:t>
            </a:r>
            <a:endParaRPr sz="1150" dirty="0">
              <a:solidFill>
                <a:srgbClr val="222222"/>
              </a:solidFill>
              <a:highlight>
                <a:srgbClr val="E8F3E8"/>
              </a:highlight>
            </a:endParaRPr>
          </a:p>
          <a:p>
            <a:pPr marL="0" lvl="0" indent="0" algn="just" rtl="0">
              <a:lnSpc>
                <a:spcPct val="100000"/>
              </a:lnSpc>
              <a:spcBef>
                <a:spcPts val="1200"/>
              </a:spcBef>
              <a:spcAft>
                <a:spcPts val="0"/>
              </a:spcAft>
              <a:buNone/>
            </a:pPr>
            <a:r>
              <a:rPr lang="en" sz="1150" dirty="0">
                <a:solidFill>
                  <a:srgbClr val="222222"/>
                </a:solidFill>
                <a:highlight>
                  <a:srgbClr val="E8F3E8"/>
                </a:highlight>
              </a:rPr>
              <a:t>Basically there are two methods to overcome overfitting,</a:t>
            </a:r>
            <a:endParaRPr sz="1150" dirty="0">
              <a:solidFill>
                <a:srgbClr val="222222"/>
              </a:solidFill>
              <a:highlight>
                <a:srgbClr val="E8F3E8"/>
              </a:highlight>
            </a:endParaRPr>
          </a:p>
          <a:p>
            <a:pPr marL="457200" lvl="0" indent="-301625" algn="just" rtl="0">
              <a:lnSpc>
                <a:spcPct val="100000"/>
              </a:lnSpc>
              <a:spcBef>
                <a:spcPts val="1200"/>
              </a:spcBef>
              <a:spcAft>
                <a:spcPts val="0"/>
              </a:spcAft>
              <a:buClr>
                <a:srgbClr val="222222"/>
              </a:buClr>
              <a:buSzPts val="1150"/>
              <a:buFont typeface="Arial"/>
              <a:buChar char="●"/>
            </a:pPr>
            <a:r>
              <a:rPr lang="en" sz="1150" b="1" i="1" dirty="0">
                <a:solidFill>
                  <a:srgbClr val="FF0000"/>
                </a:solidFill>
                <a:highlight>
                  <a:srgbClr val="FFFF00"/>
                </a:highlight>
              </a:rPr>
              <a:t>Reduce the model complexity</a:t>
            </a:r>
            <a:endParaRPr sz="1150" b="1" i="1" dirty="0">
              <a:solidFill>
                <a:srgbClr val="FF0000"/>
              </a:solidFill>
              <a:highlight>
                <a:srgbClr val="FFFF00"/>
              </a:highlight>
            </a:endParaRPr>
          </a:p>
          <a:p>
            <a:pPr marL="457200" lvl="0" indent="-301625" algn="just" rtl="0">
              <a:lnSpc>
                <a:spcPct val="100000"/>
              </a:lnSpc>
              <a:spcBef>
                <a:spcPts val="0"/>
              </a:spcBef>
              <a:spcAft>
                <a:spcPts val="0"/>
              </a:spcAft>
              <a:buClr>
                <a:srgbClr val="222222"/>
              </a:buClr>
              <a:buSzPts val="1150"/>
              <a:buFont typeface="Arial"/>
              <a:buChar char="●"/>
            </a:pPr>
            <a:r>
              <a:rPr lang="en" sz="1150" b="1" i="1" dirty="0">
                <a:solidFill>
                  <a:srgbClr val="FF0000"/>
                </a:solidFill>
                <a:highlight>
                  <a:srgbClr val="FFFF00"/>
                </a:highlight>
              </a:rPr>
              <a:t>Regularization</a:t>
            </a:r>
            <a:endParaRPr sz="1150" b="1" i="1" dirty="0">
              <a:solidFill>
                <a:srgbClr val="FF0000"/>
              </a:solidFill>
              <a:highlight>
                <a:srgbClr val="FFFF00"/>
              </a:highlight>
            </a:endParaRPr>
          </a:p>
          <a:p>
            <a:pPr marL="0" lvl="0" indent="0" algn="just" rtl="0">
              <a:lnSpc>
                <a:spcPct val="100000"/>
              </a:lnSpc>
              <a:spcBef>
                <a:spcPts val="0"/>
              </a:spcBef>
              <a:spcAft>
                <a:spcPts val="0"/>
              </a:spcAft>
              <a:buNone/>
            </a:pPr>
            <a:r>
              <a:rPr lang="en" sz="1150" dirty="0">
                <a:solidFill>
                  <a:srgbClr val="222222"/>
                </a:solidFill>
                <a:highlight>
                  <a:srgbClr val="E8F3E8"/>
                </a:highlight>
              </a:rPr>
              <a:t>Here we would be discussing about Regularization in detail and how to use it to make your model more generalized.</a:t>
            </a:r>
            <a:endParaRPr sz="1150" dirty="0">
              <a:solidFill>
                <a:srgbClr val="222222"/>
              </a:solidFill>
              <a:highlight>
                <a:srgbClr val="E8F3E8"/>
              </a:highlight>
            </a:endParaRPr>
          </a:p>
          <a:p>
            <a:pPr marL="0" lvl="0" indent="0" algn="l" rtl="0">
              <a:lnSpc>
                <a:spcPct val="162500"/>
              </a:lnSpc>
              <a:spcBef>
                <a:spcPts val="1200"/>
              </a:spcBef>
              <a:spcAft>
                <a:spcPts val="0"/>
              </a:spcAft>
              <a:buClr>
                <a:schemeClr val="dk1"/>
              </a:buClr>
              <a:buSzPts val="1100"/>
              <a:buFont typeface="Arial"/>
              <a:buNone/>
            </a:pPr>
            <a:endParaRPr sz="1200" dirty="0">
              <a:solidFill>
                <a:srgbClr val="51565E"/>
              </a:solidFill>
              <a:highlight>
                <a:srgbClr val="E8F3E8"/>
              </a:highlight>
              <a:latin typeface="Roboto"/>
              <a:ea typeface="Roboto"/>
              <a:cs typeface="Roboto"/>
              <a:sym typeface="Roboto"/>
            </a:endParaRPr>
          </a:p>
          <a:p>
            <a:pPr marL="0" lvl="0" indent="0" algn="l" rtl="0">
              <a:spcBef>
                <a:spcPts val="2000"/>
              </a:spcBef>
              <a:spcAft>
                <a:spcPts val="0"/>
              </a:spcAft>
              <a:buNone/>
            </a:pPr>
            <a:endParaRPr dirty="0">
              <a:highlight>
                <a:srgbClr val="E8F3E8"/>
              </a:highlight>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9EAF7FB5-5BD4-83E1-3226-729212E21282}"/>
            </a:ext>
          </a:extLst>
        </p:cNvPr>
        <p:cNvGrpSpPr/>
        <p:nvPr/>
      </p:nvGrpSpPr>
      <p:grpSpPr>
        <a:xfrm>
          <a:off x="0" y="0"/>
          <a:ext cx="0" cy="0"/>
          <a:chOff x="0" y="0"/>
          <a:chExt cx="0" cy="0"/>
        </a:xfrm>
      </p:grpSpPr>
      <p:sp>
        <p:nvSpPr>
          <p:cNvPr id="64" name="Google Shape;64;g31e61d1804a_0_5:notes">
            <a:extLst>
              <a:ext uri="{FF2B5EF4-FFF2-40B4-BE49-F238E27FC236}">
                <a16:creationId xmlns:a16="http://schemas.microsoft.com/office/drawing/2014/main" id="{06CA7F92-9610-7FC5-39EE-1488AD78BC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1e61d1804a_0_5:notes">
            <a:extLst>
              <a:ext uri="{FF2B5EF4-FFF2-40B4-BE49-F238E27FC236}">
                <a16:creationId xmlns:a16="http://schemas.microsoft.com/office/drawing/2014/main" id="{2CDDD868-FA18-BD9A-9C17-A3D100F76E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78604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a:extLst>
            <a:ext uri="{FF2B5EF4-FFF2-40B4-BE49-F238E27FC236}">
              <a16:creationId xmlns:a16="http://schemas.microsoft.com/office/drawing/2014/main" id="{592DFF1E-31F3-CCA8-9D99-392F7DA52DF7}"/>
            </a:ext>
          </a:extLst>
        </p:cNvPr>
        <p:cNvGrpSpPr/>
        <p:nvPr/>
      </p:nvGrpSpPr>
      <p:grpSpPr>
        <a:xfrm>
          <a:off x="0" y="0"/>
          <a:ext cx="0" cy="0"/>
          <a:chOff x="0" y="0"/>
          <a:chExt cx="0" cy="0"/>
        </a:xfrm>
      </p:grpSpPr>
      <p:sp>
        <p:nvSpPr>
          <p:cNvPr id="64" name="Google Shape;64;g31e61d1804a_0_5:notes">
            <a:extLst>
              <a:ext uri="{FF2B5EF4-FFF2-40B4-BE49-F238E27FC236}">
                <a16:creationId xmlns:a16="http://schemas.microsoft.com/office/drawing/2014/main" id="{66553BCF-889D-71A0-CBC9-A63B63F152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1e61d1804a_0_5:notes">
            <a:extLst>
              <a:ext uri="{FF2B5EF4-FFF2-40B4-BE49-F238E27FC236}">
                <a16:creationId xmlns:a16="http://schemas.microsoft.com/office/drawing/2014/main" id="{E38C2A73-890D-BBA4-1C85-55185B6807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42559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rgbClr val="FF0000"/>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6" Type="http://schemas.openxmlformats.org/officeDocument/2006/relationships/image" Target="../media/image12.png"/><Relationship Id="rId21" Type="http://schemas.openxmlformats.org/officeDocument/2006/relationships/customXml" Target="../ink/ink10.xml"/><Relationship Id="rId42" Type="http://schemas.openxmlformats.org/officeDocument/2006/relationships/image" Target="../media/image20.png"/><Relationship Id="rId47" Type="http://schemas.openxmlformats.org/officeDocument/2006/relationships/customXml" Target="../ink/ink23.xml"/><Relationship Id="rId63" Type="http://schemas.openxmlformats.org/officeDocument/2006/relationships/customXml" Target="../ink/ink31.xml"/><Relationship Id="rId68" Type="http://schemas.openxmlformats.org/officeDocument/2006/relationships/image" Target="../media/image33.png"/><Relationship Id="rId84" Type="http://schemas.openxmlformats.org/officeDocument/2006/relationships/image" Target="../media/image41.png"/><Relationship Id="rId89" Type="http://schemas.openxmlformats.org/officeDocument/2006/relationships/customXml" Target="../ink/ink44.xml"/><Relationship Id="rId16" Type="http://schemas.openxmlformats.org/officeDocument/2006/relationships/image" Target="../media/image7.png"/><Relationship Id="rId11" Type="http://schemas.openxmlformats.org/officeDocument/2006/relationships/customXml" Target="../ink/ink5.xml"/><Relationship Id="rId32" Type="http://schemas.openxmlformats.org/officeDocument/2006/relationships/image" Target="../media/image15.png"/><Relationship Id="rId37" Type="http://schemas.openxmlformats.org/officeDocument/2006/relationships/customXml" Target="../ink/ink18.xml"/><Relationship Id="rId53" Type="http://schemas.openxmlformats.org/officeDocument/2006/relationships/customXml" Target="../ink/ink26.xml"/><Relationship Id="rId58" Type="http://schemas.openxmlformats.org/officeDocument/2006/relationships/image" Target="../media/image28.png"/><Relationship Id="rId74" Type="http://schemas.openxmlformats.org/officeDocument/2006/relationships/image" Target="../media/image36.png"/><Relationship Id="rId79" Type="http://schemas.openxmlformats.org/officeDocument/2006/relationships/customXml" Target="../ink/ink39.xml"/><Relationship Id="rId5" Type="http://schemas.openxmlformats.org/officeDocument/2006/relationships/customXml" Target="../ink/ink2.xml"/><Relationship Id="rId90" Type="http://schemas.openxmlformats.org/officeDocument/2006/relationships/image" Target="../media/image44.png"/><Relationship Id="rId95" Type="http://schemas.openxmlformats.org/officeDocument/2006/relationships/customXml" Target="../ink/ink47.xml"/><Relationship Id="rId22" Type="http://schemas.openxmlformats.org/officeDocument/2006/relationships/image" Target="../media/image10.png"/><Relationship Id="rId27" Type="http://schemas.openxmlformats.org/officeDocument/2006/relationships/customXml" Target="../ink/ink13.xml"/><Relationship Id="rId43" Type="http://schemas.openxmlformats.org/officeDocument/2006/relationships/customXml" Target="../ink/ink21.xml"/><Relationship Id="rId48" Type="http://schemas.openxmlformats.org/officeDocument/2006/relationships/image" Target="../media/image23.png"/><Relationship Id="rId64" Type="http://schemas.openxmlformats.org/officeDocument/2006/relationships/image" Target="../media/image31.png"/><Relationship Id="rId69" Type="http://schemas.openxmlformats.org/officeDocument/2006/relationships/customXml" Target="../ink/ink34.xml"/><Relationship Id="rId80" Type="http://schemas.openxmlformats.org/officeDocument/2006/relationships/image" Target="../media/image39.png"/><Relationship Id="rId85" Type="http://schemas.openxmlformats.org/officeDocument/2006/relationships/customXml" Target="../ink/ink42.xml"/><Relationship Id="rId3" Type="http://schemas.openxmlformats.org/officeDocument/2006/relationships/customXml" Target="../ink/ink1.xml"/><Relationship Id="rId12" Type="http://schemas.openxmlformats.org/officeDocument/2006/relationships/image" Target="../media/image5.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18.png"/><Relationship Id="rId46" Type="http://schemas.openxmlformats.org/officeDocument/2006/relationships/image" Target="../media/image22.png"/><Relationship Id="rId59" Type="http://schemas.openxmlformats.org/officeDocument/2006/relationships/customXml" Target="../ink/ink29.xml"/><Relationship Id="rId67" Type="http://schemas.openxmlformats.org/officeDocument/2006/relationships/customXml" Target="../ink/ink33.xml"/><Relationship Id="rId20" Type="http://schemas.openxmlformats.org/officeDocument/2006/relationships/image" Target="../media/image9.png"/><Relationship Id="rId41" Type="http://schemas.openxmlformats.org/officeDocument/2006/relationships/customXml" Target="../ink/ink20.xml"/><Relationship Id="rId54" Type="http://schemas.openxmlformats.org/officeDocument/2006/relationships/image" Target="../media/image26.png"/><Relationship Id="rId62" Type="http://schemas.openxmlformats.org/officeDocument/2006/relationships/image" Target="../media/image30.png"/><Relationship Id="rId70" Type="http://schemas.openxmlformats.org/officeDocument/2006/relationships/image" Target="../media/image34.png"/><Relationship Id="rId75" Type="http://schemas.openxmlformats.org/officeDocument/2006/relationships/customXml" Target="../ink/ink37.xml"/><Relationship Id="rId83" Type="http://schemas.openxmlformats.org/officeDocument/2006/relationships/customXml" Target="../ink/ink41.xml"/><Relationship Id="rId88" Type="http://schemas.openxmlformats.org/officeDocument/2006/relationships/image" Target="../media/image43.png"/><Relationship Id="rId91" Type="http://schemas.openxmlformats.org/officeDocument/2006/relationships/customXml" Target="../ink/ink45.xml"/><Relationship Id="rId96" Type="http://schemas.openxmlformats.org/officeDocument/2006/relationships/image" Target="../media/image47.png"/><Relationship Id="rId1" Type="http://schemas.openxmlformats.org/officeDocument/2006/relationships/slideLayout" Target="../slideLayouts/slideLayout3.xml"/><Relationship Id="rId6" Type="http://schemas.openxmlformats.org/officeDocument/2006/relationships/image" Target="../media/image2.png"/><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3.png"/><Relationship Id="rId36" Type="http://schemas.openxmlformats.org/officeDocument/2006/relationships/image" Target="../media/image17.png"/><Relationship Id="rId49" Type="http://schemas.openxmlformats.org/officeDocument/2006/relationships/customXml" Target="../ink/ink24.xml"/><Relationship Id="rId57" Type="http://schemas.openxmlformats.org/officeDocument/2006/relationships/customXml" Target="../ink/ink28.xml"/><Relationship Id="rId10" Type="http://schemas.openxmlformats.org/officeDocument/2006/relationships/image" Target="../media/image4.png"/><Relationship Id="rId31" Type="http://schemas.openxmlformats.org/officeDocument/2006/relationships/customXml" Target="../ink/ink15.xml"/><Relationship Id="rId44" Type="http://schemas.openxmlformats.org/officeDocument/2006/relationships/image" Target="../media/image21.png"/><Relationship Id="rId52" Type="http://schemas.openxmlformats.org/officeDocument/2006/relationships/image" Target="../media/image25.png"/><Relationship Id="rId60" Type="http://schemas.openxmlformats.org/officeDocument/2006/relationships/image" Target="../media/image29.png"/><Relationship Id="rId65" Type="http://schemas.openxmlformats.org/officeDocument/2006/relationships/customXml" Target="../ink/ink32.xml"/><Relationship Id="rId73" Type="http://schemas.openxmlformats.org/officeDocument/2006/relationships/customXml" Target="../ink/ink36.xml"/><Relationship Id="rId78" Type="http://schemas.openxmlformats.org/officeDocument/2006/relationships/image" Target="../media/image38.png"/><Relationship Id="rId81" Type="http://schemas.openxmlformats.org/officeDocument/2006/relationships/customXml" Target="../ink/ink40.xml"/><Relationship Id="rId86" Type="http://schemas.openxmlformats.org/officeDocument/2006/relationships/image" Target="../media/image42.png"/><Relationship Id="rId94" Type="http://schemas.openxmlformats.org/officeDocument/2006/relationships/image" Target="../media/image46.png"/><Relationship Id="rId4" Type="http://schemas.openxmlformats.org/officeDocument/2006/relationships/image" Target="../media/image1.png"/><Relationship Id="rId9" Type="http://schemas.openxmlformats.org/officeDocument/2006/relationships/customXml" Target="../ink/ink4.xml"/><Relationship Id="rId13" Type="http://schemas.openxmlformats.org/officeDocument/2006/relationships/customXml" Target="../ink/ink6.xml"/><Relationship Id="rId18" Type="http://schemas.openxmlformats.org/officeDocument/2006/relationships/image" Target="../media/image8.png"/><Relationship Id="rId39" Type="http://schemas.openxmlformats.org/officeDocument/2006/relationships/customXml" Target="../ink/ink19.xml"/><Relationship Id="rId34" Type="http://schemas.openxmlformats.org/officeDocument/2006/relationships/image" Target="../media/image16.png"/><Relationship Id="rId50" Type="http://schemas.openxmlformats.org/officeDocument/2006/relationships/image" Target="../media/image24.png"/><Relationship Id="rId55" Type="http://schemas.openxmlformats.org/officeDocument/2006/relationships/customXml" Target="../ink/ink27.xml"/><Relationship Id="rId76" Type="http://schemas.openxmlformats.org/officeDocument/2006/relationships/image" Target="../media/image37.png"/><Relationship Id="rId97" Type="http://schemas.openxmlformats.org/officeDocument/2006/relationships/customXml" Target="../ink/ink48.xml"/><Relationship Id="rId7" Type="http://schemas.openxmlformats.org/officeDocument/2006/relationships/customXml" Target="../ink/ink3.xml"/><Relationship Id="rId71" Type="http://schemas.openxmlformats.org/officeDocument/2006/relationships/customXml" Target="../ink/ink35.xml"/><Relationship Id="rId92" Type="http://schemas.openxmlformats.org/officeDocument/2006/relationships/image" Target="../media/image45.png"/><Relationship Id="rId2" Type="http://schemas.openxmlformats.org/officeDocument/2006/relationships/notesSlide" Target="../notesSlides/notesSlide3.xml"/><Relationship Id="rId29" Type="http://schemas.openxmlformats.org/officeDocument/2006/relationships/customXml" Target="../ink/ink14.xml"/><Relationship Id="rId24" Type="http://schemas.openxmlformats.org/officeDocument/2006/relationships/image" Target="../media/image11.png"/><Relationship Id="rId40" Type="http://schemas.openxmlformats.org/officeDocument/2006/relationships/image" Target="../media/image19.png"/><Relationship Id="rId45" Type="http://schemas.openxmlformats.org/officeDocument/2006/relationships/customXml" Target="../ink/ink22.xml"/><Relationship Id="rId66" Type="http://schemas.openxmlformats.org/officeDocument/2006/relationships/image" Target="../media/image32.png"/><Relationship Id="rId87" Type="http://schemas.openxmlformats.org/officeDocument/2006/relationships/customXml" Target="../ink/ink43.xml"/><Relationship Id="rId61" Type="http://schemas.openxmlformats.org/officeDocument/2006/relationships/customXml" Target="../ink/ink30.xml"/><Relationship Id="rId82" Type="http://schemas.openxmlformats.org/officeDocument/2006/relationships/image" Target="../media/image40.png"/><Relationship Id="rId19" Type="http://schemas.openxmlformats.org/officeDocument/2006/relationships/customXml" Target="../ink/ink9.xml"/><Relationship Id="rId14" Type="http://schemas.openxmlformats.org/officeDocument/2006/relationships/image" Target="../media/image6.png"/><Relationship Id="rId30" Type="http://schemas.openxmlformats.org/officeDocument/2006/relationships/image" Target="../media/image14.png"/><Relationship Id="rId35" Type="http://schemas.openxmlformats.org/officeDocument/2006/relationships/customXml" Target="../ink/ink17.xml"/><Relationship Id="rId56" Type="http://schemas.openxmlformats.org/officeDocument/2006/relationships/image" Target="../media/image27.png"/><Relationship Id="rId77" Type="http://schemas.openxmlformats.org/officeDocument/2006/relationships/customXml" Target="../ink/ink38.xml"/><Relationship Id="rId8" Type="http://schemas.openxmlformats.org/officeDocument/2006/relationships/image" Target="../media/image3.png"/><Relationship Id="rId51" Type="http://schemas.openxmlformats.org/officeDocument/2006/relationships/customXml" Target="../ink/ink25.xml"/><Relationship Id="rId72" Type="http://schemas.openxmlformats.org/officeDocument/2006/relationships/image" Target="../media/image35.png"/><Relationship Id="rId93" Type="http://schemas.openxmlformats.org/officeDocument/2006/relationships/customXml" Target="../ink/ink46.xml"/><Relationship Id="rId98" Type="http://schemas.openxmlformats.org/officeDocument/2006/relationships/image" Target="../media/image4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6" Type="http://schemas.openxmlformats.org/officeDocument/2006/relationships/customXml" Target="../ink/ink60.xml"/><Relationship Id="rId21" Type="http://schemas.openxmlformats.org/officeDocument/2006/relationships/image" Target="../media/image58.png"/><Relationship Id="rId42" Type="http://schemas.openxmlformats.org/officeDocument/2006/relationships/customXml" Target="../ink/ink68.xml"/><Relationship Id="rId47" Type="http://schemas.openxmlformats.org/officeDocument/2006/relationships/image" Target="../media/image71.png"/><Relationship Id="rId63" Type="http://schemas.openxmlformats.org/officeDocument/2006/relationships/image" Target="../media/image79.png"/><Relationship Id="rId68" Type="http://schemas.openxmlformats.org/officeDocument/2006/relationships/customXml" Target="../ink/ink81.xml"/><Relationship Id="rId7" Type="http://schemas.openxmlformats.org/officeDocument/2006/relationships/image" Target="../media/image51.png"/><Relationship Id="rId71" Type="http://schemas.openxmlformats.org/officeDocument/2006/relationships/image" Target="../media/image83.png"/><Relationship Id="rId2" Type="http://schemas.openxmlformats.org/officeDocument/2006/relationships/notesSlide" Target="../notesSlides/notesSlide6.xml"/><Relationship Id="rId16" Type="http://schemas.openxmlformats.org/officeDocument/2006/relationships/customXml" Target="../ink/ink55.xml"/><Relationship Id="rId29" Type="http://schemas.openxmlformats.org/officeDocument/2006/relationships/image" Target="../media/image62.png"/><Relationship Id="rId11" Type="http://schemas.openxmlformats.org/officeDocument/2006/relationships/image" Target="../media/image53.png"/><Relationship Id="rId24" Type="http://schemas.openxmlformats.org/officeDocument/2006/relationships/customXml" Target="../ink/ink59.xml"/><Relationship Id="rId32" Type="http://schemas.openxmlformats.org/officeDocument/2006/relationships/customXml" Target="../ink/ink63.xml"/><Relationship Id="rId37" Type="http://schemas.openxmlformats.org/officeDocument/2006/relationships/image" Target="../media/image66.png"/><Relationship Id="rId40" Type="http://schemas.openxmlformats.org/officeDocument/2006/relationships/customXml" Target="../ink/ink67.xml"/><Relationship Id="rId45" Type="http://schemas.openxmlformats.org/officeDocument/2006/relationships/image" Target="../media/image70.png"/><Relationship Id="rId53" Type="http://schemas.openxmlformats.org/officeDocument/2006/relationships/image" Target="../media/image74.png"/><Relationship Id="rId58" Type="http://schemas.openxmlformats.org/officeDocument/2006/relationships/customXml" Target="../ink/ink76.xml"/><Relationship Id="rId66" Type="http://schemas.openxmlformats.org/officeDocument/2006/relationships/customXml" Target="../ink/ink80.xml"/><Relationship Id="rId5" Type="http://schemas.openxmlformats.org/officeDocument/2006/relationships/image" Target="../media/image50.png"/><Relationship Id="rId61" Type="http://schemas.openxmlformats.org/officeDocument/2006/relationships/image" Target="../media/image78.png"/><Relationship Id="rId19" Type="http://schemas.openxmlformats.org/officeDocument/2006/relationships/image" Target="../media/image57.png"/><Relationship Id="rId14" Type="http://schemas.openxmlformats.org/officeDocument/2006/relationships/customXml" Target="../ink/ink54.xml"/><Relationship Id="rId22" Type="http://schemas.openxmlformats.org/officeDocument/2006/relationships/customXml" Target="../ink/ink58.xml"/><Relationship Id="rId27" Type="http://schemas.openxmlformats.org/officeDocument/2006/relationships/image" Target="../media/image61.png"/><Relationship Id="rId30" Type="http://schemas.openxmlformats.org/officeDocument/2006/relationships/customXml" Target="../ink/ink62.xml"/><Relationship Id="rId35" Type="http://schemas.openxmlformats.org/officeDocument/2006/relationships/image" Target="../media/image65.png"/><Relationship Id="rId43" Type="http://schemas.openxmlformats.org/officeDocument/2006/relationships/image" Target="../media/image69.png"/><Relationship Id="rId48" Type="http://schemas.openxmlformats.org/officeDocument/2006/relationships/customXml" Target="../ink/ink71.xml"/><Relationship Id="rId56" Type="http://schemas.openxmlformats.org/officeDocument/2006/relationships/customXml" Target="../ink/ink75.xml"/><Relationship Id="rId64" Type="http://schemas.openxmlformats.org/officeDocument/2006/relationships/customXml" Target="../ink/ink79.xml"/><Relationship Id="rId69" Type="http://schemas.openxmlformats.org/officeDocument/2006/relationships/image" Target="../media/image82.png"/><Relationship Id="rId8" Type="http://schemas.openxmlformats.org/officeDocument/2006/relationships/customXml" Target="../ink/ink51.xml"/><Relationship Id="rId51" Type="http://schemas.openxmlformats.org/officeDocument/2006/relationships/image" Target="../media/image73.png"/><Relationship Id="rId3" Type="http://schemas.openxmlformats.org/officeDocument/2006/relationships/image" Target="../media/image49.png"/><Relationship Id="rId12" Type="http://schemas.openxmlformats.org/officeDocument/2006/relationships/customXml" Target="../ink/ink53.xml"/><Relationship Id="rId17" Type="http://schemas.openxmlformats.org/officeDocument/2006/relationships/image" Target="../media/image56.png"/><Relationship Id="rId25" Type="http://schemas.openxmlformats.org/officeDocument/2006/relationships/image" Target="../media/image60.png"/><Relationship Id="rId33" Type="http://schemas.openxmlformats.org/officeDocument/2006/relationships/image" Target="../media/image64.png"/><Relationship Id="rId38" Type="http://schemas.openxmlformats.org/officeDocument/2006/relationships/customXml" Target="../ink/ink66.xml"/><Relationship Id="rId46" Type="http://schemas.openxmlformats.org/officeDocument/2006/relationships/customXml" Target="../ink/ink70.xml"/><Relationship Id="rId59" Type="http://schemas.openxmlformats.org/officeDocument/2006/relationships/image" Target="../media/image77.png"/><Relationship Id="rId67" Type="http://schemas.openxmlformats.org/officeDocument/2006/relationships/image" Target="../media/image81.png"/><Relationship Id="rId20" Type="http://schemas.openxmlformats.org/officeDocument/2006/relationships/customXml" Target="../ink/ink57.xml"/><Relationship Id="rId41" Type="http://schemas.openxmlformats.org/officeDocument/2006/relationships/image" Target="../media/image68.png"/><Relationship Id="rId54" Type="http://schemas.openxmlformats.org/officeDocument/2006/relationships/customXml" Target="../ink/ink74.xml"/><Relationship Id="rId62" Type="http://schemas.openxmlformats.org/officeDocument/2006/relationships/customXml" Target="../ink/ink78.xml"/><Relationship Id="rId70" Type="http://schemas.openxmlformats.org/officeDocument/2006/relationships/customXml" Target="../ink/ink82.xml"/><Relationship Id="rId1" Type="http://schemas.openxmlformats.org/officeDocument/2006/relationships/slideLayout" Target="../slideLayouts/slideLayout3.xml"/><Relationship Id="rId6" Type="http://schemas.openxmlformats.org/officeDocument/2006/relationships/customXml" Target="../ink/ink50.xml"/><Relationship Id="rId15" Type="http://schemas.openxmlformats.org/officeDocument/2006/relationships/image" Target="../media/image55.png"/><Relationship Id="rId23" Type="http://schemas.openxmlformats.org/officeDocument/2006/relationships/image" Target="../media/image59.png"/><Relationship Id="rId28" Type="http://schemas.openxmlformats.org/officeDocument/2006/relationships/customXml" Target="../ink/ink61.xml"/><Relationship Id="rId36" Type="http://schemas.openxmlformats.org/officeDocument/2006/relationships/customXml" Target="../ink/ink65.xml"/><Relationship Id="rId49" Type="http://schemas.openxmlformats.org/officeDocument/2006/relationships/image" Target="../media/image72.png"/><Relationship Id="rId57" Type="http://schemas.openxmlformats.org/officeDocument/2006/relationships/image" Target="../media/image76.png"/><Relationship Id="rId10" Type="http://schemas.openxmlformats.org/officeDocument/2006/relationships/customXml" Target="../ink/ink52.xml"/><Relationship Id="rId31" Type="http://schemas.openxmlformats.org/officeDocument/2006/relationships/image" Target="../media/image63.png"/><Relationship Id="rId44" Type="http://schemas.openxmlformats.org/officeDocument/2006/relationships/customXml" Target="../ink/ink69.xml"/><Relationship Id="rId52" Type="http://schemas.openxmlformats.org/officeDocument/2006/relationships/customXml" Target="../ink/ink73.xml"/><Relationship Id="rId60" Type="http://schemas.openxmlformats.org/officeDocument/2006/relationships/customXml" Target="../ink/ink77.xml"/><Relationship Id="rId65" Type="http://schemas.openxmlformats.org/officeDocument/2006/relationships/image" Target="../media/image80.png"/><Relationship Id="rId4" Type="http://schemas.openxmlformats.org/officeDocument/2006/relationships/customXml" Target="../ink/ink49.xml"/><Relationship Id="rId9" Type="http://schemas.openxmlformats.org/officeDocument/2006/relationships/image" Target="../media/image52.png"/><Relationship Id="rId13" Type="http://schemas.openxmlformats.org/officeDocument/2006/relationships/image" Target="../media/image54.png"/><Relationship Id="rId18" Type="http://schemas.openxmlformats.org/officeDocument/2006/relationships/customXml" Target="../ink/ink56.xml"/><Relationship Id="rId39" Type="http://schemas.openxmlformats.org/officeDocument/2006/relationships/image" Target="../media/image67.png"/><Relationship Id="rId34" Type="http://schemas.openxmlformats.org/officeDocument/2006/relationships/customXml" Target="../ink/ink64.xml"/><Relationship Id="rId50" Type="http://schemas.openxmlformats.org/officeDocument/2006/relationships/customXml" Target="../ink/ink72.xml"/><Relationship Id="rId55" Type="http://schemas.openxmlformats.org/officeDocument/2006/relationships/image" Target="../media/image75.png"/></Relationships>
</file>

<file path=ppt/slides/_rels/slide7.xml.rels><?xml version="1.0" encoding="UTF-8" standalone="yes"?>
<Relationships xmlns="http://schemas.openxmlformats.org/package/2006/relationships"><Relationship Id="rId13" Type="http://schemas.openxmlformats.org/officeDocument/2006/relationships/customXml" Target="../ink/ink88.xml"/><Relationship Id="rId18" Type="http://schemas.openxmlformats.org/officeDocument/2006/relationships/image" Target="../media/image90.png"/><Relationship Id="rId26" Type="http://schemas.openxmlformats.org/officeDocument/2006/relationships/image" Target="../media/image94.png"/><Relationship Id="rId39" Type="http://schemas.openxmlformats.org/officeDocument/2006/relationships/customXml" Target="../ink/ink101.xml"/><Relationship Id="rId21" Type="http://schemas.openxmlformats.org/officeDocument/2006/relationships/customXml" Target="../ink/ink92.xml"/><Relationship Id="rId34" Type="http://schemas.openxmlformats.org/officeDocument/2006/relationships/image" Target="../media/image98.png"/><Relationship Id="rId42" Type="http://schemas.openxmlformats.org/officeDocument/2006/relationships/image" Target="../media/image102.png"/><Relationship Id="rId47" Type="http://schemas.openxmlformats.org/officeDocument/2006/relationships/customXml" Target="../ink/ink105.xml"/><Relationship Id="rId50" Type="http://schemas.openxmlformats.org/officeDocument/2006/relationships/image" Target="../media/image106.png"/><Relationship Id="rId7" Type="http://schemas.openxmlformats.org/officeDocument/2006/relationships/customXml" Target="../ink/ink85.xml"/><Relationship Id="rId2" Type="http://schemas.openxmlformats.org/officeDocument/2006/relationships/notesSlide" Target="../notesSlides/notesSlide7.xml"/><Relationship Id="rId16" Type="http://schemas.openxmlformats.org/officeDocument/2006/relationships/image" Target="../media/image89.png"/><Relationship Id="rId29" Type="http://schemas.openxmlformats.org/officeDocument/2006/relationships/customXml" Target="../ink/ink96.xml"/><Relationship Id="rId11" Type="http://schemas.openxmlformats.org/officeDocument/2006/relationships/customXml" Target="../ink/ink87.xml"/><Relationship Id="rId24" Type="http://schemas.openxmlformats.org/officeDocument/2006/relationships/image" Target="../media/image93.png"/><Relationship Id="rId32" Type="http://schemas.openxmlformats.org/officeDocument/2006/relationships/image" Target="../media/image97.png"/><Relationship Id="rId37" Type="http://schemas.openxmlformats.org/officeDocument/2006/relationships/customXml" Target="../ink/ink100.xml"/><Relationship Id="rId40" Type="http://schemas.openxmlformats.org/officeDocument/2006/relationships/image" Target="../media/image101.png"/><Relationship Id="rId45" Type="http://schemas.openxmlformats.org/officeDocument/2006/relationships/customXml" Target="../ink/ink104.xml"/><Relationship Id="rId5" Type="http://schemas.openxmlformats.org/officeDocument/2006/relationships/customXml" Target="../ink/ink84.xml"/><Relationship Id="rId15" Type="http://schemas.openxmlformats.org/officeDocument/2006/relationships/customXml" Target="../ink/ink89.xml"/><Relationship Id="rId23" Type="http://schemas.openxmlformats.org/officeDocument/2006/relationships/customXml" Target="../ink/ink93.xml"/><Relationship Id="rId28" Type="http://schemas.openxmlformats.org/officeDocument/2006/relationships/image" Target="../media/image95.png"/><Relationship Id="rId36" Type="http://schemas.openxmlformats.org/officeDocument/2006/relationships/image" Target="../media/image99.png"/><Relationship Id="rId49" Type="http://schemas.openxmlformats.org/officeDocument/2006/relationships/customXml" Target="../ink/ink106.xml"/><Relationship Id="rId10" Type="http://schemas.openxmlformats.org/officeDocument/2006/relationships/image" Target="../media/image86.png"/><Relationship Id="rId19" Type="http://schemas.openxmlformats.org/officeDocument/2006/relationships/customXml" Target="../ink/ink91.xml"/><Relationship Id="rId31" Type="http://schemas.openxmlformats.org/officeDocument/2006/relationships/customXml" Target="../ink/ink97.xml"/><Relationship Id="rId44" Type="http://schemas.openxmlformats.org/officeDocument/2006/relationships/image" Target="../media/image103.png"/><Relationship Id="rId4" Type="http://schemas.openxmlformats.org/officeDocument/2006/relationships/image" Target="../media/image510.png"/><Relationship Id="rId9" Type="http://schemas.openxmlformats.org/officeDocument/2006/relationships/customXml" Target="../ink/ink86.xml"/><Relationship Id="rId14" Type="http://schemas.openxmlformats.org/officeDocument/2006/relationships/image" Target="../media/image88.png"/><Relationship Id="rId22" Type="http://schemas.openxmlformats.org/officeDocument/2006/relationships/image" Target="../media/image92.png"/><Relationship Id="rId27" Type="http://schemas.openxmlformats.org/officeDocument/2006/relationships/customXml" Target="../ink/ink95.xml"/><Relationship Id="rId30" Type="http://schemas.openxmlformats.org/officeDocument/2006/relationships/image" Target="../media/image96.png"/><Relationship Id="rId35" Type="http://schemas.openxmlformats.org/officeDocument/2006/relationships/customXml" Target="../ink/ink99.xml"/><Relationship Id="rId43" Type="http://schemas.openxmlformats.org/officeDocument/2006/relationships/customXml" Target="../ink/ink103.xml"/><Relationship Id="rId48" Type="http://schemas.openxmlformats.org/officeDocument/2006/relationships/image" Target="../media/image105.png"/><Relationship Id="rId8" Type="http://schemas.openxmlformats.org/officeDocument/2006/relationships/image" Target="../media/image85.png"/><Relationship Id="rId3" Type="http://schemas.openxmlformats.org/officeDocument/2006/relationships/customXml" Target="../ink/ink83.xml"/><Relationship Id="rId12" Type="http://schemas.openxmlformats.org/officeDocument/2006/relationships/image" Target="../media/image87.png"/><Relationship Id="rId17" Type="http://schemas.openxmlformats.org/officeDocument/2006/relationships/customXml" Target="../ink/ink90.xml"/><Relationship Id="rId25" Type="http://schemas.openxmlformats.org/officeDocument/2006/relationships/customXml" Target="../ink/ink94.xml"/><Relationship Id="rId33" Type="http://schemas.openxmlformats.org/officeDocument/2006/relationships/customXml" Target="../ink/ink98.xml"/><Relationship Id="rId38" Type="http://schemas.openxmlformats.org/officeDocument/2006/relationships/image" Target="../media/image100.png"/><Relationship Id="rId46" Type="http://schemas.openxmlformats.org/officeDocument/2006/relationships/image" Target="../media/image104.png"/><Relationship Id="rId20" Type="http://schemas.openxmlformats.org/officeDocument/2006/relationships/image" Target="../media/image91.png"/><Relationship Id="rId41" Type="http://schemas.openxmlformats.org/officeDocument/2006/relationships/customXml" Target="../ink/ink102.xml"/><Relationship Id="rId1" Type="http://schemas.openxmlformats.org/officeDocument/2006/relationships/slideLayout" Target="../slideLayouts/slideLayout3.xml"/><Relationship Id="rId6" Type="http://schemas.openxmlformats.org/officeDocument/2006/relationships/image" Target="../media/image84.png"/></Relationships>
</file>

<file path=ppt/slides/_rels/slide8.xml.rels><?xml version="1.0" encoding="UTF-8" standalone="yes"?>
<Relationships xmlns="http://schemas.openxmlformats.org/package/2006/relationships"><Relationship Id="rId26" Type="http://schemas.openxmlformats.org/officeDocument/2006/relationships/image" Target="../media/image117.png"/><Relationship Id="rId21" Type="http://schemas.openxmlformats.org/officeDocument/2006/relationships/customXml" Target="../ink/ink116.xml"/><Relationship Id="rId42" Type="http://schemas.openxmlformats.org/officeDocument/2006/relationships/image" Target="../media/image125.png"/><Relationship Id="rId47" Type="http://schemas.openxmlformats.org/officeDocument/2006/relationships/customXml" Target="../ink/ink129.xml"/><Relationship Id="rId63" Type="http://schemas.openxmlformats.org/officeDocument/2006/relationships/customXml" Target="../ink/ink137.xml"/><Relationship Id="rId68" Type="http://schemas.openxmlformats.org/officeDocument/2006/relationships/image" Target="../media/image138.png"/><Relationship Id="rId84" Type="http://schemas.openxmlformats.org/officeDocument/2006/relationships/image" Target="../media/image146.png"/><Relationship Id="rId89" Type="http://schemas.openxmlformats.org/officeDocument/2006/relationships/customXml" Target="../ink/ink150.xml"/><Relationship Id="rId112" Type="http://schemas.openxmlformats.org/officeDocument/2006/relationships/image" Target="../media/image160.png"/><Relationship Id="rId16" Type="http://schemas.openxmlformats.org/officeDocument/2006/relationships/image" Target="../media/image112.png"/><Relationship Id="rId107" Type="http://schemas.openxmlformats.org/officeDocument/2006/relationships/customXml" Target="../ink/ink159.xml"/><Relationship Id="rId11" Type="http://schemas.openxmlformats.org/officeDocument/2006/relationships/customXml" Target="../ink/ink111.xml"/><Relationship Id="rId32" Type="http://schemas.openxmlformats.org/officeDocument/2006/relationships/image" Target="../media/image120.png"/><Relationship Id="rId37" Type="http://schemas.openxmlformats.org/officeDocument/2006/relationships/customXml" Target="../ink/ink124.xml"/><Relationship Id="rId53" Type="http://schemas.openxmlformats.org/officeDocument/2006/relationships/customXml" Target="../ink/ink132.xml"/><Relationship Id="rId58" Type="http://schemas.openxmlformats.org/officeDocument/2006/relationships/image" Target="../media/image133.png"/><Relationship Id="rId74" Type="http://schemas.openxmlformats.org/officeDocument/2006/relationships/image" Target="../media/image141.png"/><Relationship Id="rId79" Type="http://schemas.openxmlformats.org/officeDocument/2006/relationships/customXml" Target="../ink/ink145.xml"/><Relationship Id="rId102" Type="http://schemas.openxmlformats.org/officeDocument/2006/relationships/image" Target="../media/image155.png"/><Relationship Id="rId5" Type="http://schemas.openxmlformats.org/officeDocument/2006/relationships/customXml" Target="../ink/ink108.xml"/><Relationship Id="rId90" Type="http://schemas.openxmlformats.org/officeDocument/2006/relationships/image" Target="../media/image149.png"/><Relationship Id="rId95" Type="http://schemas.openxmlformats.org/officeDocument/2006/relationships/customXml" Target="../ink/ink153.xml"/><Relationship Id="rId22" Type="http://schemas.openxmlformats.org/officeDocument/2006/relationships/image" Target="../media/image115.png"/><Relationship Id="rId27" Type="http://schemas.openxmlformats.org/officeDocument/2006/relationships/customXml" Target="../ink/ink119.xml"/><Relationship Id="rId43" Type="http://schemas.openxmlformats.org/officeDocument/2006/relationships/customXml" Target="../ink/ink127.xml"/><Relationship Id="rId48" Type="http://schemas.openxmlformats.org/officeDocument/2006/relationships/image" Target="../media/image128.png"/><Relationship Id="rId64" Type="http://schemas.openxmlformats.org/officeDocument/2006/relationships/image" Target="../media/image136.png"/><Relationship Id="rId69" Type="http://schemas.openxmlformats.org/officeDocument/2006/relationships/customXml" Target="../ink/ink140.xml"/><Relationship Id="rId113" Type="http://schemas.openxmlformats.org/officeDocument/2006/relationships/customXml" Target="../ink/ink162.xml"/><Relationship Id="rId80" Type="http://schemas.openxmlformats.org/officeDocument/2006/relationships/image" Target="../media/image144.png"/><Relationship Id="rId85" Type="http://schemas.openxmlformats.org/officeDocument/2006/relationships/customXml" Target="../ink/ink148.xml"/><Relationship Id="rId12" Type="http://schemas.openxmlformats.org/officeDocument/2006/relationships/image" Target="../media/image110.png"/><Relationship Id="rId17" Type="http://schemas.openxmlformats.org/officeDocument/2006/relationships/customXml" Target="../ink/ink114.xml"/><Relationship Id="rId33" Type="http://schemas.openxmlformats.org/officeDocument/2006/relationships/customXml" Target="../ink/ink122.xml"/><Relationship Id="rId38" Type="http://schemas.openxmlformats.org/officeDocument/2006/relationships/image" Target="../media/image123.png"/><Relationship Id="rId59" Type="http://schemas.openxmlformats.org/officeDocument/2006/relationships/customXml" Target="../ink/ink135.xml"/><Relationship Id="rId103" Type="http://schemas.openxmlformats.org/officeDocument/2006/relationships/customXml" Target="../ink/ink157.xml"/><Relationship Id="rId108" Type="http://schemas.openxmlformats.org/officeDocument/2006/relationships/image" Target="../media/image158.png"/><Relationship Id="rId54" Type="http://schemas.openxmlformats.org/officeDocument/2006/relationships/image" Target="../media/image131.png"/><Relationship Id="rId70" Type="http://schemas.openxmlformats.org/officeDocument/2006/relationships/image" Target="../media/image139.png"/><Relationship Id="rId75" Type="http://schemas.openxmlformats.org/officeDocument/2006/relationships/customXml" Target="../ink/ink143.xml"/><Relationship Id="rId91" Type="http://schemas.openxmlformats.org/officeDocument/2006/relationships/customXml" Target="../ink/ink151.xml"/><Relationship Id="rId96" Type="http://schemas.openxmlformats.org/officeDocument/2006/relationships/image" Target="../media/image152.png"/><Relationship Id="rId1" Type="http://schemas.openxmlformats.org/officeDocument/2006/relationships/slideLayout" Target="../slideLayouts/slideLayout3.xml"/><Relationship Id="rId6" Type="http://schemas.openxmlformats.org/officeDocument/2006/relationships/image" Target="../media/image107.png"/><Relationship Id="rId15" Type="http://schemas.openxmlformats.org/officeDocument/2006/relationships/customXml" Target="../ink/ink113.xml"/><Relationship Id="rId23" Type="http://schemas.openxmlformats.org/officeDocument/2006/relationships/customXml" Target="../ink/ink117.xml"/><Relationship Id="rId28" Type="http://schemas.openxmlformats.org/officeDocument/2006/relationships/image" Target="../media/image118.png"/><Relationship Id="rId36" Type="http://schemas.openxmlformats.org/officeDocument/2006/relationships/image" Target="../media/image122.png"/><Relationship Id="rId49" Type="http://schemas.openxmlformats.org/officeDocument/2006/relationships/customXml" Target="../ink/ink130.xml"/><Relationship Id="rId57" Type="http://schemas.openxmlformats.org/officeDocument/2006/relationships/customXml" Target="../ink/ink134.xml"/><Relationship Id="rId106" Type="http://schemas.openxmlformats.org/officeDocument/2006/relationships/image" Target="../media/image157.png"/><Relationship Id="rId114" Type="http://schemas.openxmlformats.org/officeDocument/2006/relationships/image" Target="../media/image161.png"/><Relationship Id="rId10" Type="http://schemas.openxmlformats.org/officeDocument/2006/relationships/image" Target="../media/image109.png"/><Relationship Id="rId31" Type="http://schemas.openxmlformats.org/officeDocument/2006/relationships/customXml" Target="../ink/ink121.xml"/><Relationship Id="rId44" Type="http://schemas.openxmlformats.org/officeDocument/2006/relationships/image" Target="../media/image126.png"/><Relationship Id="rId52" Type="http://schemas.openxmlformats.org/officeDocument/2006/relationships/image" Target="../media/image130.png"/><Relationship Id="rId60" Type="http://schemas.openxmlformats.org/officeDocument/2006/relationships/image" Target="../media/image134.png"/><Relationship Id="rId65" Type="http://schemas.openxmlformats.org/officeDocument/2006/relationships/customXml" Target="../ink/ink138.xml"/><Relationship Id="rId73" Type="http://schemas.openxmlformats.org/officeDocument/2006/relationships/customXml" Target="../ink/ink142.xml"/><Relationship Id="rId78" Type="http://schemas.openxmlformats.org/officeDocument/2006/relationships/image" Target="../media/image143.png"/><Relationship Id="rId81" Type="http://schemas.openxmlformats.org/officeDocument/2006/relationships/customXml" Target="../ink/ink146.xml"/><Relationship Id="rId86" Type="http://schemas.openxmlformats.org/officeDocument/2006/relationships/image" Target="../media/image147.png"/><Relationship Id="rId94" Type="http://schemas.openxmlformats.org/officeDocument/2006/relationships/image" Target="../media/image151.png"/><Relationship Id="rId99" Type="http://schemas.openxmlformats.org/officeDocument/2006/relationships/customXml" Target="../ink/ink155.xml"/><Relationship Id="rId101" Type="http://schemas.openxmlformats.org/officeDocument/2006/relationships/customXml" Target="../ink/ink156.xml"/><Relationship Id="rId4" Type="http://schemas.openxmlformats.org/officeDocument/2006/relationships/image" Target="../media/image610.png"/><Relationship Id="rId9" Type="http://schemas.openxmlformats.org/officeDocument/2006/relationships/customXml" Target="../ink/ink110.xml"/><Relationship Id="rId13" Type="http://schemas.openxmlformats.org/officeDocument/2006/relationships/customXml" Target="../ink/ink112.xml"/><Relationship Id="rId18" Type="http://schemas.openxmlformats.org/officeDocument/2006/relationships/image" Target="../media/image113.png"/><Relationship Id="rId39" Type="http://schemas.openxmlformats.org/officeDocument/2006/relationships/customXml" Target="../ink/ink125.xml"/><Relationship Id="rId109" Type="http://schemas.openxmlformats.org/officeDocument/2006/relationships/customXml" Target="../ink/ink160.xml"/><Relationship Id="rId34" Type="http://schemas.openxmlformats.org/officeDocument/2006/relationships/image" Target="../media/image121.png"/><Relationship Id="rId50" Type="http://schemas.openxmlformats.org/officeDocument/2006/relationships/image" Target="../media/image129.png"/><Relationship Id="rId55" Type="http://schemas.openxmlformats.org/officeDocument/2006/relationships/customXml" Target="../ink/ink133.xml"/><Relationship Id="rId76" Type="http://schemas.openxmlformats.org/officeDocument/2006/relationships/image" Target="../media/image142.png"/><Relationship Id="rId97" Type="http://schemas.openxmlformats.org/officeDocument/2006/relationships/customXml" Target="../ink/ink154.xml"/><Relationship Id="rId104" Type="http://schemas.openxmlformats.org/officeDocument/2006/relationships/image" Target="../media/image156.png"/><Relationship Id="rId7" Type="http://schemas.openxmlformats.org/officeDocument/2006/relationships/customXml" Target="../ink/ink109.xml"/><Relationship Id="rId71" Type="http://schemas.openxmlformats.org/officeDocument/2006/relationships/customXml" Target="../ink/ink141.xml"/><Relationship Id="rId92" Type="http://schemas.openxmlformats.org/officeDocument/2006/relationships/image" Target="../media/image150.png"/><Relationship Id="rId2" Type="http://schemas.openxmlformats.org/officeDocument/2006/relationships/notesSlide" Target="../notesSlides/notesSlide8.xml"/><Relationship Id="rId29" Type="http://schemas.openxmlformats.org/officeDocument/2006/relationships/customXml" Target="../ink/ink120.xml"/><Relationship Id="rId24" Type="http://schemas.openxmlformats.org/officeDocument/2006/relationships/image" Target="../media/image116.png"/><Relationship Id="rId40" Type="http://schemas.openxmlformats.org/officeDocument/2006/relationships/image" Target="../media/image124.png"/><Relationship Id="rId45" Type="http://schemas.openxmlformats.org/officeDocument/2006/relationships/customXml" Target="../ink/ink128.xml"/><Relationship Id="rId66" Type="http://schemas.openxmlformats.org/officeDocument/2006/relationships/image" Target="../media/image137.png"/><Relationship Id="rId87" Type="http://schemas.openxmlformats.org/officeDocument/2006/relationships/customXml" Target="../ink/ink149.xml"/><Relationship Id="rId110" Type="http://schemas.openxmlformats.org/officeDocument/2006/relationships/image" Target="../media/image159.png"/><Relationship Id="rId61" Type="http://schemas.openxmlformats.org/officeDocument/2006/relationships/customXml" Target="../ink/ink136.xml"/><Relationship Id="rId82" Type="http://schemas.openxmlformats.org/officeDocument/2006/relationships/image" Target="../media/image145.png"/><Relationship Id="rId19" Type="http://schemas.openxmlformats.org/officeDocument/2006/relationships/customXml" Target="../ink/ink115.xml"/><Relationship Id="rId14" Type="http://schemas.openxmlformats.org/officeDocument/2006/relationships/image" Target="../media/image111.png"/><Relationship Id="rId30" Type="http://schemas.openxmlformats.org/officeDocument/2006/relationships/image" Target="../media/image119.png"/><Relationship Id="rId35" Type="http://schemas.openxmlformats.org/officeDocument/2006/relationships/customXml" Target="../ink/ink123.xml"/><Relationship Id="rId56" Type="http://schemas.openxmlformats.org/officeDocument/2006/relationships/image" Target="../media/image132.png"/><Relationship Id="rId77" Type="http://schemas.openxmlformats.org/officeDocument/2006/relationships/customXml" Target="../ink/ink144.xml"/><Relationship Id="rId100" Type="http://schemas.openxmlformats.org/officeDocument/2006/relationships/image" Target="../media/image154.png"/><Relationship Id="rId105" Type="http://schemas.openxmlformats.org/officeDocument/2006/relationships/customXml" Target="../ink/ink158.xml"/><Relationship Id="rId8" Type="http://schemas.openxmlformats.org/officeDocument/2006/relationships/image" Target="../media/image108.png"/><Relationship Id="rId51" Type="http://schemas.openxmlformats.org/officeDocument/2006/relationships/customXml" Target="../ink/ink131.xml"/><Relationship Id="rId72" Type="http://schemas.openxmlformats.org/officeDocument/2006/relationships/image" Target="../media/image140.png"/><Relationship Id="rId93" Type="http://schemas.openxmlformats.org/officeDocument/2006/relationships/customXml" Target="../ink/ink152.xml"/><Relationship Id="rId98" Type="http://schemas.openxmlformats.org/officeDocument/2006/relationships/image" Target="../media/image153.png"/><Relationship Id="rId3" Type="http://schemas.openxmlformats.org/officeDocument/2006/relationships/customXml" Target="../ink/ink107.xml"/><Relationship Id="rId25" Type="http://schemas.openxmlformats.org/officeDocument/2006/relationships/customXml" Target="../ink/ink118.xml"/><Relationship Id="rId46" Type="http://schemas.openxmlformats.org/officeDocument/2006/relationships/image" Target="../media/image127.png"/><Relationship Id="rId67" Type="http://schemas.openxmlformats.org/officeDocument/2006/relationships/customXml" Target="../ink/ink139.xml"/><Relationship Id="rId20" Type="http://schemas.openxmlformats.org/officeDocument/2006/relationships/image" Target="../media/image114.png"/><Relationship Id="rId41" Type="http://schemas.openxmlformats.org/officeDocument/2006/relationships/customXml" Target="../ink/ink126.xml"/><Relationship Id="rId62" Type="http://schemas.openxmlformats.org/officeDocument/2006/relationships/image" Target="../media/image135.png"/><Relationship Id="rId83" Type="http://schemas.openxmlformats.org/officeDocument/2006/relationships/customXml" Target="../ink/ink147.xml"/><Relationship Id="rId88" Type="http://schemas.openxmlformats.org/officeDocument/2006/relationships/image" Target="../media/image148.png"/><Relationship Id="rId111" Type="http://schemas.openxmlformats.org/officeDocument/2006/relationships/customXml" Target="../ink/ink161.xml"/></Relationships>
</file>

<file path=ppt/slides/_rels/slide9.xml.rels><?xml version="1.0" encoding="UTF-8" standalone="yes"?>
<Relationships xmlns="http://schemas.openxmlformats.org/package/2006/relationships"><Relationship Id="rId8" Type="http://schemas.openxmlformats.org/officeDocument/2006/relationships/customXml" Target="../ink/ink165.xml"/><Relationship Id="rId3" Type="http://schemas.openxmlformats.org/officeDocument/2006/relationships/image" Target="../media/image162.png"/><Relationship Id="rId7" Type="http://schemas.openxmlformats.org/officeDocument/2006/relationships/image" Target="../media/image16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customXml" Target="../ink/ink164.xml"/><Relationship Id="rId5" Type="http://schemas.openxmlformats.org/officeDocument/2006/relationships/image" Target="../media/image163.png"/><Relationship Id="rId4" Type="http://schemas.openxmlformats.org/officeDocument/2006/relationships/customXml" Target="../ink/ink163.xml"/><Relationship Id="rId9" Type="http://schemas.openxmlformats.org/officeDocument/2006/relationships/image" Target="../media/image165.png"/></Relationships>
</file>

<file path=ppt/slides/_rels/slide10.xml.rels><?xml version="1.0" encoding="UTF-8" standalone="yes"?>
<Relationships xmlns="http://schemas.openxmlformats.org/package/2006/relationships"><Relationship Id="rId117" Type="http://schemas.openxmlformats.org/officeDocument/2006/relationships/customXml" Target="../ink/ink223.xml"/><Relationship Id="rId21" Type="http://schemas.openxmlformats.org/officeDocument/2006/relationships/customXml" Target="../ink/ink175.xml"/><Relationship Id="rId42" Type="http://schemas.openxmlformats.org/officeDocument/2006/relationships/image" Target="../media/image185.png"/><Relationship Id="rId63" Type="http://schemas.openxmlformats.org/officeDocument/2006/relationships/customXml" Target="../ink/ink196.xml"/><Relationship Id="rId84" Type="http://schemas.openxmlformats.org/officeDocument/2006/relationships/image" Target="../media/image206.png"/><Relationship Id="rId138" Type="http://schemas.openxmlformats.org/officeDocument/2006/relationships/image" Target="../media/image233.png"/><Relationship Id="rId159" Type="http://schemas.openxmlformats.org/officeDocument/2006/relationships/customXml" Target="../ink/ink244.xml"/><Relationship Id="rId170" Type="http://schemas.openxmlformats.org/officeDocument/2006/relationships/image" Target="../media/image249.png"/><Relationship Id="rId191" Type="http://schemas.openxmlformats.org/officeDocument/2006/relationships/customXml" Target="../ink/ink260.xml"/><Relationship Id="rId107" Type="http://schemas.openxmlformats.org/officeDocument/2006/relationships/customXml" Target="../ink/ink218.xml"/><Relationship Id="rId11" Type="http://schemas.openxmlformats.org/officeDocument/2006/relationships/customXml" Target="../ink/ink170.xml"/><Relationship Id="rId32" Type="http://schemas.openxmlformats.org/officeDocument/2006/relationships/image" Target="../media/image180.png"/><Relationship Id="rId53" Type="http://schemas.openxmlformats.org/officeDocument/2006/relationships/customXml" Target="../ink/ink191.xml"/><Relationship Id="rId74" Type="http://schemas.openxmlformats.org/officeDocument/2006/relationships/image" Target="../media/image201.png"/><Relationship Id="rId128" Type="http://schemas.openxmlformats.org/officeDocument/2006/relationships/image" Target="../media/image228.png"/><Relationship Id="rId149" Type="http://schemas.openxmlformats.org/officeDocument/2006/relationships/customXml" Target="../ink/ink239.xml"/><Relationship Id="rId5" Type="http://schemas.openxmlformats.org/officeDocument/2006/relationships/customXml" Target="../ink/ink167.xml"/><Relationship Id="rId95" Type="http://schemas.openxmlformats.org/officeDocument/2006/relationships/customXml" Target="../ink/ink212.xml"/><Relationship Id="rId160" Type="http://schemas.openxmlformats.org/officeDocument/2006/relationships/image" Target="../media/image244.png"/><Relationship Id="rId181" Type="http://schemas.openxmlformats.org/officeDocument/2006/relationships/customXml" Target="../ink/ink255.xml"/><Relationship Id="rId22" Type="http://schemas.openxmlformats.org/officeDocument/2006/relationships/image" Target="../media/image175.png"/><Relationship Id="rId43" Type="http://schemas.openxmlformats.org/officeDocument/2006/relationships/customXml" Target="../ink/ink186.xml"/><Relationship Id="rId64" Type="http://schemas.openxmlformats.org/officeDocument/2006/relationships/image" Target="../media/image196.png"/><Relationship Id="rId118" Type="http://schemas.openxmlformats.org/officeDocument/2006/relationships/image" Target="../media/image223.png"/><Relationship Id="rId139" Type="http://schemas.openxmlformats.org/officeDocument/2006/relationships/customXml" Target="../ink/ink234.xml"/><Relationship Id="rId85" Type="http://schemas.openxmlformats.org/officeDocument/2006/relationships/customXml" Target="../ink/ink207.xml"/><Relationship Id="rId150" Type="http://schemas.openxmlformats.org/officeDocument/2006/relationships/image" Target="../media/image239.png"/><Relationship Id="rId171" Type="http://schemas.openxmlformats.org/officeDocument/2006/relationships/customXml" Target="../ink/ink250.xml"/><Relationship Id="rId192" Type="http://schemas.openxmlformats.org/officeDocument/2006/relationships/image" Target="../media/image260.png"/><Relationship Id="rId12" Type="http://schemas.openxmlformats.org/officeDocument/2006/relationships/image" Target="../media/image170.png"/><Relationship Id="rId33" Type="http://schemas.openxmlformats.org/officeDocument/2006/relationships/customXml" Target="../ink/ink181.xml"/><Relationship Id="rId108" Type="http://schemas.openxmlformats.org/officeDocument/2006/relationships/image" Target="../media/image218.png"/><Relationship Id="rId129" Type="http://schemas.openxmlformats.org/officeDocument/2006/relationships/customXml" Target="../ink/ink229.xml"/><Relationship Id="rId54" Type="http://schemas.openxmlformats.org/officeDocument/2006/relationships/image" Target="../media/image191.png"/><Relationship Id="rId75" Type="http://schemas.openxmlformats.org/officeDocument/2006/relationships/customXml" Target="../ink/ink202.xml"/><Relationship Id="rId96" Type="http://schemas.openxmlformats.org/officeDocument/2006/relationships/image" Target="../media/image212.png"/><Relationship Id="rId140" Type="http://schemas.openxmlformats.org/officeDocument/2006/relationships/image" Target="../media/image234.png"/><Relationship Id="rId161" Type="http://schemas.openxmlformats.org/officeDocument/2006/relationships/customXml" Target="../ink/ink245.xml"/><Relationship Id="rId182" Type="http://schemas.openxmlformats.org/officeDocument/2006/relationships/image" Target="../media/image255.png"/><Relationship Id="rId6" Type="http://schemas.openxmlformats.org/officeDocument/2006/relationships/image" Target="../media/image167.png"/><Relationship Id="rId23" Type="http://schemas.openxmlformats.org/officeDocument/2006/relationships/customXml" Target="../ink/ink176.xml"/><Relationship Id="rId119" Type="http://schemas.openxmlformats.org/officeDocument/2006/relationships/customXml" Target="../ink/ink224.xml"/><Relationship Id="rId44" Type="http://schemas.openxmlformats.org/officeDocument/2006/relationships/image" Target="../media/image186.png"/><Relationship Id="rId65" Type="http://schemas.openxmlformats.org/officeDocument/2006/relationships/customXml" Target="../ink/ink197.xml"/><Relationship Id="rId86" Type="http://schemas.openxmlformats.org/officeDocument/2006/relationships/image" Target="../media/image207.png"/><Relationship Id="rId130" Type="http://schemas.openxmlformats.org/officeDocument/2006/relationships/image" Target="../media/image229.png"/><Relationship Id="rId151" Type="http://schemas.openxmlformats.org/officeDocument/2006/relationships/customXml" Target="../ink/ink240.xml"/><Relationship Id="rId172" Type="http://schemas.openxmlformats.org/officeDocument/2006/relationships/image" Target="../media/image250.png"/><Relationship Id="rId193" Type="http://schemas.openxmlformats.org/officeDocument/2006/relationships/customXml" Target="../ink/ink261.xml"/><Relationship Id="rId13" Type="http://schemas.openxmlformats.org/officeDocument/2006/relationships/customXml" Target="../ink/ink171.xml"/><Relationship Id="rId109" Type="http://schemas.openxmlformats.org/officeDocument/2006/relationships/customXml" Target="../ink/ink219.xml"/><Relationship Id="rId34" Type="http://schemas.openxmlformats.org/officeDocument/2006/relationships/image" Target="../media/image181.png"/><Relationship Id="rId55" Type="http://schemas.openxmlformats.org/officeDocument/2006/relationships/customXml" Target="../ink/ink192.xml"/><Relationship Id="rId76" Type="http://schemas.openxmlformats.org/officeDocument/2006/relationships/image" Target="../media/image202.png"/><Relationship Id="rId97" Type="http://schemas.openxmlformats.org/officeDocument/2006/relationships/customXml" Target="../ink/ink213.xml"/><Relationship Id="rId120" Type="http://schemas.openxmlformats.org/officeDocument/2006/relationships/image" Target="../media/image224.png"/><Relationship Id="rId141" Type="http://schemas.openxmlformats.org/officeDocument/2006/relationships/customXml" Target="../ink/ink235.xml"/><Relationship Id="rId7" Type="http://schemas.openxmlformats.org/officeDocument/2006/relationships/customXml" Target="../ink/ink168.xml"/><Relationship Id="rId162" Type="http://schemas.openxmlformats.org/officeDocument/2006/relationships/image" Target="../media/image245.png"/><Relationship Id="rId183" Type="http://schemas.openxmlformats.org/officeDocument/2006/relationships/customXml" Target="../ink/ink256.xml"/><Relationship Id="rId2" Type="http://schemas.openxmlformats.org/officeDocument/2006/relationships/notesSlide" Target="../notesSlides/notesSlide10.xml"/><Relationship Id="rId29" Type="http://schemas.openxmlformats.org/officeDocument/2006/relationships/customXml" Target="../ink/ink179.xml"/><Relationship Id="rId24" Type="http://schemas.openxmlformats.org/officeDocument/2006/relationships/image" Target="../media/image176.png"/><Relationship Id="rId40" Type="http://schemas.openxmlformats.org/officeDocument/2006/relationships/image" Target="../media/image184.png"/><Relationship Id="rId45" Type="http://schemas.openxmlformats.org/officeDocument/2006/relationships/customXml" Target="../ink/ink187.xml"/><Relationship Id="rId66" Type="http://schemas.openxmlformats.org/officeDocument/2006/relationships/image" Target="../media/image197.png"/><Relationship Id="rId87" Type="http://schemas.openxmlformats.org/officeDocument/2006/relationships/customXml" Target="../ink/ink208.xml"/><Relationship Id="rId110" Type="http://schemas.openxmlformats.org/officeDocument/2006/relationships/image" Target="../media/image219.png"/><Relationship Id="rId115" Type="http://schemas.openxmlformats.org/officeDocument/2006/relationships/customXml" Target="../ink/ink222.xml"/><Relationship Id="rId131" Type="http://schemas.openxmlformats.org/officeDocument/2006/relationships/customXml" Target="../ink/ink230.xml"/><Relationship Id="rId136" Type="http://schemas.openxmlformats.org/officeDocument/2006/relationships/image" Target="../media/image232.png"/><Relationship Id="rId157" Type="http://schemas.openxmlformats.org/officeDocument/2006/relationships/customXml" Target="../ink/ink243.xml"/><Relationship Id="rId178" Type="http://schemas.openxmlformats.org/officeDocument/2006/relationships/image" Target="../media/image253.png"/><Relationship Id="rId61" Type="http://schemas.openxmlformats.org/officeDocument/2006/relationships/customXml" Target="../ink/ink195.xml"/><Relationship Id="rId82" Type="http://schemas.openxmlformats.org/officeDocument/2006/relationships/image" Target="../media/image205.png"/><Relationship Id="rId152" Type="http://schemas.openxmlformats.org/officeDocument/2006/relationships/image" Target="../media/image240.png"/><Relationship Id="rId173" Type="http://schemas.openxmlformats.org/officeDocument/2006/relationships/customXml" Target="../ink/ink251.xml"/><Relationship Id="rId194" Type="http://schemas.openxmlformats.org/officeDocument/2006/relationships/image" Target="../media/image261.png"/><Relationship Id="rId199" Type="http://schemas.openxmlformats.org/officeDocument/2006/relationships/customXml" Target="../ink/ink264.xml"/><Relationship Id="rId19" Type="http://schemas.openxmlformats.org/officeDocument/2006/relationships/customXml" Target="../ink/ink174.xml"/><Relationship Id="rId14" Type="http://schemas.openxmlformats.org/officeDocument/2006/relationships/image" Target="../media/image171.png"/><Relationship Id="rId30" Type="http://schemas.openxmlformats.org/officeDocument/2006/relationships/image" Target="../media/image179.png"/><Relationship Id="rId35" Type="http://schemas.openxmlformats.org/officeDocument/2006/relationships/customXml" Target="../ink/ink182.xml"/><Relationship Id="rId56" Type="http://schemas.openxmlformats.org/officeDocument/2006/relationships/image" Target="../media/image192.png"/><Relationship Id="rId77" Type="http://schemas.openxmlformats.org/officeDocument/2006/relationships/customXml" Target="../ink/ink203.xml"/><Relationship Id="rId100" Type="http://schemas.openxmlformats.org/officeDocument/2006/relationships/image" Target="../media/image214.png"/><Relationship Id="rId105" Type="http://schemas.openxmlformats.org/officeDocument/2006/relationships/customXml" Target="../ink/ink217.xml"/><Relationship Id="rId126" Type="http://schemas.openxmlformats.org/officeDocument/2006/relationships/image" Target="../media/image227.png"/><Relationship Id="rId147" Type="http://schemas.openxmlformats.org/officeDocument/2006/relationships/customXml" Target="../ink/ink238.xml"/><Relationship Id="rId168" Type="http://schemas.openxmlformats.org/officeDocument/2006/relationships/image" Target="../media/image248.png"/><Relationship Id="rId8" Type="http://schemas.openxmlformats.org/officeDocument/2006/relationships/image" Target="../media/image168.png"/><Relationship Id="rId51" Type="http://schemas.openxmlformats.org/officeDocument/2006/relationships/customXml" Target="../ink/ink190.xml"/><Relationship Id="rId72" Type="http://schemas.openxmlformats.org/officeDocument/2006/relationships/image" Target="../media/image200.png"/><Relationship Id="rId93" Type="http://schemas.openxmlformats.org/officeDocument/2006/relationships/customXml" Target="../ink/ink211.xml"/><Relationship Id="rId98" Type="http://schemas.openxmlformats.org/officeDocument/2006/relationships/image" Target="../media/image213.png"/><Relationship Id="rId121" Type="http://schemas.openxmlformats.org/officeDocument/2006/relationships/customXml" Target="../ink/ink225.xml"/><Relationship Id="rId142" Type="http://schemas.openxmlformats.org/officeDocument/2006/relationships/image" Target="../media/image235.png"/><Relationship Id="rId163" Type="http://schemas.openxmlformats.org/officeDocument/2006/relationships/customXml" Target="../ink/ink246.xml"/><Relationship Id="rId184" Type="http://schemas.openxmlformats.org/officeDocument/2006/relationships/image" Target="../media/image256.png"/><Relationship Id="rId189" Type="http://schemas.openxmlformats.org/officeDocument/2006/relationships/customXml" Target="../ink/ink259.xml"/><Relationship Id="rId3" Type="http://schemas.openxmlformats.org/officeDocument/2006/relationships/customXml" Target="../ink/ink166.xml"/><Relationship Id="rId25" Type="http://schemas.openxmlformats.org/officeDocument/2006/relationships/customXml" Target="../ink/ink177.xml"/><Relationship Id="rId46" Type="http://schemas.openxmlformats.org/officeDocument/2006/relationships/image" Target="../media/image187.png"/><Relationship Id="rId67" Type="http://schemas.openxmlformats.org/officeDocument/2006/relationships/customXml" Target="../ink/ink198.xml"/><Relationship Id="rId116" Type="http://schemas.openxmlformats.org/officeDocument/2006/relationships/image" Target="../media/image222.png"/><Relationship Id="rId137" Type="http://schemas.openxmlformats.org/officeDocument/2006/relationships/customXml" Target="../ink/ink233.xml"/><Relationship Id="rId158" Type="http://schemas.openxmlformats.org/officeDocument/2006/relationships/image" Target="../media/image243.png"/><Relationship Id="rId20" Type="http://schemas.openxmlformats.org/officeDocument/2006/relationships/image" Target="../media/image174.png"/><Relationship Id="rId41" Type="http://schemas.openxmlformats.org/officeDocument/2006/relationships/customXml" Target="../ink/ink185.xml"/><Relationship Id="rId62" Type="http://schemas.openxmlformats.org/officeDocument/2006/relationships/image" Target="../media/image195.png"/><Relationship Id="rId83" Type="http://schemas.openxmlformats.org/officeDocument/2006/relationships/customXml" Target="../ink/ink206.xml"/><Relationship Id="rId88" Type="http://schemas.openxmlformats.org/officeDocument/2006/relationships/image" Target="../media/image208.png"/><Relationship Id="rId111" Type="http://schemas.openxmlformats.org/officeDocument/2006/relationships/customXml" Target="../ink/ink220.xml"/><Relationship Id="rId132" Type="http://schemas.openxmlformats.org/officeDocument/2006/relationships/image" Target="../media/image230.png"/><Relationship Id="rId153" Type="http://schemas.openxmlformats.org/officeDocument/2006/relationships/customXml" Target="../ink/ink241.xml"/><Relationship Id="rId174" Type="http://schemas.openxmlformats.org/officeDocument/2006/relationships/image" Target="../media/image251.png"/><Relationship Id="rId179" Type="http://schemas.openxmlformats.org/officeDocument/2006/relationships/customXml" Target="../ink/ink254.xml"/><Relationship Id="rId195" Type="http://schemas.openxmlformats.org/officeDocument/2006/relationships/customXml" Target="../ink/ink262.xml"/><Relationship Id="rId190" Type="http://schemas.openxmlformats.org/officeDocument/2006/relationships/image" Target="../media/image259.png"/><Relationship Id="rId15" Type="http://schemas.openxmlformats.org/officeDocument/2006/relationships/customXml" Target="../ink/ink172.xml"/><Relationship Id="rId36" Type="http://schemas.openxmlformats.org/officeDocument/2006/relationships/image" Target="../media/image182.png"/><Relationship Id="rId57" Type="http://schemas.openxmlformats.org/officeDocument/2006/relationships/customXml" Target="../ink/ink193.xml"/><Relationship Id="rId106" Type="http://schemas.openxmlformats.org/officeDocument/2006/relationships/image" Target="../media/image217.png"/><Relationship Id="rId127" Type="http://schemas.openxmlformats.org/officeDocument/2006/relationships/customXml" Target="../ink/ink228.xml"/><Relationship Id="rId10" Type="http://schemas.openxmlformats.org/officeDocument/2006/relationships/image" Target="../media/image169.png"/><Relationship Id="rId31" Type="http://schemas.openxmlformats.org/officeDocument/2006/relationships/customXml" Target="../ink/ink180.xml"/><Relationship Id="rId52" Type="http://schemas.openxmlformats.org/officeDocument/2006/relationships/image" Target="../media/image190.png"/><Relationship Id="rId73" Type="http://schemas.openxmlformats.org/officeDocument/2006/relationships/customXml" Target="../ink/ink201.xml"/><Relationship Id="rId78" Type="http://schemas.openxmlformats.org/officeDocument/2006/relationships/image" Target="../media/image203.png"/><Relationship Id="rId94" Type="http://schemas.openxmlformats.org/officeDocument/2006/relationships/image" Target="../media/image211.png"/><Relationship Id="rId99" Type="http://schemas.openxmlformats.org/officeDocument/2006/relationships/customXml" Target="../ink/ink214.xml"/><Relationship Id="rId101" Type="http://schemas.openxmlformats.org/officeDocument/2006/relationships/customXml" Target="../ink/ink215.xml"/><Relationship Id="rId122" Type="http://schemas.openxmlformats.org/officeDocument/2006/relationships/image" Target="../media/image225.png"/><Relationship Id="rId143" Type="http://schemas.openxmlformats.org/officeDocument/2006/relationships/customXml" Target="../ink/ink236.xml"/><Relationship Id="rId148" Type="http://schemas.openxmlformats.org/officeDocument/2006/relationships/image" Target="../media/image238.png"/><Relationship Id="rId164" Type="http://schemas.openxmlformats.org/officeDocument/2006/relationships/image" Target="../media/image246.png"/><Relationship Id="rId169" Type="http://schemas.openxmlformats.org/officeDocument/2006/relationships/customXml" Target="../ink/ink249.xml"/><Relationship Id="rId185" Type="http://schemas.openxmlformats.org/officeDocument/2006/relationships/customXml" Target="../ink/ink257.xml"/><Relationship Id="rId4" Type="http://schemas.openxmlformats.org/officeDocument/2006/relationships/image" Target="../media/image166.png"/><Relationship Id="rId9" Type="http://schemas.openxmlformats.org/officeDocument/2006/relationships/customXml" Target="../ink/ink169.xml"/><Relationship Id="rId180" Type="http://schemas.openxmlformats.org/officeDocument/2006/relationships/image" Target="../media/image254.png"/><Relationship Id="rId26" Type="http://schemas.openxmlformats.org/officeDocument/2006/relationships/image" Target="../media/image177.png"/><Relationship Id="rId47" Type="http://schemas.openxmlformats.org/officeDocument/2006/relationships/customXml" Target="../ink/ink188.xml"/><Relationship Id="rId68" Type="http://schemas.openxmlformats.org/officeDocument/2006/relationships/image" Target="../media/image198.png"/><Relationship Id="rId89" Type="http://schemas.openxmlformats.org/officeDocument/2006/relationships/customXml" Target="../ink/ink209.xml"/><Relationship Id="rId112" Type="http://schemas.openxmlformats.org/officeDocument/2006/relationships/image" Target="../media/image220.png"/><Relationship Id="rId133" Type="http://schemas.openxmlformats.org/officeDocument/2006/relationships/customXml" Target="../ink/ink231.xml"/><Relationship Id="rId154" Type="http://schemas.openxmlformats.org/officeDocument/2006/relationships/image" Target="../media/image241.png"/><Relationship Id="rId175" Type="http://schemas.openxmlformats.org/officeDocument/2006/relationships/customXml" Target="../ink/ink252.xml"/><Relationship Id="rId196" Type="http://schemas.openxmlformats.org/officeDocument/2006/relationships/image" Target="../media/image262.png"/><Relationship Id="rId200" Type="http://schemas.openxmlformats.org/officeDocument/2006/relationships/image" Target="../media/image264.png"/><Relationship Id="rId16" Type="http://schemas.openxmlformats.org/officeDocument/2006/relationships/image" Target="../media/image172.png"/><Relationship Id="rId37" Type="http://schemas.openxmlformats.org/officeDocument/2006/relationships/customXml" Target="../ink/ink183.xml"/><Relationship Id="rId58" Type="http://schemas.openxmlformats.org/officeDocument/2006/relationships/image" Target="../media/image193.png"/><Relationship Id="rId79" Type="http://schemas.openxmlformats.org/officeDocument/2006/relationships/customXml" Target="../ink/ink204.xml"/><Relationship Id="rId102" Type="http://schemas.openxmlformats.org/officeDocument/2006/relationships/image" Target="../media/image215.png"/><Relationship Id="rId123" Type="http://schemas.openxmlformats.org/officeDocument/2006/relationships/customXml" Target="../ink/ink226.xml"/><Relationship Id="rId144" Type="http://schemas.openxmlformats.org/officeDocument/2006/relationships/image" Target="../media/image236.png"/><Relationship Id="rId90" Type="http://schemas.openxmlformats.org/officeDocument/2006/relationships/image" Target="../media/image209.png"/><Relationship Id="rId165" Type="http://schemas.openxmlformats.org/officeDocument/2006/relationships/customXml" Target="../ink/ink247.xml"/><Relationship Id="rId186" Type="http://schemas.openxmlformats.org/officeDocument/2006/relationships/image" Target="../media/image257.png"/><Relationship Id="rId27" Type="http://schemas.openxmlformats.org/officeDocument/2006/relationships/customXml" Target="../ink/ink178.xml"/><Relationship Id="rId48" Type="http://schemas.openxmlformats.org/officeDocument/2006/relationships/image" Target="../media/image188.png"/><Relationship Id="rId69" Type="http://schemas.openxmlformats.org/officeDocument/2006/relationships/customXml" Target="../ink/ink199.xml"/><Relationship Id="rId113" Type="http://schemas.openxmlformats.org/officeDocument/2006/relationships/customXml" Target="../ink/ink221.xml"/><Relationship Id="rId134" Type="http://schemas.openxmlformats.org/officeDocument/2006/relationships/image" Target="../media/image231.png"/><Relationship Id="rId80" Type="http://schemas.openxmlformats.org/officeDocument/2006/relationships/image" Target="../media/image204.png"/><Relationship Id="rId155" Type="http://schemas.openxmlformats.org/officeDocument/2006/relationships/customXml" Target="../ink/ink242.xml"/><Relationship Id="rId176" Type="http://schemas.openxmlformats.org/officeDocument/2006/relationships/image" Target="../media/image252.png"/><Relationship Id="rId197" Type="http://schemas.openxmlformats.org/officeDocument/2006/relationships/customXml" Target="../ink/ink263.xml"/><Relationship Id="rId201" Type="http://schemas.openxmlformats.org/officeDocument/2006/relationships/customXml" Target="../ink/ink265.xml"/><Relationship Id="rId17" Type="http://schemas.openxmlformats.org/officeDocument/2006/relationships/customXml" Target="../ink/ink173.xml"/><Relationship Id="rId38" Type="http://schemas.openxmlformats.org/officeDocument/2006/relationships/image" Target="../media/image183.png"/><Relationship Id="rId59" Type="http://schemas.openxmlformats.org/officeDocument/2006/relationships/customXml" Target="../ink/ink194.xml"/><Relationship Id="rId103" Type="http://schemas.openxmlformats.org/officeDocument/2006/relationships/customXml" Target="../ink/ink216.xml"/><Relationship Id="rId124" Type="http://schemas.openxmlformats.org/officeDocument/2006/relationships/image" Target="../media/image226.png"/><Relationship Id="rId70" Type="http://schemas.openxmlformats.org/officeDocument/2006/relationships/image" Target="../media/image199.png"/><Relationship Id="rId91" Type="http://schemas.openxmlformats.org/officeDocument/2006/relationships/customXml" Target="../ink/ink210.xml"/><Relationship Id="rId145" Type="http://schemas.openxmlformats.org/officeDocument/2006/relationships/customXml" Target="../ink/ink237.xml"/><Relationship Id="rId166" Type="http://schemas.openxmlformats.org/officeDocument/2006/relationships/image" Target="../media/image247.png"/><Relationship Id="rId187" Type="http://schemas.openxmlformats.org/officeDocument/2006/relationships/customXml" Target="../ink/ink258.xml"/><Relationship Id="rId1" Type="http://schemas.openxmlformats.org/officeDocument/2006/relationships/slideLayout" Target="../slideLayouts/slideLayout3.xml"/><Relationship Id="rId28" Type="http://schemas.openxmlformats.org/officeDocument/2006/relationships/image" Target="../media/image178.png"/><Relationship Id="rId49" Type="http://schemas.openxmlformats.org/officeDocument/2006/relationships/customXml" Target="../ink/ink189.xml"/><Relationship Id="rId114" Type="http://schemas.openxmlformats.org/officeDocument/2006/relationships/image" Target="../media/image221.png"/><Relationship Id="rId60" Type="http://schemas.openxmlformats.org/officeDocument/2006/relationships/image" Target="../media/image194.png"/><Relationship Id="rId81" Type="http://schemas.openxmlformats.org/officeDocument/2006/relationships/customXml" Target="../ink/ink205.xml"/><Relationship Id="rId135" Type="http://schemas.openxmlformats.org/officeDocument/2006/relationships/customXml" Target="../ink/ink232.xml"/><Relationship Id="rId156" Type="http://schemas.openxmlformats.org/officeDocument/2006/relationships/image" Target="../media/image242.png"/><Relationship Id="rId177" Type="http://schemas.openxmlformats.org/officeDocument/2006/relationships/customXml" Target="../ink/ink253.xml"/><Relationship Id="rId198" Type="http://schemas.openxmlformats.org/officeDocument/2006/relationships/image" Target="../media/image263.png"/><Relationship Id="rId202" Type="http://schemas.openxmlformats.org/officeDocument/2006/relationships/image" Target="../media/image265.png"/><Relationship Id="rId18" Type="http://schemas.openxmlformats.org/officeDocument/2006/relationships/image" Target="../media/image173.png"/><Relationship Id="rId39" Type="http://schemas.openxmlformats.org/officeDocument/2006/relationships/customXml" Target="../ink/ink184.xml"/><Relationship Id="rId50" Type="http://schemas.openxmlformats.org/officeDocument/2006/relationships/image" Target="../media/image189.png"/><Relationship Id="rId104" Type="http://schemas.openxmlformats.org/officeDocument/2006/relationships/image" Target="../media/image216.png"/><Relationship Id="rId125" Type="http://schemas.openxmlformats.org/officeDocument/2006/relationships/customXml" Target="../ink/ink227.xml"/><Relationship Id="rId146" Type="http://schemas.openxmlformats.org/officeDocument/2006/relationships/image" Target="../media/image237.png"/><Relationship Id="rId167" Type="http://schemas.openxmlformats.org/officeDocument/2006/relationships/customXml" Target="../ink/ink248.xml"/><Relationship Id="rId188" Type="http://schemas.openxmlformats.org/officeDocument/2006/relationships/image" Target="../media/image258.png"/><Relationship Id="rId71" Type="http://schemas.openxmlformats.org/officeDocument/2006/relationships/customXml" Target="../ink/ink200.xml"/><Relationship Id="rId92" Type="http://schemas.openxmlformats.org/officeDocument/2006/relationships/image" Target="../media/image210.png"/></Relationships>
</file>

<file path=ppt/slides/_rels/slide11.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266.png"/><Relationship Id="rId4" Type="http://schemas.openxmlformats.org/officeDocument/2006/relationships/customXml" Target="../ink/ink266.xml"/></Relationships>
</file>

<file path=ppt/slides/_rels/slide12.xml.rels><?xml version="1.0" encoding="UTF-8" standalone="yes"?>
<Relationships xmlns="http://schemas.openxmlformats.org/package/2006/relationships"><Relationship Id="rId13" Type="http://schemas.openxmlformats.org/officeDocument/2006/relationships/customXml" Target="../ink/ink272.xml"/><Relationship Id="rId18" Type="http://schemas.openxmlformats.org/officeDocument/2006/relationships/image" Target="../media/image273.png"/><Relationship Id="rId26" Type="http://schemas.openxmlformats.org/officeDocument/2006/relationships/image" Target="../media/image277.png"/><Relationship Id="rId39" Type="http://schemas.openxmlformats.org/officeDocument/2006/relationships/customXml" Target="../ink/ink285.xml"/><Relationship Id="rId21" Type="http://schemas.openxmlformats.org/officeDocument/2006/relationships/customXml" Target="../ink/ink276.xml"/><Relationship Id="rId34" Type="http://schemas.openxmlformats.org/officeDocument/2006/relationships/image" Target="../media/image281.png"/><Relationship Id="rId42" Type="http://schemas.openxmlformats.org/officeDocument/2006/relationships/image" Target="../media/image285.png"/><Relationship Id="rId47" Type="http://schemas.openxmlformats.org/officeDocument/2006/relationships/customXml" Target="../ink/ink289.xml"/><Relationship Id="rId50" Type="http://schemas.openxmlformats.org/officeDocument/2006/relationships/image" Target="../media/image289.png"/><Relationship Id="rId7" Type="http://schemas.openxmlformats.org/officeDocument/2006/relationships/customXml" Target="../ink/ink269.xml"/><Relationship Id="rId2" Type="http://schemas.openxmlformats.org/officeDocument/2006/relationships/notesSlide" Target="../notesSlides/notesSlide12.xml"/><Relationship Id="rId16" Type="http://schemas.openxmlformats.org/officeDocument/2006/relationships/image" Target="../media/image272.png"/><Relationship Id="rId29" Type="http://schemas.openxmlformats.org/officeDocument/2006/relationships/customXml" Target="../ink/ink280.xml"/><Relationship Id="rId11" Type="http://schemas.openxmlformats.org/officeDocument/2006/relationships/customXml" Target="../ink/ink271.xml"/><Relationship Id="rId24" Type="http://schemas.openxmlformats.org/officeDocument/2006/relationships/image" Target="../media/image276.png"/><Relationship Id="rId32" Type="http://schemas.openxmlformats.org/officeDocument/2006/relationships/image" Target="../media/image280.png"/><Relationship Id="rId37" Type="http://schemas.openxmlformats.org/officeDocument/2006/relationships/customXml" Target="../ink/ink284.xml"/><Relationship Id="rId40" Type="http://schemas.openxmlformats.org/officeDocument/2006/relationships/image" Target="../media/image284.png"/><Relationship Id="rId45" Type="http://schemas.openxmlformats.org/officeDocument/2006/relationships/customXml" Target="../ink/ink288.xml"/><Relationship Id="rId5" Type="http://schemas.openxmlformats.org/officeDocument/2006/relationships/customXml" Target="../ink/ink268.xml"/><Relationship Id="rId15" Type="http://schemas.openxmlformats.org/officeDocument/2006/relationships/customXml" Target="../ink/ink273.xml"/><Relationship Id="rId23" Type="http://schemas.openxmlformats.org/officeDocument/2006/relationships/customXml" Target="../ink/ink277.xml"/><Relationship Id="rId28" Type="http://schemas.openxmlformats.org/officeDocument/2006/relationships/image" Target="../media/image278.png"/><Relationship Id="rId36" Type="http://schemas.openxmlformats.org/officeDocument/2006/relationships/image" Target="../media/image282.png"/><Relationship Id="rId49" Type="http://schemas.openxmlformats.org/officeDocument/2006/relationships/customXml" Target="../ink/ink290.xml"/><Relationship Id="rId10" Type="http://schemas.openxmlformats.org/officeDocument/2006/relationships/image" Target="../media/image269.png"/><Relationship Id="rId19" Type="http://schemas.openxmlformats.org/officeDocument/2006/relationships/customXml" Target="../ink/ink275.xml"/><Relationship Id="rId31" Type="http://schemas.openxmlformats.org/officeDocument/2006/relationships/customXml" Target="../ink/ink281.xml"/><Relationship Id="rId44" Type="http://schemas.openxmlformats.org/officeDocument/2006/relationships/image" Target="../media/image286.png"/><Relationship Id="rId52" Type="http://schemas.openxmlformats.org/officeDocument/2006/relationships/image" Target="../media/image290.png"/><Relationship Id="rId4" Type="http://schemas.openxmlformats.org/officeDocument/2006/relationships/image" Target="../media/image910.png"/><Relationship Id="rId9" Type="http://schemas.openxmlformats.org/officeDocument/2006/relationships/customXml" Target="../ink/ink270.xml"/><Relationship Id="rId14" Type="http://schemas.openxmlformats.org/officeDocument/2006/relationships/image" Target="../media/image271.png"/><Relationship Id="rId22" Type="http://schemas.openxmlformats.org/officeDocument/2006/relationships/image" Target="../media/image275.png"/><Relationship Id="rId27" Type="http://schemas.openxmlformats.org/officeDocument/2006/relationships/customXml" Target="../ink/ink279.xml"/><Relationship Id="rId30" Type="http://schemas.openxmlformats.org/officeDocument/2006/relationships/image" Target="../media/image279.png"/><Relationship Id="rId35" Type="http://schemas.openxmlformats.org/officeDocument/2006/relationships/customXml" Target="../ink/ink283.xml"/><Relationship Id="rId43" Type="http://schemas.openxmlformats.org/officeDocument/2006/relationships/customXml" Target="../ink/ink287.xml"/><Relationship Id="rId48" Type="http://schemas.openxmlformats.org/officeDocument/2006/relationships/image" Target="../media/image288.png"/><Relationship Id="rId8" Type="http://schemas.openxmlformats.org/officeDocument/2006/relationships/image" Target="../media/image268.png"/><Relationship Id="rId51" Type="http://schemas.openxmlformats.org/officeDocument/2006/relationships/customXml" Target="../ink/ink291.xml"/><Relationship Id="rId3" Type="http://schemas.openxmlformats.org/officeDocument/2006/relationships/customXml" Target="../ink/ink267.xml"/><Relationship Id="rId12" Type="http://schemas.openxmlformats.org/officeDocument/2006/relationships/image" Target="../media/image270.png"/><Relationship Id="rId17" Type="http://schemas.openxmlformats.org/officeDocument/2006/relationships/customXml" Target="../ink/ink274.xml"/><Relationship Id="rId25" Type="http://schemas.openxmlformats.org/officeDocument/2006/relationships/customXml" Target="../ink/ink278.xml"/><Relationship Id="rId33" Type="http://schemas.openxmlformats.org/officeDocument/2006/relationships/customXml" Target="../ink/ink282.xml"/><Relationship Id="rId38" Type="http://schemas.openxmlformats.org/officeDocument/2006/relationships/image" Target="../media/image283.png"/><Relationship Id="rId46" Type="http://schemas.openxmlformats.org/officeDocument/2006/relationships/image" Target="../media/image287.png"/><Relationship Id="rId20" Type="http://schemas.openxmlformats.org/officeDocument/2006/relationships/image" Target="../media/image274.png"/><Relationship Id="rId41" Type="http://schemas.openxmlformats.org/officeDocument/2006/relationships/customXml" Target="../ink/ink286.xml"/><Relationship Id="rId1" Type="http://schemas.openxmlformats.org/officeDocument/2006/relationships/slideLayout" Target="../slideLayouts/slideLayout3.xml"/><Relationship Id="rId6" Type="http://schemas.openxmlformats.org/officeDocument/2006/relationships/image" Target="../media/image267.png"/></Relationships>
</file>

<file path=ppt/slides/_rels/slide13.xml.rels><?xml version="1.0" encoding="UTF-8" standalone="yes"?>
<Relationships xmlns="http://schemas.openxmlformats.org/package/2006/relationships"><Relationship Id="rId117" Type="http://schemas.openxmlformats.org/officeDocument/2006/relationships/image" Target="../media/image348.png"/><Relationship Id="rId21" Type="http://schemas.openxmlformats.org/officeDocument/2006/relationships/image" Target="../media/image300.png"/><Relationship Id="rId42" Type="http://schemas.openxmlformats.org/officeDocument/2006/relationships/customXml" Target="../ink/ink311.xml"/><Relationship Id="rId63" Type="http://schemas.openxmlformats.org/officeDocument/2006/relationships/image" Target="../media/image321.png"/><Relationship Id="rId84" Type="http://schemas.openxmlformats.org/officeDocument/2006/relationships/customXml" Target="../ink/ink332.xml"/><Relationship Id="rId138" Type="http://schemas.openxmlformats.org/officeDocument/2006/relationships/customXml" Target="../ink/ink359.xml"/><Relationship Id="rId159" Type="http://schemas.openxmlformats.org/officeDocument/2006/relationships/image" Target="../media/image369.png"/><Relationship Id="rId170" Type="http://schemas.openxmlformats.org/officeDocument/2006/relationships/customXml" Target="../ink/ink375.xml"/><Relationship Id="rId191" Type="http://schemas.openxmlformats.org/officeDocument/2006/relationships/image" Target="../media/image385.png"/><Relationship Id="rId107" Type="http://schemas.openxmlformats.org/officeDocument/2006/relationships/image" Target="../media/image343.png"/><Relationship Id="rId11" Type="http://schemas.openxmlformats.org/officeDocument/2006/relationships/image" Target="../media/image295.png"/><Relationship Id="rId32" Type="http://schemas.openxmlformats.org/officeDocument/2006/relationships/customXml" Target="../ink/ink306.xml"/><Relationship Id="rId53" Type="http://schemas.openxmlformats.org/officeDocument/2006/relationships/image" Target="../media/image316.png"/><Relationship Id="rId74" Type="http://schemas.openxmlformats.org/officeDocument/2006/relationships/customXml" Target="../ink/ink327.xml"/><Relationship Id="rId128" Type="http://schemas.openxmlformats.org/officeDocument/2006/relationships/customXml" Target="../ink/ink354.xml"/><Relationship Id="rId149" Type="http://schemas.openxmlformats.org/officeDocument/2006/relationships/image" Target="../media/image364.png"/><Relationship Id="rId5" Type="http://schemas.openxmlformats.org/officeDocument/2006/relationships/image" Target="../media/image292.png"/><Relationship Id="rId95" Type="http://schemas.openxmlformats.org/officeDocument/2006/relationships/image" Target="../media/image337.png"/><Relationship Id="rId160" Type="http://schemas.openxmlformats.org/officeDocument/2006/relationships/customXml" Target="../ink/ink370.xml"/><Relationship Id="rId181" Type="http://schemas.openxmlformats.org/officeDocument/2006/relationships/image" Target="../media/image380.png"/><Relationship Id="rId22" Type="http://schemas.openxmlformats.org/officeDocument/2006/relationships/customXml" Target="../ink/ink301.xml"/><Relationship Id="rId43" Type="http://schemas.openxmlformats.org/officeDocument/2006/relationships/image" Target="../media/image311.png"/><Relationship Id="rId64" Type="http://schemas.openxmlformats.org/officeDocument/2006/relationships/customXml" Target="../ink/ink322.xml"/><Relationship Id="rId118" Type="http://schemas.openxmlformats.org/officeDocument/2006/relationships/customXml" Target="../ink/ink349.xml"/><Relationship Id="rId139" Type="http://schemas.openxmlformats.org/officeDocument/2006/relationships/image" Target="../media/image359.png"/><Relationship Id="rId85" Type="http://schemas.openxmlformats.org/officeDocument/2006/relationships/image" Target="../media/image332.png"/><Relationship Id="rId150" Type="http://schemas.openxmlformats.org/officeDocument/2006/relationships/customXml" Target="../ink/ink365.xml"/><Relationship Id="rId171" Type="http://schemas.openxmlformats.org/officeDocument/2006/relationships/image" Target="../media/image375.png"/><Relationship Id="rId192" Type="http://schemas.openxmlformats.org/officeDocument/2006/relationships/customXml" Target="../ink/ink386.xml"/><Relationship Id="rId12" Type="http://schemas.openxmlformats.org/officeDocument/2006/relationships/customXml" Target="../ink/ink296.xml"/><Relationship Id="rId33" Type="http://schemas.openxmlformats.org/officeDocument/2006/relationships/image" Target="../media/image306.png"/><Relationship Id="rId108" Type="http://schemas.openxmlformats.org/officeDocument/2006/relationships/customXml" Target="../ink/ink344.xml"/><Relationship Id="rId129" Type="http://schemas.openxmlformats.org/officeDocument/2006/relationships/image" Target="../media/image354.png"/><Relationship Id="rId54" Type="http://schemas.openxmlformats.org/officeDocument/2006/relationships/customXml" Target="../ink/ink317.xml"/><Relationship Id="rId75" Type="http://schemas.openxmlformats.org/officeDocument/2006/relationships/image" Target="../media/image327.png"/><Relationship Id="rId96" Type="http://schemas.openxmlformats.org/officeDocument/2006/relationships/customXml" Target="../ink/ink338.xml"/><Relationship Id="rId140" Type="http://schemas.openxmlformats.org/officeDocument/2006/relationships/customXml" Target="../ink/ink360.xml"/><Relationship Id="rId161" Type="http://schemas.openxmlformats.org/officeDocument/2006/relationships/image" Target="../media/image370.png"/><Relationship Id="rId182" Type="http://schemas.openxmlformats.org/officeDocument/2006/relationships/customXml" Target="../ink/ink381.xml"/><Relationship Id="rId6" Type="http://schemas.openxmlformats.org/officeDocument/2006/relationships/customXml" Target="../ink/ink293.xml"/><Relationship Id="rId23" Type="http://schemas.openxmlformats.org/officeDocument/2006/relationships/image" Target="../media/image301.png"/><Relationship Id="rId119" Type="http://schemas.openxmlformats.org/officeDocument/2006/relationships/image" Target="../media/image349.png"/><Relationship Id="rId44" Type="http://schemas.openxmlformats.org/officeDocument/2006/relationships/customXml" Target="../ink/ink312.xml"/><Relationship Id="rId65" Type="http://schemas.openxmlformats.org/officeDocument/2006/relationships/image" Target="../media/image322.png"/><Relationship Id="rId86" Type="http://schemas.openxmlformats.org/officeDocument/2006/relationships/customXml" Target="../ink/ink333.xml"/><Relationship Id="rId130" Type="http://schemas.openxmlformats.org/officeDocument/2006/relationships/customXml" Target="../ink/ink355.xml"/><Relationship Id="rId151" Type="http://schemas.openxmlformats.org/officeDocument/2006/relationships/image" Target="../media/image365.png"/><Relationship Id="rId172" Type="http://schemas.openxmlformats.org/officeDocument/2006/relationships/customXml" Target="../ink/ink376.xml"/><Relationship Id="rId193" Type="http://schemas.openxmlformats.org/officeDocument/2006/relationships/image" Target="../media/image386.png"/><Relationship Id="rId13" Type="http://schemas.openxmlformats.org/officeDocument/2006/relationships/image" Target="../media/image296.png"/><Relationship Id="rId109" Type="http://schemas.openxmlformats.org/officeDocument/2006/relationships/image" Target="../media/image344.png"/><Relationship Id="rId34" Type="http://schemas.openxmlformats.org/officeDocument/2006/relationships/customXml" Target="../ink/ink307.xml"/><Relationship Id="rId50" Type="http://schemas.openxmlformats.org/officeDocument/2006/relationships/customXml" Target="../ink/ink315.xml"/><Relationship Id="rId55" Type="http://schemas.openxmlformats.org/officeDocument/2006/relationships/image" Target="../media/image317.png"/><Relationship Id="rId76" Type="http://schemas.openxmlformats.org/officeDocument/2006/relationships/customXml" Target="../ink/ink328.xml"/><Relationship Id="rId97" Type="http://schemas.openxmlformats.org/officeDocument/2006/relationships/image" Target="../media/image338.png"/><Relationship Id="rId104" Type="http://schemas.openxmlformats.org/officeDocument/2006/relationships/customXml" Target="../ink/ink342.xml"/><Relationship Id="rId120" Type="http://schemas.openxmlformats.org/officeDocument/2006/relationships/customXml" Target="../ink/ink350.xml"/><Relationship Id="rId125" Type="http://schemas.openxmlformats.org/officeDocument/2006/relationships/image" Target="../media/image352.png"/><Relationship Id="rId141" Type="http://schemas.openxmlformats.org/officeDocument/2006/relationships/image" Target="../media/image360.png"/><Relationship Id="rId146" Type="http://schemas.openxmlformats.org/officeDocument/2006/relationships/customXml" Target="../ink/ink363.xml"/><Relationship Id="rId167" Type="http://schemas.openxmlformats.org/officeDocument/2006/relationships/image" Target="../media/image373.png"/><Relationship Id="rId188" Type="http://schemas.openxmlformats.org/officeDocument/2006/relationships/customXml" Target="../ink/ink384.xml"/><Relationship Id="rId7" Type="http://schemas.openxmlformats.org/officeDocument/2006/relationships/image" Target="../media/image293.png"/><Relationship Id="rId71" Type="http://schemas.openxmlformats.org/officeDocument/2006/relationships/image" Target="../media/image325.png"/><Relationship Id="rId92" Type="http://schemas.openxmlformats.org/officeDocument/2006/relationships/customXml" Target="../ink/ink336.xml"/><Relationship Id="rId162" Type="http://schemas.openxmlformats.org/officeDocument/2006/relationships/customXml" Target="../ink/ink371.xml"/><Relationship Id="rId183" Type="http://schemas.openxmlformats.org/officeDocument/2006/relationships/image" Target="../media/image381.png"/><Relationship Id="rId2" Type="http://schemas.openxmlformats.org/officeDocument/2006/relationships/notesSlide" Target="../notesSlides/notesSlide13.xml"/><Relationship Id="rId29" Type="http://schemas.openxmlformats.org/officeDocument/2006/relationships/image" Target="../media/image304.png"/><Relationship Id="rId24" Type="http://schemas.openxmlformats.org/officeDocument/2006/relationships/customXml" Target="../ink/ink302.xml"/><Relationship Id="rId40" Type="http://schemas.openxmlformats.org/officeDocument/2006/relationships/customXml" Target="../ink/ink310.xml"/><Relationship Id="rId45" Type="http://schemas.openxmlformats.org/officeDocument/2006/relationships/image" Target="../media/image312.png"/><Relationship Id="rId66" Type="http://schemas.openxmlformats.org/officeDocument/2006/relationships/customXml" Target="../ink/ink323.xml"/><Relationship Id="rId87" Type="http://schemas.openxmlformats.org/officeDocument/2006/relationships/image" Target="../media/image333.png"/><Relationship Id="rId110" Type="http://schemas.openxmlformats.org/officeDocument/2006/relationships/customXml" Target="../ink/ink345.xml"/><Relationship Id="rId115" Type="http://schemas.openxmlformats.org/officeDocument/2006/relationships/image" Target="../media/image347.png"/><Relationship Id="rId131" Type="http://schemas.openxmlformats.org/officeDocument/2006/relationships/image" Target="../media/image355.png"/><Relationship Id="rId136" Type="http://schemas.openxmlformats.org/officeDocument/2006/relationships/customXml" Target="../ink/ink358.xml"/><Relationship Id="rId157" Type="http://schemas.openxmlformats.org/officeDocument/2006/relationships/image" Target="../media/image368.png"/><Relationship Id="rId178" Type="http://schemas.openxmlformats.org/officeDocument/2006/relationships/customXml" Target="../ink/ink379.xml"/><Relationship Id="rId61" Type="http://schemas.openxmlformats.org/officeDocument/2006/relationships/image" Target="../media/image320.png"/><Relationship Id="rId82" Type="http://schemas.openxmlformats.org/officeDocument/2006/relationships/customXml" Target="../ink/ink331.xml"/><Relationship Id="rId152" Type="http://schemas.openxmlformats.org/officeDocument/2006/relationships/customXml" Target="../ink/ink366.xml"/><Relationship Id="rId173" Type="http://schemas.openxmlformats.org/officeDocument/2006/relationships/image" Target="../media/image376.png"/><Relationship Id="rId194" Type="http://schemas.openxmlformats.org/officeDocument/2006/relationships/customXml" Target="../ink/ink387.xml"/><Relationship Id="rId19" Type="http://schemas.openxmlformats.org/officeDocument/2006/relationships/image" Target="../media/image299.png"/><Relationship Id="rId14" Type="http://schemas.openxmlformats.org/officeDocument/2006/relationships/customXml" Target="../ink/ink297.xml"/><Relationship Id="rId30" Type="http://schemas.openxmlformats.org/officeDocument/2006/relationships/customXml" Target="../ink/ink305.xml"/><Relationship Id="rId35" Type="http://schemas.openxmlformats.org/officeDocument/2006/relationships/image" Target="../media/image307.png"/><Relationship Id="rId56" Type="http://schemas.openxmlformats.org/officeDocument/2006/relationships/customXml" Target="../ink/ink318.xml"/><Relationship Id="rId77" Type="http://schemas.openxmlformats.org/officeDocument/2006/relationships/image" Target="../media/image328.png"/><Relationship Id="rId100" Type="http://schemas.openxmlformats.org/officeDocument/2006/relationships/customXml" Target="../ink/ink340.xml"/><Relationship Id="rId105" Type="http://schemas.openxmlformats.org/officeDocument/2006/relationships/image" Target="../media/image342.png"/><Relationship Id="rId126" Type="http://schemas.openxmlformats.org/officeDocument/2006/relationships/customXml" Target="../ink/ink353.xml"/><Relationship Id="rId147" Type="http://schemas.openxmlformats.org/officeDocument/2006/relationships/image" Target="../media/image363.png"/><Relationship Id="rId168" Type="http://schemas.openxmlformats.org/officeDocument/2006/relationships/customXml" Target="../ink/ink374.xml"/><Relationship Id="rId8" Type="http://schemas.openxmlformats.org/officeDocument/2006/relationships/customXml" Target="../ink/ink294.xml"/><Relationship Id="rId51" Type="http://schemas.openxmlformats.org/officeDocument/2006/relationships/image" Target="../media/image315.png"/><Relationship Id="rId72" Type="http://schemas.openxmlformats.org/officeDocument/2006/relationships/customXml" Target="../ink/ink326.xml"/><Relationship Id="rId93" Type="http://schemas.openxmlformats.org/officeDocument/2006/relationships/image" Target="../media/image336.png"/><Relationship Id="rId98" Type="http://schemas.openxmlformats.org/officeDocument/2006/relationships/customXml" Target="../ink/ink339.xml"/><Relationship Id="rId121" Type="http://schemas.openxmlformats.org/officeDocument/2006/relationships/image" Target="../media/image350.png"/><Relationship Id="rId142" Type="http://schemas.openxmlformats.org/officeDocument/2006/relationships/customXml" Target="../ink/ink361.xml"/><Relationship Id="rId163" Type="http://schemas.openxmlformats.org/officeDocument/2006/relationships/image" Target="../media/image371.png"/><Relationship Id="rId184" Type="http://schemas.openxmlformats.org/officeDocument/2006/relationships/customXml" Target="../ink/ink382.xml"/><Relationship Id="rId189" Type="http://schemas.openxmlformats.org/officeDocument/2006/relationships/image" Target="../media/image384.png"/><Relationship Id="rId3" Type="http://schemas.openxmlformats.org/officeDocument/2006/relationships/image" Target="../media/image291.png"/><Relationship Id="rId25" Type="http://schemas.openxmlformats.org/officeDocument/2006/relationships/image" Target="../media/image302.png"/><Relationship Id="rId46" Type="http://schemas.openxmlformats.org/officeDocument/2006/relationships/customXml" Target="../ink/ink313.xml"/><Relationship Id="rId67" Type="http://schemas.openxmlformats.org/officeDocument/2006/relationships/image" Target="../media/image323.png"/><Relationship Id="rId116" Type="http://schemas.openxmlformats.org/officeDocument/2006/relationships/customXml" Target="../ink/ink348.xml"/><Relationship Id="rId137" Type="http://schemas.openxmlformats.org/officeDocument/2006/relationships/image" Target="../media/image358.png"/><Relationship Id="rId158" Type="http://schemas.openxmlformats.org/officeDocument/2006/relationships/customXml" Target="../ink/ink369.xml"/><Relationship Id="rId20" Type="http://schemas.openxmlformats.org/officeDocument/2006/relationships/customXml" Target="../ink/ink300.xml"/><Relationship Id="rId41" Type="http://schemas.openxmlformats.org/officeDocument/2006/relationships/image" Target="../media/image310.png"/><Relationship Id="rId62" Type="http://schemas.openxmlformats.org/officeDocument/2006/relationships/customXml" Target="../ink/ink321.xml"/><Relationship Id="rId83" Type="http://schemas.openxmlformats.org/officeDocument/2006/relationships/image" Target="../media/image331.png"/><Relationship Id="rId88" Type="http://schemas.openxmlformats.org/officeDocument/2006/relationships/customXml" Target="../ink/ink334.xml"/><Relationship Id="rId111" Type="http://schemas.openxmlformats.org/officeDocument/2006/relationships/image" Target="../media/image345.png"/><Relationship Id="rId132" Type="http://schemas.openxmlformats.org/officeDocument/2006/relationships/customXml" Target="../ink/ink356.xml"/><Relationship Id="rId153" Type="http://schemas.openxmlformats.org/officeDocument/2006/relationships/image" Target="../media/image366.png"/><Relationship Id="rId174" Type="http://schemas.openxmlformats.org/officeDocument/2006/relationships/customXml" Target="../ink/ink377.xml"/><Relationship Id="rId179" Type="http://schemas.openxmlformats.org/officeDocument/2006/relationships/image" Target="../media/image379.png"/><Relationship Id="rId195" Type="http://schemas.openxmlformats.org/officeDocument/2006/relationships/image" Target="../media/image387.png"/><Relationship Id="rId190" Type="http://schemas.openxmlformats.org/officeDocument/2006/relationships/customXml" Target="../ink/ink385.xml"/><Relationship Id="rId15" Type="http://schemas.openxmlformats.org/officeDocument/2006/relationships/image" Target="../media/image297.png"/><Relationship Id="rId36" Type="http://schemas.openxmlformats.org/officeDocument/2006/relationships/customXml" Target="../ink/ink308.xml"/><Relationship Id="rId57" Type="http://schemas.openxmlformats.org/officeDocument/2006/relationships/image" Target="../media/image318.png"/><Relationship Id="rId106" Type="http://schemas.openxmlformats.org/officeDocument/2006/relationships/customXml" Target="../ink/ink343.xml"/><Relationship Id="rId127" Type="http://schemas.openxmlformats.org/officeDocument/2006/relationships/image" Target="../media/image353.png"/><Relationship Id="rId10" Type="http://schemas.openxmlformats.org/officeDocument/2006/relationships/customXml" Target="../ink/ink295.xml"/><Relationship Id="rId31" Type="http://schemas.openxmlformats.org/officeDocument/2006/relationships/image" Target="../media/image305.png"/><Relationship Id="rId52" Type="http://schemas.openxmlformats.org/officeDocument/2006/relationships/customXml" Target="../ink/ink316.xml"/><Relationship Id="rId73" Type="http://schemas.openxmlformats.org/officeDocument/2006/relationships/image" Target="../media/image326.png"/><Relationship Id="rId78" Type="http://schemas.openxmlformats.org/officeDocument/2006/relationships/customXml" Target="../ink/ink329.xml"/><Relationship Id="rId94" Type="http://schemas.openxmlformats.org/officeDocument/2006/relationships/customXml" Target="../ink/ink337.xml"/><Relationship Id="rId99" Type="http://schemas.openxmlformats.org/officeDocument/2006/relationships/image" Target="../media/image339.png"/><Relationship Id="rId101" Type="http://schemas.openxmlformats.org/officeDocument/2006/relationships/image" Target="../media/image340.png"/><Relationship Id="rId122" Type="http://schemas.openxmlformats.org/officeDocument/2006/relationships/customXml" Target="../ink/ink351.xml"/><Relationship Id="rId143" Type="http://schemas.openxmlformats.org/officeDocument/2006/relationships/image" Target="../media/image361.png"/><Relationship Id="rId148" Type="http://schemas.openxmlformats.org/officeDocument/2006/relationships/customXml" Target="../ink/ink364.xml"/><Relationship Id="rId164" Type="http://schemas.openxmlformats.org/officeDocument/2006/relationships/customXml" Target="../ink/ink372.xml"/><Relationship Id="rId169" Type="http://schemas.openxmlformats.org/officeDocument/2006/relationships/image" Target="../media/image374.png"/><Relationship Id="rId185" Type="http://schemas.openxmlformats.org/officeDocument/2006/relationships/image" Target="../media/image382.png"/><Relationship Id="rId4" Type="http://schemas.openxmlformats.org/officeDocument/2006/relationships/customXml" Target="../ink/ink292.xml"/><Relationship Id="rId9" Type="http://schemas.openxmlformats.org/officeDocument/2006/relationships/image" Target="../media/image294.png"/><Relationship Id="rId180" Type="http://schemas.openxmlformats.org/officeDocument/2006/relationships/customXml" Target="../ink/ink380.xml"/><Relationship Id="rId26" Type="http://schemas.openxmlformats.org/officeDocument/2006/relationships/customXml" Target="../ink/ink303.xml"/><Relationship Id="rId47" Type="http://schemas.openxmlformats.org/officeDocument/2006/relationships/image" Target="../media/image313.png"/><Relationship Id="rId68" Type="http://schemas.openxmlformats.org/officeDocument/2006/relationships/customXml" Target="../ink/ink324.xml"/><Relationship Id="rId89" Type="http://schemas.openxmlformats.org/officeDocument/2006/relationships/image" Target="../media/image334.png"/><Relationship Id="rId112" Type="http://schemas.openxmlformats.org/officeDocument/2006/relationships/customXml" Target="../ink/ink346.xml"/><Relationship Id="rId133" Type="http://schemas.openxmlformats.org/officeDocument/2006/relationships/image" Target="../media/image356.png"/><Relationship Id="rId154" Type="http://schemas.openxmlformats.org/officeDocument/2006/relationships/customXml" Target="../ink/ink367.xml"/><Relationship Id="rId175" Type="http://schemas.openxmlformats.org/officeDocument/2006/relationships/image" Target="../media/image377.png"/><Relationship Id="rId16" Type="http://schemas.openxmlformats.org/officeDocument/2006/relationships/customXml" Target="../ink/ink298.xml"/><Relationship Id="rId37" Type="http://schemas.openxmlformats.org/officeDocument/2006/relationships/image" Target="../media/image308.png"/><Relationship Id="rId58" Type="http://schemas.openxmlformats.org/officeDocument/2006/relationships/customXml" Target="../ink/ink319.xml"/><Relationship Id="rId79" Type="http://schemas.openxmlformats.org/officeDocument/2006/relationships/image" Target="../media/image329.png"/><Relationship Id="rId102" Type="http://schemas.openxmlformats.org/officeDocument/2006/relationships/customXml" Target="../ink/ink341.xml"/><Relationship Id="rId123" Type="http://schemas.openxmlformats.org/officeDocument/2006/relationships/image" Target="../media/image351.png"/><Relationship Id="rId144" Type="http://schemas.openxmlformats.org/officeDocument/2006/relationships/customXml" Target="../ink/ink362.xml"/><Relationship Id="rId90" Type="http://schemas.openxmlformats.org/officeDocument/2006/relationships/customXml" Target="../ink/ink335.xml"/><Relationship Id="rId165" Type="http://schemas.openxmlformats.org/officeDocument/2006/relationships/image" Target="../media/image372.png"/><Relationship Id="rId186" Type="http://schemas.openxmlformats.org/officeDocument/2006/relationships/customXml" Target="../ink/ink383.xml"/><Relationship Id="rId27" Type="http://schemas.openxmlformats.org/officeDocument/2006/relationships/image" Target="../media/image303.png"/><Relationship Id="rId48" Type="http://schemas.openxmlformats.org/officeDocument/2006/relationships/customXml" Target="../ink/ink314.xml"/><Relationship Id="rId69" Type="http://schemas.openxmlformats.org/officeDocument/2006/relationships/image" Target="../media/image324.png"/><Relationship Id="rId113" Type="http://schemas.openxmlformats.org/officeDocument/2006/relationships/image" Target="../media/image346.png"/><Relationship Id="rId134" Type="http://schemas.openxmlformats.org/officeDocument/2006/relationships/customXml" Target="../ink/ink357.xml"/><Relationship Id="rId80" Type="http://schemas.openxmlformats.org/officeDocument/2006/relationships/customXml" Target="../ink/ink330.xml"/><Relationship Id="rId155" Type="http://schemas.openxmlformats.org/officeDocument/2006/relationships/image" Target="../media/image367.png"/><Relationship Id="rId176" Type="http://schemas.openxmlformats.org/officeDocument/2006/relationships/customXml" Target="../ink/ink378.xml"/><Relationship Id="rId17" Type="http://schemas.openxmlformats.org/officeDocument/2006/relationships/image" Target="../media/image298.png"/><Relationship Id="rId38" Type="http://schemas.openxmlformats.org/officeDocument/2006/relationships/customXml" Target="../ink/ink309.xml"/><Relationship Id="rId59" Type="http://schemas.openxmlformats.org/officeDocument/2006/relationships/image" Target="../media/image319.png"/><Relationship Id="rId103" Type="http://schemas.openxmlformats.org/officeDocument/2006/relationships/image" Target="../media/image341.png"/><Relationship Id="rId124" Type="http://schemas.openxmlformats.org/officeDocument/2006/relationships/customXml" Target="../ink/ink352.xml"/><Relationship Id="rId70" Type="http://schemas.openxmlformats.org/officeDocument/2006/relationships/customXml" Target="../ink/ink325.xml"/><Relationship Id="rId91" Type="http://schemas.openxmlformats.org/officeDocument/2006/relationships/image" Target="../media/image335.png"/><Relationship Id="rId145" Type="http://schemas.openxmlformats.org/officeDocument/2006/relationships/image" Target="../media/image362.png"/><Relationship Id="rId166" Type="http://schemas.openxmlformats.org/officeDocument/2006/relationships/customXml" Target="../ink/ink373.xml"/><Relationship Id="rId187" Type="http://schemas.openxmlformats.org/officeDocument/2006/relationships/image" Target="../media/image383.png"/><Relationship Id="rId1" Type="http://schemas.openxmlformats.org/officeDocument/2006/relationships/slideLayout" Target="../slideLayouts/slideLayout3.xml"/><Relationship Id="rId28" Type="http://schemas.openxmlformats.org/officeDocument/2006/relationships/customXml" Target="../ink/ink304.xml"/><Relationship Id="rId49" Type="http://schemas.openxmlformats.org/officeDocument/2006/relationships/image" Target="../media/image314.png"/><Relationship Id="rId114" Type="http://schemas.openxmlformats.org/officeDocument/2006/relationships/customXml" Target="../ink/ink347.xml"/><Relationship Id="rId60" Type="http://schemas.openxmlformats.org/officeDocument/2006/relationships/customXml" Target="../ink/ink320.xml"/><Relationship Id="rId81" Type="http://schemas.openxmlformats.org/officeDocument/2006/relationships/image" Target="../media/image330.png"/><Relationship Id="rId135" Type="http://schemas.openxmlformats.org/officeDocument/2006/relationships/image" Target="../media/image357.png"/><Relationship Id="rId156" Type="http://schemas.openxmlformats.org/officeDocument/2006/relationships/customXml" Target="../ink/ink368.xml"/><Relationship Id="rId177" Type="http://schemas.openxmlformats.org/officeDocument/2006/relationships/image" Target="../media/image378.png"/><Relationship Id="rId18" Type="http://schemas.openxmlformats.org/officeDocument/2006/relationships/customXml" Target="../ink/ink299.xml"/><Relationship Id="rId39" Type="http://schemas.openxmlformats.org/officeDocument/2006/relationships/image" Target="../media/image309.png"/></Relationships>
</file>

<file path=ppt/slides/_rels/slide14.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388.png"/><Relationship Id="rId4" Type="http://schemas.openxmlformats.org/officeDocument/2006/relationships/customXml" Target="../ink/ink388.xml"/></Relationships>
</file>

<file path=ppt/slides/_rels/slide15.xml.rels><?xml version="1.0" encoding="UTF-8" standalone="yes"?>
<Relationships xmlns="http://schemas.openxmlformats.org/package/2006/relationships"><Relationship Id="rId8" Type="http://schemas.openxmlformats.org/officeDocument/2006/relationships/image" Target="../media/image392.png"/><Relationship Id="rId13" Type="http://schemas.openxmlformats.org/officeDocument/2006/relationships/customXml" Target="../ink/ink393.xml"/><Relationship Id="rId18" Type="http://schemas.openxmlformats.org/officeDocument/2006/relationships/image" Target="../media/image397.png"/><Relationship Id="rId3" Type="http://schemas.openxmlformats.org/officeDocument/2006/relationships/image" Target="../media/image389.png"/><Relationship Id="rId7" Type="http://schemas.openxmlformats.org/officeDocument/2006/relationships/customXml" Target="../ink/ink390.xml"/><Relationship Id="rId12" Type="http://schemas.openxmlformats.org/officeDocument/2006/relationships/image" Target="../media/image394.png"/><Relationship Id="rId17" Type="http://schemas.openxmlformats.org/officeDocument/2006/relationships/customXml" Target="../ink/ink395.xml"/><Relationship Id="rId2" Type="http://schemas.openxmlformats.org/officeDocument/2006/relationships/notesSlide" Target="../notesSlides/notesSlide15.xml"/><Relationship Id="rId16" Type="http://schemas.openxmlformats.org/officeDocument/2006/relationships/image" Target="../media/image396.png"/><Relationship Id="rId20" Type="http://schemas.openxmlformats.org/officeDocument/2006/relationships/image" Target="../media/image398.png"/><Relationship Id="rId1" Type="http://schemas.openxmlformats.org/officeDocument/2006/relationships/slideLayout" Target="../slideLayouts/slideLayout3.xml"/><Relationship Id="rId6" Type="http://schemas.openxmlformats.org/officeDocument/2006/relationships/image" Target="../media/image391.png"/><Relationship Id="rId11" Type="http://schemas.openxmlformats.org/officeDocument/2006/relationships/customXml" Target="../ink/ink392.xml"/><Relationship Id="rId5" Type="http://schemas.openxmlformats.org/officeDocument/2006/relationships/customXml" Target="../ink/ink389.xml"/><Relationship Id="rId15" Type="http://schemas.openxmlformats.org/officeDocument/2006/relationships/customXml" Target="../ink/ink394.xml"/><Relationship Id="rId10" Type="http://schemas.openxmlformats.org/officeDocument/2006/relationships/image" Target="../media/image393.png"/><Relationship Id="rId19" Type="http://schemas.openxmlformats.org/officeDocument/2006/relationships/customXml" Target="../ink/ink396.xml"/><Relationship Id="rId4" Type="http://schemas.openxmlformats.org/officeDocument/2006/relationships/image" Target="../media/image390.png"/><Relationship Id="rId9" Type="http://schemas.openxmlformats.org/officeDocument/2006/relationships/customXml" Target="../ink/ink391.xml"/><Relationship Id="rId14" Type="http://schemas.openxmlformats.org/officeDocument/2006/relationships/image" Target="../media/image395.png"/></Relationships>
</file>

<file path=ppt/slides/_rels/slide16.xml.rels><?xml version="1.0" encoding="UTF-8" standalone="yes"?>
<Relationships xmlns="http://schemas.openxmlformats.org/package/2006/relationships"><Relationship Id="rId3" Type="http://schemas.openxmlformats.org/officeDocument/2006/relationships/image" Target="../media/image399.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1610.png"/><Relationship Id="rId4" Type="http://schemas.openxmlformats.org/officeDocument/2006/relationships/customXml" Target="../ink/ink397.xml"/></Relationships>
</file>

<file path=ppt/slides/_rels/slide17.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810.png"/><Relationship Id="rId4" Type="http://schemas.openxmlformats.org/officeDocument/2006/relationships/customXml" Target="../ink/ink39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4" name="Google Shape;54;p13">
            <a:extLst>
              <a:ext uri="{FF2B5EF4-FFF2-40B4-BE49-F238E27FC236}">
                <a16:creationId xmlns:a16="http://schemas.microsoft.com/office/drawing/2014/main" id="{BE938E98-0434-2B3E-0999-C7D97F91C30E}"/>
              </a:ext>
            </a:extLst>
          </p:cNvPr>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dirty="0">
                <a:solidFill>
                  <a:srgbClr val="FF0000"/>
                </a:solidFill>
              </a:rPr>
              <a:t>Model Validation</a:t>
            </a:r>
            <a:br>
              <a:rPr lang="en" b="1" dirty="0">
                <a:solidFill>
                  <a:srgbClr val="FF0000"/>
                </a:solidFill>
              </a:rPr>
            </a:br>
            <a:r>
              <a:rPr lang="en" b="1" dirty="0">
                <a:solidFill>
                  <a:srgbClr val="FF0000"/>
                </a:solidFill>
              </a:rPr>
              <a:t>Machine Learning</a:t>
            </a:r>
            <a:endParaRPr b="1" dirty="0">
              <a:solidFill>
                <a:srgbClr val="FF0000"/>
              </a:solidFill>
            </a:endParaRPr>
          </a:p>
        </p:txBody>
      </p:sp>
      <p:sp>
        <p:nvSpPr>
          <p:cNvPr id="5" name="Google Shape;55;p13">
            <a:extLst>
              <a:ext uri="{FF2B5EF4-FFF2-40B4-BE49-F238E27FC236}">
                <a16:creationId xmlns:a16="http://schemas.microsoft.com/office/drawing/2014/main" id="{AA0C3AD0-B9C8-6F37-8BAB-04E40C86FF80}"/>
              </a:ext>
            </a:extLst>
          </p:cNvPr>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dirty="0"/>
              <a:t>Data Science at Zindua School | By Chris Aloo</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517144" y="450150"/>
            <a:ext cx="63678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Model Validation</a:t>
            </a:r>
            <a:endParaRPr dirty="0"/>
          </a:p>
        </p:txBody>
      </p:sp>
      <p:sp>
        <p:nvSpPr>
          <p:cNvPr id="68" name="Google Shape;68;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Model Validation</a:t>
            </a:r>
            <a:endParaRPr dirty="0"/>
          </a:p>
        </p:txBody>
      </p:sp>
      <p:sp>
        <p:nvSpPr>
          <p:cNvPr id="2" name="TextBox 1">
            <a:extLst>
              <a:ext uri="{FF2B5EF4-FFF2-40B4-BE49-F238E27FC236}">
                <a16:creationId xmlns:a16="http://schemas.microsoft.com/office/drawing/2014/main" id="{D8E97CC2-095B-876F-B393-B6A0FCF9ECE9}"/>
              </a:ext>
            </a:extLst>
          </p:cNvPr>
          <p:cNvSpPr txBox="1"/>
          <p:nvPr/>
        </p:nvSpPr>
        <p:spPr>
          <a:xfrm>
            <a:off x="729450" y="2065256"/>
            <a:ext cx="3110753" cy="307777"/>
          </a:xfrm>
          <a:prstGeom prst="rect">
            <a:avLst/>
          </a:prstGeom>
          <a:noFill/>
        </p:spPr>
        <p:txBody>
          <a:bodyPr wrap="square" rtlCol="0">
            <a:spAutoFit/>
          </a:bodyPr>
          <a:lstStyle/>
          <a:p>
            <a:r>
              <a:rPr lang="en-GB" dirty="0"/>
              <a:t>Hold-Out Sets</a:t>
            </a:r>
          </a:p>
        </p:txBody>
      </p:sp>
      <p:sp>
        <p:nvSpPr>
          <p:cNvPr id="3" name="TextBox 2">
            <a:extLst>
              <a:ext uri="{FF2B5EF4-FFF2-40B4-BE49-F238E27FC236}">
                <a16:creationId xmlns:a16="http://schemas.microsoft.com/office/drawing/2014/main" id="{0BCFED97-BEFE-CAB1-3BCC-271BE564C7D6}"/>
              </a:ext>
            </a:extLst>
          </p:cNvPr>
          <p:cNvSpPr txBox="1"/>
          <p:nvPr/>
        </p:nvSpPr>
        <p:spPr>
          <a:xfrm>
            <a:off x="729450" y="2969936"/>
            <a:ext cx="3110753" cy="307777"/>
          </a:xfrm>
          <a:prstGeom prst="rect">
            <a:avLst/>
          </a:prstGeom>
          <a:noFill/>
        </p:spPr>
        <p:txBody>
          <a:bodyPr wrap="square" rtlCol="0">
            <a:spAutoFit/>
          </a:bodyPr>
          <a:lstStyle/>
          <a:p>
            <a:r>
              <a:rPr lang="en-GB" dirty="0"/>
              <a:t>Cross Validation</a:t>
            </a:r>
          </a:p>
        </p:txBody>
      </p:sp>
      <p:sp>
        <p:nvSpPr>
          <p:cNvPr id="4" name="TextBox 3">
            <a:extLst>
              <a:ext uri="{FF2B5EF4-FFF2-40B4-BE49-F238E27FC236}">
                <a16:creationId xmlns:a16="http://schemas.microsoft.com/office/drawing/2014/main" id="{B70E87D2-2E59-9702-9BDD-BCE9354EAA3B}"/>
              </a:ext>
            </a:extLst>
          </p:cNvPr>
          <p:cNvSpPr txBox="1"/>
          <p:nvPr/>
        </p:nvSpPr>
        <p:spPr>
          <a:xfrm>
            <a:off x="729450" y="1757479"/>
            <a:ext cx="3110753" cy="307777"/>
          </a:xfrm>
          <a:prstGeom prst="rect">
            <a:avLst/>
          </a:prstGeom>
          <a:noFill/>
        </p:spPr>
        <p:txBody>
          <a:bodyPr wrap="square" rtlCol="0">
            <a:spAutoFit/>
          </a:bodyPr>
          <a:lstStyle/>
          <a:p>
            <a:r>
              <a:rPr lang="en-GB" dirty="0"/>
              <a:t>Model training, the wrong way</a:t>
            </a:r>
          </a:p>
        </p:txBody>
      </p:sp>
      <p:graphicFrame>
        <p:nvGraphicFramePr>
          <p:cNvPr id="5" name="Table 4">
            <a:extLst>
              <a:ext uri="{FF2B5EF4-FFF2-40B4-BE49-F238E27FC236}">
                <a16:creationId xmlns:a16="http://schemas.microsoft.com/office/drawing/2014/main" id="{729C556B-764F-624C-0A89-3B2444D89A37}"/>
              </a:ext>
            </a:extLst>
          </p:cNvPr>
          <p:cNvGraphicFramePr>
            <a:graphicFrameLocks noGrp="1"/>
          </p:cNvGraphicFramePr>
          <p:nvPr>
            <p:extLst>
              <p:ext uri="{D42A27DB-BD31-4B8C-83A1-F6EECF244321}">
                <p14:modId xmlns:p14="http://schemas.microsoft.com/office/powerpoint/2010/main" val="1396314716"/>
              </p:ext>
            </p:extLst>
          </p:nvPr>
        </p:nvGraphicFramePr>
        <p:xfrm>
          <a:off x="792203" y="2422337"/>
          <a:ext cx="6096000" cy="370840"/>
        </p:xfrm>
        <a:graphic>
          <a:graphicData uri="http://schemas.openxmlformats.org/drawingml/2006/table">
            <a:tbl>
              <a:tblPr firstRow="1" bandRow="1">
                <a:tableStyleId>{5C22544A-7EE6-4342-B048-85BDC9FD1C3A}</a:tableStyleId>
              </a:tblPr>
              <a:tblGrid>
                <a:gridCol w="5427622">
                  <a:extLst>
                    <a:ext uri="{9D8B030D-6E8A-4147-A177-3AD203B41FA5}">
                      <a16:colId xmlns:a16="http://schemas.microsoft.com/office/drawing/2014/main" val="3028641467"/>
                    </a:ext>
                  </a:extLst>
                </a:gridCol>
                <a:gridCol w="668378">
                  <a:extLst>
                    <a:ext uri="{9D8B030D-6E8A-4147-A177-3AD203B41FA5}">
                      <a16:colId xmlns:a16="http://schemas.microsoft.com/office/drawing/2014/main" val="2846667529"/>
                    </a:ext>
                  </a:extLst>
                </a:gridCol>
              </a:tblGrid>
              <a:tr h="370840">
                <a:tc>
                  <a:txBody>
                    <a:bodyPr/>
                    <a:lstStyle/>
                    <a:p>
                      <a:r>
                        <a:rPr lang="en-US" dirty="0"/>
                        <a:t>Train</a:t>
                      </a:r>
                      <a:endParaRPr lang="en-GB" dirty="0"/>
                    </a:p>
                  </a:txBody>
                  <a:tcPr anchor="ctr">
                    <a:solidFill>
                      <a:schemeClr val="tx1"/>
                    </a:solidFill>
                  </a:tcPr>
                </a:tc>
                <a:tc>
                  <a:txBody>
                    <a:bodyPr/>
                    <a:lstStyle/>
                    <a:p>
                      <a:r>
                        <a:rPr lang="en-US" dirty="0"/>
                        <a:t>Test</a:t>
                      </a:r>
                      <a:endParaRPr lang="en-GB" dirty="0"/>
                    </a:p>
                  </a:txBody>
                  <a:tcPr anchor="ctr">
                    <a:solidFill>
                      <a:srgbClr val="FF0000"/>
                    </a:solidFill>
                  </a:tcPr>
                </a:tc>
                <a:extLst>
                  <a:ext uri="{0D108BD9-81ED-4DB2-BD59-A6C34878D82A}">
                    <a16:rowId xmlns:a16="http://schemas.microsoft.com/office/drawing/2014/main" val="1873426168"/>
                  </a:ext>
                </a:extLst>
              </a:tr>
            </a:tbl>
          </a:graphicData>
        </a:graphic>
      </p:graphicFrame>
      <p:graphicFrame>
        <p:nvGraphicFramePr>
          <p:cNvPr id="6" name="Table 5">
            <a:extLst>
              <a:ext uri="{FF2B5EF4-FFF2-40B4-BE49-F238E27FC236}">
                <a16:creationId xmlns:a16="http://schemas.microsoft.com/office/drawing/2014/main" id="{18E4719D-2FDF-1AA3-03B9-395460809926}"/>
              </a:ext>
            </a:extLst>
          </p:cNvPr>
          <p:cNvGraphicFramePr>
            <a:graphicFrameLocks noGrp="1"/>
          </p:cNvGraphicFramePr>
          <p:nvPr>
            <p:extLst>
              <p:ext uri="{D42A27DB-BD31-4B8C-83A1-F6EECF244321}">
                <p14:modId xmlns:p14="http://schemas.microsoft.com/office/powerpoint/2010/main" val="4029232909"/>
              </p:ext>
            </p:extLst>
          </p:nvPr>
        </p:nvGraphicFramePr>
        <p:xfrm>
          <a:off x="792203" y="3269052"/>
          <a:ext cx="6096000" cy="370840"/>
        </p:xfrm>
        <a:graphic>
          <a:graphicData uri="http://schemas.openxmlformats.org/drawingml/2006/table">
            <a:tbl>
              <a:tblPr firstRow="1" bandRow="1">
                <a:tableStyleId>{5C22544A-7EE6-4342-B048-85BDC9FD1C3A}</a:tableStyleId>
              </a:tblPr>
              <a:tblGrid>
                <a:gridCol w="5427622">
                  <a:extLst>
                    <a:ext uri="{9D8B030D-6E8A-4147-A177-3AD203B41FA5}">
                      <a16:colId xmlns:a16="http://schemas.microsoft.com/office/drawing/2014/main" val="3028641467"/>
                    </a:ext>
                  </a:extLst>
                </a:gridCol>
                <a:gridCol w="668378">
                  <a:extLst>
                    <a:ext uri="{9D8B030D-6E8A-4147-A177-3AD203B41FA5}">
                      <a16:colId xmlns:a16="http://schemas.microsoft.com/office/drawing/2014/main" val="2846667529"/>
                    </a:ext>
                  </a:extLst>
                </a:gridCol>
              </a:tblGrid>
              <a:tr h="370840">
                <a:tc>
                  <a:txBody>
                    <a:bodyPr/>
                    <a:lstStyle/>
                    <a:p>
                      <a:r>
                        <a:rPr lang="en-US" dirty="0"/>
                        <a:t>Train</a:t>
                      </a:r>
                      <a:endParaRPr lang="en-GB" dirty="0"/>
                    </a:p>
                  </a:txBody>
                  <a:tcPr anchor="ctr">
                    <a:solidFill>
                      <a:schemeClr val="tx1"/>
                    </a:solidFill>
                  </a:tcPr>
                </a:tc>
                <a:tc>
                  <a:txBody>
                    <a:bodyPr/>
                    <a:lstStyle/>
                    <a:p>
                      <a:r>
                        <a:rPr lang="en-US" dirty="0"/>
                        <a:t>Valid.</a:t>
                      </a:r>
                      <a:endParaRPr lang="en-GB" dirty="0"/>
                    </a:p>
                  </a:txBody>
                  <a:tcPr anchor="ctr">
                    <a:solidFill>
                      <a:srgbClr val="FF0000"/>
                    </a:solidFill>
                  </a:tcPr>
                </a:tc>
                <a:extLst>
                  <a:ext uri="{0D108BD9-81ED-4DB2-BD59-A6C34878D82A}">
                    <a16:rowId xmlns:a16="http://schemas.microsoft.com/office/drawing/2014/main" val="1873426168"/>
                  </a:ext>
                </a:extLst>
              </a:tr>
            </a:tbl>
          </a:graphicData>
        </a:graphic>
      </p:graphicFrame>
      <p:graphicFrame>
        <p:nvGraphicFramePr>
          <p:cNvPr id="7" name="Table 6">
            <a:extLst>
              <a:ext uri="{FF2B5EF4-FFF2-40B4-BE49-F238E27FC236}">
                <a16:creationId xmlns:a16="http://schemas.microsoft.com/office/drawing/2014/main" id="{55D18406-3950-AE48-8342-27732EB8FD34}"/>
              </a:ext>
            </a:extLst>
          </p:cNvPr>
          <p:cNvGraphicFramePr>
            <a:graphicFrameLocks noGrp="1"/>
          </p:cNvGraphicFramePr>
          <p:nvPr>
            <p:extLst>
              <p:ext uri="{D42A27DB-BD31-4B8C-83A1-F6EECF244321}">
                <p14:modId xmlns:p14="http://schemas.microsoft.com/office/powerpoint/2010/main" val="715915861"/>
              </p:ext>
            </p:extLst>
          </p:nvPr>
        </p:nvGraphicFramePr>
        <p:xfrm>
          <a:off x="792203" y="3689196"/>
          <a:ext cx="6095999" cy="370840"/>
        </p:xfrm>
        <a:graphic>
          <a:graphicData uri="http://schemas.openxmlformats.org/drawingml/2006/table">
            <a:tbl>
              <a:tblPr firstRow="1" bandRow="1">
                <a:tableStyleId>{5C22544A-7EE6-4342-B048-85BDC9FD1C3A}</a:tableStyleId>
              </a:tblPr>
              <a:tblGrid>
                <a:gridCol w="4627522">
                  <a:extLst>
                    <a:ext uri="{9D8B030D-6E8A-4147-A177-3AD203B41FA5}">
                      <a16:colId xmlns:a16="http://schemas.microsoft.com/office/drawing/2014/main" val="3028641467"/>
                    </a:ext>
                  </a:extLst>
                </a:gridCol>
                <a:gridCol w="771525">
                  <a:extLst>
                    <a:ext uri="{9D8B030D-6E8A-4147-A177-3AD203B41FA5}">
                      <a16:colId xmlns:a16="http://schemas.microsoft.com/office/drawing/2014/main" val="2846667529"/>
                    </a:ext>
                  </a:extLst>
                </a:gridCol>
                <a:gridCol w="696952">
                  <a:extLst>
                    <a:ext uri="{9D8B030D-6E8A-4147-A177-3AD203B41FA5}">
                      <a16:colId xmlns:a16="http://schemas.microsoft.com/office/drawing/2014/main" val="2752893069"/>
                    </a:ext>
                  </a:extLst>
                </a:gridCol>
              </a:tblGrid>
              <a:tr h="370840">
                <a:tc>
                  <a:txBody>
                    <a:bodyPr/>
                    <a:lstStyle/>
                    <a:p>
                      <a:r>
                        <a:rPr lang="en-US" dirty="0"/>
                        <a:t>Train</a:t>
                      </a:r>
                      <a:endParaRPr lang="en-GB" dirty="0"/>
                    </a:p>
                  </a:txBody>
                  <a:tcPr anchor="ctr">
                    <a:solidFill>
                      <a:schemeClr val="tx1"/>
                    </a:solidFill>
                  </a:tcPr>
                </a:tc>
                <a:tc>
                  <a:txBody>
                    <a:bodyPr/>
                    <a:lstStyle/>
                    <a:p>
                      <a:r>
                        <a:rPr lang="en-US" dirty="0"/>
                        <a:t>Valid.</a:t>
                      </a:r>
                      <a:endParaRPr lang="en-GB" dirty="0"/>
                    </a:p>
                  </a:txBody>
                  <a:tcPr anchor="ctr">
                    <a:solidFill>
                      <a:srgbClr val="FF0000"/>
                    </a:solidFill>
                  </a:tcPr>
                </a:tc>
                <a:tc>
                  <a:txBody>
                    <a:bodyPr/>
                    <a:lstStyle/>
                    <a:p>
                      <a:endParaRPr lang="en-GB" dirty="0"/>
                    </a:p>
                  </a:txBody>
                  <a:tcPr anchor="ctr">
                    <a:solidFill>
                      <a:schemeClr val="tx1"/>
                    </a:solidFill>
                  </a:tcPr>
                </a:tc>
                <a:extLst>
                  <a:ext uri="{0D108BD9-81ED-4DB2-BD59-A6C34878D82A}">
                    <a16:rowId xmlns:a16="http://schemas.microsoft.com/office/drawing/2014/main" val="1873426168"/>
                  </a:ext>
                </a:extLst>
              </a:tr>
            </a:tbl>
          </a:graphicData>
        </a:graphic>
      </p:graphicFrame>
      <p:graphicFrame>
        <p:nvGraphicFramePr>
          <p:cNvPr id="8" name="Table 7">
            <a:extLst>
              <a:ext uri="{FF2B5EF4-FFF2-40B4-BE49-F238E27FC236}">
                <a16:creationId xmlns:a16="http://schemas.microsoft.com/office/drawing/2014/main" id="{02166319-CD35-135D-AB94-3B84FFD07B31}"/>
              </a:ext>
            </a:extLst>
          </p:cNvPr>
          <p:cNvGraphicFramePr>
            <a:graphicFrameLocks noGrp="1"/>
          </p:cNvGraphicFramePr>
          <p:nvPr>
            <p:extLst>
              <p:ext uri="{D42A27DB-BD31-4B8C-83A1-F6EECF244321}">
                <p14:modId xmlns:p14="http://schemas.microsoft.com/office/powerpoint/2010/main" val="1936189363"/>
              </p:ext>
            </p:extLst>
          </p:nvPr>
        </p:nvGraphicFramePr>
        <p:xfrm>
          <a:off x="792203" y="4119832"/>
          <a:ext cx="6095999" cy="370840"/>
        </p:xfrm>
        <a:graphic>
          <a:graphicData uri="http://schemas.openxmlformats.org/drawingml/2006/table">
            <a:tbl>
              <a:tblPr firstRow="1" bandRow="1">
                <a:tableStyleId>{5C22544A-7EE6-4342-B048-85BDC9FD1C3A}</a:tableStyleId>
              </a:tblPr>
              <a:tblGrid>
                <a:gridCol w="674647">
                  <a:extLst>
                    <a:ext uri="{9D8B030D-6E8A-4147-A177-3AD203B41FA5}">
                      <a16:colId xmlns:a16="http://schemas.microsoft.com/office/drawing/2014/main" val="3028641467"/>
                    </a:ext>
                  </a:extLst>
                </a:gridCol>
                <a:gridCol w="5421352">
                  <a:extLst>
                    <a:ext uri="{9D8B030D-6E8A-4147-A177-3AD203B41FA5}">
                      <a16:colId xmlns:a16="http://schemas.microsoft.com/office/drawing/2014/main" val="2846667529"/>
                    </a:ext>
                  </a:extLst>
                </a:gridCol>
              </a:tblGrid>
              <a:tr h="370840">
                <a:tc>
                  <a:txBody>
                    <a:bodyPr/>
                    <a:lstStyle/>
                    <a:p>
                      <a:r>
                        <a:rPr lang="en-US" dirty="0"/>
                        <a:t>Valid.</a:t>
                      </a:r>
                      <a:endParaRPr lang="en-GB" dirty="0"/>
                    </a:p>
                  </a:txBody>
                  <a:tcPr anchor="ctr">
                    <a:solidFill>
                      <a:srgbClr val="FF0000"/>
                    </a:solidFill>
                  </a:tcPr>
                </a:tc>
                <a:tc>
                  <a:txBody>
                    <a:bodyPr/>
                    <a:lstStyle/>
                    <a:p>
                      <a:r>
                        <a:rPr lang="en-US" dirty="0"/>
                        <a:t>Train</a:t>
                      </a:r>
                      <a:endParaRPr lang="en-GB" dirty="0"/>
                    </a:p>
                  </a:txBody>
                  <a:tcPr anchor="ctr">
                    <a:solidFill>
                      <a:schemeClr val="tx1"/>
                    </a:solidFill>
                  </a:tcPr>
                </a:tc>
                <a:extLst>
                  <a:ext uri="{0D108BD9-81ED-4DB2-BD59-A6C34878D82A}">
                    <a16:rowId xmlns:a16="http://schemas.microsoft.com/office/drawing/2014/main" val="1873426168"/>
                  </a:ext>
                </a:extLst>
              </a:tr>
            </a:tbl>
          </a:graphicData>
        </a:graphic>
      </p:graphicFrame>
      <p:graphicFrame>
        <p:nvGraphicFramePr>
          <p:cNvPr id="9" name="Table 8">
            <a:extLst>
              <a:ext uri="{FF2B5EF4-FFF2-40B4-BE49-F238E27FC236}">
                <a16:creationId xmlns:a16="http://schemas.microsoft.com/office/drawing/2014/main" id="{D8B3F2D0-A45B-3BE4-DBB6-50DA48EB95B3}"/>
              </a:ext>
            </a:extLst>
          </p:cNvPr>
          <p:cNvGraphicFramePr>
            <a:graphicFrameLocks noGrp="1"/>
          </p:cNvGraphicFramePr>
          <p:nvPr>
            <p:extLst>
              <p:ext uri="{D42A27DB-BD31-4B8C-83A1-F6EECF244321}">
                <p14:modId xmlns:p14="http://schemas.microsoft.com/office/powerpoint/2010/main" val="2855679145"/>
              </p:ext>
            </p:extLst>
          </p:nvPr>
        </p:nvGraphicFramePr>
        <p:xfrm>
          <a:off x="792202" y="4550468"/>
          <a:ext cx="6095999" cy="370840"/>
        </p:xfrm>
        <a:graphic>
          <a:graphicData uri="http://schemas.openxmlformats.org/drawingml/2006/table">
            <a:tbl>
              <a:tblPr firstRow="1" bandRow="1">
                <a:tableStyleId>{5C22544A-7EE6-4342-B048-85BDC9FD1C3A}</a:tableStyleId>
              </a:tblPr>
              <a:tblGrid>
                <a:gridCol w="684173">
                  <a:extLst>
                    <a:ext uri="{9D8B030D-6E8A-4147-A177-3AD203B41FA5}">
                      <a16:colId xmlns:a16="http://schemas.microsoft.com/office/drawing/2014/main" val="3028641467"/>
                    </a:ext>
                  </a:extLst>
                </a:gridCol>
                <a:gridCol w="847725">
                  <a:extLst>
                    <a:ext uri="{9D8B030D-6E8A-4147-A177-3AD203B41FA5}">
                      <a16:colId xmlns:a16="http://schemas.microsoft.com/office/drawing/2014/main" val="2305832787"/>
                    </a:ext>
                  </a:extLst>
                </a:gridCol>
                <a:gridCol w="4564101">
                  <a:extLst>
                    <a:ext uri="{9D8B030D-6E8A-4147-A177-3AD203B41FA5}">
                      <a16:colId xmlns:a16="http://schemas.microsoft.com/office/drawing/2014/main" val="2846667529"/>
                    </a:ext>
                  </a:extLst>
                </a:gridCol>
              </a:tblGrid>
              <a:tr h="370840">
                <a:tc>
                  <a:txBody>
                    <a:bodyPr/>
                    <a:lstStyle/>
                    <a:p>
                      <a:endParaRPr lang="en-GB" dirty="0"/>
                    </a:p>
                  </a:txBody>
                  <a:tcPr anchor="ctr">
                    <a:solidFill>
                      <a:schemeClr val="tx1"/>
                    </a:solidFill>
                  </a:tcPr>
                </a:tc>
                <a:tc>
                  <a:txBody>
                    <a:bodyPr/>
                    <a:lstStyle/>
                    <a:p>
                      <a:r>
                        <a:rPr lang="en-US" dirty="0"/>
                        <a:t>Valid.</a:t>
                      </a:r>
                      <a:endParaRPr lang="en-GB" dirty="0"/>
                    </a:p>
                  </a:txBody>
                  <a:tcPr anchor="ctr">
                    <a:solidFill>
                      <a:srgbClr val="FF0000"/>
                    </a:solidFill>
                  </a:tcPr>
                </a:tc>
                <a:tc>
                  <a:txBody>
                    <a:bodyPr/>
                    <a:lstStyle/>
                    <a:p>
                      <a:r>
                        <a:rPr lang="en-US" dirty="0"/>
                        <a:t>Train</a:t>
                      </a:r>
                      <a:endParaRPr lang="en-GB" dirty="0"/>
                    </a:p>
                  </a:txBody>
                  <a:tcPr anchor="ctr">
                    <a:solidFill>
                      <a:schemeClr val="tx1"/>
                    </a:solidFill>
                  </a:tcPr>
                </a:tc>
                <a:extLst>
                  <a:ext uri="{0D108BD9-81ED-4DB2-BD59-A6C34878D82A}">
                    <a16:rowId xmlns:a16="http://schemas.microsoft.com/office/drawing/2014/main" val="1873426168"/>
                  </a:ext>
                </a:extLst>
              </a:tr>
            </a:tbl>
          </a:graphicData>
        </a:graphic>
      </p:graphicFrame>
      <p:grpSp>
        <p:nvGrpSpPr>
          <p:cNvPr id="23" name="Group 22">
            <a:extLst>
              <a:ext uri="{FF2B5EF4-FFF2-40B4-BE49-F238E27FC236}">
                <a16:creationId xmlns:a16="http://schemas.microsoft.com/office/drawing/2014/main" id="{543EFA15-4642-2650-BDC4-8ACFE24F0223}"/>
              </a:ext>
            </a:extLst>
          </p:cNvPr>
          <p:cNvGrpSpPr/>
          <p:nvPr/>
        </p:nvGrpSpPr>
        <p:grpSpPr>
          <a:xfrm>
            <a:off x="3552705" y="676740"/>
            <a:ext cx="2576160" cy="566640"/>
            <a:chOff x="3552705" y="676740"/>
            <a:chExt cx="2576160" cy="566640"/>
          </a:xfrm>
        </p:grpSpPr>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12F75FFF-EA26-70E0-74CB-05480A8D73C3}"/>
                    </a:ext>
                  </a:extLst>
                </p14:cNvPr>
                <p14:cNvContentPartPr/>
                <p14:nvPr/>
              </p14:nvContentPartPr>
              <p14:xfrm>
                <a:off x="3552705" y="708420"/>
                <a:ext cx="276120" cy="534960"/>
              </p14:xfrm>
            </p:contentPart>
          </mc:Choice>
          <mc:Fallback>
            <p:pic>
              <p:nvPicPr>
                <p:cNvPr id="10" name="Ink 9">
                  <a:extLst>
                    <a:ext uri="{FF2B5EF4-FFF2-40B4-BE49-F238E27FC236}">
                      <a16:creationId xmlns:a16="http://schemas.microsoft.com/office/drawing/2014/main" id="{12F75FFF-EA26-70E0-74CB-05480A8D73C3}"/>
                    </a:ext>
                  </a:extLst>
                </p:cNvPr>
                <p:cNvPicPr/>
                <p:nvPr/>
              </p:nvPicPr>
              <p:blipFill>
                <a:blip r:embed="rId4"/>
                <a:stretch>
                  <a:fillRect/>
                </a:stretch>
              </p:blipFill>
              <p:spPr>
                <a:xfrm>
                  <a:off x="3546585" y="702300"/>
                  <a:ext cx="288360" cy="5472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1" name="Ink 10">
                  <a:extLst>
                    <a:ext uri="{FF2B5EF4-FFF2-40B4-BE49-F238E27FC236}">
                      <a16:creationId xmlns:a16="http://schemas.microsoft.com/office/drawing/2014/main" id="{BA5613A8-3FF4-C8A7-622C-CCD4B32B446B}"/>
                    </a:ext>
                  </a:extLst>
                </p14:cNvPr>
                <p14:cNvContentPartPr/>
                <p14:nvPr/>
              </p14:nvContentPartPr>
              <p14:xfrm>
                <a:off x="4005585" y="796620"/>
                <a:ext cx="257400" cy="37080"/>
              </p14:xfrm>
            </p:contentPart>
          </mc:Choice>
          <mc:Fallback>
            <p:pic>
              <p:nvPicPr>
                <p:cNvPr id="11" name="Ink 10">
                  <a:extLst>
                    <a:ext uri="{FF2B5EF4-FFF2-40B4-BE49-F238E27FC236}">
                      <a16:creationId xmlns:a16="http://schemas.microsoft.com/office/drawing/2014/main" id="{BA5613A8-3FF4-C8A7-622C-CCD4B32B446B}"/>
                    </a:ext>
                  </a:extLst>
                </p:cNvPr>
                <p:cNvPicPr/>
                <p:nvPr/>
              </p:nvPicPr>
              <p:blipFill>
                <a:blip r:embed="rId6"/>
                <a:stretch>
                  <a:fillRect/>
                </a:stretch>
              </p:blipFill>
              <p:spPr>
                <a:xfrm>
                  <a:off x="3999465" y="790500"/>
                  <a:ext cx="269640" cy="493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2" name="Ink 11">
                  <a:extLst>
                    <a:ext uri="{FF2B5EF4-FFF2-40B4-BE49-F238E27FC236}">
                      <a16:creationId xmlns:a16="http://schemas.microsoft.com/office/drawing/2014/main" id="{B1B85DF7-6C94-3625-BA46-8B9788C355D2}"/>
                    </a:ext>
                  </a:extLst>
                </p14:cNvPr>
                <p14:cNvContentPartPr/>
                <p14:nvPr/>
              </p14:nvContentPartPr>
              <p14:xfrm>
                <a:off x="3976425" y="881940"/>
                <a:ext cx="223200" cy="41400"/>
              </p14:xfrm>
            </p:contentPart>
          </mc:Choice>
          <mc:Fallback>
            <p:pic>
              <p:nvPicPr>
                <p:cNvPr id="12" name="Ink 11">
                  <a:extLst>
                    <a:ext uri="{FF2B5EF4-FFF2-40B4-BE49-F238E27FC236}">
                      <a16:creationId xmlns:a16="http://schemas.microsoft.com/office/drawing/2014/main" id="{B1B85DF7-6C94-3625-BA46-8B9788C355D2}"/>
                    </a:ext>
                  </a:extLst>
                </p:cNvPr>
                <p:cNvPicPr/>
                <p:nvPr/>
              </p:nvPicPr>
              <p:blipFill>
                <a:blip r:embed="rId8"/>
                <a:stretch>
                  <a:fillRect/>
                </a:stretch>
              </p:blipFill>
              <p:spPr>
                <a:xfrm>
                  <a:off x="3970305" y="875820"/>
                  <a:ext cx="23544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3" name="Ink 12">
                  <a:extLst>
                    <a:ext uri="{FF2B5EF4-FFF2-40B4-BE49-F238E27FC236}">
                      <a16:creationId xmlns:a16="http://schemas.microsoft.com/office/drawing/2014/main" id="{6CE83AD6-F4B6-E6AA-5CCD-38E48B1BD306}"/>
                    </a:ext>
                  </a:extLst>
                </p14:cNvPr>
                <p14:cNvContentPartPr/>
                <p14:nvPr/>
              </p14:nvContentPartPr>
              <p14:xfrm>
                <a:off x="4407345" y="676740"/>
                <a:ext cx="340560" cy="361080"/>
              </p14:xfrm>
            </p:contentPart>
          </mc:Choice>
          <mc:Fallback>
            <p:pic>
              <p:nvPicPr>
                <p:cNvPr id="13" name="Ink 12">
                  <a:extLst>
                    <a:ext uri="{FF2B5EF4-FFF2-40B4-BE49-F238E27FC236}">
                      <a16:creationId xmlns:a16="http://schemas.microsoft.com/office/drawing/2014/main" id="{6CE83AD6-F4B6-E6AA-5CCD-38E48B1BD306}"/>
                    </a:ext>
                  </a:extLst>
                </p:cNvPr>
                <p:cNvPicPr/>
                <p:nvPr/>
              </p:nvPicPr>
              <p:blipFill>
                <a:blip r:embed="rId10"/>
                <a:stretch>
                  <a:fillRect/>
                </a:stretch>
              </p:blipFill>
              <p:spPr>
                <a:xfrm>
                  <a:off x="4401225" y="670620"/>
                  <a:ext cx="352800" cy="3733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5" name="Ink 14">
                  <a:extLst>
                    <a:ext uri="{FF2B5EF4-FFF2-40B4-BE49-F238E27FC236}">
                      <a16:creationId xmlns:a16="http://schemas.microsoft.com/office/drawing/2014/main" id="{7732F853-6D07-1496-5090-3639C8D053D4}"/>
                    </a:ext>
                  </a:extLst>
                </p14:cNvPr>
                <p14:cNvContentPartPr/>
                <p14:nvPr/>
              </p14:nvContentPartPr>
              <p14:xfrm>
                <a:off x="4727025" y="917580"/>
                <a:ext cx="114480" cy="131760"/>
              </p14:xfrm>
            </p:contentPart>
          </mc:Choice>
          <mc:Fallback>
            <p:pic>
              <p:nvPicPr>
                <p:cNvPr id="15" name="Ink 14">
                  <a:extLst>
                    <a:ext uri="{FF2B5EF4-FFF2-40B4-BE49-F238E27FC236}">
                      <a16:creationId xmlns:a16="http://schemas.microsoft.com/office/drawing/2014/main" id="{7732F853-6D07-1496-5090-3639C8D053D4}"/>
                    </a:ext>
                  </a:extLst>
                </p:cNvPr>
                <p:cNvPicPr/>
                <p:nvPr/>
              </p:nvPicPr>
              <p:blipFill>
                <a:blip r:embed="rId12"/>
                <a:stretch>
                  <a:fillRect/>
                </a:stretch>
              </p:blipFill>
              <p:spPr>
                <a:xfrm>
                  <a:off x="4720905" y="911460"/>
                  <a:ext cx="126720" cy="144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6" name="Ink 15">
                  <a:extLst>
                    <a:ext uri="{FF2B5EF4-FFF2-40B4-BE49-F238E27FC236}">
                      <a16:creationId xmlns:a16="http://schemas.microsoft.com/office/drawing/2014/main" id="{C164E833-EE1E-53C5-3C59-FFACF0A3CE18}"/>
                    </a:ext>
                  </a:extLst>
                </p14:cNvPr>
                <p14:cNvContentPartPr/>
                <p14:nvPr/>
              </p14:nvContentPartPr>
              <p14:xfrm>
                <a:off x="5000265" y="773580"/>
                <a:ext cx="180720" cy="23400"/>
              </p14:xfrm>
            </p:contentPart>
          </mc:Choice>
          <mc:Fallback>
            <p:pic>
              <p:nvPicPr>
                <p:cNvPr id="16" name="Ink 15">
                  <a:extLst>
                    <a:ext uri="{FF2B5EF4-FFF2-40B4-BE49-F238E27FC236}">
                      <a16:creationId xmlns:a16="http://schemas.microsoft.com/office/drawing/2014/main" id="{C164E833-EE1E-53C5-3C59-FFACF0A3CE18}"/>
                    </a:ext>
                  </a:extLst>
                </p:cNvPr>
                <p:cNvPicPr/>
                <p:nvPr/>
              </p:nvPicPr>
              <p:blipFill>
                <a:blip r:embed="rId14"/>
                <a:stretch>
                  <a:fillRect/>
                </a:stretch>
              </p:blipFill>
              <p:spPr>
                <a:xfrm>
                  <a:off x="4994145" y="767460"/>
                  <a:ext cx="192960" cy="3564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7" name="Ink 16">
                  <a:extLst>
                    <a:ext uri="{FF2B5EF4-FFF2-40B4-BE49-F238E27FC236}">
                      <a16:creationId xmlns:a16="http://schemas.microsoft.com/office/drawing/2014/main" id="{3F1AFA42-819D-0CA0-08AA-0E1D2794B6C7}"/>
                    </a:ext>
                  </a:extLst>
                </p14:cNvPr>
                <p14:cNvContentPartPr/>
                <p14:nvPr/>
              </p14:nvContentPartPr>
              <p14:xfrm>
                <a:off x="5052105" y="709140"/>
                <a:ext cx="36000" cy="288000"/>
              </p14:xfrm>
            </p:contentPart>
          </mc:Choice>
          <mc:Fallback>
            <p:pic>
              <p:nvPicPr>
                <p:cNvPr id="17" name="Ink 16">
                  <a:extLst>
                    <a:ext uri="{FF2B5EF4-FFF2-40B4-BE49-F238E27FC236}">
                      <a16:creationId xmlns:a16="http://schemas.microsoft.com/office/drawing/2014/main" id="{3F1AFA42-819D-0CA0-08AA-0E1D2794B6C7}"/>
                    </a:ext>
                  </a:extLst>
                </p:cNvPr>
                <p:cNvPicPr/>
                <p:nvPr/>
              </p:nvPicPr>
              <p:blipFill>
                <a:blip r:embed="rId16"/>
                <a:stretch>
                  <a:fillRect/>
                </a:stretch>
              </p:blipFill>
              <p:spPr>
                <a:xfrm>
                  <a:off x="5045985" y="703020"/>
                  <a:ext cx="48240" cy="3002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8" name="Ink 17">
                  <a:extLst>
                    <a:ext uri="{FF2B5EF4-FFF2-40B4-BE49-F238E27FC236}">
                      <a16:creationId xmlns:a16="http://schemas.microsoft.com/office/drawing/2014/main" id="{84E7B13D-DC39-D9B1-0B60-8F07FF43D197}"/>
                    </a:ext>
                  </a:extLst>
                </p14:cNvPr>
                <p14:cNvContentPartPr/>
                <p14:nvPr/>
              </p14:nvContentPartPr>
              <p14:xfrm>
                <a:off x="5265225" y="679260"/>
                <a:ext cx="432360" cy="311760"/>
              </p14:xfrm>
            </p:contentPart>
          </mc:Choice>
          <mc:Fallback>
            <p:pic>
              <p:nvPicPr>
                <p:cNvPr id="18" name="Ink 17">
                  <a:extLst>
                    <a:ext uri="{FF2B5EF4-FFF2-40B4-BE49-F238E27FC236}">
                      <a16:creationId xmlns:a16="http://schemas.microsoft.com/office/drawing/2014/main" id="{84E7B13D-DC39-D9B1-0B60-8F07FF43D197}"/>
                    </a:ext>
                  </a:extLst>
                </p:cNvPr>
                <p:cNvPicPr/>
                <p:nvPr/>
              </p:nvPicPr>
              <p:blipFill>
                <a:blip r:embed="rId18"/>
                <a:stretch>
                  <a:fillRect/>
                </a:stretch>
              </p:blipFill>
              <p:spPr>
                <a:xfrm>
                  <a:off x="5259105" y="673140"/>
                  <a:ext cx="444600" cy="324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9" name="Ink 18">
                  <a:extLst>
                    <a:ext uri="{FF2B5EF4-FFF2-40B4-BE49-F238E27FC236}">
                      <a16:creationId xmlns:a16="http://schemas.microsoft.com/office/drawing/2014/main" id="{86E6ECCE-F31E-2B5A-B4F8-90A49C9FB572}"/>
                    </a:ext>
                  </a:extLst>
                </p14:cNvPr>
                <p14:cNvContentPartPr/>
                <p14:nvPr/>
              </p14:nvContentPartPr>
              <p14:xfrm>
                <a:off x="5636745" y="923700"/>
                <a:ext cx="57600" cy="294840"/>
              </p14:xfrm>
            </p:contentPart>
          </mc:Choice>
          <mc:Fallback>
            <p:pic>
              <p:nvPicPr>
                <p:cNvPr id="19" name="Ink 18">
                  <a:extLst>
                    <a:ext uri="{FF2B5EF4-FFF2-40B4-BE49-F238E27FC236}">
                      <a16:creationId xmlns:a16="http://schemas.microsoft.com/office/drawing/2014/main" id="{86E6ECCE-F31E-2B5A-B4F8-90A49C9FB572}"/>
                    </a:ext>
                  </a:extLst>
                </p:cNvPr>
                <p:cNvPicPr/>
                <p:nvPr/>
              </p:nvPicPr>
              <p:blipFill>
                <a:blip r:embed="rId20"/>
                <a:stretch>
                  <a:fillRect/>
                </a:stretch>
              </p:blipFill>
              <p:spPr>
                <a:xfrm>
                  <a:off x="5630625" y="917580"/>
                  <a:ext cx="6984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0" name="Ink 19">
                  <a:extLst>
                    <a:ext uri="{FF2B5EF4-FFF2-40B4-BE49-F238E27FC236}">
                      <a16:creationId xmlns:a16="http://schemas.microsoft.com/office/drawing/2014/main" id="{4925C544-7D27-4974-5B50-4F485EC247EB}"/>
                    </a:ext>
                  </a:extLst>
                </p14:cNvPr>
                <p14:cNvContentPartPr/>
                <p14:nvPr/>
              </p14:nvContentPartPr>
              <p14:xfrm>
                <a:off x="5799105" y="695820"/>
                <a:ext cx="329760" cy="309240"/>
              </p14:xfrm>
            </p:contentPart>
          </mc:Choice>
          <mc:Fallback>
            <p:pic>
              <p:nvPicPr>
                <p:cNvPr id="20" name="Ink 19">
                  <a:extLst>
                    <a:ext uri="{FF2B5EF4-FFF2-40B4-BE49-F238E27FC236}">
                      <a16:creationId xmlns:a16="http://schemas.microsoft.com/office/drawing/2014/main" id="{4925C544-7D27-4974-5B50-4F485EC247EB}"/>
                    </a:ext>
                  </a:extLst>
                </p:cNvPr>
                <p:cNvPicPr/>
                <p:nvPr/>
              </p:nvPicPr>
              <p:blipFill>
                <a:blip r:embed="rId22"/>
                <a:stretch>
                  <a:fillRect/>
                </a:stretch>
              </p:blipFill>
              <p:spPr>
                <a:xfrm>
                  <a:off x="5792985" y="689700"/>
                  <a:ext cx="342000" cy="32148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1" name="Ink 20">
                  <a:extLst>
                    <a:ext uri="{FF2B5EF4-FFF2-40B4-BE49-F238E27FC236}">
                      <a16:creationId xmlns:a16="http://schemas.microsoft.com/office/drawing/2014/main" id="{CC924AA8-6DB5-04CF-7EF2-6FEE665FF86A}"/>
                    </a:ext>
                  </a:extLst>
                </p14:cNvPr>
                <p14:cNvContentPartPr/>
                <p14:nvPr/>
              </p14:nvContentPartPr>
              <p14:xfrm>
                <a:off x="5818545" y="759900"/>
                <a:ext cx="284760" cy="259920"/>
              </p14:xfrm>
            </p:contentPart>
          </mc:Choice>
          <mc:Fallback>
            <p:pic>
              <p:nvPicPr>
                <p:cNvPr id="21" name="Ink 20">
                  <a:extLst>
                    <a:ext uri="{FF2B5EF4-FFF2-40B4-BE49-F238E27FC236}">
                      <a16:creationId xmlns:a16="http://schemas.microsoft.com/office/drawing/2014/main" id="{CC924AA8-6DB5-04CF-7EF2-6FEE665FF86A}"/>
                    </a:ext>
                  </a:extLst>
                </p:cNvPr>
                <p:cNvPicPr/>
                <p:nvPr/>
              </p:nvPicPr>
              <p:blipFill>
                <a:blip r:embed="rId24"/>
                <a:stretch>
                  <a:fillRect/>
                </a:stretch>
              </p:blipFill>
              <p:spPr>
                <a:xfrm>
                  <a:off x="5812425" y="753780"/>
                  <a:ext cx="29700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2" name="Ink 21">
                  <a:extLst>
                    <a:ext uri="{FF2B5EF4-FFF2-40B4-BE49-F238E27FC236}">
                      <a16:creationId xmlns:a16="http://schemas.microsoft.com/office/drawing/2014/main" id="{DA57D10F-30F9-DA80-9DF9-0784CEF5CC80}"/>
                    </a:ext>
                  </a:extLst>
                </p14:cNvPr>
                <p14:cNvContentPartPr/>
                <p14:nvPr/>
              </p14:nvContentPartPr>
              <p14:xfrm>
                <a:off x="6073065" y="941700"/>
                <a:ext cx="17640" cy="123480"/>
              </p14:xfrm>
            </p:contentPart>
          </mc:Choice>
          <mc:Fallback>
            <p:pic>
              <p:nvPicPr>
                <p:cNvPr id="22" name="Ink 21">
                  <a:extLst>
                    <a:ext uri="{FF2B5EF4-FFF2-40B4-BE49-F238E27FC236}">
                      <a16:creationId xmlns:a16="http://schemas.microsoft.com/office/drawing/2014/main" id="{DA57D10F-30F9-DA80-9DF9-0784CEF5CC80}"/>
                    </a:ext>
                  </a:extLst>
                </p:cNvPr>
                <p:cNvPicPr/>
                <p:nvPr/>
              </p:nvPicPr>
              <p:blipFill>
                <a:blip r:embed="rId26"/>
                <a:stretch>
                  <a:fillRect/>
                </a:stretch>
              </p:blipFill>
              <p:spPr>
                <a:xfrm>
                  <a:off x="6066945" y="935580"/>
                  <a:ext cx="29880" cy="135720"/>
                </a:xfrm>
                <a:prstGeom prst="rect">
                  <a:avLst/>
                </a:prstGeom>
              </p:spPr>
            </p:pic>
          </mc:Fallback>
        </mc:AlternateContent>
      </p:grpSp>
      <p:grpSp>
        <p:nvGrpSpPr>
          <p:cNvPr id="41" name="Group 40">
            <a:extLst>
              <a:ext uri="{FF2B5EF4-FFF2-40B4-BE49-F238E27FC236}">
                <a16:creationId xmlns:a16="http://schemas.microsoft.com/office/drawing/2014/main" id="{CD7B9843-9BA5-6E7C-BEC9-E89E4C94485E}"/>
              </a:ext>
            </a:extLst>
          </p:cNvPr>
          <p:cNvGrpSpPr/>
          <p:nvPr/>
        </p:nvGrpSpPr>
        <p:grpSpPr>
          <a:xfrm>
            <a:off x="3496185" y="1220700"/>
            <a:ext cx="2944440" cy="623160"/>
            <a:chOff x="3496185" y="1220700"/>
            <a:chExt cx="2944440" cy="623160"/>
          </a:xfrm>
        </p:grpSpPr>
        <mc:AlternateContent xmlns:mc="http://schemas.openxmlformats.org/markup-compatibility/2006">
          <mc:Choice xmlns:p14="http://schemas.microsoft.com/office/powerpoint/2010/main" Requires="p14">
            <p:contentPart p14:bwMode="auto" r:id="rId27">
              <p14:nvContentPartPr>
                <p14:cNvPr id="24" name="Ink 23">
                  <a:extLst>
                    <a:ext uri="{FF2B5EF4-FFF2-40B4-BE49-F238E27FC236}">
                      <a16:creationId xmlns:a16="http://schemas.microsoft.com/office/drawing/2014/main" id="{CD205358-2B4F-AE9F-0705-C8FCBC9CEF18}"/>
                    </a:ext>
                  </a:extLst>
                </p14:cNvPr>
                <p14:cNvContentPartPr/>
                <p14:nvPr/>
              </p14:nvContentPartPr>
              <p14:xfrm>
                <a:off x="3496185" y="1322940"/>
                <a:ext cx="352080" cy="520920"/>
              </p14:xfrm>
            </p:contentPart>
          </mc:Choice>
          <mc:Fallback>
            <p:pic>
              <p:nvPicPr>
                <p:cNvPr id="24" name="Ink 23">
                  <a:extLst>
                    <a:ext uri="{FF2B5EF4-FFF2-40B4-BE49-F238E27FC236}">
                      <a16:creationId xmlns:a16="http://schemas.microsoft.com/office/drawing/2014/main" id="{CD205358-2B4F-AE9F-0705-C8FCBC9CEF18}"/>
                    </a:ext>
                  </a:extLst>
                </p:cNvPr>
                <p:cNvPicPr/>
                <p:nvPr/>
              </p:nvPicPr>
              <p:blipFill>
                <a:blip r:embed="rId28"/>
                <a:stretch>
                  <a:fillRect/>
                </a:stretch>
              </p:blipFill>
              <p:spPr>
                <a:xfrm>
                  <a:off x="3490065" y="1316820"/>
                  <a:ext cx="364320" cy="5331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5" name="Ink 24">
                  <a:extLst>
                    <a:ext uri="{FF2B5EF4-FFF2-40B4-BE49-F238E27FC236}">
                      <a16:creationId xmlns:a16="http://schemas.microsoft.com/office/drawing/2014/main" id="{F942E16A-35C9-FD98-1CEB-8D6A33AED605}"/>
                    </a:ext>
                  </a:extLst>
                </p14:cNvPr>
                <p14:cNvContentPartPr/>
                <p14:nvPr/>
              </p14:nvContentPartPr>
              <p14:xfrm>
                <a:off x="3996945" y="1387020"/>
                <a:ext cx="248760" cy="30240"/>
              </p14:xfrm>
            </p:contentPart>
          </mc:Choice>
          <mc:Fallback>
            <p:pic>
              <p:nvPicPr>
                <p:cNvPr id="25" name="Ink 24">
                  <a:extLst>
                    <a:ext uri="{FF2B5EF4-FFF2-40B4-BE49-F238E27FC236}">
                      <a16:creationId xmlns:a16="http://schemas.microsoft.com/office/drawing/2014/main" id="{F942E16A-35C9-FD98-1CEB-8D6A33AED605}"/>
                    </a:ext>
                  </a:extLst>
                </p:cNvPr>
                <p:cNvPicPr/>
                <p:nvPr/>
              </p:nvPicPr>
              <p:blipFill>
                <a:blip r:embed="rId30"/>
                <a:stretch>
                  <a:fillRect/>
                </a:stretch>
              </p:blipFill>
              <p:spPr>
                <a:xfrm>
                  <a:off x="3990825" y="1380900"/>
                  <a:ext cx="26100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6" name="Ink 25">
                  <a:extLst>
                    <a:ext uri="{FF2B5EF4-FFF2-40B4-BE49-F238E27FC236}">
                      <a16:creationId xmlns:a16="http://schemas.microsoft.com/office/drawing/2014/main" id="{6056B80A-4082-6695-C6F7-E37F1A62F8B1}"/>
                    </a:ext>
                  </a:extLst>
                </p14:cNvPr>
                <p14:cNvContentPartPr/>
                <p14:nvPr/>
              </p14:nvContentPartPr>
              <p14:xfrm>
                <a:off x="4037265" y="1504020"/>
                <a:ext cx="254880" cy="51480"/>
              </p14:xfrm>
            </p:contentPart>
          </mc:Choice>
          <mc:Fallback>
            <p:pic>
              <p:nvPicPr>
                <p:cNvPr id="26" name="Ink 25">
                  <a:extLst>
                    <a:ext uri="{FF2B5EF4-FFF2-40B4-BE49-F238E27FC236}">
                      <a16:creationId xmlns:a16="http://schemas.microsoft.com/office/drawing/2014/main" id="{6056B80A-4082-6695-C6F7-E37F1A62F8B1}"/>
                    </a:ext>
                  </a:extLst>
                </p:cNvPr>
                <p:cNvPicPr/>
                <p:nvPr/>
              </p:nvPicPr>
              <p:blipFill>
                <a:blip r:embed="rId32"/>
                <a:stretch>
                  <a:fillRect/>
                </a:stretch>
              </p:blipFill>
              <p:spPr>
                <a:xfrm>
                  <a:off x="4031145" y="1497900"/>
                  <a:ext cx="267120" cy="637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7" name="Ink 26">
                  <a:extLst>
                    <a:ext uri="{FF2B5EF4-FFF2-40B4-BE49-F238E27FC236}">
                      <a16:creationId xmlns:a16="http://schemas.microsoft.com/office/drawing/2014/main" id="{7D3E5F71-0F8C-90C2-24DC-4959D42C15E4}"/>
                    </a:ext>
                  </a:extLst>
                </p14:cNvPr>
                <p14:cNvContentPartPr/>
                <p14:nvPr/>
              </p14:nvContentPartPr>
              <p14:xfrm>
                <a:off x="4529745" y="1274340"/>
                <a:ext cx="296640" cy="346320"/>
              </p14:xfrm>
            </p:contentPart>
          </mc:Choice>
          <mc:Fallback>
            <p:pic>
              <p:nvPicPr>
                <p:cNvPr id="27" name="Ink 26">
                  <a:extLst>
                    <a:ext uri="{FF2B5EF4-FFF2-40B4-BE49-F238E27FC236}">
                      <a16:creationId xmlns:a16="http://schemas.microsoft.com/office/drawing/2014/main" id="{7D3E5F71-0F8C-90C2-24DC-4959D42C15E4}"/>
                    </a:ext>
                  </a:extLst>
                </p:cNvPr>
                <p:cNvPicPr/>
                <p:nvPr/>
              </p:nvPicPr>
              <p:blipFill>
                <a:blip r:embed="rId34"/>
                <a:stretch>
                  <a:fillRect/>
                </a:stretch>
              </p:blipFill>
              <p:spPr>
                <a:xfrm>
                  <a:off x="4523625" y="1268220"/>
                  <a:ext cx="308880" cy="3585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8" name="Ink 27">
                  <a:extLst>
                    <a:ext uri="{FF2B5EF4-FFF2-40B4-BE49-F238E27FC236}">
                      <a16:creationId xmlns:a16="http://schemas.microsoft.com/office/drawing/2014/main" id="{4421AA36-66D2-754E-198C-6F539C0BE227}"/>
                    </a:ext>
                  </a:extLst>
                </p14:cNvPr>
                <p14:cNvContentPartPr/>
                <p14:nvPr/>
              </p14:nvContentPartPr>
              <p14:xfrm>
                <a:off x="5029065" y="1432380"/>
                <a:ext cx="294120" cy="52200"/>
              </p14:xfrm>
            </p:contentPart>
          </mc:Choice>
          <mc:Fallback>
            <p:pic>
              <p:nvPicPr>
                <p:cNvPr id="28" name="Ink 27">
                  <a:extLst>
                    <a:ext uri="{FF2B5EF4-FFF2-40B4-BE49-F238E27FC236}">
                      <a16:creationId xmlns:a16="http://schemas.microsoft.com/office/drawing/2014/main" id="{4421AA36-66D2-754E-198C-6F539C0BE227}"/>
                    </a:ext>
                  </a:extLst>
                </p:cNvPr>
                <p:cNvPicPr/>
                <p:nvPr/>
              </p:nvPicPr>
              <p:blipFill>
                <a:blip r:embed="rId36"/>
                <a:stretch>
                  <a:fillRect/>
                </a:stretch>
              </p:blipFill>
              <p:spPr>
                <a:xfrm>
                  <a:off x="5022945" y="1426260"/>
                  <a:ext cx="306360" cy="644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9" name="Ink 28">
                  <a:extLst>
                    <a:ext uri="{FF2B5EF4-FFF2-40B4-BE49-F238E27FC236}">
                      <a16:creationId xmlns:a16="http://schemas.microsoft.com/office/drawing/2014/main" id="{F415263B-7651-73E5-986C-5422A0F52757}"/>
                    </a:ext>
                  </a:extLst>
                </p14:cNvPr>
                <p14:cNvContentPartPr/>
                <p14:nvPr/>
              </p14:nvContentPartPr>
              <p14:xfrm>
                <a:off x="5152905" y="1288020"/>
                <a:ext cx="82440" cy="414360"/>
              </p14:xfrm>
            </p:contentPart>
          </mc:Choice>
          <mc:Fallback>
            <p:pic>
              <p:nvPicPr>
                <p:cNvPr id="29" name="Ink 28">
                  <a:extLst>
                    <a:ext uri="{FF2B5EF4-FFF2-40B4-BE49-F238E27FC236}">
                      <a16:creationId xmlns:a16="http://schemas.microsoft.com/office/drawing/2014/main" id="{F415263B-7651-73E5-986C-5422A0F52757}"/>
                    </a:ext>
                  </a:extLst>
                </p:cNvPr>
                <p:cNvPicPr/>
                <p:nvPr/>
              </p:nvPicPr>
              <p:blipFill>
                <a:blip r:embed="rId38"/>
                <a:stretch>
                  <a:fillRect/>
                </a:stretch>
              </p:blipFill>
              <p:spPr>
                <a:xfrm>
                  <a:off x="5146785" y="1281900"/>
                  <a:ext cx="94680" cy="4266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31" name="Ink 30">
                  <a:extLst>
                    <a:ext uri="{FF2B5EF4-FFF2-40B4-BE49-F238E27FC236}">
                      <a16:creationId xmlns:a16="http://schemas.microsoft.com/office/drawing/2014/main" id="{90C0442F-7041-9F07-D5D2-6BFE1BDE822A}"/>
                    </a:ext>
                  </a:extLst>
                </p14:cNvPr>
                <p14:cNvContentPartPr/>
                <p14:nvPr/>
              </p14:nvContentPartPr>
              <p14:xfrm>
                <a:off x="5428665" y="1355340"/>
                <a:ext cx="303120" cy="250920"/>
              </p14:xfrm>
            </p:contentPart>
          </mc:Choice>
          <mc:Fallback>
            <p:pic>
              <p:nvPicPr>
                <p:cNvPr id="31" name="Ink 30">
                  <a:extLst>
                    <a:ext uri="{FF2B5EF4-FFF2-40B4-BE49-F238E27FC236}">
                      <a16:creationId xmlns:a16="http://schemas.microsoft.com/office/drawing/2014/main" id="{90C0442F-7041-9F07-D5D2-6BFE1BDE822A}"/>
                    </a:ext>
                  </a:extLst>
                </p:cNvPr>
                <p:cNvPicPr/>
                <p:nvPr/>
              </p:nvPicPr>
              <p:blipFill>
                <a:blip r:embed="rId40"/>
                <a:stretch>
                  <a:fillRect/>
                </a:stretch>
              </p:blipFill>
              <p:spPr>
                <a:xfrm>
                  <a:off x="5422545" y="1349220"/>
                  <a:ext cx="31536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32" name="Ink 31">
                  <a:extLst>
                    <a:ext uri="{FF2B5EF4-FFF2-40B4-BE49-F238E27FC236}">
                      <a16:creationId xmlns:a16="http://schemas.microsoft.com/office/drawing/2014/main" id="{FA015240-B0A3-24A3-1883-A90289F242CC}"/>
                    </a:ext>
                  </a:extLst>
                </p14:cNvPr>
                <p14:cNvContentPartPr/>
                <p14:nvPr/>
              </p14:nvContentPartPr>
              <p14:xfrm>
                <a:off x="5797665" y="1316100"/>
                <a:ext cx="209880" cy="275400"/>
              </p14:xfrm>
            </p:contentPart>
          </mc:Choice>
          <mc:Fallback>
            <p:pic>
              <p:nvPicPr>
                <p:cNvPr id="32" name="Ink 31">
                  <a:extLst>
                    <a:ext uri="{FF2B5EF4-FFF2-40B4-BE49-F238E27FC236}">
                      <a16:creationId xmlns:a16="http://schemas.microsoft.com/office/drawing/2014/main" id="{FA015240-B0A3-24A3-1883-A90289F242CC}"/>
                    </a:ext>
                  </a:extLst>
                </p:cNvPr>
                <p:cNvPicPr/>
                <p:nvPr/>
              </p:nvPicPr>
              <p:blipFill>
                <a:blip r:embed="rId42"/>
                <a:stretch>
                  <a:fillRect/>
                </a:stretch>
              </p:blipFill>
              <p:spPr>
                <a:xfrm>
                  <a:off x="5791545" y="1309980"/>
                  <a:ext cx="222120" cy="28764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3" name="Ink 32">
                  <a:extLst>
                    <a:ext uri="{FF2B5EF4-FFF2-40B4-BE49-F238E27FC236}">
                      <a16:creationId xmlns:a16="http://schemas.microsoft.com/office/drawing/2014/main" id="{ED7AB0F4-900D-CA7D-73F0-E18290627C16}"/>
                    </a:ext>
                  </a:extLst>
                </p14:cNvPr>
                <p14:cNvContentPartPr/>
                <p14:nvPr/>
              </p14:nvContentPartPr>
              <p14:xfrm>
                <a:off x="5798385" y="1220700"/>
                <a:ext cx="322200" cy="61920"/>
              </p14:xfrm>
            </p:contentPart>
          </mc:Choice>
          <mc:Fallback>
            <p:pic>
              <p:nvPicPr>
                <p:cNvPr id="33" name="Ink 32">
                  <a:extLst>
                    <a:ext uri="{FF2B5EF4-FFF2-40B4-BE49-F238E27FC236}">
                      <a16:creationId xmlns:a16="http://schemas.microsoft.com/office/drawing/2014/main" id="{ED7AB0F4-900D-CA7D-73F0-E18290627C16}"/>
                    </a:ext>
                  </a:extLst>
                </p:cNvPr>
                <p:cNvPicPr/>
                <p:nvPr/>
              </p:nvPicPr>
              <p:blipFill>
                <a:blip r:embed="rId44"/>
                <a:stretch>
                  <a:fillRect/>
                </a:stretch>
              </p:blipFill>
              <p:spPr>
                <a:xfrm>
                  <a:off x="5792265" y="1214580"/>
                  <a:ext cx="334440" cy="7416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4" name="Ink 33">
                  <a:extLst>
                    <a:ext uri="{FF2B5EF4-FFF2-40B4-BE49-F238E27FC236}">
                      <a16:creationId xmlns:a16="http://schemas.microsoft.com/office/drawing/2014/main" id="{4BC9C639-E2E8-33CA-9FDA-82292C0DA3C1}"/>
                    </a:ext>
                  </a:extLst>
                </p14:cNvPr>
                <p14:cNvContentPartPr/>
                <p14:nvPr/>
              </p14:nvContentPartPr>
              <p14:xfrm>
                <a:off x="6107985" y="1233660"/>
                <a:ext cx="291600" cy="335160"/>
              </p14:xfrm>
            </p:contentPart>
          </mc:Choice>
          <mc:Fallback>
            <p:pic>
              <p:nvPicPr>
                <p:cNvPr id="34" name="Ink 33">
                  <a:extLst>
                    <a:ext uri="{FF2B5EF4-FFF2-40B4-BE49-F238E27FC236}">
                      <a16:creationId xmlns:a16="http://schemas.microsoft.com/office/drawing/2014/main" id="{4BC9C639-E2E8-33CA-9FDA-82292C0DA3C1}"/>
                    </a:ext>
                  </a:extLst>
                </p:cNvPr>
                <p:cNvPicPr/>
                <p:nvPr/>
              </p:nvPicPr>
              <p:blipFill>
                <a:blip r:embed="rId46"/>
                <a:stretch>
                  <a:fillRect/>
                </a:stretch>
              </p:blipFill>
              <p:spPr>
                <a:xfrm>
                  <a:off x="6101865" y="1227540"/>
                  <a:ext cx="303840" cy="3474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5" name="Ink 34">
                  <a:extLst>
                    <a:ext uri="{FF2B5EF4-FFF2-40B4-BE49-F238E27FC236}">
                      <a16:creationId xmlns:a16="http://schemas.microsoft.com/office/drawing/2014/main" id="{421C0704-DB9E-BC44-565B-BF642F715F1A}"/>
                    </a:ext>
                  </a:extLst>
                </p14:cNvPr>
                <p14:cNvContentPartPr/>
                <p14:nvPr/>
              </p14:nvContentPartPr>
              <p14:xfrm>
                <a:off x="6107265" y="1287300"/>
                <a:ext cx="245160" cy="294840"/>
              </p14:xfrm>
            </p:contentPart>
          </mc:Choice>
          <mc:Fallback>
            <p:pic>
              <p:nvPicPr>
                <p:cNvPr id="35" name="Ink 34">
                  <a:extLst>
                    <a:ext uri="{FF2B5EF4-FFF2-40B4-BE49-F238E27FC236}">
                      <a16:creationId xmlns:a16="http://schemas.microsoft.com/office/drawing/2014/main" id="{421C0704-DB9E-BC44-565B-BF642F715F1A}"/>
                    </a:ext>
                  </a:extLst>
                </p:cNvPr>
                <p:cNvPicPr/>
                <p:nvPr/>
              </p:nvPicPr>
              <p:blipFill>
                <a:blip r:embed="rId48"/>
                <a:stretch>
                  <a:fillRect/>
                </a:stretch>
              </p:blipFill>
              <p:spPr>
                <a:xfrm>
                  <a:off x="6101145" y="1281180"/>
                  <a:ext cx="25740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6" name="Ink 35">
                  <a:extLst>
                    <a:ext uri="{FF2B5EF4-FFF2-40B4-BE49-F238E27FC236}">
                      <a16:creationId xmlns:a16="http://schemas.microsoft.com/office/drawing/2014/main" id="{8A58E452-D9EC-D23B-DF4C-9529CC0E142D}"/>
                    </a:ext>
                  </a:extLst>
                </p14:cNvPr>
                <p14:cNvContentPartPr/>
                <p14:nvPr/>
              </p14:nvContentPartPr>
              <p14:xfrm>
                <a:off x="6412905" y="1463340"/>
                <a:ext cx="27720" cy="169560"/>
              </p14:xfrm>
            </p:contentPart>
          </mc:Choice>
          <mc:Fallback>
            <p:pic>
              <p:nvPicPr>
                <p:cNvPr id="36" name="Ink 35">
                  <a:extLst>
                    <a:ext uri="{FF2B5EF4-FFF2-40B4-BE49-F238E27FC236}">
                      <a16:creationId xmlns:a16="http://schemas.microsoft.com/office/drawing/2014/main" id="{8A58E452-D9EC-D23B-DF4C-9529CC0E142D}"/>
                    </a:ext>
                  </a:extLst>
                </p:cNvPr>
                <p:cNvPicPr/>
                <p:nvPr/>
              </p:nvPicPr>
              <p:blipFill>
                <a:blip r:embed="rId50"/>
                <a:stretch>
                  <a:fillRect/>
                </a:stretch>
              </p:blipFill>
              <p:spPr>
                <a:xfrm>
                  <a:off x="6406785" y="1457220"/>
                  <a:ext cx="39960" cy="18180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8" name="Ink 37">
                  <a:extLst>
                    <a:ext uri="{FF2B5EF4-FFF2-40B4-BE49-F238E27FC236}">
                      <a16:creationId xmlns:a16="http://schemas.microsoft.com/office/drawing/2014/main" id="{CF78D3AE-0C21-1BA9-4377-10A4F15288B6}"/>
                    </a:ext>
                  </a:extLst>
                </p14:cNvPr>
                <p14:cNvContentPartPr/>
                <p14:nvPr/>
              </p14:nvContentPartPr>
              <p14:xfrm>
                <a:off x="4409145" y="1718580"/>
                <a:ext cx="1487520" cy="48240"/>
              </p14:xfrm>
            </p:contentPart>
          </mc:Choice>
          <mc:Fallback>
            <p:pic>
              <p:nvPicPr>
                <p:cNvPr id="38" name="Ink 37">
                  <a:extLst>
                    <a:ext uri="{FF2B5EF4-FFF2-40B4-BE49-F238E27FC236}">
                      <a16:creationId xmlns:a16="http://schemas.microsoft.com/office/drawing/2014/main" id="{CF78D3AE-0C21-1BA9-4377-10A4F15288B6}"/>
                    </a:ext>
                  </a:extLst>
                </p:cNvPr>
                <p:cNvPicPr/>
                <p:nvPr/>
              </p:nvPicPr>
              <p:blipFill>
                <a:blip r:embed="rId52"/>
                <a:stretch>
                  <a:fillRect/>
                </a:stretch>
              </p:blipFill>
              <p:spPr>
                <a:xfrm>
                  <a:off x="4403025" y="1712460"/>
                  <a:ext cx="149976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9" name="Ink 38">
                  <a:extLst>
                    <a:ext uri="{FF2B5EF4-FFF2-40B4-BE49-F238E27FC236}">
                      <a16:creationId xmlns:a16="http://schemas.microsoft.com/office/drawing/2014/main" id="{1E860821-1C8F-2A1C-710F-DA8E8C2DCB89}"/>
                    </a:ext>
                  </a:extLst>
                </p14:cNvPr>
                <p14:cNvContentPartPr/>
                <p14:nvPr/>
              </p14:nvContentPartPr>
              <p14:xfrm>
                <a:off x="5092065" y="1750620"/>
                <a:ext cx="720720" cy="40320"/>
              </p14:xfrm>
            </p:contentPart>
          </mc:Choice>
          <mc:Fallback>
            <p:pic>
              <p:nvPicPr>
                <p:cNvPr id="39" name="Ink 38">
                  <a:extLst>
                    <a:ext uri="{FF2B5EF4-FFF2-40B4-BE49-F238E27FC236}">
                      <a16:creationId xmlns:a16="http://schemas.microsoft.com/office/drawing/2014/main" id="{1E860821-1C8F-2A1C-710F-DA8E8C2DCB89}"/>
                    </a:ext>
                  </a:extLst>
                </p:cNvPr>
                <p:cNvPicPr/>
                <p:nvPr/>
              </p:nvPicPr>
              <p:blipFill>
                <a:blip r:embed="rId54"/>
                <a:stretch>
                  <a:fillRect/>
                </a:stretch>
              </p:blipFill>
              <p:spPr>
                <a:xfrm>
                  <a:off x="5085945" y="1744500"/>
                  <a:ext cx="732960" cy="5256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40" name="Ink 39">
                  <a:extLst>
                    <a:ext uri="{FF2B5EF4-FFF2-40B4-BE49-F238E27FC236}">
                      <a16:creationId xmlns:a16="http://schemas.microsoft.com/office/drawing/2014/main" id="{11EF50E9-8788-1BE0-08FE-977E3D7FE5AA}"/>
                    </a:ext>
                  </a:extLst>
                </p14:cNvPr>
                <p14:cNvContentPartPr/>
                <p14:nvPr/>
              </p14:nvContentPartPr>
              <p14:xfrm>
                <a:off x="4890825" y="1745940"/>
                <a:ext cx="806400" cy="65880"/>
              </p14:xfrm>
            </p:contentPart>
          </mc:Choice>
          <mc:Fallback>
            <p:pic>
              <p:nvPicPr>
                <p:cNvPr id="40" name="Ink 39">
                  <a:extLst>
                    <a:ext uri="{FF2B5EF4-FFF2-40B4-BE49-F238E27FC236}">
                      <a16:creationId xmlns:a16="http://schemas.microsoft.com/office/drawing/2014/main" id="{11EF50E9-8788-1BE0-08FE-977E3D7FE5AA}"/>
                    </a:ext>
                  </a:extLst>
                </p:cNvPr>
                <p:cNvPicPr/>
                <p:nvPr/>
              </p:nvPicPr>
              <p:blipFill>
                <a:blip r:embed="rId56"/>
                <a:stretch>
                  <a:fillRect/>
                </a:stretch>
              </p:blipFill>
              <p:spPr>
                <a:xfrm>
                  <a:off x="4884705" y="1739820"/>
                  <a:ext cx="818640" cy="78120"/>
                </a:xfrm>
                <a:prstGeom prst="rect">
                  <a:avLst/>
                </a:prstGeom>
              </p:spPr>
            </p:pic>
          </mc:Fallback>
        </mc:AlternateContent>
      </p:grpSp>
      <p:grpSp>
        <p:nvGrpSpPr>
          <p:cNvPr id="56" name="Group 55">
            <a:extLst>
              <a:ext uri="{FF2B5EF4-FFF2-40B4-BE49-F238E27FC236}">
                <a16:creationId xmlns:a16="http://schemas.microsoft.com/office/drawing/2014/main" id="{6EC7B9C9-11ED-2154-1921-15C107C53682}"/>
              </a:ext>
            </a:extLst>
          </p:cNvPr>
          <p:cNvGrpSpPr/>
          <p:nvPr/>
        </p:nvGrpSpPr>
        <p:grpSpPr>
          <a:xfrm>
            <a:off x="6779025" y="1024140"/>
            <a:ext cx="1128600" cy="1157400"/>
            <a:chOff x="6779025" y="1024140"/>
            <a:chExt cx="1128600" cy="1157400"/>
          </a:xfrm>
        </p:grpSpPr>
        <mc:AlternateContent xmlns:mc="http://schemas.openxmlformats.org/markup-compatibility/2006">
          <mc:Choice xmlns:p14="http://schemas.microsoft.com/office/powerpoint/2010/main" Requires="p14">
            <p:contentPart p14:bwMode="auto" r:id="rId57">
              <p14:nvContentPartPr>
                <p14:cNvPr id="42" name="Ink 41">
                  <a:extLst>
                    <a:ext uri="{FF2B5EF4-FFF2-40B4-BE49-F238E27FC236}">
                      <a16:creationId xmlns:a16="http://schemas.microsoft.com/office/drawing/2014/main" id="{8193D416-9400-CE85-0478-CAD0CFDE60E2}"/>
                    </a:ext>
                  </a:extLst>
                </p14:cNvPr>
                <p14:cNvContentPartPr/>
                <p14:nvPr/>
              </p14:nvContentPartPr>
              <p14:xfrm>
                <a:off x="6997545" y="1148340"/>
                <a:ext cx="482400" cy="317880"/>
              </p14:xfrm>
            </p:contentPart>
          </mc:Choice>
          <mc:Fallback>
            <p:pic>
              <p:nvPicPr>
                <p:cNvPr id="42" name="Ink 41">
                  <a:extLst>
                    <a:ext uri="{FF2B5EF4-FFF2-40B4-BE49-F238E27FC236}">
                      <a16:creationId xmlns:a16="http://schemas.microsoft.com/office/drawing/2014/main" id="{8193D416-9400-CE85-0478-CAD0CFDE60E2}"/>
                    </a:ext>
                  </a:extLst>
                </p:cNvPr>
                <p:cNvPicPr/>
                <p:nvPr/>
              </p:nvPicPr>
              <p:blipFill>
                <a:blip r:embed="rId58"/>
                <a:stretch>
                  <a:fillRect/>
                </a:stretch>
              </p:blipFill>
              <p:spPr>
                <a:xfrm>
                  <a:off x="6991425" y="1142220"/>
                  <a:ext cx="494640" cy="33012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43" name="Ink 42">
                  <a:extLst>
                    <a:ext uri="{FF2B5EF4-FFF2-40B4-BE49-F238E27FC236}">
                      <a16:creationId xmlns:a16="http://schemas.microsoft.com/office/drawing/2014/main" id="{90899AA9-D0C6-CDDD-E862-F06D46781012}"/>
                    </a:ext>
                  </a:extLst>
                </p14:cNvPr>
                <p14:cNvContentPartPr/>
                <p14:nvPr/>
              </p14:nvContentPartPr>
              <p14:xfrm>
                <a:off x="7466985" y="1383060"/>
                <a:ext cx="170280" cy="136440"/>
              </p14:xfrm>
            </p:contentPart>
          </mc:Choice>
          <mc:Fallback>
            <p:pic>
              <p:nvPicPr>
                <p:cNvPr id="43" name="Ink 42">
                  <a:extLst>
                    <a:ext uri="{FF2B5EF4-FFF2-40B4-BE49-F238E27FC236}">
                      <a16:creationId xmlns:a16="http://schemas.microsoft.com/office/drawing/2014/main" id="{90899AA9-D0C6-CDDD-E862-F06D46781012}"/>
                    </a:ext>
                  </a:extLst>
                </p:cNvPr>
                <p:cNvPicPr/>
                <p:nvPr/>
              </p:nvPicPr>
              <p:blipFill>
                <a:blip r:embed="rId60"/>
                <a:stretch>
                  <a:fillRect/>
                </a:stretch>
              </p:blipFill>
              <p:spPr>
                <a:xfrm>
                  <a:off x="7460865" y="1376940"/>
                  <a:ext cx="18252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5" name="Ink 44">
                  <a:extLst>
                    <a:ext uri="{FF2B5EF4-FFF2-40B4-BE49-F238E27FC236}">
                      <a16:creationId xmlns:a16="http://schemas.microsoft.com/office/drawing/2014/main" id="{F11068D0-322A-1824-AF3A-72A2F3359AE5}"/>
                    </a:ext>
                  </a:extLst>
                </p14:cNvPr>
                <p14:cNvContentPartPr/>
                <p14:nvPr/>
              </p14:nvContentPartPr>
              <p14:xfrm>
                <a:off x="7092945" y="1693740"/>
                <a:ext cx="413640" cy="287280"/>
              </p14:xfrm>
            </p:contentPart>
          </mc:Choice>
          <mc:Fallback>
            <p:pic>
              <p:nvPicPr>
                <p:cNvPr id="45" name="Ink 44">
                  <a:extLst>
                    <a:ext uri="{FF2B5EF4-FFF2-40B4-BE49-F238E27FC236}">
                      <a16:creationId xmlns:a16="http://schemas.microsoft.com/office/drawing/2014/main" id="{F11068D0-322A-1824-AF3A-72A2F3359AE5}"/>
                    </a:ext>
                  </a:extLst>
                </p:cNvPr>
                <p:cNvPicPr/>
                <p:nvPr/>
              </p:nvPicPr>
              <p:blipFill>
                <a:blip r:embed="rId62"/>
                <a:stretch>
                  <a:fillRect/>
                </a:stretch>
              </p:blipFill>
              <p:spPr>
                <a:xfrm>
                  <a:off x="7086825" y="1687620"/>
                  <a:ext cx="425880" cy="29952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6" name="Ink 45">
                  <a:extLst>
                    <a:ext uri="{FF2B5EF4-FFF2-40B4-BE49-F238E27FC236}">
                      <a16:creationId xmlns:a16="http://schemas.microsoft.com/office/drawing/2014/main" id="{C41C6385-A7F8-286D-21EA-84AFA9FB31C8}"/>
                    </a:ext>
                  </a:extLst>
                </p14:cNvPr>
                <p14:cNvContentPartPr/>
                <p14:nvPr/>
              </p14:nvContentPartPr>
              <p14:xfrm>
                <a:off x="7506585" y="1874820"/>
                <a:ext cx="21600" cy="194760"/>
              </p14:xfrm>
            </p:contentPart>
          </mc:Choice>
          <mc:Fallback>
            <p:pic>
              <p:nvPicPr>
                <p:cNvPr id="46" name="Ink 45">
                  <a:extLst>
                    <a:ext uri="{FF2B5EF4-FFF2-40B4-BE49-F238E27FC236}">
                      <a16:creationId xmlns:a16="http://schemas.microsoft.com/office/drawing/2014/main" id="{C41C6385-A7F8-286D-21EA-84AFA9FB31C8}"/>
                    </a:ext>
                  </a:extLst>
                </p:cNvPr>
                <p:cNvPicPr/>
                <p:nvPr/>
              </p:nvPicPr>
              <p:blipFill>
                <a:blip r:embed="rId64"/>
                <a:stretch>
                  <a:fillRect/>
                </a:stretch>
              </p:blipFill>
              <p:spPr>
                <a:xfrm>
                  <a:off x="7500465" y="1868700"/>
                  <a:ext cx="3384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8" name="Ink 47">
                  <a:extLst>
                    <a:ext uri="{FF2B5EF4-FFF2-40B4-BE49-F238E27FC236}">
                      <a16:creationId xmlns:a16="http://schemas.microsoft.com/office/drawing/2014/main" id="{0E63C34B-9188-E728-FA13-BC1AE7BAA6F8}"/>
                    </a:ext>
                  </a:extLst>
                </p14:cNvPr>
                <p14:cNvContentPartPr/>
                <p14:nvPr/>
              </p14:nvContentPartPr>
              <p14:xfrm>
                <a:off x="7133625" y="2126460"/>
                <a:ext cx="538200" cy="55080"/>
              </p14:xfrm>
            </p:contentPart>
          </mc:Choice>
          <mc:Fallback>
            <p:pic>
              <p:nvPicPr>
                <p:cNvPr id="48" name="Ink 47">
                  <a:extLst>
                    <a:ext uri="{FF2B5EF4-FFF2-40B4-BE49-F238E27FC236}">
                      <a16:creationId xmlns:a16="http://schemas.microsoft.com/office/drawing/2014/main" id="{0E63C34B-9188-E728-FA13-BC1AE7BAA6F8}"/>
                    </a:ext>
                  </a:extLst>
                </p:cNvPr>
                <p:cNvPicPr/>
                <p:nvPr/>
              </p:nvPicPr>
              <p:blipFill>
                <a:blip r:embed="rId66"/>
                <a:stretch>
                  <a:fillRect/>
                </a:stretch>
              </p:blipFill>
              <p:spPr>
                <a:xfrm>
                  <a:off x="7127505" y="2120340"/>
                  <a:ext cx="55044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9" name="Ink 48">
                  <a:extLst>
                    <a:ext uri="{FF2B5EF4-FFF2-40B4-BE49-F238E27FC236}">
                      <a16:creationId xmlns:a16="http://schemas.microsoft.com/office/drawing/2014/main" id="{5F161572-A619-0600-EB67-BC62FAB3750E}"/>
                    </a:ext>
                  </a:extLst>
                </p14:cNvPr>
                <p14:cNvContentPartPr/>
                <p14:nvPr/>
              </p14:nvContentPartPr>
              <p14:xfrm>
                <a:off x="7494705" y="1024140"/>
                <a:ext cx="412920" cy="1040400"/>
              </p14:xfrm>
            </p:contentPart>
          </mc:Choice>
          <mc:Fallback>
            <p:pic>
              <p:nvPicPr>
                <p:cNvPr id="49" name="Ink 48">
                  <a:extLst>
                    <a:ext uri="{FF2B5EF4-FFF2-40B4-BE49-F238E27FC236}">
                      <a16:creationId xmlns:a16="http://schemas.microsoft.com/office/drawing/2014/main" id="{5F161572-A619-0600-EB67-BC62FAB3750E}"/>
                    </a:ext>
                  </a:extLst>
                </p:cNvPr>
                <p:cNvPicPr/>
                <p:nvPr/>
              </p:nvPicPr>
              <p:blipFill>
                <a:blip r:embed="rId68"/>
                <a:stretch>
                  <a:fillRect/>
                </a:stretch>
              </p:blipFill>
              <p:spPr>
                <a:xfrm>
                  <a:off x="7488585" y="1018020"/>
                  <a:ext cx="425160" cy="105264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50" name="Ink 49">
                  <a:extLst>
                    <a:ext uri="{FF2B5EF4-FFF2-40B4-BE49-F238E27FC236}">
                      <a16:creationId xmlns:a16="http://schemas.microsoft.com/office/drawing/2014/main" id="{C1730B59-6F7C-00DA-D5E3-10EF7C4C83FF}"/>
                    </a:ext>
                  </a:extLst>
                </p14:cNvPr>
                <p14:cNvContentPartPr/>
                <p14:nvPr/>
              </p14:nvContentPartPr>
              <p14:xfrm>
                <a:off x="6782265" y="1046460"/>
                <a:ext cx="225360" cy="996480"/>
              </p14:xfrm>
            </p:contentPart>
          </mc:Choice>
          <mc:Fallback>
            <p:pic>
              <p:nvPicPr>
                <p:cNvPr id="50" name="Ink 49">
                  <a:extLst>
                    <a:ext uri="{FF2B5EF4-FFF2-40B4-BE49-F238E27FC236}">
                      <a16:creationId xmlns:a16="http://schemas.microsoft.com/office/drawing/2014/main" id="{C1730B59-6F7C-00DA-D5E3-10EF7C4C83FF}"/>
                    </a:ext>
                  </a:extLst>
                </p:cNvPr>
                <p:cNvPicPr/>
                <p:nvPr/>
              </p:nvPicPr>
              <p:blipFill>
                <a:blip r:embed="rId70"/>
                <a:stretch>
                  <a:fillRect/>
                </a:stretch>
              </p:blipFill>
              <p:spPr>
                <a:xfrm>
                  <a:off x="6776145" y="1040340"/>
                  <a:ext cx="237600" cy="100872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52" name="Ink 51">
                  <a:extLst>
                    <a:ext uri="{FF2B5EF4-FFF2-40B4-BE49-F238E27FC236}">
                      <a16:creationId xmlns:a16="http://schemas.microsoft.com/office/drawing/2014/main" id="{1AF76E20-9F78-595A-0447-F443370D4BA6}"/>
                    </a:ext>
                  </a:extLst>
                </p14:cNvPr>
                <p14:cNvContentPartPr/>
                <p14:nvPr/>
              </p14:nvContentPartPr>
              <p14:xfrm>
                <a:off x="6796305" y="1219980"/>
                <a:ext cx="127800" cy="26280"/>
              </p14:xfrm>
            </p:contentPart>
          </mc:Choice>
          <mc:Fallback>
            <p:pic>
              <p:nvPicPr>
                <p:cNvPr id="52" name="Ink 51">
                  <a:extLst>
                    <a:ext uri="{FF2B5EF4-FFF2-40B4-BE49-F238E27FC236}">
                      <a16:creationId xmlns:a16="http://schemas.microsoft.com/office/drawing/2014/main" id="{1AF76E20-9F78-595A-0447-F443370D4BA6}"/>
                    </a:ext>
                  </a:extLst>
                </p:cNvPr>
                <p:cNvPicPr/>
                <p:nvPr/>
              </p:nvPicPr>
              <p:blipFill>
                <a:blip r:embed="rId72"/>
                <a:stretch>
                  <a:fillRect/>
                </a:stretch>
              </p:blipFill>
              <p:spPr>
                <a:xfrm>
                  <a:off x="6790185" y="1213860"/>
                  <a:ext cx="14004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53" name="Ink 52">
                  <a:extLst>
                    <a:ext uri="{FF2B5EF4-FFF2-40B4-BE49-F238E27FC236}">
                      <a16:creationId xmlns:a16="http://schemas.microsoft.com/office/drawing/2014/main" id="{F94796EE-0BC4-AF0E-101B-0EF48ADA1B6B}"/>
                    </a:ext>
                  </a:extLst>
                </p14:cNvPr>
                <p14:cNvContentPartPr/>
                <p14:nvPr/>
              </p14:nvContentPartPr>
              <p14:xfrm>
                <a:off x="6779025" y="1337700"/>
                <a:ext cx="190800" cy="314280"/>
              </p14:xfrm>
            </p:contentPart>
          </mc:Choice>
          <mc:Fallback>
            <p:pic>
              <p:nvPicPr>
                <p:cNvPr id="53" name="Ink 52">
                  <a:extLst>
                    <a:ext uri="{FF2B5EF4-FFF2-40B4-BE49-F238E27FC236}">
                      <a16:creationId xmlns:a16="http://schemas.microsoft.com/office/drawing/2014/main" id="{F94796EE-0BC4-AF0E-101B-0EF48ADA1B6B}"/>
                    </a:ext>
                  </a:extLst>
                </p:cNvPr>
                <p:cNvPicPr/>
                <p:nvPr/>
              </p:nvPicPr>
              <p:blipFill>
                <a:blip r:embed="rId74"/>
                <a:stretch>
                  <a:fillRect/>
                </a:stretch>
              </p:blipFill>
              <p:spPr>
                <a:xfrm>
                  <a:off x="6772905" y="1331580"/>
                  <a:ext cx="203040" cy="32652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55" name="Ink 54">
                  <a:extLst>
                    <a:ext uri="{FF2B5EF4-FFF2-40B4-BE49-F238E27FC236}">
                      <a16:creationId xmlns:a16="http://schemas.microsoft.com/office/drawing/2014/main" id="{0C328A72-ABDF-DB58-148C-05B2310346BB}"/>
                    </a:ext>
                  </a:extLst>
                </p14:cNvPr>
                <p14:cNvContentPartPr/>
                <p14:nvPr/>
              </p14:nvContentPartPr>
              <p14:xfrm>
                <a:off x="6831225" y="1783380"/>
                <a:ext cx="145440" cy="123480"/>
              </p14:xfrm>
            </p:contentPart>
          </mc:Choice>
          <mc:Fallback>
            <p:pic>
              <p:nvPicPr>
                <p:cNvPr id="55" name="Ink 54">
                  <a:extLst>
                    <a:ext uri="{FF2B5EF4-FFF2-40B4-BE49-F238E27FC236}">
                      <a16:creationId xmlns:a16="http://schemas.microsoft.com/office/drawing/2014/main" id="{0C328A72-ABDF-DB58-148C-05B2310346BB}"/>
                    </a:ext>
                  </a:extLst>
                </p:cNvPr>
                <p:cNvPicPr/>
                <p:nvPr/>
              </p:nvPicPr>
              <p:blipFill>
                <a:blip r:embed="rId76"/>
                <a:stretch>
                  <a:fillRect/>
                </a:stretch>
              </p:blipFill>
              <p:spPr>
                <a:xfrm>
                  <a:off x="6825105" y="1777260"/>
                  <a:ext cx="157680" cy="1357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7">
            <p14:nvContentPartPr>
              <p14:cNvPr id="57" name="Ink 56">
                <a:extLst>
                  <a:ext uri="{FF2B5EF4-FFF2-40B4-BE49-F238E27FC236}">
                    <a16:creationId xmlns:a16="http://schemas.microsoft.com/office/drawing/2014/main" id="{8D2FEF15-3A12-F98B-95BA-177733D8FB23}"/>
                  </a:ext>
                </a:extLst>
              </p14:cNvPr>
              <p14:cNvContentPartPr/>
              <p14:nvPr/>
            </p14:nvContentPartPr>
            <p14:xfrm>
              <a:off x="7690185" y="1122780"/>
              <a:ext cx="212040" cy="38160"/>
            </p14:xfrm>
          </p:contentPart>
        </mc:Choice>
        <mc:Fallback>
          <p:pic>
            <p:nvPicPr>
              <p:cNvPr id="57" name="Ink 56">
                <a:extLst>
                  <a:ext uri="{FF2B5EF4-FFF2-40B4-BE49-F238E27FC236}">
                    <a16:creationId xmlns:a16="http://schemas.microsoft.com/office/drawing/2014/main" id="{8D2FEF15-3A12-F98B-95BA-177733D8FB23}"/>
                  </a:ext>
                </a:extLst>
              </p:cNvPr>
              <p:cNvPicPr/>
              <p:nvPr/>
            </p:nvPicPr>
            <p:blipFill>
              <a:blip r:embed="rId78"/>
              <a:stretch>
                <a:fillRect/>
              </a:stretch>
            </p:blipFill>
            <p:spPr>
              <a:xfrm>
                <a:off x="7684065" y="1116660"/>
                <a:ext cx="224280" cy="50400"/>
              </a:xfrm>
              <a:prstGeom prst="rect">
                <a:avLst/>
              </a:prstGeom>
            </p:spPr>
          </p:pic>
        </mc:Fallback>
      </mc:AlternateContent>
      <p:grpSp>
        <p:nvGrpSpPr>
          <p:cNvPr id="68" name="Group 67">
            <a:extLst>
              <a:ext uri="{FF2B5EF4-FFF2-40B4-BE49-F238E27FC236}">
                <a16:creationId xmlns:a16="http://schemas.microsoft.com/office/drawing/2014/main" id="{EF70323F-06A7-3D3F-1E20-A7A2B93BC2CE}"/>
              </a:ext>
            </a:extLst>
          </p:cNvPr>
          <p:cNvGrpSpPr/>
          <p:nvPr/>
        </p:nvGrpSpPr>
        <p:grpSpPr>
          <a:xfrm>
            <a:off x="6873705" y="3157140"/>
            <a:ext cx="1850040" cy="1463400"/>
            <a:chOff x="6873705" y="3157140"/>
            <a:chExt cx="1850040" cy="1463400"/>
          </a:xfrm>
        </p:grpSpPr>
        <mc:AlternateContent xmlns:mc="http://schemas.openxmlformats.org/markup-compatibility/2006">
          <mc:Choice xmlns:p14="http://schemas.microsoft.com/office/powerpoint/2010/main" Requires="p14">
            <p:contentPart p14:bwMode="auto" r:id="rId79">
              <p14:nvContentPartPr>
                <p14:cNvPr id="58" name="Ink 57">
                  <a:extLst>
                    <a:ext uri="{FF2B5EF4-FFF2-40B4-BE49-F238E27FC236}">
                      <a16:creationId xmlns:a16="http://schemas.microsoft.com/office/drawing/2014/main" id="{B58F49F7-6903-22F2-355A-FCAC497EC2FC}"/>
                    </a:ext>
                  </a:extLst>
                </p14:cNvPr>
                <p14:cNvContentPartPr/>
                <p14:nvPr/>
              </p14:nvContentPartPr>
              <p14:xfrm>
                <a:off x="7015905" y="3569700"/>
                <a:ext cx="336240" cy="585000"/>
              </p14:xfrm>
            </p:contentPart>
          </mc:Choice>
          <mc:Fallback>
            <p:pic>
              <p:nvPicPr>
                <p:cNvPr id="58" name="Ink 57">
                  <a:extLst>
                    <a:ext uri="{FF2B5EF4-FFF2-40B4-BE49-F238E27FC236}">
                      <a16:creationId xmlns:a16="http://schemas.microsoft.com/office/drawing/2014/main" id="{B58F49F7-6903-22F2-355A-FCAC497EC2FC}"/>
                    </a:ext>
                  </a:extLst>
                </p:cNvPr>
                <p:cNvPicPr/>
                <p:nvPr/>
              </p:nvPicPr>
              <p:blipFill>
                <a:blip r:embed="rId80"/>
                <a:stretch>
                  <a:fillRect/>
                </a:stretch>
              </p:blipFill>
              <p:spPr>
                <a:xfrm>
                  <a:off x="7009785" y="3563580"/>
                  <a:ext cx="348480" cy="59724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9" name="Ink 58">
                  <a:extLst>
                    <a:ext uri="{FF2B5EF4-FFF2-40B4-BE49-F238E27FC236}">
                      <a16:creationId xmlns:a16="http://schemas.microsoft.com/office/drawing/2014/main" id="{C948DF71-9300-E4FB-413D-75771BEDCC98}"/>
                    </a:ext>
                  </a:extLst>
                </p14:cNvPr>
                <p14:cNvContentPartPr/>
                <p14:nvPr/>
              </p14:nvContentPartPr>
              <p14:xfrm>
                <a:off x="7421265" y="3794700"/>
                <a:ext cx="106200" cy="32760"/>
              </p14:xfrm>
            </p:contentPart>
          </mc:Choice>
          <mc:Fallback>
            <p:pic>
              <p:nvPicPr>
                <p:cNvPr id="59" name="Ink 58">
                  <a:extLst>
                    <a:ext uri="{FF2B5EF4-FFF2-40B4-BE49-F238E27FC236}">
                      <a16:creationId xmlns:a16="http://schemas.microsoft.com/office/drawing/2014/main" id="{C948DF71-9300-E4FB-413D-75771BEDCC98}"/>
                    </a:ext>
                  </a:extLst>
                </p:cNvPr>
                <p:cNvPicPr/>
                <p:nvPr/>
              </p:nvPicPr>
              <p:blipFill>
                <a:blip r:embed="rId82"/>
                <a:stretch>
                  <a:fillRect/>
                </a:stretch>
              </p:blipFill>
              <p:spPr>
                <a:xfrm>
                  <a:off x="7415145" y="3788580"/>
                  <a:ext cx="11844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60" name="Ink 59">
                  <a:extLst>
                    <a:ext uri="{FF2B5EF4-FFF2-40B4-BE49-F238E27FC236}">
                      <a16:creationId xmlns:a16="http://schemas.microsoft.com/office/drawing/2014/main" id="{AAE97E8D-905D-20DD-5B2D-1DE7ADAB5093}"/>
                    </a:ext>
                  </a:extLst>
                </p14:cNvPr>
                <p14:cNvContentPartPr/>
                <p14:nvPr/>
              </p14:nvContentPartPr>
              <p14:xfrm>
                <a:off x="7645545" y="3486540"/>
                <a:ext cx="109800" cy="485280"/>
              </p14:xfrm>
            </p:contentPart>
          </mc:Choice>
          <mc:Fallback>
            <p:pic>
              <p:nvPicPr>
                <p:cNvPr id="60" name="Ink 59">
                  <a:extLst>
                    <a:ext uri="{FF2B5EF4-FFF2-40B4-BE49-F238E27FC236}">
                      <a16:creationId xmlns:a16="http://schemas.microsoft.com/office/drawing/2014/main" id="{AAE97E8D-905D-20DD-5B2D-1DE7ADAB5093}"/>
                    </a:ext>
                  </a:extLst>
                </p:cNvPr>
                <p:cNvPicPr/>
                <p:nvPr/>
              </p:nvPicPr>
              <p:blipFill>
                <a:blip r:embed="rId84"/>
                <a:stretch>
                  <a:fillRect/>
                </a:stretch>
              </p:blipFill>
              <p:spPr>
                <a:xfrm>
                  <a:off x="7639425" y="3480420"/>
                  <a:ext cx="122040" cy="49752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61" name="Ink 60">
                  <a:extLst>
                    <a:ext uri="{FF2B5EF4-FFF2-40B4-BE49-F238E27FC236}">
                      <a16:creationId xmlns:a16="http://schemas.microsoft.com/office/drawing/2014/main" id="{4DD9DA1B-951E-F224-7F26-6DD999D0A05B}"/>
                    </a:ext>
                  </a:extLst>
                </p14:cNvPr>
                <p14:cNvContentPartPr/>
                <p14:nvPr/>
              </p14:nvContentPartPr>
              <p14:xfrm>
                <a:off x="7567785" y="3749700"/>
                <a:ext cx="369360" cy="161640"/>
              </p14:xfrm>
            </p:contentPart>
          </mc:Choice>
          <mc:Fallback>
            <p:pic>
              <p:nvPicPr>
                <p:cNvPr id="61" name="Ink 60">
                  <a:extLst>
                    <a:ext uri="{FF2B5EF4-FFF2-40B4-BE49-F238E27FC236}">
                      <a16:creationId xmlns:a16="http://schemas.microsoft.com/office/drawing/2014/main" id="{4DD9DA1B-951E-F224-7F26-6DD999D0A05B}"/>
                    </a:ext>
                  </a:extLst>
                </p:cNvPr>
                <p:cNvPicPr/>
                <p:nvPr/>
              </p:nvPicPr>
              <p:blipFill>
                <a:blip r:embed="rId86"/>
                <a:stretch>
                  <a:fillRect/>
                </a:stretch>
              </p:blipFill>
              <p:spPr>
                <a:xfrm>
                  <a:off x="7561665" y="3743580"/>
                  <a:ext cx="38160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62" name="Ink 61">
                  <a:extLst>
                    <a:ext uri="{FF2B5EF4-FFF2-40B4-BE49-F238E27FC236}">
                      <a16:creationId xmlns:a16="http://schemas.microsoft.com/office/drawing/2014/main" id="{FBE3FCD1-1CC7-C910-5AD9-91190B590252}"/>
                    </a:ext>
                  </a:extLst>
                </p14:cNvPr>
                <p14:cNvContentPartPr/>
                <p14:nvPr/>
              </p14:nvContentPartPr>
              <p14:xfrm>
                <a:off x="8049465" y="3456300"/>
                <a:ext cx="36000" cy="456120"/>
              </p14:xfrm>
            </p:contentPart>
          </mc:Choice>
          <mc:Fallback>
            <p:pic>
              <p:nvPicPr>
                <p:cNvPr id="62" name="Ink 61">
                  <a:extLst>
                    <a:ext uri="{FF2B5EF4-FFF2-40B4-BE49-F238E27FC236}">
                      <a16:creationId xmlns:a16="http://schemas.microsoft.com/office/drawing/2014/main" id="{FBE3FCD1-1CC7-C910-5AD9-91190B590252}"/>
                    </a:ext>
                  </a:extLst>
                </p:cNvPr>
                <p:cNvPicPr/>
                <p:nvPr/>
              </p:nvPicPr>
              <p:blipFill>
                <a:blip r:embed="rId88"/>
                <a:stretch>
                  <a:fillRect/>
                </a:stretch>
              </p:blipFill>
              <p:spPr>
                <a:xfrm>
                  <a:off x="8043345" y="3450180"/>
                  <a:ext cx="48240" cy="46836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63" name="Ink 62">
                  <a:extLst>
                    <a:ext uri="{FF2B5EF4-FFF2-40B4-BE49-F238E27FC236}">
                      <a16:creationId xmlns:a16="http://schemas.microsoft.com/office/drawing/2014/main" id="{BF670300-35F0-8D1D-9A94-184D45E93BDF}"/>
                    </a:ext>
                  </a:extLst>
                </p14:cNvPr>
                <p14:cNvContentPartPr/>
                <p14:nvPr/>
              </p14:nvContentPartPr>
              <p14:xfrm>
                <a:off x="8273025" y="3282420"/>
                <a:ext cx="162000" cy="581400"/>
              </p14:xfrm>
            </p:contentPart>
          </mc:Choice>
          <mc:Fallback>
            <p:pic>
              <p:nvPicPr>
                <p:cNvPr id="63" name="Ink 62">
                  <a:extLst>
                    <a:ext uri="{FF2B5EF4-FFF2-40B4-BE49-F238E27FC236}">
                      <a16:creationId xmlns:a16="http://schemas.microsoft.com/office/drawing/2014/main" id="{BF670300-35F0-8D1D-9A94-184D45E93BDF}"/>
                    </a:ext>
                  </a:extLst>
                </p:cNvPr>
                <p:cNvPicPr/>
                <p:nvPr/>
              </p:nvPicPr>
              <p:blipFill>
                <a:blip r:embed="rId90"/>
                <a:stretch>
                  <a:fillRect/>
                </a:stretch>
              </p:blipFill>
              <p:spPr>
                <a:xfrm>
                  <a:off x="8266905" y="3276300"/>
                  <a:ext cx="174240" cy="59364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64" name="Ink 63">
                  <a:extLst>
                    <a:ext uri="{FF2B5EF4-FFF2-40B4-BE49-F238E27FC236}">
                      <a16:creationId xmlns:a16="http://schemas.microsoft.com/office/drawing/2014/main" id="{94A1FC65-658D-9BD0-3AA4-D51871D4D714}"/>
                    </a:ext>
                  </a:extLst>
                </p14:cNvPr>
                <p14:cNvContentPartPr/>
                <p14:nvPr/>
              </p14:nvContentPartPr>
              <p14:xfrm>
                <a:off x="7160625" y="4287900"/>
                <a:ext cx="221760" cy="292680"/>
              </p14:xfrm>
            </p:contentPart>
          </mc:Choice>
          <mc:Fallback>
            <p:pic>
              <p:nvPicPr>
                <p:cNvPr id="64" name="Ink 63">
                  <a:extLst>
                    <a:ext uri="{FF2B5EF4-FFF2-40B4-BE49-F238E27FC236}">
                      <a16:creationId xmlns:a16="http://schemas.microsoft.com/office/drawing/2014/main" id="{94A1FC65-658D-9BD0-3AA4-D51871D4D714}"/>
                    </a:ext>
                  </a:extLst>
                </p:cNvPr>
                <p:cNvPicPr/>
                <p:nvPr/>
              </p:nvPicPr>
              <p:blipFill>
                <a:blip r:embed="rId92"/>
                <a:stretch>
                  <a:fillRect/>
                </a:stretch>
              </p:blipFill>
              <p:spPr>
                <a:xfrm>
                  <a:off x="7154505" y="4281780"/>
                  <a:ext cx="234000" cy="30492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65" name="Ink 64">
                  <a:extLst>
                    <a:ext uri="{FF2B5EF4-FFF2-40B4-BE49-F238E27FC236}">
                      <a16:creationId xmlns:a16="http://schemas.microsoft.com/office/drawing/2014/main" id="{D15FC86C-0197-5CC8-380C-A07C6BE54050}"/>
                    </a:ext>
                  </a:extLst>
                </p14:cNvPr>
                <p14:cNvContentPartPr/>
                <p14:nvPr/>
              </p14:nvContentPartPr>
              <p14:xfrm>
                <a:off x="7536465" y="4146420"/>
                <a:ext cx="331200" cy="350640"/>
              </p14:xfrm>
            </p:contentPart>
          </mc:Choice>
          <mc:Fallback>
            <p:pic>
              <p:nvPicPr>
                <p:cNvPr id="65" name="Ink 64">
                  <a:extLst>
                    <a:ext uri="{FF2B5EF4-FFF2-40B4-BE49-F238E27FC236}">
                      <a16:creationId xmlns:a16="http://schemas.microsoft.com/office/drawing/2014/main" id="{D15FC86C-0197-5CC8-380C-A07C6BE54050}"/>
                    </a:ext>
                  </a:extLst>
                </p:cNvPr>
                <p:cNvPicPr/>
                <p:nvPr/>
              </p:nvPicPr>
              <p:blipFill>
                <a:blip r:embed="rId94"/>
                <a:stretch>
                  <a:fillRect/>
                </a:stretch>
              </p:blipFill>
              <p:spPr>
                <a:xfrm>
                  <a:off x="7530345" y="4140300"/>
                  <a:ext cx="343440" cy="36288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66" name="Ink 65">
                  <a:extLst>
                    <a:ext uri="{FF2B5EF4-FFF2-40B4-BE49-F238E27FC236}">
                      <a16:creationId xmlns:a16="http://schemas.microsoft.com/office/drawing/2014/main" id="{932BFBB6-479B-9501-88B1-1BE6738F9976}"/>
                    </a:ext>
                  </a:extLst>
                </p14:cNvPr>
                <p14:cNvContentPartPr/>
                <p14:nvPr/>
              </p14:nvContentPartPr>
              <p14:xfrm>
                <a:off x="8467425" y="3157140"/>
                <a:ext cx="256320" cy="1463400"/>
              </p14:xfrm>
            </p:contentPart>
          </mc:Choice>
          <mc:Fallback>
            <p:pic>
              <p:nvPicPr>
                <p:cNvPr id="66" name="Ink 65">
                  <a:extLst>
                    <a:ext uri="{FF2B5EF4-FFF2-40B4-BE49-F238E27FC236}">
                      <a16:creationId xmlns:a16="http://schemas.microsoft.com/office/drawing/2014/main" id="{932BFBB6-479B-9501-88B1-1BE6738F9976}"/>
                    </a:ext>
                  </a:extLst>
                </p:cNvPr>
                <p:cNvPicPr/>
                <p:nvPr/>
              </p:nvPicPr>
              <p:blipFill>
                <a:blip r:embed="rId96"/>
                <a:stretch>
                  <a:fillRect/>
                </a:stretch>
              </p:blipFill>
              <p:spPr>
                <a:xfrm>
                  <a:off x="8461305" y="3151020"/>
                  <a:ext cx="268560" cy="14756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67" name="Ink 66">
                  <a:extLst>
                    <a:ext uri="{FF2B5EF4-FFF2-40B4-BE49-F238E27FC236}">
                      <a16:creationId xmlns:a16="http://schemas.microsoft.com/office/drawing/2014/main" id="{5B14D0A5-BAF5-7EDC-E4FF-2B9AD313EFEB}"/>
                    </a:ext>
                  </a:extLst>
                </p14:cNvPr>
                <p14:cNvContentPartPr/>
                <p14:nvPr/>
              </p14:nvContentPartPr>
              <p14:xfrm>
                <a:off x="6873705" y="3170460"/>
                <a:ext cx="588600" cy="1413000"/>
              </p14:xfrm>
            </p:contentPart>
          </mc:Choice>
          <mc:Fallback>
            <p:pic>
              <p:nvPicPr>
                <p:cNvPr id="67" name="Ink 66">
                  <a:extLst>
                    <a:ext uri="{FF2B5EF4-FFF2-40B4-BE49-F238E27FC236}">
                      <a16:creationId xmlns:a16="http://schemas.microsoft.com/office/drawing/2014/main" id="{5B14D0A5-BAF5-7EDC-E4FF-2B9AD313EFEB}"/>
                    </a:ext>
                  </a:extLst>
                </p:cNvPr>
                <p:cNvPicPr/>
                <p:nvPr/>
              </p:nvPicPr>
              <p:blipFill>
                <a:blip r:embed="rId98"/>
                <a:stretch>
                  <a:fillRect/>
                </a:stretch>
              </p:blipFill>
              <p:spPr>
                <a:xfrm>
                  <a:off x="6867585" y="3164340"/>
                  <a:ext cx="600840" cy="1425240"/>
                </a:xfrm>
                <a:prstGeom prst="rect">
                  <a:avLst/>
                </a:prstGeom>
              </p:spPr>
            </p:pic>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AD925681-36A1-FB89-4B63-362B42865EFD}"/>
            </a:ext>
          </a:extLst>
        </p:cNvPr>
        <p:cNvGrpSpPr/>
        <p:nvPr/>
      </p:nvGrpSpPr>
      <p:grpSpPr>
        <a:xfrm>
          <a:off x="0" y="0"/>
          <a:ext cx="0" cy="0"/>
          <a:chOff x="0" y="0"/>
          <a:chExt cx="0" cy="0"/>
        </a:xfrm>
      </p:grpSpPr>
      <p:sp>
        <p:nvSpPr>
          <p:cNvPr id="91" name="Google Shape;91;p14">
            <a:extLst>
              <a:ext uri="{FF2B5EF4-FFF2-40B4-BE49-F238E27FC236}">
                <a16:creationId xmlns:a16="http://schemas.microsoft.com/office/drawing/2014/main" id="{155AA4A4-1B6C-01FB-74CC-B58498BCB2E8}"/>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What to do when our model is not performing well</a:t>
            </a:r>
            <a:endParaRPr dirty="0"/>
          </a:p>
        </p:txBody>
      </p:sp>
      <p:sp>
        <p:nvSpPr>
          <p:cNvPr id="6" name="TextBox 5">
            <a:extLst>
              <a:ext uri="{FF2B5EF4-FFF2-40B4-BE49-F238E27FC236}">
                <a16:creationId xmlns:a16="http://schemas.microsoft.com/office/drawing/2014/main" id="{639BD47D-508B-9C8F-5482-37768EACF9B3}"/>
              </a:ext>
            </a:extLst>
          </p:cNvPr>
          <p:cNvSpPr txBox="1"/>
          <p:nvPr/>
        </p:nvSpPr>
        <p:spPr>
          <a:xfrm>
            <a:off x="813546" y="1853850"/>
            <a:ext cx="5842748" cy="1345048"/>
          </a:xfrm>
          <a:prstGeom prst="rect">
            <a:avLst/>
          </a:prstGeom>
          <a:noFill/>
        </p:spPr>
        <p:txBody>
          <a:bodyPr wrap="square" rtlCol="0">
            <a:spAutoFit/>
          </a:bodyPr>
          <a:lstStyle>
            <a:defPPr marR="0" lvl="0" algn="l" rtl="0">
              <a:lnSpc>
                <a:spcPct val="100000"/>
              </a:lnSpc>
              <a:spcBef>
                <a:spcPts val="0"/>
              </a:spcBef>
              <a:spcAft>
                <a:spcPts val="0"/>
              </a:spcAft>
            </a:defPPr>
            <a:lvl1pPr>
              <a:defRPr/>
            </a:lvl1pPr>
          </a:lstStyle>
          <a:p>
            <a:pPr marL="285750" indent="-285750">
              <a:lnSpc>
                <a:spcPct val="150000"/>
              </a:lnSpc>
              <a:buFont typeface="Wingdings" panose="05000000000000000000" pitchFamily="2" charset="2"/>
              <a:buChar char="Ø"/>
            </a:pPr>
            <a:r>
              <a:rPr lang="en-GB" b="1" dirty="0"/>
              <a:t>Use a more complicated/more flexible model</a:t>
            </a:r>
          </a:p>
          <a:p>
            <a:pPr marL="285750" indent="-285750">
              <a:lnSpc>
                <a:spcPct val="150000"/>
              </a:lnSpc>
              <a:buFont typeface="Wingdings" panose="05000000000000000000" pitchFamily="2" charset="2"/>
              <a:buChar char="Ø"/>
            </a:pPr>
            <a:r>
              <a:rPr lang="en-GB" b="1" dirty="0"/>
              <a:t>Use a less complicated/less flexible model</a:t>
            </a:r>
          </a:p>
          <a:p>
            <a:pPr marL="285750" indent="-285750">
              <a:lnSpc>
                <a:spcPct val="150000"/>
              </a:lnSpc>
              <a:buFont typeface="Wingdings" panose="05000000000000000000" pitchFamily="2" charset="2"/>
              <a:buChar char="Ø"/>
            </a:pPr>
            <a:r>
              <a:rPr lang="en-GB" b="1" dirty="0"/>
              <a:t>Gather more training samples</a:t>
            </a:r>
          </a:p>
          <a:p>
            <a:pPr marL="285750" indent="-285750">
              <a:lnSpc>
                <a:spcPct val="150000"/>
              </a:lnSpc>
              <a:buFont typeface="Wingdings" panose="05000000000000000000" pitchFamily="2" charset="2"/>
              <a:buChar char="Ø"/>
            </a:pPr>
            <a:r>
              <a:rPr lang="en-GB" b="1" dirty="0"/>
              <a:t>Gather more data to add features to each sample</a:t>
            </a:r>
          </a:p>
        </p:txBody>
      </p:sp>
      <p:sp>
        <p:nvSpPr>
          <p:cNvPr id="7" name="TextBox 6">
            <a:extLst>
              <a:ext uri="{FF2B5EF4-FFF2-40B4-BE49-F238E27FC236}">
                <a16:creationId xmlns:a16="http://schemas.microsoft.com/office/drawing/2014/main" id="{3F8E2FAD-8016-1F41-5C65-CACA3A1A65D3}"/>
              </a:ext>
            </a:extLst>
          </p:cNvPr>
          <p:cNvSpPr txBox="1"/>
          <p:nvPr/>
        </p:nvSpPr>
        <p:spPr>
          <a:xfrm>
            <a:off x="813546" y="3289651"/>
            <a:ext cx="7688699" cy="523220"/>
          </a:xfrm>
          <a:prstGeom prst="rect">
            <a:avLst/>
          </a:prstGeom>
          <a:noFill/>
        </p:spPr>
        <p:txBody>
          <a:bodyPr wrap="square" rtlCol="0">
            <a:spAutoFit/>
          </a:bodyPr>
          <a:lstStyle>
            <a:defPPr marR="0" lvl="0" algn="l" rtl="0">
              <a:lnSpc>
                <a:spcPct val="100000"/>
              </a:lnSpc>
              <a:spcBef>
                <a:spcPts val="0"/>
              </a:spcBef>
              <a:spcAft>
                <a:spcPts val="0"/>
              </a:spcAft>
            </a:defPPr>
            <a:lvl1pPr>
              <a:defRPr/>
            </a:lvl1pPr>
          </a:lstStyle>
          <a:p>
            <a:pPr marL="285750" indent="-285750">
              <a:buFont typeface="Wingdings" panose="05000000000000000000" pitchFamily="2" charset="2"/>
              <a:buChar char="Ø"/>
            </a:pPr>
            <a:r>
              <a:rPr lang="en-GB" dirty="0"/>
              <a:t>However, this is not always the answer as adding a more complicated model will give worse results, and adding more training samples may not improve your results</a:t>
            </a:r>
          </a:p>
        </p:txBody>
      </p:sp>
      <p:sp>
        <p:nvSpPr>
          <p:cNvPr id="8" name="TextBox 7">
            <a:extLst>
              <a:ext uri="{FF2B5EF4-FFF2-40B4-BE49-F238E27FC236}">
                <a16:creationId xmlns:a16="http://schemas.microsoft.com/office/drawing/2014/main" id="{0A44CE59-9B1A-0332-FBA5-8D5FBEEF68A8}"/>
              </a:ext>
            </a:extLst>
          </p:cNvPr>
          <p:cNvSpPr txBox="1"/>
          <p:nvPr/>
        </p:nvSpPr>
        <p:spPr>
          <a:xfrm>
            <a:off x="813546" y="3903624"/>
            <a:ext cx="7688699" cy="954107"/>
          </a:xfrm>
          <a:prstGeom prst="rect">
            <a:avLst/>
          </a:prstGeom>
          <a:noFill/>
        </p:spPr>
        <p:txBody>
          <a:bodyPr wrap="square" rtlCol="0">
            <a:spAutoFit/>
          </a:bodyPr>
          <a:lstStyle>
            <a:defPPr marR="0" lvl="0" algn="l" rtl="0">
              <a:lnSpc>
                <a:spcPct val="100000"/>
              </a:lnSpc>
              <a:spcBef>
                <a:spcPts val="0"/>
              </a:spcBef>
              <a:spcAft>
                <a:spcPts val="0"/>
              </a:spcAft>
            </a:defPPr>
            <a:lvl1pPr>
              <a:defRPr/>
            </a:lvl1pPr>
          </a:lstStyle>
          <a:p>
            <a:pPr marL="285750" indent="-285750">
              <a:buFont typeface="Wingdings" panose="05000000000000000000" pitchFamily="2" charset="2"/>
              <a:buChar char="Ø"/>
            </a:pPr>
            <a:r>
              <a:rPr lang="en-GB" dirty="0"/>
              <a:t>Knowing what to do, to improve your model performance is </a:t>
            </a:r>
            <a:r>
              <a:rPr lang="en-GB" u="sng" dirty="0"/>
              <a:t>what will separate the novice </a:t>
            </a:r>
            <a:r>
              <a:rPr lang="en-GB" dirty="0"/>
              <a:t>from </a:t>
            </a:r>
            <a:r>
              <a:rPr lang="en-GB" u="sng" dirty="0"/>
              <a:t>the pro Data Scientist. </a:t>
            </a:r>
          </a:p>
          <a:p>
            <a:pPr marL="285750" indent="-285750">
              <a:buFont typeface="Wingdings" panose="05000000000000000000" pitchFamily="2" charset="2"/>
              <a:buChar char="Ø"/>
            </a:pPr>
            <a:r>
              <a:rPr lang="en-GB" dirty="0"/>
              <a:t>Later we will also talk about error analysis, in detail, as a way to improve one’s model performance. </a:t>
            </a:r>
          </a:p>
        </p:txBody>
      </p:sp>
    </p:spTree>
    <p:extLst>
      <p:ext uri="{BB962C8B-B14F-4D97-AF65-F5344CB8AC3E}">
        <p14:creationId xmlns:p14="http://schemas.microsoft.com/office/powerpoint/2010/main" val="1854363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 calcmode="lin" valueType="num">
                                      <p:cBhvr additive="base">
                                        <p:cTn id="31"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anim calcmode="lin" valueType="num">
                                      <p:cBhvr additive="base">
                                        <p:cTn id="3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txEl>
                                              <p:pRg st="1" end="1"/>
                                            </p:txEl>
                                          </p:spTgt>
                                        </p:tgtEl>
                                        <p:attrNameLst>
                                          <p:attrName>style.visibility</p:attrName>
                                        </p:attrNameLst>
                                      </p:cBhvr>
                                      <p:to>
                                        <p:strVal val="visible"/>
                                      </p:to>
                                    </p:set>
                                    <p:anim calcmode="lin" valueType="num">
                                      <p:cBhvr additive="base">
                                        <p:cTn id="43"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p:bldP spid="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5DC87376-266C-12BF-CE3F-21BCB45E5FB6}"/>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7C3DDFA3-8C3F-8F38-23BC-28711C6C09D9}"/>
              </a:ext>
            </a:extLst>
          </p:cNvPr>
          <p:cNvSpPr txBox="1">
            <a:spLocks noGrp="1"/>
          </p:cNvSpPr>
          <p:nvPr>
            <p:ph type="title"/>
          </p:nvPr>
        </p:nvSpPr>
        <p:spPr>
          <a:xfrm>
            <a:off x="517144" y="450150"/>
            <a:ext cx="63678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Bias Variance Trade-off</a:t>
            </a:r>
            <a:endParaRPr dirty="0"/>
          </a:p>
        </p:txBody>
      </p:sp>
      <p:sp>
        <p:nvSpPr>
          <p:cNvPr id="68" name="Google Shape;68;p15">
            <a:extLst>
              <a:ext uri="{FF2B5EF4-FFF2-40B4-BE49-F238E27FC236}">
                <a16:creationId xmlns:a16="http://schemas.microsoft.com/office/drawing/2014/main" id="{F596C48A-2AC0-9AE1-65CD-80C3C6BD4F07}"/>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5</a:t>
            </a:fld>
            <a:endParaRPr/>
          </a:p>
        </p:txBody>
      </p:sp>
    </p:spTree>
    <p:extLst>
      <p:ext uri="{BB962C8B-B14F-4D97-AF65-F5344CB8AC3E}">
        <p14:creationId xmlns:p14="http://schemas.microsoft.com/office/powerpoint/2010/main" val="282292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a:extLst>
            <a:ext uri="{FF2B5EF4-FFF2-40B4-BE49-F238E27FC236}">
              <a16:creationId xmlns:a16="http://schemas.microsoft.com/office/drawing/2014/main" id="{307ED1DC-C45C-6EF6-5D4A-5487F78BAED8}"/>
            </a:ext>
          </a:extLst>
        </p:cNvPr>
        <p:cNvGrpSpPr/>
        <p:nvPr/>
      </p:nvGrpSpPr>
      <p:grpSpPr>
        <a:xfrm>
          <a:off x="0" y="0"/>
          <a:ext cx="0" cy="0"/>
          <a:chOff x="0" y="0"/>
          <a:chExt cx="0" cy="0"/>
        </a:xfrm>
      </p:grpSpPr>
      <p:sp>
        <p:nvSpPr>
          <p:cNvPr id="91" name="Google Shape;91;p14">
            <a:extLst>
              <a:ext uri="{FF2B5EF4-FFF2-40B4-BE49-F238E27FC236}">
                <a16:creationId xmlns:a16="http://schemas.microsoft.com/office/drawing/2014/main" id="{F68DC9D4-333A-352E-DDCD-89DC6077A34A}"/>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Overfitting and Underfitting </a:t>
            </a:r>
            <a:endParaRPr dirty="0"/>
          </a:p>
        </p:txBody>
      </p:sp>
      <p:pic>
        <p:nvPicPr>
          <p:cNvPr id="92" name="Google Shape;92;p14">
            <a:extLst>
              <a:ext uri="{FF2B5EF4-FFF2-40B4-BE49-F238E27FC236}">
                <a16:creationId xmlns:a16="http://schemas.microsoft.com/office/drawing/2014/main" id="{21C011AB-4DE0-DB82-A2A1-0228C6A4373D}"/>
              </a:ext>
            </a:extLst>
          </p:cNvPr>
          <p:cNvPicPr preferRelativeResize="0"/>
          <p:nvPr/>
        </p:nvPicPr>
        <p:blipFill>
          <a:blip r:embed="rId3">
            <a:alphaModFix/>
          </a:blip>
          <a:srcRect b="24098"/>
          <a:stretch/>
        </p:blipFill>
        <p:spPr>
          <a:xfrm>
            <a:off x="620925" y="2428839"/>
            <a:ext cx="7905750" cy="2335186"/>
          </a:xfrm>
          <a:prstGeom prst="rect">
            <a:avLst/>
          </a:prstGeom>
          <a:noFill/>
          <a:ln>
            <a:noFill/>
          </a:ln>
        </p:spPr>
      </p:pic>
      <mc:AlternateContent xmlns:mc="http://schemas.openxmlformats.org/markup-compatibility/2006">
        <mc:Choice xmlns:p14="http://schemas.microsoft.com/office/powerpoint/2010/main" Requires="p14">
          <p:contentPart p14:bwMode="auto" r:id="rId4">
            <p14:nvContentPartPr>
              <p14:cNvPr id="35" name="Ink 34">
                <a:extLst>
                  <a:ext uri="{FF2B5EF4-FFF2-40B4-BE49-F238E27FC236}">
                    <a16:creationId xmlns:a16="http://schemas.microsoft.com/office/drawing/2014/main" id="{F04CF1E4-3FC9-BCA6-627C-344B0A275286}"/>
                  </a:ext>
                </a:extLst>
              </p14:cNvPr>
              <p14:cNvContentPartPr/>
              <p14:nvPr/>
            </p14:nvContentPartPr>
            <p14:xfrm>
              <a:off x="1029156" y="2914979"/>
              <a:ext cx="2021400" cy="758160"/>
            </p14:xfrm>
          </p:contentPart>
        </mc:Choice>
        <mc:Fallback>
          <p:pic>
            <p:nvPicPr>
              <p:cNvPr id="35" name="Ink 34">
                <a:extLst>
                  <a:ext uri="{FF2B5EF4-FFF2-40B4-BE49-F238E27FC236}">
                    <a16:creationId xmlns:a16="http://schemas.microsoft.com/office/drawing/2014/main" id="{F04CF1E4-3FC9-BCA6-627C-344B0A275286}"/>
                  </a:ext>
                </a:extLst>
              </p:cNvPr>
              <p:cNvPicPr/>
              <p:nvPr/>
            </p:nvPicPr>
            <p:blipFill>
              <a:blip r:embed="rId5"/>
              <a:stretch>
                <a:fillRect/>
              </a:stretch>
            </p:blipFill>
            <p:spPr>
              <a:xfrm>
                <a:off x="1023036" y="2908859"/>
                <a:ext cx="2033640" cy="7704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7" name="Ink 36">
                <a:extLst>
                  <a:ext uri="{FF2B5EF4-FFF2-40B4-BE49-F238E27FC236}">
                    <a16:creationId xmlns:a16="http://schemas.microsoft.com/office/drawing/2014/main" id="{D41F431F-0134-2BC5-F61F-AA0591387217}"/>
                  </a:ext>
                </a:extLst>
              </p14:cNvPr>
              <p14:cNvContentPartPr/>
              <p14:nvPr/>
            </p14:nvContentPartPr>
            <p14:xfrm>
              <a:off x="6390276" y="4033139"/>
              <a:ext cx="1789560" cy="968760"/>
            </p14:xfrm>
          </p:contentPart>
        </mc:Choice>
        <mc:Fallback>
          <p:pic>
            <p:nvPicPr>
              <p:cNvPr id="37" name="Ink 36">
                <a:extLst>
                  <a:ext uri="{FF2B5EF4-FFF2-40B4-BE49-F238E27FC236}">
                    <a16:creationId xmlns:a16="http://schemas.microsoft.com/office/drawing/2014/main" id="{D41F431F-0134-2BC5-F61F-AA0591387217}"/>
                  </a:ext>
                </a:extLst>
              </p:cNvPr>
              <p:cNvPicPr/>
              <p:nvPr/>
            </p:nvPicPr>
            <p:blipFill>
              <a:blip r:embed="rId7"/>
              <a:stretch>
                <a:fillRect/>
              </a:stretch>
            </p:blipFill>
            <p:spPr>
              <a:xfrm>
                <a:off x="6384156" y="4027019"/>
                <a:ext cx="1801800" cy="981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38" name="Ink 37">
                <a:extLst>
                  <a:ext uri="{FF2B5EF4-FFF2-40B4-BE49-F238E27FC236}">
                    <a16:creationId xmlns:a16="http://schemas.microsoft.com/office/drawing/2014/main" id="{FD323382-5AAA-FF66-CCDA-9BEBFC25E40F}"/>
                  </a:ext>
                </a:extLst>
              </p14:cNvPr>
              <p14:cNvContentPartPr/>
              <p14:nvPr/>
            </p14:nvContentPartPr>
            <p14:xfrm>
              <a:off x="3566436" y="4130339"/>
              <a:ext cx="2013480" cy="1163160"/>
            </p14:xfrm>
          </p:contentPart>
        </mc:Choice>
        <mc:Fallback>
          <p:pic>
            <p:nvPicPr>
              <p:cNvPr id="38" name="Ink 37">
                <a:extLst>
                  <a:ext uri="{FF2B5EF4-FFF2-40B4-BE49-F238E27FC236}">
                    <a16:creationId xmlns:a16="http://schemas.microsoft.com/office/drawing/2014/main" id="{FD323382-5AAA-FF66-CCDA-9BEBFC25E40F}"/>
                  </a:ext>
                </a:extLst>
              </p:cNvPr>
              <p:cNvPicPr/>
              <p:nvPr/>
            </p:nvPicPr>
            <p:blipFill>
              <a:blip r:embed="rId9"/>
              <a:stretch>
                <a:fillRect/>
              </a:stretch>
            </p:blipFill>
            <p:spPr>
              <a:xfrm>
                <a:off x="3560316" y="4124219"/>
                <a:ext cx="2025720" cy="11754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 name="Ink 1">
                <a:extLst>
                  <a:ext uri="{FF2B5EF4-FFF2-40B4-BE49-F238E27FC236}">
                    <a16:creationId xmlns:a16="http://schemas.microsoft.com/office/drawing/2014/main" id="{92D16DCC-3E23-6C6E-4595-F18E9E0AB1B3}"/>
                  </a:ext>
                </a:extLst>
              </p14:cNvPr>
              <p14:cNvContentPartPr/>
              <p14:nvPr/>
            </p14:nvContentPartPr>
            <p14:xfrm>
              <a:off x="1586385" y="3180180"/>
              <a:ext cx="9000" cy="10800"/>
            </p14:xfrm>
          </p:contentPart>
        </mc:Choice>
        <mc:Fallback>
          <p:pic>
            <p:nvPicPr>
              <p:cNvPr id="2" name="Ink 1">
                <a:extLst>
                  <a:ext uri="{FF2B5EF4-FFF2-40B4-BE49-F238E27FC236}">
                    <a16:creationId xmlns:a16="http://schemas.microsoft.com/office/drawing/2014/main" id="{92D16DCC-3E23-6C6E-4595-F18E9E0AB1B3}"/>
                  </a:ext>
                </a:extLst>
              </p:cNvPr>
              <p:cNvPicPr/>
              <p:nvPr/>
            </p:nvPicPr>
            <p:blipFill>
              <a:blip r:embed="rId11"/>
              <a:stretch>
                <a:fillRect/>
              </a:stretch>
            </p:blipFill>
            <p:spPr>
              <a:xfrm>
                <a:off x="1580265" y="3174060"/>
                <a:ext cx="2124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 name="Ink 2">
                <a:extLst>
                  <a:ext uri="{FF2B5EF4-FFF2-40B4-BE49-F238E27FC236}">
                    <a16:creationId xmlns:a16="http://schemas.microsoft.com/office/drawing/2014/main" id="{5F8F532D-E88A-1BCE-D254-29A1F12E96C9}"/>
                  </a:ext>
                </a:extLst>
              </p14:cNvPr>
              <p14:cNvContentPartPr/>
              <p14:nvPr/>
            </p14:nvContentPartPr>
            <p14:xfrm>
              <a:off x="1546065" y="3167220"/>
              <a:ext cx="131760" cy="132120"/>
            </p14:xfrm>
          </p:contentPart>
        </mc:Choice>
        <mc:Fallback>
          <p:pic>
            <p:nvPicPr>
              <p:cNvPr id="3" name="Ink 2">
                <a:extLst>
                  <a:ext uri="{FF2B5EF4-FFF2-40B4-BE49-F238E27FC236}">
                    <a16:creationId xmlns:a16="http://schemas.microsoft.com/office/drawing/2014/main" id="{5F8F532D-E88A-1BCE-D254-29A1F12E96C9}"/>
                  </a:ext>
                </a:extLst>
              </p:cNvPr>
              <p:cNvPicPr/>
              <p:nvPr/>
            </p:nvPicPr>
            <p:blipFill>
              <a:blip r:embed="rId13"/>
              <a:stretch>
                <a:fillRect/>
              </a:stretch>
            </p:blipFill>
            <p:spPr>
              <a:xfrm>
                <a:off x="1539945" y="3161100"/>
                <a:ext cx="144000" cy="1443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5" name="Ink 4">
                <a:extLst>
                  <a:ext uri="{FF2B5EF4-FFF2-40B4-BE49-F238E27FC236}">
                    <a16:creationId xmlns:a16="http://schemas.microsoft.com/office/drawing/2014/main" id="{43F86DF4-76A0-CAA4-FC65-92963E5AF1C8}"/>
                  </a:ext>
                </a:extLst>
              </p14:cNvPr>
              <p14:cNvContentPartPr/>
              <p14:nvPr/>
            </p14:nvContentPartPr>
            <p14:xfrm>
              <a:off x="1609425" y="3610380"/>
              <a:ext cx="43200" cy="332280"/>
            </p14:xfrm>
          </p:contentPart>
        </mc:Choice>
        <mc:Fallback>
          <p:pic>
            <p:nvPicPr>
              <p:cNvPr id="5" name="Ink 4">
                <a:extLst>
                  <a:ext uri="{FF2B5EF4-FFF2-40B4-BE49-F238E27FC236}">
                    <a16:creationId xmlns:a16="http://schemas.microsoft.com/office/drawing/2014/main" id="{43F86DF4-76A0-CAA4-FC65-92963E5AF1C8}"/>
                  </a:ext>
                </a:extLst>
              </p:cNvPr>
              <p:cNvPicPr/>
              <p:nvPr/>
            </p:nvPicPr>
            <p:blipFill>
              <a:blip r:embed="rId15"/>
              <a:stretch>
                <a:fillRect/>
              </a:stretch>
            </p:blipFill>
            <p:spPr>
              <a:xfrm>
                <a:off x="1603305" y="3604260"/>
                <a:ext cx="55440" cy="3445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6" name="Ink 5">
                <a:extLst>
                  <a:ext uri="{FF2B5EF4-FFF2-40B4-BE49-F238E27FC236}">
                    <a16:creationId xmlns:a16="http://schemas.microsoft.com/office/drawing/2014/main" id="{80358014-8D6C-B354-8F5E-1A47C890A585}"/>
                  </a:ext>
                </a:extLst>
              </p14:cNvPr>
              <p14:cNvContentPartPr/>
              <p14:nvPr/>
            </p14:nvContentPartPr>
            <p14:xfrm>
              <a:off x="1613025" y="3619380"/>
              <a:ext cx="28080" cy="333720"/>
            </p14:xfrm>
          </p:contentPart>
        </mc:Choice>
        <mc:Fallback>
          <p:pic>
            <p:nvPicPr>
              <p:cNvPr id="6" name="Ink 5">
                <a:extLst>
                  <a:ext uri="{FF2B5EF4-FFF2-40B4-BE49-F238E27FC236}">
                    <a16:creationId xmlns:a16="http://schemas.microsoft.com/office/drawing/2014/main" id="{80358014-8D6C-B354-8F5E-1A47C890A585}"/>
                  </a:ext>
                </a:extLst>
              </p:cNvPr>
              <p:cNvPicPr/>
              <p:nvPr/>
            </p:nvPicPr>
            <p:blipFill>
              <a:blip r:embed="rId17"/>
              <a:stretch>
                <a:fillRect/>
              </a:stretch>
            </p:blipFill>
            <p:spPr>
              <a:xfrm>
                <a:off x="1606905" y="3613260"/>
                <a:ext cx="40320" cy="3459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7" name="Ink 6">
                <a:extLst>
                  <a:ext uri="{FF2B5EF4-FFF2-40B4-BE49-F238E27FC236}">
                    <a16:creationId xmlns:a16="http://schemas.microsoft.com/office/drawing/2014/main" id="{B9A5BCB6-3747-364C-F123-389D9BF57339}"/>
                  </a:ext>
                </a:extLst>
              </p14:cNvPr>
              <p14:cNvContentPartPr/>
              <p14:nvPr/>
            </p14:nvContentPartPr>
            <p14:xfrm>
              <a:off x="1597185" y="3619740"/>
              <a:ext cx="56880" cy="264960"/>
            </p14:xfrm>
          </p:contentPart>
        </mc:Choice>
        <mc:Fallback>
          <p:pic>
            <p:nvPicPr>
              <p:cNvPr id="7" name="Ink 6">
                <a:extLst>
                  <a:ext uri="{FF2B5EF4-FFF2-40B4-BE49-F238E27FC236}">
                    <a16:creationId xmlns:a16="http://schemas.microsoft.com/office/drawing/2014/main" id="{B9A5BCB6-3747-364C-F123-389D9BF57339}"/>
                  </a:ext>
                </a:extLst>
              </p:cNvPr>
              <p:cNvPicPr/>
              <p:nvPr/>
            </p:nvPicPr>
            <p:blipFill>
              <a:blip r:embed="rId19"/>
              <a:stretch>
                <a:fillRect/>
              </a:stretch>
            </p:blipFill>
            <p:spPr>
              <a:xfrm>
                <a:off x="1591065" y="3613620"/>
                <a:ext cx="69120" cy="2772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 name="Ink 7">
                <a:extLst>
                  <a:ext uri="{FF2B5EF4-FFF2-40B4-BE49-F238E27FC236}">
                    <a16:creationId xmlns:a16="http://schemas.microsoft.com/office/drawing/2014/main" id="{B2762525-94C6-3A1D-41BC-59BF8156BC43}"/>
                  </a:ext>
                </a:extLst>
              </p14:cNvPr>
              <p14:cNvContentPartPr/>
              <p14:nvPr/>
            </p14:nvContentPartPr>
            <p14:xfrm>
              <a:off x="1590705" y="3648540"/>
              <a:ext cx="16560" cy="213120"/>
            </p14:xfrm>
          </p:contentPart>
        </mc:Choice>
        <mc:Fallback>
          <p:pic>
            <p:nvPicPr>
              <p:cNvPr id="8" name="Ink 7">
                <a:extLst>
                  <a:ext uri="{FF2B5EF4-FFF2-40B4-BE49-F238E27FC236}">
                    <a16:creationId xmlns:a16="http://schemas.microsoft.com/office/drawing/2014/main" id="{B2762525-94C6-3A1D-41BC-59BF8156BC43}"/>
                  </a:ext>
                </a:extLst>
              </p:cNvPr>
              <p:cNvPicPr/>
              <p:nvPr/>
            </p:nvPicPr>
            <p:blipFill>
              <a:blip r:embed="rId21"/>
              <a:stretch>
                <a:fillRect/>
              </a:stretch>
            </p:blipFill>
            <p:spPr>
              <a:xfrm>
                <a:off x="1584585" y="3642420"/>
                <a:ext cx="2880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9" name="Ink 8">
                <a:extLst>
                  <a:ext uri="{FF2B5EF4-FFF2-40B4-BE49-F238E27FC236}">
                    <a16:creationId xmlns:a16="http://schemas.microsoft.com/office/drawing/2014/main" id="{80E2A862-2D29-EF39-9403-A9B12EAA975E}"/>
                  </a:ext>
                </a:extLst>
              </p14:cNvPr>
              <p14:cNvContentPartPr/>
              <p14:nvPr/>
            </p14:nvContentPartPr>
            <p14:xfrm>
              <a:off x="1633185" y="3654660"/>
              <a:ext cx="48960" cy="211320"/>
            </p14:xfrm>
          </p:contentPart>
        </mc:Choice>
        <mc:Fallback>
          <p:pic>
            <p:nvPicPr>
              <p:cNvPr id="9" name="Ink 8">
                <a:extLst>
                  <a:ext uri="{FF2B5EF4-FFF2-40B4-BE49-F238E27FC236}">
                    <a16:creationId xmlns:a16="http://schemas.microsoft.com/office/drawing/2014/main" id="{80E2A862-2D29-EF39-9403-A9B12EAA975E}"/>
                  </a:ext>
                </a:extLst>
              </p:cNvPr>
              <p:cNvPicPr/>
              <p:nvPr/>
            </p:nvPicPr>
            <p:blipFill>
              <a:blip r:embed="rId23"/>
              <a:stretch>
                <a:fillRect/>
              </a:stretch>
            </p:blipFill>
            <p:spPr>
              <a:xfrm>
                <a:off x="1627065" y="3648540"/>
                <a:ext cx="6120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1" name="Ink 10">
                <a:extLst>
                  <a:ext uri="{FF2B5EF4-FFF2-40B4-BE49-F238E27FC236}">
                    <a16:creationId xmlns:a16="http://schemas.microsoft.com/office/drawing/2014/main" id="{97C1CBC4-74D3-8D17-E409-64AB9B21B4FF}"/>
                  </a:ext>
                </a:extLst>
              </p14:cNvPr>
              <p14:cNvContentPartPr/>
              <p14:nvPr/>
            </p14:nvContentPartPr>
            <p14:xfrm>
              <a:off x="1547505" y="3203940"/>
              <a:ext cx="65520" cy="420480"/>
            </p14:xfrm>
          </p:contentPart>
        </mc:Choice>
        <mc:Fallback>
          <p:pic>
            <p:nvPicPr>
              <p:cNvPr id="11" name="Ink 10">
                <a:extLst>
                  <a:ext uri="{FF2B5EF4-FFF2-40B4-BE49-F238E27FC236}">
                    <a16:creationId xmlns:a16="http://schemas.microsoft.com/office/drawing/2014/main" id="{97C1CBC4-74D3-8D17-E409-64AB9B21B4FF}"/>
                  </a:ext>
                </a:extLst>
              </p:cNvPr>
              <p:cNvPicPr/>
              <p:nvPr/>
            </p:nvPicPr>
            <p:blipFill>
              <a:blip r:embed="rId25"/>
              <a:stretch>
                <a:fillRect/>
              </a:stretch>
            </p:blipFill>
            <p:spPr>
              <a:xfrm>
                <a:off x="1541385" y="3197820"/>
                <a:ext cx="77760" cy="43272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2" name="Ink 11">
                <a:extLst>
                  <a:ext uri="{FF2B5EF4-FFF2-40B4-BE49-F238E27FC236}">
                    <a16:creationId xmlns:a16="http://schemas.microsoft.com/office/drawing/2014/main" id="{20EA1EE9-9327-13E8-5B6E-6AF1179B8291}"/>
                  </a:ext>
                </a:extLst>
              </p14:cNvPr>
              <p14:cNvContentPartPr/>
              <p14:nvPr/>
            </p14:nvContentPartPr>
            <p14:xfrm>
              <a:off x="1605105" y="3136260"/>
              <a:ext cx="19080" cy="55080"/>
            </p14:xfrm>
          </p:contentPart>
        </mc:Choice>
        <mc:Fallback>
          <p:pic>
            <p:nvPicPr>
              <p:cNvPr id="12" name="Ink 11">
                <a:extLst>
                  <a:ext uri="{FF2B5EF4-FFF2-40B4-BE49-F238E27FC236}">
                    <a16:creationId xmlns:a16="http://schemas.microsoft.com/office/drawing/2014/main" id="{20EA1EE9-9327-13E8-5B6E-6AF1179B8291}"/>
                  </a:ext>
                </a:extLst>
              </p:cNvPr>
              <p:cNvPicPr/>
              <p:nvPr/>
            </p:nvPicPr>
            <p:blipFill>
              <a:blip r:embed="rId27"/>
              <a:stretch>
                <a:fillRect/>
              </a:stretch>
            </p:blipFill>
            <p:spPr>
              <a:xfrm>
                <a:off x="1598985" y="3130140"/>
                <a:ext cx="31320" cy="673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3" name="Ink 12">
                <a:extLst>
                  <a:ext uri="{FF2B5EF4-FFF2-40B4-BE49-F238E27FC236}">
                    <a16:creationId xmlns:a16="http://schemas.microsoft.com/office/drawing/2014/main" id="{56160ED2-C830-6B3E-0EB1-5E431CD33547}"/>
                  </a:ext>
                </a:extLst>
              </p14:cNvPr>
              <p14:cNvContentPartPr/>
              <p14:nvPr/>
            </p14:nvContentPartPr>
            <p14:xfrm>
              <a:off x="1608705" y="3081900"/>
              <a:ext cx="12960" cy="100080"/>
            </p14:xfrm>
          </p:contentPart>
        </mc:Choice>
        <mc:Fallback>
          <p:pic>
            <p:nvPicPr>
              <p:cNvPr id="13" name="Ink 12">
                <a:extLst>
                  <a:ext uri="{FF2B5EF4-FFF2-40B4-BE49-F238E27FC236}">
                    <a16:creationId xmlns:a16="http://schemas.microsoft.com/office/drawing/2014/main" id="{56160ED2-C830-6B3E-0EB1-5E431CD33547}"/>
                  </a:ext>
                </a:extLst>
              </p:cNvPr>
              <p:cNvPicPr/>
              <p:nvPr/>
            </p:nvPicPr>
            <p:blipFill>
              <a:blip r:embed="rId29"/>
              <a:stretch>
                <a:fillRect/>
              </a:stretch>
            </p:blipFill>
            <p:spPr>
              <a:xfrm>
                <a:off x="1602585" y="3075780"/>
                <a:ext cx="2520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5" name="Ink 14">
                <a:extLst>
                  <a:ext uri="{FF2B5EF4-FFF2-40B4-BE49-F238E27FC236}">
                    <a16:creationId xmlns:a16="http://schemas.microsoft.com/office/drawing/2014/main" id="{75117B81-8B88-9E56-E750-D36F48BB32EC}"/>
                  </a:ext>
                </a:extLst>
              </p14:cNvPr>
              <p14:cNvContentPartPr/>
              <p14:nvPr/>
            </p14:nvContentPartPr>
            <p14:xfrm>
              <a:off x="831465" y="3104580"/>
              <a:ext cx="758520" cy="60480"/>
            </p14:xfrm>
          </p:contentPart>
        </mc:Choice>
        <mc:Fallback>
          <p:pic>
            <p:nvPicPr>
              <p:cNvPr id="15" name="Ink 14">
                <a:extLst>
                  <a:ext uri="{FF2B5EF4-FFF2-40B4-BE49-F238E27FC236}">
                    <a16:creationId xmlns:a16="http://schemas.microsoft.com/office/drawing/2014/main" id="{75117B81-8B88-9E56-E750-D36F48BB32EC}"/>
                  </a:ext>
                </a:extLst>
              </p:cNvPr>
              <p:cNvPicPr/>
              <p:nvPr/>
            </p:nvPicPr>
            <p:blipFill>
              <a:blip r:embed="rId31"/>
              <a:stretch>
                <a:fillRect/>
              </a:stretch>
            </p:blipFill>
            <p:spPr>
              <a:xfrm>
                <a:off x="825345" y="3098460"/>
                <a:ext cx="770760" cy="727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6" name="Ink 15">
                <a:extLst>
                  <a:ext uri="{FF2B5EF4-FFF2-40B4-BE49-F238E27FC236}">
                    <a16:creationId xmlns:a16="http://schemas.microsoft.com/office/drawing/2014/main" id="{C52C7515-055D-E8E9-D8B8-318ABDF8E78C}"/>
                  </a:ext>
                </a:extLst>
              </p14:cNvPr>
              <p14:cNvContentPartPr/>
              <p14:nvPr/>
            </p14:nvContentPartPr>
            <p14:xfrm>
              <a:off x="857385" y="3157860"/>
              <a:ext cx="736200" cy="73440"/>
            </p14:xfrm>
          </p:contentPart>
        </mc:Choice>
        <mc:Fallback>
          <p:pic>
            <p:nvPicPr>
              <p:cNvPr id="16" name="Ink 15">
                <a:extLst>
                  <a:ext uri="{FF2B5EF4-FFF2-40B4-BE49-F238E27FC236}">
                    <a16:creationId xmlns:a16="http://schemas.microsoft.com/office/drawing/2014/main" id="{C52C7515-055D-E8E9-D8B8-318ABDF8E78C}"/>
                  </a:ext>
                </a:extLst>
              </p:cNvPr>
              <p:cNvPicPr/>
              <p:nvPr/>
            </p:nvPicPr>
            <p:blipFill>
              <a:blip r:embed="rId33"/>
              <a:stretch>
                <a:fillRect/>
              </a:stretch>
            </p:blipFill>
            <p:spPr>
              <a:xfrm>
                <a:off x="851265" y="3151740"/>
                <a:ext cx="74844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8" name="Ink 17">
                <a:extLst>
                  <a:ext uri="{FF2B5EF4-FFF2-40B4-BE49-F238E27FC236}">
                    <a16:creationId xmlns:a16="http://schemas.microsoft.com/office/drawing/2014/main" id="{669C5CD5-CD60-2D95-5796-D0BE0551C0AE}"/>
                  </a:ext>
                </a:extLst>
              </p14:cNvPr>
              <p14:cNvContentPartPr/>
              <p14:nvPr/>
            </p14:nvContentPartPr>
            <p14:xfrm>
              <a:off x="644985" y="3103140"/>
              <a:ext cx="122040" cy="139320"/>
            </p14:xfrm>
          </p:contentPart>
        </mc:Choice>
        <mc:Fallback>
          <p:pic>
            <p:nvPicPr>
              <p:cNvPr id="18" name="Ink 17">
                <a:extLst>
                  <a:ext uri="{FF2B5EF4-FFF2-40B4-BE49-F238E27FC236}">
                    <a16:creationId xmlns:a16="http://schemas.microsoft.com/office/drawing/2014/main" id="{669C5CD5-CD60-2D95-5796-D0BE0551C0AE}"/>
                  </a:ext>
                </a:extLst>
              </p:cNvPr>
              <p:cNvPicPr/>
              <p:nvPr/>
            </p:nvPicPr>
            <p:blipFill>
              <a:blip r:embed="rId35"/>
              <a:stretch>
                <a:fillRect/>
              </a:stretch>
            </p:blipFill>
            <p:spPr>
              <a:xfrm>
                <a:off x="638865" y="3097020"/>
                <a:ext cx="134280" cy="1515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9" name="Ink 18">
                <a:extLst>
                  <a:ext uri="{FF2B5EF4-FFF2-40B4-BE49-F238E27FC236}">
                    <a16:creationId xmlns:a16="http://schemas.microsoft.com/office/drawing/2014/main" id="{468B8BB9-B35D-9CC9-C75E-F390032B4570}"/>
                  </a:ext>
                </a:extLst>
              </p14:cNvPr>
              <p14:cNvContentPartPr/>
              <p14:nvPr/>
            </p14:nvContentPartPr>
            <p14:xfrm>
              <a:off x="736425" y="3152820"/>
              <a:ext cx="13320" cy="149040"/>
            </p14:xfrm>
          </p:contentPart>
        </mc:Choice>
        <mc:Fallback>
          <p:pic>
            <p:nvPicPr>
              <p:cNvPr id="19" name="Ink 18">
                <a:extLst>
                  <a:ext uri="{FF2B5EF4-FFF2-40B4-BE49-F238E27FC236}">
                    <a16:creationId xmlns:a16="http://schemas.microsoft.com/office/drawing/2014/main" id="{468B8BB9-B35D-9CC9-C75E-F390032B4570}"/>
                  </a:ext>
                </a:extLst>
              </p:cNvPr>
              <p:cNvPicPr/>
              <p:nvPr/>
            </p:nvPicPr>
            <p:blipFill>
              <a:blip r:embed="rId37"/>
              <a:stretch>
                <a:fillRect/>
              </a:stretch>
            </p:blipFill>
            <p:spPr>
              <a:xfrm>
                <a:off x="730305" y="3146700"/>
                <a:ext cx="2556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0" name="Ink 19">
                <a:extLst>
                  <a:ext uri="{FF2B5EF4-FFF2-40B4-BE49-F238E27FC236}">
                    <a16:creationId xmlns:a16="http://schemas.microsoft.com/office/drawing/2014/main" id="{42D73DFF-BA5A-ABB6-596F-E80DBA50EE84}"/>
                  </a:ext>
                </a:extLst>
              </p14:cNvPr>
              <p14:cNvContentPartPr/>
              <p14:nvPr/>
            </p14:nvContentPartPr>
            <p14:xfrm>
              <a:off x="682065" y="3101340"/>
              <a:ext cx="196200" cy="222120"/>
            </p14:xfrm>
          </p:contentPart>
        </mc:Choice>
        <mc:Fallback>
          <p:pic>
            <p:nvPicPr>
              <p:cNvPr id="20" name="Ink 19">
                <a:extLst>
                  <a:ext uri="{FF2B5EF4-FFF2-40B4-BE49-F238E27FC236}">
                    <a16:creationId xmlns:a16="http://schemas.microsoft.com/office/drawing/2014/main" id="{42D73DFF-BA5A-ABB6-596F-E80DBA50EE84}"/>
                  </a:ext>
                </a:extLst>
              </p:cNvPr>
              <p:cNvPicPr/>
              <p:nvPr/>
            </p:nvPicPr>
            <p:blipFill>
              <a:blip r:embed="rId39"/>
              <a:stretch>
                <a:fillRect/>
              </a:stretch>
            </p:blipFill>
            <p:spPr>
              <a:xfrm>
                <a:off x="675945" y="3095220"/>
                <a:ext cx="208440" cy="23436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2" name="Ink 21">
                <a:extLst>
                  <a:ext uri="{FF2B5EF4-FFF2-40B4-BE49-F238E27FC236}">
                    <a16:creationId xmlns:a16="http://schemas.microsoft.com/office/drawing/2014/main" id="{7493785E-4D32-3474-880A-D8CAF747D05C}"/>
                  </a:ext>
                </a:extLst>
              </p14:cNvPr>
              <p14:cNvContentPartPr/>
              <p14:nvPr/>
            </p14:nvContentPartPr>
            <p14:xfrm>
              <a:off x="1890225" y="3134820"/>
              <a:ext cx="73080" cy="95040"/>
            </p14:xfrm>
          </p:contentPart>
        </mc:Choice>
        <mc:Fallback>
          <p:pic>
            <p:nvPicPr>
              <p:cNvPr id="22" name="Ink 21">
                <a:extLst>
                  <a:ext uri="{FF2B5EF4-FFF2-40B4-BE49-F238E27FC236}">
                    <a16:creationId xmlns:a16="http://schemas.microsoft.com/office/drawing/2014/main" id="{7493785E-4D32-3474-880A-D8CAF747D05C}"/>
                  </a:ext>
                </a:extLst>
              </p:cNvPr>
              <p:cNvPicPr/>
              <p:nvPr/>
            </p:nvPicPr>
            <p:blipFill>
              <a:blip r:embed="rId41"/>
              <a:stretch>
                <a:fillRect/>
              </a:stretch>
            </p:blipFill>
            <p:spPr>
              <a:xfrm>
                <a:off x="1884105" y="3128700"/>
                <a:ext cx="8532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3" name="Ink 22">
                <a:extLst>
                  <a:ext uri="{FF2B5EF4-FFF2-40B4-BE49-F238E27FC236}">
                    <a16:creationId xmlns:a16="http://schemas.microsoft.com/office/drawing/2014/main" id="{C6EF8273-A9D9-2065-F949-BE3BCB3BFF95}"/>
                  </a:ext>
                </a:extLst>
              </p14:cNvPr>
              <p14:cNvContentPartPr/>
              <p14:nvPr/>
            </p14:nvContentPartPr>
            <p14:xfrm>
              <a:off x="2109825" y="2972460"/>
              <a:ext cx="37440" cy="87840"/>
            </p14:xfrm>
          </p:contentPart>
        </mc:Choice>
        <mc:Fallback>
          <p:pic>
            <p:nvPicPr>
              <p:cNvPr id="23" name="Ink 22">
                <a:extLst>
                  <a:ext uri="{FF2B5EF4-FFF2-40B4-BE49-F238E27FC236}">
                    <a16:creationId xmlns:a16="http://schemas.microsoft.com/office/drawing/2014/main" id="{C6EF8273-A9D9-2065-F949-BE3BCB3BFF95}"/>
                  </a:ext>
                </a:extLst>
              </p:cNvPr>
              <p:cNvPicPr/>
              <p:nvPr/>
            </p:nvPicPr>
            <p:blipFill>
              <a:blip r:embed="rId43"/>
              <a:stretch>
                <a:fillRect/>
              </a:stretch>
            </p:blipFill>
            <p:spPr>
              <a:xfrm>
                <a:off x="2103705" y="2966340"/>
                <a:ext cx="49680" cy="1000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4" name="Ink 23">
                <a:extLst>
                  <a:ext uri="{FF2B5EF4-FFF2-40B4-BE49-F238E27FC236}">
                    <a16:creationId xmlns:a16="http://schemas.microsoft.com/office/drawing/2014/main" id="{5D13D025-57E6-C825-E089-23941ECFC097}"/>
                  </a:ext>
                </a:extLst>
              </p14:cNvPr>
              <p14:cNvContentPartPr/>
              <p14:nvPr/>
            </p14:nvContentPartPr>
            <p14:xfrm>
              <a:off x="2183625" y="3232020"/>
              <a:ext cx="121680" cy="157680"/>
            </p14:xfrm>
          </p:contentPart>
        </mc:Choice>
        <mc:Fallback>
          <p:pic>
            <p:nvPicPr>
              <p:cNvPr id="24" name="Ink 23">
                <a:extLst>
                  <a:ext uri="{FF2B5EF4-FFF2-40B4-BE49-F238E27FC236}">
                    <a16:creationId xmlns:a16="http://schemas.microsoft.com/office/drawing/2014/main" id="{5D13D025-57E6-C825-E089-23941ECFC097}"/>
                  </a:ext>
                </a:extLst>
              </p:cNvPr>
              <p:cNvPicPr/>
              <p:nvPr/>
            </p:nvPicPr>
            <p:blipFill>
              <a:blip r:embed="rId45"/>
              <a:stretch>
                <a:fillRect/>
              </a:stretch>
            </p:blipFill>
            <p:spPr>
              <a:xfrm>
                <a:off x="2177505" y="3225900"/>
                <a:ext cx="13392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5" name="Ink 24">
                <a:extLst>
                  <a:ext uri="{FF2B5EF4-FFF2-40B4-BE49-F238E27FC236}">
                    <a16:creationId xmlns:a16="http://schemas.microsoft.com/office/drawing/2014/main" id="{EC3F8A6D-E9F4-C2AD-396C-A02DE59C8D55}"/>
                  </a:ext>
                </a:extLst>
              </p14:cNvPr>
              <p14:cNvContentPartPr/>
              <p14:nvPr/>
            </p14:nvContentPartPr>
            <p14:xfrm>
              <a:off x="2373705" y="3067500"/>
              <a:ext cx="74880" cy="84960"/>
            </p14:xfrm>
          </p:contentPart>
        </mc:Choice>
        <mc:Fallback>
          <p:pic>
            <p:nvPicPr>
              <p:cNvPr id="25" name="Ink 24">
                <a:extLst>
                  <a:ext uri="{FF2B5EF4-FFF2-40B4-BE49-F238E27FC236}">
                    <a16:creationId xmlns:a16="http://schemas.microsoft.com/office/drawing/2014/main" id="{EC3F8A6D-E9F4-C2AD-396C-A02DE59C8D55}"/>
                  </a:ext>
                </a:extLst>
              </p:cNvPr>
              <p:cNvPicPr/>
              <p:nvPr/>
            </p:nvPicPr>
            <p:blipFill>
              <a:blip r:embed="rId47"/>
              <a:stretch>
                <a:fillRect/>
              </a:stretch>
            </p:blipFill>
            <p:spPr>
              <a:xfrm>
                <a:off x="2367585" y="3061380"/>
                <a:ext cx="87120" cy="972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8" name="Ink 27">
                <a:extLst>
                  <a:ext uri="{FF2B5EF4-FFF2-40B4-BE49-F238E27FC236}">
                    <a16:creationId xmlns:a16="http://schemas.microsoft.com/office/drawing/2014/main" id="{A86C1153-A6CF-3972-C538-941191D1EEF2}"/>
                  </a:ext>
                </a:extLst>
              </p14:cNvPr>
              <p14:cNvContentPartPr/>
              <p14:nvPr/>
            </p14:nvContentPartPr>
            <p14:xfrm>
              <a:off x="2698425" y="3214740"/>
              <a:ext cx="114840" cy="96120"/>
            </p14:xfrm>
          </p:contentPart>
        </mc:Choice>
        <mc:Fallback>
          <p:pic>
            <p:nvPicPr>
              <p:cNvPr id="28" name="Ink 27">
                <a:extLst>
                  <a:ext uri="{FF2B5EF4-FFF2-40B4-BE49-F238E27FC236}">
                    <a16:creationId xmlns:a16="http://schemas.microsoft.com/office/drawing/2014/main" id="{A86C1153-A6CF-3972-C538-941191D1EEF2}"/>
                  </a:ext>
                </a:extLst>
              </p:cNvPr>
              <p:cNvPicPr/>
              <p:nvPr/>
            </p:nvPicPr>
            <p:blipFill>
              <a:blip r:embed="rId49"/>
              <a:stretch>
                <a:fillRect/>
              </a:stretch>
            </p:blipFill>
            <p:spPr>
              <a:xfrm>
                <a:off x="2692305" y="3208620"/>
                <a:ext cx="12708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6" name="Ink 25">
                <a:extLst>
                  <a:ext uri="{FF2B5EF4-FFF2-40B4-BE49-F238E27FC236}">
                    <a16:creationId xmlns:a16="http://schemas.microsoft.com/office/drawing/2014/main" id="{9470CBEB-489F-1D79-9A36-2B774D924500}"/>
                  </a:ext>
                </a:extLst>
              </p14:cNvPr>
              <p14:cNvContentPartPr/>
              <p14:nvPr/>
            </p14:nvContentPartPr>
            <p14:xfrm>
              <a:off x="2500065" y="3492300"/>
              <a:ext cx="25920" cy="30960"/>
            </p14:xfrm>
          </p:contentPart>
        </mc:Choice>
        <mc:Fallback>
          <p:pic>
            <p:nvPicPr>
              <p:cNvPr id="26" name="Ink 25">
                <a:extLst>
                  <a:ext uri="{FF2B5EF4-FFF2-40B4-BE49-F238E27FC236}">
                    <a16:creationId xmlns:a16="http://schemas.microsoft.com/office/drawing/2014/main" id="{9470CBEB-489F-1D79-9A36-2B774D924500}"/>
                  </a:ext>
                </a:extLst>
              </p:cNvPr>
              <p:cNvPicPr/>
              <p:nvPr/>
            </p:nvPicPr>
            <p:blipFill>
              <a:blip r:embed="rId51"/>
              <a:stretch>
                <a:fillRect/>
              </a:stretch>
            </p:blipFill>
            <p:spPr>
              <a:xfrm>
                <a:off x="2493945" y="3486180"/>
                <a:ext cx="3816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7" name="Ink 26">
                <a:extLst>
                  <a:ext uri="{FF2B5EF4-FFF2-40B4-BE49-F238E27FC236}">
                    <a16:creationId xmlns:a16="http://schemas.microsoft.com/office/drawing/2014/main" id="{F8D14676-A68C-0CA7-4417-641297F3CB9E}"/>
                  </a:ext>
                </a:extLst>
              </p14:cNvPr>
              <p14:cNvContentPartPr/>
              <p14:nvPr/>
            </p14:nvContentPartPr>
            <p14:xfrm>
              <a:off x="2621385" y="3495180"/>
              <a:ext cx="38520" cy="29520"/>
            </p14:xfrm>
          </p:contentPart>
        </mc:Choice>
        <mc:Fallback>
          <p:pic>
            <p:nvPicPr>
              <p:cNvPr id="27" name="Ink 26">
                <a:extLst>
                  <a:ext uri="{FF2B5EF4-FFF2-40B4-BE49-F238E27FC236}">
                    <a16:creationId xmlns:a16="http://schemas.microsoft.com/office/drawing/2014/main" id="{F8D14676-A68C-0CA7-4417-641297F3CB9E}"/>
                  </a:ext>
                </a:extLst>
              </p:cNvPr>
              <p:cNvPicPr/>
              <p:nvPr/>
            </p:nvPicPr>
            <p:blipFill>
              <a:blip r:embed="rId53"/>
              <a:stretch>
                <a:fillRect/>
              </a:stretch>
            </p:blipFill>
            <p:spPr>
              <a:xfrm>
                <a:off x="2615265" y="3489060"/>
                <a:ext cx="50760" cy="4176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29" name="Ink 28">
                <a:extLst>
                  <a:ext uri="{FF2B5EF4-FFF2-40B4-BE49-F238E27FC236}">
                    <a16:creationId xmlns:a16="http://schemas.microsoft.com/office/drawing/2014/main" id="{F163459B-388F-DA27-C0FC-83D8C286902D}"/>
                  </a:ext>
                </a:extLst>
              </p14:cNvPr>
              <p14:cNvContentPartPr/>
              <p14:nvPr/>
            </p14:nvContentPartPr>
            <p14:xfrm>
              <a:off x="2833425" y="3419220"/>
              <a:ext cx="99360" cy="48240"/>
            </p14:xfrm>
          </p:contentPart>
        </mc:Choice>
        <mc:Fallback>
          <p:pic>
            <p:nvPicPr>
              <p:cNvPr id="29" name="Ink 28">
                <a:extLst>
                  <a:ext uri="{FF2B5EF4-FFF2-40B4-BE49-F238E27FC236}">
                    <a16:creationId xmlns:a16="http://schemas.microsoft.com/office/drawing/2014/main" id="{F163459B-388F-DA27-C0FC-83D8C286902D}"/>
                  </a:ext>
                </a:extLst>
              </p:cNvPr>
              <p:cNvPicPr/>
              <p:nvPr/>
            </p:nvPicPr>
            <p:blipFill>
              <a:blip r:embed="rId55"/>
              <a:stretch>
                <a:fillRect/>
              </a:stretch>
            </p:blipFill>
            <p:spPr>
              <a:xfrm>
                <a:off x="2827305" y="3413100"/>
                <a:ext cx="111600" cy="604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9" name="Ink 38">
                <a:extLst>
                  <a:ext uri="{FF2B5EF4-FFF2-40B4-BE49-F238E27FC236}">
                    <a16:creationId xmlns:a16="http://schemas.microsoft.com/office/drawing/2014/main" id="{3842F8D1-992E-96DD-C216-8D59EC4B2CBA}"/>
                  </a:ext>
                </a:extLst>
              </p14:cNvPr>
              <p14:cNvContentPartPr/>
              <p14:nvPr/>
            </p14:nvContentPartPr>
            <p14:xfrm>
              <a:off x="1348476" y="4066619"/>
              <a:ext cx="1180800" cy="238680"/>
            </p14:xfrm>
          </p:contentPart>
        </mc:Choice>
        <mc:Fallback>
          <p:pic>
            <p:nvPicPr>
              <p:cNvPr id="39" name="Ink 38">
                <a:extLst>
                  <a:ext uri="{FF2B5EF4-FFF2-40B4-BE49-F238E27FC236}">
                    <a16:creationId xmlns:a16="http://schemas.microsoft.com/office/drawing/2014/main" id="{3842F8D1-992E-96DD-C216-8D59EC4B2CBA}"/>
                  </a:ext>
                </a:extLst>
              </p:cNvPr>
              <p:cNvPicPr/>
              <p:nvPr/>
            </p:nvPicPr>
            <p:blipFill>
              <a:blip r:embed="rId57"/>
              <a:stretch>
                <a:fillRect/>
              </a:stretch>
            </p:blipFill>
            <p:spPr>
              <a:xfrm>
                <a:off x="1342356" y="4060499"/>
                <a:ext cx="1193040" cy="2509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40" name="Ink 39">
                <a:extLst>
                  <a:ext uri="{FF2B5EF4-FFF2-40B4-BE49-F238E27FC236}">
                    <a16:creationId xmlns:a16="http://schemas.microsoft.com/office/drawing/2014/main" id="{8D27085A-A131-3B4E-ED18-E890E98A100C}"/>
                  </a:ext>
                </a:extLst>
              </p14:cNvPr>
              <p14:cNvContentPartPr/>
              <p14:nvPr/>
            </p14:nvContentPartPr>
            <p14:xfrm>
              <a:off x="1049676" y="4185419"/>
              <a:ext cx="1391400" cy="844200"/>
            </p14:xfrm>
          </p:contentPart>
        </mc:Choice>
        <mc:Fallback>
          <p:pic>
            <p:nvPicPr>
              <p:cNvPr id="40" name="Ink 39">
                <a:extLst>
                  <a:ext uri="{FF2B5EF4-FFF2-40B4-BE49-F238E27FC236}">
                    <a16:creationId xmlns:a16="http://schemas.microsoft.com/office/drawing/2014/main" id="{8D27085A-A131-3B4E-ED18-E890E98A100C}"/>
                  </a:ext>
                </a:extLst>
              </p:cNvPr>
              <p:cNvPicPr/>
              <p:nvPr/>
            </p:nvPicPr>
            <p:blipFill>
              <a:blip r:embed="rId59"/>
              <a:stretch>
                <a:fillRect/>
              </a:stretch>
            </p:blipFill>
            <p:spPr>
              <a:xfrm>
                <a:off x="1043556" y="4179299"/>
                <a:ext cx="1403640" cy="856440"/>
              </a:xfrm>
              <a:prstGeom prst="rect">
                <a:avLst/>
              </a:prstGeom>
            </p:spPr>
          </p:pic>
        </mc:Fallback>
      </mc:AlternateContent>
      <p:grpSp>
        <p:nvGrpSpPr>
          <p:cNvPr id="45" name="Group 44">
            <a:extLst>
              <a:ext uri="{FF2B5EF4-FFF2-40B4-BE49-F238E27FC236}">
                <a16:creationId xmlns:a16="http://schemas.microsoft.com/office/drawing/2014/main" id="{52462043-F119-6C05-A451-C72D157E74A4}"/>
              </a:ext>
            </a:extLst>
          </p:cNvPr>
          <p:cNvGrpSpPr/>
          <p:nvPr/>
        </p:nvGrpSpPr>
        <p:grpSpPr>
          <a:xfrm>
            <a:off x="6967356" y="2878979"/>
            <a:ext cx="1223640" cy="60120"/>
            <a:chOff x="6967356" y="2878979"/>
            <a:chExt cx="1223640" cy="60120"/>
          </a:xfrm>
        </p:grpSpPr>
        <mc:AlternateContent xmlns:mc="http://schemas.openxmlformats.org/markup-compatibility/2006">
          <mc:Choice xmlns:p14="http://schemas.microsoft.com/office/powerpoint/2010/main" Requires="p14">
            <p:contentPart p14:bwMode="auto" r:id="rId60">
              <p14:nvContentPartPr>
                <p14:cNvPr id="43" name="Ink 42">
                  <a:extLst>
                    <a:ext uri="{FF2B5EF4-FFF2-40B4-BE49-F238E27FC236}">
                      <a16:creationId xmlns:a16="http://schemas.microsoft.com/office/drawing/2014/main" id="{D6B4D088-7C85-24E3-39EB-7EBE06B57801}"/>
                    </a:ext>
                  </a:extLst>
                </p14:cNvPr>
                <p14:cNvContentPartPr/>
                <p14:nvPr/>
              </p14:nvContentPartPr>
              <p14:xfrm>
                <a:off x="6967356" y="2878979"/>
                <a:ext cx="285120" cy="60120"/>
              </p14:xfrm>
            </p:contentPart>
          </mc:Choice>
          <mc:Fallback>
            <p:pic>
              <p:nvPicPr>
                <p:cNvPr id="43" name="Ink 42">
                  <a:extLst>
                    <a:ext uri="{FF2B5EF4-FFF2-40B4-BE49-F238E27FC236}">
                      <a16:creationId xmlns:a16="http://schemas.microsoft.com/office/drawing/2014/main" id="{D6B4D088-7C85-24E3-39EB-7EBE06B57801}"/>
                    </a:ext>
                  </a:extLst>
                </p:cNvPr>
                <p:cNvPicPr/>
                <p:nvPr/>
              </p:nvPicPr>
              <p:blipFill>
                <a:blip r:embed="rId61"/>
                <a:stretch>
                  <a:fillRect/>
                </a:stretch>
              </p:blipFill>
              <p:spPr>
                <a:xfrm>
                  <a:off x="6961236" y="2872859"/>
                  <a:ext cx="29736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44" name="Ink 43">
                  <a:extLst>
                    <a:ext uri="{FF2B5EF4-FFF2-40B4-BE49-F238E27FC236}">
                      <a16:creationId xmlns:a16="http://schemas.microsoft.com/office/drawing/2014/main" id="{94CB601E-C159-95C0-8E58-5E5E0EB43C26}"/>
                    </a:ext>
                  </a:extLst>
                </p14:cNvPr>
                <p14:cNvContentPartPr/>
                <p14:nvPr/>
              </p14:nvContentPartPr>
              <p14:xfrm>
                <a:off x="7533996" y="2882579"/>
                <a:ext cx="657000" cy="43200"/>
              </p14:xfrm>
            </p:contentPart>
          </mc:Choice>
          <mc:Fallback>
            <p:pic>
              <p:nvPicPr>
                <p:cNvPr id="44" name="Ink 43">
                  <a:extLst>
                    <a:ext uri="{FF2B5EF4-FFF2-40B4-BE49-F238E27FC236}">
                      <a16:creationId xmlns:a16="http://schemas.microsoft.com/office/drawing/2014/main" id="{94CB601E-C159-95C0-8E58-5E5E0EB43C26}"/>
                    </a:ext>
                  </a:extLst>
                </p:cNvPr>
                <p:cNvPicPr/>
                <p:nvPr/>
              </p:nvPicPr>
              <p:blipFill>
                <a:blip r:embed="rId63"/>
                <a:stretch>
                  <a:fillRect/>
                </a:stretch>
              </p:blipFill>
              <p:spPr>
                <a:xfrm>
                  <a:off x="7527876" y="2876459"/>
                  <a:ext cx="669240" cy="554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4">
            <p14:nvContentPartPr>
              <p14:cNvPr id="46" name="Ink 45">
                <a:extLst>
                  <a:ext uri="{FF2B5EF4-FFF2-40B4-BE49-F238E27FC236}">
                    <a16:creationId xmlns:a16="http://schemas.microsoft.com/office/drawing/2014/main" id="{9CAD48D3-D33F-2043-F0C2-0C431DBC0FB1}"/>
                  </a:ext>
                </a:extLst>
              </p14:cNvPr>
              <p14:cNvContentPartPr/>
              <p14:nvPr/>
            </p14:nvContentPartPr>
            <p14:xfrm>
              <a:off x="2164596" y="2154299"/>
              <a:ext cx="747720" cy="630360"/>
            </p14:xfrm>
          </p:contentPart>
        </mc:Choice>
        <mc:Fallback>
          <p:pic>
            <p:nvPicPr>
              <p:cNvPr id="46" name="Ink 45">
                <a:extLst>
                  <a:ext uri="{FF2B5EF4-FFF2-40B4-BE49-F238E27FC236}">
                    <a16:creationId xmlns:a16="http://schemas.microsoft.com/office/drawing/2014/main" id="{9CAD48D3-D33F-2043-F0C2-0C431DBC0FB1}"/>
                  </a:ext>
                </a:extLst>
              </p:cNvPr>
              <p:cNvPicPr/>
              <p:nvPr/>
            </p:nvPicPr>
            <p:blipFill>
              <a:blip r:embed="rId65"/>
              <a:stretch>
                <a:fillRect/>
              </a:stretch>
            </p:blipFill>
            <p:spPr>
              <a:xfrm>
                <a:off x="2158476" y="2148179"/>
                <a:ext cx="759960" cy="642600"/>
              </a:xfrm>
              <a:prstGeom prst="rect">
                <a:avLst/>
              </a:prstGeom>
            </p:spPr>
          </p:pic>
        </mc:Fallback>
      </mc:AlternateContent>
      <p:grpSp>
        <p:nvGrpSpPr>
          <p:cNvPr id="48" name="Group 47">
            <a:extLst>
              <a:ext uri="{FF2B5EF4-FFF2-40B4-BE49-F238E27FC236}">
                <a16:creationId xmlns:a16="http://schemas.microsoft.com/office/drawing/2014/main" id="{25DE2FE8-0054-735B-88CF-4547119244D9}"/>
              </a:ext>
            </a:extLst>
          </p:cNvPr>
          <p:cNvGrpSpPr/>
          <p:nvPr/>
        </p:nvGrpSpPr>
        <p:grpSpPr>
          <a:xfrm>
            <a:off x="3649236" y="2911019"/>
            <a:ext cx="2162160" cy="955800"/>
            <a:chOff x="3649236" y="2911019"/>
            <a:chExt cx="2162160" cy="955800"/>
          </a:xfrm>
        </p:grpSpPr>
        <mc:AlternateContent xmlns:mc="http://schemas.openxmlformats.org/markup-compatibility/2006">
          <mc:Choice xmlns:p14="http://schemas.microsoft.com/office/powerpoint/2010/main" Requires="p14">
            <p:contentPart p14:bwMode="auto" r:id="rId66">
              <p14:nvContentPartPr>
                <p14:cNvPr id="32" name="Ink 31">
                  <a:extLst>
                    <a:ext uri="{FF2B5EF4-FFF2-40B4-BE49-F238E27FC236}">
                      <a16:creationId xmlns:a16="http://schemas.microsoft.com/office/drawing/2014/main" id="{32A5EA98-ABE0-D8E7-9224-0CC5302E187A}"/>
                    </a:ext>
                  </a:extLst>
                </p14:cNvPr>
                <p14:cNvContentPartPr/>
                <p14:nvPr/>
              </p14:nvContentPartPr>
              <p14:xfrm>
                <a:off x="3649236" y="3052139"/>
                <a:ext cx="2117880" cy="814680"/>
              </p14:xfrm>
            </p:contentPart>
          </mc:Choice>
          <mc:Fallback>
            <p:pic>
              <p:nvPicPr>
                <p:cNvPr id="32" name="Ink 31">
                  <a:extLst>
                    <a:ext uri="{FF2B5EF4-FFF2-40B4-BE49-F238E27FC236}">
                      <a16:creationId xmlns:a16="http://schemas.microsoft.com/office/drawing/2014/main" id="{32A5EA98-ABE0-D8E7-9224-0CC5302E187A}"/>
                    </a:ext>
                  </a:extLst>
                </p:cNvPr>
                <p:cNvPicPr/>
                <p:nvPr/>
              </p:nvPicPr>
              <p:blipFill>
                <a:blip r:embed="rId67"/>
                <a:stretch>
                  <a:fillRect/>
                </a:stretch>
              </p:blipFill>
              <p:spPr>
                <a:xfrm>
                  <a:off x="3643116" y="3046019"/>
                  <a:ext cx="2130120" cy="8269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3" name="Ink 32">
                  <a:extLst>
                    <a:ext uri="{FF2B5EF4-FFF2-40B4-BE49-F238E27FC236}">
                      <a16:creationId xmlns:a16="http://schemas.microsoft.com/office/drawing/2014/main" id="{E1DFF419-2DAB-F234-0941-9042D2D81949}"/>
                    </a:ext>
                  </a:extLst>
                </p14:cNvPr>
                <p14:cNvContentPartPr/>
                <p14:nvPr/>
              </p14:nvContentPartPr>
              <p14:xfrm>
                <a:off x="5451036" y="2911019"/>
                <a:ext cx="360360" cy="415800"/>
              </p14:xfrm>
            </p:contentPart>
          </mc:Choice>
          <mc:Fallback>
            <p:pic>
              <p:nvPicPr>
                <p:cNvPr id="33" name="Ink 32">
                  <a:extLst>
                    <a:ext uri="{FF2B5EF4-FFF2-40B4-BE49-F238E27FC236}">
                      <a16:creationId xmlns:a16="http://schemas.microsoft.com/office/drawing/2014/main" id="{E1DFF419-2DAB-F234-0941-9042D2D81949}"/>
                    </a:ext>
                  </a:extLst>
                </p:cNvPr>
                <p:cNvPicPr/>
                <p:nvPr/>
              </p:nvPicPr>
              <p:blipFill>
                <a:blip r:embed="rId69"/>
                <a:stretch>
                  <a:fillRect/>
                </a:stretch>
              </p:blipFill>
              <p:spPr>
                <a:xfrm>
                  <a:off x="5444916" y="2904899"/>
                  <a:ext cx="372600" cy="42804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47" name="Ink 46">
                  <a:extLst>
                    <a:ext uri="{FF2B5EF4-FFF2-40B4-BE49-F238E27FC236}">
                      <a16:creationId xmlns:a16="http://schemas.microsoft.com/office/drawing/2014/main" id="{D89A4AAD-A9E0-510D-8759-0F2D07290DA5}"/>
                    </a:ext>
                  </a:extLst>
                </p14:cNvPr>
                <p14:cNvContentPartPr/>
                <p14:nvPr/>
              </p14:nvContentPartPr>
              <p14:xfrm>
                <a:off x="3682716" y="3088499"/>
                <a:ext cx="1824480" cy="537120"/>
              </p14:xfrm>
            </p:contentPart>
          </mc:Choice>
          <mc:Fallback>
            <p:pic>
              <p:nvPicPr>
                <p:cNvPr id="47" name="Ink 46">
                  <a:extLst>
                    <a:ext uri="{FF2B5EF4-FFF2-40B4-BE49-F238E27FC236}">
                      <a16:creationId xmlns:a16="http://schemas.microsoft.com/office/drawing/2014/main" id="{D89A4AAD-A9E0-510D-8759-0F2D07290DA5}"/>
                    </a:ext>
                  </a:extLst>
                </p:cNvPr>
                <p:cNvPicPr/>
                <p:nvPr/>
              </p:nvPicPr>
              <p:blipFill>
                <a:blip r:embed="rId71"/>
                <a:stretch>
                  <a:fillRect/>
                </a:stretch>
              </p:blipFill>
              <p:spPr>
                <a:xfrm>
                  <a:off x="3676596" y="3082379"/>
                  <a:ext cx="1836720" cy="549360"/>
                </a:xfrm>
                <a:prstGeom prst="rect">
                  <a:avLst/>
                </a:prstGeom>
              </p:spPr>
            </p:pic>
          </mc:Fallback>
        </mc:AlternateContent>
      </p:grpSp>
    </p:spTree>
    <p:extLst>
      <p:ext uri="{BB962C8B-B14F-4D97-AF65-F5344CB8AC3E}">
        <p14:creationId xmlns:p14="http://schemas.microsoft.com/office/powerpoint/2010/main" val="3096250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Defining Bias and Variance</a:t>
            </a:r>
            <a:endParaRPr/>
          </a:p>
        </p:txBody>
      </p:sp>
      <p:sp>
        <p:nvSpPr>
          <p:cNvPr id="98" name="Google Shape;98;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b="1">
                <a:solidFill>
                  <a:srgbClr val="292929"/>
                </a:solidFill>
                <a:highlight>
                  <a:srgbClr val="FFFFFF"/>
                </a:highlight>
                <a:latin typeface="Arial"/>
                <a:ea typeface="Arial"/>
                <a:cs typeface="Arial"/>
                <a:sym typeface="Arial"/>
              </a:rPr>
              <a:t>What is bias? - </a:t>
            </a:r>
            <a:r>
              <a:rPr lang="en" sz="1500">
                <a:solidFill>
                  <a:srgbClr val="292929"/>
                </a:solidFill>
                <a:highlight>
                  <a:srgbClr val="FFFFFF"/>
                </a:highlight>
                <a:latin typeface="Arial"/>
                <a:ea typeface="Arial"/>
                <a:cs typeface="Arial"/>
                <a:sym typeface="Arial"/>
              </a:rPr>
              <a:t>Bias are the simplifying assumptions made by a model to make the target function easier to learn.</a:t>
            </a:r>
            <a:endParaRPr sz="1500">
              <a:solidFill>
                <a:srgbClr val="292929"/>
              </a:solidFill>
              <a:highlight>
                <a:srgbClr val="FFFFFF"/>
              </a:highlight>
              <a:latin typeface="Arial"/>
              <a:ea typeface="Arial"/>
              <a:cs typeface="Arial"/>
              <a:sym typeface="Arial"/>
            </a:endParaRPr>
          </a:p>
          <a:p>
            <a:pPr marL="0" lvl="0" indent="0" algn="l" rtl="0">
              <a:spcBef>
                <a:spcPts val="1200"/>
              </a:spcBef>
              <a:spcAft>
                <a:spcPts val="1200"/>
              </a:spcAft>
              <a:buNone/>
            </a:pPr>
            <a:r>
              <a:rPr lang="en" sz="1500">
                <a:solidFill>
                  <a:srgbClr val="292929"/>
                </a:solidFill>
                <a:highlight>
                  <a:srgbClr val="FFFFFF"/>
                </a:highlight>
                <a:latin typeface="Arial"/>
                <a:ea typeface="Arial"/>
                <a:cs typeface="Arial"/>
                <a:sym typeface="Arial"/>
              </a:rPr>
              <a:t>Model with high bias pays very little attention to the training data and oversimplifies the model. It always leads to high error on training and test data.</a:t>
            </a:r>
            <a:endParaRPr sz="1500">
              <a:solidFill>
                <a:srgbClr val="292929"/>
              </a:solidFill>
              <a:highlight>
                <a:srgbClr val="FFFFFF"/>
              </a:highlight>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F8EBFDD-D8EB-F1C0-FD4B-032ECD1D7467}"/>
                  </a:ext>
                </a:extLst>
              </p14:cNvPr>
              <p14:cNvContentPartPr/>
              <p14:nvPr/>
            </p14:nvContentPartPr>
            <p14:xfrm>
              <a:off x="1667880" y="2376000"/>
              <a:ext cx="5851800" cy="2764800"/>
            </p14:xfrm>
          </p:contentPart>
        </mc:Choice>
        <mc:Fallback xmlns="">
          <p:pic>
            <p:nvPicPr>
              <p:cNvPr id="2" name="Ink 1">
                <a:extLst>
                  <a:ext uri="{FF2B5EF4-FFF2-40B4-BE49-F238E27FC236}">
                    <a16:creationId xmlns:a16="http://schemas.microsoft.com/office/drawing/2014/main" id="{4F8EBFDD-D8EB-F1C0-FD4B-032ECD1D7467}"/>
                  </a:ext>
                </a:extLst>
              </p:cNvPr>
              <p:cNvPicPr/>
              <p:nvPr/>
            </p:nvPicPr>
            <p:blipFill>
              <a:blip r:embed="rId4"/>
              <a:stretch>
                <a:fillRect/>
              </a:stretch>
            </p:blipFill>
            <p:spPr>
              <a:xfrm>
                <a:off x="1658520" y="2366640"/>
                <a:ext cx="5870520" cy="27835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FA04BF7D-DAC2-66D4-51EE-E2762ECDFF6F}"/>
                  </a:ext>
                </a:extLst>
              </p14:cNvPr>
              <p14:cNvContentPartPr/>
              <p14:nvPr/>
            </p14:nvContentPartPr>
            <p14:xfrm>
              <a:off x="3004357" y="3020512"/>
              <a:ext cx="827640" cy="106200"/>
            </p14:xfrm>
          </p:contentPart>
        </mc:Choice>
        <mc:Fallback>
          <p:pic>
            <p:nvPicPr>
              <p:cNvPr id="3" name="Ink 2">
                <a:extLst>
                  <a:ext uri="{FF2B5EF4-FFF2-40B4-BE49-F238E27FC236}">
                    <a16:creationId xmlns:a16="http://schemas.microsoft.com/office/drawing/2014/main" id="{FA04BF7D-DAC2-66D4-51EE-E2762ECDFF6F}"/>
                  </a:ext>
                </a:extLst>
              </p:cNvPr>
              <p:cNvPicPr/>
              <p:nvPr/>
            </p:nvPicPr>
            <p:blipFill>
              <a:blip r:embed="rId6"/>
              <a:stretch>
                <a:fillRect/>
              </a:stretch>
            </p:blipFill>
            <p:spPr>
              <a:xfrm>
                <a:off x="2998237" y="3014392"/>
                <a:ext cx="839880" cy="1184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1208F499-BF08-3255-8B76-236AEDBB502F}"/>
                  </a:ext>
                </a:extLst>
              </p14:cNvPr>
              <p14:cNvContentPartPr/>
              <p14:nvPr/>
            </p14:nvContentPartPr>
            <p14:xfrm>
              <a:off x="5099917" y="3048592"/>
              <a:ext cx="980640" cy="73440"/>
            </p14:xfrm>
          </p:contentPart>
        </mc:Choice>
        <mc:Fallback>
          <p:pic>
            <p:nvPicPr>
              <p:cNvPr id="4" name="Ink 3">
                <a:extLst>
                  <a:ext uri="{FF2B5EF4-FFF2-40B4-BE49-F238E27FC236}">
                    <a16:creationId xmlns:a16="http://schemas.microsoft.com/office/drawing/2014/main" id="{1208F499-BF08-3255-8B76-236AEDBB502F}"/>
                  </a:ext>
                </a:extLst>
              </p:cNvPr>
              <p:cNvPicPr/>
              <p:nvPr/>
            </p:nvPicPr>
            <p:blipFill>
              <a:blip r:embed="rId8"/>
              <a:stretch>
                <a:fillRect/>
              </a:stretch>
            </p:blipFill>
            <p:spPr>
              <a:xfrm>
                <a:off x="5093797" y="3042472"/>
                <a:ext cx="99288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 name="Ink 4">
                <a:extLst>
                  <a:ext uri="{FF2B5EF4-FFF2-40B4-BE49-F238E27FC236}">
                    <a16:creationId xmlns:a16="http://schemas.microsoft.com/office/drawing/2014/main" id="{558D3C0F-7DD1-AD52-959D-47530AAFF6C1}"/>
                  </a:ext>
                </a:extLst>
              </p14:cNvPr>
              <p14:cNvContentPartPr/>
              <p14:nvPr/>
            </p14:nvContentPartPr>
            <p14:xfrm>
              <a:off x="828157" y="3321112"/>
              <a:ext cx="596160" cy="154440"/>
            </p14:xfrm>
          </p:contentPart>
        </mc:Choice>
        <mc:Fallback>
          <p:pic>
            <p:nvPicPr>
              <p:cNvPr id="5" name="Ink 4">
                <a:extLst>
                  <a:ext uri="{FF2B5EF4-FFF2-40B4-BE49-F238E27FC236}">
                    <a16:creationId xmlns:a16="http://schemas.microsoft.com/office/drawing/2014/main" id="{558D3C0F-7DD1-AD52-959D-47530AAFF6C1}"/>
                  </a:ext>
                </a:extLst>
              </p:cNvPr>
              <p:cNvPicPr/>
              <p:nvPr/>
            </p:nvPicPr>
            <p:blipFill>
              <a:blip r:embed="rId10"/>
              <a:stretch>
                <a:fillRect/>
              </a:stretch>
            </p:blipFill>
            <p:spPr>
              <a:xfrm>
                <a:off x="822037" y="3314992"/>
                <a:ext cx="608400" cy="166680"/>
              </a:xfrm>
              <a:prstGeom prst="rect">
                <a:avLst/>
              </a:prstGeom>
            </p:spPr>
          </p:pic>
        </mc:Fallback>
      </mc:AlternateContent>
      <p:grpSp>
        <p:nvGrpSpPr>
          <p:cNvPr id="15" name="Group 14">
            <a:extLst>
              <a:ext uri="{FF2B5EF4-FFF2-40B4-BE49-F238E27FC236}">
                <a16:creationId xmlns:a16="http://schemas.microsoft.com/office/drawing/2014/main" id="{06F7783B-2598-2DE4-8F0F-3B0438EAAC79}"/>
              </a:ext>
            </a:extLst>
          </p:cNvPr>
          <p:cNvGrpSpPr/>
          <p:nvPr/>
        </p:nvGrpSpPr>
        <p:grpSpPr>
          <a:xfrm>
            <a:off x="6013957" y="645232"/>
            <a:ext cx="2616840" cy="1466280"/>
            <a:chOff x="6013957" y="645232"/>
            <a:chExt cx="2616840" cy="1466280"/>
          </a:xfrm>
        </p:grpSpPr>
        <mc:AlternateContent xmlns:mc="http://schemas.openxmlformats.org/markup-compatibility/2006">
          <mc:Choice xmlns:p14="http://schemas.microsoft.com/office/powerpoint/2010/main" Requires="p14">
            <p:contentPart p14:bwMode="auto" r:id="rId11">
              <p14:nvContentPartPr>
                <p14:cNvPr id="6" name="Ink 5">
                  <a:extLst>
                    <a:ext uri="{FF2B5EF4-FFF2-40B4-BE49-F238E27FC236}">
                      <a16:creationId xmlns:a16="http://schemas.microsoft.com/office/drawing/2014/main" id="{C74E091A-1633-7B69-BFCA-E7331C1B0487}"/>
                    </a:ext>
                  </a:extLst>
                </p14:cNvPr>
                <p14:cNvContentPartPr/>
                <p14:nvPr/>
              </p14:nvContentPartPr>
              <p14:xfrm>
                <a:off x="6013957" y="645232"/>
                <a:ext cx="2206800" cy="1466280"/>
              </p14:xfrm>
            </p:contentPart>
          </mc:Choice>
          <mc:Fallback>
            <p:pic>
              <p:nvPicPr>
                <p:cNvPr id="6" name="Ink 5">
                  <a:extLst>
                    <a:ext uri="{FF2B5EF4-FFF2-40B4-BE49-F238E27FC236}">
                      <a16:creationId xmlns:a16="http://schemas.microsoft.com/office/drawing/2014/main" id="{C74E091A-1633-7B69-BFCA-E7331C1B0487}"/>
                    </a:ext>
                  </a:extLst>
                </p:cNvPr>
                <p:cNvPicPr/>
                <p:nvPr/>
              </p:nvPicPr>
              <p:blipFill>
                <a:blip r:embed="rId12"/>
                <a:stretch>
                  <a:fillRect/>
                </a:stretch>
              </p:blipFill>
              <p:spPr>
                <a:xfrm>
                  <a:off x="6007837" y="639112"/>
                  <a:ext cx="2219040" cy="14785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7" name="Ink 6">
                  <a:extLst>
                    <a:ext uri="{FF2B5EF4-FFF2-40B4-BE49-F238E27FC236}">
                      <a16:creationId xmlns:a16="http://schemas.microsoft.com/office/drawing/2014/main" id="{D92A2757-F7DE-9D66-920B-72A8759E7DF3}"/>
                    </a:ext>
                  </a:extLst>
                </p14:cNvPr>
                <p14:cNvContentPartPr/>
                <p14:nvPr/>
              </p14:nvContentPartPr>
              <p14:xfrm>
                <a:off x="6380077" y="1368112"/>
                <a:ext cx="141480" cy="194760"/>
              </p14:xfrm>
            </p:contentPart>
          </mc:Choice>
          <mc:Fallback>
            <p:pic>
              <p:nvPicPr>
                <p:cNvPr id="7" name="Ink 6">
                  <a:extLst>
                    <a:ext uri="{FF2B5EF4-FFF2-40B4-BE49-F238E27FC236}">
                      <a16:creationId xmlns:a16="http://schemas.microsoft.com/office/drawing/2014/main" id="{D92A2757-F7DE-9D66-920B-72A8759E7DF3}"/>
                    </a:ext>
                  </a:extLst>
                </p:cNvPr>
                <p:cNvPicPr/>
                <p:nvPr/>
              </p:nvPicPr>
              <p:blipFill>
                <a:blip r:embed="rId14"/>
                <a:stretch>
                  <a:fillRect/>
                </a:stretch>
              </p:blipFill>
              <p:spPr>
                <a:xfrm>
                  <a:off x="6373957" y="1361992"/>
                  <a:ext cx="153720" cy="207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8" name="Ink 7">
                  <a:extLst>
                    <a:ext uri="{FF2B5EF4-FFF2-40B4-BE49-F238E27FC236}">
                      <a16:creationId xmlns:a16="http://schemas.microsoft.com/office/drawing/2014/main" id="{361E67CA-F3C5-2E9D-0342-101F9DF4807E}"/>
                    </a:ext>
                  </a:extLst>
                </p14:cNvPr>
                <p14:cNvContentPartPr/>
                <p14:nvPr/>
              </p14:nvContentPartPr>
              <p14:xfrm>
                <a:off x="6617677" y="1133752"/>
                <a:ext cx="146160" cy="152640"/>
              </p14:xfrm>
            </p:contentPart>
          </mc:Choice>
          <mc:Fallback>
            <p:pic>
              <p:nvPicPr>
                <p:cNvPr id="8" name="Ink 7">
                  <a:extLst>
                    <a:ext uri="{FF2B5EF4-FFF2-40B4-BE49-F238E27FC236}">
                      <a16:creationId xmlns:a16="http://schemas.microsoft.com/office/drawing/2014/main" id="{361E67CA-F3C5-2E9D-0342-101F9DF4807E}"/>
                    </a:ext>
                  </a:extLst>
                </p:cNvPr>
                <p:cNvPicPr/>
                <p:nvPr/>
              </p:nvPicPr>
              <p:blipFill>
                <a:blip r:embed="rId16"/>
                <a:stretch>
                  <a:fillRect/>
                </a:stretch>
              </p:blipFill>
              <p:spPr>
                <a:xfrm>
                  <a:off x="6611557" y="1127632"/>
                  <a:ext cx="15840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9" name="Ink 8">
                  <a:extLst>
                    <a:ext uri="{FF2B5EF4-FFF2-40B4-BE49-F238E27FC236}">
                      <a16:creationId xmlns:a16="http://schemas.microsoft.com/office/drawing/2014/main" id="{C1A73184-9237-768E-F2A4-B3969D58BA7F}"/>
                    </a:ext>
                  </a:extLst>
                </p14:cNvPr>
                <p14:cNvContentPartPr/>
                <p14:nvPr/>
              </p14:nvContentPartPr>
              <p14:xfrm>
                <a:off x="6857077" y="924952"/>
                <a:ext cx="241560" cy="191520"/>
              </p14:xfrm>
            </p:contentPart>
          </mc:Choice>
          <mc:Fallback>
            <p:pic>
              <p:nvPicPr>
                <p:cNvPr id="9" name="Ink 8">
                  <a:extLst>
                    <a:ext uri="{FF2B5EF4-FFF2-40B4-BE49-F238E27FC236}">
                      <a16:creationId xmlns:a16="http://schemas.microsoft.com/office/drawing/2014/main" id="{C1A73184-9237-768E-F2A4-B3969D58BA7F}"/>
                    </a:ext>
                  </a:extLst>
                </p:cNvPr>
                <p:cNvPicPr/>
                <p:nvPr/>
              </p:nvPicPr>
              <p:blipFill>
                <a:blip r:embed="rId18"/>
                <a:stretch>
                  <a:fillRect/>
                </a:stretch>
              </p:blipFill>
              <p:spPr>
                <a:xfrm>
                  <a:off x="6850957" y="918832"/>
                  <a:ext cx="25380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0" name="Ink 9">
                  <a:extLst>
                    <a:ext uri="{FF2B5EF4-FFF2-40B4-BE49-F238E27FC236}">
                      <a16:creationId xmlns:a16="http://schemas.microsoft.com/office/drawing/2014/main" id="{5E267F2D-A655-8523-722F-6EF361823C2E}"/>
                    </a:ext>
                  </a:extLst>
                </p14:cNvPr>
                <p14:cNvContentPartPr/>
                <p14:nvPr/>
              </p14:nvContentPartPr>
              <p14:xfrm>
                <a:off x="7231837" y="848272"/>
                <a:ext cx="277200" cy="289080"/>
              </p14:xfrm>
            </p:contentPart>
          </mc:Choice>
          <mc:Fallback>
            <p:pic>
              <p:nvPicPr>
                <p:cNvPr id="10" name="Ink 9">
                  <a:extLst>
                    <a:ext uri="{FF2B5EF4-FFF2-40B4-BE49-F238E27FC236}">
                      <a16:creationId xmlns:a16="http://schemas.microsoft.com/office/drawing/2014/main" id="{5E267F2D-A655-8523-722F-6EF361823C2E}"/>
                    </a:ext>
                  </a:extLst>
                </p:cNvPr>
                <p:cNvPicPr/>
                <p:nvPr/>
              </p:nvPicPr>
              <p:blipFill>
                <a:blip r:embed="rId20"/>
                <a:stretch>
                  <a:fillRect/>
                </a:stretch>
              </p:blipFill>
              <p:spPr>
                <a:xfrm>
                  <a:off x="7225717" y="842152"/>
                  <a:ext cx="289440" cy="30132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1" name="Ink 10">
                  <a:extLst>
                    <a:ext uri="{FF2B5EF4-FFF2-40B4-BE49-F238E27FC236}">
                      <a16:creationId xmlns:a16="http://schemas.microsoft.com/office/drawing/2014/main" id="{CC549315-18E4-8892-2411-ED889A4E2115}"/>
                    </a:ext>
                  </a:extLst>
                </p14:cNvPr>
                <p14:cNvContentPartPr/>
                <p14:nvPr/>
              </p14:nvContentPartPr>
              <p14:xfrm>
                <a:off x="7614517" y="909112"/>
                <a:ext cx="212400" cy="239400"/>
              </p14:xfrm>
            </p:contentPart>
          </mc:Choice>
          <mc:Fallback>
            <p:pic>
              <p:nvPicPr>
                <p:cNvPr id="11" name="Ink 10">
                  <a:extLst>
                    <a:ext uri="{FF2B5EF4-FFF2-40B4-BE49-F238E27FC236}">
                      <a16:creationId xmlns:a16="http://schemas.microsoft.com/office/drawing/2014/main" id="{CC549315-18E4-8892-2411-ED889A4E2115}"/>
                    </a:ext>
                  </a:extLst>
                </p:cNvPr>
                <p:cNvPicPr/>
                <p:nvPr/>
              </p:nvPicPr>
              <p:blipFill>
                <a:blip r:embed="rId22"/>
                <a:stretch>
                  <a:fillRect/>
                </a:stretch>
              </p:blipFill>
              <p:spPr>
                <a:xfrm>
                  <a:off x="7608397" y="902992"/>
                  <a:ext cx="224640" cy="2516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2" name="Ink 11">
                  <a:extLst>
                    <a:ext uri="{FF2B5EF4-FFF2-40B4-BE49-F238E27FC236}">
                      <a16:creationId xmlns:a16="http://schemas.microsoft.com/office/drawing/2014/main" id="{BCF08AFC-5462-9771-7F4F-2533E99085DE}"/>
                    </a:ext>
                  </a:extLst>
                </p14:cNvPr>
                <p14:cNvContentPartPr/>
                <p14:nvPr/>
              </p14:nvContentPartPr>
              <p14:xfrm>
                <a:off x="7905757" y="991912"/>
                <a:ext cx="266040" cy="230760"/>
              </p14:xfrm>
            </p:contentPart>
          </mc:Choice>
          <mc:Fallback>
            <p:pic>
              <p:nvPicPr>
                <p:cNvPr id="12" name="Ink 11">
                  <a:extLst>
                    <a:ext uri="{FF2B5EF4-FFF2-40B4-BE49-F238E27FC236}">
                      <a16:creationId xmlns:a16="http://schemas.microsoft.com/office/drawing/2014/main" id="{BCF08AFC-5462-9771-7F4F-2533E99085DE}"/>
                    </a:ext>
                  </a:extLst>
                </p:cNvPr>
                <p:cNvPicPr/>
                <p:nvPr/>
              </p:nvPicPr>
              <p:blipFill>
                <a:blip r:embed="rId24"/>
                <a:stretch>
                  <a:fillRect/>
                </a:stretch>
              </p:blipFill>
              <p:spPr>
                <a:xfrm>
                  <a:off x="7899637" y="985792"/>
                  <a:ext cx="278280" cy="2430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3" name="Ink 12">
                  <a:extLst>
                    <a:ext uri="{FF2B5EF4-FFF2-40B4-BE49-F238E27FC236}">
                      <a16:creationId xmlns:a16="http://schemas.microsoft.com/office/drawing/2014/main" id="{078EB754-0A9A-F69E-9DE7-C1C98C141341}"/>
                    </a:ext>
                  </a:extLst>
                </p14:cNvPr>
                <p14:cNvContentPartPr/>
                <p14:nvPr/>
              </p14:nvContentPartPr>
              <p14:xfrm>
                <a:off x="8167837" y="1252192"/>
                <a:ext cx="303480" cy="218520"/>
              </p14:xfrm>
            </p:contentPart>
          </mc:Choice>
          <mc:Fallback>
            <p:pic>
              <p:nvPicPr>
                <p:cNvPr id="13" name="Ink 12">
                  <a:extLst>
                    <a:ext uri="{FF2B5EF4-FFF2-40B4-BE49-F238E27FC236}">
                      <a16:creationId xmlns:a16="http://schemas.microsoft.com/office/drawing/2014/main" id="{078EB754-0A9A-F69E-9DE7-C1C98C141341}"/>
                    </a:ext>
                  </a:extLst>
                </p:cNvPr>
                <p:cNvPicPr/>
                <p:nvPr/>
              </p:nvPicPr>
              <p:blipFill>
                <a:blip r:embed="rId26"/>
                <a:stretch>
                  <a:fillRect/>
                </a:stretch>
              </p:blipFill>
              <p:spPr>
                <a:xfrm>
                  <a:off x="8161717" y="1246072"/>
                  <a:ext cx="315720" cy="2307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4" name="Ink 13">
                  <a:extLst>
                    <a:ext uri="{FF2B5EF4-FFF2-40B4-BE49-F238E27FC236}">
                      <a16:creationId xmlns:a16="http://schemas.microsoft.com/office/drawing/2014/main" id="{94424976-8E4C-14D0-1212-98AC31392665}"/>
                    </a:ext>
                  </a:extLst>
                </p14:cNvPr>
                <p14:cNvContentPartPr/>
                <p14:nvPr/>
              </p14:nvContentPartPr>
              <p14:xfrm>
                <a:off x="8409397" y="1490152"/>
                <a:ext cx="221400" cy="177480"/>
              </p14:xfrm>
            </p:contentPart>
          </mc:Choice>
          <mc:Fallback>
            <p:pic>
              <p:nvPicPr>
                <p:cNvPr id="14" name="Ink 13">
                  <a:extLst>
                    <a:ext uri="{FF2B5EF4-FFF2-40B4-BE49-F238E27FC236}">
                      <a16:creationId xmlns:a16="http://schemas.microsoft.com/office/drawing/2014/main" id="{94424976-8E4C-14D0-1212-98AC31392665}"/>
                    </a:ext>
                  </a:extLst>
                </p:cNvPr>
                <p:cNvPicPr/>
                <p:nvPr/>
              </p:nvPicPr>
              <p:blipFill>
                <a:blip r:embed="rId28"/>
                <a:stretch>
                  <a:fillRect/>
                </a:stretch>
              </p:blipFill>
              <p:spPr>
                <a:xfrm>
                  <a:off x="8403277" y="1484032"/>
                  <a:ext cx="233640" cy="189720"/>
                </a:xfrm>
                <a:prstGeom prst="rect">
                  <a:avLst/>
                </a:prstGeom>
              </p:spPr>
            </p:pic>
          </mc:Fallback>
        </mc:AlternateContent>
      </p:grpSp>
      <p:grpSp>
        <p:nvGrpSpPr>
          <p:cNvPr id="29" name="Group 28">
            <a:extLst>
              <a:ext uri="{FF2B5EF4-FFF2-40B4-BE49-F238E27FC236}">
                <a16:creationId xmlns:a16="http://schemas.microsoft.com/office/drawing/2014/main" id="{ADB2B703-95AC-B902-2AC6-62A53B60470D}"/>
              </a:ext>
            </a:extLst>
          </p:cNvPr>
          <p:cNvGrpSpPr/>
          <p:nvPr/>
        </p:nvGrpSpPr>
        <p:grpSpPr>
          <a:xfrm>
            <a:off x="5018557" y="-309128"/>
            <a:ext cx="4515120" cy="3004200"/>
            <a:chOff x="5018557" y="-309128"/>
            <a:chExt cx="4515120" cy="3004200"/>
          </a:xfrm>
        </p:grpSpPr>
        <mc:AlternateContent xmlns:mc="http://schemas.openxmlformats.org/markup-compatibility/2006">
          <mc:Choice xmlns:p14="http://schemas.microsoft.com/office/powerpoint/2010/main" Requires="p14">
            <p:contentPart p14:bwMode="auto" r:id="rId29">
              <p14:nvContentPartPr>
                <p14:cNvPr id="16" name="Ink 15">
                  <a:extLst>
                    <a:ext uri="{FF2B5EF4-FFF2-40B4-BE49-F238E27FC236}">
                      <a16:creationId xmlns:a16="http://schemas.microsoft.com/office/drawing/2014/main" id="{C1CD3C36-5359-5F45-C512-D24EAAC33E7A}"/>
                    </a:ext>
                  </a:extLst>
                </p14:cNvPr>
                <p14:cNvContentPartPr/>
                <p14:nvPr/>
              </p14:nvContentPartPr>
              <p14:xfrm>
                <a:off x="5940877" y="948352"/>
                <a:ext cx="3463200" cy="1395000"/>
              </p14:xfrm>
            </p:contentPart>
          </mc:Choice>
          <mc:Fallback>
            <p:pic>
              <p:nvPicPr>
                <p:cNvPr id="16" name="Ink 15">
                  <a:extLst>
                    <a:ext uri="{FF2B5EF4-FFF2-40B4-BE49-F238E27FC236}">
                      <a16:creationId xmlns:a16="http://schemas.microsoft.com/office/drawing/2014/main" id="{C1CD3C36-5359-5F45-C512-D24EAAC33E7A}"/>
                    </a:ext>
                  </a:extLst>
                </p:cNvPr>
                <p:cNvPicPr/>
                <p:nvPr/>
              </p:nvPicPr>
              <p:blipFill>
                <a:blip r:embed="rId30"/>
                <a:stretch>
                  <a:fillRect/>
                </a:stretch>
              </p:blipFill>
              <p:spPr>
                <a:xfrm>
                  <a:off x="5934757" y="942232"/>
                  <a:ext cx="3475440" cy="140724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7" name="Ink 16">
                  <a:extLst>
                    <a:ext uri="{FF2B5EF4-FFF2-40B4-BE49-F238E27FC236}">
                      <a16:creationId xmlns:a16="http://schemas.microsoft.com/office/drawing/2014/main" id="{C1DFA8C3-EFD1-0FB0-C965-72CC20A53061}"/>
                    </a:ext>
                  </a:extLst>
                </p14:cNvPr>
                <p14:cNvContentPartPr/>
                <p14:nvPr/>
              </p14:nvContentPartPr>
              <p14:xfrm>
                <a:off x="5018557" y="-309128"/>
                <a:ext cx="3747600" cy="3004200"/>
              </p14:xfrm>
            </p:contentPart>
          </mc:Choice>
          <mc:Fallback>
            <p:pic>
              <p:nvPicPr>
                <p:cNvPr id="17" name="Ink 16">
                  <a:extLst>
                    <a:ext uri="{FF2B5EF4-FFF2-40B4-BE49-F238E27FC236}">
                      <a16:creationId xmlns:a16="http://schemas.microsoft.com/office/drawing/2014/main" id="{C1DFA8C3-EFD1-0FB0-C965-72CC20A53061}"/>
                    </a:ext>
                  </a:extLst>
                </p:cNvPr>
                <p:cNvPicPr/>
                <p:nvPr/>
              </p:nvPicPr>
              <p:blipFill>
                <a:blip r:embed="rId32"/>
                <a:stretch>
                  <a:fillRect/>
                </a:stretch>
              </p:blipFill>
              <p:spPr>
                <a:xfrm>
                  <a:off x="5012437" y="-315248"/>
                  <a:ext cx="3759840" cy="301644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9" name="Ink 18">
                  <a:extLst>
                    <a:ext uri="{FF2B5EF4-FFF2-40B4-BE49-F238E27FC236}">
                      <a16:creationId xmlns:a16="http://schemas.microsoft.com/office/drawing/2014/main" id="{6CC48B42-0AF7-4598-3130-AC153F9C62CD}"/>
                    </a:ext>
                  </a:extLst>
                </p14:cNvPr>
                <p14:cNvContentPartPr/>
                <p14:nvPr/>
              </p14:nvContentPartPr>
              <p14:xfrm>
                <a:off x="7691197" y="612472"/>
                <a:ext cx="967680" cy="73440"/>
              </p14:xfrm>
            </p:contentPart>
          </mc:Choice>
          <mc:Fallback>
            <p:pic>
              <p:nvPicPr>
                <p:cNvPr id="19" name="Ink 18">
                  <a:extLst>
                    <a:ext uri="{FF2B5EF4-FFF2-40B4-BE49-F238E27FC236}">
                      <a16:creationId xmlns:a16="http://schemas.microsoft.com/office/drawing/2014/main" id="{6CC48B42-0AF7-4598-3130-AC153F9C62CD}"/>
                    </a:ext>
                  </a:extLst>
                </p:cNvPr>
                <p:cNvPicPr/>
                <p:nvPr/>
              </p:nvPicPr>
              <p:blipFill>
                <a:blip r:embed="rId34"/>
                <a:stretch>
                  <a:fillRect/>
                </a:stretch>
              </p:blipFill>
              <p:spPr>
                <a:xfrm>
                  <a:off x="7685077" y="606352"/>
                  <a:ext cx="979920" cy="856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1" name="Ink 20">
                  <a:extLst>
                    <a:ext uri="{FF2B5EF4-FFF2-40B4-BE49-F238E27FC236}">
                      <a16:creationId xmlns:a16="http://schemas.microsoft.com/office/drawing/2014/main" id="{7454F932-C447-AC34-EEF3-477966CCB7E8}"/>
                    </a:ext>
                  </a:extLst>
                </p14:cNvPr>
                <p14:cNvContentPartPr/>
                <p14:nvPr/>
              </p14:nvContentPartPr>
              <p14:xfrm>
                <a:off x="8773717" y="268312"/>
                <a:ext cx="38160" cy="597600"/>
              </p14:xfrm>
            </p:contentPart>
          </mc:Choice>
          <mc:Fallback>
            <p:pic>
              <p:nvPicPr>
                <p:cNvPr id="21" name="Ink 20">
                  <a:extLst>
                    <a:ext uri="{FF2B5EF4-FFF2-40B4-BE49-F238E27FC236}">
                      <a16:creationId xmlns:a16="http://schemas.microsoft.com/office/drawing/2014/main" id="{7454F932-C447-AC34-EEF3-477966CCB7E8}"/>
                    </a:ext>
                  </a:extLst>
                </p:cNvPr>
                <p:cNvPicPr/>
                <p:nvPr/>
              </p:nvPicPr>
              <p:blipFill>
                <a:blip r:embed="rId36"/>
                <a:stretch>
                  <a:fillRect/>
                </a:stretch>
              </p:blipFill>
              <p:spPr>
                <a:xfrm>
                  <a:off x="8767597" y="262192"/>
                  <a:ext cx="50400" cy="6098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2" name="Ink 21">
                  <a:extLst>
                    <a:ext uri="{FF2B5EF4-FFF2-40B4-BE49-F238E27FC236}">
                      <a16:creationId xmlns:a16="http://schemas.microsoft.com/office/drawing/2014/main" id="{AD011EB4-FE55-5CA3-9899-C042E18766CB}"/>
                    </a:ext>
                  </a:extLst>
                </p14:cNvPr>
                <p14:cNvContentPartPr/>
                <p14:nvPr/>
              </p14:nvContentPartPr>
              <p14:xfrm>
                <a:off x="8824837" y="450112"/>
                <a:ext cx="84240" cy="356040"/>
              </p14:xfrm>
            </p:contentPart>
          </mc:Choice>
          <mc:Fallback>
            <p:pic>
              <p:nvPicPr>
                <p:cNvPr id="22" name="Ink 21">
                  <a:extLst>
                    <a:ext uri="{FF2B5EF4-FFF2-40B4-BE49-F238E27FC236}">
                      <a16:creationId xmlns:a16="http://schemas.microsoft.com/office/drawing/2014/main" id="{AD011EB4-FE55-5CA3-9899-C042E18766CB}"/>
                    </a:ext>
                  </a:extLst>
                </p:cNvPr>
                <p:cNvPicPr/>
                <p:nvPr/>
              </p:nvPicPr>
              <p:blipFill>
                <a:blip r:embed="rId38"/>
                <a:stretch>
                  <a:fillRect/>
                </a:stretch>
              </p:blipFill>
              <p:spPr>
                <a:xfrm>
                  <a:off x="8818717" y="443992"/>
                  <a:ext cx="96480" cy="3682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3" name="Ink 22">
                  <a:extLst>
                    <a:ext uri="{FF2B5EF4-FFF2-40B4-BE49-F238E27FC236}">
                      <a16:creationId xmlns:a16="http://schemas.microsoft.com/office/drawing/2014/main" id="{406B6E9D-4C44-4036-8588-8D9490232EE5}"/>
                    </a:ext>
                  </a:extLst>
                </p14:cNvPr>
                <p14:cNvContentPartPr/>
                <p14:nvPr/>
              </p14:nvContentPartPr>
              <p14:xfrm>
                <a:off x="8693077" y="503752"/>
                <a:ext cx="525960" cy="280080"/>
              </p14:xfrm>
            </p:contentPart>
          </mc:Choice>
          <mc:Fallback>
            <p:pic>
              <p:nvPicPr>
                <p:cNvPr id="23" name="Ink 22">
                  <a:extLst>
                    <a:ext uri="{FF2B5EF4-FFF2-40B4-BE49-F238E27FC236}">
                      <a16:creationId xmlns:a16="http://schemas.microsoft.com/office/drawing/2014/main" id="{406B6E9D-4C44-4036-8588-8D9490232EE5}"/>
                    </a:ext>
                  </a:extLst>
                </p:cNvPr>
                <p:cNvPicPr/>
                <p:nvPr/>
              </p:nvPicPr>
              <p:blipFill>
                <a:blip r:embed="rId40"/>
                <a:stretch>
                  <a:fillRect/>
                </a:stretch>
              </p:blipFill>
              <p:spPr>
                <a:xfrm>
                  <a:off x="8686957" y="497632"/>
                  <a:ext cx="53820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4" name="Ink 23">
                  <a:extLst>
                    <a:ext uri="{FF2B5EF4-FFF2-40B4-BE49-F238E27FC236}">
                      <a16:creationId xmlns:a16="http://schemas.microsoft.com/office/drawing/2014/main" id="{ED32EF5E-64C6-94EB-6552-BD0153683528}"/>
                    </a:ext>
                  </a:extLst>
                </p14:cNvPr>
                <p14:cNvContentPartPr/>
                <p14:nvPr/>
              </p14:nvContentPartPr>
              <p14:xfrm>
                <a:off x="9007717" y="596632"/>
                <a:ext cx="205920" cy="541440"/>
              </p14:xfrm>
            </p:contentPart>
          </mc:Choice>
          <mc:Fallback>
            <p:pic>
              <p:nvPicPr>
                <p:cNvPr id="24" name="Ink 23">
                  <a:extLst>
                    <a:ext uri="{FF2B5EF4-FFF2-40B4-BE49-F238E27FC236}">
                      <a16:creationId xmlns:a16="http://schemas.microsoft.com/office/drawing/2014/main" id="{ED32EF5E-64C6-94EB-6552-BD0153683528}"/>
                    </a:ext>
                  </a:extLst>
                </p:cNvPr>
                <p:cNvPicPr/>
                <p:nvPr/>
              </p:nvPicPr>
              <p:blipFill>
                <a:blip r:embed="rId42"/>
                <a:stretch>
                  <a:fillRect/>
                </a:stretch>
              </p:blipFill>
              <p:spPr>
                <a:xfrm>
                  <a:off x="9001597" y="590512"/>
                  <a:ext cx="218160" cy="5536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5" name="Ink 24">
                  <a:extLst>
                    <a:ext uri="{FF2B5EF4-FFF2-40B4-BE49-F238E27FC236}">
                      <a16:creationId xmlns:a16="http://schemas.microsoft.com/office/drawing/2014/main" id="{615C6642-4980-A3CE-23F0-E802C323DA08}"/>
                    </a:ext>
                  </a:extLst>
                </p14:cNvPr>
                <p14:cNvContentPartPr/>
                <p14:nvPr/>
              </p14:nvContentPartPr>
              <p14:xfrm>
                <a:off x="9048037" y="623632"/>
                <a:ext cx="45360" cy="104040"/>
              </p14:xfrm>
            </p:contentPart>
          </mc:Choice>
          <mc:Fallback>
            <p:pic>
              <p:nvPicPr>
                <p:cNvPr id="25" name="Ink 24">
                  <a:extLst>
                    <a:ext uri="{FF2B5EF4-FFF2-40B4-BE49-F238E27FC236}">
                      <a16:creationId xmlns:a16="http://schemas.microsoft.com/office/drawing/2014/main" id="{615C6642-4980-A3CE-23F0-E802C323DA08}"/>
                    </a:ext>
                  </a:extLst>
                </p:cNvPr>
                <p:cNvPicPr/>
                <p:nvPr/>
              </p:nvPicPr>
              <p:blipFill>
                <a:blip r:embed="rId44"/>
                <a:stretch>
                  <a:fillRect/>
                </a:stretch>
              </p:blipFill>
              <p:spPr>
                <a:xfrm>
                  <a:off x="9041917" y="617512"/>
                  <a:ext cx="57600" cy="11628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6" name="Ink 25">
                  <a:extLst>
                    <a:ext uri="{FF2B5EF4-FFF2-40B4-BE49-F238E27FC236}">
                      <a16:creationId xmlns:a16="http://schemas.microsoft.com/office/drawing/2014/main" id="{3747870D-1383-AC0A-C0B0-22C51EBA0925}"/>
                    </a:ext>
                  </a:extLst>
                </p14:cNvPr>
                <p14:cNvContentPartPr/>
                <p14:nvPr/>
              </p14:nvContentPartPr>
              <p14:xfrm>
                <a:off x="9225157" y="429592"/>
                <a:ext cx="308520" cy="241200"/>
              </p14:xfrm>
            </p:contentPart>
          </mc:Choice>
          <mc:Fallback>
            <p:pic>
              <p:nvPicPr>
                <p:cNvPr id="26" name="Ink 25">
                  <a:extLst>
                    <a:ext uri="{FF2B5EF4-FFF2-40B4-BE49-F238E27FC236}">
                      <a16:creationId xmlns:a16="http://schemas.microsoft.com/office/drawing/2014/main" id="{3747870D-1383-AC0A-C0B0-22C51EBA0925}"/>
                    </a:ext>
                  </a:extLst>
                </p:cNvPr>
                <p:cNvPicPr/>
                <p:nvPr/>
              </p:nvPicPr>
              <p:blipFill>
                <a:blip r:embed="rId46"/>
                <a:stretch>
                  <a:fillRect/>
                </a:stretch>
              </p:blipFill>
              <p:spPr>
                <a:xfrm>
                  <a:off x="9219037" y="423472"/>
                  <a:ext cx="32076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8" name="Ink 27">
                  <a:extLst>
                    <a:ext uri="{FF2B5EF4-FFF2-40B4-BE49-F238E27FC236}">
                      <a16:creationId xmlns:a16="http://schemas.microsoft.com/office/drawing/2014/main" id="{9DF9CFD0-F05B-EC52-A04F-2DD0A05D3E83}"/>
                    </a:ext>
                  </a:extLst>
                </p14:cNvPr>
                <p14:cNvContentPartPr/>
                <p14:nvPr/>
              </p14:nvContentPartPr>
              <p14:xfrm>
                <a:off x="8518477" y="777712"/>
                <a:ext cx="1006920" cy="162360"/>
              </p14:xfrm>
            </p:contentPart>
          </mc:Choice>
          <mc:Fallback>
            <p:pic>
              <p:nvPicPr>
                <p:cNvPr id="28" name="Ink 27">
                  <a:extLst>
                    <a:ext uri="{FF2B5EF4-FFF2-40B4-BE49-F238E27FC236}">
                      <a16:creationId xmlns:a16="http://schemas.microsoft.com/office/drawing/2014/main" id="{9DF9CFD0-F05B-EC52-A04F-2DD0A05D3E83}"/>
                    </a:ext>
                  </a:extLst>
                </p:cNvPr>
                <p:cNvPicPr/>
                <p:nvPr/>
              </p:nvPicPr>
              <p:blipFill>
                <a:blip r:embed="rId48"/>
                <a:stretch>
                  <a:fillRect/>
                </a:stretch>
              </p:blipFill>
              <p:spPr>
                <a:xfrm>
                  <a:off x="8512357" y="771592"/>
                  <a:ext cx="1019160" cy="174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9">
            <p14:nvContentPartPr>
              <p14:cNvPr id="30" name="Ink 29">
                <a:extLst>
                  <a:ext uri="{FF2B5EF4-FFF2-40B4-BE49-F238E27FC236}">
                    <a16:creationId xmlns:a16="http://schemas.microsoft.com/office/drawing/2014/main" id="{899D5C3A-7826-38AC-93BE-9E8A29F15E49}"/>
                  </a:ext>
                </a:extLst>
              </p14:cNvPr>
              <p14:cNvContentPartPr/>
              <p14:nvPr/>
            </p14:nvContentPartPr>
            <p14:xfrm>
              <a:off x="1631317" y="2655832"/>
              <a:ext cx="1091880" cy="727560"/>
            </p14:xfrm>
          </p:contentPart>
        </mc:Choice>
        <mc:Fallback>
          <p:pic>
            <p:nvPicPr>
              <p:cNvPr id="30" name="Ink 29">
                <a:extLst>
                  <a:ext uri="{FF2B5EF4-FFF2-40B4-BE49-F238E27FC236}">
                    <a16:creationId xmlns:a16="http://schemas.microsoft.com/office/drawing/2014/main" id="{899D5C3A-7826-38AC-93BE-9E8A29F15E49}"/>
                  </a:ext>
                </a:extLst>
              </p:cNvPr>
              <p:cNvPicPr/>
              <p:nvPr/>
            </p:nvPicPr>
            <p:blipFill>
              <a:blip r:embed="rId50"/>
              <a:stretch>
                <a:fillRect/>
              </a:stretch>
            </p:blipFill>
            <p:spPr>
              <a:xfrm>
                <a:off x="1625197" y="2649712"/>
                <a:ext cx="1104120" cy="73980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Defining Bias and Variance</a:t>
            </a:r>
            <a:endParaRPr/>
          </a:p>
        </p:txBody>
      </p:sp>
      <p:sp>
        <p:nvSpPr>
          <p:cNvPr id="104" name="Google Shape;104;p1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b="1">
                <a:solidFill>
                  <a:srgbClr val="292929"/>
                </a:solidFill>
                <a:highlight>
                  <a:schemeClr val="lt1"/>
                </a:highlight>
                <a:latin typeface="Arial"/>
                <a:ea typeface="Arial"/>
                <a:cs typeface="Arial"/>
                <a:sym typeface="Arial"/>
              </a:rPr>
              <a:t>What is variance? - </a:t>
            </a:r>
            <a:r>
              <a:rPr lang="en" sz="1500">
                <a:solidFill>
                  <a:srgbClr val="292929"/>
                </a:solidFill>
                <a:highlight>
                  <a:schemeClr val="lt1"/>
                </a:highlight>
                <a:latin typeface="Arial"/>
                <a:ea typeface="Arial"/>
                <a:cs typeface="Arial"/>
                <a:sym typeface="Arial"/>
              </a:rPr>
              <a:t>Variance is the variability of model prediction for a given data point</a:t>
            </a:r>
            <a:endParaRPr sz="1500">
              <a:solidFill>
                <a:srgbClr val="292929"/>
              </a:solidFill>
              <a:highlight>
                <a:schemeClr val="lt1"/>
              </a:highlight>
              <a:latin typeface="Arial"/>
              <a:ea typeface="Arial"/>
              <a:cs typeface="Arial"/>
              <a:sym typeface="Arial"/>
            </a:endParaRPr>
          </a:p>
          <a:p>
            <a:pPr marL="0" lvl="0" indent="0" algn="l" rtl="0">
              <a:spcBef>
                <a:spcPts val="1200"/>
              </a:spcBef>
              <a:spcAft>
                <a:spcPts val="0"/>
              </a:spcAft>
              <a:buNone/>
            </a:pPr>
            <a:endParaRPr sz="1500">
              <a:solidFill>
                <a:srgbClr val="292929"/>
              </a:solidFill>
              <a:highlight>
                <a:schemeClr val="lt1"/>
              </a:highlight>
              <a:latin typeface="Arial"/>
              <a:ea typeface="Arial"/>
              <a:cs typeface="Arial"/>
              <a:sym typeface="Arial"/>
            </a:endParaRPr>
          </a:p>
          <a:p>
            <a:pPr marL="0" lvl="0" indent="0" algn="l" rtl="0">
              <a:spcBef>
                <a:spcPts val="1200"/>
              </a:spcBef>
              <a:spcAft>
                <a:spcPts val="1200"/>
              </a:spcAft>
              <a:buNone/>
            </a:pPr>
            <a:r>
              <a:rPr lang="en" sz="1500">
                <a:solidFill>
                  <a:srgbClr val="292929"/>
                </a:solidFill>
                <a:highlight>
                  <a:schemeClr val="lt1"/>
                </a:highlight>
                <a:latin typeface="Arial"/>
                <a:ea typeface="Arial"/>
                <a:cs typeface="Arial"/>
                <a:sym typeface="Arial"/>
              </a:rPr>
              <a:t>Model with high variance pays a lot of attention to training data and does not generalize on the data which it hasn’t seen before</a:t>
            </a:r>
            <a:endParaRPr sz="1500">
              <a:solidFill>
                <a:srgbClr val="292929"/>
              </a:solidFill>
              <a:highlight>
                <a:schemeClr val="lt1"/>
              </a:highlight>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D998401-869D-6005-7267-DDE6308A0006}"/>
                  </a:ext>
                </a:extLst>
              </p14:cNvPr>
              <p14:cNvContentPartPr/>
              <p14:nvPr/>
            </p14:nvContentPartPr>
            <p14:xfrm>
              <a:off x="870480" y="2379240"/>
              <a:ext cx="7629480" cy="1211040"/>
            </p14:xfrm>
          </p:contentPart>
        </mc:Choice>
        <mc:Fallback xmlns="">
          <p:pic>
            <p:nvPicPr>
              <p:cNvPr id="2" name="Ink 1">
                <a:extLst>
                  <a:ext uri="{FF2B5EF4-FFF2-40B4-BE49-F238E27FC236}">
                    <a16:creationId xmlns:a16="http://schemas.microsoft.com/office/drawing/2014/main" id="{1D998401-869D-6005-7267-DDE6308A0006}"/>
                  </a:ext>
                </a:extLst>
              </p:cNvPr>
              <p:cNvPicPr/>
              <p:nvPr/>
            </p:nvPicPr>
            <p:blipFill>
              <a:blip r:embed="rId4"/>
              <a:stretch>
                <a:fillRect/>
              </a:stretch>
            </p:blipFill>
            <p:spPr>
              <a:xfrm>
                <a:off x="861120" y="2369880"/>
                <a:ext cx="7648200" cy="1229760"/>
              </a:xfrm>
              <a:prstGeom prst="rect">
                <a:avLst/>
              </a:prstGeom>
            </p:spPr>
          </p:pic>
        </mc:Fallback>
      </mc:AlternateContent>
      <p:grpSp>
        <p:nvGrpSpPr>
          <p:cNvPr id="19" name="Group 18">
            <a:extLst>
              <a:ext uri="{FF2B5EF4-FFF2-40B4-BE49-F238E27FC236}">
                <a16:creationId xmlns:a16="http://schemas.microsoft.com/office/drawing/2014/main" id="{0E0083D1-4647-3C25-59C1-98F25D106188}"/>
              </a:ext>
            </a:extLst>
          </p:cNvPr>
          <p:cNvGrpSpPr/>
          <p:nvPr/>
        </p:nvGrpSpPr>
        <p:grpSpPr>
          <a:xfrm>
            <a:off x="4835677" y="468472"/>
            <a:ext cx="4296240" cy="1683720"/>
            <a:chOff x="4835677" y="468472"/>
            <a:chExt cx="4296240" cy="1683720"/>
          </a:xfrm>
        </p:grpSpPr>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290B3794-72CF-6563-3570-4E00B7C04A75}"/>
                    </a:ext>
                  </a:extLst>
                </p14:cNvPr>
                <p14:cNvContentPartPr/>
                <p14:nvPr/>
              </p14:nvContentPartPr>
              <p14:xfrm>
                <a:off x="5289277" y="621832"/>
                <a:ext cx="140400" cy="1530360"/>
              </p14:xfrm>
            </p:contentPart>
          </mc:Choice>
          <mc:Fallback>
            <p:pic>
              <p:nvPicPr>
                <p:cNvPr id="3" name="Ink 2">
                  <a:extLst>
                    <a:ext uri="{FF2B5EF4-FFF2-40B4-BE49-F238E27FC236}">
                      <a16:creationId xmlns:a16="http://schemas.microsoft.com/office/drawing/2014/main" id="{290B3794-72CF-6563-3570-4E00B7C04A75}"/>
                    </a:ext>
                  </a:extLst>
                </p:cNvPr>
                <p:cNvPicPr/>
                <p:nvPr/>
              </p:nvPicPr>
              <p:blipFill>
                <a:blip r:embed="rId6"/>
                <a:stretch>
                  <a:fillRect/>
                </a:stretch>
              </p:blipFill>
              <p:spPr>
                <a:xfrm>
                  <a:off x="5283157" y="615712"/>
                  <a:ext cx="152640" cy="15426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1332BFF0-6F38-B6BB-8C73-590A2603F964}"/>
                    </a:ext>
                  </a:extLst>
                </p14:cNvPr>
                <p14:cNvContentPartPr/>
                <p14:nvPr/>
              </p14:nvContentPartPr>
              <p14:xfrm>
                <a:off x="4835677" y="1836472"/>
                <a:ext cx="2799720" cy="50040"/>
              </p14:xfrm>
            </p:contentPart>
          </mc:Choice>
          <mc:Fallback>
            <p:pic>
              <p:nvPicPr>
                <p:cNvPr id="4" name="Ink 3">
                  <a:extLst>
                    <a:ext uri="{FF2B5EF4-FFF2-40B4-BE49-F238E27FC236}">
                      <a16:creationId xmlns:a16="http://schemas.microsoft.com/office/drawing/2014/main" id="{1332BFF0-6F38-B6BB-8C73-590A2603F964}"/>
                    </a:ext>
                  </a:extLst>
                </p:cNvPr>
                <p:cNvPicPr/>
                <p:nvPr/>
              </p:nvPicPr>
              <p:blipFill>
                <a:blip r:embed="rId8"/>
                <a:stretch>
                  <a:fillRect/>
                </a:stretch>
              </p:blipFill>
              <p:spPr>
                <a:xfrm>
                  <a:off x="4829557" y="1830352"/>
                  <a:ext cx="2811960" cy="622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AA45C4F7-9302-0DFA-3156-A96337198AC0}"/>
                    </a:ext>
                  </a:extLst>
                </p14:cNvPr>
                <p14:cNvContentPartPr/>
                <p14:nvPr/>
              </p14:nvContentPartPr>
              <p14:xfrm>
                <a:off x="5532637" y="1498792"/>
                <a:ext cx="169920" cy="159480"/>
              </p14:xfrm>
            </p:contentPart>
          </mc:Choice>
          <mc:Fallback>
            <p:pic>
              <p:nvPicPr>
                <p:cNvPr id="6" name="Ink 5">
                  <a:extLst>
                    <a:ext uri="{FF2B5EF4-FFF2-40B4-BE49-F238E27FC236}">
                      <a16:creationId xmlns:a16="http://schemas.microsoft.com/office/drawing/2014/main" id="{AA45C4F7-9302-0DFA-3156-A96337198AC0}"/>
                    </a:ext>
                  </a:extLst>
                </p:cNvPr>
                <p:cNvPicPr/>
                <p:nvPr/>
              </p:nvPicPr>
              <p:blipFill>
                <a:blip r:embed="rId10"/>
                <a:stretch>
                  <a:fillRect/>
                </a:stretch>
              </p:blipFill>
              <p:spPr>
                <a:xfrm>
                  <a:off x="5526517" y="1492672"/>
                  <a:ext cx="18216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7A25AC85-8C81-9D40-5BC7-46BF1337ACCB}"/>
                    </a:ext>
                  </a:extLst>
                </p14:cNvPr>
                <p14:cNvContentPartPr/>
                <p14:nvPr/>
              </p14:nvContentPartPr>
              <p14:xfrm>
                <a:off x="5775277" y="1252192"/>
                <a:ext cx="190440" cy="177480"/>
              </p14:xfrm>
            </p:contentPart>
          </mc:Choice>
          <mc:Fallback>
            <p:pic>
              <p:nvPicPr>
                <p:cNvPr id="7" name="Ink 6">
                  <a:extLst>
                    <a:ext uri="{FF2B5EF4-FFF2-40B4-BE49-F238E27FC236}">
                      <a16:creationId xmlns:a16="http://schemas.microsoft.com/office/drawing/2014/main" id="{7A25AC85-8C81-9D40-5BC7-46BF1337ACCB}"/>
                    </a:ext>
                  </a:extLst>
                </p:cNvPr>
                <p:cNvPicPr/>
                <p:nvPr/>
              </p:nvPicPr>
              <p:blipFill>
                <a:blip r:embed="rId12"/>
                <a:stretch>
                  <a:fillRect/>
                </a:stretch>
              </p:blipFill>
              <p:spPr>
                <a:xfrm>
                  <a:off x="5769157" y="1246072"/>
                  <a:ext cx="202680" cy="1897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 name="Ink 7">
                  <a:extLst>
                    <a:ext uri="{FF2B5EF4-FFF2-40B4-BE49-F238E27FC236}">
                      <a16:creationId xmlns:a16="http://schemas.microsoft.com/office/drawing/2014/main" id="{0166EF7E-3DDE-C9C1-203E-420B77AA0733}"/>
                    </a:ext>
                  </a:extLst>
                </p14:cNvPr>
                <p14:cNvContentPartPr/>
                <p14:nvPr/>
              </p14:nvContentPartPr>
              <p14:xfrm>
                <a:off x="6050317" y="1174432"/>
                <a:ext cx="61200" cy="33120"/>
              </p14:xfrm>
            </p:contentPart>
          </mc:Choice>
          <mc:Fallback>
            <p:pic>
              <p:nvPicPr>
                <p:cNvPr id="8" name="Ink 7">
                  <a:extLst>
                    <a:ext uri="{FF2B5EF4-FFF2-40B4-BE49-F238E27FC236}">
                      <a16:creationId xmlns:a16="http://schemas.microsoft.com/office/drawing/2014/main" id="{0166EF7E-3DDE-C9C1-203E-420B77AA0733}"/>
                    </a:ext>
                  </a:extLst>
                </p:cNvPr>
                <p:cNvPicPr/>
                <p:nvPr/>
              </p:nvPicPr>
              <p:blipFill>
                <a:blip r:embed="rId14"/>
                <a:stretch>
                  <a:fillRect/>
                </a:stretch>
              </p:blipFill>
              <p:spPr>
                <a:xfrm>
                  <a:off x="6044197" y="1168312"/>
                  <a:ext cx="73440" cy="453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9" name="Ink 8">
                  <a:extLst>
                    <a:ext uri="{FF2B5EF4-FFF2-40B4-BE49-F238E27FC236}">
                      <a16:creationId xmlns:a16="http://schemas.microsoft.com/office/drawing/2014/main" id="{91B0DD6C-B86D-6C22-59F9-5929B27D7BC9}"/>
                    </a:ext>
                  </a:extLst>
                </p14:cNvPr>
                <p14:cNvContentPartPr/>
                <p14:nvPr/>
              </p14:nvContentPartPr>
              <p14:xfrm>
                <a:off x="6000997" y="1098112"/>
                <a:ext cx="230760" cy="137520"/>
              </p14:xfrm>
            </p:contentPart>
          </mc:Choice>
          <mc:Fallback>
            <p:pic>
              <p:nvPicPr>
                <p:cNvPr id="9" name="Ink 8">
                  <a:extLst>
                    <a:ext uri="{FF2B5EF4-FFF2-40B4-BE49-F238E27FC236}">
                      <a16:creationId xmlns:a16="http://schemas.microsoft.com/office/drawing/2014/main" id="{91B0DD6C-B86D-6C22-59F9-5929B27D7BC9}"/>
                    </a:ext>
                  </a:extLst>
                </p:cNvPr>
                <p:cNvPicPr/>
                <p:nvPr/>
              </p:nvPicPr>
              <p:blipFill>
                <a:blip r:embed="rId16"/>
                <a:stretch>
                  <a:fillRect/>
                </a:stretch>
              </p:blipFill>
              <p:spPr>
                <a:xfrm>
                  <a:off x="5994877" y="1091992"/>
                  <a:ext cx="243000" cy="14976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0" name="Ink 9">
                  <a:extLst>
                    <a:ext uri="{FF2B5EF4-FFF2-40B4-BE49-F238E27FC236}">
                      <a16:creationId xmlns:a16="http://schemas.microsoft.com/office/drawing/2014/main" id="{426D2314-AAB4-D55D-07EE-2BC607E6BE07}"/>
                    </a:ext>
                  </a:extLst>
                </p14:cNvPr>
                <p14:cNvContentPartPr/>
                <p14:nvPr/>
              </p14:nvContentPartPr>
              <p14:xfrm>
                <a:off x="6354877" y="908392"/>
                <a:ext cx="226800" cy="169200"/>
              </p14:xfrm>
            </p:contentPart>
          </mc:Choice>
          <mc:Fallback>
            <p:pic>
              <p:nvPicPr>
                <p:cNvPr id="10" name="Ink 9">
                  <a:extLst>
                    <a:ext uri="{FF2B5EF4-FFF2-40B4-BE49-F238E27FC236}">
                      <a16:creationId xmlns:a16="http://schemas.microsoft.com/office/drawing/2014/main" id="{426D2314-AAB4-D55D-07EE-2BC607E6BE07}"/>
                    </a:ext>
                  </a:extLst>
                </p:cNvPr>
                <p:cNvPicPr/>
                <p:nvPr/>
              </p:nvPicPr>
              <p:blipFill>
                <a:blip r:embed="rId18"/>
                <a:stretch>
                  <a:fillRect/>
                </a:stretch>
              </p:blipFill>
              <p:spPr>
                <a:xfrm>
                  <a:off x="6348757" y="902272"/>
                  <a:ext cx="239040" cy="1814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1" name="Ink 10">
                  <a:extLst>
                    <a:ext uri="{FF2B5EF4-FFF2-40B4-BE49-F238E27FC236}">
                      <a16:creationId xmlns:a16="http://schemas.microsoft.com/office/drawing/2014/main" id="{C2295EFE-F279-858D-07EA-64D2558D74FE}"/>
                    </a:ext>
                  </a:extLst>
                </p14:cNvPr>
                <p14:cNvContentPartPr/>
                <p14:nvPr/>
              </p14:nvContentPartPr>
              <p14:xfrm>
                <a:off x="6788317" y="780592"/>
                <a:ext cx="271440" cy="182160"/>
              </p14:xfrm>
            </p:contentPart>
          </mc:Choice>
          <mc:Fallback>
            <p:pic>
              <p:nvPicPr>
                <p:cNvPr id="11" name="Ink 10">
                  <a:extLst>
                    <a:ext uri="{FF2B5EF4-FFF2-40B4-BE49-F238E27FC236}">
                      <a16:creationId xmlns:a16="http://schemas.microsoft.com/office/drawing/2014/main" id="{C2295EFE-F279-858D-07EA-64D2558D74FE}"/>
                    </a:ext>
                  </a:extLst>
                </p:cNvPr>
                <p:cNvPicPr/>
                <p:nvPr/>
              </p:nvPicPr>
              <p:blipFill>
                <a:blip r:embed="rId20"/>
                <a:stretch>
                  <a:fillRect/>
                </a:stretch>
              </p:blipFill>
              <p:spPr>
                <a:xfrm>
                  <a:off x="6782197" y="774472"/>
                  <a:ext cx="28368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2" name="Ink 11">
                  <a:extLst>
                    <a:ext uri="{FF2B5EF4-FFF2-40B4-BE49-F238E27FC236}">
                      <a16:creationId xmlns:a16="http://schemas.microsoft.com/office/drawing/2014/main" id="{F2AAD930-94A9-BF79-8EAF-7558360A3103}"/>
                    </a:ext>
                  </a:extLst>
                </p14:cNvPr>
                <p14:cNvContentPartPr/>
                <p14:nvPr/>
              </p14:nvContentPartPr>
              <p14:xfrm>
                <a:off x="7201957" y="753232"/>
                <a:ext cx="268920" cy="135360"/>
              </p14:xfrm>
            </p:contentPart>
          </mc:Choice>
          <mc:Fallback>
            <p:pic>
              <p:nvPicPr>
                <p:cNvPr id="12" name="Ink 11">
                  <a:extLst>
                    <a:ext uri="{FF2B5EF4-FFF2-40B4-BE49-F238E27FC236}">
                      <a16:creationId xmlns:a16="http://schemas.microsoft.com/office/drawing/2014/main" id="{F2AAD930-94A9-BF79-8EAF-7558360A3103}"/>
                    </a:ext>
                  </a:extLst>
                </p:cNvPr>
                <p:cNvPicPr/>
                <p:nvPr/>
              </p:nvPicPr>
              <p:blipFill>
                <a:blip r:embed="rId22"/>
                <a:stretch>
                  <a:fillRect/>
                </a:stretch>
              </p:blipFill>
              <p:spPr>
                <a:xfrm>
                  <a:off x="7195837" y="747112"/>
                  <a:ext cx="28116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3" name="Ink 12">
                  <a:extLst>
                    <a:ext uri="{FF2B5EF4-FFF2-40B4-BE49-F238E27FC236}">
                      <a16:creationId xmlns:a16="http://schemas.microsoft.com/office/drawing/2014/main" id="{B7CA7A2A-A633-2A54-21A8-A0FF32B3855D}"/>
                    </a:ext>
                  </a:extLst>
                </p14:cNvPr>
                <p14:cNvContentPartPr/>
                <p14:nvPr/>
              </p14:nvContentPartPr>
              <p14:xfrm>
                <a:off x="7550077" y="715072"/>
                <a:ext cx="322560" cy="170640"/>
              </p14:xfrm>
            </p:contentPart>
          </mc:Choice>
          <mc:Fallback>
            <p:pic>
              <p:nvPicPr>
                <p:cNvPr id="13" name="Ink 12">
                  <a:extLst>
                    <a:ext uri="{FF2B5EF4-FFF2-40B4-BE49-F238E27FC236}">
                      <a16:creationId xmlns:a16="http://schemas.microsoft.com/office/drawing/2014/main" id="{B7CA7A2A-A633-2A54-21A8-A0FF32B3855D}"/>
                    </a:ext>
                  </a:extLst>
                </p:cNvPr>
                <p:cNvPicPr/>
                <p:nvPr/>
              </p:nvPicPr>
              <p:blipFill>
                <a:blip r:embed="rId24"/>
                <a:stretch>
                  <a:fillRect/>
                </a:stretch>
              </p:blipFill>
              <p:spPr>
                <a:xfrm>
                  <a:off x="7543957" y="708952"/>
                  <a:ext cx="33480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4" name="Ink 13">
                  <a:extLst>
                    <a:ext uri="{FF2B5EF4-FFF2-40B4-BE49-F238E27FC236}">
                      <a16:creationId xmlns:a16="http://schemas.microsoft.com/office/drawing/2014/main" id="{9592B063-83C1-4D94-5623-8DAFFF890B2A}"/>
                    </a:ext>
                  </a:extLst>
                </p14:cNvPr>
                <p14:cNvContentPartPr/>
                <p14:nvPr/>
              </p14:nvContentPartPr>
              <p14:xfrm>
                <a:off x="7947877" y="468472"/>
                <a:ext cx="257400" cy="429480"/>
              </p14:xfrm>
            </p:contentPart>
          </mc:Choice>
          <mc:Fallback>
            <p:pic>
              <p:nvPicPr>
                <p:cNvPr id="14" name="Ink 13">
                  <a:extLst>
                    <a:ext uri="{FF2B5EF4-FFF2-40B4-BE49-F238E27FC236}">
                      <a16:creationId xmlns:a16="http://schemas.microsoft.com/office/drawing/2014/main" id="{9592B063-83C1-4D94-5623-8DAFFF890B2A}"/>
                    </a:ext>
                  </a:extLst>
                </p:cNvPr>
                <p:cNvPicPr/>
                <p:nvPr/>
              </p:nvPicPr>
              <p:blipFill>
                <a:blip r:embed="rId26"/>
                <a:stretch>
                  <a:fillRect/>
                </a:stretch>
              </p:blipFill>
              <p:spPr>
                <a:xfrm>
                  <a:off x="7941757" y="462352"/>
                  <a:ext cx="269640" cy="44172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5" name="Ink 14">
                  <a:extLst>
                    <a:ext uri="{FF2B5EF4-FFF2-40B4-BE49-F238E27FC236}">
                      <a16:creationId xmlns:a16="http://schemas.microsoft.com/office/drawing/2014/main" id="{DF5837E7-BCD8-116D-ED2B-F8E160972B01}"/>
                    </a:ext>
                  </a:extLst>
                </p14:cNvPr>
                <p14:cNvContentPartPr/>
                <p14:nvPr/>
              </p14:nvContentPartPr>
              <p14:xfrm>
                <a:off x="8135437" y="595552"/>
                <a:ext cx="238320" cy="239040"/>
              </p14:xfrm>
            </p:contentPart>
          </mc:Choice>
          <mc:Fallback>
            <p:pic>
              <p:nvPicPr>
                <p:cNvPr id="15" name="Ink 14">
                  <a:extLst>
                    <a:ext uri="{FF2B5EF4-FFF2-40B4-BE49-F238E27FC236}">
                      <a16:creationId xmlns:a16="http://schemas.microsoft.com/office/drawing/2014/main" id="{DF5837E7-BCD8-116D-ED2B-F8E160972B01}"/>
                    </a:ext>
                  </a:extLst>
                </p:cNvPr>
                <p:cNvPicPr/>
                <p:nvPr/>
              </p:nvPicPr>
              <p:blipFill>
                <a:blip r:embed="rId28"/>
                <a:stretch>
                  <a:fillRect/>
                </a:stretch>
              </p:blipFill>
              <p:spPr>
                <a:xfrm>
                  <a:off x="8129317" y="589432"/>
                  <a:ext cx="250560" cy="2512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7" name="Ink 16">
                  <a:extLst>
                    <a:ext uri="{FF2B5EF4-FFF2-40B4-BE49-F238E27FC236}">
                      <a16:creationId xmlns:a16="http://schemas.microsoft.com/office/drawing/2014/main" id="{7F7F7BAF-F2B0-CC5C-6C42-CB8C4AF11DC3}"/>
                    </a:ext>
                  </a:extLst>
                </p14:cNvPr>
                <p14:cNvContentPartPr/>
                <p14:nvPr/>
              </p14:nvContentPartPr>
              <p14:xfrm>
                <a:off x="8317237" y="523912"/>
                <a:ext cx="687960" cy="272520"/>
              </p14:xfrm>
            </p:contentPart>
          </mc:Choice>
          <mc:Fallback>
            <p:pic>
              <p:nvPicPr>
                <p:cNvPr id="17" name="Ink 16">
                  <a:extLst>
                    <a:ext uri="{FF2B5EF4-FFF2-40B4-BE49-F238E27FC236}">
                      <a16:creationId xmlns:a16="http://schemas.microsoft.com/office/drawing/2014/main" id="{7F7F7BAF-F2B0-CC5C-6C42-CB8C4AF11DC3}"/>
                    </a:ext>
                  </a:extLst>
                </p:cNvPr>
                <p:cNvPicPr/>
                <p:nvPr/>
              </p:nvPicPr>
              <p:blipFill>
                <a:blip r:embed="rId30"/>
                <a:stretch>
                  <a:fillRect/>
                </a:stretch>
              </p:blipFill>
              <p:spPr>
                <a:xfrm>
                  <a:off x="8311117" y="517792"/>
                  <a:ext cx="700200" cy="2847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8" name="Ink 17">
                  <a:extLst>
                    <a:ext uri="{FF2B5EF4-FFF2-40B4-BE49-F238E27FC236}">
                      <a16:creationId xmlns:a16="http://schemas.microsoft.com/office/drawing/2014/main" id="{B3650A62-2E5B-5D32-D65E-0D71DAE879F8}"/>
                    </a:ext>
                  </a:extLst>
                </p14:cNvPr>
                <p14:cNvContentPartPr/>
                <p14:nvPr/>
              </p14:nvContentPartPr>
              <p14:xfrm>
                <a:off x="8707117" y="578992"/>
                <a:ext cx="424800" cy="928440"/>
              </p14:xfrm>
            </p:contentPart>
          </mc:Choice>
          <mc:Fallback>
            <p:pic>
              <p:nvPicPr>
                <p:cNvPr id="18" name="Ink 17">
                  <a:extLst>
                    <a:ext uri="{FF2B5EF4-FFF2-40B4-BE49-F238E27FC236}">
                      <a16:creationId xmlns:a16="http://schemas.microsoft.com/office/drawing/2014/main" id="{B3650A62-2E5B-5D32-D65E-0D71DAE879F8}"/>
                    </a:ext>
                  </a:extLst>
                </p:cNvPr>
                <p:cNvPicPr/>
                <p:nvPr/>
              </p:nvPicPr>
              <p:blipFill>
                <a:blip r:embed="rId32"/>
                <a:stretch>
                  <a:fillRect/>
                </a:stretch>
              </p:blipFill>
              <p:spPr>
                <a:xfrm>
                  <a:off x="8700997" y="572872"/>
                  <a:ext cx="437040" cy="940680"/>
                </a:xfrm>
                <a:prstGeom prst="rect">
                  <a:avLst/>
                </a:prstGeom>
              </p:spPr>
            </p:pic>
          </mc:Fallback>
        </mc:AlternateContent>
      </p:grpSp>
      <p:grpSp>
        <p:nvGrpSpPr>
          <p:cNvPr id="22" name="Group 21">
            <a:extLst>
              <a:ext uri="{FF2B5EF4-FFF2-40B4-BE49-F238E27FC236}">
                <a16:creationId xmlns:a16="http://schemas.microsoft.com/office/drawing/2014/main" id="{1D2C25CF-3609-F454-222E-8BC6CB4B2790}"/>
              </a:ext>
            </a:extLst>
          </p:cNvPr>
          <p:cNvGrpSpPr/>
          <p:nvPr/>
        </p:nvGrpSpPr>
        <p:grpSpPr>
          <a:xfrm>
            <a:off x="6988117" y="1026472"/>
            <a:ext cx="583200" cy="129600"/>
            <a:chOff x="6988117" y="1026472"/>
            <a:chExt cx="583200" cy="129600"/>
          </a:xfrm>
        </p:grpSpPr>
        <mc:AlternateContent xmlns:mc="http://schemas.openxmlformats.org/markup-compatibility/2006">
          <mc:Choice xmlns:p14="http://schemas.microsoft.com/office/powerpoint/2010/main" Requires="p14">
            <p:contentPart p14:bwMode="auto" r:id="rId33">
              <p14:nvContentPartPr>
                <p14:cNvPr id="20" name="Ink 19">
                  <a:extLst>
                    <a:ext uri="{FF2B5EF4-FFF2-40B4-BE49-F238E27FC236}">
                      <a16:creationId xmlns:a16="http://schemas.microsoft.com/office/drawing/2014/main" id="{9C1964E0-0774-1DC9-BB08-CB1DEB8469E2}"/>
                    </a:ext>
                  </a:extLst>
                </p14:cNvPr>
                <p14:cNvContentPartPr/>
                <p14:nvPr/>
              </p14:nvContentPartPr>
              <p14:xfrm>
                <a:off x="7383757" y="1027192"/>
                <a:ext cx="187560" cy="117720"/>
              </p14:xfrm>
            </p:contentPart>
          </mc:Choice>
          <mc:Fallback>
            <p:pic>
              <p:nvPicPr>
                <p:cNvPr id="20" name="Ink 19">
                  <a:extLst>
                    <a:ext uri="{FF2B5EF4-FFF2-40B4-BE49-F238E27FC236}">
                      <a16:creationId xmlns:a16="http://schemas.microsoft.com/office/drawing/2014/main" id="{9C1964E0-0774-1DC9-BB08-CB1DEB8469E2}"/>
                    </a:ext>
                  </a:extLst>
                </p:cNvPr>
                <p:cNvPicPr/>
                <p:nvPr/>
              </p:nvPicPr>
              <p:blipFill>
                <a:blip r:embed="rId34"/>
                <a:stretch>
                  <a:fillRect/>
                </a:stretch>
              </p:blipFill>
              <p:spPr>
                <a:xfrm>
                  <a:off x="7377637" y="1021072"/>
                  <a:ext cx="19980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1" name="Ink 20">
                  <a:extLst>
                    <a:ext uri="{FF2B5EF4-FFF2-40B4-BE49-F238E27FC236}">
                      <a16:creationId xmlns:a16="http://schemas.microsoft.com/office/drawing/2014/main" id="{FEA89ACE-FBA2-8FB0-EDDA-8FE10DF05806}"/>
                    </a:ext>
                  </a:extLst>
                </p14:cNvPr>
                <p14:cNvContentPartPr/>
                <p14:nvPr/>
              </p14:nvContentPartPr>
              <p14:xfrm>
                <a:off x="6988117" y="1026472"/>
                <a:ext cx="237600" cy="129600"/>
              </p14:xfrm>
            </p:contentPart>
          </mc:Choice>
          <mc:Fallback>
            <p:pic>
              <p:nvPicPr>
                <p:cNvPr id="21" name="Ink 20">
                  <a:extLst>
                    <a:ext uri="{FF2B5EF4-FFF2-40B4-BE49-F238E27FC236}">
                      <a16:creationId xmlns:a16="http://schemas.microsoft.com/office/drawing/2014/main" id="{FEA89ACE-FBA2-8FB0-EDDA-8FE10DF05806}"/>
                    </a:ext>
                  </a:extLst>
                </p:cNvPr>
                <p:cNvPicPr/>
                <p:nvPr/>
              </p:nvPicPr>
              <p:blipFill>
                <a:blip r:embed="rId36"/>
                <a:stretch>
                  <a:fillRect/>
                </a:stretch>
              </p:blipFill>
              <p:spPr>
                <a:xfrm>
                  <a:off x="6981997" y="1020352"/>
                  <a:ext cx="249840" cy="141840"/>
                </a:xfrm>
                <a:prstGeom prst="rect">
                  <a:avLst/>
                </a:prstGeom>
              </p:spPr>
            </p:pic>
          </mc:Fallback>
        </mc:AlternateContent>
      </p:grpSp>
      <p:grpSp>
        <p:nvGrpSpPr>
          <p:cNvPr id="26" name="Group 25">
            <a:extLst>
              <a:ext uri="{FF2B5EF4-FFF2-40B4-BE49-F238E27FC236}">
                <a16:creationId xmlns:a16="http://schemas.microsoft.com/office/drawing/2014/main" id="{1982AAEE-1296-B626-70DA-3362BA31B18B}"/>
              </a:ext>
            </a:extLst>
          </p:cNvPr>
          <p:cNvGrpSpPr/>
          <p:nvPr/>
        </p:nvGrpSpPr>
        <p:grpSpPr>
          <a:xfrm>
            <a:off x="5480797" y="796432"/>
            <a:ext cx="743400" cy="446760"/>
            <a:chOff x="5480797" y="796432"/>
            <a:chExt cx="743400" cy="446760"/>
          </a:xfrm>
        </p:grpSpPr>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58FB71D7-AE45-3F21-4292-6E1A4CBDEE5A}"/>
                    </a:ext>
                  </a:extLst>
                </p14:cNvPr>
                <p14:cNvContentPartPr/>
                <p14:nvPr/>
              </p14:nvContentPartPr>
              <p14:xfrm>
                <a:off x="6094957" y="797152"/>
                <a:ext cx="129240" cy="95760"/>
              </p14:xfrm>
            </p:contentPart>
          </mc:Choice>
          <mc:Fallback>
            <p:pic>
              <p:nvPicPr>
                <p:cNvPr id="23" name="Ink 22">
                  <a:extLst>
                    <a:ext uri="{FF2B5EF4-FFF2-40B4-BE49-F238E27FC236}">
                      <a16:creationId xmlns:a16="http://schemas.microsoft.com/office/drawing/2014/main" id="{58FB71D7-AE45-3F21-4292-6E1A4CBDEE5A}"/>
                    </a:ext>
                  </a:extLst>
                </p:cNvPr>
                <p:cNvPicPr/>
                <p:nvPr/>
              </p:nvPicPr>
              <p:blipFill>
                <a:blip r:embed="rId38"/>
                <a:stretch>
                  <a:fillRect/>
                </a:stretch>
              </p:blipFill>
              <p:spPr>
                <a:xfrm>
                  <a:off x="6088837" y="791032"/>
                  <a:ext cx="14148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4" name="Ink 23">
                  <a:extLst>
                    <a:ext uri="{FF2B5EF4-FFF2-40B4-BE49-F238E27FC236}">
                      <a16:creationId xmlns:a16="http://schemas.microsoft.com/office/drawing/2014/main" id="{A59BB035-015E-32B8-1457-DCFBB5A71B98}"/>
                    </a:ext>
                  </a:extLst>
                </p14:cNvPr>
                <p14:cNvContentPartPr/>
                <p14:nvPr/>
              </p14:nvContentPartPr>
              <p14:xfrm>
                <a:off x="5600317" y="796432"/>
                <a:ext cx="176760" cy="165600"/>
              </p14:xfrm>
            </p:contentPart>
          </mc:Choice>
          <mc:Fallback>
            <p:pic>
              <p:nvPicPr>
                <p:cNvPr id="24" name="Ink 23">
                  <a:extLst>
                    <a:ext uri="{FF2B5EF4-FFF2-40B4-BE49-F238E27FC236}">
                      <a16:creationId xmlns:a16="http://schemas.microsoft.com/office/drawing/2014/main" id="{A59BB035-015E-32B8-1457-DCFBB5A71B98}"/>
                    </a:ext>
                  </a:extLst>
                </p:cNvPr>
                <p:cNvPicPr/>
                <p:nvPr/>
              </p:nvPicPr>
              <p:blipFill>
                <a:blip r:embed="rId40"/>
                <a:stretch>
                  <a:fillRect/>
                </a:stretch>
              </p:blipFill>
              <p:spPr>
                <a:xfrm>
                  <a:off x="5594197" y="790312"/>
                  <a:ext cx="189000" cy="1778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5" name="Ink 24">
                  <a:extLst>
                    <a:ext uri="{FF2B5EF4-FFF2-40B4-BE49-F238E27FC236}">
                      <a16:creationId xmlns:a16="http://schemas.microsoft.com/office/drawing/2014/main" id="{67DECC4F-E564-B379-B9CF-AA33B475138E}"/>
                    </a:ext>
                  </a:extLst>
                </p14:cNvPr>
                <p14:cNvContentPartPr/>
                <p14:nvPr/>
              </p14:nvContentPartPr>
              <p14:xfrm>
                <a:off x="5480797" y="1082992"/>
                <a:ext cx="187920" cy="160200"/>
              </p14:xfrm>
            </p:contentPart>
          </mc:Choice>
          <mc:Fallback>
            <p:pic>
              <p:nvPicPr>
                <p:cNvPr id="25" name="Ink 24">
                  <a:extLst>
                    <a:ext uri="{FF2B5EF4-FFF2-40B4-BE49-F238E27FC236}">
                      <a16:creationId xmlns:a16="http://schemas.microsoft.com/office/drawing/2014/main" id="{67DECC4F-E564-B379-B9CF-AA33B475138E}"/>
                    </a:ext>
                  </a:extLst>
                </p:cNvPr>
                <p:cNvPicPr/>
                <p:nvPr/>
              </p:nvPicPr>
              <p:blipFill>
                <a:blip r:embed="rId42"/>
                <a:stretch>
                  <a:fillRect/>
                </a:stretch>
              </p:blipFill>
              <p:spPr>
                <a:xfrm>
                  <a:off x="5474677" y="1076872"/>
                  <a:ext cx="200160" cy="172440"/>
                </a:xfrm>
                <a:prstGeom prst="rect">
                  <a:avLst/>
                </a:prstGeom>
              </p:spPr>
            </p:pic>
          </mc:Fallback>
        </mc:AlternateContent>
      </p:grpSp>
      <p:grpSp>
        <p:nvGrpSpPr>
          <p:cNvPr id="30" name="Group 29">
            <a:extLst>
              <a:ext uri="{FF2B5EF4-FFF2-40B4-BE49-F238E27FC236}">
                <a16:creationId xmlns:a16="http://schemas.microsoft.com/office/drawing/2014/main" id="{D8F8A255-EC3D-55DD-4329-0D2CF9EA380E}"/>
              </a:ext>
            </a:extLst>
          </p:cNvPr>
          <p:cNvGrpSpPr/>
          <p:nvPr/>
        </p:nvGrpSpPr>
        <p:grpSpPr>
          <a:xfrm>
            <a:off x="6691837" y="2021512"/>
            <a:ext cx="604800" cy="267480"/>
            <a:chOff x="6691837" y="2021512"/>
            <a:chExt cx="604800" cy="267480"/>
          </a:xfrm>
        </p:grpSpPr>
        <mc:AlternateContent xmlns:mc="http://schemas.openxmlformats.org/markup-compatibility/2006">
          <mc:Choice xmlns:p14="http://schemas.microsoft.com/office/powerpoint/2010/main" Requires="p14">
            <p:contentPart p14:bwMode="auto" r:id="rId43">
              <p14:nvContentPartPr>
                <p14:cNvPr id="27" name="Ink 26">
                  <a:extLst>
                    <a:ext uri="{FF2B5EF4-FFF2-40B4-BE49-F238E27FC236}">
                      <a16:creationId xmlns:a16="http://schemas.microsoft.com/office/drawing/2014/main" id="{865FC3D3-1CD9-CFE0-A24D-6D3B9D9F1C19}"/>
                    </a:ext>
                  </a:extLst>
                </p14:cNvPr>
                <p14:cNvContentPartPr/>
                <p14:nvPr/>
              </p14:nvContentPartPr>
              <p14:xfrm>
                <a:off x="6691837" y="2021512"/>
                <a:ext cx="334800" cy="267480"/>
              </p14:xfrm>
            </p:contentPart>
          </mc:Choice>
          <mc:Fallback>
            <p:pic>
              <p:nvPicPr>
                <p:cNvPr id="27" name="Ink 26">
                  <a:extLst>
                    <a:ext uri="{FF2B5EF4-FFF2-40B4-BE49-F238E27FC236}">
                      <a16:creationId xmlns:a16="http://schemas.microsoft.com/office/drawing/2014/main" id="{865FC3D3-1CD9-CFE0-A24D-6D3B9D9F1C19}"/>
                    </a:ext>
                  </a:extLst>
                </p:cNvPr>
                <p:cNvPicPr/>
                <p:nvPr/>
              </p:nvPicPr>
              <p:blipFill>
                <a:blip r:embed="rId44"/>
                <a:stretch>
                  <a:fillRect/>
                </a:stretch>
              </p:blipFill>
              <p:spPr>
                <a:xfrm>
                  <a:off x="6685717" y="2015392"/>
                  <a:ext cx="34704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8" name="Ink 27">
                  <a:extLst>
                    <a:ext uri="{FF2B5EF4-FFF2-40B4-BE49-F238E27FC236}">
                      <a16:creationId xmlns:a16="http://schemas.microsoft.com/office/drawing/2014/main" id="{802BB227-903E-DF79-D5EA-FA528651CA9D}"/>
                    </a:ext>
                  </a:extLst>
                </p14:cNvPr>
                <p14:cNvContentPartPr/>
                <p14:nvPr/>
              </p14:nvContentPartPr>
              <p14:xfrm>
                <a:off x="6760957" y="2056072"/>
                <a:ext cx="360000" cy="171360"/>
              </p14:xfrm>
            </p:contentPart>
          </mc:Choice>
          <mc:Fallback>
            <p:pic>
              <p:nvPicPr>
                <p:cNvPr id="28" name="Ink 27">
                  <a:extLst>
                    <a:ext uri="{FF2B5EF4-FFF2-40B4-BE49-F238E27FC236}">
                      <a16:creationId xmlns:a16="http://schemas.microsoft.com/office/drawing/2014/main" id="{802BB227-903E-DF79-D5EA-FA528651CA9D}"/>
                    </a:ext>
                  </a:extLst>
                </p:cNvPr>
                <p:cNvPicPr/>
                <p:nvPr/>
              </p:nvPicPr>
              <p:blipFill>
                <a:blip r:embed="rId46"/>
                <a:stretch>
                  <a:fillRect/>
                </a:stretch>
              </p:blipFill>
              <p:spPr>
                <a:xfrm>
                  <a:off x="6754837" y="2049952"/>
                  <a:ext cx="37224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9" name="Ink 28">
                  <a:extLst>
                    <a:ext uri="{FF2B5EF4-FFF2-40B4-BE49-F238E27FC236}">
                      <a16:creationId xmlns:a16="http://schemas.microsoft.com/office/drawing/2014/main" id="{732E2B3C-86DD-FDF0-3B2A-FBEFC9184452}"/>
                    </a:ext>
                  </a:extLst>
                </p14:cNvPr>
                <p14:cNvContentPartPr/>
                <p14:nvPr/>
              </p14:nvContentPartPr>
              <p14:xfrm>
                <a:off x="7291597" y="2074792"/>
                <a:ext cx="5040" cy="360"/>
              </p14:xfrm>
            </p:contentPart>
          </mc:Choice>
          <mc:Fallback>
            <p:pic>
              <p:nvPicPr>
                <p:cNvPr id="29" name="Ink 28">
                  <a:extLst>
                    <a:ext uri="{FF2B5EF4-FFF2-40B4-BE49-F238E27FC236}">
                      <a16:creationId xmlns:a16="http://schemas.microsoft.com/office/drawing/2014/main" id="{732E2B3C-86DD-FDF0-3B2A-FBEFC9184452}"/>
                    </a:ext>
                  </a:extLst>
                </p:cNvPr>
                <p:cNvPicPr/>
                <p:nvPr/>
              </p:nvPicPr>
              <p:blipFill>
                <a:blip r:embed="rId48"/>
                <a:stretch>
                  <a:fillRect/>
                </a:stretch>
              </p:blipFill>
              <p:spPr>
                <a:xfrm>
                  <a:off x="7285477" y="2068672"/>
                  <a:ext cx="17280" cy="12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49">
            <p14:nvContentPartPr>
              <p14:cNvPr id="31" name="Ink 30">
                <a:extLst>
                  <a:ext uri="{FF2B5EF4-FFF2-40B4-BE49-F238E27FC236}">
                    <a16:creationId xmlns:a16="http://schemas.microsoft.com/office/drawing/2014/main" id="{DCE1267A-1870-F371-9858-680594535AF4}"/>
                  </a:ext>
                </a:extLst>
              </p14:cNvPr>
              <p14:cNvContentPartPr/>
              <p14:nvPr/>
            </p14:nvContentPartPr>
            <p14:xfrm>
              <a:off x="4777717" y="738472"/>
              <a:ext cx="298800" cy="419040"/>
            </p14:xfrm>
          </p:contentPart>
        </mc:Choice>
        <mc:Fallback>
          <p:pic>
            <p:nvPicPr>
              <p:cNvPr id="31" name="Ink 30">
                <a:extLst>
                  <a:ext uri="{FF2B5EF4-FFF2-40B4-BE49-F238E27FC236}">
                    <a16:creationId xmlns:a16="http://schemas.microsoft.com/office/drawing/2014/main" id="{DCE1267A-1870-F371-9858-680594535AF4}"/>
                  </a:ext>
                </a:extLst>
              </p:cNvPr>
              <p:cNvPicPr/>
              <p:nvPr/>
            </p:nvPicPr>
            <p:blipFill>
              <a:blip r:embed="rId50"/>
              <a:stretch>
                <a:fillRect/>
              </a:stretch>
            </p:blipFill>
            <p:spPr>
              <a:xfrm>
                <a:off x="4771597" y="732352"/>
                <a:ext cx="311040" cy="431280"/>
              </a:xfrm>
              <a:prstGeom prst="rect">
                <a:avLst/>
              </a:prstGeom>
            </p:spPr>
          </p:pic>
        </mc:Fallback>
      </mc:AlternateContent>
      <p:grpSp>
        <p:nvGrpSpPr>
          <p:cNvPr id="43" name="Group 42">
            <a:extLst>
              <a:ext uri="{FF2B5EF4-FFF2-40B4-BE49-F238E27FC236}">
                <a16:creationId xmlns:a16="http://schemas.microsoft.com/office/drawing/2014/main" id="{AF7B9294-1124-F8A6-9B57-01060E971AEE}"/>
              </a:ext>
            </a:extLst>
          </p:cNvPr>
          <p:cNvGrpSpPr/>
          <p:nvPr/>
        </p:nvGrpSpPr>
        <p:grpSpPr>
          <a:xfrm>
            <a:off x="1128037" y="3768232"/>
            <a:ext cx="2127960" cy="1463760"/>
            <a:chOff x="1128037" y="3768232"/>
            <a:chExt cx="2127960" cy="1463760"/>
          </a:xfrm>
        </p:grpSpPr>
        <mc:AlternateContent xmlns:mc="http://schemas.openxmlformats.org/markup-compatibility/2006">
          <mc:Choice xmlns:p14="http://schemas.microsoft.com/office/powerpoint/2010/main" Requires="p14">
            <p:contentPart p14:bwMode="auto" r:id="rId51">
              <p14:nvContentPartPr>
                <p14:cNvPr id="32" name="Ink 31">
                  <a:extLst>
                    <a:ext uri="{FF2B5EF4-FFF2-40B4-BE49-F238E27FC236}">
                      <a16:creationId xmlns:a16="http://schemas.microsoft.com/office/drawing/2014/main" id="{164C0ADA-5783-631A-F616-C0DA8389A5F7}"/>
                    </a:ext>
                  </a:extLst>
                </p14:cNvPr>
                <p14:cNvContentPartPr/>
                <p14:nvPr/>
              </p14:nvContentPartPr>
              <p14:xfrm>
                <a:off x="1484077" y="3873352"/>
                <a:ext cx="257040" cy="324360"/>
              </p14:xfrm>
            </p:contentPart>
          </mc:Choice>
          <mc:Fallback>
            <p:pic>
              <p:nvPicPr>
                <p:cNvPr id="32" name="Ink 31">
                  <a:extLst>
                    <a:ext uri="{FF2B5EF4-FFF2-40B4-BE49-F238E27FC236}">
                      <a16:creationId xmlns:a16="http://schemas.microsoft.com/office/drawing/2014/main" id="{164C0ADA-5783-631A-F616-C0DA8389A5F7}"/>
                    </a:ext>
                  </a:extLst>
                </p:cNvPr>
                <p:cNvPicPr/>
                <p:nvPr/>
              </p:nvPicPr>
              <p:blipFill>
                <a:blip r:embed="rId52"/>
                <a:stretch>
                  <a:fillRect/>
                </a:stretch>
              </p:blipFill>
              <p:spPr>
                <a:xfrm>
                  <a:off x="1477957" y="3867232"/>
                  <a:ext cx="269280" cy="3366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3" name="Ink 32">
                  <a:extLst>
                    <a:ext uri="{FF2B5EF4-FFF2-40B4-BE49-F238E27FC236}">
                      <a16:creationId xmlns:a16="http://schemas.microsoft.com/office/drawing/2014/main" id="{FE6D97A5-F5AD-27C3-48BA-B59CCF90C713}"/>
                    </a:ext>
                  </a:extLst>
                </p14:cNvPr>
                <p14:cNvContentPartPr/>
                <p14:nvPr/>
              </p14:nvContentPartPr>
              <p14:xfrm>
                <a:off x="1509277" y="3936712"/>
                <a:ext cx="295560" cy="140400"/>
              </p14:xfrm>
            </p:contentPart>
          </mc:Choice>
          <mc:Fallback>
            <p:pic>
              <p:nvPicPr>
                <p:cNvPr id="33" name="Ink 32">
                  <a:extLst>
                    <a:ext uri="{FF2B5EF4-FFF2-40B4-BE49-F238E27FC236}">
                      <a16:creationId xmlns:a16="http://schemas.microsoft.com/office/drawing/2014/main" id="{FE6D97A5-F5AD-27C3-48BA-B59CCF90C713}"/>
                    </a:ext>
                  </a:extLst>
                </p:cNvPr>
                <p:cNvPicPr/>
                <p:nvPr/>
              </p:nvPicPr>
              <p:blipFill>
                <a:blip r:embed="rId54"/>
                <a:stretch>
                  <a:fillRect/>
                </a:stretch>
              </p:blipFill>
              <p:spPr>
                <a:xfrm>
                  <a:off x="1503157" y="3930592"/>
                  <a:ext cx="30780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5" name="Ink 34">
                  <a:extLst>
                    <a:ext uri="{FF2B5EF4-FFF2-40B4-BE49-F238E27FC236}">
                      <a16:creationId xmlns:a16="http://schemas.microsoft.com/office/drawing/2014/main" id="{5788B1C3-5858-2E9B-3293-9CF74B564A92}"/>
                    </a:ext>
                  </a:extLst>
                </p14:cNvPr>
                <p14:cNvContentPartPr/>
                <p14:nvPr/>
              </p14:nvContentPartPr>
              <p14:xfrm>
                <a:off x="2120197" y="3797032"/>
                <a:ext cx="328680" cy="374400"/>
              </p14:xfrm>
            </p:contentPart>
          </mc:Choice>
          <mc:Fallback>
            <p:pic>
              <p:nvPicPr>
                <p:cNvPr id="35" name="Ink 34">
                  <a:extLst>
                    <a:ext uri="{FF2B5EF4-FFF2-40B4-BE49-F238E27FC236}">
                      <a16:creationId xmlns:a16="http://schemas.microsoft.com/office/drawing/2014/main" id="{5788B1C3-5858-2E9B-3293-9CF74B564A92}"/>
                    </a:ext>
                  </a:extLst>
                </p:cNvPr>
                <p:cNvPicPr/>
                <p:nvPr/>
              </p:nvPicPr>
              <p:blipFill>
                <a:blip r:embed="rId56"/>
                <a:stretch>
                  <a:fillRect/>
                </a:stretch>
              </p:blipFill>
              <p:spPr>
                <a:xfrm>
                  <a:off x="2114077" y="3790912"/>
                  <a:ext cx="340920" cy="38664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6" name="Ink 35">
                  <a:extLst>
                    <a:ext uri="{FF2B5EF4-FFF2-40B4-BE49-F238E27FC236}">
                      <a16:creationId xmlns:a16="http://schemas.microsoft.com/office/drawing/2014/main" id="{12B795B3-567B-738D-C30C-94A011CAC0A9}"/>
                    </a:ext>
                  </a:extLst>
                </p14:cNvPr>
                <p14:cNvContentPartPr/>
                <p14:nvPr/>
              </p14:nvContentPartPr>
              <p14:xfrm>
                <a:off x="1947397" y="3774352"/>
                <a:ext cx="83520" cy="1224360"/>
              </p14:xfrm>
            </p:contentPart>
          </mc:Choice>
          <mc:Fallback>
            <p:pic>
              <p:nvPicPr>
                <p:cNvPr id="36" name="Ink 35">
                  <a:extLst>
                    <a:ext uri="{FF2B5EF4-FFF2-40B4-BE49-F238E27FC236}">
                      <a16:creationId xmlns:a16="http://schemas.microsoft.com/office/drawing/2014/main" id="{12B795B3-567B-738D-C30C-94A011CAC0A9}"/>
                    </a:ext>
                  </a:extLst>
                </p:cNvPr>
                <p:cNvPicPr/>
                <p:nvPr/>
              </p:nvPicPr>
              <p:blipFill>
                <a:blip r:embed="rId58"/>
                <a:stretch>
                  <a:fillRect/>
                </a:stretch>
              </p:blipFill>
              <p:spPr>
                <a:xfrm>
                  <a:off x="1941277" y="3768232"/>
                  <a:ext cx="95760" cy="123660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7" name="Ink 36">
                  <a:extLst>
                    <a:ext uri="{FF2B5EF4-FFF2-40B4-BE49-F238E27FC236}">
                      <a16:creationId xmlns:a16="http://schemas.microsoft.com/office/drawing/2014/main" id="{70F5882C-76B5-BB1B-DE12-D0DC1DED6E03}"/>
                    </a:ext>
                  </a:extLst>
                </p14:cNvPr>
                <p14:cNvContentPartPr/>
                <p14:nvPr/>
              </p14:nvContentPartPr>
              <p14:xfrm>
                <a:off x="1128037" y="4123552"/>
                <a:ext cx="2127960" cy="209880"/>
              </p14:xfrm>
            </p:contentPart>
          </mc:Choice>
          <mc:Fallback>
            <p:pic>
              <p:nvPicPr>
                <p:cNvPr id="37" name="Ink 36">
                  <a:extLst>
                    <a:ext uri="{FF2B5EF4-FFF2-40B4-BE49-F238E27FC236}">
                      <a16:creationId xmlns:a16="http://schemas.microsoft.com/office/drawing/2014/main" id="{70F5882C-76B5-BB1B-DE12-D0DC1DED6E03}"/>
                    </a:ext>
                  </a:extLst>
                </p:cNvPr>
                <p:cNvPicPr/>
                <p:nvPr/>
              </p:nvPicPr>
              <p:blipFill>
                <a:blip r:embed="rId60"/>
                <a:stretch>
                  <a:fillRect/>
                </a:stretch>
              </p:blipFill>
              <p:spPr>
                <a:xfrm>
                  <a:off x="1121917" y="4117432"/>
                  <a:ext cx="214020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8" name="Ink 37">
                  <a:extLst>
                    <a:ext uri="{FF2B5EF4-FFF2-40B4-BE49-F238E27FC236}">
                      <a16:creationId xmlns:a16="http://schemas.microsoft.com/office/drawing/2014/main" id="{3A7FFE6D-AB0F-198B-BA21-076986CBA146}"/>
                    </a:ext>
                  </a:extLst>
                </p14:cNvPr>
                <p14:cNvContentPartPr/>
                <p14:nvPr/>
              </p14:nvContentPartPr>
              <p14:xfrm>
                <a:off x="1349797" y="4412992"/>
                <a:ext cx="7920" cy="180720"/>
              </p14:xfrm>
            </p:contentPart>
          </mc:Choice>
          <mc:Fallback>
            <p:pic>
              <p:nvPicPr>
                <p:cNvPr id="38" name="Ink 37">
                  <a:extLst>
                    <a:ext uri="{FF2B5EF4-FFF2-40B4-BE49-F238E27FC236}">
                      <a16:creationId xmlns:a16="http://schemas.microsoft.com/office/drawing/2014/main" id="{3A7FFE6D-AB0F-198B-BA21-076986CBA146}"/>
                    </a:ext>
                  </a:extLst>
                </p:cNvPr>
                <p:cNvPicPr/>
                <p:nvPr/>
              </p:nvPicPr>
              <p:blipFill>
                <a:blip r:embed="rId62"/>
                <a:stretch>
                  <a:fillRect/>
                </a:stretch>
              </p:blipFill>
              <p:spPr>
                <a:xfrm>
                  <a:off x="1343677" y="4406872"/>
                  <a:ext cx="20160" cy="19296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9" name="Ink 38">
                  <a:extLst>
                    <a:ext uri="{FF2B5EF4-FFF2-40B4-BE49-F238E27FC236}">
                      <a16:creationId xmlns:a16="http://schemas.microsoft.com/office/drawing/2014/main" id="{55E5F0C5-6BE6-3D10-F786-C94D4266CF2F}"/>
                    </a:ext>
                  </a:extLst>
                </p14:cNvPr>
                <p14:cNvContentPartPr/>
                <p14:nvPr/>
              </p14:nvContentPartPr>
              <p14:xfrm>
                <a:off x="1276717" y="4684792"/>
                <a:ext cx="171000" cy="169920"/>
              </p14:xfrm>
            </p:contentPart>
          </mc:Choice>
          <mc:Fallback>
            <p:pic>
              <p:nvPicPr>
                <p:cNvPr id="39" name="Ink 38">
                  <a:extLst>
                    <a:ext uri="{FF2B5EF4-FFF2-40B4-BE49-F238E27FC236}">
                      <a16:creationId xmlns:a16="http://schemas.microsoft.com/office/drawing/2014/main" id="{55E5F0C5-6BE6-3D10-F786-C94D4266CF2F}"/>
                    </a:ext>
                  </a:extLst>
                </p:cNvPr>
                <p:cNvPicPr/>
                <p:nvPr/>
              </p:nvPicPr>
              <p:blipFill>
                <a:blip r:embed="rId64"/>
                <a:stretch>
                  <a:fillRect/>
                </a:stretch>
              </p:blipFill>
              <p:spPr>
                <a:xfrm>
                  <a:off x="1270597" y="4678672"/>
                  <a:ext cx="18324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0" name="Ink 39">
                  <a:extLst>
                    <a:ext uri="{FF2B5EF4-FFF2-40B4-BE49-F238E27FC236}">
                      <a16:creationId xmlns:a16="http://schemas.microsoft.com/office/drawing/2014/main" id="{B1F25210-147B-6467-A278-94DADDAC392F}"/>
                    </a:ext>
                  </a:extLst>
                </p14:cNvPr>
                <p14:cNvContentPartPr/>
                <p14:nvPr/>
              </p14:nvContentPartPr>
              <p14:xfrm>
                <a:off x="1371037" y="4862632"/>
                <a:ext cx="151200" cy="241200"/>
              </p14:xfrm>
            </p:contentPart>
          </mc:Choice>
          <mc:Fallback>
            <p:pic>
              <p:nvPicPr>
                <p:cNvPr id="40" name="Ink 39">
                  <a:extLst>
                    <a:ext uri="{FF2B5EF4-FFF2-40B4-BE49-F238E27FC236}">
                      <a16:creationId xmlns:a16="http://schemas.microsoft.com/office/drawing/2014/main" id="{B1F25210-147B-6467-A278-94DADDAC392F}"/>
                    </a:ext>
                  </a:extLst>
                </p:cNvPr>
                <p:cNvPicPr/>
                <p:nvPr/>
              </p:nvPicPr>
              <p:blipFill>
                <a:blip r:embed="rId66"/>
                <a:stretch>
                  <a:fillRect/>
                </a:stretch>
              </p:blipFill>
              <p:spPr>
                <a:xfrm>
                  <a:off x="1364917" y="4856512"/>
                  <a:ext cx="16344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2" name="Ink 41">
                  <a:extLst>
                    <a:ext uri="{FF2B5EF4-FFF2-40B4-BE49-F238E27FC236}">
                      <a16:creationId xmlns:a16="http://schemas.microsoft.com/office/drawing/2014/main" id="{159CEC2B-8A69-A38B-4C5D-21F4DD543E46}"/>
                    </a:ext>
                  </a:extLst>
                </p14:cNvPr>
                <p14:cNvContentPartPr/>
                <p14:nvPr/>
              </p14:nvContentPartPr>
              <p14:xfrm>
                <a:off x="2767117" y="3768232"/>
                <a:ext cx="150840" cy="1463760"/>
              </p14:xfrm>
            </p:contentPart>
          </mc:Choice>
          <mc:Fallback>
            <p:pic>
              <p:nvPicPr>
                <p:cNvPr id="42" name="Ink 41">
                  <a:extLst>
                    <a:ext uri="{FF2B5EF4-FFF2-40B4-BE49-F238E27FC236}">
                      <a16:creationId xmlns:a16="http://schemas.microsoft.com/office/drawing/2014/main" id="{159CEC2B-8A69-A38B-4C5D-21F4DD543E46}"/>
                    </a:ext>
                  </a:extLst>
                </p:cNvPr>
                <p:cNvPicPr/>
                <p:nvPr/>
              </p:nvPicPr>
              <p:blipFill>
                <a:blip r:embed="rId68"/>
                <a:stretch>
                  <a:fillRect/>
                </a:stretch>
              </p:blipFill>
              <p:spPr>
                <a:xfrm>
                  <a:off x="2760997" y="3762112"/>
                  <a:ext cx="163080" cy="1476000"/>
                </a:xfrm>
                <a:prstGeom prst="rect">
                  <a:avLst/>
                </a:prstGeom>
              </p:spPr>
            </p:pic>
          </mc:Fallback>
        </mc:AlternateContent>
      </p:grpSp>
      <p:grpSp>
        <p:nvGrpSpPr>
          <p:cNvPr id="75" name="Group 74">
            <a:extLst>
              <a:ext uri="{FF2B5EF4-FFF2-40B4-BE49-F238E27FC236}">
                <a16:creationId xmlns:a16="http://schemas.microsoft.com/office/drawing/2014/main" id="{F2E64D9B-1038-C99E-F909-02700EAB3A49}"/>
              </a:ext>
            </a:extLst>
          </p:cNvPr>
          <p:cNvGrpSpPr/>
          <p:nvPr/>
        </p:nvGrpSpPr>
        <p:grpSpPr>
          <a:xfrm>
            <a:off x="4337437" y="2893072"/>
            <a:ext cx="3549240" cy="2129760"/>
            <a:chOff x="4337437" y="2893072"/>
            <a:chExt cx="3549240" cy="2129760"/>
          </a:xfrm>
        </p:grpSpPr>
        <mc:AlternateContent xmlns:mc="http://schemas.openxmlformats.org/markup-compatibility/2006">
          <mc:Choice xmlns:p14="http://schemas.microsoft.com/office/powerpoint/2010/main" Requires="p14">
            <p:contentPart p14:bwMode="auto" r:id="rId69">
              <p14:nvContentPartPr>
                <p14:cNvPr id="44" name="Ink 43">
                  <a:extLst>
                    <a:ext uri="{FF2B5EF4-FFF2-40B4-BE49-F238E27FC236}">
                      <a16:creationId xmlns:a16="http://schemas.microsoft.com/office/drawing/2014/main" id="{A84A0305-13F7-937F-E80E-7D0925E19C84}"/>
                    </a:ext>
                  </a:extLst>
                </p14:cNvPr>
                <p14:cNvContentPartPr/>
                <p14:nvPr/>
              </p14:nvContentPartPr>
              <p14:xfrm>
                <a:off x="4563157" y="3844192"/>
                <a:ext cx="268920" cy="290880"/>
              </p14:xfrm>
            </p:contentPart>
          </mc:Choice>
          <mc:Fallback>
            <p:pic>
              <p:nvPicPr>
                <p:cNvPr id="44" name="Ink 43">
                  <a:extLst>
                    <a:ext uri="{FF2B5EF4-FFF2-40B4-BE49-F238E27FC236}">
                      <a16:creationId xmlns:a16="http://schemas.microsoft.com/office/drawing/2014/main" id="{A84A0305-13F7-937F-E80E-7D0925E19C84}"/>
                    </a:ext>
                  </a:extLst>
                </p:cNvPr>
                <p:cNvPicPr/>
                <p:nvPr/>
              </p:nvPicPr>
              <p:blipFill>
                <a:blip r:embed="rId70"/>
                <a:stretch>
                  <a:fillRect/>
                </a:stretch>
              </p:blipFill>
              <p:spPr>
                <a:xfrm>
                  <a:off x="4557037" y="3838072"/>
                  <a:ext cx="281160" cy="30312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5" name="Ink 44">
                  <a:extLst>
                    <a:ext uri="{FF2B5EF4-FFF2-40B4-BE49-F238E27FC236}">
                      <a16:creationId xmlns:a16="http://schemas.microsoft.com/office/drawing/2014/main" id="{20305B77-66D5-180D-529C-1E8DDAA9BBB2}"/>
                    </a:ext>
                  </a:extLst>
                </p14:cNvPr>
                <p14:cNvContentPartPr/>
                <p14:nvPr/>
              </p14:nvContentPartPr>
              <p14:xfrm>
                <a:off x="4670077" y="4376632"/>
                <a:ext cx="210240" cy="262080"/>
              </p14:xfrm>
            </p:contentPart>
          </mc:Choice>
          <mc:Fallback>
            <p:pic>
              <p:nvPicPr>
                <p:cNvPr id="45" name="Ink 44">
                  <a:extLst>
                    <a:ext uri="{FF2B5EF4-FFF2-40B4-BE49-F238E27FC236}">
                      <a16:creationId xmlns:a16="http://schemas.microsoft.com/office/drawing/2014/main" id="{20305B77-66D5-180D-529C-1E8DDAA9BBB2}"/>
                    </a:ext>
                  </a:extLst>
                </p:cNvPr>
                <p:cNvPicPr/>
                <p:nvPr/>
              </p:nvPicPr>
              <p:blipFill>
                <a:blip r:embed="rId72"/>
                <a:stretch>
                  <a:fillRect/>
                </a:stretch>
              </p:blipFill>
              <p:spPr>
                <a:xfrm>
                  <a:off x="4663957" y="4370512"/>
                  <a:ext cx="22248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6" name="Ink 45">
                  <a:extLst>
                    <a:ext uri="{FF2B5EF4-FFF2-40B4-BE49-F238E27FC236}">
                      <a16:creationId xmlns:a16="http://schemas.microsoft.com/office/drawing/2014/main" id="{7873005C-D194-FB02-5914-ECCF96A4A3D7}"/>
                    </a:ext>
                  </a:extLst>
                </p14:cNvPr>
                <p14:cNvContentPartPr/>
                <p14:nvPr/>
              </p14:nvContentPartPr>
              <p14:xfrm>
                <a:off x="4649557" y="4352152"/>
                <a:ext cx="177840" cy="82440"/>
              </p14:xfrm>
            </p:contentPart>
          </mc:Choice>
          <mc:Fallback>
            <p:pic>
              <p:nvPicPr>
                <p:cNvPr id="46" name="Ink 45">
                  <a:extLst>
                    <a:ext uri="{FF2B5EF4-FFF2-40B4-BE49-F238E27FC236}">
                      <a16:creationId xmlns:a16="http://schemas.microsoft.com/office/drawing/2014/main" id="{7873005C-D194-FB02-5914-ECCF96A4A3D7}"/>
                    </a:ext>
                  </a:extLst>
                </p:cNvPr>
                <p:cNvPicPr/>
                <p:nvPr/>
              </p:nvPicPr>
              <p:blipFill>
                <a:blip r:embed="rId74"/>
                <a:stretch>
                  <a:fillRect/>
                </a:stretch>
              </p:blipFill>
              <p:spPr>
                <a:xfrm>
                  <a:off x="4643437" y="4346032"/>
                  <a:ext cx="19008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7" name="Ink 46">
                  <a:extLst>
                    <a:ext uri="{FF2B5EF4-FFF2-40B4-BE49-F238E27FC236}">
                      <a16:creationId xmlns:a16="http://schemas.microsoft.com/office/drawing/2014/main" id="{94A0B456-095A-0574-35D1-E0385B049897}"/>
                    </a:ext>
                  </a:extLst>
                </p14:cNvPr>
                <p14:cNvContentPartPr/>
                <p14:nvPr/>
              </p14:nvContentPartPr>
              <p14:xfrm>
                <a:off x="4956997" y="3699472"/>
                <a:ext cx="235800" cy="1105920"/>
              </p14:xfrm>
            </p:contentPart>
          </mc:Choice>
          <mc:Fallback>
            <p:pic>
              <p:nvPicPr>
                <p:cNvPr id="47" name="Ink 46">
                  <a:extLst>
                    <a:ext uri="{FF2B5EF4-FFF2-40B4-BE49-F238E27FC236}">
                      <a16:creationId xmlns:a16="http://schemas.microsoft.com/office/drawing/2014/main" id="{94A0B456-095A-0574-35D1-E0385B049897}"/>
                    </a:ext>
                  </a:extLst>
                </p:cNvPr>
                <p:cNvPicPr/>
                <p:nvPr/>
              </p:nvPicPr>
              <p:blipFill>
                <a:blip r:embed="rId76"/>
                <a:stretch>
                  <a:fillRect/>
                </a:stretch>
              </p:blipFill>
              <p:spPr>
                <a:xfrm>
                  <a:off x="4950877" y="3693352"/>
                  <a:ext cx="248040" cy="111816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9" name="Ink 48">
                  <a:extLst>
                    <a:ext uri="{FF2B5EF4-FFF2-40B4-BE49-F238E27FC236}">
                      <a16:creationId xmlns:a16="http://schemas.microsoft.com/office/drawing/2014/main" id="{5508A1AE-71CC-CCBF-CFBB-3DF8321CC684}"/>
                    </a:ext>
                  </a:extLst>
                </p14:cNvPr>
                <p14:cNvContentPartPr/>
                <p14:nvPr/>
              </p14:nvContentPartPr>
              <p14:xfrm>
                <a:off x="4592677" y="4505512"/>
                <a:ext cx="1817640" cy="288360"/>
              </p14:xfrm>
            </p:contentPart>
          </mc:Choice>
          <mc:Fallback>
            <p:pic>
              <p:nvPicPr>
                <p:cNvPr id="49" name="Ink 48">
                  <a:extLst>
                    <a:ext uri="{FF2B5EF4-FFF2-40B4-BE49-F238E27FC236}">
                      <a16:creationId xmlns:a16="http://schemas.microsoft.com/office/drawing/2014/main" id="{5508A1AE-71CC-CCBF-CFBB-3DF8321CC684}"/>
                    </a:ext>
                  </a:extLst>
                </p:cNvPr>
                <p:cNvPicPr/>
                <p:nvPr/>
              </p:nvPicPr>
              <p:blipFill>
                <a:blip r:embed="rId78"/>
                <a:stretch>
                  <a:fillRect/>
                </a:stretch>
              </p:blipFill>
              <p:spPr>
                <a:xfrm>
                  <a:off x="4586557" y="4499392"/>
                  <a:ext cx="1829880" cy="30060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0" name="Ink 49">
                  <a:extLst>
                    <a:ext uri="{FF2B5EF4-FFF2-40B4-BE49-F238E27FC236}">
                      <a16:creationId xmlns:a16="http://schemas.microsoft.com/office/drawing/2014/main" id="{BA6CBBFC-2FFE-800E-9C7D-7B8F06AB2030}"/>
                    </a:ext>
                  </a:extLst>
                </p14:cNvPr>
                <p14:cNvContentPartPr/>
                <p14:nvPr/>
              </p14:nvContentPartPr>
              <p14:xfrm>
                <a:off x="4337437" y="3521992"/>
                <a:ext cx="2516400" cy="300960"/>
              </p14:xfrm>
            </p:contentPart>
          </mc:Choice>
          <mc:Fallback>
            <p:pic>
              <p:nvPicPr>
                <p:cNvPr id="50" name="Ink 49">
                  <a:extLst>
                    <a:ext uri="{FF2B5EF4-FFF2-40B4-BE49-F238E27FC236}">
                      <a16:creationId xmlns:a16="http://schemas.microsoft.com/office/drawing/2014/main" id="{BA6CBBFC-2FFE-800E-9C7D-7B8F06AB2030}"/>
                    </a:ext>
                  </a:extLst>
                </p:cNvPr>
                <p:cNvPicPr/>
                <p:nvPr/>
              </p:nvPicPr>
              <p:blipFill>
                <a:blip r:embed="rId80"/>
                <a:stretch>
                  <a:fillRect/>
                </a:stretch>
              </p:blipFill>
              <p:spPr>
                <a:xfrm>
                  <a:off x="4331317" y="3515872"/>
                  <a:ext cx="2528640" cy="31320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2" name="Ink 51">
                  <a:extLst>
                    <a:ext uri="{FF2B5EF4-FFF2-40B4-BE49-F238E27FC236}">
                      <a16:creationId xmlns:a16="http://schemas.microsoft.com/office/drawing/2014/main" id="{C0A2B4AD-D4C6-C86B-A624-BDE7CA443B79}"/>
                    </a:ext>
                  </a:extLst>
                </p14:cNvPr>
                <p14:cNvContentPartPr/>
                <p14:nvPr/>
              </p14:nvContentPartPr>
              <p14:xfrm>
                <a:off x="4933957" y="3363232"/>
                <a:ext cx="415080" cy="491400"/>
              </p14:xfrm>
            </p:contentPart>
          </mc:Choice>
          <mc:Fallback>
            <p:pic>
              <p:nvPicPr>
                <p:cNvPr id="52" name="Ink 51">
                  <a:extLst>
                    <a:ext uri="{FF2B5EF4-FFF2-40B4-BE49-F238E27FC236}">
                      <a16:creationId xmlns:a16="http://schemas.microsoft.com/office/drawing/2014/main" id="{C0A2B4AD-D4C6-C86B-A624-BDE7CA443B79}"/>
                    </a:ext>
                  </a:extLst>
                </p:cNvPr>
                <p:cNvPicPr/>
                <p:nvPr/>
              </p:nvPicPr>
              <p:blipFill>
                <a:blip r:embed="rId82"/>
                <a:stretch>
                  <a:fillRect/>
                </a:stretch>
              </p:blipFill>
              <p:spPr>
                <a:xfrm>
                  <a:off x="4927837" y="3357112"/>
                  <a:ext cx="427320" cy="50364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4" name="Ink 53">
                  <a:extLst>
                    <a:ext uri="{FF2B5EF4-FFF2-40B4-BE49-F238E27FC236}">
                      <a16:creationId xmlns:a16="http://schemas.microsoft.com/office/drawing/2014/main" id="{AF92921F-B57F-C9F2-749D-EE179EEF951E}"/>
                    </a:ext>
                  </a:extLst>
                </p14:cNvPr>
                <p14:cNvContentPartPr/>
                <p14:nvPr/>
              </p14:nvContentPartPr>
              <p14:xfrm>
                <a:off x="5614717" y="3218512"/>
                <a:ext cx="366120" cy="1804320"/>
              </p14:xfrm>
            </p:contentPart>
          </mc:Choice>
          <mc:Fallback>
            <p:pic>
              <p:nvPicPr>
                <p:cNvPr id="54" name="Ink 53">
                  <a:extLst>
                    <a:ext uri="{FF2B5EF4-FFF2-40B4-BE49-F238E27FC236}">
                      <a16:creationId xmlns:a16="http://schemas.microsoft.com/office/drawing/2014/main" id="{AF92921F-B57F-C9F2-749D-EE179EEF951E}"/>
                    </a:ext>
                  </a:extLst>
                </p:cNvPr>
                <p:cNvPicPr/>
                <p:nvPr/>
              </p:nvPicPr>
              <p:blipFill>
                <a:blip r:embed="rId84"/>
                <a:stretch>
                  <a:fillRect/>
                </a:stretch>
              </p:blipFill>
              <p:spPr>
                <a:xfrm>
                  <a:off x="5608597" y="3212392"/>
                  <a:ext cx="378360" cy="181656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55" name="Ink 54">
                  <a:extLst>
                    <a:ext uri="{FF2B5EF4-FFF2-40B4-BE49-F238E27FC236}">
                      <a16:creationId xmlns:a16="http://schemas.microsoft.com/office/drawing/2014/main" id="{3773C410-F4FA-B565-922F-9B7E503678E6}"/>
                    </a:ext>
                  </a:extLst>
                </p14:cNvPr>
                <p14:cNvContentPartPr/>
                <p14:nvPr/>
              </p14:nvContentPartPr>
              <p14:xfrm>
                <a:off x="5740357" y="3332992"/>
                <a:ext cx="410760" cy="441720"/>
              </p14:xfrm>
            </p:contentPart>
          </mc:Choice>
          <mc:Fallback>
            <p:pic>
              <p:nvPicPr>
                <p:cNvPr id="55" name="Ink 54">
                  <a:extLst>
                    <a:ext uri="{FF2B5EF4-FFF2-40B4-BE49-F238E27FC236}">
                      <a16:creationId xmlns:a16="http://schemas.microsoft.com/office/drawing/2014/main" id="{3773C410-F4FA-B565-922F-9B7E503678E6}"/>
                    </a:ext>
                  </a:extLst>
                </p:cNvPr>
                <p:cNvPicPr/>
                <p:nvPr/>
              </p:nvPicPr>
              <p:blipFill>
                <a:blip r:embed="rId86"/>
                <a:stretch>
                  <a:fillRect/>
                </a:stretch>
              </p:blipFill>
              <p:spPr>
                <a:xfrm>
                  <a:off x="5734237" y="3326872"/>
                  <a:ext cx="423000" cy="45396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56" name="Ink 55">
                  <a:extLst>
                    <a:ext uri="{FF2B5EF4-FFF2-40B4-BE49-F238E27FC236}">
                      <a16:creationId xmlns:a16="http://schemas.microsoft.com/office/drawing/2014/main" id="{8382821C-5E70-5FC1-EC03-E5613D2908C2}"/>
                    </a:ext>
                  </a:extLst>
                </p14:cNvPr>
                <p14:cNvContentPartPr/>
                <p14:nvPr/>
              </p14:nvContentPartPr>
              <p14:xfrm>
                <a:off x="5921437" y="2893072"/>
                <a:ext cx="335520" cy="400680"/>
              </p14:xfrm>
            </p:contentPart>
          </mc:Choice>
          <mc:Fallback>
            <p:pic>
              <p:nvPicPr>
                <p:cNvPr id="56" name="Ink 55">
                  <a:extLst>
                    <a:ext uri="{FF2B5EF4-FFF2-40B4-BE49-F238E27FC236}">
                      <a16:creationId xmlns:a16="http://schemas.microsoft.com/office/drawing/2014/main" id="{8382821C-5E70-5FC1-EC03-E5613D2908C2}"/>
                    </a:ext>
                  </a:extLst>
                </p:cNvPr>
                <p:cNvPicPr/>
                <p:nvPr/>
              </p:nvPicPr>
              <p:blipFill>
                <a:blip r:embed="rId88"/>
                <a:stretch>
                  <a:fillRect/>
                </a:stretch>
              </p:blipFill>
              <p:spPr>
                <a:xfrm>
                  <a:off x="5915317" y="2886952"/>
                  <a:ext cx="347760" cy="41292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58" name="Ink 57">
                  <a:extLst>
                    <a:ext uri="{FF2B5EF4-FFF2-40B4-BE49-F238E27FC236}">
                      <a16:creationId xmlns:a16="http://schemas.microsoft.com/office/drawing/2014/main" id="{CEFF629C-9F93-59AF-CAB5-CEFF662D2EE6}"/>
                    </a:ext>
                  </a:extLst>
                </p14:cNvPr>
                <p14:cNvContentPartPr/>
                <p14:nvPr/>
              </p14:nvContentPartPr>
              <p14:xfrm>
                <a:off x="5153197" y="3814312"/>
                <a:ext cx="272520" cy="415800"/>
              </p14:xfrm>
            </p:contentPart>
          </mc:Choice>
          <mc:Fallback>
            <p:pic>
              <p:nvPicPr>
                <p:cNvPr id="58" name="Ink 57">
                  <a:extLst>
                    <a:ext uri="{FF2B5EF4-FFF2-40B4-BE49-F238E27FC236}">
                      <a16:creationId xmlns:a16="http://schemas.microsoft.com/office/drawing/2014/main" id="{CEFF629C-9F93-59AF-CAB5-CEFF662D2EE6}"/>
                    </a:ext>
                  </a:extLst>
                </p:cNvPr>
                <p:cNvPicPr/>
                <p:nvPr/>
              </p:nvPicPr>
              <p:blipFill>
                <a:blip r:embed="rId90"/>
                <a:stretch>
                  <a:fillRect/>
                </a:stretch>
              </p:blipFill>
              <p:spPr>
                <a:xfrm>
                  <a:off x="5147077" y="3808192"/>
                  <a:ext cx="284760" cy="42804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60" name="Ink 59">
                  <a:extLst>
                    <a:ext uri="{FF2B5EF4-FFF2-40B4-BE49-F238E27FC236}">
                      <a16:creationId xmlns:a16="http://schemas.microsoft.com/office/drawing/2014/main" id="{2AD97823-226C-8C3C-1E77-8074AF963DA1}"/>
                    </a:ext>
                  </a:extLst>
                </p14:cNvPr>
                <p14:cNvContentPartPr/>
                <p14:nvPr/>
              </p14:nvContentPartPr>
              <p14:xfrm>
                <a:off x="6015037" y="3707032"/>
                <a:ext cx="245880" cy="401400"/>
              </p14:xfrm>
            </p:contentPart>
          </mc:Choice>
          <mc:Fallback>
            <p:pic>
              <p:nvPicPr>
                <p:cNvPr id="60" name="Ink 59">
                  <a:extLst>
                    <a:ext uri="{FF2B5EF4-FFF2-40B4-BE49-F238E27FC236}">
                      <a16:creationId xmlns:a16="http://schemas.microsoft.com/office/drawing/2014/main" id="{2AD97823-226C-8C3C-1E77-8074AF963DA1}"/>
                    </a:ext>
                  </a:extLst>
                </p:cNvPr>
                <p:cNvPicPr/>
                <p:nvPr/>
              </p:nvPicPr>
              <p:blipFill>
                <a:blip r:embed="rId92"/>
                <a:stretch>
                  <a:fillRect/>
                </a:stretch>
              </p:blipFill>
              <p:spPr>
                <a:xfrm>
                  <a:off x="6008917" y="3700912"/>
                  <a:ext cx="258120" cy="41364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61" name="Ink 60">
                  <a:extLst>
                    <a:ext uri="{FF2B5EF4-FFF2-40B4-BE49-F238E27FC236}">
                      <a16:creationId xmlns:a16="http://schemas.microsoft.com/office/drawing/2014/main" id="{5FE08E14-7871-95C6-07FB-35CBD8FAED63}"/>
                    </a:ext>
                  </a:extLst>
                </p14:cNvPr>
                <p14:cNvContentPartPr/>
                <p14:nvPr/>
              </p14:nvContentPartPr>
              <p14:xfrm>
                <a:off x="6261277" y="3209152"/>
                <a:ext cx="304920" cy="1741680"/>
              </p14:xfrm>
            </p:contentPart>
          </mc:Choice>
          <mc:Fallback>
            <p:pic>
              <p:nvPicPr>
                <p:cNvPr id="61" name="Ink 60">
                  <a:extLst>
                    <a:ext uri="{FF2B5EF4-FFF2-40B4-BE49-F238E27FC236}">
                      <a16:creationId xmlns:a16="http://schemas.microsoft.com/office/drawing/2014/main" id="{5FE08E14-7871-95C6-07FB-35CBD8FAED63}"/>
                    </a:ext>
                  </a:extLst>
                </p:cNvPr>
                <p:cNvPicPr/>
                <p:nvPr/>
              </p:nvPicPr>
              <p:blipFill>
                <a:blip r:embed="rId94"/>
                <a:stretch>
                  <a:fillRect/>
                </a:stretch>
              </p:blipFill>
              <p:spPr>
                <a:xfrm>
                  <a:off x="6255157" y="3203032"/>
                  <a:ext cx="317160" cy="175392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63" name="Ink 62">
                  <a:extLst>
                    <a:ext uri="{FF2B5EF4-FFF2-40B4-BE49-F238E27FC236}">
                      <a16:creationId xmlns:a16="http://schemas.microsoft.com/office/drawing/2014/main" id="{3D6DB7BC-9FEE-CEFC-533B-E5911E9712F1}"/>
                    </a:ext>
                  </a:extLst>
                </p14:cNvPr>
                <p14:cNvContentPartPr/>
                <p14:nvPr/>
              </p14:nvContentPartPr>
              <p14:xfrm>
                <a:off x="6712717" y="3709552"/>
                <a:ext cx="404640" cy="284400"/>
              </p14:xfrm>
            </p:contentPart>
          </mc:Choice>
          <mc:Fallback>
            <p:pic>
              <p:nvPicPr>
                <p:cNvPr id="63" name="Ink 62">
                  <a:extLst>
                    <a:ext uri="{FF2B5EF4-FFF2-40B4-BE49-F238E27FC236}">
                      <a16:creationId xmlns:a16="http://schemas.microsoft.com/office/drawing/2014/main" id="{3D6DB7BC-9FEE-CEFC-533B-E5911E9712F1}"/>
                    </a:ext>
                  </a:extLst>
                </p:cNvPr>
                <p:cNvPicPr/>
                <p:nvPr/>
              </p:nvPicPr>
              <p:blipFill>
                <a:blip r:embed="rId96"/>
                <a:stretch>
                  <a:fillRect/>
                </a:stretch>
              </p:blipFill>
              <p:spPr>
                <a:xfrm>
                  <a:off x="6706597" y="3703432"/>
                  <a:ext cx="416880" cy="29664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65" name="Ink 64">
                  <a:extLst>
                    <a:ext uri="{FF2B5EF4-FFF2-40B4-BE49-F238E27FC236}">
                      <a16:creationId xmlns:a16="http://schemas.microsoft.com/office/drawing/2014/main" id="{85ECB0BB-63A9-FA23-746D-873D5C8D9801}"/>
                    </a:ext>
                  </a:extLst>
                </p14:cNvPr>
                <p14:cNvContentPartPr/>
                <p14:nvPr/>
              </p14:nvContentPartPr>
              <p14:xfrm>
                <a:off x="5214757" y="4260712"/>
                <a:ext cx="45360" cy="240480"/>
              </p14:xfrm>
            </p:contentPart>
          </mc:Choice>
          <mc:Fallback>
            <p:pic>
              <p:nvPicPr>
                <p:cNvPr id="65" name="Ink 64">
                  <a:extLst>
                    <a:ext uri="{FF2B5EF4-FFF2-40B4-BE49-F238E27FC236}">
                      <a16:creationId xmlns:a16="http://schemas.microsoft.com/office/drawing/2014/main" id="{85ECB0BB-63A9-FA23-746D-873D5C8D9801}"/>
                    </a:ext>
                  </a:extLst>
                </p:cNvPr>
                <p:cNvPicPr/>
                <p:nvPr/>
              </p:nvPicPr>
              <p:blipFill>
                <a:blip r:embed="rId98"/>
                <a:stretch>
                  <a:fillRect/>
                </a:stretch>
              </p:blipFill>
              <p:spPr>
                <a:xfrm>
                  <a:off x="5208637" y="4254592"/>
                  <a:ext cx="5760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66" name="Ink 65">
                  <a:extLst>
                    <a:ext uri="{FF2B5EF4-FFF2-40B4-BE49-F238E27FC236}">
                      <a16:creationId xmlns:a16="http://schemas.microsoft.com/office/drawing/2014/main" id="{94C6B198-BF9E-E6C2-9DEB-E35BE89DE2D3}"/>
                    </a:ext>
                  </a:extLst>
                </p14:cNvPr>
                <p14:cNvContentPartPr/>
                <p14:nvPr/>
              </p14:nvContentPartPr>
              <p14:xfrm>
                <a:off x="5390077" y="4283032"/>
                <a:ext cx="228960" cy="138960"/>
              </p14:xfrm>
            </p:contentPart>
          </mc:Choice>
          <mc:Fallback>
            <p:pic>
              <p:nvPicPr>
                <p:cNvPr id="66" name="Ink 65">
                  <a:extLst>
                    <a:ext uri="{FF2B5EF4-FFF2-40B4-BE49-F238E27FC236}">
                      <a16:creationId xmlns:a16="http://schemas.microsoft.com/office/drawing/2014/main" id="{94C6B198-BF9E-E6C2-9DEB-E35BE89DE2D3}"/>
                    </a:ext>
                  </a:extLst>
                </p:cNvPr>
                <p:cNvPicPr/>
                <p:nvPr/>
              </p:nvPicPr>
              <p:blipFill>
                <a:blip r:embed="rId100"/>
                <a:stretch>
                  <a:fillRect/>
                </a:stretch>
              </p:blipFill>
              <p:spPr>
                <a:xfrm>
                  <a:off x="5383957" y="4276912"/>
                  <a:ext cx="24120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67" name="Ink 66">
                  <a:extLst>
                    <a:ext uri="{FF2B5EF4-FFF2-40B4-BE49-F238E27FC236}">
                      <a16:creationId xmlns:a16="http://schemas.microsoft.com/office/drawing/2014/main" id="{3CF5DD6A-42F8-3879-F4C4-BC644F453F6B}"/>
                    </a:ext>
                  </a:extLst>
                </p14:cNvPr>
                <p14:cNvContentPartPr/>
                <p14:nvPr/>
              </p14:nvContentPartPr>
              <p14:xfrm>
                <a:off x="5480797" y="4240912"/>
                <a:ext cx="127440" cy="246960"/>
              </p14:xfrm>
            </p:contentPart>
          </mc:Choice>
          <mc:Fallback>
            <p:pic>
              <p:nvPicPr>
                <p:cNvPr id="67" name="Ink 66">
                  <a:extLst>
                    <a:ext uri="{FF2B5EF4-FFF2-40B4-BE49-F238E27FC236}">
                      <a16:creationId xmlns:a16="http://schemas.microsoft.com/office/drawing/2014/main" id="{3CF5DD6A-42F8-3879-F4C4-BC644F453F6B}"/>
                    </a:ext>
                  </a:extLst>
                </p:cNvPr>
                <p:cNvPicPr/>
                <p:nvPr/>
              </p:nvPicPr>
              <p:blipFill>
                <a:blip r:embed="rId102"/>
                <a:stretch>
                  <a:fillRect/>
                </a:stretch>
              </p:blipFill>
              <p:spPr>
                <a:xfrm>
                  <a:off x="5474677" y="4234792"/>
                  <a:ext cx="139680" cy="25920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69" name="Ink 68">
                  <a:extLst>
                    <a:ext uri="{FF2B5EF4-FFF2-40B4-BE49-F238E27FC236}">
                      <a16:creationId xmlns:a16="http://schemas.microsoft.com/office/drawing/2014/main" id="{F411D411-74DC-FDC0-8450-5F91F79DF3B7}"/>
                    </a:ext>
                  </a:extLst>
                </p14:cNvPr>
                <p14:cNvContentPartPr/>
                <p14:nvPr/>
              </p14:nvContentPartPr>
              <p14:xfrm>
                <a:off x="6046717" y="4229752"/>
                <a:ext cx="41400" cy="236520"/>
              </p14:xfrm>
            </p:contentPart>
          </mc:Choice>
          <mc:Fallback>
            <p:pic>
              <p:nvPicPr>
                <p:cNvPr id="69" name="Ink 68">
                  <a:extLst>
                    <a:ext uri="{FF2B5EF4-FFF2-40B4-BE49-F238E27FC236}">
                      <a16:creationId xmlns:a16="http://schemas.microsoft.com/office/drawing/2014/main" id="{F411D411-74DC-FDC0-8450-5F91F79DF3B7}"/>
                    </a:ext>
                  </a:extLst>
                </p:cNvPr>
                <p:cNvPicPr/>
                <p:nvPr/>
              </p:nvPicPr>
              <p:blipFill>
                <a:blip r:embed="rId104"/>
                <a:stretch>
                  <a:fillRect/>
                </a:stretch>
              </p:blipFill>
              <p:spPr>
                <a:xfrm>
                  <a:off x="6040597" y="4223632"/>
                  <a:ext cx="5364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70" name="Ink 69">
                  <a:extLst>
                    <a:ext uri="{FF2B5EF4-FFF2-40B4-BE49-F238E27FC236}">
                      <a16:creationId xmlns:a16="http://schemas.microsoft.com/office/drawing/2014/main" id="{FF51BACE-D20F-68DD-83BD-E0DBAD4C12FA}"/>
                    </a:ext>
                  </a:extLst>
                </p14:cNvPr>
                <p14:cNvContentPartPr/>
                <p14:nvPr/>
              </p14:nvContentPartPr>
              <p14:xfrm>
                <a:off x="6137077" y="4248472"/>
                <a:ext cx="263880" cy="161640"/>
              </p14:xfrm>
            </p:contentPart>
          </mc:Choice>
          <mc:Fallback>
            <p:pic>
              <p:nvPicPr>
                <p:cNvPr id="70" name="Ink 69">
                  <a:extLst>
                    <a:ext uri="{FF2B5EF4-FFF2-40B4-BE49-F238E27FC236}">
                      <a16:creationId xmlns:a16="http://schemas.microsoft.com/office/drawing/2014/main" id="{FF51BACE-D20F-68DD-83BD-E0DBAD4C12FA}"/>
                    </a:ext>
                  </a:extLst>
                </p:cNvPr>
                <p:cNvPicPr/>
                <p:nvPr/>
              </p:nvPicPr>
              <p:blipFill>
                <a:blip r:embed="rId106"/>
                <a:stretch>
                  <a:fillRect/>
                </a:stretch>
              </p:blipFill>
              <p:spPr>
                <a:xfrm>
                  <a:off x="6130957" y="4242352"/>
                  <a:ext cx="276120" cy="17388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72" name="Ink 71">
                  <a:extLst>
                    <a:ext uri="{FF2B5EF4-FFF2-40B4-BE49-F238E27FC236}">
                      <a16:creationId xmlns:a16="http://schemas.microsoft.com/office/drawing/2014/main" id="{300E0139-6FAA-3C6F-3809-8508644DD20B}"/>
                    </a:ext>
                  </a:extLst>
                </p14:cNvPr>
                <p14:cNvContentPartPr/>
                <p14:nvPr/>
              </p14:nvContentPartPr>
              <p14:xfrm>
                <a:off x="6762037" y="4132912"/>
                <a:ext cx="337320" cy="414000"/>
              </p14:xfrm>
            </p:contentPart>
          </mc:Choice>
          <mc:Fallback>
            <p:pic>
              <p:nvPicPr>
                <p:cNvPr id="72" name="Ink 71">
                  <a:extLst>
                    <a:ext uri="{FF2B5EF4-FFF2-40B4-BE49-F238E27FC236}">
                      <a16:creationId xmlns:a16="http://schemas.microsoft.com/office/drawing/2014/main" id="{300E0139-6FAA-3C6F-3809-8508644DD20B}"/>
                    </a:ext>
                  </a:extLst>
                </p:cNvPr>
                <p:cNvPicPr/>
                <p:nvPr/>
              </p:nvPicPr>
              <p:blipFill>
                <a:blip r:embed="rId108"/>
                <a:stretch>
                  <a:fillRect/>
                </a:stretch>
              </p:blipFill>
              <p:spPr>
                <a:xfrm>
                  <a:off x="6755917" y="4126792"/>
                  <a:ext cx="349560" cy="42624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73" name="Ink 72">
                  <a:extLst>
                    <a:ext uri="{FF2B5EF4-FFF2-40B4-BE49-F238E27FC236}">
                      <a16:creationId xmlns:a16="http://schemas.microsoft.com/office/drawing/2014/main" id="{15665EE4-7DEA-3D1C-4856-7D55A2F39AFA}"/>
                    </a:ext>
                  </a:extLst>
                </p14:cNvPr>
                <p14:cNvContentPartPr/>
                <p14:nvPr/>
              </p14:nvContentPartPr>
              <p14:xfrm>
                <a:off x="6991717" y="3185032"/>
                <a:ext cx="228240" cy="1545840"/>
              </p14:xfrm>
            </p:contentPart>
          </mc:Choice>
          <mc:Fallback>
            <p:pic>
              <p:nvPicPr>
                <p:cNvPr id="73" name="Ink 72">
                  <a:extLst>
                    <a:ext uri="{FF2B5EF4-FFF2-40B4-BE49-F238E27FC236}">
                      <a16:creationId xmlns:a16="http://schemas.microsoft.com/office/drawing/2014/main" id="{15665EE4-7DEA-3D1C-4856-7D55A2F39AFA}"/>
                    </a:ext>
                  </a:extLst>
                </p:cNvPr>
                <p:cNvPicPr/>
                <p:nvPr/>
              </p:nvPicPr>
              <p:blipFill>
                <a:blip r:embed="rId110"/>
                <a:stretch>
                  <a:fillRect/>
                </a:stretch>
              </p:blipFill>
              <p:spPr>
                <a:xfrm>
                  <a:off x="6985597" y="3178912"/>
                  <a:ext cx="240480" cy="155808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74" name="Ink 73">
                  <a:extLst>
                    <a:ext uri="{FF2B5EF4-FFF2-40B4-BE49-F238E27FC236}">
                      <a16:creationId xmlns:a16="http://schemas.microsoft.com/office/drawing/2014/main" id="{AE334A39-8D62-AE3A-9598-81B4E1A62BF1}"/>
                    </a:ext>
                  </a:extLst>
                </p14:cNvPr>
                <p14:cNvContentPartPr/>
                <p14:nvPr/>
              </p14:nvContentPartPr>
              <p14:xfrm>
                <a:off x="6111157" y="4278352"/>
                <a:ext cx="1775520" cy="357120"/>
              </p14:xfrm>
            </p:contentPart>
          </mc:Choice>
          <mc:Fallback>
            <p:pic>
              <p:nvPicPr>
                <p:cNvPr id="74" name="Ink 73">
                  <a:extLst>
                    <a:ext uri="{FF2B5EF4-FFF2-40B4-BE49-F238E27FC236}">
                      <a16:creationId xmlns:a16="http://schemas.microsoft.com/office/drawing/2014/main" id="{AE334A39-8D62-AE3A-9598-81B4E1A62BF1}"/>
                    </a:ext>
                  </a:extLst>
                </p:cNvPr>
                <p:cNvPicPr/>
                <p:nvPr/>
              </p:nvPicPr>
              <p:blipFill>
                <a:blip r:embed="rId112"/>
                <a:stretch>
                  <a:fillRect/>
                </a:stretch>
              </p:blipFill>
              <p:spPr>
                <a:xfrm>
                  <a:off x="6105037" y="4272232"/>
                  <a:ext cx="1787760" cy="369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13">
            <p14:nvContentPartPr>
              <p14:cNvPr id="76" name="Ink 75">
                <a:extLst>
                  <a:ext uri="{FF2B5EF4-FFF2-40B4-BE49-F238E27FC236}">
                    <a16:creationId xmlns:a16="http://schemas.microsoft.com/office/drawing/2014/main" id="{87AEC7DC-6337-A8BF-6D4C-77BFCDCD1F19}"/>
                  </a:ext>
                </a:extLst>
              </p14:cNvPr>
              <p14:cNvContentPartPr/>
              <p14:nvPr/>
            </p14:nvContentPartPr>
            <p14:xfrm>
              <a:off x="7386637" y="3245872"/>
              <a:ext cx="636120" cy="118080"/>
            </p14:xfrm>
          </p:contentPart>
        </mc:Choice>
        <mc:Fallback>
          <p:pic>
            <p:nvPicPr>
              <p:cNvPr id="76" name="Ink 75">
                <a:extLst>
                  <a:ext uri="{FF2B5EF4-FFF2-40B4-BE49-F238E27FC236}">
                    <a16:creationId xmlns:a16="http://schemas.microsoft.com/office/drawing/2014/main" id="{87AEC7DC-6337-A8BF-6D4C-77BFCDCD1F19}"/>
                  </a:ext>
                </a:extLst>
              </p:cNvPr>
              <p:cNvPicPr/>
              <p:nvPr/>
            </p:nvPicPr>
            <p:blipFill>
              <a:blip r:embed="rId114"/>
              <a:stretch>
                <a:fillRect/>
              </a:stretch>
            </p:blipFill>
            <p:spPr>
              <a:xfrm>
                <a:off x="7380517" y="3239752"/>
                <a:ext cx="648360" cy="13032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0C23724F-AD78-322D-E0FA-89CEC3B52CB8}"/>
            </a:ext>
          </a:extLst>
        </p:cNvPr>
        <p:cNvGrpSpPr/>
        <p:nvPr/>
      </p:nvGrpSpPr>
      <p:grpSpPr>
        <a:xfrm>
          <a:off x="0" y="0"/>
          <a:ext cx="0" cy="0"/>
          <a:chOff x="0" y="0"/>
          <a:chExt cx="0" cy="0"/>
        </a:xfrm>
      </p:grpSpPr>
      <p:sp>
        <p:nvSpPr>
          <p:cNvPr id="103" name="Google Shape;103;p16">
            <a:extLst>
              <a:ext uri="{FF2B5EF4-FFF2-40B4-BE49-F238E27FC236}">
                <a16:creationId xmlns:a16="http://schemas.microsoft.com/office/drawing/2014/main" id="{8AEF6D62-9435-BFED-0627-1F1F97983B82}"/>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In Summary</a:t>
            </a:r>
            <a:endParaRPr dirty="0"/>
          </a:p>
        </p:txBody>
      </p:sp>
      <p:pic>
        <p:nvPicPr>
          <p:cNvPr id="1026" name="Picture 2">
            <a:extLst>
              <a:ext uri="{FF2B5EF4-FFF2-40B4-BE49-F238E27FC236}">
                <a16:creationId xmlns:a16="http://schemas.microsoft.com/office/drawing/2014/main" id="{03BDB7EA-CDA2-2029-4C42-7C69AE6BCA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264" y="1935536"/>
            <a:ext cx="6441142" cy="241542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C6B8B45-8CCD-472F-6B28-843844B64254}"/>
                  </a:ext>
                </a:extLst>
              </p14:cNvPr>
              <p14:cNvContentPartPr/>
              <p14:nvPr/>
            </p14:nvContentPartPr>
            <p14:xfrm>
              <a:off x="1140997" y="2698672"/>
              <a:ext cx="2476440" cy="1592280"/>
            </p14:xfrm>
          </p:contentPart>
        </mc:Choice>
        <mc:Fallback>
          <p:pic>
            <p:nvPicPr>
              <p:cNvPr id="2" name="Ink 1">
                <a:extLst>
                  <a:ext uri="{FF2B5EF4-FFF2-40B4-BE49-F238E27FC236}">
                    <a16:creationId xmlns:a16="http://schemas.microsoft.com/office/drawing/2014/main" id="{EC6B8B45-8CCD-472F-6B28-843844B64254}"/>
                  </a:ext>
                </a:extLst>
              </p:cNvPr>
              <p:cNvPicPr/>
              <p:nvPr/>
            </p:nvPicPr>
            <p:blipFill>
              <a:blip r:embed="rId5"/>
              <a:stretch>
                <a:fillRect/>
              </a:stretch>
            </p:blipFill>
            <p:spPr>
              <a:xfrm>
                <a:off x="1134877" y="2692552"/>
                <a:ext cx="2488680" cy="16045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9" name="Ink 48">
                <a:extLst>
                  <a:ext uri="{FF2B5EF4-FFF2-40B4-BE49-F238E27FC236}">
                    <a16:creationId xmlns:a16="http://schemas.microsoft.com/office/drawing/2014/main" id="{6F661EF4-C72F-BABA-D995-47086391E1D6}"/>
                  </a:ext>
                </a:extLst>
              </p14:cNvPr>
              <p14:cNvContentPartPr/>
              <p14:nvPr/>
            </p14:nvContentPartPr>
            <p14:xfrm>
              <a:off x="5126557" y="1466032"/>
              <a:ext cx="95040" cy="172800"/>
            </p14:xfrm>
          </p:contentPart>
        </mc:Choice>
        <mc:Fallback>
          <p:pic>
            <p:nvPicPr>
              <p:cNvPr id="49" name="Ink 48">
                <a:extLst>
                  <a:ext uri="{FF2B5EF4-FFF2-40B4-BE49-F238E27FC236}">
                    <a16:creationId xmlns:a16="http://schemas.microsoft.com/office/drawing/2014/main" id="{6F661EF4-C72F-BABA-D995-47086391E1D6}"/>
                  </a:ext>
                </a:extLst>
              </p:cNvPr>
              <p:cNvPicPr/>
              <p:nvPr/>
            </p:nvPicPr>
            <p:blipFill>
              <a:blip r:embed="rId7"/>
              <a:stretch>
                <a:fillRect/>
              </a:stretch>
            </p:blipFill>
            <p:spPr>
              <a:xfrm>
                <a:off x="5120437" y="1459912"/>
                <a:ext cx="10728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4" name="Ink 53">
                <a:extLst>
                  <a:ext uri="{FF2B5EF4-FFF2-40B4-BE49-F238E27FC236}">
                    <a16:creationId xmlns:a16="http://schemas.microsoft.com/office/drawing/2014/main" id="{13B468C7-B697-5F8A-4D55-7CB359B44CD4}"/>
                  </a:ext>
                </a:extLst>
              </p14:cNvPr>
              <p14:cNvContentPartPr/>
              <p14:nvPr/>
            </p14:nvContentPartPr>
            <p14:xfrm>
              <a:off x="5012077" y="3842392"/>
              <a:ext cx="29160" cy="565200"/>
            </p14:xfrm>
          </p:contentPart>
        </mc:Choice>
        <mc:Fallback>
          <p:pic>
            <p:nvPicPr>
              <p:cNvPr id="54" name="Ink 53">
                <a:extLst>
                  <a:ext uri="{FF2B5EF4-FFF2-40B4-BE49-F238E27FC236}">
                    <a16:creationId xmlns:a16="http://schemas.microsoft.com/office/drawing/2014/main" id="{13B468C7-B697-5F8A-4D55-7CB359B44CD4}"/>
                  </a:ext>
                </a:extLst>
              </p:cNvPr>
              <p:cNvPicPr/>
              <p:nvPr/>
            </p:nvPicPr>
            <p:blipFill>
              <a:blip r:embed="rId9"/>
              <a:stretch>
                <a:fillRect/>
              </a:stretch>
            </p:blipFill>
            <p:spPr>
              <a:xfrm>
                <a:off x="5005957" y="3836272"/>
                <a:ext cx="41400" cy="577440"/>
              </a:xfrm>
              <a:prstGeom prst="rect">
                <a:avLst/>
              </a:prstGeom>
            </p:spPr>
          </p:pic>
        </mc:Fallback>
      </mc:AlternateContent>
    </p:spTree>
    <p:extLst>
      <p:ext uri="{BB962C8B-B14F-4D97-AF65-F5344CB8AC3E}">
        <p14:creationId xmlns:p14="http://schemas.microsoft.com/office/powerpoint/2010/main" val="1978429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706525A7-6D91-26DC-65FB-76D0F7A43D78}"/>
            </a:ext>
          </a:extLst>
        </p:cNvPr>
        <p:cNvGrpSpPr/>
        <p:nvPr/>
      </p:nvGrpSpPr>
      <p:grpSpPr>
        <a:xfrm>
          <a:off x="0" y="0"/>
          <a:ext cx="0" cy="0"/>
          <a:chOff x="0" y="0"/>
          <a:chExt cx="0" cy="0"/>
        </a:xfrm>
      </p:grpSpPr>
      <p:sp>
        <p:nvSpPr>
          <p:cNvPr id="103" name="Google Shape;103;p16">
            <a:extLst>
              <a:ext uri="{FF2B5EF4-FFF2-40B4-BE49-F238E27FC236}">
                <a16:creationId xmlns:a16="http://schemas.microsoft.com/office/drawing/2014/main" id="{7187DE3F-F432-6C8B-3080-F2CA6674C2BB}"/>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In Summary</a:t>
            </a:r>
            <a:endParaRPr dirty="0"/>
          </a:p>
        </p:txBody>
      </p:sp>
      <mc:AlternateContent xmlns:mc="http://schemas.openxmlformats.org/markup-compatibility/2006">
        <mc:Choice xmlns:p14="http://schemas.microsoft.com/office/powerpoint/2010/main" Requires="p14">
          <p:contentPart p14:bwMode="auto" r:id="rId3">
            <p14:nvContentPartPr>
              <p14:cNvPr id="55" name="Ink 54">
                <a:extLst>
                  <a:ext uri="{FF2B5EF4-FFF2-40B4-BE49-F238E27FC236}">
                    <a16:creationId xmlns:a16="http://schemas.microsoft.com/office/drawing/2014/main" id="{23AA4F03-A6E9-E7F0-AE96-BA3C25AAA4D3}"/>
                  </a:ext>
                </a:extLst>
              </p14:cNvPr>
              <p14:cNvContentPartPr/>
              <p14:nvPr/>
            </p14:nvContentPartPr>
            <p14:xfrm>
              <a:off x="5840797" y="1836472"/>
              <a:ext cx="1369440" cy="1208880"/>
            </p14:xfrm>
          </p:contentPart>
        </mc:Choice>
        <mc:Fallback>
          <p:pic>
            <p:nvPicPr>
              <p:cNvPr id="55" name="Ink 54">
                <a:extLst>
                  <a:ext uri="{FF2B5EF4-FFF2-40B4-BE49-F238E27FC236}">
                    <a16:creationId xmlns:a16="http://schemas.microsoft.com/office/drawing/2014/main" id="{23AA4F03-A6E9-E7F0-AE96-BA3C25AAA4D3}"/>
                  </a:ext>
                </a:extLst>
              </p:cNvPr>
              <p:cNvPicPr/>
              <p:nvPr/>
            </p:nvPicPr>
            <p:blipFill>
              <a:blip r:embed="rId4"/>
              <a:stretch>
                <a:fillRect/>
              </a:stretch>
            </p:blipFill>
            <p:spPr>
              <a:xfrm>
                <a:off x="5834677" y="1830352"/>
                <a:ext cx="1381680" cy="12211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25" name="Ink 124">
                <a:extLst>
                  <a:ext uri="{FF2B5EF4-FFF2-40B4-BE49-F238E27FC236}">
                    <a16:creationId xmlns:a16="http://schemas.microsoft.com/office/drawing/2014/main" id="{04345904-75A3-CFF9-9793-B36E35A3E206}"/>
                  </a:ext>
                </a:extLst>
              </p14:cNvPr>
              <p14:cNvContentPartPr/>
              <p14:nvPr/>
            </p14:nvContentPartPr>
            <p14:xfrm>
              <a:off x="7929157" y="4963792"/>
              <a:ext cx="337320" cy="34560"/>
            </p14:xfrm>
          </p:contentPart>
        </mc:Choice>
        <mc:Fallback>
          <p:pic>
            <p:nvPicPr>
              <p:cNvPr id="125" name="Ink 124">
                <a:extLst>
                  <a:ext uri="{FF2B5EF4-FFF2-40B4-BE49-F238E27FC236}">
                    <a16:creationId xmlns:a16="http://schemas.microsoft.com/office/drawing/2014/main" id="{04345904-75A3-CFF9-9793-B36E35A3E206}"/>
                  </a:ext>
                </a:extLst>
              </p:cNvPr>
              <p:cNvPicPr/>
              <p:nvPr/>
            </p:nvPicPr>
            <p:blipFill>
              <a:blip r:embed="rId6"/>
              <a:stretch>
                <a:fillRect/>
              </a:stretch>
            </p:blipFill>
            <p:spPr>
              <a:xfrm>
                <a:off x="7923037" y="4957672"/>
                <a:ext cx="349560" cy="46800"/>
              </a:xfrm>
              <a:prstGeom prst="rect">
                <a:avLst/>
              </a:prstGeom>
            </p:spPr>
          </p:pic>
        </mc:Fallback>
      </mc:AlternateContent>
      <p:grpSp>
        <p:nvGrpSpPr>
          <p:cNvPr id="1031" name="Group 1030">
            <a:extLst>
              <a:ext uri="{FF2B5EF4-FFF2-40B4-BE49-F238E27FC236}">
                <a16:creationId xmlns:a16="http://schemas.microsoft.com/office/drawing/2014/main" id="{40607068-319B-2EA9-7388-88375159607D}"/>
              </a:ext>
            </a:extLst>
          </p:cNvPr>
          <p:cNvGrpSpPr/>
          <p:nvPr/>
        </p:nvGrpSpPr>
        <p:grpSpPr>
          <a:xfrm>
            <a:off x="62077" y="1805872"/>
            <a:ext cx="9072000" cy="3537360"/>
            <a:chOff x="62077" y="1805872"/>
            <a:chExt cx="9072000" cy="3537360"/>
          </a:xfrm>
        </p:grpSpPr>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14E32D39-98C9-73A3-A7D9-99A6A07B248E}"/>
                    </a:ext>
                  </a:extLst>
                </p14:cNvPr>
                <p14:cNvContentPartPr/>
                <p14:nvPr/>
              </p14:nvContentPartPr>
              <p14:xfrm>
                <a:off x="725917" y="2013232"/>
                <a:ext cx="112680" cy="1470960"/>
              </p14:xfrm>
            </p:contentPart>
          </mc:Choice>
          <mc:Fallback>
            <p:pic>
              <p:nvPicPr>
                <p:cNvPr id="3" name="Ink 2">
                  <a:extLst>
                    <a:ext uri="{FF2B5EF4-FFF2-40B4-BE49-F238E27FC236}">
                      <a16:creationId xmlns:a16="http://schemas.microsoft.com/office/drawing/2014/main" id="{14E32D39-98C9-73A3-A7D9-99A6A07B248E}"/>
                    </a:ext>
                  </a:extLst>
                </p:cNvPr>
                <p:cNvPicPr/>
                <p:nvPr/>
              </p:nvPicPr>
              <p:blipFill>
                <a:blip r:embed="rId8"/>
                <a:stretch>
                  <a:fillRect/>
                </a:stretch>
              </p:blipFill>
              <p:spPr>
                <a:xfrm>
                  <a:off x="719797" y="2007112"/>
                  <a:ext cx="124920" cy="14832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 name="Ink 3">
                  <a:extLst>
                    <a:ext uri="{FF2B5EF4-FFF2-40B4-BE49-F238E27FC236}">
                      <a16:creationId xmlns:a16="http://schemas.microsoft.com/office/drawing/2014/main" id="{5224D2D2-0E38-50CC-CC60-C2ACB1554172}"/>
                    </a:ext>
                  </a:extLst>
                </p14:cNvPr>
                <p14:cNvContentPartPr/>
                <p14:nvPr/>
              </p14:nvContentPartPr>
              <p14:xfrm>
                <a:off x="409117" y="3049672"/>
                <a:ext cx="1412280" cy="64800"/>
              </p14:xfrm>
            </p:contentPart>
          </mc:Choice>
          <mc:Fallback>
            <p:pic>
              <p:nvPicPr>
                <p:cNvPr id="4" name="Ink 3">
                  <a:extLst>
                    <a:ext uri="{FF2B5EF4-FFF2-40B4-BE49-F238E27FC236}">
                      <a16:creationId xmlns:a16="http://schemas.microsoft.com/office/drawing/2014/main" id="{5224D2D2-0E38-50CC-CC60-C2ACB1554172}"/>
                    </a:ext>
                  </a:extLst>
                </p:cNvPr>
                <p:cNvPicPr/>
                <p:nvPr/>
              </p:nvPicPr>
              <p:blipFill>
                <a:blip r:embed="rId10"/>
                <a:stretch>
                  <a:fillRect/>
                </a:stretch>
              </p:blipFill>
              <p:spPr>
                <a:xfrm>
                  <a:off x="402997" y="3043552"/>
                  <a:ext cx="142452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6" name="Ink 5">
                  <a:extLst>
                    <a:ext uri="{FF2B5EF4-FFF2-40B4-BE49-F238E27FC236}">
                      <a16:creationId xmlns:a16="http://schemas.microsoft.com/office/drawing/2014/main" id="{41E9A73D-8EFA-B177-D482-FE9B6A1EBD05}"/>
                    </a:ext>
                  </a:extLst>
                </p14:cNvPr>
                <p14:cNvContentPartPr/>
                <p14:nvPr/>
              </p14:nvContentPartPr>
              <p14:xfrm>
                <a:off x="1401997" y="3214912"/>
                <a:ext cx="268200" cy="230040"/>
              </p14:xfrm>
            </p:contentPart>
          </mc:Choice>
          <mc:Fallback>
            <p:pic>
              <p:nvPicPr>
                <p:cNvPr id="6" name="Ink 5">
                  <a:extLst>
                    <a:ext uri="{FF2B5EF4-FFF2-40B4-BE49-F238E27FC236}">
                      <a16:creationId xmlns:a16="http://schemas.microsoft.com/office/drawing/2014/main" id="{41E9A73D-8EFA-B177-D482-FE9B6A1EBD05}"/>
                    </a:ext>
                  </a:extLst>
                </p:cNvPr>
                <p:cNvPicPr/>
                <p:nvPr/>
              </p:nvPicPr>
              <p:blipFill>
                <a:blip r:embed="rId12"/>
                <a:stretch>
                  <a:fillRect/>
                </a:stretch>
              </p:blipFill>
              <p:spPr>
                <a:xfrm>
                  <a:off x="1395877" y="3208792"/>
                  <a:ext cx="28044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7" name="Ink 6">
                  <a:extLst>
                    <a:ext uri="{FF2B5EF4-FFF2-40B4-BE49-F238E27FC236}">
                      <a16:creationId xmlns:a16="http://schemas.microsoft.com/office/drawing/2014/main" id="{FA50A9FB-4C9C-FD8E-94B4-1C6A0146B519}"/>
                    </a:ext>
                  </a:extLst>
                </p14:cNvPr>
                <p14:cNvContentPartPr/>
                <p14:nvPr/>
              </p14:nvContentPartPr>
              <p14:xfrm>
                <a:off x="1391557" y="3284752"/>
                <a:ext cx="225360" cy="222480"/>
              </p14:xfrm>
            </p:contentPart>
          </mc:Choice>
          <mc:Fallback>
            <p:pic>
              <p:nvPicPr>
                <p:cNvPr id="7" name="Ink 6">
                  <a:extLst>
                    <a:ext uri="{FF2B5EF4-FFF2-40B4-BE49-F238E27FC236}">
                      <a16:creationId xmlns:a16="http://schemas.microsoft.com/office/drawing/2014/main" id="{FA50A9FB-4C9C-FD8E-94B4-1C6A0146B519}"/>
                    </a:ext>
                  </a:extLst>
                </p:cNvPr>
                <p:cNvPicPr/>
                <p:nvPr/>
              </p:nvPicPr>
              <p:blipFill>
                <a:blip r:embed="rId14"/>
                <a:stretch>
                  <a:fillRect/>
                </a:stretch>
              </p:blipFill>
              <p:spPr>
                <a:xfrm>
                  <a:off x="1385437" y="3278632"/>
                  <a:ext cx="23760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8" name="Ink 7">
                  <a:extLst>
                    <a:ext uri="{FF2B5EF4-FFF2-40B4-BE49-F238E27FC236}">
                      <a16:creationId xmlns:a16="http://schemas.microsoft.com/office/drawing/2014/main" id="{4DC5AE65-874C-6737-3B71-FA7CB1F06D30}"/>
                    </a:ext>
                  </a:extLst>
                </p14:cNvPr>
                <p14:cNvContentPartPr/>
                <p14:nvPr/>
              </p14:nvContentPartPr>
              <p14:xfrm>
                <a:off x="304717" y="2102872"/>
                <a:ext cx="335160" cy="588600"/>
              </p14:xfrm>
            </p:contentPart>
          </mc:Choice>
          <mc:Fallback>
            <p:pic>
              <p:nvPicPr>
                <p:cNvPr id="8" name="Ink 7">
                  <a:extLst>
                    <a:ext uri="{FF2B5EF4-FFF2-40B4-BE49-F238E27FC236}">
                      <a16:creationId xmlns:a16="http://schemas.microsoft.com/office/drawing/2014/main" id="{4DC5AE65-874C-6737-3B71-FA7CB1F06D30}"/>
                    </a:ext>
                  </a:extLst>
                </p:cNvPr>
                <p:cNvPicPr/>
                <p:nvPr/>
              </p:nvPicPr>
              <p:blipFill>
                <a:blip r:embed="rId16"/>
                <a:stretch>
                  <a:fillRect/>
                </a:stretch>
              </p:blipFill>
              <p:spPr>
                <a:xfrm>
                  <a:off x="298597" y="2096752"/>
                  <a:ext cx="347400" cy="6008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9" name="Ink 8">
                  <a:extLst>
                    <a:ext uri="{FF2B5EF4-FFF2-40B4-BE49-F238E27FC236}">
                      <a16:creationId xmlns:a16="http://schemas.microsoft.com/office/drawing/2014/main" id="{BA14FD49-5784-13DB-C351-635A2E054FF7}"/>
                    </a:ext>
                  </a:extLst>
                </p14:cNvPr>
                <p14:cNvContentPartPr/>
                <p14:nvPr/>
              </p14:nvContentPartPr>
              <p14:xfrm>
                <a:off x="435397" y="2162632"/>
                <a:ext cx="1379520" cy="878040"/>
              </p14:xfrm>
            </p:contentPart>
          </mc:Choice>
          <mc:Fallback>
            <p:pic>
              <p:nvPicPr>
                <p:cNvPr id="9" name="Ink 8">
                  <a:extLst>
                    <a:ext uri="{FF2B5EF4-FFF2-40B4-BE49-F238E27FC236}">
                      <a16:creationId xmlns:a16="http://schemas.microsoft.com/office/drawing/2014/main" id="{BA14FD49-5784-13DB-C351-635A2E054FF7}"/>
                    </a:ext>
                  </a:extLst>
                </p:cNvPr>
                <p:cNvPicPr/>
                <p:nvPr/>
              </p:nvPicPr>
              <p:blipFill>
                <a:blip r:embed="rId18"/>
                <a:stretch>
                  <a:fillRect/>
                </a:stretch>
              </p:blipFill>
              <p:spPr>
                <a:xfrm>
                  <a:off x="429277" y="2156512"/>
                  <a:ext cx="1391760" cy="8902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1" name="Ink 10">
                  <a:extLst>
                    <a:ext uri="{FF2B5EF4-FFF2-40B4-BE49-F238E27FC236}">
                      <a16:creationId xmlns:a16="http://schemas.microsoft.com/office/drawing/2014/main" id="{820FD5AC-601A-22AF-3736-15CC2AECF305}"/>
                    </a:ext>
                  </a:extLst>
                </p14:cNvPr>
                <p14:cNvContentPartPr/>
                <p14:nvPr/>
              </p14:nvContentPartPr>
              <p14:xfrm>
                <a:off x="1802677" y="2045272"/>
                <a:ext cx="358560" cy="531000"/>
              </p14:xfrm>
            </p:contentPart>
          </mc:Choice>
          <mc:Fallback>
            <p:pic>
              <p:nvPicPr>
                <p:cNvPr id="11" name="Ink 10">
                  <a:extLst>
                    <a:ext uri="{FF2B5EF4-FFF2-40B4-BE49-F238E27FC236}">
                      <a16:creationId xmlns:a16="http://schemas.microsoft.com/office/drawing/2014/main" id="{820FD5AC-601A-22AF-3736-15CC2AECF305}"/>
                    </a:ext>
                  </a:extLst>
                </p:cNvPr>
                <p:cNvPicPr/>
                <p:nvPr/>
              </p:nvPicPr>
              <p:blipFill>
                <a:blip r:embed="rId20"/>
                <a:stretch>
                  <a:fillRect/>
                </a:stretch>
              </p:blipFill>
              <p:spPr>
                <a:xfrm>
                  <a:off x="1796557" y="2039152"/>
                  <a:ext cx="370800" cy="54324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2" name="Ink 11">
                  <a:extLst>
                    <a:ext uri="{FF2B5EF4-FFF2-40B4-BE49-F238E27FC236}">
                      <a16:creationId xmlns:a16="http://schemas.microsoft.com/office/drawing/2014/main" id="{D0BB84CC-9FA0-A78F-903F-93F6ACCCEC5E}"/>
                    </a:ext>
                  </a:extLst>
                </p14:cNvPr>
                <p14:cNvContentPartPr/>
                <p14:nvPr/>
              </p14:nvContentPartPr>
              <p14:xfrm>
                <a:off x="2173477" y="2111152"/>
                <a:ext cx="183240" cy="90000"/>
              </p14:xfrm>
            </p:contentPart>
          </mc:Choice>
          <mc:Fallback>
            <p:pic>
              <p:nvPicPr>
                <p:cNvPr id="12" name="Ink 11">
                  <a:extLst>
                    <a:ext uri="{FF2B5EF4-FFF2-40B4-BE49-F238E27FC236}">
                      <a16:creationId xmlns:a16="http://schemas.microsoft.com/office/drawing/2014/main" id="{D0BB84CC-9FA0-A78F-903F-93F6ACCCEC5E}"/>
                    </a:ext>
                  </a:extLst>
                </p:cNvPr>
                <p:cNvPicPr/>
                <p:nvPr/>
              </p:nvPicPr>
              <p:blipFill>
                <a:blip r:embed="rId22"/>
                <a:stretch>
                  <a:fillRect/>
                </a:stretch>
              </p:blipFill>
              <p:spPr>
                <a:xfrm>
                  <a:off x="2167357" y="2105032"/>
                  <a:ext cx="19548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3" name="Ink 12">
                  <a:extLst>
                    <a:ext uri="{FF2B5EF4-FFF2-40B4-BE49-F238E27FC236}">
                      <a16:creationId xmlns:a16="http://schemas.microsoft.com/office/drawing/2014/main" id="{C17B531E-F544-07F8-1B44-70B0145E57E2}"/>
                    </a:ext>
                  </a:extLst>
                </p14:cNvPr>
                <p14:cNvContentPartPr/>
                <p14:nvPr/>
              </p14:nvContentPartPr>
              <p14:xfrm>
                <a:off x="2222797" y="2190352"/>
                <a:ext cx="172080" cy="118080"/>
              </p14:xfrm>
            </p:contentPart>
          </mc:Choice>
          <mc:Fallback>
            <p:pic>
              <p:nvPicPr>
                <p:cNvPr id="13" name="Ink 12">
                  <a:extLst>
                    <a:ext uri="{FF2B5EF4-FFF2-40B4-BE49-F238E27FC236}">
                      <a16:creationId xmlns:a16="http://schemas.microsoft.com/office/drawing/2014/main" id="{C17B531E-F544-07F8-1B44-70B0145E57E2}"/>
                    </a:ext>
                  </a:extLst>
                </p:cNvPr>
                <p:cNvPicPr/>
                <p:nvPr/>
              </p:nvPicPr>
              <p:blipFill>
                <a:blip r:embed="rId24"/>
                <a:stretch>
                  <a:fillRect/>
                </a:stretch>
              </p:blipFill>
              <p:spPr>
                <a:xfrm>
                  <a:off x="2216677" y="2184232"/>
                  <a:ext cx="18432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Ink 14">
                  <a:extLst>
                    <a:ext uri="{FF2B5EF4-FFF2-40B4-BE49-F238E27FC236}">
                      <a16:creationId xmlns:a16="http://schemas.microsoft.com/office/drawing/2014/main" id="{3B95D611-1662-5FC4-CE75-B53D04D692CF}"/>
                    </a:ext>
                  </a:extLst>
                </p14:cNvPr>
                <p14:cNvContentPartPr/>
                <p14:nvPr/>
              </p14:nvContentPartPr>
              <p14:xfrm>
                <a:off x="2491717" y="2057872"/>
                <a:ext cx="340200" cy="282240"/>
              </p14:xfrm>
            </p:contentPart>
          </mc:Choice>
          <mc:Fallback>
            <p:pic>
              <p:nvPicPr>
                <p:cNvPr id="15" name="Ink 14">
                  <a:extLst>
                    <a:ext uri="{FF2B5EF4-FFF2-40B4-BE49-F238E27FC236}">
                      <a16:creationId xmlns:a16="http://schemas.microsoft.com/office/drawing/2014/main" id="{3B95D611-1662-5FC4-CE75-B53D04D692CF}"/>
                    </a:ext>
                  </a:extLst>
                </p:cNvPr>
                <p:cNvPicPr/>
                <p:nvPr/>
              </p:nvPicPr>
              <p:blipFill>
                <a:blip r:embed="rId26"/>
                <a:stretch>
                  <a:fillRect/>
                </a:stretch>
              </p:blipFill>
              <p:spPr>
                <a:xfrm>
                  <a:off x="2485597" y="2051752"/>
                  <a:ext cx="35244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6" name="Ink 15">
                  <a:extLst>
                    <a:ext uri="{FF2B5EF4-FFF2-40B4-BE49-F238E27FC236}">
                      <a16:creationId xmlns:a16="http://schemas.microsoft.com/office/drawing/2014/main" id="{10ECFE70-1CD7-C8F4-8D29-D4980A6B48FC}"/>
                    </a:ext>
                  </a:extLst>
                </p14:cNvPr>
                <p14:cNvContentPartPr/>
                <p14:nvPr/>
              </p14:nvContentPartPr>
              <p14:xfrm>
                <a:off x="2987437" y="2049592"/>
                <a:ext cx="192600" cy="259920"/>
              </p14:xfrm>
            </p:contentPart>
          </mc:Choice>
          <mc:Fallback>
            <p:pic>
              <p:nvPicPr>
                <p:cNvPr id="16" name="Ink 15">
                  <a:extLst>
                    <a:ext uri="{FF2B5EF4-FFF2-40B4-BE49-F238E27FC236}">
                      <a16:creationId xmlns:a16="http://schemas.microsoft.com/office/drawing/2014/main" id="{10ECFE70-1CD7-C8F4-8D29-D4980A6B48FC}"/>
                    </a:ext>
                  </a:extLst>
                </p:cNvPr>
                <p:cNvPicPr/>
                <p:nvPr/>
              </p:nvPicPr>
              <p:blipFill>
                <a:blip r:embed="rId28"/>
                <a:stretch>
                  <a:fillRect/>
                </a:stretch>
              </p:blipFill>
              <p:spPr>
                <a:xfrm>
                  <a:off x="2981317" y="2043472"/>
                  <a:ext cx="204840" cy="27216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7" name="Ink 16">
                  <a:extLst>
                    <a:ext uri="{FF2B5EF4-FFF2-40B4-BE49-F238E27FC236}">
                      <a16:creationId xmlns:a16="http://schemas.microsoft.com/office/drawing/2014/main" id="{10A9F0C7-7704-0BA7-B579-A65C62E477B6}"/>
                    </a:ext>
                  </a:extLst>
                </p14:cNvPr>
                <p14:cNvContentPartPr/>
                <p14:nvPr/>
              </p14:nvContentPartPr>
              <p14:xfrm>
                <a:off x="3042517" y="2080192"/>
                <a:ext cx="139320" cy="211320"/>
              </p14:xfrm>
            </p:contentPart>
          </mc:Choice>
          <mc:Fallback>
            <p:pic>
              <p:nvPicPr>
                <p:cNvPr id="17" name="Ink 16">
                  <a:extLst>
                    <a:ext uri="{FF2B5EF4-FFF2-40B4-BE49-F238E27FC236}">
                      <a16:creationId xmlns:a16="http://schemas.microsoft.com/office/drawing/2014/main" id="{10A9F0C7-7704-0BA7-B579-A65C62E477B6}"/>
                    </a:ext>
                  </a:extLst>
                </p:cNvPr>
                <p:cNvPicPr/>
                <p:nvPr/>
              </p:nvPicPr>
              <p:blipFill>
                <a:blip r:embed="rId30"/>
                <a:stretch>
                  <a:fillRect/>
                </a:stretch>
              </p:blipFill>
              <p:spPr>
                <a:xfrm>
                  <a:off x="3036397" y="2074072"/>
                  <a:ext cx="151560" cy="2235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8" name="Ink 17">
                  <a:extLst>
                    <a:ext uri="{FF2B5EF4-FFF2-40B4-BE49-F238E27FC236}">
                      <a16:creationId xmlns:a16="http://schemas.microsoft.com/office/drawing/2014/main" id="{5E4E8B17-666A-3323-745F-890A6DC6E314}"/>
                    </a:ext>
                  </a:extLst>
                </p14:cNvPr>
                <p14:cNvContentPartPr/>
                <p14:nvPr/>
              </p14:nvContentPartPr>
              <p14:xfrm>
                <a:off x="3352837" y="2053192"/>
                <a:ext cx="271080" cy="84240"/>
              </p14:xfrm>
            </p:contentPart>
          </mc:Choice>
          <mc:Fallback>
            <p:pic>
              <p:nvPicPr>
                <p:cNvPr id="18" name="Ink 17">
                  <a:extLst>
                    <a:ext uri="{FF2B5EF4-FFF2-40B4-BE49-F238E27FC236}">
                      <a16:creationId xmlns:a16="http://schemas.microsoft.com/office/drawing/2014/main" id="{5E4E8B17-666A-3323-745F-890A6DC6E314}"/>
                    </a:ext>
                  </a:extLst>
                </p:cNvPr>
                <p:cNvPicPr/>
                <p:nvPr/>
              </p:nvPicPr>
              <p:blipFill>
                <a:blip r:embed="rId32"/>
                <a:stretch>
                  <a:fillRect/>
                </a:stretch>
              </p:blipFill>
              <p:spPr>
                <a:xfrm>
                  <a:off x="3346717" y="2047072"/>
                  <a:ext cx="28332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9" name="Ink 18">
                  <a:extLst>
                    <a:ext uri="{FF2B5EF4-FFF2-40B4-BE49-F238E27FC236}">
                      <a16:creationId xmlns:a16="http://schemas.microsoft.com/office/drawing/2014/main" id="{8772CA07-B976-5F6E-6F97-9EB5362395BD}"/>
                    </a:ext>
                  </a:extLst>
                </p14:cNvPr>
                <p14:cNvContentPartPr/>
                <p14:nvPr/>
              </p14:nvContentPartPr>
              <p14:xfrm>
                <a:off x="3466597" y="1952392"/>
                <a:ext cx="47160" cy="374040"/>
              </p14:xfrm>
            </p:contentPart>
          </mc:Choice>
          <mc:Fallback>
            <p:pic>
              <p:nvPicPr>
                <p:cNvPr id="19" name="Ink 18">
                  <a:extLst>
                    <a:ext uri="{FF2B5EF4-FFF2-40B4-BE49-F238E27FC236}">
                      <a16:creationId xmlns:a16="http://schemas.microsoft.com/office/drawing/2014/main" id="{8772CA07-B976-5F6E-6F97-9EB5362395BD}"/>
                    </a:ext>
                  </a:extLst>
                </p:cNvPr>
                <p:cNvPicPr/>
                <p:nvPr/>
              </p:nvPicPr>
              <p:blipFill>
                <a:blip r:embed="rId34"/>
                <a:stretch>
                  <a:fillRect/>
                </a:stretch>
              </p:blipFill>
              <p:spPr>
                <a:xfrm>
                  <a:off x="3460477" y="1946272"/>
                  <a:ext cx="59400" cy="38628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0" name="Ink 19">
                  <a:extLst>
                    <a:ext uri="{FF2B5EF4-FFF2-40B4-BE49-F238E27FC236}">
                      <a16:creationId xmlns:a16="http://schemas.microsoft.com/office/drawing/2014/main" id="{44733235-3376-6B60-508F-4FAF2EF3BA0F}"/>
                    </a:ext>
                  </a:extLst>
                </p14:cNvPr>
                <p14:cNvContentPartPr/>
                <p14:nvPr/>
              </p14:nvContentPartPr>
              <p14:xfrm>
                <a:off x="3641917" y="2005312"/>
                <a:ext cx="309600" cy="264240"/>
              </p14:xfrm>
            </p:contentPart>
          </mc:Choice>
          <mc:Fallback>
            <p:pic>
              <p:nvPicPr>
                <p:cNvPr id="20" name="Ink 19">
                  <a:extLst>
                    <a:ext uri="{FF2B5EF4-FFF2-40B4-BE49-F238E27FC236}">
                      <a16:creationId xmlns:a16="http://schemas.microsoft.com/office/drawing/2014/main" id="{44733235-3376-6B60-508F-4FAF2EF3BA0F}"/>
                    </a:ext>
                  </a:extLst>
                </p:cNvPr>
                <p:cNvPicPr/>
                <p:nvPr/>
              </p:nvPicPr>
              <p:blipFill>
                <a:blip r:embed="rId36"/>
                <a:stretch>
                  <a:fillRect/>
                </a:stretch>
              </p:blipFill>
              <p:spPr>
                <a:xfrm>
                  <a:off x="3635797" y="1999192"/>
                  <a:ext cx="321840" cy="2764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2" name="Ink 21">
                  <a:extLst>
                    <a:ext uri="{FF2B5EF4-FFF2-40B4-BE49-F238E27FC236}">
                      <a16:creationId xmlns:a16="http://schemas.microsoft.com/office/drawing/2014/main" id="{4AB7D8E8-4341-472A-CA06-215FD7518C15}"/>
                    </a:ext>
                  </a:extLst>
                </p14:cNvPr>
                <p14:cNvContentPartPr/>
                <p14:nvPr/>
              </p14:nvContentPartPr>
              <p14:xfrm>
                <a:off x="1917517" y="2675992"/>
                <a:ext cx="261000" cy="406440"/>
              </p14:xfrm>
            </p:contentPart>
          </mc:Choice>
          <mc:Fallback>
            <p:pic>
              <p:nvPicPr>
                <p:cNvPr id="22" name="Ink 21">
                  <a:extLst>
                    <a:ext uri="{FF2B5EF4-FFF2-40B4-BE49-F238E27FC236}">
                      <a16:creationId xmlns:a16="http://schemas.microsoft.com/office/drawing/2014/main" id="{4AB7D8E8-4341-472A-CA06-215FD7518C15}"/>
                    </a:ext>
                  </a:extLst>
                </p:cNvPr>
                <p:cNvPicPr/>
                <p:nvPr/>
              </p:nvPicPr>
              <p:blipFill>
                <a:blip r:embed="rId38"/>
                <a:stretch>
                  <a:fillRect/>
                </a:stretch>
              </p:blipFill>
              <p:spPr>
                <a:xfrm>
                  <a:off x="1911397" y="2669872"/>
                  <a:ext cx="273240" cy="4186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3" name="Ink 22">
                  <a:extLst>
                    <a:ext uri="{FF2B5EF4-FFF2-40B4-BE49-F238E27FC236}">
                      <a16:creationId xmlns:a16="http://schemas.microsoft.com/office/drawing/2014/main" id="{A5E5591F-F6B9-827A-70E7-F0A61AEBE1F7}"/>
                    </a:ext>
                  </a:extLst>
                </p14:cNvPr>
                <p14:cNvContentPartPr/>
                <p14:nvPr/>
              </p14:nvContentPartPr>
              <p14:xfrm>
                <a:off x="2358157" y="2699392"/>
                <a:ext cx="225360" cy="47160"/>
              </p14:xfrm>
            </p:contentPart>
          </mc:Choice>
          <mc:Fallback>
            <p:pic>
              <p:nvPicPr>
                <p:cNvPr id="23" name="Ink 22">
                  <a:extLst>
                    <a:ext uri="{FF2B5EF4-FFF2-40B4-BE49-F238E27FC236}">
                      <a16:creationId xmlns:a16="http://schemas.microsoft.com/office/drawing/2014/main" id="{A5E5591F-F6B9-827A-70E7-F0A61AEBE1F7}"/>
                    </a:ext>
                  </a:extLst>
                </p:cNvPr>
                <p:cNvPicPr/>
                <p:nvPr/>
              </p:nvPicPr>
              <p:blipFill>
                <a:blip r:embed="rId40"/>
                <a:stretch>
                  <a:fillRect/>
                </a:stretch>
              </p:blipFill>
              <p:spPr>
                <a:xfrm>
                  <a:off x="2352037" y="2693272"/>
                  <a:ext cx="23760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4" name="Ink 23">
                  <a:extLst>
                    <a:ext uri="{FF2B5EF4-FFF2-40B4-BE49-F238E27FC236}">
                      <a16:creationId xmlns:a16="http://schemas.microsoft.com/office/drawing/2014/main" id="{DA192B60-A31D-A26F-AFE1-22549862190B}"/>
                    </a:ext>
                  </a:extLst>
                </p14:cNvPr>
                <p14:cNvContentPartPr/>
                <p14:nvPr/>
              </p14:nvContentPartPr>
              <p14:xfrm>
                <a:off x="2433037" y="2830072"/>
                <a:ext cx="73080" cy="28440"/>
              </p14:xfrm>
            </p:contentPart>
          </mc:Choice>
          <mc:Fallback>
            <p:pic>
              <p:nvPicPr>
                <p:cNvPr id="24" name="Ink 23">
                  <a:extLst>
                    <a:ext uri="{FF2B5EF4-FFF2-40B4-BE49-F238E27FC236}">
                      <a16:creationId xmlns:a16="http://schemas.microsoft.com/office/drawing/2014/main" id="{DA192B60-A31D-A26F-AFE1-22549862190B}"/>
                    </a:ext>
                  </a:extLst>
                </p:cNvPr>
                <p:cNvPicPr/>
                <p:nvPr/>
              </p:nvPicPr>
              <p:blipFill>
                <a:blip r:embed="rId42"/>
                <a:stretch>
                  <a:fillRect/>
                </a:stretch>
              </p:blipFill>
              <p:spPr>
                <a:xfrm>
                  <a:off x="2426917" y="2823952"/>
                  <a:ext cx="85320" cy="406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5" name="Ink 24">
                  <a:extLst>
                    <a:ext uri="{FF2B5EF4-FFF2-40B4-BE49-F238E27FC236}">
                      <a16:creationId xmlns:a16="http://schemas.microsoft.com/office/drawing/2014/main" id="{9A72D473-36B1-4407-C5CE-12D5837D00A5}"/>
                    </a:ext>
                  </a:extLst>
                </p14:cNvPr>
                <p14:cNvContentPartPr/>
                <p14:nvPr/>
              </p14:nvContentPartPr>
              <p14:xfrm>
                <a:off x="2776477" y="2497792"/>
                <a:ext cx="383040" cy="487080"/>
              </p14:xfrm>
            </p:contentPart>
          </mc:Choice>
          <mc:Fallback>
            <p:pic>
              <p:nvPicPr>
                <p:cNvPr id="25" name="Ink 24">
                  <a:extLst>
                    <a:ext uri="{FF2B5EF4-FFF2-40B4-BE49-F238E27FC236}">
                      <a16:creationId xmlns:a16="http://schemas.microsoft.com/office/drawing/2014/main" id="{9A72D473-36B1-4407-C5CE-12D5837D00A5}"/>
                    </a:ext>
                  </a:extLst>
                </p:cNvPr>
                <p:cNvPicPr/>
                <p:nvPr/>
              </p:nvPicPr>
              <p:blipFill>
                <a:blip r:embed="rId44"/>
                <a:stretch>
                  <a:fillRect/>
                </a:stretch>
              </p:blipFill>
              <p:spPr>
                <a:xfrm>
                  <a:off x="2770357" y="2491672"/>
                  <a:ext cx="395280" cy="49932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8" name="Ink 27">
                  <a:extLst>
                    <a:ext uri="{FF2B5EF4-FFF2-40B4-BE49-F238E27FC236}">
                      <a16:creationId xmlns:a16="http://schemas.microsoft.com/office/drawing/2014/main" id="{D3102053-8D49-3990-AA93-709771E2C035}"/>
                    </a:ext>
                  </a:extLst>
                </p14:cNvPr>
                <p14:cNvContentPartPr/>
                <p14:nvPr/>
              </p14:nvContentPartPr>
              <p14:xfrm>
                <a:off x="3122077" y="2864632"/>
                <a:ext cx="27360" cy="261720"/>
              </p14:xfrm>
            </p:contentPart>
          </mc:Choice>
          <mc:Fallback>
            <p:pic>
              <p:nvPicPr>
                <p:cNvPr id="28" name="Ink 27">
                  <a:extLst>
                    <a:ext uri="{FF2B5EF4-FFF2-40B4-BE49-F238E27FC236}">
                      <a16:creationId xmlns:a16="http://schemas.microsoft.com/office/drawing/2014/main" id="{D3102053-8D49-3990-AA93-709771E2C035}"/>
                    </a:ext>
                  </a:extLst>
                </p:cNvPr>
                <p:cNvPicPr/>
                <p:nvPr/>
              </p:nvPicPr>
              <p:blipFill>
                <a:blip r:embed="rId46"/>
                <a:stretch>
                  <a:fillRect/>
                </a:stretch>
              </p:blipFill>
              <p:spPr>
                <a:xfrm>
                  <a:off x="3115957" y="2858512"/>
                  <a:ext cx="39600" cy="2739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9" name="Ink 28">
                  <a:extLst>
                    <a:ext uri="{FF2B5EF4-FFF2-40B4-BE49-F238E27FC236}">
                      <a16:creationId xmlns:a16="http://schemas.microsoft.com/office/drawing/2014/main" id="{84EA5C36-DFBC-5D1B-9351-2636892EE2CD}"/>
                    </a:ext>
                  </a:extLst>
                </p14:cNvPr>
                <p14:cNvContentPartPr/>
                <p14:nvPr/>
              </p14:nvContentPartPr>
              <p14:xfrm>
                <a:off x="3196597" y="2547112"/>
                <a:ext cx="269280" cy="342360"/>
              </p14:xfrm>
            </p:contentPart>
          </mc:Choice>
          <mc:Fallback>
            <p:pic>
              <p:nvPicPr>
                <p:cNvPr id="29" name="Ink 28">
                  <a:extLst>
                    <a:ext uri="{FF2B5EF4-FFF2-40B4-BE49-F238E27FC236}">
                      <a16:creationId xmlns:a16="http://schemas.microsoft.com/office/drawing/2014/main" id="{84EA5C36-DFBC-5D1B-9351-2636892EE2CD}"/>
                    </a:ext>
                  </a:extLst>
                </p:cNvPr>
                <p:cNvPicPr/>
                <p:nvPr/>
              </p:nvPicPr>
              <p:blipFill>
                <a:blip r:embed="rId48"/>
                <a:stretch>
                  <a:fillRect/>
                </a:stretch>
              </p:blipFill>
              <p:spPr>
                <a:xfrm>
                  <a:off x="3190477" y="2540992"/>
                  <a:ext cx="281520" cy="3546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0" name="Ink 29">
                  <a:extLst>
                    <a:ext uri="{FF2B5EF4-FFF2-40B4-BE49-F238E27FC236}">
                      <a16:creationId xmlns:a16="http://schemas.microsoft.com/office/drawing/2014/main" id="{FB713619-29C0-0D4D-090B-B2C1D72B57F5}"/>
                    </a:ext>
                  </a:extLst>
                </p14:cNvPr>
                <p14:cNvContentPartPr/>
                <p14:nvPr/>
              </p14:nvContentPartPr>
              <p14:xfrm>
                <a:off x="3215317" y="2621992"/>
                <a:ext cx="241200" cy="256320"/>
              </p14:xfrm>
            </p:contentPart>
          </mc:Choice>
          <mc:Fallback>
            <p:pic>
              <p:nvPicPr>
                <p:cNvPr id="30" name="Ink 29">
                  <a:extLst>
                    <a:ext uri="{FF2B5EF4-FFF2-40B4-BE49-F238E27FC236}">
                      <a16:creationId xmlns:a16="http://schemas.microsoft.com/office/drawing/2014/main" id="{FB713619-29C0-0D4D-090B-B2C1D72B57F5}"/>
                    </a:ext>
                  </a:extLst>
                </p:cNvPr>
                <p:cNvPicPr/>
                <p:nvPr/>
              </p:nvPicPr>
              <p:blipFill>
                <a:blip r:embed="rId50"/>
                <a:stretch>
                  <a:fillRect/>
                </a:stretch>
              </p:blipFill>
              <p:spPr>
                <a:xfrm>
                  <a:off x="3209197" y="2615872"/>
                  <a:ext cx="253440" cy="26856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1" name="Ink 30">
                  <a:extLst>
                    <a:ext uri="{FF2B5EF4-FFF2-40B4-BE49-F238E27FC236}">
                      <a16:creationId xmlns:a16="http://schemas.microsoft.com/office/drawing/2014/main" id="{E19FCA4D-AB7B-EBDD-14BC-576DE559B58F}"/>
                    </a:ext>
                  </a:extLst>
                </p14:cNvPr>
                <p14:cNvContentPartPr/>
                <p14:nvPr/>
              </p14:nvContentPartPr>
              <p14:xfrm>
                <a:off x="3596557" y="2871112"/>
                <a:ext cx="19800" cy="223560"/>
              </p14:xfrm>
            </p:contentPart>
          </mc:Choice>
          <mc:Fallback>
            <p:pic>
              <p:nvPicPr>
                <p:cNvPr id="31" name="Ink 30">
                  <a:extLst>
                    <a:ext uri="{FF2B5EF4-FFF2-40B4-BE49-F238E27FC236}">
                      <a16:creationId xmlns:a16="http://schemas.microsoft.com/office/drawing/2014/main" id="{E19FCA4D-AB7B-EBDD-14BC-576DE559B58F}"/>
                    </a:ext>
                  </a:extLst>
                </p:cNvPr>
                <p:cNvPicPr/>
                <p:nvPr/>
              </p:nvPicPr>
              <p:blipFill>
                <a:blip r:embed="rId52"/>
                <a:stretch>
                  <a:fillRect/>
                </a:stretch>
              </p:blipFill>
              <p:spPr>
                <a:xfrm>
                  <a:off x="3590437" y="2864992"/>
                  <a:ext cx="32040" cy="2358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3" name="Ink 32">
                  <a:extLst>
                    <a:ext uri="{FF2B5EF4-FFF2-40B4-BE49-F238E27FC236}">
                      <a16:creationId xmlns:a16="http://schemas.microsoft.com/office/drawing/2014/main" id="{73116F84-4EB5-AA12-5836-C2C36144B56A}"/>
                    </a:ext>
                  </a:extLst>
                </p14:cNvPr>
                <p14:cNvContentPartPr/>
                <p14:nvPr/>
              </p14:nvContentPartPr>
              <p14:xfrm>
                <a:off x="3735517" y="2621992"/>
                <a:ext cx="319680" cy="36720"/>
              </p14:xfrm>
            </p:contentPart>
          </mc:Choice>
          <mc:Fallback>
            <p:pic>
              <p:nvPicPr>
                <p:cNvPr id="33" name="Ink 32">
                  <a:extLst>
                    <a:ext uri="{FF2B5EF4-FFF2-40B4-BE49-F238E27FC236}">
                      <a16:creationId xmlns:a16="http://schemas.microsoft.com/office/drawing/2014/main" id="{73116F84-4EB5-AA12-5836-C2C36144B56A}"/>
                    </a:ext>
                  </a:extLst>
                </p:cNvPr>
                <p:cNvPicPr/>
                <p:nvPr/>
              </p:nvPicPr>
              <p:blipFill>
                <a:blip r:embed="rId54"/>
                <a:stretch>
                  <a:fillRect/>
                </a:stretch>
              </p:blipFill>
              <p:spPr>
                <a:xfrm>
                  <a:off x="3729397" y="2615872"/>
                  <a:ext cx="33192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4" name="Ink 33">
                  <a:extLst>
                    <a:ext uri="{FF2B5EF4-FFF2-40B4-BE49-F238E27FC236}">
                      <a16:creationId xmlns:a16="http://schemas.microsoft.com/office/drawing/2014/main" id="{D9C02F29-2CBE-4B06-82AF-2B132C13AC3B}"/>
                    </a:ext>
                  </a:extLst>
                </p14:cNvPr>
                <p14:cNvContentPartPr/>
                <p14:nvPr/>
              </p14:nvContentPartPr>
              <p14:xfrm>
                <a:off x="3840277" y="2510032"/>
                <a:ext cx="82440" cy="307440"/>
              </p14:xfrm>
            </p:contentPart>
          </mc:Choice>
          <mc:Fallback>
            <p:pic>
              <p:nvPicPr>
                <p:cNvPr id="34" name="Ink 33">
                  <a:extLst>
                    <a:ext uri="{FF2B5EF4-FFF2-40B4-BE49-F238E27FC236}">
                      <a16:creationId xmlns:a16="http://schemas.microsoft.com/office/drawing/2014/main" id="{D9C02F29-2CBE-4B06-82AF-2B132C13AC3B}"/>
                    </a:ext>
                  </a:extLst>
                </p:cNvPr>
                <p:cNvPicPr/>
                <p:nvPr/>
              </p:nvPicPr>
              <p:blipFill>
                <a:blip r:embed="rId56"/>
                <a:stretch>
                  <a:fillRect/>
                </a:stretch>
              </p:blipFill>
              <p:spPr>
                <a:xfrm>
                  <a:off x="3834157" y="2503912"/>
                  <a:ext cx="94680" cy="31968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5" name="Ink 34">
                  <a:extLst>
                    <a:ext uri="{FF2B5EF4-FFF2-40B4-BE49-F238E27FC236}">
                      <a16:creationId xmlns:a16="http://schemas.microsoft.com/office/drawing/2014/main" id="{EE82B1B3-01E9-E0CF-0139-C21F9C584104}"/>
                    </a:ext>
                  </a:extLst>
                </p14:cNvPr>
                <p14:cNvContentPartPr/>
                <p14:nvPr/>
              </p14:nvContentPartPr>
              <p14:xfrm>
                <a:off x="4164637" y="2416792"/>
                <a:ext cx="415800" cy="559080"/>
              </p14:xfrm>
            </p:contentPart>
          </mc:Choice>
          <mc:Fallback>
            <p:pic>
              <p:nvPicPr>
                <p:cNvPr id="35" name="Ink 34">
                  <a:extLst>
                    <a:ext uri="{FF2B5EF4-FFF2-40B4-BE49-F238E27FC236}">
                      <a16:creationId xmlns:a16="http://schemas.microsoft.com/office/drawing/2014/main" id="{EE82B1B3-01E9-E0CF-0139-C21F9C584104}"/>
                    </a:ext>
                  </a:extLst>
                </p:cNvPr>
                <p:cNvPicPr/>
                <p:nvPr/>
              </p:nvPicPr>
              <p:blipFill>
                <a:blip r:embed="rId58"/>
                <a:stretch>
                  <a:fillRect/>
                </a:stretch>
              </p:blipFill>
              <p:spPr>
                <a:xfrm>
                  <a:off x="4158517" y="2410672"/>
                  <a:ext cx="428040" cy="57132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6" name="Ink 35">
                  <a:extLst>
                    <a:ext uri="{FF2B5EF4-FFF2-40B4-BE49-F238E27FC236}">
                      <a16:creationId xmlns:a16="http://schemas.microsoft.com/office/drawing/2014/main" id="{F9789FB0-2E6E-48E7-BACF-A32D39851090}"/>
                    </a:ext>
                  </a:extLst>
                </p14:cNvPr>
                <p14:cNvContentPartPr/>
                <p14:nvPr/>
              </p14:nvContentPartPr>
              <p14:xfrm>
                <a:off x="4541917" y="2839432"/>
                <a:ext cx="173520" cy="187560"/>
              </p14:xfrm>
            </p:contentPart>
          </mc:Choice>
          <mc:Fallback>
            <p:pic>
              <p:nvPicPr>
                <p:cNvPr id="36" name="Ink 35">
                  <a:extLst>
                    <a:ext uri="{FF2B5EF4-FFF2-40B4-BE49-F238E27FC236}">
                      <a16:creationId xmlns:a16="http://schemas.microsoft.com/office/drawing/2014/main" id="{F9789FB0-2E6E-48E7-BACF-A32D39851090}"/>
                    </a:ext>
                  </a:extLst>
                </p:cNvPr>
                <p:cNvPicPr/>
                <p:nvPr/>
              </p:nvPicPr>
              <p:blipFill>
                <a:blip r:embed="rId60"/>
                <a:stretch>
                  <a:fillRect/>
                </a:stretch>
              </p:blipFill>
              <p:spPr>
                <a:xfrm>
                  <a:off x="4535797" y="2833312"/>
                  <a:ext cx="185760" cy="1998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8" name="Ink 37">
                  <a:extLst>
                    <a:ext uri="{FF2B5EF4-FFF2-40B4-BE49-F238E27FC236}">
                      <a16:creationId xmlns:a16="http://schemas.microsoft.com/office/drawing/2014/main" id="{393844B9-0D25-BFD1-74FF-D8C4B62D56F1}"/>
                    </a:ext>
                  </a:extLst>
                </p14:cNvPr>
                <p14:cNvContentPartPr/>
                <p14:nvPr/>
              </p14:nvContentPartPr>
              <p14:xfrm>
                <a:off x="2433757" y="3178552"/>
                <a:ext cx="1368360" cy="95760"/>
              </p14:xfrm>
            </p:contentPart>
          </mc:Choice>
          <mc:Fallback>
            <p:pic>
              <p:nvPicPr>
                <p:cNvPr id="38" name="Ink 37">
                  <a:extLst>
                    <a:ext uri="{FF2B5EF4-FFF2-40B4-BE49-F238E27FC236}">
                      <a16:creationId xmlns:a16="http://schemas.microsoft.com/office/drawing/2014/main" id="{393844B9-0D25-BFD1-74FF-D8C4B62D56F1}"/>
                    </a:ext>
                  </a:extLst>
                </p:cNvPr>
                <p:cNvPicPr/>
                <p:nvPr/>
              </p:nvPicPr>
              <p:blipFill>
                <a:blip r:embed="rId62"/>
                <a:stretch>
                  <a:fillRect/>
                </a:stretch>
              </p:blipFill>
              <p:spPr>
                <a:xfrm>
                  <a:off x="2427637" y="3172432"/>
                  <a:ext cx="138060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0" name="Ink 39">
                  <a:extLst>
                    <a:ext uri="{FF2B5EF4-FFF2-40B4-BE49-F238E27FC236}">
                      <a16:creationId xmlns:a16="http://schemas.microsoft.com/office/drawing/2014/main" id="{150FA261-239F-9789-A513-6FB478971F29}"/>
                    </a:ext>
                  </a:extLst>
                </p14:cNvPr>
                <p14:cNvContentPartPr/>
                <p14:nvPr/>
              </p14:nvContentPartPr>
              <p14:xfrm>
                <a:off x="4178317" y="2089552"/>
                <a:ext cx="333720" cy="41040"/>
              </p14:xfrm>
            </p:contentPart>
          </mc:Choice>
          <mc:Fallback>
            <p:pic>
              <p:nvPicPr>
                <p:cNvPr id="40" name="Ink 39">
                  <a:extLst>
                    <a:ext uri="{FF2B5EF4-FFF2-40B4-BE49-F238E27FC236}">
                      <a16:creationId xmlns:a16="http://schemas.microsoft.com/office/drawing/2014/main" id="{150FA261-239F-9789-A513-6FB478971F29}"/>
                    </a:ext>
                  </a:extLst>
                </p:cNvPr>
                <p:cNvPicPr/>
                <p:nvPr/>
              </p:nvPicPr>
              <p:blipFill>
                <a:blip r:embed="rId64"/>
                <a:stretch>
                  <a:fillRect/>
                </a:stretch>
              </p:blipFill>
              <p:spPr>
                <a:xfrm>
                  <a:off x="4172197" y="2083432"/>
                  <a:ext cx="345960" cy="5328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1" name="Ink 40">
                  <a:extLst>
                    <a:ext uri="{FF2B5EF4-FFF2-40B4-BE49-F238E27FC236}">
                      <a16:creationId xmlns:a16="http://schemas.microsoft.com/office/drawing/2014/main" id="{5084D2DE-22C5-77AE-DDC6-A3AAE5E389AB}"/>
                    </a:ext>
                  </a:extLst>
                </p14:cNvPr>
                <p14:cNvContentPartPr/>
                <p14:nvPr/>
              </p14:nvContentPartPr>
              <p14:xfrm>
                <a:off x="5445157" y="1805872"/>
                <a:ext cx="195480" cy="1643760"/>
              </p14:xfrm>
            </p:contentPart>
          </mc:Choice>
          <mc:Fallback>
            <p:pic>
              <p:nvPicPr>
                <p:cNvPr id="41" name="Ink 40">
                  <a:extLst>
                    <a:ext uri="{FF2B5EF4-FFF2-40B4-BE49-F238E27FC236}">
                      <a16:creationId xmlns:a16="http://schemas.microsoft.com/office/drawing/2014/main" id="{5084D2DE-22C5-77AE-DDC6-A3AAE5E389AB}"/>
                    </a:ext>
                  </a:extLst>
                </p:cNvPr>
                <p:cNvPicPr/>
                <p:nvPr/>
              </p:nvPicPr>
              <p:blipFill>
                <a:blip r:embed="rId66"/>
                <a:stretch>
                  <a:fillRect/>
                </a:stretch>
              </p:blipFill>
              <p:spPr>
                <a:xfrm>
                  <a:off x="5439037" y="1799752"/>
                  <a:ext cx="207720" cy="165600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2" name="Ink 41">
                  <a:extLst>
                    <a:ext uri="{FF2B5EF4-FFF2-40B4-BE49-F238E27FC236}">
                      <a16:creationId xmlns:a16="http://schemas.microsoft.com/office/drawing/2014/main" id="{67CB25A1-E912-7451-58FD-8F37B5E5613E}"/>
                    </a:ext>
                  </a:extLst>
                </p14:cNvPr>
                <p14:cNvContentPartPr/>
                <p14:nvPr/>
              </p14:nvContentPartPr>
              <p14:xfrm>
                <a:off x="4775917" y="3086032"/>
                <a:ext cx="3337560" cy="286200"/>
              </p14:xfrm>
            </p:contentPart>
          </mc:Choice>
          <mc:Fallback>
            <p:pic>
              <p:nvPicPr>
                <p:cNvPr id="42" name="Ink 41">
                  <a:extLst>
                    <a:ext uri="{FF2B5EF4-FFF2-40B4-BE49-F238E27FC236}">
                      <a16:creationId xmlns:a16="http://schemas.microsoft.com/office/drawing/2014/main" id="{67CB25A1-E912-7451-58FD-8F37B5E5613E}"/>
                    </a:ext>
                  </a:extLst>
                </p:cNvPr>
                <p:cNvPicPr/>
                <p:nvPr/>
              </p:nvPicPr>
              <p:blipFill>
                <a:blip r:embed="rId68"/>
                <a:stretch>
                  <a:fillRect/>
                </a:stretch>
              </p:blipFill>
              <p:spPr>
                <a:xfrm>
                  <a:off x="4769797" y="3079912"/>
                  <a:ext cx="3349800" cy="298440"/>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44" name="Ink 43">
                  <a:extLst>
                    <a:ext uri="{FF2B5EF4-FFF2-40B4-BE49-F238E27FC236}">
                      <a16:creationId xmlns:a16="http://schemas.microsoft.com/office/drawing/2014/main" id="{C44A188C-4E2D-B510-377A-0723E4E1063F}"/>
                    </a:ext>
                  </a:extLst>
                </p14:cNvPr>
                <p14:cNvContentPartPr/>
                <p14:nvPr/>
              </p14:nvContentPartPr>
              <p14:xfrm>
                <a:off x="7734037" y="3286912"/>
                <a:ext cx="293400" cy="283320"/>
              </p14:xfrm>
            </p:contentPart>
          </mc:Choice>
          <mc:Fallback>
            <p:pic>
              <p:nvPicPr>
                <p:cNvPr id="44" name="Ink 43">
                  <a:extLst>
                    <a:ext uri="{FF2B5EF4-FFF2-40B4-BE49-F238E27FC236}">
                      <a16:creationId xmlns:a16="http://schemas.microsoft.com/office/drawing/2014/main" id="{C44A188C-4E2D-B510-377A-0723E4E1063F}"/>
                    </a:ext>
                  </a:extLst>
                </p:cNvPr>
                <p:cNvPicPr/>
                <p:nvPr/>
              </p:nvPicPr>
              <p:blipFill>
                <a:blip r:embed="rId70"/>
                <a:stretch>
                  <a:fillRect/>
                </a:stretch>
              </p:blipFill>
              <p:spPr>
                <a:xfrm>
                  <a:off x="7727917" y="3280792"/>
                  <a:ext cx="305640" cy="29556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5" name="Ink 44">
                  <a:extLst>
                    <a:ext uri="{FF2B5EF4-FFF2-40B4-BE49-F238E27FC236}">
                      <a16:creationId xmlns:a16="http://schemas.microsoft.com/office/drawing/2014/main" id="{DFD75DAD-9CF8-B4EC-6C37-F86EBB948AB6}"/>
                    </a:ext>
                  </a:extLst>
                </p14:cNvPr>
                <p14:cNvContentPartPr/>
                <p14:nvPr/>
              </p14:nvContentPartPr>
              <p14:xfrm>
                <a:off x="7751677" y="3339112"/>
                <a:ext cx="302040" cy="219960"/>
              </p14:xfrm>
            </p:contentPart>
          </mc:Choice>
          <mc:Fallback>
            <p:pic>
              <p:nvPicPr>
                <p:cNvPr id="45" name="Ink 44">
                  <a:extLst>
                    <a:ext uri="{FF2B5EF4-FFF2-40B4-BE49-F238E27FC236}">
                      <a16:creationId xmlns:a16="http://schemas.microsoft.com/office/drawing/2014/main" id="{DFD75DAD-9CF8-B4EC-6C37-F86EBB948AB6}"/>
                    </a:ext>
                  </a:extLst>
                </p:cNvPr>
                <p:cNvPicPr/>
                <p:nvPr/>
              </p:nvPicPr>
              <p:blipFill>
                <a:blip r:embed="rId72"/>
                <a:stretch>
                  <a:fillRect/>
                </a:stretch>
              </p:blipFill>
              <p:spPr>
                <a:xfrm>
                  <a:off x="7745557" y="3332992"/>
                  <a:ext cx="314280" cy="232200"/>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7" name="Ink 46">
                  <a:extLst>
                    <a:ext uri="{FF2B5EF4-FFF2-40B4-BE49-F238E27FC236}">
                      <a16:creationId xmlns:a16="http://schemas.microsoft.com/office/drawing/2014/main" id="{70ABB48A-9D26-32CD-8CDB-56106E02D1BD}"/>
                    </a:ext>
                  </a:extLst>
                </p14:cNvPr>
                <p14:cNvContentPartPr/>
                <p14:nvPr/>
              </p14:nvContentPartPr>
              <p14:xfrm>
                <a:off x="8058037" y="3206632"/>
                <a:ext cx="360" cy="360"/>
              </p14:xfrm>
            </p:contentPart>
          </mc:Choice>
          <mc:Fallback>
            <p:pic>
              <p:nvPicPr>
                <p:cNvPr id="47" name="Ink 46">
                  <a:extLst>
                    <a:ext uri="{FF2B5EF4-FFF2-40B4-BE49-F238E27FC236}">
                      <a16:creationId xmlns:a16="http://schemas.microsoft.com/office/drawing/2014/main" id="{70ABB48A-9D26-32CD-8CDB-56106E02D1BD}"/>
                    </a:ext>
                  </a:extLst>
                </p:cNvPr>
                <p:cNvPicPr/>
                <p:nvPr/>
              </p:nvPicPr>
              <p:blipFill>
                <a:blip r:embed="rId74"/>
                <a:stretch>
                  <a:fillRect/>
                </a:stretch>
              </p:blipFill>
              <p:spPr>
                <a:xfrm>
                  <a:off x="8051917" y="3200512"/>
                  <a:ext cx="12600" cy="12600"/>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8" name="Ink 47">
                  <a:extLst>
                    <a:ext uri="{FF2B5EF4-FFF2-40B4-BE49-F238E27FC236}">
                      <a16:creationId xmlns:a16="http://schemas.microsoft.com/office/drawing/2014/main" id="{1C644B87-5941-4287-28EC-B6598BB0FA59}"/>
                    </a:ext>
                  </a:extLst>
                </p14:cNvPr>
                <p14:cNvContentPartPr/>
                <p14:nvPr/>
              </p14:nvContentPartPr>
              <p14:xfrm>
                <a:off x="8069197" y="3202672"/>
                <a:ext cx="151560" cy="96120"/>
              </p14:xfrm>
            </p:contentPart>
          </mc:Choice>
          <mc:Fallback>
            <p:pic>
              <p:nvPicPr>
                <p:cNvPr id="48" name="Ink 47">
                  <a:extLst>
                    <a:ext uri="{FF2B5EF4-FFF2-40B4-BE49-F238E27FC236}">
                      <a16:creationId xmlns:a16="http://schemas.microsoft.com/office/drawing/2014/main" id="{1C644B87-5941-4287-28EC-B6598BB0FA59}"/>
                    </a:ext>
                  </a:extLst>
                </p:cNvPr>
                <p:cNvPicPr/>
                <p:nvPr/>
              </p:nvPicPr>
              <p:blipFill>
                <a:blip r:embed="rId76"/>
                <a:stretch>
                  <a:fillRect/>
                </a:stretch>
              </p:blipFill>
              <p:spPr>
                <a:xfrm>
                  <a:off x="8063077" y="3196552"/>
                  <a:ext cx="16380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51" name="Ink 50">
                  <a:extLst>
                    <a:ext uri="{FF2B5EF4-FFF2-40B4-BE49-F238E27FC236}">
                      <a16:creationId xmlns:a16="http://schemas.microsoft.com/office/drawing/2014/main" id="{500A2755-E02D-3C32-700D-58762716EA0A}"/>
                    </a:ext>
                  </a:extLst>
                </p14:cNvPr>
                <p14:cNvContentPartPr/>
                <p14:nvPr/>
              </p14:nvContentPartPr>
              <p14:xfrm>
                <a:off x="4870957" y="1870312"/>
                <a:ext cx="493560" cy="766080"/>
              </p14:xfrm>
            </p:contentPart>
          </mc:Choice>
          <mc:Fallback>
            <p:pic>
              <p:nvPicPr>
                <p:cNvPr id="51" name="Ink 50">
                  <a:extLst>
                    <a:ext uri="{FF2B5EF4-FFF2-40B4-BE49-F238E27FC236}">
                      <a16:creationId xmlns:a16="http://schemas.microsoft.com/office/drawing/2014/main" id="{500A2755-E02D-3C32-700D-58762716EA0A}"/>
                    </a:ext>
                  </a:extLst>
                </p:cNvPr>
                <p:cNvPicPr/>
                <p:nvPr/>
              </p:nvPicPr>
              <p:blipFill>
                <a:blip r:embed="rId78"/>
                <a:stretch>
                  <a:fillRect/>
                </a:stretch>
              </p:blipFill>
              <p:spPr>
                <a:xfrm>
                  <a:off x="4864837" y="1864192"/>
                  <a:ext cx="505800" cy="778320"/>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57" name="Ink 56">
                  <a:extLst>
                    <a:ext uri="{FF2B5EF4-FFF2-40B4-BE49-F238E27FC236}">
                      <a16:creationId xmlns:a16="http://schemas.microsoft.com/office/drawing/2014/main" id="{3303DAD0-AB2D-F6DA-529F-17CF504183E5}"/>
                    </a:ext>
                  </a:extLst>
                </p14:cNvPr>
                <p14:cNvContentPartPr/>
                <p14:nvPr/>
              </p14:nvContentPartPr>
              <p14:xfrm>
                <a:off x="7499677" y="1862752"/>
                <a:ext cx="1269360" cy="333000"/>
              </p14:xfrm>
            </p:contentPart>
          </mc:Choice>
          <mc:Fallback>
            <p:pic>
              <p:nvPicPr>
                <p:cNvPr id="57" name="Ink 56">
                  <a:extLst>
                    <a:ext uri="{FF2B5EF4-FFF2-40B4-BE49-F238E27FC236}">
                      <a16:creationId xmlns:a16="http://schemas.microsoft.com/office/drawing/2014/main" id="{3303DAD0-AB2D-F6DA-529F-17CF504183E5}"/>
                    </a:ext>
                  </a:extLst>
                </p:cNvPr>
                <p:cNvPicPr/>
                <p:nvPr/>
              </p:nvPicPr>
              <p:blipFill>
                <a:blip r:embed="rId80"/>
                <a:stretch>
                  <a:fillRect/>
                </a:stretch>
              </p:blipFill>
              <p:spPr>
                <a:xfrm>
                  <a:off x="7493557" y="1856632"/>
                  <a:ext cx="1281600" cy="345240"/>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58" name="Ink 57">
                  <a:extLst>
                    <a:ext uri="{FF2B5EF4-FFF2-40B4-BE49-F238E27FC236}">
                      <a16:creationId xmlns:a16="http://schemas.microsoft.com/office/drawing/2014/main" id="{17CFF6B8-0CC1-7CC9-BB2F-0EC9ABB94633}"/>
                    </a:ext>
                  </a:extLst>
                </p14:cNvPr>
                <p14:cNvContentPartPr/>
                <p14:nvPr/>
              </p14:nvContentPartPr>
              <p14:xfrm>
                <a:off x="8685517" y="1944112"/>
                <a:ext cx="59040" cy="30240"/>
              </p14:xfrm>
            </p:contentPart>
          </mc:Choice>
          <mc:Fallback>
            <p:pic>
              <p:nvPicPr>
                <p:cNvPr id="58" name="Ink 57">
                  <a:extLst>
                    <a:ext uri="{FF2B5EF4-FFF2-40B4-BE49-F238E27FC236}">
                      <a16:creationId xmlns:a16="http://schemas.microsoft.com/office/drawing/2014/main" id="{17CFF6B8-0CC1-7CC9-BB2F-0EC9ABB94633}"/>
                    </a:ext>
                  </a:extLst>
                </p:cNvPr>
                <p:cNvPicPr/>
                <p:nvPr/>
              </p:nvPicPr>
              <p:blipFill>
                <a:blip r:embed="rId82"/>
                <a:stretch>
                  <a:fillRect/>
                </a:stretch>
              </p:blipFill>
              <p:spPr>
                <a:xfrm>
                  <a:off x="8679397" y="1937992"/>
                  <a:ext cx="71280" cy="42480"/>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59" name="Ink 58">
                  <a:extLst>
                    <a:ext uri="{FF2B5EF4-FFF2-40B4-BE49-F238E27FC236}">
                      <a16:creationId xmlns:a16="http://schemas.microsoft.com/office/drawing/2014/main" id="{2009D6C6-6ADB-8EEF-7A49-0412E3A0BDBE}"/>
                    </a:ext>
                  </a:extLst>
                </p14:cNvPr>
                <p14:cNvContentPartPr/>
                <p14:nvPr/>
              </p14:nvContentPartPr>
              <p14:xfrm>
                <a:off x="7776157" y="2347312"/>
                <a:ext cx="882000" cy="133920"/>
              </p14:xfrm>
            </p:contentPart>
          </mc:Choice>
          <mc:Fallback>
            <p:pic>
              <p:nvPicPr>
                <p:cNvPr id="59" name="Ink 58">
                  <a:extLst>
                    <a:ext uri="{FF2B5EF4-FFF2-40B4-BE49-F238E27FC236}">
                      <a16:creationId xmlns:a16="http://schemas.microsoft.com/office/drawing/2014/main" id="{2009D6C6-6ADB-8EEF-7A49-0412E3A0BDBE}"/>
                    </a:ext>
                  </a:extLst>
                </p:cNvPr>
                <p:cNvPicPr/>
                <p:nvPr/>
              </p:nvPicPr>
              <p:blipFill>
                <a:blip r:embed="rId84"/>
                <a:stretch>
                  <a:fillRect/>
                </a:stretch>
              </p:blipFill>
              <p:spPr>
                <a:xfrm>
                  <a:off x="7770037" y="2341192"/>
                  <a:ext cx="89424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61" name="Ink 60">
                  <a:extLst>
                    <a:ext uri="{FF2B5EF4-FFF2-40B4-BE49-F238E27FC236}">
                      <a16:creationId xmlns:a16="http://schemas.microsoft.com/office/drawing/2014/main" id="{3DECEC90-8ADA-286A-2A1B-50C4B5C58949}"/>
                    </a:ext>
                  </a:extLst>
                </p14:cNvPr>
                <p14:cNvContentPartPr/>
                <p14:nvPr/>
              </p14:nvContentPartPr>
              <p14:xfrm>
                <a:off x="4548397" y="3888112"/>
                <a:ext cx="546480" cy="870120"/>
              </p14:xfrm>
            </p:contentPart>
          </mc:Choice>
          <mc:Fallback>
            <p:pic>
              <p:nvPicPr>
                <p:cNvPr id="61" name="Ink 60">
                  <a:extLst>
                    <a:ext uri="{FF2B5EF4-FFF2-40B4-BE49-F238E27FC236}">
                      <a16:creationId xmlns:a16="http://schemas.microsoft.com/office/drawing/2014/main" id="{3DECEC90-8ADA-286A-2A1B-50C4B5C58949}"/>
                    </a:ext>
                  </a:extLst>
                </p:cNvPr>
                <p:cNvPicPr/>
                <p:nvPr/>
              </p:nvPicPr>
              <p:blipFill>
                <a:blip r:embed="rId86"/>
                <a:stretch>
                  <a:fillRect/>
                </a:stretch>
              </p:blipFill>
              <p:spPr>
                <a:xfrm>
                  <a:off x="4542277" y="3881992"/>
                  <a:ext cx="558720" cy="882360"/>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62" name="Ink 61">
                  <a:extLst>
                    <a:ext uri="{FF2B5EF4-FFF2-40B4-BE49-F238E27FC236}">
                      <a16:creationId xmlns:a16="http://schemas.microsoft.com/office/drawing/2014/main" id="{0C3631E1-123A-90C9-74AC-D5849ABBED3B}"/>
                    </a:ext>
                  </a:extLst>
                </p14:cNvPr>
                <p14:cNvContentPartPr/>
                <p14:nvPr/>
              </p14:nvContentPartPr>
              <p14:xfrm>
                <a:off x="5246437" y="4043992"/>
                <a:ext cx="294480" cy="68400"/>
              </p14:xfrm>
            </p:contentPart>
          </mc:Choice>
          <mc:Fallback>
            <p:pic>
              <p:nvPicPr>
                <p:cNvPr id="62" name="Ink 61">
                  <a:extLst>
                    <a:ext uri="{FF2B5EF4-FFF2-40B4-BE49-F238E27FC236}">
                      <a16:creationId xmlns:a16="http://schemas.microsoft.com/office/drawing/2014/main" id="{0C3631E1-123A-90C9-74AC-D5849ABBED3B}"/>
                    </a:ext>
                  </a:extLst>
                </p:cNvPr>
                <p:cNvPicPr/>
                <p:nvPr/>
              </p:nvPicPr>
              <p:blipFill>
                <a:blip r:embed="rId88"/>
                <a:stretch>
                  <a:fillRect/>
                </a:stretch>
              </p:blipFill>
              <p:spPr>
                <a:xfrm>
                  <a:off x="5240317" y="4037872"/>
                  <a:ext cx="30672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63" name="Ink 62">
                  <a:extLst>
                    <a:ext uri="{FF2B5EF4-FFF2-40B4-BE49-F238E27FC236}">
                      <a16:creationId xmlns:a16="http://schemas.microsoft.com/office/drawing/2014/main" id="{493F9E18-CB89-61ED-50B6-73EB4BF0E1E9}"/>
                    </a:ext>
                  </a:extLst>
                </p14:cNvPr>
                <p14:cNvContentPartPr/>
                <p14:nvPr/>
              </p14:nvContentPartPr>
              <p14:xfrm>
                <a:off x="5274517" y="4167472"/>
                <a:ext cx="245880" cy="48960"/>
              </p14:xfrm>
            </p:contentPart>
          </mc:Choice>
          <mc:Fallback>
            <p:pic>
              <p:nvPicPr>
                <p:cNvPr id="63" name="Ink 62">
                  <a:extLst>
                    <a:ext uri="{FF2B5EF4-FFF2-40B4-BE49-F238E27FC236}">
                      <a16:creationId xmlns:a16="http://schemas.microsoft.com/office/drawing/2014/main" id="{493F9E18-CB89-61ED-50B6-73EB4BF0E1E9}"/>
                    </a:ext>
                  </a:extLst>
                </p:cNvPr>
                <p:cNvPicPr/>
                <p:nvPr/>
              </p:nvPicPr>
              <p:blipFill>
                <a:blip r:embed="rId90"/>
                <a:stretch>
                  <a:fillRect/>
                </a:stretch>
              </p:blipFill>
              <p:spPr>
                <a:xfrm>
                  <a:off x="5268397" y="4161352"/>
                  <a:ext cx="25812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65" name="Ink 64">
                  <a:extLst>
                    <a:ext uri="{FF2B5EF4-FFF2-40B4-BE49-F238E27FC236}">
                      <a16:creationId xmlns:a16="http://schemas.microsoft.com/office/drawing/2014/main" id="{8BE94F49-45F8-F9DF-DEE6-24C4305E6E99}"/>
                    </a:ext>
                  </a:extLst>
                </p14:cNvPr>
                <p14:cNvContentPartPr/>
                <p14:nvPr/>
              </p14:nvContentPartPr>
              <p14:xfrm>
                <a:off x="5831797" y="3944272"/>
                <a:ext cx="225360" cy="223200"/>
              </p14:xfrm>
            </p:contentPart>
          </mc:Choice>
          <mc:Fallback>
            <p:pic>
              <p:nvPicPr>
                <p:cNvPr id="65" name="Ink 64">
                  <a:extLst>
                    <a:ext uri="{FF2B5EF4-FFF2-40B4-BE49-F238E27FC236}">
                      <a16:creationId xmlns:a16="http://schemas.microsoft.com/office/drawing/2014/main" id="{8BE94F49-45F8-F9DF-DEE6-24C4305E6E99}"/>
                    </a:ext>
                  </a:extLst>
                </p:cNvPr>
                <p:cNvPicPr/>
                <p:nvPr/>
              </p:nvPicPr>
              <p:blipFill>
                <a:blip r:embed="rId92"/>
                <a:stretch>
                  <a:fillRect/>
                </a:stretch>
              </p:blipFill>
              <p:spPr>
                <a:xfrm>
                  <a:off x="5825677" y="3938152"/>
                  <a:ext cx="237600" cy="235440"/>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66" name="Ink 65">
                  <a:extLst>
                    <a:ext uri="{FF2B5EF4-FFF2-40B4-BE49-F238E27FC236}">
                      <a16:creationId xmlns:a16="http://schemas.microsoft.com/office/drawing/2014/main" id="{C88C4526-6FB3-41FC-7F5B-BA404D36C272}"/>
                    </a:ext>
                  </a:extLst>
                </p14:cNvPr>
                <p14:cNvContentPartPr/>
                <p14:nvPr/>
              </p14:nvContentPartPr>
              <p14:xfrm>
                <a:off x="6026197" y="3968392"/>
                <a:ext cx="166680" cy="213120"/>
              </p14:xfrm>
            </p:contentPart>
          </mc:Choice>
          <mc:Fallback>
            <p:pic>
              <p:nvPicPr>
                <p:cNvPr id="66" name="Ink 65">
                  <a:extLst>
                    <a:ext uri="{FF2B5EF4-FFF2-40B4-BE49-F238E27FC236}">
                      <a16:creationId xmlns:a16="http://schemas.microsoft.com/office/drawing/2014/main" id="{C88C4526-6FB3-41FC-7F5B-BA404D36C272}"/>
                    </a:ext>
                  </a:extLst>
                </p:cNvPr>
                <p:cNvPicPr/>
                <p:nvPr/>
              </p:nvPicPr>
              <p:blipFill>
                <a:blip r:embed="rId94"/>
                <a:stretch>
                  <a:fillRect/>
                </a:stretch>
              </p:blipFill>
              <p:spPr>
                <a:xfrm>
                  <a:off x="6020077" y="3962272"/>
                  <a:ext cx="178920" cy="225360"/>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68" name="Ink 67">
                  <a:extLst>
                    <a:ext uri="{FF2B5EF4-FFF2-40B4-BE49-F238E27FC236}">
                      <a16:creationId xmlns:a16="http://schemas.microsoft.com/office/drawing/2014/main" id="{CDEAD899-E1F1-A2C8-7F95-5D91EBDEBCC7}"/>
                    </a:ext>
                  </a:extLst>
                </p14:cNvPr>
                <p14:cNvContentPartPr/>
                <p14:nvPr/>
              </p14:nvContentPartPr>
              <p14:xfrm>
                <a:off x="6236077" y="3860032"/>
                <a:ext cx="191880" cy="238320"/>
              </p14:xfrm>
            </p:contentPart>
          </mc:Choice>
          <mc:Fallback>
            <p:pic>
              <p:nvPicPr>
                <p:cNvPr id="68" name="Ink 67">
                  <a:extLst>
                    <a:ext uri="{FF2B5EF4-FFF2-40B4-BE49-F238E27FC236}">
                      <a16:creationId xmlns:a16="http://schemas.microsoft.com/office/drawing/2014/main" id="{CDEAD899-E1F1-A2C8-7F95-5D91EBDEBCC7}"/>
                    </a:ext>
                  </a:extLst>
                </p:cNvPr>
                <p:cNvPicPr/>
                <p:nvPr/>
              </p:nvPicPr>
              <p:blipFill>
                <a:blip r:embed="rId96"/>
                <a:stretch>
                  <a:fillRect/>
                </a:stretch>
              </p:blipFill>
              <p:spPr>
                <a:xfrm>
                  <a:off x="6229957" y="3853912"/>
                  <a:ext cx="204120" cy="250560"/>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69" name="Ink 68">
                  <a:extLst>
                    <a:ext uri="{FF2B5EF4-FFF2-40B4-BE49-F238E27FC236}">
                      <a16:creationId xmlns:a16="http://schemas.microsoft.com/office/drawing/2014/main" id="{50FEB2B3-7EB6-69DC-47C4-45D5AFFFFB73}"/>
                    </a:ext>
                  </a:extLst>
                </p14:cNvPr>
                <p14:cNvContentPartPr/>
                <p14:nvPr/>
              </p14:nvContentPartPr>
              <p14:xfrm>
                <a:off x="6276397" y="3901072"/>
                <a:ext cx="148680" cy="158040"/>
              </p14:xfrm>
            </p:contentPart>
          </mc:Choice>
          <mc:Fallback>
            <p:pic>
              <p:nvPicPr>
                <p:cNvPr id="69" name="Ink 68">
                  <a:extLst>
                    <a:ext uri="{FF2B5EF4-FFF2-40B4-BE49-F238E27FC236}">
                      <a16:creationId xmlns:a16="http://schemas.microsoft.com/office/drawing/2014/main" id="{50FEB2B3-7EB6-69DC-47C4-45D5AFFFFB73}"/>
                    </a:ext>
                  </a:extLst>
                </p:cNvPr>
                <p:cNvPicPr/>
                <p:nvPr/>
              </p:nvPicPr>
              <p:blipFill>
                <a:blip r:embed="rId98"/>
                <a:stretch>
                  <a:fillRect/>
                </a:stretch>
              </p:blipFill>
              <p:spPr>
                <a:xfrm>
                  <a:off x="6270277" y="3894952"/>
                  <a:ext cx="16092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71" name="Ink 70">
                  <a:extLst>
                    <a:ext uri="{FF2B5EF4-FFF2-40B4-BE49-F238E27FC236}">
                      <a16:creationId xmlns:a16="http://schemas.microsoft.com/office/drawing/2014/main" id="{7DA05B23-AC77-9FA8-E200-A6DCE83A49F2}"/>
                    </a:ext>
                  </a:extLst>
                </p14:cNvPr>
                <p14:cNvContentPartPr/>
                <p14:nvPr/>
              </p14:nvContentPartPr>
              <p14:xfrm>
                <a:off x="6623797" y="3939592"/>
                <a:ext cx="246960" cy="37800"/>
              </p14:xfrm>
            </p:contentPart>
          </mc:Choice>
          <mc:Fallback>
            <p:pic>
              <p:nvPicPr>
                <p:cNvPr id="71" name="Ink 70">
                  <a:extLst>
                    <a:ext uri="{FF2B5EF4-FFF2-40B4-BE49-F238E27FC236}">
                      <a16:creationId xmlns:a16="http://schemas.microsoft.com/office/drawing/2014/main" id="{7DA05B23-AC77-9FA8-E200-A6DCE83A49F2}"/>
                    </a:ext>
                  </a:extLst>
                </p:cNvPr>
                <p:cNvPicPr/>
                <p:nvPr/>
              </p:nvPicPr>
              <p:blipFill>
                <a:blip r:embed="rId100"/>
                <a:stretch>
                  <a:fillRect/>
                </a:stretch>
              </p:blipFill>
              <p:spPr>
                <a:xfrm>
                  <a:off x="6617677" y="3933472"/>
                  <a:ext cx="25920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72" name="Ink 71">
                  <a:extLst>
                    <a:ext uri="{FF2B5EF4-FFF2-40B4-BE49-F238E27FC236}">
                      <a16:creationId xmlns:a16="http://schemas.microsoft.com/office/drawing/2014/main" id="{B231B45F-3E59-29A2-484E-A04CFDE6ED3C}"/>
                    </a:ext>
                  </a:extLst>
                </p14:cNvPr>
                <p14:cNvContentPartPr/>
                <p14:nvPr/>
              </p14:nvContentPartPr>
              <p14:xfrm>
                <a:off x="6692917" y="3858232"/>
                <a:ext cx="119880" cy="283320"/>
              </p14:xfrm>
            </p:contentPart>
          </mc:Choice>
          <mc:Fallback>
            <p:pic>
              <p:nvPicPr>
                <p:cNvPr id="72" name="Ink 71">
                  <a:extLst>
                    <a:ext uri="{FF2B5EF4-FFF2-40B4-BE49-F238E27FC236}">
                      <a16:creationId xmlns:a16="http://schemas.microsoft.com/office/drawing/2014/main" id="{B231B45F-3E59-29A2-484E-A04CFDE6ED3C}"/>
                    </a:ext>
                  </a:extLst>
                </p:cNvPr>
                <p:cNvPicPr/>
                <p:nvPr/>
              </p:nvPicPr>
              <p:blipFill>
                <a:blip r:embed="rId102"/>
                <a:stretch>
                  <a:fillRect/>
                </a:stretch>
              </p:blipFill>
              <p:spPr>
                <a:xfrm>
                  <a:off x="6686797" y="3852112"/>
                  <a:ext cx="132120" cy="29556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73" name="Ink 72">
                  <a:extLst>
                    <a:ext uri="{FF2B5EF4-FFF2-40B4-BE49-F238E27FC236}">
                      <a16:creationId xmlns:a16="http://schemas.microsoft.com/office/drawing/2014/main" id="{E51A01F5-E6D3-E9C5-FB97-BEE3A0ABBA24}"/>
                    </a:ext>
                  </a:extLst>
                </p14:cNvPr>
                <p14:cNvContentPartPr/>
                <p14:nvPr/>
              </p14:nvContentPartPr>
              <p14:xfrm>
                <a:off x="7016917" y="3784432"/>
                <a:ext cx="258120" cy="285120"/>
              </p14:xfrm>
            </p:contentPart>
          </mc:Choice>
          <mc:Fallback>
            <p:pic>
              <p:nvPicPr>
                <p:cNvPr id="73" name="Ink 72">
                  <a:extLst>
                    <a:ext uri="{FF2B5EF4-FFF2-40B4-BE49-F238E27FC236}">
                      <a16:creationId xmlns:a16="http://schemas.microsoft.com/office/drawing/2014/main" id="{E51A01F5-E6D3-E9C5-FB97-BEE3A0ABBA24}"/>
                    </a:ext>
                  </a:extLst>
                </p:cNvPr>
                <p:cNvPicPr/>
                <p:nvPr/>
              </p:nvPicPr>
              <p:blipFill>
                <a:blip r:embed="rId104"/>
                <a:stretch>
                  <a:fillRect/>
                </a:stretch>
              </p:blipFill>
              <p:spPr>
                <a:xfrm>
                  <a:off x="7010797" y="3778312"/>
                  <a:ext cx="270360" cy="297360"/>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74" name="Ink 73">
                  <a:extLst>
                    <a:ext uri="{FF2B5EF4-FFF2-40B4-BE49-F238E27FC236}">
                      <a16:creationId xmlns:a16="http://schemas.microsoft.com/office/drawing/2014/main" id="{B5E1C94D-0E35-0B14-DD37-714B984C0D61}"/>
                    </a:ext>
                  </a:extLst>
                </p14:cNvPr>
                <p14:cNvContentPartPr/>
                <p14:nvPr/>
              </p14:nvContentPartPr>
              <p14:xfrm>
                <a:off x="7329757" y="3869392"/>
                <a:ext cx="275760" cy="171360"/>
              </p14:xfrm>
            </p:contentPart>
          </mc:Choice>
          <mc:Fallback>
            <p:pic>
              <p:nvPicPr>
                <p:cNvPr id="74" name="Ink 73">
                  <a:extLst>
                    <a:ext uri="{FF2B5EF4-FFF2-40B4-BE49-F238E27FC236}">
                      <a16:creationId xmlns:a16="http://schemas.microsoft.com/office/drawing/2014/main" id="{B5E1C94D-0E35-0B14-DD37-714B984C0D61}"/>
                    </a:ext>
                  </a:extLst>
                </p:cNvPr>
                <p:cNvPicPr/>
                <p:nvPr/>
              </p:nvPicPr>
              <p:blipFill>
                <a:blip r:embed="rId106"/>
                <a:stretch>
                  <a:fillRect/>
                </a:stretch>
              </p:blipFill>
              <p:spPr>
                <a:xfrm>
                  <a:off x="7323637" y="3863272"/>
                  <a:ext cx="28800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75" name="Ink 74">
                  <a:extLst>
                    <a:ext uri="{FF2B5EF4-FFF2-40B4-BE49-F238E27FC236}">
                      <a16:creationId xmlns:a16="http://schemas.microsoft.com/office/drawing/2014/main" id="{72FF2CB6-4B91-07FC-308A-04FFBB9096B0}"/>
                    </a:ext>
                  </a:extLst>
                </p14:cNvPr>
                <p14:cNvContentPartPr/>
                <p14:nvPr/>
              </p14:nvContentPartPr>
              <p14:xfrm>
                <a:off x="7463317" y="3816112"/>
                <a:ext cx="187920" cy="171360"/>
              </p14:xfrm>
            </p:contentPart>
          </mc:Choice>
          <mc:Fallback>
            <p:pic>
              <p:nvPicPr>
                <p:cNvPr id="75" name="Ink 74">
                  <a:extLst>
                    <a:ext uri="{FF2B5EF4-FFF2-40B4-BE49-F238E27FC236}">
                      <a16:creationId xmlns:a16="http://schemas.microsoft.com/office/drawing/2014/main" id="{72FF2CB6-4B91-07FC-308A-04FFBB9096B0}"/>
                    </a:ext>
                  </a:extLst>
                </p:cNvPr>
                <p:cNvPicPr/>
                <p:nvPr/>
              </p:nvPicPr>
              <p:blipFill>
                <a:blip r:embed="rId108"/>
                <a:stretch>
                  <a:fillRect/>
                </a:stretch>
              </p:blipFill>
              <p:spPr>
                <a:xfrm>
                  <a:off x="7457197" y="3809992"/>
                  <a:ext cx="200160" cy="183600"/>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76" name="Ink 75">
                  <a:extLst>
                    <a:ext uri="{FF2B5EF4-FFF2-40B4-BE49-F238E27FC236}">
                      <a16:creationId xmlns:a16="http://schemas.microsoft.com/office/drawing/2014/main" id="{5DAB5FD3-5E01-F690-9019-5DE1D65F131E}"/>
                    </a:ext>
                  </a:extLst>
                </p14:cNvPr>
                <p14:cNvContentPartPr/>
                <p14:nvPr/>
              </p14:nvContentPartPr>
              <p14:xfrm>
                <a:off x="7721077" y="3845992"/>
                <a:ext cx="38520" cy="11520"/>
              </p14:xfrm>
            </p:contentPart>
          </mc:Choice>
          <mc:Fallback>
            <p:pic>
              <p:nvPicPr>
                <p:cNvPr id="76" name="Ink 75">
                  <a:extLst>
                    <a:ext uri="{FF2B5EF4-FFF2-40B4-BE49-F238E27FC236}">
                      <a16:creationId xmlns:a16="http://schemas.microsoft.com/office/drawing/2014/main" id="{5DAB5FD3-5E01-F690-9019-5DE1D65F131E}"/>
                    </a:ext>
                  </a:extLst>
                </p:cNvPr>
                <p:cNvPicPr/>
                <p:nvPr/>
              </p:nvPicPr>
              <p:blipFill>
                <a:blip r:embed="rId110"/>
                <a:stretch>
                  <a:fillRect/>
                </a:stretch>
              </p:blipFill>
              <p:spPr>
                <a:xfrm>
                  <a:off x="7714957" y="3839872"/>
                  <a:ext cx="50760" cy="2376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77" name="Ink 76">
                  <a:extLst>
                    <a:ext uri="{FF2B5EF4-FFF2-40B4-BE49-F238E27FC236}">
                      <a16:creationId xmlns:a16="http://schemas.microsoft.com/office/drawing/2014/main" id="{04A45BA4-1F4B-1A3B-B657-88ADC84ABA27}"/>
                    </a:ext>
                  </a:extLst>
                </p14:cNvPr>
                <p14:cNvContentPartPr/>
                <p14:nvPr/>
              </p14:nvContentPartPr>
              <p14:xfrm>
                <a:off x="7610917" y="3728632"/>
                <a:ext cx="246960" cy="116640"/>
              </p14:xfrm>
            </p:contentPart>
          </mc:Choice>
          <mc:Fallback>
            <p:pic>
              <p:nvPicPr>
                <p:cNvPr id="77" name="Ink 76">
                  <a:extLst>
                    <a:ext uri="{FF2B5EF4-FFF2-40B4-BE49-F238E27FC236}">
                      <a16:creationId xmlns:a16="http://schemas.microsoft.com/office/drawing/2014/main" id="{04A45BA4-1F4B-1A3B-B657-88ADC84ABA27}"/>
                    </a:ext>
                  </a:extLst>
                </p:cNvPr>
                <p:cNvPicPr/>
                <p:nvPr/>
              </p:nvPicPr>
              <p:blipFill>
                <a:blip r:embed="rId112"/>
                <a:stretch>
                  <a:fillRect/>
                </a:stretch>
              </p:blipFill>
              <p:spPr>
                <a:xfrm>
                  <a:off x="7604797" y="3722512"/>
                  <a:ext cx="25920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78" name="Ink 77">
                  <a:extLst>
                    <a:ext uri="{FF2B5EF4-FFF2-40B4-BE49-F238E27FC236}">
                      <a16:creationId xmlns:a16="http://schemas.microsoft.com/office/drawing/2014/main" id="{BD6E497E-9AF4-AA61-0157-5C0B835ABDB8}"/>
                    </a:ext>
                  </a:extLst>
                </p14:cNvPr>
                <p14:cNvContentPartPr/>
                <p14:nvPr/>
              </p14:nvContentPartPr>
              <p14:xfrm>
                <a:off x="7929157" y="3870472"/>
                <a:ext cx="185400" cy="58320"/>
              </p14:xfrm>
            </p:contentPart>
          </mc:Choice>
          <mc:Fallback>
            <p:pic>
              <p:nvPicPr>
                <p:cNvPr id="78" name="Ink 77">
                  <a:extLst>
                    <a:ext uri="{FF2B5EF4-FFF2-40B4-BE49-F238E27FC236}">
                      <a16:creationId xmlns:a16="http://schemas.microsoft.com/office/drawing/2014/main" id="{BD6E497E-9AF4-AA61-0157-5C0B835ABDB8}"/>
                    </a:ext>
                  </a:extLst>
                </p:cNvPr>
                <p:cNvPicPr/>
                <p:nvPr/>
              </p:nvPicPr>
              <p:blipFill>
                <a:blip r:embed="rId114"/>
                <a:stretch>
                  <a:fillRect/>
                </a:stretch>
              </p:blipFill>
              <p:spPr>
                <a:xfrm>
                  <a:off x="7923037" y="3864352"/>
                  <a:ext cx="197640" cy="70560"/>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79" name="Ink 78">
                  <a:extLst>
                    <a:ext uri="{FF2B5EF4-FFF2-40B4-BE49-F238E27FC236}">
                      <a16:creationId xmlns:a16="http://schemas.microsoft.com/office/drawing/2014/main" id="{7A8D06CF-4261-6A37-CACA-FF0723386358}"/>
                    </a:ext>
                  </a:extLst>
                </p14:cNvPr>
                <p14:cNvContentPartPr/>
                <p14:nvPr/>
              </p14:nvContentPartPr>
              <p14:xfrm>
                <a:off x="7973077" y="3827272"/>
                <a:ext cx="33120" cy="201240"/>
              </p14:xfrm>
            </p:contentPart>
          </mc:Choice>
          <mc:Fallback>
            <p:pic>
              <p:nvPicPr>
                <p:cNvPr id="79" name="Ink 78">
                  <a:extLst>
                    <a:ext uri="{FF2B5EF4-FFF2-40B4-BE49-F238E27FC236}">
                      <a16:creationId xmlns:a16="http://schemas.microsoft.com/office/drawing/2014/main" id="{7A8D06CF-4261-6A37-CACA-FF0723386358}"/>
                    </a:ext>
                  </a:extLst>
                </p:cNvPr>
                <p:cNvPicPr/>
                <p:nvPr/>
              </p:nvPicPr>
              <p:blipFill>
                <a:blip r:embed="rId116"/>
                <a:stretch>
                  <a:fillRect/>
                </a:stretch>
              </p:blipFill>
              <p:spPr>
                <a:xfrm>
                  <a:off x="7966957" y="3821152"/>
                  <a:ext cx="4536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80" name="Ink 79">
                  <a:extLst>
                    <a:ext uri="{FF2B5EF4-FFF2-40B4-BE49-F238E27FC236}">
                      <a16:creationId xmlns:a16="http://schemas.microsoft.com/office/drawing/2014/main" id="{63EE8542-B110-5128-B940-8ED086A27FC7}"/>
                    </a:ext>
                  </a:extLst>
                </p14:cNvPr>
                <p14:cNvContentPartPr/>
                <p14:nvPr/>
              </p14:nvContentPartPr>
              <p14:xfrm>
                <a:off x="8265397" y="3823312"/>
                <a:ext cx="230040" cy="181440"/>
              </p14:xfrm>
            </p:contentPart>
          </mc:Choice>
          <mc:Fallback>
            <p:pic>
              <p:nvPicPr>
                <p:cNvPr id="80" name="Ink 79">
                  <a:extLst>
                    <a:ext uri="{FF2B5EF4-FFF2-40B4-BE49-F238E27FC236}">
                      <a16:creationId xmlns:a16="http://schemas.microsoft.com/office/drawing/2014/main" id="{63EE8542-B110-5128-B940-8ED086A27FC7}"/>
                    </a:ext>
                  </a:extLst>
                </p:cNvPr>
                <p:cNvPicPr/>
                <p:nvPr/>
              </p:nvPicPr>
              <p:blipFill>
                <a:blip r:embed="rId118"/>
                <a:stretch>
                  <a:fillRect/>
                </a:stretch>
              </p:blipFill>
              <p:spPr>
                <a:xfrm>
                  <a:off x="8259277" y="3817192"/>
                  <a:ext cx="24228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82" name="Ink 81">
                  <a:extLst>
                    <a:ext uri="{FF2B5EF4-FFF2-40B4-BE49-F238E27FC236}">
                      <a16:creationId xmlns:a16="http://schemas.microsoft.com/office/drawing/2014/main" id="{0F49ACC0-CF40-70D0-286B-3804552F1372}"/>
                    </a:ext>
                  </a:extLst>
                </p14:cNvPr>
                <p14:cNvContentPartPr/>
                <p14:nvPr/>
              </p14:nvContentPartPr>
              <p14:xfrm>
                <a:off x="4673677" y="4751032"/>
                <a:ext cx="317520" cy="406440"/>
              </p14:xfrm>
            </p:contentPart>
          </mc:Choice>
          <mc:Fallback>
            <p:pic>
              <p:nvPicPr>
                <p:cNvPr id="82" name="Ink 81">
                  <a:extLst>
                    <a:ext uri="{FF2B5EF4-FFF2-40B4-BE49-F238E27FC236}">
                      <a16:creationId xmlns:a16="http://schemas.microsoft.com/office/drawing/2014/main" id="{0F49ACC0-CF40-70D0-286B-3804552F1372}"/>
                    </a:ext>
                  </a:extLst>
                </p:cNvPr>
                <p:cNvPicPr/>
                <p:nvPr/>
              </p:nvPicPr>
              <p:blipFill>
                <a:blip r:embed="rId120"/>
                <a:stretch>
                  <a:fillRect/>
                </a:stretch>
              </p:blipFill>
              <p:spPr>
                <a:xfrm>
                  <a:off x="4667557" y="4744912"/>
                  <a:ext cx="329760" cy="418680"/>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83" name="Ink 82">
                  <a:extLst>
                    <a:ext uri="{FF2B5EF4-FFF2-40B4-BE49-F238E27FC236}">
                      <a16:creationId xmlns:a16="http://schemas.microsoft.com/office/drawing/2014/main" id="{677F1C12-0E75-65BD-D408-4A47955FADB7}"/>
                    </a:ext>
                  </a:extLst>
                </p14:cNvPr>
                <p14:cNvContentPartPr/>
                <p14:nvPr/>
              </p14:nvContentPartPr>
              <p14:xfrm>
                <a:off x="5276317" y="4734112"/>
                <a:ext cx="331920" cy="47160"/>
              </p14:xfrm>
            </p:contentPart>
          </mc:Choice>
          <mc:Fallback>
            <p:pic>
              <p:nvPicPr>
                <p:cNvPr id="83" name="Ink 82">
                  <a:extLst>
                    <a:ext uri="{FF2B5EF4-FFF2-40B4-BE49-F238E27FC236}">
                      <a16:creationId xmlns:a16="http://schemas.microsoft.com/office/drawing/2014/main" id="{677F1C12-0E75-65BD-D408-4A47955FADB7}"/>
                    </a:ext>
                  </a:extLst>
                </p:cNvPr>
                <p:cNvPicPr/>
                <p:nvPr/>
              </p:nvPicPr>
              <p:blipFill>
                <a:blip r:embed="rId122"/>
                <a:stretch>
                  <a:fillRect/>
                </a:stretch>
              </p:blipFill>
              <p:spPr>
                <a:xfrm>
                  <a:off x="5270197" y="4727992"/>
                  <a:ext cx="34416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84" name="Ink 83">
                  <a:extLst>
                    <a:ext uri="{FF2B5EF4-FFF2-40B4-BE49-F238E27FC236}">
                      <a16:creationId xmlns:a16="http://schemas.microsoft.com/office/drawing/2014/main" id="{AC6CACEC-4887-9C64-A051-FC2355687C7F}"/>
                    </a:ext>
                  </a:extLst>
                </p14:cNvPr>
                <p14:cNvContentPartPr/>
                <p14:nvPr/>
              </p14:nvContentPartPr>
              <p14:xfrm>
                <a:off x="5333197" y="4830232"/>
                <a:ext cx="360720" cy="125640"/>
              </p14:xfrm>
            </p:contentPart>
          </mc:Choice>
          <mc:Fallback>
            <p:pic>
              <p:nvPicPr>
                <p:cNvPr id="84" name="Ink 83">
                  <a:extLst>
                    <a:ext uri="{FF2B5EF4-FFF2-40B4-BE49-F238E27FC236}">
                      <a16:creationId xmlns:a16="http://schemas.microsoft.com/office/drawing/2014/main" id="{AC6CACEC-4887-9C64-A051-FC2355687C7F}"/>
                    </a:ext>
                  </a:extLst>
                </p:cNvPr>
                <p:cNvPicPr/>
                <p:nvPr/>
              </p:nvPicPr>
              <p:blipFill>
                <a:blip r:embed="rId124"/>
                <a:stretch>
                  <a:fillRect/>
                </a:stretch>
              </p:blipFill>
              <p:spPr>
                <a:xfrm>
                  <a:off x="5327077" y="4824112"/>
                  <a:ext cx="37296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85" name="Ink 84">
                  <a:extLst>
                    <a:ext uri="{FF2B5EF4-FFF2-40B4-BE49-F238E27FC236}">
                      <a16:creationId xmlns:a16="http://schemas.microsoft.com/office/drawing/2014/main" id="{EDA60B4E-AECC-3FDC-42F5-0F54ED9BA24C}"/>
                    </a:ext>
                  </a:extLst>
                </p14:cNvPr>
                <p14:cNvContentPartPr/>
                <p14:nvPr/>
              </p14:nvContentPartPr>
              <p14:xfrm>
                <a:off x="5859157" y="4455472"/>
                <a:ext cx="439200" cy="354960"/>
              </p14:xfrm>
            </p:contentPart>
          </mc:Choice>
          <mc:Fallback>
            <p:pic>
              <p:nvPicPr>
                <p:cNvPr id="85" name="Ink 84">
                  <a:extLst>
                    <a:ext uri="{FF2B5EF4-FFF2-40B4-BE49-F238E27FC236}">
                      <a16:creationId xmlns:a16="http://schemas.microsoft.com/office/drawing/2014/main" id="{EDA60B4E-AECC-3FDC-42F5-0F54ED9BA24C}"/>
                    </a:ext>
                  </a:extLst>
                </p:cNvPr>
                <p:cNvPicPr/>
                <p:nvPr/>
              </p:nvPicPr>
              <p:blipFill>
                <a:blip r:embed="rId126"/>
                <a:stretch>
                  <a:fillRect/>
                </a:stretch>
              </p:blipFill>
              <p:spPr>
                <a:xfrm>
                  <a:off x="5853037" y="4449352"/>
                  <a:ext cx="451440" cy="367200"/>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86" name="Ink 85">
                  <a:extLst>
                    <a:ext uri="{FF2B5EF4-FFF2-40B4-BE49-F238E27FC236}">
                      <a16:creationId xmlns:a16="http://schemas.microsoft.com/office/drawing/2014/main" id="{AD30A029-C630-80E7-FA4A-02A92D5AC170}"/>
                    </a:ext>
                  </a:extLst>
                </p14:cNvPr>
                <p14:cNvContentPartPr/>
                <p14:nvPr/>
              </p14:nvContentPartPr>
              <p14:xfrm>
                <a:off x="6346597" y="4751032"/>
                <a:ext cx="18000" cy="241200"/>
              </p14:xfrm>
            </p:contentPart>
          </mc:Choice>
          <mc:Fallback>
            <p:pic>
              <p:nvPicPr>
                <p:cNvPr id="86" name="Ink 85">
                  <a:extLst>
                    <a:ext uri="{FF2B5EF4-FFF2-40B4-BE49-F238E27FC236}">
                      <a16:creationId xmlns:a16="http://schemas.microsoft.com/office/drawing/2014/main" id="{AD30A029-C630-80E7-FA4A-02A92D5AC170}"/>
                    </a:ext>
                  </a:extLst>
                </p:cNvPr>
                <p:cNvPicPr/>
                <p:nvPr/>
              </p:nvPicPr>
              <p:blipFill>
                <a:blip r:embed="rId128"/>
                <a:stretch>
                  <a:fillRect/>
                </a:stretch>
              </p:blipFill>
              <p:spPr>
                <a:xfrm>
                  <a:off x="6340477" y="4744912"/>
                  <a:ext cx="3024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87" name="Ink 86">
                  <a:extLst>
                    <a:ext uri="{FF2B5EF4-FFF2-40B4-BE49-F238E27FC236}">
                      <a16:creationId xmlns:a16="http://schemas.microsoft.com/office/drawing/2014/main" id="{3D40CF6C-14A8-F667-3AA7-8D29A1CFD180}"/>
                    </a:ext>
                  </a:extLst>
                </p14:cNvPr>
                <p14:cNvContentPartPr/>
                <p14:nvPr/>
              </p14:nvContentPartPr>
              <p14:xfrm>
                <a:off x="6509677" y="4492192"/>
                <a:ext cx="177840" cy="224640"/>
              </p14:xfrm>
            </p:contentPart>
          </mc:Choice>
          <mc:Fallback>
            <p:pic>
              <p:nvPicPr>
                <p:cNvPr id="87" name="Ink 86">
                  <a:extLst>
                    <a:ext uri="{FF2B5EF4-FFF2-40B4-BE49-F238E27FC236}">
                      <a16:creationId xmlns:a16="http://schemas.microsoft.com/office/drawing/2014/main" id="{3D40CF6C-14A8-F667-3AA7-8D29A1CFD180}"/>
                    </a:ext>
                  </a:extLst>
                </p:cNvPr>
                <p:cNvPicPr/>
                <p:nvPr/>
              </p:nvPicPr>
              <p:blipFill>
                <a:blip r:embed="rId130"/>
                <a:stretch>
                  <a:fillRect/>
                </a:stretch>
              </p:blipFill>
              <p:spPr>
                <a:xfrm>
                  <a:off x="6503557" y="4486072"/>
                  <a:ext cx="190080" cy="236880"/>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88" name="Ink 87">
                  <a:extLst>
                    <a:ext uri="{FF2B5EF4-FFF2-40B4-BE49-F238E27FC236}">
                      <a16:creationId xmlns:a16="http://schemas.microsoft.com/office/drawing/2014/main" id="{E538EDA3-B06E-0598-40E1-8ED7C002D9D4}"/>
                    </a:ext>
                  </a:extLst>
                </p14:cNvPr>
                <p14:cNvContentPartPr/>
                <p14:nvPr/>
              </p14:nvContentPartPr>
              <p14:xfrm>
                <a:off x="6517237" y="4482832"/>
                <a:ext cx="199080" cy="214200"/>
              </p14:xfrm>
            </p:contentPart>
          </mc:Choice>
          <mc:Fallback>
            <p:pic>
              <p:nvPicPr>
                <p:cNvPr id="88" name="Ink 87">
                  <a:extLst>
                    <a:ext uri="{FF2B5EF4-FFF2-40B4-BE49-F238E27FC236}">
                      <a16:creationId xmlns:a16="http://schemas.microsoft.com/office/drawing/2014/main" id="{E538EDA3-B06E-0598-40E1-8ED7C002D9D4}"/>
                    </a:ext>
                  </a:extLst>
                </p:cNvPr>
                <p:cNvPicPr/>
                <p:nvPr/>
              </p:nvPicPr>
              <p:blipFill>
                <a:blip r:embed="rId132"/>
                <a:stretch>
                  <a:fillRect/>
                </a:stretch>
              </p:blipFill>
              <p:spPr>
                <a:xfrm>
                  <a:off x="6511117" y="4476712"/>
                  <a:ext cx="21132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89" name="Ink 88">
                  <a:extLst>
                    <a:ext uri="{FF2B5EF4-FFF2-40B4-BE49-F238E27FC236}">
                      <a16:creationId xmlns:a16="http://schemas.microsoft.com/office/drawing/2014/main" id="{075C1A61-D669-A454-A11E-4CB824B56F4D}"/>
                    </a:ext>
                  </a:extLst>
                </p14:cNvPr>
                <p14:cNvContentPartPr/>
                <p14:nvPr/>
              </p14:nvContentPartPr>
              <p14:xfrm>
                <a:off x="6792637" y="4744552"/>
                <a:ext cx="59040" cy="303840"/>
              </p14:xfrm>
            </p:contentPart>
          </mc:Choice>
          <mc:Fallback>
            <p:pic>
              <p:nvPicPr>
                <p:cNvPr id="89" name="Ink 88">
                  <a:extLst>
                    <a:ext uri="{FF2B5EF4-FFF2-40B4-BE49-F238E27FC236}">
                      <a16:creationId xmlns:a16="http://schemas.microsoft.com/office/drawing/2014/main" id="{075C1A61-D669-A454-A11E-4CB824B56F4D}"/>
                    </a:ext>
                  </a:extLst>
                </p:cNvPr>
                <p:cNvPicPr/>
                <p:nvPr/>
              </p:nvPicPr>
              <p:blipFill>
                <a:blip r:embed="rId134"/>
                <a:stretch>
                  <a:fillRect/>
                </a:stretch>
              </p:blipFill>
              <p:spPr>
                <a:xfrm>
                  <a:off x="6786517" y="4738432"/>
                  <a:ext cx="71280" cy="316080"/>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90" name="Ink 89">
                  <a:extLst>
                    <a:ext uri="{FF2B5EF4-FFF2-40B4-BE49-F238E27FC236}">
                      <a16:creationId xmlns:a16="http://schemas.microsoft.com/office/drawing/2014/main" id="{040BDCE9-4A69-EA31-765F-2D7646F18810}"/>
                    </a:ext>
                  </a:extLst>
                </p14:cNvPr>
                <p14:cNvContentPartPr/>
                <p14:nvPr/>
              </p14:nvContentPartPr>
              <p14:xfrm>
                <a:off x="7028077" y="4529632"/>
                <a:ext cx="244080" cy="51840"/>
              </p14:xfrm>
            </p:contentPart>
          </mc:Choice>
          <mc:Fallback>
            <p:pic>
              <p:nvPicPr>
                <p:cNvPr id="90" name="Ink 89">
                  <a:extLst>
                    <a:ext uri="{FF2B5EF4-FFF2-40B4-BE49-F238E27FC236}">
                      <a16:creationId xmlns:a16="http://schemas.microsoft.com/office/drawing/2014/main" id="{040BDCE9-4A69-EA31-765F-2D7646F18810}"/>
                    </a:ext>
                  </a:extLst>
                </p:cNvPr>
                <p:cNvPicPr/>
                <p:nvPr/>
              </p:nvPicPr>
              <p:blipFill>
                <a:blip r:embed="rId136"/>
                <a:stretch>
                  <a:fillRect/>
                </a:stretch>
              </p:blipFill>
              <p:spPr>
                <a:xfrm>
                  <a:off x="7021957" y="4523512"/>
                  <a:ext cx="256320" cy="64080"/>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91" name="Ink 90">
                  <a:extLst>
                    <a:ext uri="{FF2B5EF4-FFF2-40B4-BE49-F238E27FC236}">
                      <a16:creationId xmlns:a16="http://schemas.microsoft.com/office/drawing/2014/main" id="{CA4EF938-CBD1-FFEC-864F-030EF592452A}"/>
                    </a:ext>
                  </a:extLst>
                </p14:cNvPr>
                <p14:cNvContentPartPr/>
                <p14:nvPr/>
              </p14:nvContentPartPr>
              <p14:xfrm>
                <a:off x="7131757" y="4420192"/>
                <a:ext cx="63000" cy="300960"/>
              </p14:xfrm>
            </p:contentPart>
          </mc:Choice>
          <mc:Fallback>
            <p:pic>
              <p:nvPicPr>
                <p:cNvPr id="91" name="Ink 90">
                  <a:extLst>
                    <a:ext uri="{FF2B5EF4-FFF2-40B4-BE49-F238E27FC236}">
                      <a16:creationId xmlns:a16="http://schemas.microsoft.com/office/drawing/2014/main" id="{CA4EF938-CBD1-FFEC-864F-030EF592452A}"/>
                    </a:ext>
                  </a:extLst>
                </p:cNvPr>
                <p:cNvPicPr/>
                <p:nvPr/>
              </p:nvPicPr>
              <p:blipFill>
                <a:blip r:embed="rId138"/>
                <a:stretch>
                  <a:fillRect/>
                </a:stretch>
              </p:blipFill>
              <p:spPr>
                <a:xfrm>
                  <a:off x="7125637" y="4414072"/>
                  <a:ext cx="75240" cy="313200"/>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92" name="Ink 91">
                  <a:extLst>
                    <a:ext uri="{FF2B5EF4-FFF2-40B4-BE49-F238E27FC236}">
                      <a16:creationId xmlns:a16="http://schemas.microsoft.com/office/drawing/2014/main" id="{87978429-1131-AA1A-C551-1AC87048AA4A}"/>
                    </a:ext>
                  </a:extLst>
                </p14:cNvPr>
                <p14:cNvContentPartPr/>
                <p14:nvPr/>
              </p14:nvContentPartPr>
              <p14:xfrm>
                <a:off x="7375477" y="4316512"/>
                <a:ext cx="336240" cy="357840"/>
              </p14:xfrm>
            </p:contentPart>
          </mc:Choice>
          <mc:Fallback>
            <p:pic>
              <p:nvPicPr>
                <p:cNvPr id="92" name="Ink 91">
                  <a:extLst>
                    <a:ext uri="{FF2B5EF4-FFF2-40B4-BE49-F238E27FC236}">
                      <a16:creationId xmlns:a16="http://schemas.microsoft.com/office/drawing/2014/main" id="{87978429-1131-AA1A-C551-1AC87048AA4A}"/>
                    </a:ext>
                  </a:extLst>
                </p:cNvPr>
                <p:cNvPicPr/>
                <p:nvPr/>
              </p:nvPicPr>
              <p:blipFill>
                <a:blip r:embed="rId140"/>
                <a:stretch>
                  <a:fillRect/>
                </a:stretch>
              </p:blipFill>
              <p:spPr>
                <a:xfrm>
                  <a:off x="7369357" y="4310392"/>
                  <a:ext cx="348480" cy="370080"/>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93" name="Ink 92">
                  <a:extLst>
                    <a:ext uri="{FF2B5EF4-FFF2-40B4-BE49-F238E27FC236}">
                      <a16:creationId xmlns:a16="http://schemas.microsoft.com/office/drawing/2014/main" id="{CFA58665-35CC-96BA-0C94-1C1ED59EAEE1}"/>
                    </a:ext>
                  </a:extLst>
                </p14:cNvPr>
                <p14:cNvContentPartPr/>
                <p14:nvPr/>
              </p14:nvContentPartPr>
              <p14:xfrm>
                <a:off x="7678597" y="4621072"/>
                <a:ext cx="237960" cy="161280"/>
              </p14:xfrm>
            </p:contentPart>
          </mc:Choice>
          <mc:Fallback>
            <p:pic>
              <p:nvPicPr>
                <p:cNvPr id="93" name="Ink 92">
                  <a:extLst>
                    <a:ext uri="{FF2B5EF4-FFF2-40B4-BE49-F238E27FC236}">
                      <a16:creationId xmlns:a16="http://schemas.microsoft.com/office/drawing/2014/main" id="{CFA58665-35CC-96BA-0C94-1C1ED59EAEE1}"/>
                    </a:ext>
                  </a:extLst>
                </p:cNvPr>
                <p:cNvPicPr/>
                <p:nvPr/>
              </p:nvPicPr>
              <p:blipFill>
                <a:blip r:embed="rId142"/>
                <a:stretch>
                  <a:fillRect/>
                </a:stretch>
              </p:blipFill>
              <p:spPr>
                <a:xfrm>
                  <a:off x="7672477" y="4614952"/>
                  <a:ext cx="250200" cy="173520"/>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95" name="Ink 94">
                  <a:extLst>
                    <a:ext uri="{FF2B5EF4-FFF2-40B4-BE49-F238E27FC236}">
                      <a16:creationId xmlns:a16="http://schemas.microsoft.com/office/drawing/2014/main" id="{57C23439-D091-0821-5906-876491A9579E}"/>
                    </a:ext>
                  </a:extLst>
                </p14:cNvPr>
                <p14:cNvContentPartPr/>
                <p14:nvPr/>
              </p14:nvContentPartPr>
              <p14:xfrm>
                <a:off x="7906837" y="4350352"/>
                <a:ext cx="305640" cy="307440"/>
              </p14:xfrm>
            </p:contentPart>
          </mc:Choice>
          <mc:Fallback>
            <p:pic>
              <p:nvPicPr>
                <p:cNvPr id="95" name="Ink 94">
                  <a:extLst>
                    <a:ext uri="{FF2B5EF4-FFF2-40B4-BE49-F238E27FC236}">
                      <a16:creationId xmlns:a16="http://schemas.microsoft.com/office/drawing/2014/main" id="{57C23439-D091-0821-5906-876491A9579E}"/>
                    </a:ext>
                  </a:extLst>
                </p:cNvPr>
                <p:cNvPicPr/>
                <p:nvPr/>
              </p:nvPicPr>
              <p:blipFill>
                <a:blip r:embed="rId144"/>
                <a:stretch>
                  <a:fillRect/>
                </a:stretch>
              </p:blipFill>
              <p:spPr>
                <a:xfrm>
                  <a:off x="7900717" y="4344232"/>
                  <a:ext cx="317880" cy="319680"/>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96" name="Ink 95">
                  <a:extLst>
                    <a:ext uri="{FF2B5EF4-FFF2-40B4-BE49-F238E27FC236}">
                      <a16:creationId xmlns:a16="http://schemas.microsoft.com/office/drawing/2014/main" id="{95D4765B-758E-858D-809A-1837B38B1815}"/>
                    </a:ext>
                  </a:extLst>
                </p14:cNvPr>
                <p14:cNvContentPartPr/>
                <p14:nvPr/>
              </p14:nvContentPartPr>
              <p14:xfrm>
                <a:off x="7947877" y="4384912"/>
                <a:ext cx="209520" cy="240480"/>
              </p14:xfrm>
            </p:contentPart>
          </mc:Choice>
          <mc:Fallback>
            <p:pic>
              <p:nvPicPr>
                <p:cNvPr id="96" name="Ink 95">
                  <a:extLst>
                    <a:ext uri="{FF2B5EF4-FFF2-40B4-BE49-F238E27FC236}">
                      <a16:creationId xmlns:a16="http://schemas.microsoft.com/office/drawing/2014/main" id="{95D4765B-758E-858D-809A-1837B38B1815}"/>
                    </a:ext>
                  </a:extLst>
                </p:cNvPr>
                <p:cNvPicPr/>
                <p:nvPr/>
              </p:nvPicPr>
              <p:blipFill>
                <a:blip r:embed="rId146"/>
                <a:stretch>
                  <a:fillRect/>
                </a:stretch>
              </p:blipFill>
              <p:spPr>
                <a:xfrm>
                  <a:off x="7941757" y="4378792"/>
                  <a:ext cx="221760" cy="252720"/>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97" name="Ink 96">
                  <a:extLst>
                    <a:ext uri="{FF2B5EF4-FFF2-40B4-BE49-F238E27FC236}">
                      <a16:creationId xmlns:a16="http://schemas.microsoft.com/office/drawing/2014/main" id="{A3EBF70C-43DE-895B-6C1B-90F25604CFCC}"/>
                    </a:ext>
                  </a:extLst>
                </p14:cNvPr>
                <p14:cNvContentPartPr/>
                <p14:nvPr/>
              </p14:nvContentPartPr>
              <p14:xfrm>
                <a:off x="8194477" y="4621072"/>
                <a:ext cx="300240" cy="122760"/>
              </p14:xfrm>
            </p:contentPart>
          </mc:Choice>
          <mc:Fallback>
            <p:pic>
              <p:nvPicPr>
                <p:cNvPr id="97" name="Ink 96">
                  <a:extLst>
                    <a:ext uri="{FF2B5EF4-FFF2-40B4-BE49-F238E27FC236}">
                      <a16:creationId xmlns:a16="http://schemas.microsoft.com/office/drawing/2014/main" id="{A3EBF70C-43DE-895B-6C1B-90F25604CFCC}"/>
                    </a:ext>
                  </a:extLst>
                </p:cNvPr>
                <p:cNvPicPr/>
                <p:nvPr/>
              </p:nvPicPr>
              <p:blipFill>
                <a:blip r:embed="rId148"/>
                <a:stretch>
                  <a:fillRect/>
                </a:stretch>
              </p:blipFill>
              <p:spPr>
                <a:xfrm>
                  <a:off x="8188357" y="4614952"/>
                  <a:ext cx="31248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98" name="Ink 97">
                  <a:extLst>
                    <a:ext uri="{FF2B5EF4-FFF2-40B4-BE49-F238E27FC236}">
                      <a16:creationId xmlns:a16="http://schemas.microsoft.com/office/drawing/2014/main" id="{6E36E63C-DF6A-38C6-EF9D-E6DB9D07420A}"/>
                    </a:ext>
                  </a:extLst>
                </p14:cNvPr>
                <p14:cNvContentPartPr/>
                <p14:nvPr/>
              </p14:nvContentPartPr>
              <p14:xfrm>
                <a:off x="8306437" y="4216432"/>
                <a:ext cx="228240" cy="113040"/>
              </p14:xfrm>
            </p:contentPart>
          </mc:Choice>
          <mc:Fallback>
            <p:pic>
              <p:nvPicPr>
                <p:cNvPr id="98" name="Ink 97">
                  <a:extLst>
                    <a:ext uri="{FF2B5EF4-FFF2-40B4-BE49-F238E27FC236}">
                      <a16:creationId xmlns:a16="http://schemas.microsoft.com/office/drawing/2014/main" id="{6E36E63C-DF6A-38C6-EF9D-E6DB9D07420A}"/>
                    </a:ext>
                  </a:extLst>
                </p:cNvPr>
                <p:cNvPicPr/>
                <p:nvPr/>
              </p:nvPicPr>
              <p:blipFill>
                <a:blip r:embed="rId150"/>
                <a:stretch>
                  <a:fillRect/>
                </a:stretch>
              </p:blipFill>
              <p:spPr>
                <a:xfrm>
                  <a:off x="8300317" y="4210312"/>
                  <a:ext cx="24048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99" name="Ink 98">
                  <a:extLst>
                    <a:ext uri="{FF2B5EF4-FFF2-40B4-BE49-F238E27FC236}">
                      <a16:creationId xmlns:a16="http://schemas.microsoft.com/office/drawing/2014/main" id="{7DF764DD-BDE5-B886-5C53-5161A2AF7CBA}"/>
                    </a:ext>
                  </a:extLst>
                </p14:cNvPr>
                <p14:cNvContentPartPr/>
                <p14:nvPr/>
              </p14:nvContentPartPr>
              <p14:xfrm>
                <a:off x="8589397" y="4438192"/>
                <a:ext cx="199440" cy="31320"/>
              </p14:xfrm>
            </p:contentPart>
          </mc:Choice>
          <mc:Fallback>
            <p:pic>
              <p:nvPicPr>
                <p:cNvPr id="99" name="Ink 98">
                  <a:extLst>
                    <a:ext uri="{FF2B5EF4-FFF2-40B4-BE49-F238E27FC236}">
                      <a16:creationId xmlns:a16="http://schemas.microsoft.com/office/drawing/2014/main" id="{7DF764DD-BDE5-B886-5C53-5161A2AF7CBA}"/>
                    </a:ext>
                  </a:extLst>
                </p:cNvPr>
                <p:cNvPicPr/>
                <p:nvPr/>
              </p:nvPicPr>
              <p:blipFill>
                <a:blip r:embed="rId152"/>
                <a:stretch>
                  <a:fillRect/>
                </a:stretch>
              </p:blipFill>
              <p:spPr>
                <a:xfrm>
                  <a:off x="8583277" y="4432072"/>
                  <a:ext cx="211680" cy="43560"/>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100" name="Ink 99">
                  <a:extLst>
                    <a:ext uri="{FF2B5EF4-FFF2-40B4-BE49-F238E27FC236}">
                      <a16:creationId xmlns:a16="http://schemas.microsoft.com/office/drawing/2014/main" id="{B6A55C4C-3853-4522-F88C-FEDC44B57B6E}"/>
                    </a:ext>
                  </a:extLst>
                </p14:cNvPr>
                <p14:cNvContentPartPr/>
                <p14:nvPr/>
              </p14:nvContentPartPr>
              <p14:xfrm>
                <a:off x="8685517" y="4325152"/>
                <a:ext cx="90000" cy="380520"/>
              </p14:xfrm>
            </p:contentPart>
          </mc:Choice>
          <mc:Fallback>
            <p:pic>
              <p:nvPicPr>
                <p:cNvPr id="100" name="Ink 99">
                  <a:extLst>
                    <a:ext uri="{FF2B5EF4-FFF2-40B4-BE49-F238E27FC236}">
                      <a16:creationId xmlns:a16="http://schemas.microsoft.com/office/drawing/2014/main" id="{B6A55C4C-3853-4522-F88C-FEDC44B57B6E}"/>
                    </a:ext>
                  </a:extLst>
                </p:cNvPr>
                <p:cNvPicPr/>
                <p:nvPr/>
              </p:nvPicPr>
              <p:blipFill>
                <a:blip r:embed="rId154"/>
                <a:stretch>
                  <a:fillRect/>
                </a:stretch>
              </p:blipFill>
              <p:spPr>
                <a:xfrm>
                  <a:off x="8679397" y="4319032"/>
                  <a:ext cx="102240" cy="392760"/>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101" name="Ink 100">
                  <a:extLst>
                    <a:ext uri="{FF2B5EF4-FFF2-40B4-BE49-F238E27FC236}">
                      <a16:creationId xmlns:a16="http://schemas.microsoft.com/office/drawing/2014/main" id="{9849ED51-E657-2961-70A2-F975871BCC86}"/>
                    </a:ext>
                  </a:extLst>
                </p14:cNvPr>
                <p14:cNvContentPartPr/>
                <p14:nvPr/>
              </p14:nvContentPartPr>
              <p14:xfrm>
                <a:off x="8872717" y="4475272"/>
                <a:ext cx="261360" cy="188640"/>
              </p14:xfrm>
            </p:contentPart>
          </mc:Choice>
          <mc:Fallback>
            <p:pic>
              <p:nvPicPr>
                <p:cNvPr id="101" name="Ink 100">
                  <a:extLst>
                    <a:ext uri="{FF2B5EF4-FFF2-40B4-BE49-F238E27FC236}">
                      <a16:creationId xmlns:a16="http://schemas.microsoft.com/office/drawing/2014/main" id="{9849ED51-E657-2961-70A2-F975871BCC86}"/>
                    </a:ext>
                  </a:extLst>
                </p:cNvPr>
                <p:cNvPicPr/>
                <p:nvPr/>
              </p:nvPicPr>
              <p:blipFill>
                <a:blip r:embed="rId156"/>
                <a:stretch>
                  <a:fillRect/>
                </a:stretch>
              </p:blipFill>
              <p:spPr>
                <a:xfrm>
                  <a:off x="8866597" y="4469152"/>
                  <a:ext cx="273600" cy="200880"/>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104" name="Ink 103">
                  <a:extLst>
                    <a:ext uri="{FF2B5EF4-FFF2-40B4-BE49-F238E27FC236}">
                      <a16:creationId xmlns:a16="http://schemas.microsoft.com/office/drawing/2014/main" id="{E9701515-8203-E590-C32C-ABEE758751AD}"/>
                    </a:ext>
                  </a:extLst>
                </p14:cNvPr>
                <p14:cNvContentPartPr/>
                <p14:nvPr/>
              </p14:nvContentPartPr>
              <p14:xfrm>
                <a:off x="2104357" y="3477352"/>
                <a:ext cx="451800" cy="509040"/>
              </p14:xfrm>
            </p:contentPart>
          </mc:Choice>
          <mc:Fallback>
            <p:pic>
              <p:nvPicPr>
                <p:cNvPr id="104" name="Ink 103">
                  <a:extLst>
                    <a:ext uri="{FF2B5EF4-FFF2-40B4-BE49-F238E27FC236}">
                      <a16:creationId xmlns:a16="http://schemas.microsoft.com/office/drawing/2014/main" id="{E9701515-8203-E590-C32C-ABEE758751AD}"/>
                    </a:ext>
                  </a:extLst>
                </p:cNvPr>
                <p:cNvPicPr/>
                <p:nvPr/>
              </p:nvPicPr>
              <p:blipFill>
                <a:blip r:embed="rId158"/>
                <a:stretch>
                  <a:fillRect/>
                </a:stretch>
              </p:blipFill>
              <p:spPr>
                <a:xfrm>
                  <a:off x="2098237" y="3471232"/>
                  <a:ext cx="464040" cy="521280"/>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105" name="Ink 104">
                  <a:extLst>
                    <a:ext uri="{FF2B5EF4-FFF2-40B4-BE49-F238E27FC236}">
                      <a16:creationId xmlns:a16="http://schemas.microsoft.com/office/drawing/2014/main" id="{24EA3A4A-3E69-D253-B80C-F38D342DC656}"/>
                    </a:ext>
                  </a:extLst>
                </p14:cNvPr>
                <p14:cNvContentPartPr/>
                <p14:nvPr/>
              </p14:nvContentPartPr>
              <p14:xfrm>
                <a:off x="2399557" y="3824752"/>
                <a:ext cx="128880" cy="127080"/>
              </p14:xfrm>
            </p:contentPart>
          </mc:Choice>
          <mc:Fallback>
            <p:pic>
              <p:nvPicPr>
                <p:cNvPr id="105" name="Ink 104">
                  <a:extLst>
                    <a:ext uri="{FF2B5EF4-FFF2-40B4-BE49-F238E27FC236}">
                      <a16:creationId xmlns:a16="http://schemas.microsoft.com/office/drawing/2014/main" id="{24EA3A4A-3E69-D253-B80C-F38D342DC656}"/>
                    </a:ext>
                  </a:extLst>
                </p:cNvPr>
                <p:cNvPicPr/>
                <p:nvPr/>
              </p:nvPicPr>
              <p:blipFill>
                <a:blip r:embed="rId160"/>
                <a:stretch>
                  <a:fillRect/>
                </a:stretch>
              </p:blipFill>
              <p:spPr>
                <a:xfrm>
                  <a:off x="2393437" y="3818632"/>
                  <a:ext cx="14112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106" name="Ink 105">
                  <a:extLst>
                    <a:ext uri="{FF2B5EF4-FFF2-40B4-BE49-F238E27FC236}">
                      <a16:creationId xmlns:a16="http://schemas.microsoft.com/office/drawing/2014/main" id="{FB4C411F-ADA7-A665-B563-447978C7B8D5}"/>
                    </a:ext>
                  </a:extLst>
                </p14:cNvPr>
                <p14:cNvContentPartPr/>
                <p14:nvPr/>
              </p14:nvContentPartPr>
              <p14:xfrm>
                <a:off x="2574157" y="3481312"/>
                <a:ext cx="106560" cy="452160"/>
              </p14:xfrm>
            </p:contentPart>
          </mc:Choice>
          <mc:Fallback>
            <p:pic>
              <p:nvPicPr>
                <p:cNvPr id="106" name="Ink 105">
                  <a:extLst>
                    <a:ext uri="{FF2B5EF4-FFF2-40B4-BE49-F238E27FC236}">
                      <a16:creationId xmlns:a16="http://schemas.microsoft.com/office/drawing/2014/main" id="{FB4C411F-ADA7-A665-B563-447978C7B8D5}"/>
                    </a:ext>
                  </a:extLst>
                </p:cNvPr>
                <p:cNvPicPr/>
                <p:nvPr/>
              </p:nvPicPr>
              <p:blipFill>
                <a:blip r:embed="rId162"/>
                <a:stretch>
                  <a:fillRect/>
                </a:stretch>
              </p:blipFill>
              <p:spPr>
                <a:xfrm>
                  <a:off x="2568037" y="3475192"/>
                  <a:ext cx="118800" cy="464400"/>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107" name="Ink 106">
                  <a:extLst>
                    <a:ext uri="{FF2B5EF4-FFF2-40B4-BE49-F238E27FC236}">
                      <a16:creationId xmlns:a16="http://schemas.microsoft.com/office/drawing/2014/main" id="{108B4D3C-1F98-6B49-652F-20D0E8E72944}"/>
                    </a:ext>
                  </a:extLst>
                </p14:cNvPr>
                <p14:cNvContentPartPr/>
                <p14:nvPr/>
              </p14:nvContentPartPr>
              <p14:xfrm>
                <a:off x="2539237" y="3813232"/>
                <a:ext cx="398880" cy="479520"/>
              </p14:xfrm>
            </p:contentPart>
          </mc:Choice>
          <mc:Fallback>
            <p:pic>
              <p:nvPicPr>
                <p:cNvPr id="107" name="Ink 106">
                  <a:extLst>
                    <a:ext uri="{FF2B5EF4-FFF2-40B4-BE49-F238E27FC236}">
                      <a16:creationId xmlns:a16="http://schemas.microsoft.com/office/drawing/2014/main" id="{108B4D3C-1F98-6B49-652F-20D0E8E72944}"/>
                    </a:ext>
                  </a:extLst>
                </p:cNvPr>
                <p:cNvPicPr/>
                <p:nvPr/>
              </p:nvPicPr>
              <p:blipFill>
                <a:blip r:embed="rId164"/>
                <a:stretch>
                  <a:fillRect/>
                </a:stretch>
              </p:blipFill>
              <p:spPr>
                <a:xfrm>
                  <a:off x="2533117" y="3807112"/>
                  <a:ext cx="411120" cy="491760"/>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108" name="Ink 107">
                  <a:extLst>
                    <a:ext uri="{FF2B5EF4-FFF2-40B4-BE49-F238E27FC236}">
                      <a16:creationId xmlns:a16="http://schemas.microsoft.com/office/drawing/2014/main" id="{A4153FB1-A26E-3021-45D4-1FDE50CF3909}"/>
                    </a:ext>
                  </a:extLst>
                </p14:cNvPr>
                <p14:cNvContentPartPr/>
                <p14:nvPr/>
              </p14:nvContentPartPr>
              <p14:xfrm>
                <a:off x="3130357" y="3799552"/>
                <a:ext cx="192600" cy="64800"/>
              </p14:xfrm>
            </p:contentPart>
          </mc:Choice>
          <mc:Fallback>
            <p:pic>
              <p:nvPicPr>
                <p:cNvPr id="108" name="Ink 107">
                  <a:extLst>
                    <a:ext uri="{FF2B5EF4-FFF2-40B4-BE49-F238E27FC236}">
                      <a16:creationId xmlns:a16="http://schemas.microsoft.com/office/drawing/2014/main" id="{A4153FB1-A26E-3021-45D4-1FDE50CF3909}"/>
                    </a:ext>
                  </a:extLst>
                </p:cNvPr>
                <p:cNvPicPr/>
                <p:nvPr/>
              </p:nvPicPr>
              <p:blipFill>
                <a:blip r:embed="rId166"/>
                <a:stretch>
                  <a:fillRect/>
                </a:stretch>
              </p:blipFill>
              <p:spPr>
                <a:xfrm>
                  <a:off x="3124237" y="3793432"/>
                  <a:ext cx="204840" cy="77040"/>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109" name="Ink 108">
                  <a:extLst>
                    <a:ext uri="{FF2B5EF4-FFF2-40B4-BE49-F238E27FC236}">
                      <a16:creationId xmlns:a16="http://schemas.microsoft.com/office/drawing/2014/main" id="{48376AB0-84C0-2BCE-F8DF-02DA0C8C131A}"/>
                    </a:ext>
                  </a:extLst>
                </p14:cNvPr>
                <p14:cNvContentPartPr/>
                <p14:nvPr/>
              </p14:nvContentPartPr>
              <p14:xfrm>
                <a:off x="3484597" y="3592912"/>
                <a:ext cx="235080" cy="286920"/>
              </p14:xfrm>
            </p:contentPart>
          </mc:Choice>
          <mc:Fallback>
            <p:pic>
              <p:nvPicPr>
                <p:cNvPr id="109" name="Ink 108">
                  <a:extLst>
                    <a:ext uri="{FF2B5EF4-FFF2-40B4-BE49-F238E27FC236}">
                      <a16:creationId xmlns:a16="http://schemas.microsoft.com/office/drawing/2014/main" id="{48376AB0-84C0-2BCE-F8DF-02DA0C8C131A}"/>
                    </a:ext>
                  </a:extLst>
                </p:cNvPr>
                <p:cNvPicPr/>
                <p:nvPr/>
              </p:nvPicPr>
              <p:blipFill>
                <a:blip r:embed="rId168"/>
                <a:stretch>
                  <a:fillRect/>
                </a:stretch>
              </p:blipFill>
              <p:spPr>
                <a:xfrm>
                  <a:off x="3478477" y="3586792"/>
                  <a:ext cx="247320" cy="299160"/>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110" name="Ink 109">
                  <a:extLst>
                    <a:ext uri="{FF2B5EF4-FFF2-40B4-BE49-F238E27FC236}">
                      <a16:creationId xmlns:a16="http://schemas.microsoft.com/office/drawing/2014/main" id="{6ED1D331-F4E4-EC71-2548-9E00B2ED9B6D}"/>
                    </a:ext>
                  </a:extLst>
                </p14:cNvPr>
                <p14:cNvContentPartPr/>
                <p14:nvPr/>
              </p14:nvContentPartPr>
              <p14:xfrm>
                <a:off x="3772957" y="3617392"/>
                <a:ext cx="152640" cy="232200"/>
              </p14:xfrm>
            </p:contentPart>
          </mc:Choice>
          <mc:Fallback>
            <p:pic>
              <p:nvPicPr>
                <p:cNvPr id="110" name="Ink 109">
                  <a:extLst>
                    <a:ext uri="{FF2B5EF4-FFF2-40B4-BE49-F238E27FC236}">
                      <a16:creationId xmlns:a16="http://schemas.microsoft.com/office/drawing/2014/main" id="{6ED1D331-F4E4-EC71-2548-9E00B2ED9B6D}"/>
                    </a:ext>
                  </a:extLst>
                </p:cNvPr>
                <p:cNvPicPr/>
                <p:nvPr/>
              </p:nvPicPr>
              <p:blipFill>
                <a:blip r:embed="rId170"/>
                <a:stretch>
                  <a:fillRect/>
                </a:stretch>
              </p:blipFill>
              <p:spPr>
                <a:xfrm>
                  <a:off x="3766837" y="3611272"/>
                  <a:ext cx="164880" cy="244440"/>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111" name="Ink 110">
                  <a:extLst>
                    <a:ext uri="{FF2B5EF4-FFF2-40B4-BE49-F238E27FC236}">
                      <a16:creationId xmlns:a16="http://schemas.microsoft.com/office/drawing/2014/main" id="{A37FBCD7-F39E-0639-B18E-A9096DBF8F5C}"/>
                    </a:ext>
                  </a:extLst>
                </p14:cNvPr>
                <p14:cNvContentPartPr/>
                <p14:nvPr/>
              </p14:nvContentPartPr>
              <p14:xfrm>
                <a:off x="3961957" y="3341992"/>
                <a:ext cx="649080" cy="504720"/>
              </p14:xfrm>
            </p:contentPart>
          </mc:Choice>
          <mc:Fallback>
            <p:pic>
              <p:nvPicPr>
                <p:cNvPr id="111" name="Ink 110">
                  <a:extLst>
                    <a:ext uri="{FF2B5EF4-FFF2-40B4-BE49-F238E27FC236}">
                      <a16:creationId xmlns:a16="http://schemas.microsoft.com/office/drawing/2014/main" id="{A37FBCD7-F39E-0639-B18E-A9096DBF8F5C}"/>
                    </a:ext>
                  </a:extLst>
                </p:cNvPr>
                <p:cNvPicPr/>
                <p:nvPr/>
              </p:nvPicPr>
              <p:blipFill>
                <a:blip r:embed="rId172"/>
                <a:stretch>
                  <a:fillRect/>
                </a:stretch>
              </p:blipFill>
              <p:spPr>
                <a:xfrm>
                  <a:off x="3955837" y="3335872"/>
                  <a:ext cx="661320" cy="516960"/>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112" name="Ink 111">
                  <a:extLst>
                    <a:ext uri="{FF2B5EF4-FFF2-40B4-BE49-F238E27FC236}">
                      <a16:creationId xmlns:a16="http://schemas.microsoft.com/office/drawing/2014/main" id="{966F5347-29D4-1D40-FB02-CC1812B24841}"/>
                    </a:ext>
                  </a:extLst>
                </p14:cNvPr>
                <p14:cNvContentPartPr/>
                <p14:nvPr/>
              </p14:nvContentPartPr>
              <p14:xfrm>
                <a:off x="4757917" y="3517312"/>
                <a:ext cx="20880" cy="217080"/>
              </p14:xfrm>
            </p:contentPart>
          </mc:Choice>
          <mc:Fallback>
            <p:pic>
              <p:nvPicPr>
                <p:cNvPr id="112" name="Ink 111">
                  <a:extLst>
                    <a:ext uri="{FF2B5EF4-FFF2-40B4-BE49-F238E27FC236}">
                      <a16:creationId xmlns:a16="http://schemas.microsoft.com/office/drawing/2014/main" id="{966F5347-29D4-1D40-FB02-CC1812B24841}"/>
                    </a:ext>
                  </a:extLst>
                </p:cNvPr>
                <p:cNvPicPr/>
                <p:nvPr/>
              </p:nvPicPr>
              <p:blipFill>
                <a:blip r:embed="rId174"/>
                <a:stretch>
                  <a:fillRect/>
                </a:stretch>
              </p:blipFill>
              <p:spPr>
                <a:xfrm>
                  <a:off x="4751797" y="3511192"/>
                  <a:ext cx="3312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113" name="Ink 112">
                  <a:extLst>
                    <a:ext uri="{FF2B5EF4-FFF2-40B4-BE49-F238E27FC236}">
                      <a16:creationId xmlns:a16="http://schemas.microsoft.com/office/drawing/2014/main" id="{8E53094A-DC9E-5698-BA86-36B81A33B425}"/>
                    </a:ext>
                  </a:extLst>
                </p14:cNvPr>
                <p14:cNvContentPartPr/>
                <p14:nvPr/>
              </p14:nvContentPartPr>
              <p14:xfrm>
                <a:off x="4764757" y="3282232"/>
                <a:ext cx="354600" cy="717480"/>
              </p14:xfrm>
            </p:contentPart>
          </mc:Choice>
          <mc:Fallback>
            <p:pic>
              <p:nvPicPr>
                <p:cNvPr id="113" name="Ink 112">
                  <a:extLst>
                    <a:ext uri="{FF2B5EF4-FFF2-40B4-BE49-F238E27FC236}">
                      <a16:creationId xmlns:a16="http://schemas.microsoft.com/office/drawing/2014/main" id="{8E53094A-DC9E-5698-BA86-36B81A33B425}"/>
                    </a:ext>
                  </a:extLst>
                </p:cNvPr>
                <p:cNvPicPr/>
                <p:nvPr/>
              </p:nvPicPr>
              <p:blipFill>
                <a:blip r:embed="rId176"/>
                <a:stretch>
                  <a:fillRect/>
                </a:stretch>
              </p:blipFill>
              <p:spPr>
                <a:xfrm>
                  <a:off x="4758637" y="3276112"/>
                  <a:ext cx="366840" cy="729720"/>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114" name="Ink 113">
                  <a:extLst>
                    <a:ext uri="{FF2B5EF4-FFF2-40B4-BE49-F238E27FC236}">
                      <a16:creationId xmlns:a16="http://schemas.microsoft.com/office/drawing/2014/main" id="{14486365-64AC-C8BA-29B6-90218A7A9E9A}"/>
                    </a:ext>
                  </a:extLst>
                </p14:cNvPr>
                <p14:cNvContentPartPr/>
                <p14:nvPr/>
              </p14:nvContentPartPr>
              <p14:xfrm>
                <a:off x="1958557" y="3371872"/>
                <a:ext cx="197280" cy="799560"/>
              </p14:xfrm>
            </p:contentPart>
          </mc:Choice>
          <mc:Fallback>
            <p:pic>
              <p:nvPicPr>
                <p:cNvPr id="114" name="Ink 113">
                  <a:extLst>
                    <a:ext uri="{FF2B5EF4-FFF2-40B4-BE49-F238E27FC236}">
                      <a16:creationId xmlns:a16="http://schemas.microsoft.com/office/drawing/2014/main" id="{14486365-64AC-C8BA-29B6-90218A7A9E9A}"/>
                    </a:ext>
                  </a:extLst>
                </p:cNvPr>
                <p:cNvPicPr/>
                <p:nvPr/>
              </p:nvPicPr>
              <p:blipFill>
                <a:blip r:embed="rId178"/>
                <a:stretch>
                  <a:fillRect/>
                </a:stretch>
              </p:blipFill>
              <p:spPr>
                <a:xfrm>
                  <a:off x="1952437" y="3365752"/>
                  <a:ext cx="209520" cy="811800"/>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116" name="Ink 115">
                  <a:extLst>
                    <a:ext uri="{FF2B5EF4-FFF2-40B4-BE49-F238E27FC236}">
                      <a16:creationId xmlns:a16="http://schemas.microsoft.com/office/drawing/2014/main" id="{B74EFDC0-CB1E-0314-0E2A-C72B8177859D}"/>
                    </a:ext>
                  </a:extLst>
                </p14:cNvPr>
                <p14:cNvContentPartPr/>
                <p14:nvPr/>
              </p14:nvContentPartPr>
              <p14:xfrm>
                <a:off x="7322917" y="4948672"/>
                <a:ext cx="301320" cy="225360"/>
              </p14:xfrm>
            </p:contentPart>
          </mc:Choice>
          <mc:Fallback>
            <p:pic>
              <p:nvPicPr>
                <p:cNvPr id="116" name="Ink 115">
                  <a:extLst>
                    <a:ext uri="{FF2B5EF4-FFF2-40B4-BE49-F238E27FC236}">
                      <a16:creationId xmlns:a16="http://schemas.microsoft.com/office/drawing/2014/main" id="{B74EFDC0-CB1E-0314-0E2A-C72B8177859D}"/>
                    </a:ext>
                  </a:extLst>
                </p:cNvPr>
                <p:cNvPicPr/>
                <p:nvPr/>
              </p:nvPicPr>
              <p:blipFill>
                <a:blip r:embed="rId180"/>
                <a:stretch>
                  <a:fillRect/>
                </a:stretch>
              </p:blipFill>
              <p:spPr>
                <a:xfrm>
                  <a:off x="7316797" y="4942552"/>
                  <a:ext cx="31356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117" name="Ink 116">
                  <a:extLst>
                    <a:ext uri="{FF2B5EF4-FFF2-40B4-BE49-F238E27FC236}">
                      <a16:creationId xmlns:a16="http://schemas.microsoft.com/office/drawing/2014/main" id="{093B7E8F-B0A8-921F-3756-5074F332F441}"/>
                    </a:ext>
                  </a:extLst>
                </p14:cNvPr>
                <p14:cNvContentPartPr/>
                <p14:nvPr/>
              </p14:nvContentPartPr>
              <p14:xfrm>
                <a:off x="7332637" y="4800352"/>
                <a:ext cx="335520" cy="486720"/>
              </p14:xfrm>
            </p:contentPart>
          </mc:Choice>
          <mc:Fallback>
            <p:pic>
              <p:nvPicPr>
                <p:cNvPr id="117" name="Ink 116">
                  <a:extLst>
                    <a:ext uri="{FF2B5EF4-FFF2-40B4-BE49-F238E27FC236}">
                      <a16:creationId xmlns:a16="http://schemas.microsoft.com/office/drawing/2014/main" id="{093B7E8F-B0A8-921F-3756-5074F332F441}"/>
                    </a:ext>
                  </a:extLst>
                </p:cNvPr>
                <p:cNvPicPr/>
                <p:nvPr/>
              </p:nvPicPr>
              <p:blipFill>
                <a:blip r:embed="rId182"/>
                <a:stretch>
                  <a:fillRect/>
                </a:stretch>
              </p:blipFill>
              <p:spPr>
                <a:xfrm>
                  <a:off x="7326517" y="4794232"/>
                  <a:ext cx="347760" cy="49896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118" name="Ink 117">
                  <a:extLst>
                    <a:ext uri="{FF2B5EF4-FFF2-40B4-BE49-F238E27FC236}">
                      <a16:creationId xmlns:a16="http://schemas.microsoft.com/office/drawing/2014/main" id="{60DE5883-91B5-D913-1877-BCD6BCD322A1}"/>
                    </a:ext>
                  </a:extLst>
                </p14:cNvPr>
                <p14:cNvContentPartPr/>
                <p14:nvPr/>
              </p14:nvContentPartPr>
              <p14:xfrm>
                <a:off x="7134637" y="4860112"/>
                <a:ext cx="309600" cy="483120"/>
              </p14:xfrm>
            </p:contentPart>
          </mc:Choice>
          <mc:Fallback>
            <p:pic>
              <p:nvPicPr>
                <p:cNvPr id="118" name="Ink 117">
                  <a:extLst>
                    <a:ext uri="{FF2B5EF4-FFF2-40B4-BE49-F238E27FC236}">
                      <a16:creationId xmlns:a16="http://schemas.microsoft.com/office/drawing/2014/main" id="{60DE5883-91B5-D913-1877-BCD6BCD322A1}"/>
                    </a:ext>
                  </a:extLst>
                </p:cNvPr>
                <p:cNvPicPr/>
                <p:nvPr/>
              </p:nvPicPr>
              <p:blipFill>
                <a:blip r:embed="rId184"/>
                <a:stretch>
                  <a:fillRect/>
                </a:stretch>
              </p:blipFill>
              <p:spPr>
                <a:xfrm>
                  <a:off x="7128517" y="4853992"/>
                  <a:ext cx="321840" cy="49536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120" name="Ink 119">
                  <a:extLst>
                    <a:ext uri="{FF2B5EF4-FFF2-40B4-BE49-F238E27FC236}">
                      <a16:creationId xmlns:a16="http://schemas.microsoft.com/office/drawing/2014/main" id="{B1CA9F0A-5E01-0519-4BDB-6B2EF2D1380F}"/>
                    </a:ext>
                  </a:extLst>
                </p14:cNvPr>
                <p14:cNvContentPartPr/>
                <p14:nvPr/>
              </p14:nvContentPartPr>
              <p14:xfrm>
                <a:off x="389677" y="3888112"/>
                <a:ext cx="82440" cy="1297080"/>
              </p14:xfrm>
            </p:contentPart>
          </mc:Choice>
          <mc:Fallback>
            <p:pic>
              <p:nvPicPr>
                <p:cNvPr id="120" name="Ink 119">
                  <a:extLst>
                    <a:ext uri="{FF2B5EF4-FFF2-40B4-BE49-F238E27FC236}">
                      <a16:creationId xmlns:a16="http://schemas.microsoft.com/office/drawing/2014/main" id="{B1CA9F0A-5E01-0519-4BDB-6B2EF2D1380F}"/>
                    </a:ext>
                  </a:extLst>
                </p:cNvPr>
                <p:cNvPicPr/>
                <p:nvPr/>
              </p:nvPicPr>
              <p:blipFill>
                <a:blip r:embed="rId186"/>
                <a:stretch>
                  <a:fillRect/>
                </a:stretch>
              </p:blipFill>
              <p:spPr>
                <a:xfrm>
                  <a:off x="383557" y="3881992"/>
                  <a:ext cx="94680" cy="1309320"/>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121" name="Ink 120">
                  <a:extLst>
                    <a:ext uri="{FF2B5EF4-FFF2-40B4-BE49-F238E27FC236}">
                      <a16:creationId xmlns:a16="http://schemas.microsoft.com/office/drawing/2014/main" id="{79CFFAE4-970A-D00A-9DE6-0C3CDD04DE77}"/>
                    </a:ext>
                  </a:extLst>
                </p14:cNvPr>
                <p14:cNvContentPartPr/>
                <p14:nvPr/>
              </p14:nvContentPartPr>
              <p14:xfrm>
                <a:off x="62077" y="4721872"/>
                <a:ext cx="2289960" cy="151920"/>
              </p14:xfrm>
            </p:contentPart>
          </mc:Choice>
          <mc:Fallback>
            <p:pic>
              <p:nvPicPr>
                <p:cNvPr id="121" name="Ink 120">
                  <a:extLst>
                    <a:ext uri="{FF2B5EF4-FFF2-40B4-BE49-F238E27FC236}">
                      <a16:creationId xmlns:a16="http://schemas.microsoft.com/office/drawing/2014/main" id="{79CFFAE4-970A-D00A-9DE6-0C3CDD04DE77}"/>
                    </a:ext>
                  </a:extLst>
                </p:cNvPr>
                <p:cNvPicPr/>
                <p:nvPr/>
              </p:nvPicPr>
              <p:blipFill>
                <a:blip r:embed="rId188"/>
                <a:stretch>
                  <a:fillRect/>
                </a:stretch>
              </p:blipFill>
              <p:spPr>
                <a:xfrm>
                  <a:off x="55957" y="4715752"/>
                  <a:ext cx="230220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123" name="Ink 122">
                  <a:extLst>
                    <a:ext uri="{FF2B5EF4-FFF2-40B4-BE49-F238E27FC236}">
                      <a16:creationId xmlns:a16="http://schemas.microsoft.com/office/drawing/2014/main" id="{B9EDF3EF-4929-A635-BC78-3B484DFED69A}"/>
                    </a:ext>
                  </a:extLst>
                </p14:cNvPr>
                <p14:cNvContentPartPr/>
                <p14:nvPr/>
              </p14:nvContentPartPr>
              <p14:xfrm>
                <a:off x="618997" y="4114192"/>
                <a:ext cx="1112040" cy="504000"/>
              </p14:xfrm>
            </p:contentPart>
          </mc:Choice>
          <mc:Fallback>
            <p:pic>
              <p:nvPicPr>
                <p:cNvPr id="123" name="Ink 122">
                  <a:extLst>
                    <a:ext uri="{FF2B5EF4-FFF2-40B4-BE49-F238E27FC236}">
                      <a16:creationId xmlns:a16="http://schemas.microsoft.com/office/drawing/2014/main" id="{B9EDF3EF-4929-A635-BC78-3B484DFED69A}"/>
                    </a:ext>
                  </a:extLst>
                </p:cNvPr>
                <p:cNvPicPr/>
                <p:nvPr/>
              </p:nvPicPr>
              <p:blipFill>
                <a:blip r:embed="rId190"/>
                <a:stretch>
                  <a:fillRect/>
                </a:stretch>
              </p:blipFill>
              <p:spPr>
                <a:xfrm>
                  <a:off x="612877" y="4108072"/>
                  <a:ext cx="1124280" cy="516240"/>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127" name="Ink 126">
                  <a:extLst>
                    <a:ext uri="{FF2B5EF4-FFF2-40B4-BE49-F238E27FC236}">
                      <a16:creationId xmlns:a16="http://schemas.microsoft.com/office/drawing/2014/main" id="{5DE93276-1C20-1A31-D382-F97F1AA3F635}"/>
                    </a:ext>
                  </a:extLst>
                </p14:cNvPr>
                <p14:cNvContentPartPr/>
                <p14:nvPr/>
              </p14:nvContentPartPr>
              <p14:xfrm>
                <a:off x="1930837" y="4383832"/>
                <a:ext cx="363240" cy="328680"/>
              </p14:xfrm>
            </p:contentPart>
          </mc:Choice>
          <mc:Fallback>
            <p:pic>
              <p:nvPicPr>
                <p:cNvPr id="127" name="Ink 126">
                  <a:extLst>
                    <a:ext uri="{FF2B5EF4-FFF2-40B4-BE49-F238E27FC236}">
                      <a16:creationId xmlns:a16="http://schemas.microsoft.com/office/drawing/2014/main" id="{5DE93276-1C20-1A31-D382-F97F1AA3F635}"/>
                    </a:ext>
                  </a:extLst>
                </p:cNvPr>
                <p:cNvPicPr/>
                <p:nvPr/>
              </p:nvPicPr>
              <p:blipFill>
                <a:blip r:embed="rId192"/>
                <a:stretch>
                  <a:fillRect/>
                </a:stretch>
              </p:blipFill>
              <p:spPr>
                <a:xfrm>
                  <a:off x="1924717" y="4377712"/>
                  <a:ext cx="375480" cy="340920"/>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025" name="Ink 1024">
                  <a:extLst>
                    <a:ext uri="{FF2B5EF4-FFF2-40B4-BE49-F238E27FC236}">
                      <a16:creationId xmlns:a16="http://schemas.microsoft.com/office/drawing/2014/main" id="{69057857-6D54-F8D0-D1BA-98F158E8A0DA}"/>
                    </a:ext>
                  </a:extLst>
                </p14:cNvPr>
                <p14:cNvContentPartPr/>
                <p14:nvPr/>
              </p14:nvContentPartPr>
              <p14:xfrm>
                <a:off x="2379037" y="4322272"/>
                <a:ext cx="1877040" cy="715680"/>
              </p14:xfrm>
            </p:contentPart>
          </mc:Choice>
          <mc:Fallback>
            <p:pic>
              <p:nvPicPr>
                <p:cNvPr id="1025" name="Ink 1024">
                  <a:extLst>
                    <a:ext uri="{FF2B5EF4-FFF2-40B4-BE49-F238E27FC236}">
                      <a16:creationId xmlns:a16="http://schemas.microsoft.com/office/drawing/2014/main" id="{69057857-6D54-F8D0-D1BA-98F158E8A0DA}"/>
                    </a:ext>
                  </a:extLst>
                </p:cNvPr>
                <p:cNvPicPr/>
                <p:nvPr/>
              </p:nvPicPr>
              <p:blipFill>
                <a:blip r:embed="rId194"/>
                <a:stretch>
                  <a:fillRect/>
                </a:stretch>
              </p:blipFill>
              <p:spPr>
                <a:xfrm>
                  <a:off x="2372917" y="4316152"/>
                  <a:ext cx="1889280" cy="727920"/>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027" name="Ink 1026">
                  <a:extLst>
                    <a:ext uri="{FF2B5EF4-FFF2-40B4-BE49-F238E27FC236}">
                      <a16:creationId xmlns:a16="http://schemas.microsoft.com/office/drawing/2014/main" id="{040A560A-AA5E-35A6-57FF-8D9E5CEDCF17}"/>
                    </a:ext>
                  </a:extLst>
                </p14:cNvPr>
                <p14:cNvContentPartPr/>
                <p14:nvPr/>
              </p14:nvContentPartPr>
              <p14:xfrm>
                <a:off x="3073117" y="5009512"/>
                <a:ext cx="878760" cy="111240"/>
              </p14:xfrm>
            </p:contentPart>
          </mc:Choice>
          <mc:Fallback>
            <p:pic>
              <p:nvPicPr>
                <p:cNvPr id="1027" name="Ink 1026">
                  <a:extLst>
                    <a:ext uri="{FF2B5EF4-FFF2-40B4-BE49-F238E27FC236}">
                      <a16:creationId xmlns:a16="http://schemas.microsoft.com/office/drawing/2014/main" id="{040A560A-AA5E-35A6-57FF-8D9E5CEDCF17}"/>
                    </a:ext>
                  </a:extLst>
                </p:cNvPr>
                <p:cNvPicPr/>
                <p:nvPr/>
              </p:nvPicPr>
              <p:blipFill>
                <a:blip r:embed="rId196"/>
                <a:stretch>
                  <a:fillRect/>
                </a:stretch>
              </p:blipFill>
              <p:spPr>
                <a:xfrm>
                  <a:off x="3066997" y="5003392"/>
                  <a:ext cx="891000" cy="123480"/>
                </a:xfrm>
                <a:prstGeom prst="rect">
                  <a:avLst/>
                </a:prstGeom>
              </p:spPr>
            </p:pic>
          </mc:Fallback>
        </mc:AlternateContent>
        <mc:AlternateContent xmlns:mc="http://schemas.openxmlformats.org/markup-compatibility/2006">
          <mc:Choice xmlns:p14="http://schemas.microsoft.com/office/powerpoint/2010/main" Requires="p14">
            <p:contentPart p14:bwMode="auto" r:id="rId197">
              <p14:nvContentPartPr>
                <p14:cNvPr id="1028" name="Ink 1027">
                  <a:extLst>
                    <a:ext uri="{FF2B5EF4-FFF2-40B4-BE49-F238E27FC236}">
                      <a16:creationId xmlns:a16="http://schemas.microsoft.com/office/drawing/2014/main" id="{61715DFF-F5AE-ED24-0EBC-E06450B15C50}"/>
                    </a:ext>
                  </a:extLst>
                </p14:cNvPr>
                <p14:cNvContentPartPr/>
                <p14:nvPr/>
              </p14:nvContentPartPr>
              <p14:xfrm>
                <a:off x="3079237" y="4244872"/>
                <a:ext cx="704520" cy="138600"/>
              </p14:xfrm>
            </p:contentPart>
          </mc:Choice>
          <mc:Fallback>
            <p:pic>
              <p:nvPicPr>
                <p:cNvPr id="1028" name="Ink 1027">
                  <a:extLst>
                    <a:ext uri="{FF2B5EF4-FFF2-40B4-BE49-F238E27FC236}">
                      <a16:creationId xmlns:a16="http://schemas.microsoft.com/office/drawing/2014/main" id="{61715DFF-F5AE-ED24-0EBC-E06450B15C50}"/>
                    </a:ext>
                  </a:extLst>
                </p:cNvPr>
                <p:cNvPicPr/>
                <p:nvPr/>
              </p:nvPicPr>
              <p:blipFill>
                <a:blip r:embed="rId198"/>
                <a:stretch>
                  <a:fillRect/>
                </a:stretch>
              </p:blipFill>
              <p:spPr>
                <a:xfrm>
                  <a:off x="3073117" y="4238752"/>
                  <a:ext cx="71676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199">
              <p14:nvContentPartPr>
                <p14:cNvPr id="1029" name="Ink 1028">
                  <a:extLst>
                    <a:ext uri="{FF2B5EF4-FFF2-40B4-BE49-F238E27FC236}">
                      <a16:creationId xmlns:a16="http://schemas.microsoft.com/office/drawing/2014/main" id="{E0D05A38-A2E8-31D0-5063-334F7C5BFBA6}"/>
                    </a:ext>
                  </a:extLst>
                </p14:cNvPr>
                <p14:cNvContentPartPr/>
                <p14:nvPr/>
              </p14:nvContentPartPr>
              <p14:xfrm>
                <a:off x="3998317" y="4994752"/>
                <a:ext cx="187560" cy="222840"/>
              </p14:xfrm>
            </p:contentPart>
          </mc:Choice>
          <mc:Fallback>
            <p:pic>
              <p:nvPicPr>
                <p:cNvPr id="1029" name="Ink 1028">
                  <a:extLst>
                    <a:ext uri="{FF2B5EF4-FFF2-40B4-BE49-F238E27FC236}">
                      <a16:creationId xmlns:a16="http://schemas.microsoft.com/office/drawing/2014/main" id="{E0D05A38-A2E8-31D0-5063-334F7C5BFBA6}"/>
                    </a:ext>
                  </a:extLst>
                </p:cNvPr>
                <p:cNvPicPr/>
                <p:nvPr/>
              </p:nvPicPr>
              <p:blipFill>
                <a:blip r:embed="rId200"/>
                <a:stretch>
                  <a:fillRect/>
                </a:stretch>
              </p:blipFill>
              <p:spPr>
                <a:xfrm>
                  <a:off x="3992197" y="4988632"/>
                  <a:ext cx="19980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201">
              <p14:nvContentPartPr>
                <p14:cNvPr id="1030" name="Ink 1029">
                  <a:extLst>
                    <a:ext uri="{FF2B5EF4-FFF2-40B4-BE49-F238E27FC236}">
                      <a16:creationId xmlns:a16="http://schemas.microsoft.com/office/drawing/2014/main" id="{1F25222C-3904-3D5E-FE56-331D63739A1E}"/>
                    </a:ext>
                  </a:extLst>
                </p14:cNvPr>
                <p14:cNvContentPartPr/>
                <p14:nvPr/>
              </p14:nvContentPartPr>
              <p14:xfrm>
                <a:off x="4013797" y="4855432"/>
                <a:ext cx="214200" cy="121680"/>
              </p14:xfrm>
            </p:contentPart>
          </mc:Choice>
          <mc:Fallback>
            <p:pic>
              <p:nvPicPr>
                <p:cNvPr id="1030" name="Ink 1029">
                  <a:extLst>
                    <a:ext uri="{FF2B5EF4-FFF2-40B4-BE49-F238E27FC236}">
                      <a16:creationId xmlns:a16="http://schemas.microsoft.com/office/drawing/2014/main" id="{1F25222C-3904-3D5E-FE56-331D63739A1E}"/>
                    </a:ext>
                  </a:extLst>
                </p:cNvPr>
                <p:cNvPicPr/>
                <p:nvPr/>
              </p:nvPicPr>
              <p:blipFill>
                <a:blip r:embed="rId202"/>
                <a:stretch>
                  <a:fillRect/>
                </a:stretch>
              </p:blipFill>
              <p:spPr>
                <a:xfrm>
                  <a:off x="4007677" y="4849312"/>
                  <a:ext cx="226440" cy="133920"/>
                </a:xfrm>
                <a:prstGeom prst="rect">
                  <a:avLst/>
                </a:prstGeom>
              </p:spPr>
            </p:pic>
          </mc:Fallback>
        </mc:AlternateContent>
      </p:grpSp>
    </p:spTree>
    <p:extLst>
      <p:ext uri="{BB962C8B-B14F-4D97-AF65-F5344CB8AC3E}">
        <p14:creationId xmlns:p14="http://schemas.microsoft.com/office/powerpoint/2010/main" val="392609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CD2FBDAC-4447-C41E-3104-44F00A0678FE}"/>
            </a:ext>
          </a:extLst>
        </p:cNvPr>
        <p:cNvGrpSpPr/>
        <p:nvPr/>
      </p:nvGrpSpPr>
      <p:grpSpPr>
        <a:xfrm>
          <a:off x="0" y="0"/>
          <a:ext cx="0" cy="0"/>
          <a:chOff x="0" y="0"/>
          <a:chExt cx="0" cy="0"/>
        </a:xfrm>
      </p:grpSpPr>
      <p:sp>
        <p:nvSpPr>
          <p:cNvPr id="103" name="Google Shape;103;p16">
            <a:extLst>
              <a:ext uri="{FF2B5EF4-FFF2-40B4-BE49-F238E27FC236}">
                <a16:creationId xmlns:a16="http://schemas.microsoft.com/office/drawing/2014/main" id="{CBCFCE70-FD3E-E065-2F10-27E3670BEAA6}"/>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In Summary</a:t>
            </a:r>
            <a:endParaRPr dirty="0"/>
          </a:p>
        </p:txBody>
      </p:sp>
      <p:pic>
        <p:nvPicPr>
          <p:cNvPr id="1026" name="Picture 2">
            <a:extLst>
              <a:ext uri="{FF2B5EF4-FFF2-40B4-BE49-F238E27FC236}">
                <a16:creationId xmlns:a16="http://schemas.microsoft.com/office/drawing/2014/main" id="{9E08C124-A74C-6D2B-86F1-BA0DF919AB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264" y="1935536"/>
            <a:ext cx="6441142" cy="241542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4CFB6203-A64A-56F1-2051-88EC44C7A606}"/>
                  </a:ext>
                </a:extLst>
              </p14:cNvPr>
              <p14:cNvContentPartPr/>
              <p14:nvPr/>
            </p14:nvContentPartPr>
            <p14:xfrm>
              <a:off x="1210680" y="398880"/>
              <a:ext cx="7935480" cy="3722040"/>
            </p14:xfrm>
          </p:contentPart>
        </mc:Choice>
        <mc:Fallback>
          <p:pic>
            <p:nvPicPr>
              <p:cNvPr id="4" name="Ink 3">
                <a:extLst>
                  <a:ext uri="{FF2B5EF4-FFF2-40B4-BE49-F238E27FC236}">
                    <a16:creationId xmlns:a16="http://schemas.microsoft.com/office/drawing/2014/main" id="{4CFB6203-A64A-56F1-2051-88EC44C7A606}"/>
                  </a:ext>
                </a:extLst>
              </p:cNvPr>
              <p:cNvPicPr/>
              <p:nvPr/>
            </p:nvPicPr>
            <p:blipFill>
              <a:blip r:embed="rId5"/>
              <a:stretch>
                <a:fillRect/>
              </a:stretch>
            </p:blipFill>
            <p:spPr>
              <a:xfrm>
                <a:off x="1201320" y="389520"/>
                <a:ext cx="7954200" cy="3740760"/>
              </a:xfrm>
              <a:prstGeom prst="rect">
                <a:avLst/>
              </a:prstGeom>
            </p:spPr>
          </p:pic>
        </mc:Fallback>
      </mc:AlternateContent>
    </p:spTree>
    <p:extLst>
      <p:ext uri="{BB962C8B-B14F-4D97-AF65-F5344CB8AC3E}">
        <p14:creationId xmlns:p14="http://schemas.microsoft.com/office/powerpoint/2010/main" val="42267356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54C5EDE2-8718-7056-ECAB-F0353FE58EF6}"/>
            </a:ext>
          </a:extLst>
        </p:cNvPr>
        <p:cNvGrpSpPr/>
        <p:nvPr/>
      </p:nvGrpSpPr>
      <p:grpSpPr>
        <a:xfrm>
          <a:off x="0" y="0"/>
          <a:ext cx="0" cy="0"/>
          <a:chOff x="0" y="0"/>
          <a:chExt cx="0" cy="0"/>
        </a:xfrm>
      </p:grpSpPr>
      <p:sp>
        <p:nvSpPr>
          <p:cNvPr id="103" name="Google Shape;103;p16">
            <a:extLst>
              <a:ext uri="{FF2B5EF4-FFF2-40B4-BE49-F238E27FC236}">
                <a16:creationId xmlns:a16="http://schemas.microsoft.com/office/drawing/2014/main" id="{583D0F16-A4B2-1889-13D6-48937AB2FE1B}"/>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In Summary</a:t>
            </a:r>
            <a:endParaRPr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345B740-7C0E-5214-A4A7-5BEE2256C49F}"/>
                  </a:ext>
                </a:extLst>
              </p14:cNvPr>
              <p14:cNvContentPartPr/>
              <p14:nvPr/>
            </p14:nvContentPartPr>
            <p14:xfrm>
              <a:off x="268200" y="0"/>
              <a:ext cx="8825040" cy="5145120"/>
            </p14:xfrm>
          </p:contentPart>
        </mc:Choice>
        <mc:Fallback xmlns="">
          <p:pic>
            <p:nvPicPr>
              <p:cNvPr id="2" name="Ink 1">
                <a:extLst>
                  <a:ext uri="{FF2B5EF4-FFF2-40B4-BE49-F238E27FC236}">
                    <a16:creationId xmlns:a16="http://schemas.microsoft.com/office/drawing/2014/main" id="{3345B740-7C0E-5214-A4A7-5BEE2256C49F}"/>
                  </a:ext>
                </a:extLst>
              </p:cNvPr>
              <p:cNvPicPr/>
              <p:nvPr/>
            </p:nvPicPr>
            <p:blipFill>
              <a:blip r:embed="rId4"/>
              <a:stretch>
                <a:fillRect/>
              </a:stretch>
            </p:blipFill>
            <p:spPr>
              <a:xfrm>
                <a:off x="258840" y="-9360"/>
                <a:ext cx="8843760" cy="5163840"/>
              </a:xfrm>
              <a:prstGeom prst="rect">
                <a:avLst/>
              </a:prstGeom>
            </p:spPr>
          </p:pic>
        </mc:Fallback>
      </mc:AlternateContent>
      <p:grpSp>
        <p:nvGrpSpPr>
          <p:cNvPr id="13" name="Group 12">
            <a:extLst>
              <a:ext uri="{FF2B5EF4-FFF2-40B4-BE49-F238E27FC236}">
                <a16:creationId xmlns:a16="http://schemas.microsoft.com/office/drawing/2014/main" id="{44111907-CE89-4CC6-F96F-119EEA45681E}"/>
              </a:ext>
            </a:extLst>
          </p:cNvPr>
          <p:cNvGrpSpPr/>
          <p:nvPr/>
        </p:nvGrpSpPr>
        <p:grpSpPr>
          <a:xfrm>
            <a:off x="380317" y="1749712"/>
            <a:ext cx="2002680" cy="699840"/>
            <a:chOff x="380317" y="1749712"/>
            <a:chExt cx="2002680" cy="699840"/>
          </a:xfrm>
        </p:grpSpPr>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D0BDC50E-2BC3-DEA8-9095-4847906940A2}"/>
                    </a:ext>
                  </a:extLst>
                </p14:cNvPr>
                <p14:cNvContentPartPr/>
                <p14:nvPr/>
              </p14:nvContentPartPr>
              <p14:xfrm>
                <a:off x="380317" y="1927192"/>
                <a:ext cx="298800" cy="431640"/>
              </p14:xfrm>
            </p:contentPart>
          </mc:Choice>
          <mc:Fallback>
            <p:pic>
              <p:nvPicPr>
                <p:cNvPr id="3" name="Ink 2">
                  <a:extLst>
                    <a:ext uri="{FF2B5EF4-FFF2-40B4-BE49-F238E27FC236}">
                      <a16:creationId xmlns:a16="http://schemas.microsoft.com/office/drawing/2014/main" id="{D0BDC50E-2BC3-DEA8-9095-4847906940A2}"/>
                    </a:ext>
                  </a:extLst>
                </p:cNvPr>
                <p:cNvPicPr/>
                <p:nvPr/>
              </p:nvPicPr>
              <p:blipFill>
                <a:blip r:embed="rId6"/>
                <a:stretch>
                  <a:fillRect/>
                </a:stretch>
              </p:blipFill>
              <p:spPr>
                <a:xfrm>
                  <a:off x="374197" y="1921072"/>
                  <a:ext cx="311040" cy="4438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E37588C7-D0E9-832D-E15C-C6BD25EB62B8}"/>
                    </a:ext>
                  </a:extLst>
                </p14:cNvPr>
                <p14:cNvContentPartPr/>
                <p14:nvPr/>
              </p14:nvContentPartPr>
              <p14:xfrm>
                <a:off x="834277" y="2004592"/>
                <a:ext cx="253440" cy="27360"/>
              </p14:xfrm>
            </p:contentPart>
          </mc:Choice>
          <mc:Fallback>
            <p:pic>
              <p:nvPicPr>
                <p:cNvPr id="4" name="Ink 3">
                  <a:extLst>
                    <a:ext uri="{FF2B5EF4-FFF2-40B4-BE49-F238E27FC236}">
                      <a16:creationId xmlns:a16="http://schemas.microsoft.com/office/drawing/2014/main" id="{E37588C7-D0E9-832D-E15C-C6BD25EB62B8}"/>
                    </a:ext>
                  </a:extLst>
                </p:cNvPr>
                <p:cNvPicPr/>
                <p:nvPr/>
              </p:nvPicPr>
              <p:blipFill>
                <a:blip r:embed="rId8"/>
                <a:stretch>
                  <a:fillRect/>
                </a:stretch>
              </p:blipFill>
              <p:spPr>
                <a:xfrm>
                  <a:off x="828157" y="1998472"/>
                  <a:ext cx="265680" cy="396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 name="Ink 4">
                  <a:extLst>
                    <a:ext uri="{FF2B5EF4-FFF2-40B4-BE49-F238E27FC236}">
                      <a16:creationId xmlns:a16="http://schemas.microsoft.com/office/drawing/2014/main" id="{470E2E0F-5778-7ECE-D235-AA06DF8BF99C}"/>
                    </a:ext>
                  </a:extLst>
                </p14:cNvPr>
                <p14:cNvContentPartPr/>
                <p14:nvPr/>
              </p14:nvContentPartPr>
              <p14:xfrm>
                <a:off x="867037" y="2119432"/>
                <a:ext cx="217800" cy="75960"/>
              </p14:xfrm>
            </p:contentPart>
          </mc:Choice>
          <mc:Fallback>
            <p:pic>
              <p:nvPicPr>
                <p:cNvPr id="5" name="Ink 4">
                  <a:extLst>
                    <a:ext uri="{FF2B5EF4-FFF2-40B4-BE49-F238E27FC236}">
                      <a16:creationId xmlns:a16="http://schemas.microsoft.com/office/drawing/2014/main" id="{470E2E0F-5778-7ECE-D235-AA06DF8BF99C}"/>
                    </a:ext>
                  </a:extLst>
                </p:cNvPr>
                <p:cNvPicPr/>
                <p:nvPr/>
              </p:nvPicPr>
              <p:blipFill>
                <a:blip r:embed="rId10"/>
                <a:stretch>
                  <a:fillRect/>
                </a:stretch>
              </p:blipFill>
              <p:spPr>
                <a:xfrm>
                  <a:off x="860917" y="2113312"/>
                  <a:ext cx="230040" cy="882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95461B90-0D2B-20E8-B875-6C6BFDA5D1C8}"/>
                    </a:ext>
                  </a:extLst>
                </p14:cNvPr>
                <p14:cNvContentPartPr/>
                <p14:nvPr/>
              </p14:nvContentPartPr>
              <p14:xfrm>
                <a:off x="1353397" y="1803712"/>
                <a:ext cx="367200" cy="645840"/>
              </p14:xfrm>
            </p:contentPart>
          </mc:Choice>
          <mc:Fallback>
            <p:pic>
              <p:nvPicPr>
                <p:cNvPr id="7" name="Ink 6">
                  <a:extLst>
                    <a:ext uri="{FF2B5EF4-FFF2-40B4-BE49-F238E27FC236}">
                      <a16:creationId xmlns:a16="http://schemas.microsoft.com/office/drawing/2014/main" id="{95461B90-0D2B-20E8-B875-6C6BFDA5D1C8}"/>
                    </a:ext>
                  </a:extLst>
                </p:cNvPr>
                <p:cNvPicPr/>
                <p:nvPr/>
              </p:nvPicPr>
              <p:blipFill>
                <a:blip r:embed="rId12"/>
                <a:stretch>
                  <a:fillRect/>
                </a:stretch>
              </p:blipFill>
              <p:spPr>
                <a:xfrm>
                  <a:off x="1347277" y="1797592"/>
                  <a:ext cx="379440" cy="6580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8" name="Ink 7">
                  <a:extLst>
                    <a:ext uri="{FF2B5EF4-FFF2-40B4-BE49-F238E27FC236}">
                      <a16:creationId xmlns:a16="http://schemas.microsoft.com/office/drawing/2014/main" id="{85FC5183-38FF-70EF-F7E4-849D86EC36CA}"/>
                    </a:ext>
                  </a:extLst>
                </p14:cNvPr>
                <p14:cNvContentPartPr/>
                <p14:nvPr/>
              </p14:nvContentPartPr>
              <p14:xfrm>
                <a:off x="1304077" y="2081272"/>
                <a:ext cx="521280" cy="129240"/>
              </p14:xfrm>
            </p:contentPart>
          </mc:Choice>
          <mc:Fallback>
            <p:pic>
              <p:nvPicPr>
                <p:cNvPr id="8" name="Ink 7">
                  <a:extLst>
                    <a:ext uri="{FF2B5EF4-FFF2-40B4-BE49-F238E27FC236}">
                      <a16:creationId xmlns:a16="http://schemas.microsoft.com/office/drawing/2014/main" id="{85FC5183-38FF-70EF-F7E4-849D86EC36CA}"/>
                    </a:ext>
                  </a:extLst>
                </p:cNvPr>
                <p:cNvPicPr/>
                <p:nvPr/>
              </p:nvPicPr>
              <p:blipFill>
                <a:blip r:embed="rId14"/>
                <a:stretch>
                  <a:fillRect/>
                </a:stretch>
              </p:blipFill>
              <p:spPr>
                <a:xfrm>
                  <a:off x="1297957" y="2075152"/>
                  <a:ext cx="53352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9" name="Ink 8">
                  <a:extLst>
                    <a:ext uri="{FF2B5EF4-FFF2-40B4-BE49-F238E27FC236}">
                      <a16:creationId xmlns:a16="http://schemas.microsoft.com/office/drawing/2014/main" id="{88AF2D1B-C10A-A9A9-875E-D6858B595FC2}"/>
                    </a:ext>
                  </a:extLst>
                </p14:cNvPr>
                <p14:cNvContentPartPr/>
                <p14:nvPr/>
              </p14:nvContentPartPr>
              <p14:xfrm>
                <a:off x="1786837" y="1928992"/>
                <a:ext cx="254160" cy="360000"/>
              </p14:xfrm>
            </p:contentPart>
          </mc:Choice>
          <mc:Fallback>
            <p:pic>
              <p:nvPicPr>
                <p:cNvPr id="9" name="Ink 8">
                  <a:extLst>
                    <a:ext uri="{FF2B5EF4-FFF2-40B4-BE49-F238E27FC236}">
                      <a16:creationId xmlns:a16="http://schemas.microsoft.com/office/drawing/2014/main" id="{88AF2D1B-C10A-A9A9-875E-D6858B595FC2}"/>
                    </a:ext>
                  </a:extLst>
                </p:cNvPr>
                <p:cNvPicPr/>
                <p:nvPr/>
              </p:nvPicPr>
              <p:blipFill>
                <a:blip r:embed="rId16"/>
                <a:stretch>
                  <a:fillRect/>
                </a:stretch>
              </p:blipFill>
              <p:spPr>
                <a:xfrm>
                  <a:off x="1780717" y="1922872"/>
                  <a:ext cx="266400" cy="3722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0" name="Ink 9">
                  <a:extLst>
                    <a:ext uri="{FF2B5EF4-FFF2-40B4-BE49-F238E27FC236}">
                      <a16:creationId xmlns:a16="http://schemas.microsoft.com/office/drawing/2014/main" id="{B2382BC5-5FD3-80A8-07B6-655F888E332B}"/>
                    </a:ext>
                  </a:extLst>
                </p14:cNvPr>
                <p14:cNvContentPartPr/>
                <p14:nvPr/>
              </p14:nvContentPartPr>
              <p14:xfrm>
                <a:off x="1921117" y="2027992"/>
                <a:ext cx="219960" cy="291600"/>
              </p14:xfrm>
            </p:contentPart>
          </mc:Choice>
          <mc:Fallback>
            <p:pic>
              <p:nvPicPr>
                <p:cNvPr id="10" name="Ink 9">
                  <a:extLst>
                    <a:ext uri="{FF2B5EF4-FFF2-40B4-BE49-F238E27FC236}">
                      <a16:creationId xmlns:a16="http://schemas.microsoft.com/office/drawing/2014/main" id="{B2382BC5-5FD3-80A8-07B6-655F888E332B}"/>
                    </a:ext>
                  </a:extLst>
                </p:cNvPr>
                <p:cNvPicPr/>
                <p:nvPr/>
              </p:nvPicPr>
              <p:blipFill>
                <a:blip r:embed="rId18"/>
                <a:stretch>
                  <a:fillRect/>
                </a:stretch>
              </p:blipFill>
              <p:spPr>
                <a:xfrm>
                  <a:off x="1914997" y="2021872"/>
                  <a:ext cx="232200" cy="3038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1" name="Ink 10">
                  <a:extLst>
                    <a:ext uri="{FF2B5EF4-FFF2-40B4-BE49-F238E27FC236}">
                      <a16:creationId xmlns:a16="http://schemas.microsoft.com/office/drawing/2014/main" id="{1BF132CE-8F57-8924-C1D0-EFCA3EA96676}"/>
                    </a:ext>
                  </a:extLst>
                </p14:cNvPr>
                <p14:cNvContentPartPr/>
                <p14:nvPr/>
              </p14:nvContentPartPr>
              <p14:xfrm>
                <a:off x="2046397" y="2072992"/>
                <a:ext cx="187920" cy="155520"/>
              </p14:xfrm>
            </p:contentPart>
          </mc:Choice>
          <mc:Fallback>
            <p:pic>
              <p:nvPicPr>
                <p:cNvPr id="11" name="Ink 10">
                  <a:extLst>
                    <a:ext uri="{FF2B5EF4-FFF2-40B4-BE49-F238E27FC236}">
                      <a16:creationId xmlns:a16="http://schemas.microsoft.com/office/drawing/2014/main" id="{1BF132CE-8F57-8924-C1D0-EFCA3EA96676}"/>
                    </a:ext>
                  </a:extLst>
                </p:cNvPr>
                <p:cNvPicPr/>
                <p:nvPr/>
              </p:nvPicPr>
              <p:blipFill>
                <a:blip r:embed="rId20"/>
                <a:stretch>
                  <a:fillRect/>
                </a:stretch>
              </p:blipFill>
              <p:spPr>
                <a:xfrm>
                  <a:off x="2040277" y="2066872"/>
                  <a:ext cx="20016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2" name="Ink 11">
                  <a:extLst>
                    <a:ext uri="{FF2B5EF4-FFF2-40B4-BE49-F238E27FC236}">
                      <a16:creationId xmlns:a16="http://schemas.microsoft.com/office/drawing/2014/main" id="{7EB7B5E1-BE0F-CD1D-E5CF-B9349D7F6DF9}"/>
                    </a:ext>
                  </a:extLst>
                </p14:cNvPr>
                <p14:cNvContentPartPr/>
                <p14:nvPr/>
              </p14:nvContentPartPr>
              <p14:xfrm>
                <a:off x="2140717" y="1749712"/>
                <a:ext cx="242280" cy="667080"/>
              </p14:xfrm>
            </p:contentPart>
          </mc:Choice>
          <mc:Fallback>
            <p:pic>
              <p:nvPicPr>
                <p:cNvPr id="12" name="Ink 11">
                  <a:extLst>
                    <a:ext uri="{FF2B5EF4-FFF2-40B4-BE49-F238E27FC236}">
                      <a16:creationId xmlns:a16="http://schemas.microsoft.com/office/drawing/2014/main" id="{7EB7B5E1-BE0F-CD1D-E5CF-B9349D7F6DF9}"/>
                    </a:ext>
                  </a:extLst>
                </p:cNvPr>
                <p:cNvPicPr/>
                <p:nvPr/>
              </p:nvPicPr>
              <p:blipFill>
                <a:blip r:embed="rId22"/>
                <a:stretch>
                  <a:fillRect/>
                </a:stretch>
              </p:blipFill>
              <p:spPr>
                <a:xfrm>
                  <a:off x="2134597" y="1743592"/>
                  <a:ext cx="254520" cy="679320"/>
                </a:xfrm>
                <a:prstGeom prst="rect">
                  <a:avLst/>
                </a:prstGeom>
              </p:spPr>
            </p:pic>
          </mc:Fallback>
        </mc:AlternateContent>
      </p:grpSp>
      <p:grpSp>
        <p:nvGrpSpPr>
          <p:cNvPr id="34" name="Group 33">
            <a:extLst>
              <a:ext uri="{FF2B5EF4-FFF2-40B4-BE49-F238E27FC236}">
                <a16:creationId xmlns:a16="http://schemas.microsoft.com/office/drawing/2014/main" id="{758DD52D-455D-FED1-30C7-73D45966F9D2}"/>
              </a:ext>
            </a:extLst>
          </p:cNvPr>
          <p:cNvGrpSpPr/>
          <p:nvPr/>
        </p:nvGrpSpPr>
        <p:grpSpPr>
          <a:xfrm>
            <a:off x="3350677" y="36832"/>
            <a:ext cx="4167360" cy="3317400"/>
            <a:chOff x="3350677" y="36832"/>
            <a:chExt cx="4167360" cy="3317400"/>
          </a:xfrm>
        </p:grpSpPr>
        <mc:AlternateContent xmlns:mc="http://schemas.openxmlformats.org/markup-compatibility/2006">
          <mc:Choice xmlns:p14="http://schemas.microsoft.com/office/powerpoint/2010/main" Requires="p14">
            <p:contentPart p14:bwMode="auto" r:id="rId23">
              <p14:nvContentPartPr>
                <p14:cNvPr id="14" name="Ink 13">
                  <a:extLst>
                    <a:ext uri="{FF2B5EF4-FFF2-40B4-BE49-F238E27FC236}">
                      <a16:creationId xmlns:a16="http://schemas.microsoft.com/office/drawing/2014/main" id="{D9C9ACFC-622F-D509-48D3-999B32948652}"/>
                    </a:ext>
                  </a:extLst>
                </p14:cNvPr>
                <p14:cNvContentPartPr/>
                <p14:nvPr/>
              </p14:nvContentPartPr>
              <p14:xfrm>
                <a:off x="6435157" y="164272"/>
                <a:ext cx="1082880" cy="150840"/>
              </p14:xfrm>
            </p:contentPart>
          </mc:Choice>
          <mc:Fallback>
            <p:pic>
              <p:nvPicPr>
                <p:cNvPr id="14" name="Ink 13">
                  <a:extLst>
                    <a:ext uri="{FF2B5EF4-FFF2-40B4-BE49-F238E27FC236}">
                      <a16:creationId xmlns:a16="http://schemas.microsoft.com/office/drawing/2014/main" id="{D9C9ACFC-622F-D509-48D3-999B32948652}"/>
                    </a:ext>
                  </a:extLst>
                </p:cNvPr>
                <p:cNvPicPr/>
                <p:nvPr/>
              </p:nvPicPr>
              <p:blipFill>
                <a:blip r:embed="rId24"/>
                <a:stretch>
                  <a:fillRect/>
                </a:stretch>
              </p:blipFill>
              <p:spPr>
                <a:xfrm>
                  <a:off x="6429037" y="158152"/>
                  <a:ext cx="1095120" cy="1630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5" name="Ink 14">
                  <a:extLst>
                    <a:ext uri="{FF2B5EF4-FFF2-40B4-BE49-F238E27FC236}">
                      <a16:creationId xmlns:a16="http://schemas.microsoft.com/office/drawing/2014/main" id="{371A569E-9846-2C3F-0DAC-923A76E20BEA}"/>
                    </a:ext>
                  </a:extLst>
                </p14:cNvPr>
                <p14:cNvContentPartPr/>
                <p14:nvPr/>
              </p14:nvContentPartPr>
              <p14:xfrm>
                <a:off x="6336157" y="1114672"/>
                <a:ext cx="1077120" cy="86400"/>
              </p14:xfrm>
            </p:contentPart>
          </mc:Choice>
          <mc:Fallback>
            <p:pic>
              <p:nvPicPr>
                <p:cNvPr id="15" name="Ink 14">
                  <a:extLst>
                    <a:ext uri="{FF2B5EF4-FFF2-40B4-BE49-F238E27FC236}">
                      <a16:creationId xmlns:a16="http://schemas.microsoft.com/office/drawing/2014/main" id="{371A569E-9846-2C3F-0DAC-923A76E20BEA}"/>
                    </a:ext>
                  </a:extLst>
                </p:cNvPr>
                <p:cNvPicPr/>
                <p:nvPr/>
              </p:nvPicPr>
              <p:blipFill>
                <a:blip r:embed="rId26"/>
                <a:stretch>
                  <a:fillRect/>
                </a:stretch>
              </p:blipFill>
              <p:spPr>
                <a:xfrm>
                  <a:off x="6330037" y="1108552"/>
                  <a:ext cx="1089360" cy="9864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6" name="Ink 15">
                  <a:extLst>
                    <a:ext uri="{FF2B5EF4-FFF2-40B4-BE49-F238E27FC236}">
                      <a16:creationId xmlns:a16="http://schemas.microsoft.com/office/drawing/2014/main" id="{65911D27-32A5-98A8-4D2E-6255A58F0F9B}"/>
                    </a:ext>
                  </a:extLst>
                </p14:cNvPr>
                <p14:cNvContentPartPr/>
                <p14:nvPr/>
              </p14:nvContentPartPr>
              <p14:xfrm>
                <a:off x="6420037" y="236992"/>
                <a:ext cx="96480" cy="39600"/>
              </p14:xfrm>
            </p:contentPart>
          </mc:Choice>
          <mc:Fallback>
            <p:pic>
              <p:nvPicPr>
                <p:cNvPr id="16" name="Ink 15">
                  <a:extLst>
                    <a:ext uri="{FF2B5EF4-FFF2-40B4-BE49-F238E27FC236}">
                      <a16:creationId xmlns:a16="http://schemas.microsoft.com/office/drawing/2014/main" id="{65911D27-32A5-98A8-4D2E-6255A58F0F9B}"/>
                    </a:ext>
                  </a:extLst>
                </p:cNvPr>
                <p:cNvPicPr/>
                <p:nvPr/>
              </p:nvPicPr>
              <p:blipFill>
                <a:blip r:embed="rId28"/>
                <a:stretch>
                  <a:fillRect/>
                </a:stretch>
              </p:blipFill>
              <p:spPr>
                <a:xfrm>
                  <a:off x="6413917" y="230872"/>
                  <a:ext cx="10872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7" name="Ink 16">
                  <a:extLst>
                    <a:ext uri="{FF2B5EF4-FFF2-40B4-BE49-F238E27FC236}">
                      <a16:creationId xmlns:a16="http://schemas.microsoft.com/office/drawing/2014/main" id="{DD8B0C81-2AC4-1900-5E0E-187DEE1DDEC8}"/>
                    </a:ext>
                  </a:extLst>
                </p14:cNvPr>
                <p14:cNvContentPartPr/>
                <p14:nvPr/>
              </p14:nvContentPartPr>
              <p14:xfrm>
                <a:off x="6377197" y="240232"/>
                <a:ext cx="111600" cy="72720"/>
              </p14:xfrm>
            </p:contentPart>
          </mc:Choice>
          <mc:Fallback>
            <p:pic>
              <p:nvPicPr>
                <p:cNvPr id="17" name="Ink 16">
                  <a:extLst>
                    <a:ext uri="{FF2B5EF4-FFF2-40B4-BE49-F238E27FC236}">
                      <a16:creationId xmlns:a16="http://schemas.microsoft.com/office/drawing/2014/main" id="{DD8B0C81-2AC4-1900-5E0E-187DEE1DDEC8}"/>
                    </a:ext>
                  </a:extLst>
                </p:cNvPr>
                <p:cNvPicPr/>
                <p:nvPr/>
              </p:nvPicPr>
              <p:blipFill>
                <a:blip r:embed="rId30"/>
                <a:stretch>
                  <a:fillRect/>
                </a:stretch>
              </p:blipFill>
              <p:spPr>
                <a:xfrm>
                  <a:off x="6371077" y="234112"/>
                  <a:ext cx="12384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9" name="Ink 18">
                  <a:extLst>
                    <a:ext uri="{FF2B5EF4-FFF2-40B4-BE49-F238E27FC236}">
                      <a16:creationId xmlns:a16="http://schemas.microsoft.com/office/drawing/2014/main" id="{A5AB2EDC-75C4-9A6A-D0B5-B1AABABF0C0C}"/>
                    </a:ext>
                  </a:extLst>
                </p14:cNvPr>
                <p14:cNvContentPartPr/>
                <p14:nvPr/>
              </p14:nvContentPartPr>
              <p14:xfrm>
                <a:off x="6499597" y="319432"/>
                <a:ext cx="11520" cy="6120"/>
              </p14:xfrm>
            </p:contentPart>
          </mc:Choice>
          <mc:Fallback>
            <p:pic>
              <p:nvPicPr>
                <p:cNvPr id="19" name="Ink 18">
                  <a:extLst>
                    <a:ext uri="{FF2B5EF4-FFF2-40B4-BE49-F238E27FC236}">
                      <a16:creationId xmlns:a16="http://schemas.microsoft.com/office/drawing/2014/main" id="{A5AB2EDC-75C4-9A6A-D0B5-B1AABABF0C0C}"/>
                    </a:ext>
                  </a:extLst>
                </p:cNvPr>
                <p:cNvPicPr/>
                <p:nvPr/>
              </p:nvPicPr>
              <p:blipFill>
                <a:blip r:embed="rId32"/>
                <a:stretch>
                  <a:fillRect/>
                </a:stretch>
              </p:blipFill>
              <p:spPr>
                <a:xfrm>
                  <a:off x="6493477" y="313312"/>
                  <a:ext cx="23760" cy="183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0" name="Ink 19">
                  <a:extLst>
                    <a:ext uri="{FF2B5EF4-FFF2-40B4-BE49-F238E27FC236}">
                      <a16:creationId xmlns:a16="http://schemas.microsoft.com/office/drawing/2014/main" id="{8DC97A0E-446B-6C95-807E-1D2E606670DD}"/>
                    </a:ext>
                  </a:extLst>
                </p14:cNvPr>
                <p14:cNvContentPartPr/>
                <p14:nvPr/>
              </p14:nvContentPartPr>
              <p14:xfrm>
                <a:off x="6414997" y="267232"/>
                <a:ext cx="14040" cy="16920"/>
              </p14:xfrm>
            </p:contentPart>
          </mc:Choice>
          <mc:Fallback>
            <p:pic>
              <p:nvPicPr>
                <p:cNvPr id="20" name="Ink 19">
                  <a:extLst>
                    <a:ext uri="{FF2B5EF4-FFF2-40B4-BE49-F238E27FC236}">
                      <a16:creationId xmlns:a16="http://schemas.microsoft.com/office/drawing/2014/main" id="{8DC97A0E-446B-6C95-807E-1D2E606670DD}"/>
                    </a:ext>
                  </a:extLst>
                </p:cNvPr>
                <p:cNvPicPr/>
                <p:nvPr/>
              </p:nvPicPr>
              <p:blipFill>
                <a:blip r:embed="rId34"/>
                <a:stretch>
                  <a:fillRect/>
                </a:stretch>
              </p:blipFill>
              <p:spPr>
                <a:xfrm>
                  <a:off x="6408877" y="261112"/>
                  <a:ext cx="2628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2" name="Ink 21">
                  <a:extLst>
                    <a:ext uri="{FF2B5EF4-FFF2-40B4-BE49-F238E27FC236}">
                      <a16:creationId xmlns:a16="http://schemas.microsoft.com/office/drawing/2014/main" id="{B201B8E0-75AD-D943-E349-BCACA4305298}"/>
                    </a:ext>
                  </a:extLst>
                </p14:cNvPr>
                <p14:cNvContentPartPr/>
                <p14:nvPr/>
              </p14:nvContentPartPr>
              <p14:xfrm>
                <a:off x="6486637" y="2183152"/>
                <a:ext cx="106920" cy="231840"/>
              </p14:xfrm>
            </p:contentPart>
          </mc:Choice>
          <mc:Fallback>
            <p:pic>
              <p:nvPicPr>
                <p:cNvPr id="22" name="Ink 21">
                  <a:extLst>
                    <a:ext uri="{FF2B5EF4-FFF2-40B4-BE49-F238E27FC236}">
                      <a16:creationId xmlns:a16="http://schemas.microsoft.com/office/drawing/2014/main" id="{B201B8E0-75AD-D943-E349-BCACA4305298}"/>
                    </a:ext>
                  </a:extLst>
                </p:cNvPr>
                <p:cNvPicPr/>
                <p:nvPr/>
              </p:nvPicPr>
              <p:blipFill>
                <a:blip r:embed="rId36"/>
                <a:stretch>
                  <a:fillRect/>
                </a:stretch>
              </p:blipFill>
              <p:spPr>
                <a:xfrm>
                  <a:off x="6480517" y="2177032"/>
                  <a:ext cx="11916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3" name="Ink 22">
                  <a:extLst>
                    <a:ext uri="{FF2B5EF4-FFF2-40B4-BE49-F238E27FC236}">
                      <a16:creationId xmlns:a16="http://schemas.microsoft.com/office/drawing/2014/main" id="{15C8763E-64DB-27CA-0D45-E6406A8BC383}"/>
                    </a:ext>
                  </a:extLst>
                </p14:cNvPr>
                <p14:cNvContentPartPr/>
                <p14:nvPr/>
              </p14:nvContentPartPr>
              <p14:xfrm>
                <a:off x="6326077" y="202792"/>
                <a:ext cx="146880" cy="3151440"/>
              </p14:xfrm>
            </p:contentPart>
          </mc:Choice>
          <mc:Fallback>
            <p:pic>
              <p:nvPicPr>
                <p:cNvPr id="23" name="Ink 22">
                  <a:extLst>
                    <a:ext uri="{FF2B5EF4-FFF2-40B4-BE49-F238E27FC236}">
                      <a16:creationId xmlns:a16="http://schemas.microsoft.com/office/drawing/2014/main" id="{15C8763E-64DB-27CA-0D45-E6406A8BC383}"/>
                    </a:ext>
                  </a:extLst>
                </p:cNvPr>
                <p:cNvPicPr/>
                <p:nvPr/>
              </p:nvPicPr>
              <p:blipFill>
                <a:blip r:embed="rId38"/>
                <a:stretch>
                  <a:fillRect/>
                </a:stretch>
              </p:blipFill>
              <p:spPr>
                <a:xfrm>
                  <a:off x="6319957" y="196672"/>
                  <a:ext cx="159120" cy="31636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5" name="Ink 24">
                  <a:extLst>
                    <a:ext uri="{FF2B5EF4-FFF2-40B4-BE49-F238E27FC236}">
                      <a16:creationId xmlns:a16="http://schemas.microsoft.com/office/drawing/2014/main" id="{DED40A7C-4B94-C2C3-00C2-3E1CDB9B8E22}"/>
                    </a:ext>
                  </a:extLst>
                </p14:cNvPr>
                <p14:cNvContentPartPr/>
                <p14:nvPr/>
              </p14:nvContentPartPr>
              <p14:xfrm>
                <a:off x="3350677" y="171832"/>
                <a:ext cx="3080160" cy="90000"/>
              </p14:xfrm>
            </p:contentPart>
          </mc:Choice>
          <mc:Fallback>
            <p:pic>
              <p:nvPicPr>
                <p:cNvPr id="25" name="Ink 24">
                  <a:extLst>
                    <a:ext uri="{FF2B5EF4-FFF2-40B4-BE49-F238E27FC236}">
                      <a16:creationId xmlns:a16="http://schemas.microsoft.com/office/drawing/2014/main" id="{DED40A7C-4B94-C2C3-00C2-3E1CDB9B8E22}"/>
                    </a:ext>
                  </a:extLst>
                </p:cNvPr>
                <p:cNvPicPr/>
                <p:nvPr/>
              </p:nvPicPr>
              <p:blipFill>
                <a:blip r:embed="rId40"/>
                <a:stretch>
                  <a:fillRect/>
                </a:stretch>
              </p:blipFill>
              <p:spPr>
                <a:xfrm>
                  <a:off x="3344557" y="165712"/>
                  <a:ext cx="309240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6" name="Ink 25">
                  <a:extLst>
                    <a:ext uri="{FF2B5EF4-FFF2-40B4-BE49-F238E27FC236}">
                      <a16:creationId xmlns:a16="http://schemas.microsoft.com/office/drawing/2014/main" id="{31C11BB3-1DA2-908F-F81E-16F9E01D6228}"/>
                    </a:ext>
                  </a:extLst>
                </p14:cNvPr>
                <p14:cNvContentPartPr/>
                <p14:nvPr/>
              </p14:nvContentPartPr>
              <p14:xfrm>
                <a:off x="4080397" y="36832"/>
                <a:ext cx="262440" cy="174240"/>
              </p14:xfrm>
            </p:contentPart>
          </mc:Choice>
          <mc:Fallback>
            <p:pic>
              <p:nvPicPr>
                <p:cNvPr id="26" name="Ink 25">
                  <a:extLst>
                    <a:ext uri="{FF2B5EF4-FFF2-40B4-BE49-F238E27FC236}">
                      <a16:creationId xmlns:a16="http://schemas.microsoft.com/office/drawing/2014/main" id="{31C11BB3-1DA2-908F-F81E-16F9E01D6228}"/>
                    </a:ext>
                  </a:extLst>
                </p:cNvPr>
                <p:cNvPicPr/>
                <p:nvPr/>
              </p:nvPicPr>
              <p:blipFill>
                <a:blip r:embed="rId42"/>
                <a:stretch>
                  <a:fillRect/>
                </a:stretch>
              </p:blipFill>
              <p:spPr>
                <a:xfrm>
                  <a:off x="4074277" y="30712"/>
                  <a:ext cx="274680" cy="1864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8" name="Ink 27">
                  <a:extLst>
                    <a:ext uri="{FF2B5EF4-FFF2-40B4-BE49-F238E27FC236}">
                      <a16:creationId xmlns:a16="http://schemas.microsoft.com/office/drawing/2014/main" id="{07636759-BEC1-2989-CF1E-70A6C08FACFB}"/>
                    </a:ext>
                  </a:extLst>
                </p14:cNvPr>
                <p14:cNvContentPartPr/>
                <p14:nvPr/>
              </p14:nvContentPartPr>
              <p14:xfrm>
                <a:off x="6418597" y="1136992"/>
                <a:ext cx="143640" cy="84600"/>
              </p14:xfrm>
            </p:contentPart>
          </mc:Choice>
          <mc:Fallback>
            <p:pic>
              <p:nvPicPr>
                <p:cNvPr id="28" name="Ink 27">
                  <a:extLst>
                    <a:ext uri="{FF2B5EF4-FFF2-40B4-BE49-F238E27FC236}">
                      <a16:creationId xmlns:a16="http://schemas.microsoft.com/office/drawing/2014/main" id="{07636759-BEC1-2989-CF1E-70A6C08FACFB}"/>
                    </a:ext>
                  </a:extLst>
                </p:cNvPr>
                <p:cNvPicPr/>
                <p:nvPr/>
              </p:nvPicPr>
              <p:blipFill>
                <a:blip r:embed="rId44"/>
                <a:stretch>
                  <a:fillRect/>
                </a:stretch>
              </p:blipFill>
              <p:spPr>
                <a:xfrm>
                  <a:off x="6412477" y="1130872"/>
                  <a:ext cx="155880" cy="9684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9" name="Ink 28">
                  <a:extLst>
                    <a:ext uri="{FF2B5EF4-FFF2-40B4-BE49-F238E27FC236}">
                      <a16:creationId xmlns:a16="http://schemas.microsoft.com/office/drawing/2014/main" id="{8D1A8B71-AEB9-838A-4407-239D23F33FB1}"/>
                    </a:ext>
                  </a:extLst>
                </p14:cNvPr>
                <p14:cNvContentPartPr/>
                <p14:nvPr/>
              </p14:nvContentPartPr>
              <p14:xfrm>
                <a:off x="4372357" y="1168312"/>
                <a:ext cx="2102400" cy="117720"/>
              </p14:xfrm>
            </p:contentPart>
          </mc:Choice>
          <mc:Fallback>
            <p:pic>
              <p:nvPicPr>
                <p:cNvPr id="29" name="Ink 28">
                  <a:extLst>
                    <a:ext uri="{FF2B5EF4-FFF2-40B4-BE49-F238E27FC236}">
                      <a16:creationId xmlns:a16="http://schemas.microsoft.com/office/drawing/2014/main" id="{8D1A8B71-AEB9-838A-4407-239D23F33FB1}"/>
                    </a:ext>
                  </a:extLst>
                </p:cNvPr>
                <p:cNvPicPr/>
                <p:nvPr/>
              </p:nvPicPr>
              <p:blipFill>
                <a:blip r:embed="rId46"/>
                <a:stretch>
                  <a:fillRect/>
                </a:stretch>
              </p:blipFill>
              <p:spPr>
                <a:xfrm>
                  <a:off x="4366237" y="1162192"/>
                  <a:ext cx="2114640" cy="12996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1" name="Ink 30">
                  <a:extLst>
                    <a:ext uri="{FF2B5EF4-FFF2-40B4-BE49-F238E27FC236}">
                      <a16:creationId xmlns:a16="http://schemas.microsoft.com/office/drawing/2014/main" id="{EEF81C93-9BAB-206B-B139-CF2516AEF571}"/>
                    </a:ext>
                  </a:extLst>
                </p14:cNvPr>
                <p14:cNvContentPartPr/>
                <p14:nvPr/>
              </p14:nvContentPartPr>
              <p14:xfrm>
                <a:off x="4084717" y="1224112"/>
                <a:ext cx="481320" cy="111600"/>
              </p14:xfrm>
            </p:contentPart>
          </mc:Choice>
          <mc:Fallback>
            <p:pic>
              <p:nvPicPr>
                <p:cNvPr id="31" name="Ink 30">
                  <a:extLst>
                    <a:ext uri="{FF2B5EF4-FFF2-40B4-BE49-F238E27FC236}">
                      <a16:creationId xmlns:a16="http://schemas.microsoft.com/office/drawing/2014/main" id="{EEF81C93-9BAB-206B-B139-CF2516AEF571}"/>
                    </a:ext>
                  </a:extLst>
                </p:cNvPr>
                <p:cNvPicPr/>
                <p:nvPr/>
              </p:nvPicPr>
              <p:blipFill>
                <a:blip r:embed="rId48"/>
                <a:stretch>
                  <a:fillRect/>
                </a:stretch>
              </p:blipFill>
              <p:spPr>
                <a:xfrm>
                  <a:off x="4078597" y="1217992"/>
                  <a:ext cx="493560" cy="1238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2" name="Ink 31">
                  <a:extLst>
                    <a:ext uri="{FF2B5EF4-FFF2-40B4-BE49-F238E27FC236}">
                      <a16:creationId xmlns:a16="http://schemas.microsoft.com/office/drawing/2014/main" id="{8556D647-908E-0E9C-056F-996DBFD9611E}"/>
                    </a:ext>
                  </a:extLst>
                </p14:cNvPr>
                <p14:cNvContentPartPr/>
                <p14:nvPr/>
              </p14:nvContentPartPr>
              <p14:xfrm>
                <a:off x="4436797" y="176512"/>
                <a:ext cx="504720" cy="953640"/>
              </p14:xfrm>
            </p:contentPart>
          </mc:Choice>
          <mc:Fallback>
            <p:pic>
              <p:nvPicPr>
                <p:cNvPr id="32" name="Ink 31">
                  <a:extLst>
                    <a:ext uri="{FF2B5EF4-FFF2-40B4-BE49-F238E27FC236}">
                      <a16:creationId xmlns:a16="http://schemas.microsoft.com/office/drawing/2014/main" id="{8556D647-908E-0E9C-056F-996DBFD9611E}"/>
                    </a:ext>
                  </a:extLst>
                </p:cNvPr>
                <p:cNvPicPr/>
                <p:nvPr/>
              </p:nvPicPr>
              <p:blipFill>
                <a:blip r:embed="rId50"/>
                <a:stretch>
                  <a:fillRect/>
                </a:stretch>
              </p:blipFill>
              <p:spPr>
                <a:xfrm>
                  <a:off x="4430677" y="170392"/>
                  <a:ext cx="516960" cy="9658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3" name="Ink 32">
                  <a:extLst>
                    <a:ext uri="{FF2B5EF4-FFF2-40B4-BE49-F238E27FC236}">
                      <a16:creationId xmlns:a16="http://schemas.microsoft.com/office/drawing/2014/main" id="{75EA0F60-8122-B771-D6A4-8F2C30BB6C10}"/>
                    </a:ext>
                  </a:extLst>
                </p14:cNvPr>
                <p14:cNvContentPartPr/>
                <p14:nvPr/>
              </p14:nvContentPartPr>
              <p14:xfrm>
                <a:off x="4538677" y="834592"/>
                <a:ext cx="346680" cy="410400"/>
              </p14:xfrm>
            </p:contentPart>
          </mc:Choice>
          <mc:Fallback>
            <p:pic>
              <p:nvPicPr>
                <p:cNvPr id="33" name="Ink 32">
                  <a:extLst>
                    <a:ext uri="{FF2B5EF4-FFF2-40B4-BE49-F238E27FC236}">
                      <a16:creationId xmlns:a16="http://schemas.microsoft.com/office/drawing/2014/main" id="{75EA0F60-8122-B771-D6A4-8F2C30BB6C10}"/>
                    </a:ext>
                  </a:extLst>
                </p:cNvPr>
                <p:cNvPicPr/>
                <p:nvPr/>
              </p:nvPicPr>
              <p:blipFill>
                <a:blip r:embed="rId52"/>
                <a:stretch>
                  <a:fillRect/>
                </a:stretch>
              </p:blipFill>
              <p:spPr>
                <a:xfrm>
                  <a:off x="4532557" y="828472"/>
                  <a:ext cx="358920" cy="422640"/>
                </a:xfrm>
                <a:prstGeom prst="rect">
                  <a:avLst/>
                </a:prstGeom>
              </p:spPr>
            </p:pic>
          </mc:Fallback>
        </mc:AlternateContent>
      </p:grpSp>
    </p:spTree>
    <p:extLst>
      <p:ext uri="{BB962C8B-B14F-4D97-AF65-F5344CB8AC3E}">
        <p14:creationId xmlns:p14="http://schemas.microsoft.com/office/powerpoint/2010/main" val="129844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E6D4A597-69BA-3505-F1A7-22B6D6FFF1E6}"/>
            </a:ext>
          </a:extLst>
        </p:cNvPr>
        <p:cNvGrpSpPr/>
        <p:nvPr/>
      </p:nvGrpSpPr>
      <p:grpSpPr>
        <a:xfrm>
          <a:off x="0" y="0"/>
          <a:ext cx="0" cy="0"/>
          <a:chOff x="0" y="0"/>
          <a:chExt cx="0" cy="0"/>
        </a:xfrm>
      </p:grpSpPr>
      <p:sp>
        <p:nvSpPr>
          <p:cNvPr id="103" name="Google Shape;103;p16">
            <a:extLst>
              <a:ext uri="{FF2B5EF4-FFF2-40B4-BE49-F238E27FC236}">
                <a16:creationId xmlns:a16="http://schemas.microsoft.com/office/drawing/2014/main" id="{5530BF24-908B-94B8-AE07-F41927962167}"/>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In Summary</a:t>
            </a:r>
            <a:endParaRPr dirty="0"/>
          </a:p>
        </p:txBody>
      </p:sp>
      <p:pic>
        <p:nvPicPr>
          <p:cNvPr id="2050" name="Picture 2">
            <a:extLst>
              <a:ext uri="{FF2B5EF4-FFF2-40B4-BE49-F238E27FC236}">
                <a16:creationId xmlns:a16="http://schemas.microsoft.com/office/drawing/2014/main" id="{E0229C9D-FB16-23E6-1CFC-7A982E8490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9136" y="1251414"/>
            <a:ext cx="4961964" cy="3411351"/>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04;p16">
            <a:extLst>
              <a:ext uri="{FF2B5EF4-FFF2-40B4-BE49-F238E27FC236}">
                <a16:creationId xmlns:a16="http://schemas.microsoft.com/office/drawing/2014/main" id="{3A55F9A9-010B-4C82-6685-3B7E66DBC7E4}"/>
              </a:ext>
            </a:extLst>
          </p:cNvPr>
          <p:cNvSpPr txBox="1">
            <a:spLocks noGrp="1"/>
          </p:cNvSpPr>
          <p:nvPr>
            <p:ph type="body" idx="1"/>
          </p:nvPr>
        </p:nvSpPr>
        <p:spPr>
          <a:xfrm>
            <a:off x="729450" y="2078875"/>
            <a:ext cx="2591974" cy="2261100"/>
          </a:xfrm>
          <a:prstGeom prst="rect">
            <a:avLst/>
          </a:prstGeom>
        </p:spPr>
        <p:txBody>
          <a:bodyPr spcFirstLastPara="1" wrap="square" lIns="91425" tIns="91425" rIns="91425" bIns="91425" anchor="t" anchorCtr="0">
            <a:normAutofit/>
          </a:bodyPr>
          <a:lstStyle/>
          <a:p>
            <a:pPr marL="171450" lvl="0" indent="-171450" algn="l" rtl="0">
              <a:lnSpc>
                <a:spcPct val="150000"/>
              </a:lnSpc>
              <a:spcBef>
                <a:spcPts val="0"/>
              </a:spcBef>
              <a:spcAft>
                <a:spcPts val="0"/>
              </a:spcAft>
              <a:buFont typeface="Wingdings" panose="05000000000000000000" pitchFamily="2" charset="2"/>
              <a:buChar char="Ø"/>
            </a:pPr>
            <a:r>
              <a:rPr lang="en-GB" sz="1200" dirty="0">
                <a:solidFill>
                  <a:srgbClr val="292929"/>
                </a:solidFill>
                <a:highlight>
                  <a:schemeClr val="lt1"/>
                </a:highlight>
                <a:latin typeface="Arial"/>
                <a:ea typeface="Arial"/>
                <a:cs typeface="Arial"/>
                <a:sym typeface="Arial"/>
              </a:rPr>
              <a:t>The training score is always higher than the validation score. </a:t>
            </a:r>
          </a:p>
          <a:p>
            <a:pPr marL="171450" lvl="0" indent="-171450" algn="l" rtl="0">
              <a:lnSpc>
                <a:spcPct val="150000"/>
              </a:lnSpc>
              <a:spcBef>
                <a:spcPts val="0"/>
              </a:spcBef>
              <a:spcAft>
                <a:spcPts val="0"/>
              </a:spcAft>
              <a:buFont typeface="Wingdings" panose="05000000000000000000" pitchFamily="2" charset="2"/>
              <a:buChar char="Ø"/>
            </a:pPr>
            <a:r>
              <a:rPr lang="en-GB" sz="1200" dirty="0">
                <a:solidFill>
                  <a:srgbClr val="292929"/>
                </a:solidFill>
                <a:highlight>
                  <a:schemeClr val="lt1"/>
                </a:highlight>
                <a:latin typeface="Arial"/>
                <a:ea typeface="Arial"/>
                <a:cs typeface="Arial"/>
                <a:sym typeface="Arial"/>
              </a:rPr>
              <a:t>Low Complexity – High Bias </a:t>
            </a:r>
          </a:p>
          <a:p>
            <a:pPr marL="171450" lvl="0" indent="-171450" algn="l" rtl="0">
              <a:lnSpc>
                <a:spcPct val="150000"/>
              </a:lnSpc>
              <a:spcBef>
                <a:spcPts val="0"/>
              </a:spcBef>
              <a:spcAft>
                <a:spcPts val="0"/>
              </a:spcAft>
              <a:buFont typeface="Wingdings" panose="05000000000000000000" pitchFamily="2" charset="2"/>
              <a:buChar char="Ø"/>
            </a:pPr>
            <a:r>
              <a:rPr lang="en-GB" sz="1200" dirty="0">
                <a:solidFill>
                  <a:srgbClr val="292929"/>
                </a:solidFill>
                <a:highlight>
                  <a:schemeClr val="lt1"/>
                </a:highlight>
                <a:latin typeface="Arial"/>
                <a:ea typeface="Arial"/>
                <a:cs typeface="Arial"/>
                <a:sym typeface="Arial"/>
              </a:rPr>
              <a:t>High Complexity – High Variance</a:t>
            </a:r>
            <a:endParaRPr sz="1200" dirty="0">
              <a:solidFill>
                <a:srgbClr val="292929"/>
              </a:solidFill>
              <a:highlight>
                <a:schemeClr val="lt1"/>
              </a:highlight>
              <a:latin typeface="Arial"/>
              <a:ea typeface="Arial"/>
              <a:cs typeface="Arial"/>
              <a:sym typeface="Arial"/>
            </a:endParaRPr>
          </a:p>
        </p:txBody>
      </p:sp>
      <mc:AlternateContent xmlns:mc="http://schemas.openxmlformats.org/markup-compatibility/2006">
        <mc:Choice xmlns:p14="http://schemas.microsoft.com/office/powerpoint/2010/main" Requires="p14">
          <p:contentPart p14:bwMode="auto" r:id="rId4">
            <p14:nvContentPartPr>
              <p14:cNvPr id="15" name="Ink 14">
                <a:extLst>
                  <a:ext uri="{FF2B5EF4-FFF2-40B4-BE49-F238E27FC236}">
                    <a16:creationId xmlns:a16="http://schemas.microsoft.com/office/drawing/2014/main" id="{FC9E72E0-A9D9-12E1-4DF3-E6901352FE14}"/>
                  </a:ext>
                </a:extLst>
              </p14:cNvPr>
              <p14:cNvContentPartPr/>
              <p14:nvPr/>
            </p14:nvContentPartPr>
            <p14:xfrm>
              <a:off x="1414237" y="3622072"/>
              <a:ext cx="2378160" cy="690480"/>
            </p14:xfrm>
          </p:contentPart>
        </mc:Choice>
        <mc:Fallback>
          <p:pic>
            <p:nvPicPr>
              <p:cNvPr id="15" name="Ink 14">
                <a:extLst>
                  <a:ext uri="{FF2B5EF4-FFF2-40B4-BE49-F238E27FC236}">
                    <a16:creationId xmlns:a16="http://schemas.microsoft.com/office/drawing/2014/main" id="{FC9E72E0-A9D9-12E1-4DF3-E6901352FE14}"/>
                  </a:ext>
                </a:extLst>
              </p:cNvPr>
              <p:cNvPicPr/>
              <p:nvPr/>
            </p:nvPicPr>
            <p:blipFill>
              <a:blip r:embed="rId5"/>
              <a:stretch>
                <a:fillRect/>
              </a:stretch>
            </p:blipFill>
            <p:spPr>
              <a:xfrm>
                <a:off x="1408117" y="3615952"/>
                <a:ext cx="2390400" cy="7027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6" name="Ink 55">
                <a:extLst>
                  <a:ext uri="{FF2B5EF4-FFF2-40B4-BE49-F238E27FC236}">
                    <a16:creationId xmlns:a16="http://schemas.microsoft.com/office/drawing/2014/main" id="{A7974702-52F0-DABD-9CCF-FFE006459C7C}"/>
                  </a:ext>
                </a:extLst>
              </p14:cNvPr>
              <p14:cNvContentPartPr/>
              <p14:nvPr/>
            </p14:nvContentPartPr>
            <p14:xfrm>
              <a:off x="1895917" y="4031752"/>
              <a:ext cx="189000" cy="50760"/>
            </p14:xfrm>
          </p:contentPart>
        </mc:Choice>
        <mc:Fallback>
          <p:pic>
            <p:nvPicPr>
              <p:cNvPr id="56" name="Ink 55">
                <a:extLst>
                  <a:ext uri="{FF2B5EF4-FFF2-40B4-BE49-F238E27FC236}">
                    <a16:creationId xmlns:a16="http://schemas.microsoft.com/office/drawing/2014/main" id="{A7974702-52F0-DABD-9CCF-FFE006459C7C}"/>
                  </a:ext>
                </a:extLst>
              </p:cNvPr>
              <p:cNvPicPr/>
              <p:nvPr/>
            </p:nvPicPr>
            <p:blipFill>
              <a:blip r:embed="rId7"/>
              <a:stretch>
                <a:fillRect/>
              </a:stretch>
            </p:blipFill>
            <p:spPr>
              <a:xfrm>
                <a:off x="1889797" y="4025632"/>
                <a:ext cx="20124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1" name="Ink 70">
                <a:extLst>
                  <a:ext uri="{FF2B5EF4-FFF2-40B4-BE49-F238E27FC236}">
                    <a16:creationId xmlns:a16="http://schemas.microsoft.com/office/drawing/2014/main" id="{1E61FED0-92AC-1726-5657-710018BEE4C0}"/>
                  </a:ext>
                </a:extLst>
              </p14:cNvPr>
              <p14:cNvContentPartPr/>
              <p14:nvPr/>
            </p14:nvContentPartPr>
            <p14:xfrm>
              <a:off x="1001317" y="4094392"/>
              <a:ext cx="369360" cy="145800"/>
            </p14:xfrm>
          </p:contentPart>
        </mc:Choice>
        <mc:Fallback>
          <p:pic>
            <p:nvPicPr>
              <p:cNvPr id="71" name="Ink 70">
                <a:extLst>
                  <a:ext uri="{FF2B5EF4-FFF2-40B4-BE49-F238E27FC236}">
                    <a16:creationId xmlns:a16="http://schemas.microsoft.com/office/drawing/2014/main" id="{1E61FED0-92AC-1726-5657-710018BEE4C0}"/>
                  </a:ext>
                </a:extLst>
              </p:cNvPr>
              <p:cNvPicPr/>
              <p:nvPr/>
            </p:nvPicPr>
            <p:blipFill>
              <a:blip r:embed="rId9"/>
              <a:stretch>
                <a:fillRect/>
              </a:stretch>
            </p:blipFill>
            <p:spPr>
              <a:xfrm>
                <a:off x="995197" y="4088272"/>
                <a:ext cx="38160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3" name="Ink 72">
                <a:extLst>
                  <a:ext uri="{FF2B5EF4-FFF2-40B4-BE49-F238E27FC236}">
                    <a16:creationId xmlns:a16="http://schemas.microsoft.com/office/drawing/2014/main" id="{919F75C3-B080-E598-2D83-6BAF2C4BF6D1}"/>
                  </a:ext>
                </a:extLst>
              </p14:cNvPr>
              <p14:cNvContentPartPr/>
              <p14:nvPr/>
            </p14:nvContentPartPr>
            <p14:xfrm>
              <a:off x="1016437" y="4316872"/>
              <a:ext cx="316800" cy="96480"/>
            </p14:xfrm>
          </p:contentPart>
        </mc:Choice>
        <mc:Fallback>
          <p:pic>
            <p:nvPicPr>
              <p:cNvPr id="73" name="Ink 72">
                <a:extLst>
                  <a:ext uri="{FF2B5EF4-FFF2-40B4-BE49-F238E27FC236}">
                    <a16:creationId xmlns:a16="http://schemas.microsoft.com/office/drawing/2014/main" id="{919F75C3-B080-E598-2D83-6BAF2C4BF6D1}"/>
                  </a:ext>
                </a:extLst>
              </p:cNvPr>
              <p:cNvPicPr/>
              <p:nvPr/>
            </p:nvPicPr>
            <p:blipFill>
              <a:blip r:embed="rId11"/>
              <a:stretch>
                <a:fillRect/>
              </a:stretch>
            </p:blipFill>
            <p:spPr>
              <a:xfrm>
                <a:off x="1010317" y="4310752"/>
                <a:ext cx="329040" cy="108720"/>
              </a:xfrm>
              <a:prstGeom prst="rect">
                <a:avLst/>
              </a:prstGeom>
            </p:spPr>
          </p:pic>
        </mc:Fallback>
      </mc:AlternateContent>
      <p:grpSp>
        <p:nvGrpSpPr>
          <p:cNvPr id="82" name="Group 81">
            <a:extLst>
              <a:ext uri="{FF2B5EF4-FFF2-40B4-BE49-F238E27FC236}">
                <a16:creationId xmlns:a16="http://schemas.microsoft.com/office/drawing/2014/main" id="{6A1AB410-1729-847E-B7B9-66BE29F34FF2}"/>
              </a:ext>
            </a:extLst>
          </p:cNvPr>
          <p:cNvGrpSpPr/>
          <p:nvPr/>
        </p:nvGrpSpPr>
        <p:grpSpPr>
          <a:xfrm>
            <a:off x="3974557" y="4347472"/>
            <a:ext cx="1715760" cy="1026000"/>
            <a:chOff x="3974557" y="4347472"/>
            <a:chExt cx="1715760" cy="1026000"/>
          </a:xfrm>
        </p:grpSpPr>
        <mc:AlternateContent xmlns:mc="http://schemas.openxmlformats.org/markup-compatibility/2006">
          <mc:Choice xmlns:p14="http://schemas.microsoft.com/office/powerpoint/2010/main" Requires="p14">
            <p:contentPart p14:bwMode="auto" r:id="rId12">
              <p14:nvContentPartPr>
                <p14:cNvPr id="75" name="Ink 74">
                  <a:extLst>
                    <a:ext uri="{FF2B5EF4-FFF2-40B4-BE49-F238E27FC236}">
                      <a16:creationId xmlns:a16="http://schemas.microsoft.com/office/drawing/2014/main" id="{1CDB94B4-2D76-CE36-A2D4-BE397FE8BCD3}"/>
                    </a:ext>
                  </a:extLst>
                </p14:cNvPr>
                <p14:cNvContentPartPr/>
                <p14:nvPr/>
              </p14:nvContentPartPr>
              <p14:xfrm>
                <a:off x="4303237" y="4705312"/>
                <a:ext cx="452160" cy="578520"/>
              </p14:xfrm>
            </p:contentPart>
          </mc:Choice>
          <mc:Fallback>
            <p:pic>
              <p:nvPicPr>
                <p:cNvPr id="75" name="Ink 74">
                  <a:extLst>
                    <a:ext uri="{FF2B5EF4-FFF2-40B4-BE49-F238E27FC236}">
                      <a16:creationId xmlns:a16="http://schemas.microsoft.com/office/drawing/2014/main" id="{1CDB94B4-2D76-CE36-A2D4-BE397FE8BCD3}"/>
                    </a:ext>
                  </a:extLst>
                </p:cNvPr>
                <p:cNvPicPr/>
                <p:nvPr/>
              </p:nvPicPr>
              <p:blipFill>
                <a:blip r:embed="rId13"/>
                <a:stretch>
                  <a:fillRect/>
                </a:stretch>
              </p:blipFill>
              <p:spPr>
                <a:xfrm>
                  <a:off x="4297117" y="4699192"/>
                  <a:ext cx="464400" cy="5907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76" name="Ink 75">
                  <a:extLst>
                    <a:ext uri="{FF2B5EF4-FFF2-40B4-BE49-F238E27FC236}">
                      <a16:creationId xmlns:a16="http://schemas.microsoft.com/office/drawing/2014/main" id="{054DFCF1-AFA0-ED7D-D388-8163E67C3186}"/>
                    </a:ext>
                  </a:extLst>
                </p14:cNvPr>
                <p14:cNvContentPartPr/>
                <p14:nvPr/>
              </p14:nvContentPartPr>
              <p14:xfrm>
                <a:off x="4809397" y="4751032"/>
                <a:ext cx="282240" cy="55440"/>
              </p14:xfrm>
            </p:contentPart>
          </mc:Choice>
          <mc:Fallback>
            <p:pic>
              <p:nvPicPr>
                <p:cNvPr id="76" name="Ink 75">
                  <a:extLst>
                    <a:ext uri="{FF2B5EF4-FFF2-40B4-BE49-F238E27FC236}">
                      <a16:creationId xmlns:a16="http://schemas.microsoft.com/office/drawing/2014/main" id="{054DFCF1-AFA0-ED7D-D388-8163E67C3186}"/>
                    </a:ext>
                  </a:extLst>
                </p:cNvPr>
                <p:cNvPicPr/>
                <p:nvPr/>
              </p:nvPicPr>
              <p:blipFill>
                <a:blip r:embed="rId15"/>
                <a:stretch>
                  <a:fillRect/>
                </a:stretch>
              </p:blipFill>
              <p:spPr>
                <a:xfrm>
                  <a:off x="4803277" y="4744912"/>
                  <a:ext cx="294480" cy="676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78" name="Ink 77">
                  <a:extLst>
                    <a:ext uri="{FF2B5EF4-FFF2-40B4-BE49-F238E27FC236}">
                      <a16:creationId xmlns:a16="http://schemas.microsoft.com/office/drawing/2014/main" id="{B6E21510-64B8-8015-7863-F46232492E4E}"/>
                    </a:ext>
                  </a:extLst>
                </p14:cNvPr>
                <p14:cNvContentPartPr/>
                <p14:nvPr/>
              </p14:nvContentPartPr>
              <p14:xfrm>
                <a:off x="5093077" y="4650232"/>
                <a:ext cx="438840" cy="723240"/>
              </p14:xfrm>
            </p:contentPart>
          </mc:Choice>
          <mc:Fallback>
            <p:pic>
              <p:nvPicPr>
                <p:cNvPr id="78" name="Ink 77">
                  <a:extLst>
                    <a:ext uri="{FF2B5EF4-FFF2-40B4-BE49-F238E27FC236}">
                      <a16:creationId xmlns:a16="http://schemas.microsoft.com/office/drawing/2014/main" id="{B6E21510-64B8-8015-7863-F46232492E4E}"/>
                    </a:ext>
                  </a:extLst>
                </p:cNvPr>
                <p:cNvPicPr/>
                <p:nvPr/>
              </p:nvPicPr>
              <p:blipFill>
                <a:blip r:embed="rId17"/>
                <a:stretch>
                  <a:fillRect/>
                </a:stretch>
              </p:blipFill>
              <p:spPr>
                <a:xfrm>
                  <a:off x="5086957" y="4644112"/>
                  <a:ext cx="451080" cy="7354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79" name="Ink 78">
                  <a:extLst>
                    <a:ext uri="{FF2B5EF4-FFF2-40B4-BE49-F238E27FC236}">
                      <a16:creationId xmlns:a16="http://schemas.microsoft.com/office/drawing/2014/main" id="{BC43B3A7-1042-B121-F57D-80E58EF16F5C}"/>
                    </a:ext>
                  </a:extLst>
                </p14:cNvPr>
                <p14:cNvContentPartPr/>
                <p14:nvPr/>
              </p14:nvContentPartPr>
              <p14:xfrm>
                <a:off x="5328517" y="4385992"/>
                <a:ext cx="109080" cy="142920"/>
              </p14:xfrm>
            </p:contentPart>
          </mc:Choice>
          <mc:Fallback>
            <p:pic>
              <p:nvPicPr>
                <p:cNvPr id="79" name="Ink 78">
                  <a:extLst>
                    <a:ext uri="{FF2B5EF4-FFF2-40B4-BE49-F238E27FC236}">
                      <a16:creationId xmlns:a16="http://schemas.microsoft.com/office/drawing/2014/main" id="{BC43B3A7-1042-B121-F57D-80E58EF16F5C}"/>
                    </a:ext>
                  </a:extLst>
                </p:cNvPr>
                <p:cNvPicPr/>
                <p:nvPr/>
              </p:nvPicPr>
              <p:blipFill>
                <a:blip r:embed="rId19"/>
                <a:stretch>
                  <a:fillRect/>
                </a:stretch>
              </p:blipFill>
              <p:spPr>
                <a:xfrm>
                  <a:off x="5322397" y="4379872"/>
                  <a:ext cx="121320" cy="1551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0" name="Ink 79">
                  <a:extLst>
                    <a:ext uri="{FF2B5EF4-FFF2-40B4-BE49-F238E27FC236}">
                      <a16:creationId xmlns:a16="http://schemas.microsoft.com/office/drawing/2014/main" id="{C1961292-6A8E-8DB9-1C4F-58214E289715}"/>
                    </a:ext>
                  </a:extLst>
                </p14:cNvPr>
                <p14:cNvContentPartPr/>
                <p14:nvPr/>
              </p14:nvContentPartPr>
              <p14:xfrm>
                <a:off x="5467837" y="4347472"/>
                <a:ext cx="222480" cy="765000"/>
              </p14:xfrm>
            </p:contentPart>
          </mc:Choice>
          <mc:Fallback>
            <p:pic>
              <p:nvPicPr>
                <p:cNvPr id="80" name="Ink 79">
                  <a:extLst>
                    <a:ext uri="{FF2B5EF4-FFF2-40B4-BE49-F238E27FC236}">
                      <a16:creationId xmlns:a16="http://schemas.microsoft.com/office/drawing/2014/main" id="{C1961292-6A8E-8DB9-1C4F-58214E289715}"/>
                    </a:ext>
                  </a:extLst>
                </p:cNvPr>
                <p:cNvPicPr/>
                <p:nvPr/>
              </p:nvPicPr>
              <p:blipFill>
                <a:blip r:embed="rId21"/>
                <a:stretch>
                  <a:fillRect/>
                </a:stretch>
              </p:blipFill>
              <p:spPr>
                <a:xfrm>
                  <a:off x="5461717" y="4341352"/>
                  <a:ext cx="234720" cy="77724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81" name="Ink 80">
                  <a:extLst>
                    <a:ext uri="{FF2B5EF4-FFF2-40B4-BE49-F238E27FC236}">
                      <a16:creationId xmlns:a16="http://schemas.microsoft.com/office/drawing/2014/main" id="{E5C6244D-95FC-8905-AF65-02E396214326}"/>
                    </a:ext>
                  </a:extLst>
                </p14:cNvPr>
                <p14:cNvContentPartPr/>
                <p14:nvPr/>
              </p14:nvContentPartPr>
              <p14:xfrm>
                <a:off x="3974557" y="4497952"/>
                <a:ext cx="169200" cy="624240"/>
              </p14:xfrm>
            </p:contentPart>
          </mc:Choice>
          <mc:Fallback>
            <p:pic>
              <p:nvPicPr>
                <p:cNvPr id="81" name="Ink 80">
                  <a:extLst>
                    <a:ext uri="{FF2B5EF4-FFF2-40B4-BE49-F238E27FC236}">
                      <a16:creationId xmlns:a16="http://schemas.microsoft.com/office/drawing/2014/main" id="{E5C6244D-95FC-8905-AF65-02E396214326}"/>
                    </a:ext>
                  </a:extLst>
                </p:cNvPr>
                <p:cNvPicPr/>
                <p:nvPr/>
              </p:nvPicPr>
              <p:blipFill>
                <a:blip r:embed="rId23"/>
                <a:stretch>
                  <a:fillRect/>
                </a:stretch>
              </p:blipFill>
              <p:spPr>
                <a:xfrm>
                  <a:off x="3968437" y="4491832"/>
                  <a:ext cx="181440" cy="636480"/>
                </a:xfrm>
                <a:prstGeom prst="rect">
                  <a:avLst/>
                </a:prstGeom>
              </p:spPr>
            </p:pic>
          </mc:Fallback>
        </mc:AlternateContent>
      </p:grpSp>
      <p:grpSp>
        <p:nvGrpSpPr>
          <p:cNvPr id="98" name="Group 97">
            <a:extLst>
              <a:ext uri="{FF2B5EF4-FFF2-40B4-BE49-F238E27FC236}">
                <a16:creationId xmlns:a16="http://schemas.microsoft.com/office/drawing/2014/main" id="{601AFDF8-8896-DA93-B71A-50D663FC883A}"/>
              </a:ext>
            </a:extLst>
          </p:cNvPr>
          <p:cNvGrpSpPr/>
          <p:nvPr/>
        </p:nvGrpSpPr>
        <p:grpSpPr>
          <a:xfrm>
            <a:off x="290677" y="3492112"/>
            <a:ext cx="3857040" cy="1754640"/>
            <a:chOff x="290677" y="3492112"/>
            <a:chExt cx="3857040" cy="1754640"/>
          </a:xfrm>
        </p:grpSpPr>
        <mc:AlternateContent xmlns:mc="http://schemas.openxmlformats.org/markup-compatibility/2006">
          <mc:Choice xmlns:p14="http://schemas.microsoft.com/office/powerpoint/2010/main" Requires="p14">
            <p:contentPart p14:bwMode="auto" r:id="rId24">
              <p14:nvContentPartPr>
                <p14:cNvPr id="36" name="Ink 35">
                  <a:extLst>
                    <a:ext uri="{FF2B5EF4-FFF2-40B4-BE49-F238E27FC236}">
                      <a16:creationId xmlns:a16="http://schemas.microsoft.com/office/drawing/2014/main" id="{80A65382-7F4E-D730-EC40-3133434EF150}"/>
                    </a:ext>
                  </a:extLst>
                </p14:cNvPr>
                <p14:cNvContentPartPr/>
                <p14:nvPr/>
              </p14:nvContentPartPr>
              <p14:xfrm>
                <a:off x="3511957" y="3703072"/>
                <a:ext cx="70560" cy="124560"/>
              </p14:xfrm>
            </p:contentPart>
          </mc:Choice>
          <mc:Fallback>
            <p:pic>
              <p:nvPicPr>
                <p:cNvPr id="36" name="Ink 35">
                  <a:extLst>
                    <a:ext uri="{FF2B5EF4-FFF2-40B4-BE49-F238E27FC236}">
                      <a16:creationId xmlns:a16="http://schemas.microsoft.com/office/drawing/2014/main" id="{80A65382-7F4E-D730-EC40-3133434EF150}"/>
                    </a:ext>
                  </a:extLst>
                </p:cNvPr>
                <p:cNvPicPr/>
                <p:nvPr/>
              </p:nvPicPr>
              <p:blipFill>
                <a:blip r:embed="rId25"/>
                <a:stretch>
                  <a:fillRect/>
                </a:stretch>
              </p:blipFill>
              <p:spPr>
                <a:xfrm>
                  <a:off x="3505837" y="3696952"/>
                  <a:ext cx="82800" cy="136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1" name="Ink 30">
                  <a:extLst>
                    <a:ext uri="{FF2B5EF4-FFF2-40B4-BE49-F238E27FC236}">
                      <a16:creationId xmlns:a16="http://schemas.microsoft.com/office/drawing/2014/main" id="{A3DF63D2-DF6C-BF35-B6AF-93960FCF2D6B}"/>
                    </a:ext>
                  </a:extLst>
                </p14:cNvPr>
                <p14:cNvContentPartPr/>
                <p14:nvPr/>
              </p14:nvContentPartPr>
              <p14:xfrm>
                <a:off x="1898797" y="4185472"/>
                <a:ext cx="129600" cy="102240"/>
              </p14:xfrm>
            </p:contentPart>
          </mc:Choice>
          <mc:Fallback>
            <p:pic>
              <p:nvPicPr>
                <p:cNvPr id="31" name="Ink 30">
                  <a:extLst>
                    <a:ext uri="{FF2B5EF4-FFF2-40B4-BE49-F238E27FC236}">
                      <a16:creationId xmlns:a16="http://schemas.microsoft.com/office/drawing/2014/main" id="{A3DF63D2-DF6C-BF35-B6AF-93960FCF2D6B}"/>
                    </a:ext>
                  </a:extLst>
                </p:cNvPr>
                <p:cNvPicPr/>
                <p:nvPr/>
              </p:nvPicPr>
              <p:blipFill>
                <a:blip r:embed="rId27"/>
                <a:stretch>
                  <a:fillRect/>
                </a:stretch>
              </p:blipFill>
              <p:spPr>
                <a:xfrm>
                  <a:off x="1892677" y="4179352"/>
                  <a:ext cx="141840" cy="1144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2" name="Ink 31">
                  <a:extLst>
                    <a:ext uri="{FF2B5EF4-FFF2-40B4-BE49-F238E27FC236}">
                      <a16:creationId xmlns:a16="http://schemas.microsoft.com/office/drawing/2014/main" id="{A0579506-A9A4-198E-C1F1-A5CE7F02A05A}"/>
                    </a:ext>
                  </a:extLst>
                </p14:cNvPr>
                <p14:cNvContentPartPr/>
                <p14:nvPr/>
              </p14:nvContentPartPr>
              <p14:xfrm>
                <a:off x="2262397" y="4112752"/>
                <a:ext cx="138240" cy="115560"/>
              </p14:xfrm>
            </p:contentPart>
          </mc:Choice>
          <mc:Fallback>
            <p:pic>
              <p:nvPicPr>
                <p:cNvPr id="32" name="Ink 31">
                  <a:extLst>
                    <a:ext uri="{FF2B5EF4-FFF2-40B4-BE49-F238E27FC236}">
                      <a16:creationId xmlns:a16="http://schemas.microsoft.com/office/drawing/2014/main" id="{A0579506-A9A4-198E-C1F1-A5CE7F02A05A}"/>
                    </a:ext>
                  </a:extLst>
                </p:cNvPr>
                <p:cNvPicPr/>
                <p:nvPr/>
              </p:nvPicPr>
              <p:blipFill>
                <a:blip r:embed="rId29"/>
                <a:stretch>
                  <a:fillRect/>
                </a:stretch>
              </p:blipFill>
              <p:spPr>
                <a:xfrm>
                  <a:off x="2256277" y="4106632"/>
                  <a:ext cx="150480" cy="12780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4" name="Ink 33">
                  <a:extLst>
                    <a:ext uri="{FF2B5EF4-FFF2-40B4-BE49-F238E27FC236}">
                      <a16:creationId xmlns:a16="http://schemas.microsoft.com/office/drawing/2014/main" id="{CEA5AD3A-C579-280C-3185-A9B4AC197F37}"/>
                    </a:ext>
                  </a:extLst>
                </p14:cNvPr>
                <p14:cNvContentPartPr/>
                <p14:nvPr/>
              </p14:nvContentPartPr>
              <p14:xfrm>
                <a:off x="2797717" y="4164952"/>
                <a:ext cx="55440" cy="96120"/>
              </p14:xfrm>
            </p:contentPart>
          </mc:Choice>
          <mc:Fallback>
            <p:pic>
              <p:nvPicPr>
                <p:cNvPr id="34" name="Ink 33">
                  <a:extLst>
                    <a:ext uri="{FF2B5EF4-FFF2-40B4-BE49-F238E27FC236}">
                      <a16:creationId xmlns:a16="http://schemas.microsoft.com/office/drawing/2014/main" id="{CEA5AD3A-C579-280C-3185-A9B4AC197F37}"/>
                    </a:ext>
                  </a:extLst>
                </p:cNvPr>
                <p:cNvPicPr/>
                <p:nvPr/>
              </p:nvPicPr>
              <p:blipFill>
                <a:blip r:embed="rId31"/>
                <a:stretch>
                  <a:fillRect/>
                </a:stretch>
              </p:blipFill>
              <p:spPr>
                <a:xfrm>
                  <a:off x="2791597" y="4158832"/>
                  <a:ext cx="67680" cy="1083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5" name="Ink 34">
                  <a:extLst>
                    <a:ext uri="{FF2B5EF4-FFF2-40B4-BE49-F238E27FC236}">
                      <a16:creationId xmlns:a16="http://schemas.microsoft.com/office/drawing/2014/main" id="{44395B2A-CA6E-C2D1-0D36-63D56DC78B4A}"/>
                    </a:ext>
                  </a:extLst>
                </p14:cNvPr>
                <p14:cNvContentPartPr/>
                <p14:nvPr/>
              </p14:nvContentPartPr>
              <p14:xfrm>
                <a:off x="3151957" y="4079272"/>
                <a:ext cx="59760" cy="95760"/>
              </p14:xfrm>
            </p:contentPart>
          </mc:Choice>
          <mc:Fallback>
            <p:pic>
              <p:nvPicPr>
                <p:cNvPr id="35" name="Ink 34">
                  <a:extLst>
                    <a:ext uri="{FF2B5EF4-FFF2-40B4-BE49-F238E27FC236}">
                      <a16:creationId xmlns:a16="http://schemas.microsoft.com/office/drawing/2014/main" id="{44395B2A-CA6E-C2D1-0D36-63D56DC78B4A}"/>
                    </a:ext>
                  </a:extLst>
                </p:cNvPr>
                <p:cNvPicPr/>
                <p:nvPr/>
              </p:nvPicPr>
              <p:blipFill>
                <a:blip r:embed="rId33"/>
                <a:stretch>
                  <a:fillRect/>
                </a:stretch>
              </p:blipFill>
              <p:spPr>
                <a:xfrm>
                  <a:off x="3145837" y="4073152"/>
                  <a:ext cx="72000" cy="10800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8" name="Ink 37">
                  <a:extLst>
                    <a:ext uri="{FF2B5EF4-FFF2-40B4-BE49-F238E27FC236}">
                      <a16:creationId xmlns:a16="http://schemas.microsoft.com/office/drawing/2014/main" id="{345F6541-2DBD-F381-3E35-C933911FA496}"/>
                    </a:ext>
                  </a:extLst>
                </p14:cNvPr>
                <p14:cNvContentPartPr/>
                <p14:nvPr/>
              </p14:nvContentPartPr>
              <p14:xfrm>
                <a:off x="1941637" y="4243792"/>
                <a:ext cx="38160" cy="234720"/>
              </p14:xfrm>
            </p:contentPart>
          </mc:Choice>
          <mc:Fallback>
            <p:pic>
              <p:nvPicPr>
                <p:cNvPr id="38" name="Ink 37">
                  <a:extLst>
                    <a:ext uri="{FF2B5EF4-FFF2-40B4-BE49-F238E27FC236}">
                      <a16:creationId xmlns:a16="http://schemas.microsoft.com/office/drawing/2014/main" id="{345F6541-2DBD-F381-3E35-C933911FA496}"/>
                    </a:ext>
                  </a:extLst>
                </p:cNvPr>
                <p:cNvPicPr/>
                <p:nvPr/>
              </p:nvPicPr>
              <p:blipFill>
                <a:blip r:embed="rId35"/>
                <a:stretch>
                  <a:fillRect/>
                </a:stretch>
              </p:blipFill>
              <p:spPr>
                <a:xfrm>
                  <a:off x="1935517" y="4237672"/>
                  <a:ext cx="50400" cy="2469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9" name="Ink 38">
                  <a:extLst>
                    <a:ext uri="{FF2B5EF4-FFF2-40B4-BE49-F238E27FC236}">
                      <a16:creationId xmlns:a16="http://schemas.microsoft.com/office/drawing/2014/main" id="{B570671F-A47C-2F4B-A3C3-5FD5FB588F48}"/>
                    </a:ext>
                  </a:extLst>
                </p14:cNvPr>
                <p14:cNvContentPartPr/>
                <p14:nvPr/>
              </p14:nvContentPartPr>
              <p14:xfrm>
                <a:off x="529717" y="4224352"/>
                <a:ext cx="1437480" cy="214200"/>
              </p14:xfrm>
            </p:contentPart>
          </mc:Choice>
          <mc:Fallback>
            <p:pic>
              <p:nvPicPr>
                <p:cNvPr id="39" name="Ink 38">
                  <a:extLst>
                    <a:ext uri="{FF2B5EF4-FFF2-40B4-BE49-F238E27FC236}">
                      <a16:creationId xmlns:a16="http://schemas.microsoft.com/office/drawing/2014/main" id="{B570671F-A47C-2F4B-A3C3-5FD5FB588F48}"/>
                    </a:ext>
                  </a:extLst>
                </p:cNvPr>
                <p:cNvPicPr/>
                <p:nvPr/>
              </p:nvPicPr>
              <p:blipFill>
                <a:blip r:embed="rId37"/>
                <a:stretch>
                  <a:fillRect/>
                </a:stretch>
              </p:blipFill>
              <p:spPr>
                <a:xfrm>
                  <a:off x="523597" y="4218232"/>
                  <a:ext cx="1449720" cy="2264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0" name="Ink 39">
                  <a:extLst>
                    <a:ext uri="{FF2B5EF4-FFF2-40B4-BE49-F238E27FC236}">
                      <a16:creationId xmlns:a16="http://schemas.microsoft.com/office/drawing/2014/main" id="{D8EA54D9-5076-CE68-A465-B1FCB09E0D09}"/>
                    </a:ext>
                  </a:extLst>
                </p14:cNvPr>
                <p14:cNvContentPartPr/>
                <p14:nvPr/>
              </p14:nvContentPartPr>
              <p14:xfrm>
                <a:off x="1918237" y="4063792"/>
                <a:ext cx="34920" cy="235440"/>
              </p14:xfrm>
            </p:contentPart>
          </mc:Choice>
          <mc:Fallback>
            <p:pic>
              <p:nvPicPr>
                <p:cNvPr id="40" name="Ink 39">
                  <a:extLst>
                    <a:ext uri="{FF2B5EF4-FFF2-40B4-BE49-F238E27FC236}">
                      <a16:creationId xmlns:a16="http://schemas.microsoft.com/office/drawing/2014/main" id="{D8EA54D9-5076-CE68-A465-B1FCB09E0D09}"/>
                    </a:ext>
                  </a:extLst>
                </p:cNvPr>
                <p:cNvPicPr/>
                <p:nvPr/>
              </p:nvPicPr>
              <p:blipFill>
                <a:blip r:embed="rId39"/>
                <a:stretch>
                  <a:fillRect/>
                </a:stretch>
              </p:blipFill>
              <p:spPr>
                <a:xfrm>
                  <a:off x="1912117" y="4057672"/>
                  <a:ext cx="4716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1" name="Ink 40">
                  <a:extLst>
                    <a:ext uri="{FF2B5EF4-FFF2-40B4-BE49-F238E27FC236}">
                      <a16:creationId xmlns:a16="http://schemas.microsoft.com/office/drawing/2014/main" id="{80E0EC00-3994-51CC-6126-326E65CCBE83}"/>
                    </a:ext>
                  </a:extLst>
                </p14:cNvPr>
                <p14:cNvContentPartPr/>
                <p14:nvPr/>
              </p14:nvContentPartPr>
              <p14:xfrm>
                <a:off x="290677" y="4057672"/>
                <a:ext cx="1683360" cy="250920"/>
              </p14:xfrm>
            </p:contentPart>
          </mc:Choice>
          <mc:Fallback>
            <p:pic>
              <p:nvPicPr>
                <p:cNvPr id="41" name="Ink 40">
                  <a:extLst>
                    <a:ext uri="{FF2B5EF4-FFF2-40B4-BE49-F238E27FC236}">
                      <a16:creationId xmlns:a16="http://schemas.microsoft.com/office/drawing/2014/main" id="{80E0EC00-3994-51CC-6126-326E65CCBE83}"/>
                    </a:ext>
                  </a:extLst>
                </p:cNvPr>
                <p:cNvPicPr/>
                <p:nvPr/>
              </p:nvPicPr>
              <p:blipFill>
                <a:blip r:embed="rId41"/>
                <a:stretch>
                  <a:fillRect/>
                </a:stretch>
              </p:blipFill>
              <p:spPr>
                <a:xfrm>
                  <a:off x="284557" y="4051552"/>
                  <a:ext cx="169560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3" name="Ink 42">
                  <a:extLst>
                    <a:ext uri="{FF2B5EF4-FFF2-40B4-BE49-F238E27FC236}">
                      <a16:creationId xmlns:a16="http://schemas.microsoft.com/office/drawing/2014/main" id="{E1F8A999-0940-A514-7F0A-4B1D9B266B55}"/>
                    </a:ext>
                  </a:extLst>
                </p14:cNvPr>
                <p14:cNvContentPartPr/>
                <p14:nvPr/>
              </p14:nvContentPartPr>
              <p14:xfrm>
                <a:off x="935077" y="4171072"/>
                <a:ext cx="186120" cy="199080"/>
              </p14:xfrm>
            </p:contentPart>
          </mc:Choice>
          <mc:Fallback>
            <p:pic>
              <p:nvPicPr>
                <p:cNvPr id="43" name="Ink 42">
                  <a:extLst>
                    <a:ext uri="{FF2B5EF4-FFF2-40B4-BE49-F238E27FC236}">
                      <a16:creationId xmlns:a16="http://schemas.microsoft.com/office/drawing/2014/main" id="{E1F8A999-0940-A514-7F0A-4B1D9B266B55}"/>
                    </a:ext>
                  </a:extLst>
                </p:cNvPr>
                <p:cNvPicPr/>
                <p:nvPr/>
              </p:nvPicPr>
              <p:blipFill>
                <a:blip r:embed="rId43"/>
                <a:stretch>
                  <a:fillRect/>
                </a:stretch>
              </p:blipFill>
              <p:spPr>
                <a:xfrm>
                  <a:off x="928957" y="4164952"/>
                  <a:ext cx="19836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4" name="Ink 43">
                  <a:extLst>
                    <a:ext uri="{FF2B5EF4-FFF2-40B4-BE49-F238E27FC236}">
                      <a16:creationId xmlns:a16="http://schemas.microsoft.com/office/drawing/2014/main" id="{5568B01F-C011-807D-F2C4-9E368D026E39}"/>
                    </a:ext>
                  </a:extLst>
                </p14:cNvPr>
                <p14:cNvContentPartPr/>
                <p14:nvPr/>
              </p14:nvContentPartPr>
              <p14:xfrm>
                <a:off x="908797" y="4339192"/>
                <a:ext cx="139320" cy="48960"/>
              </p14:xfrm>
            </p:contentPart>
          </mc:Choice>
          <mc:Fallback>
            <p:pic>
              <p:nvPicPr>
                <p:cNvPr id="44" name="Ink 43">
                  <a:extLst>
                    <a:ext uri="{FF2B5EF4-FFF2-40B4-BE49-F238E27FC236}">
                      <a16:creationId xmlns:a16="http://schemas.microsoft.com/office/drawing/2014/main" id="{5568B01F-C011-807D-F2C4-9E368D026E39}"/>
                    </a:ext>
                  </a:extLst>
                </p:cNvPr>
                <p:cNvPicPr/>
                <p:nvPr/>
              </p:nvPicPr>
              <p:blipFill>
                <a:blip r:embed="rId45"/>
                <a:stretch>
                  <a:fillRect/>
                </a:stretch>
              </p:blipFill>
              <p:spPr>
                <a:xfrm>
                  <a:off x="902677" y="4333072"/>
                  <a:ext cx="15156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6" name="Ink 45">
                  <a:extLst>
                    <a:ext uri="{FF2B5EF4-FFF2-40B4-BE49-F238E27FC236}">
                      <a16:creationId xmlns:a16="http://schemas.microsoft.com/office/drawing/2014/main" id="{A128BC1B-7871-C9C7-B42D-4779E5E88374}"/>
                    </a:ext>
                  </a:extLst>
                </p14:cNvPr>
                <p14:cNvContentPartPr/>
                <p14:nvPr/>
              </p14:nvContentPartPr>
              <p14:xfrm>
                <a:off x="2320357" y="3950752"/>
                <a:ext cx="70920" cy="505440"/>
              </p14:xfrm>
            </p:contentPart>
          </mc:Choice>
          <mc:Fallback>
            <p:pic>
              <p:nvPicPr>
                <p:cNvPr id="46" name="Ink 45">
                  <a:extLst>
                    <a:ext uri="{FF2B5EF4-FFF2-40B4-BE49-F238E27FC236}">
                      <a16:creationId xmlns:a16="http://schemas.microsoft.com/office/drawing/2014/main" id="{A128BC1B-7871-C9C7-B42D-4779E5E88374}"/>
                    </a:ext>
                  </a:extLst>
                </p:cNvPr>
                <p:cNvPicPr/>
                <p:nvPr/>
              </p:nvPicPr>
              <p:blipFill>
                <a:blip r:embed="rId47"/>
                <a:stretch>
                  <a:fillRect/>
                </a:stretch>
              </p:blipFill>
              <p:spPr>
                <a:xfrm>
                  <a:off x="2314237" y="3944632"/>
                  <a:ext cx="83160" cy="5176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47" name="Ink 46">
                  <a:extLst>
                    <a:ext uri="{FF2B5EF4-FFF2-40B4-BE49-F238E27FC236}">
                      <a16:creationId xmlns:a16="http://schemas.microsoft.com/office/drawing/2014/main" id="{21B14E9B-E6EC-6225-23D7-27FA06944643}"/>
                    </a:ext>
                  </a:extLst>
                </p14:cNvPr>
                <p14:cNvContentPartPr/>
                <p14:nvPr/>
              </p14:nvContentPartPr>
              <p14:xfrm>
                <a:off x="2854237" y="3903952"/>
                <a:ext cx="18720" cy="558000"/>
              </p14:xfrm>
            </p:contentPart>
          </mc:Choice>
          <mc:Fallback>
            <p:pic>
              <p:nvPicPr>
                <p:cNvPr id="47" name="Ink 46">
                  <a:extLst>
                    <a:ext uri="{FF2B5EF4-FFF2-40B4-BE49-F238E27FC236}">
                      <a16:creationId xmlns:a16="http://schemas.microsoft.com/office/drawing/2014/main" id="{21B14E9B-E6EC-6225-23D7-27FA06944643}"/>
                    </a:ext>
                  </a:extLst>
                </p:cNvPr>
                <p:cNvPicPr/>
                <p:nvPr/>
              </p:nvPicPr>
              <p:blipFill>
                <a:blip r:embed="rId49"/>
                <a:stretch>
                  <a:fillRect/>
                </a:stretch>
              </p:blipFill>
              <p:spPr>
                <a:xfrm>
                  <a:off x="2848117" y="3897832"/>
                  <a:ext cx="30960" cy="57024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8" name="Ink 47">
                  <a:extLst>
                    <a:ext uri="{FF2B5EF4-FFF2-40B4-BE49-F238E27FC236}">
                      <a16:creationId xmlns:a16="http://schemas.microsoft.com/office/drawing/2014/main" id="{BDE8CEF1-9534-56F1-784A-9E7E30AF1F60}"/>
                    </a:ext>
                  </a:extLst>
                </p14:cNvPr>
                <p14:cNvContentPartPr/>
                <p14:nvPr/>
              </p14:nvContentPartPr>
              <p14:xfrm>
                <a:off x="2845237" y="3492112"/>
                <a:ext cx="37080" cy="511200"/>
              </p14:xfrm>
            </p:contentPart>
          </mc:Choice>
          <mc:Fallback>
            <p:pic>
              <p:nvPicPr>
                <p:cNvPr id="48" name="Ink 47">
                  <a:extLst>
                    <a:ext uri="{FF2B5EF4-FFF2-40B4-BE49-F238E27FC236}">
                      <a16:creationId xmlns:a16="http://schemas.microsoft.com/office/drawing/2014/main" id="{BDE8CEF1-9534-56F1-784A-9E7E30AF1F60}"/>
                    </a:ext>
                  </a:extLst>
                </p:cNvPr>
                <p:cNvPicPr/>
                <p:nvPr/>
              </p:nvPicPr>
              <p:blipFill>
                <a:blip r:embed="rId51"/>
                <a:stretch>
                  <a:fillRect/>
                </a:stretch>
              </p:blipFill>
              <p:spPr>
                <a:xfrm>
                  <a:off x="2839117" y="3485992"/>
                  <a:ext cx="49320" cy="5234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0" name="Ink 49">
                  <a:extLst>
                    <a:ext uri="{FF2B5EF4-FFF2-40B4-BE49-F238E27FC236}">
                      <a16:creationId xmlns:a16="http://schemas.microsoft.com/office/drawing/2014/main" id="{BC8D7D64-F51F-C6BC-59ED-82E6B463AEC9}"/>
                    </a:ext>
                  </a:extLst>
                </p14:cNvPr>
                <p14:cNvContentPartPr/>
                <p14:nvPr/>
              </p14:nvContentPartPr>
              <p14:xfrm>
                <a:off x="3168517" y="3811432"/>
                <a:ext cx="28440" cy="744480"/>
              </p14:xfrm>
            </p:contentPart>
          </mc:Choice>
          <mc:Fallback>
            <p:pic>
              <p:nvPicPr>
                <p:cNvPr id="50" name="Ink 49">
                  <a:extLst>
                    <a:ext uri="{FF2B5EF4-FFF2-40B4-BE49-F238E27FC236}">
                      <a16:creationId xmlns:a16="http://schemas.microsoft.com/office/drawing/2014/main" id="{BC8D7D64-F51F-C6BC-59ED-82E6B463AEC9}"/>
                    </a:ext>
                  </a:extLst>
                </p:cNvPr>
                <p:cNvPicPr/>
                <p:nvPr/>
              </p:nvPicPr>
              <p:blipFill>
                <a:blip r:embed="rId53"/>
                <a:stretch>
                  <a:fillRect/>
                </a:stretch>
              </p:blipFill>
              <p:spPr>
                <a:xfrm>
                  <a:off x="3162397" y="3805312"/>
                  <a:ext cx="40680" cy="7567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1" name="Ink 50">
                  <a:extLst>
                    <a:ext uri="{FF2B5EF4-FFF2-40B4-BE49-F238E27FC236}">
                      <a16:creationId xmlns:a16="http://schemas.microsoft.com/office/drawing/2014/main" id="{D19DDFDB-2048-1CD9-ECEF-CE95A3729361}"/>
                    </a:ext>
                  </a:extLst>
                </p14:cNvPr>
                <p14:cNvContentPartPr/>
                <p14:nvPr/>
              </p14:nvContentPartPr>
              <p14:xfrm>
                <a:off x="3518797" y="3786232"/>
                <a:ext cx="72360" cy="722160"/>
              </p14:xfrm>
            </p:contentPart>
          </mc:Choice>
          <mc:Fallback>
            <p:pic>
              <p:nvPicPr>
                <p:cNvPr id="51" name="Ink 50">
                  <a:extLst>
                    <a:ext uri="{FF2B5EF4-FFF2-40B4-BE49-F238E27FC236}">
                      <a16:creationId xmlns:a16="http://schemas.microsoft.com/office/drawing/2014/main" id="{D19DDFDB-2048-1CD9-ECEF-CE95A3729361}"/>
                    </a:ext>
                  </a:extLst>
                </p:cNvPr>
                <p:cNvPicPr/>
                <p:nvPr/>
              </p:nvPicPr>
              <p:blipFill>
                <a:blip r:embed="rId55"/>
                <a:stretch>
                  <a:fillRect/>
                </a:stretch>
              </p:blipFill>
              <p:spPr>
                <a:xfrm>
                  <a:off x="3512677" y="3780112"/>
                  <a:ext cx="84600" cy="7344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3" name="Ink 52">
                  <a:extLst>
                    <a:ext uri="{FF2B5EF4-FFF2-40B4-BE49-F238E27FC236}">
                      <a16:creationId xmlns:a16="http://schemas.microsoft.com/office/drawing/2014/main" id="{4836C44A-03B5-7654-3A43-7B2AA9C636E5}"/>
                    </a:ext>
                  </a:extLst>
                </p14:cNvPr>
                <p14:cNvContentPartPr/>
                <p14:nvPr/>
              </p14:nvContentPartPr>
              <p14:xfrm>
                <a:off x="3390277" y="3760312"/>
                <a:ext cx="405360" cy="90360"/>
              </p14:xfrm>
            </p:contentPart>
          </mc:Choice>
          <mc:Fallback>
            <p:pic>
              <p:nvPicPr>
                <p:cNvPr id="53" name="Ink 52">
                  <a:extLst>
                    <a:ext uri="{FF2B5EF4-FFF2-40B4-BE49-F238E27FC236}">
                      <a16:creationId xmlns:a16="http://schemas.microsoft.com/office/drawing/2014/main" id="{4836C44A-03B5-7654-3A43-7B2AA9C636E5}"/>
                    </a:ext>
                  </a:extLst>
                </p:cNvPr>
                <p:cNvPicPr/>
                <p:nvPr/>
              </p:nvPicPr>
              <p:blipFill>
                <a:blip r:embed="rId57"/>
                <a:stretch>
                  <a:fillRect/>
                </a:stretch>
              </p:blipFill>
              <p:spPr>
                <a:xfrm>
                  <a:off x="3384157" y="3754192"/>
                  <a:ext cx="417600" cy="1026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4" name="Ink 53">
                  <a:extLst>
                    <a:ext uri="{FF2B5EF4-FFF2-40B4-BE49-F238E27FC236}">
                      <a16:creationId xmlns:a16="http://schemas.microsoft.com/office/drawing/2014/main" id="{763A9972-8C22-63A6-D71D-FF5470A124B8}"/>
                    </a:ext>
                  </a:extLst>
                </p14:cNvPr>
                <p14:cNvContentPartPr/>
                <p14:nvPr/>
              </p14:nvContentPartPr>
              <p14:xfrm>
                <a:off x="3417277" y="4012312"/>
                <a:ext cx="363600" cy="50760"/>
              </p14:xfrm>
            </p:contentPart>
          </mc:Choice>
          <mc:Fallback>
            <p:pic>
              <p:nvPicPr>
                <p:cNvPr id="54" name="Ink 53">
                  <a:extLst>
                    <a:ext uri="{FF2B5EF4-FFF2-40B4-BE49-F238E27FC236}">
                      <a16:creationId xmlns:a16="http://schemas.microsoft.com/office/drawing/2014/main" id="{763A9972-8C22-63A6-D71D-FF5470A124B8}"/>
                    </a:ext>
                  </a:extLst>
                </p:cNvPr>
                <p:cNvPicPr/>
                <p:nvPr/>
              </p:nvPicPr>
              <p:blipFill>
                <a:blip r:embed="rId59"/>
                <a:stretch>
                  <a:fillRect/>
                </a:stretch>
              </p:blipFill>
              <p:spPr>
                <a:xfrm>
                  <a:off x="3411157" y="4006192"/>
                  <a:ext cx="37584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58" name="Ink 57">
                  <a:extLst>
                    <a:ext uri="{FF2B5EF4-FFF2-40B4-BE49-F238E27FC236}">
                      <a16:creationId xmlns:a16="http://schemas.microsoft.com/office/drawing/2014/main" id="{3DF6F1D7-800B-1388-F89C-E95785D70779}"/>
                    </a:ext>
                  </a:extLst>
                </p14:cNvPr>
                <p14:cNvContentPartPr/>
                <p14:nvPr/>
              </p14:nvContentPartPr>
              <p14:xfrm>
                <a:off x="1908517" y="4026712"/>
                <a:ext cx="95040" cy="113400"/>
              </p14:xfrm>
            </p:contentPart>
          </mc:Choice>
          <mc:Fallback>
            <p:pic>
              <p:nvPicPr>
                <p:cNvPr id="58" name="Ink 57">
                  <a:extLst>
                    <a:ext uri="{FF2B5EF4-FFF2-40B4-BE49-F238E27FC236}">
                      <a16:creationId xmlns:a16="http://schemas.microsoft.com/office/drawing/2014/main" id="{3DF6F1D7-800B-1388-F89C-E95785D70779}"/>
                    </a:ext>
                  </a:extLst>
                </p:cNvPr>
                <p:cNvPicPr/>
                <p:nvPr/>
              </p:nvPicPr>
              <p:blipFill>
                <a:blip r:embed="rId61"/>
                <a:stretch>
                  <a:fillRect/>
                </a:stretch>
              </p:blipFill>
              <p:spPr>
                <a:xfrm>
                  <a:off x="1902397" y="4020592"/>
                  <a:ext cx="10728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59" name="Ink 58">
                  <a:extLst>
                    <a:ext uri="{FF2B5EF4-FFF2-40B4-BE49-F238E27FC236}">
                      <a16:creationId xmlns:a16="http://schemas.microsoft.com/office/drawing/2014/main" id="{8423415D-EA6F-D71A-41E7-B53F90728FAA}"/>
                    </a:ext>
                  </a:extLst>
                </p14:cNvPr>
                <p14:cNvContentPartPr/>
                <p14:nvPr/>
              </p14:nvContentPartPr>
              <p14:xfrm>
                <a:off x="1934077" y="4222912"/>
                <a:ext cx="99720" cy="59040"/>
              </p14:xfrm>
            </p:contentPart>
          </mc:Choice>
          <mc:Fallback>
            <p:pic>
              <p:nvPicPr>
                <p:cNvPr id="59" name="Ink 58">
                  <a:extLst>
                    <a:ext uri="{FF2B5EF4-FFF2-40B4-BE49-F238E27FC236}">
                      <a16:creationId xmlns:a16="http://schemas.microsoft.com/office/drawing/2014/main" id="{8423415D-EA6F-D71A-41E7-B53F90728FAA}"/>
                    </a:ext>
                  </a:extLst>
                </p:cNvPr>
                <p:cNvPicPr/>
                <p:nvPr/>
              </p:nvPicPr>
              <p:blipFill>
                <a:blip r:embed="rId63"/>
                <a:stretch>
                  <a:fillRect/>
                </a:stretch>
              </p:blipFill>
              <p:spPr>
                <a:xfrm>
                  <a:off x="1927957" y="4216792"/>
                  <a:ext cx="111960" cy="712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61" name="Ink 60">
                  <a:extLst>
                    <a:ext uri="{FF2B5EF4-FFF2-40B4-BE49-F238E27FC236}">
                      <a16:creationId xmlns:a16="http://schemas.microsoft.com/office/drawing/2014/main" id="{8198463B-33E6-6431-AAAC-2DACE567D4CC}"/>
                    </a:ext>
                  </a:extLst>
                </p14:cNvPr>
                <p14:cNvContentPartPr/>
                <p14:nvPr/>
              </p14:nvContentPartPr>
              <p14:xfrm>
                <a:off x="1964677" y="4743472"/>
                <a:ext cx="275400" cy="363960"/>
              </p14:xfrm>
            </p:contentPart>
          </mc:Choice>
          <mc:Fallback>
            <p:pic>
              <p:nvPicPr>
                <p:cNvPr id="61" name="Ink 60">
                  <a:extLst>
                    <a:ext uri="{FF2B5EF4-FFF2-40B4-BE49-F238E27FC236}">
                      <a16:creationId xmlns:a16="http://schemas.microsoft.com/office/drawing/2014/main" id="{8198463B-33E6-6431-AAAC-2DACE567D4CC}"/>
                    </a:ext>
                  </a:extLst>
                </p:cNvPr>
                <p:cNvPicPr/>
                <p:nvPr/>
              </p:nvPicPr>
              <p:blipFill>
                <a:blip r:embed="rId65"/>
                <a:stretch>
                  <a:fillRect/>
                </a:stretch>
              </p:blipFill>
              <p:spPr>
                <a:xfrm>
                  <a:off x="1958557" y="4737352"/>
                  <a:ext cx="287640" cy="3762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62" name="Ink 61">
                  <a:extLst>
                    <a:ext uri="{FF2B5EF4-FFF2-40B4-BE49-F238E27FC236}">
                      <a16:creationId xmlns:a16="http://schemas.microsoft.com/office/drawing/2014/main" id="{3BC4F60B-BCBF-C47C-2384-95B31EAD8841}"/>
                    </a:ext>
                  </a:extLst>
                </p14:cNvPr>
                <p14:cNvContentPartPr/>
                <p14:nvPr/>
              </p14:nvContentPartPr>
              <p14:xfrm>
                <a:off x="2073037" y="4616392"/>
                <a:ext cx="13680" cy="3240"/>
              </p14:xfrm>
            </p:contentPart>
          </mc:Choice>
          <mc:Fallback>
            <p:pic>
              <p:nvPicPr>
                <p:cNvPr id="62" name="Ink 61">
                  <a:extLst>
                    <a:ext uri="{FF2B5EF4-FFF2-40B4-BE49-F238E27FC236}">
                      <a16:creationId xmlns:a16="http://schemas.microsoft.com/office/drawing/2014/main" id="{3BC4F60B-BCBF-C47C-2384-95B31EAD8841}"/>
                    </a:ext>
                  </a:extLst>
                </p:cNvPr>
                <p:cNvPicPr/>
                <p:nvPr/>
              </p:nvPicPr>
              <p:blipFill>
                <a:blip r:embed="rId67"/>
                <a:stretch>
                  <a:fillRect/>
                </a:stretch>
              </p:blipFill>
              <p:spPr>
                <a:xfrm>
                  <a:off x="2066917" y="4610272"/>
                  <a:ext cx="25920" cy="154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64" name="Ink 63">
                  <a:extLst>
                    <a:ext uri="{FF2B5EF4-FFF2-40B4-BE49-F238E27FC236}">
                      <a16:creationId xmlns:a16="http://schemas.microsoft.com/office/drawing/2014/main" id="{8DB5ABC9-6097-A6A8-794D-29B68F37D685}"/>
                    </a:ext>
                  </a:extLst>
                </p14:cNvPr>
                <p14:cNvContentPartPr/>
                <p14:nvPr/>
              </p14:nvContentPartPr>
              <p14:xfrm>
                <a:off x="2107237" y="4551592"/>
                <a:ext cx="146520" cy="118440"/>
              </p14:xfrm>
            </p:contentPart>
          </mc:Choice>
          <mc:Fallback>
            <p:pic>
              <p:nvPicPr>
                <p:cNvPr id="64" name="Ink 63">
                  <a:extLst>
                    <a:ext uri="{FF2B5EF4-FFF2-40B4-BE49-F238E27FC236}">
                      <a16:creationId xmlns:a16="http://schemas.microsoft.com/office/drawing/2014/main" id="{8DB5ABC9-6097-A6A8-794D-29B68F37D685}"/>
                    </a:ext>
                  </a:extLst>
                </p:cNvPr>
                <p:cNvPicPr/>
                <p:nvPr/>
              </p:nvPicPr>
              <p:blipFill>
                <a:blip r:embed="rId69"/>
                <a:stretch>
                  <a:fillRect/>
                </a:stretch>
              </p:blipFill>
              <p:spPr>
                <a:xfrm>
                  <a:off x="2101117" y="4545472"/>
                  <a:ext cx="15876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5" name="Ink 64">
                  <a:extLst>
                    <a:ext uri="{FF2B5EF4-FFF2-40B4-BE49-F238E27FC236}">
                      <a16:creationId xmlns:a16="http://schemas.microsoft.com/office/drawing/2014/main" id="{62F744AE-426F-2F6B-5618-C3F47C70D89E}"/>
                    </a:ext>
                  </a:extLst>
                </p14:cNvPr>
                <p14:cNvContentPartPr/>
                <p14:nvPr/>
              </p14:nvContentPartPr>
              <p14:xfrm>
                <a:off x="2450677" y="4726552"/>
                <a:ext cx="235800" cy="69480"/>
              </p14:xfrm>
            </p:contentPart>
          </mc:Choice>
          <mc:Fallback>
            <p:pic>
              <p:nvPicPr>
                <p:cNvPr id="65" name="Ink 64">
                  <a:extLst>
                    <a:ext uri="{FF2B5EF4-FFF2-40B4-BE49-F238E27FC236}">
                      <a16:creationId xmlns:a16="http://schemas.microsoft.com/office/drawing/2014/main" id="{62F744AE-426F-2F6B-5618-C3F47C70D89E}"/>
                    </a:ext>
                  </a:extLst>
                </p:cNvPr>
                <p:cNvPicPr/>
                <p:nvPr/>
              </p:nvPicPr>
              <p:blipFill>
                <a:blip r:embed="rId71"/>
                <a:stretch>
                  <a:fillRect/>
                </a:stretch>
              </p:blipFill>
              <p:spPr>
                <a:xfrm>
                  <a:off x="2444557" y="4720432"/>
                  <a:ext cx="248040" cy="8172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6" name="Ink 65">
                  <a:extLst>
                    <a:ext uri="{FF2B5EF4-FFF2-40B4-BE49-F238E27FC236}">
                      <a16:creationId xmlns:a16="http://schemas.microsoft.com/office/drawing/2014/main" id="{24C0EEA4-C410-5C7D-8BC8-07E19463E24F}"/>
                    </a:ext>
                  </a:extLst>
                </p14:cNvPr>
                <p14:cNvContentPartPr/>
                <p14:nvPr/>
              </p14:nvContentPartPr>
              <p14:xfrm>
                <a:off x="2654077" y="4569592"/>
                <a:ext cx="375480" cy="677160"/>
              </p14:xfrm>
            </p:contentPart>
          </mc:Choice>
          <mc:Fallback>
            <p:pic>
              <p:nvPicPr>
                <p:cNvPr id="66" name="Ink 65">
                  <a:extLst>
                    <a:ext uri="{FF2B5EF4-FFF2-40B4-BE49-F238E27FC236}">
                      <a16:creationId xmlns:a16="http://schemas.microsoft.com/office/drawing/2014/main" id="{24C0EEA4-C410-5C7D-8BC8-07E19463E24F}"/>
                    </a:ext>
                  </a:extLst>
                </p:cNvPr>
                <p:cNvPicPr/>
                <p:nvPr/>
              </p:nvPicPr>
              <p:blipFill>
                <a:blip r:embed="rId73"/>
                <a:stretch>
                  <a:fillRect/>
                </a:stretch>
              </p:blipFill>
              <p:spPr>
                <a:xfrm>
                  <a:off x="2647957" y="4563472"/>
                  <a:ext cx="387720" cy="68940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68" name="Ink 67">
                  <a:extLst>
                    <a:ext uri="{FF2B5EF4-FFF2-40B4-BE49-F238E27FC236}">
                      <a16:creationId xmlns:a16="http://schemas.microsoft.com/office/drawing/2014/main" id="{4AC41B9B-FFDD-FECB-3E6D-C3EFCBC4EE45}"/>
                    </a:ext>
                  </a:extLst>
                </p14:cNvPr>
                <p14:cNvContentPartPr/>
                <p14:nvPr/>
              </p14:nvContentPartPr>
              <p14:xfrm>
                <a:off x="2853157" y="4503352"/>
                <a:ext cx="438480" cy="664200"/>
              </p14:xfrm>
            </p:contentPart>
          </mc:Choice>
          <mc:Fallback>
            <p:pic>
              <p:nvPicPr>
                <p:cNvPr id="68" name="Ink 67">
                  <a:extLst>
                    <a:ext uri="{FF2B5EF4-FFF2-40B4-BE49-F238E27FC236}">
                      <a16:creationId xmlns:a16="http://schemas.microsoft.com/office/drawing/2014/main" id="{4AC41B9B-FFDD-FECB-3E6D-C3EFCBC4EE45}"/>
                    </a:ext>
                  </a:extLst>
                </p:cNvPr>
                <p:cNvPicPr/>
                <p:nvPr/>
              </p:nvPicPr>
              <p:blipFill>
                <a:blip r:embed="rId75"/>
                <a:stretch>
                  <a:fillRect/>
                </a:stretch>
              </p:blipFill>
              <p:spPr>
                <a:xfrm>
                  <a:off x="2847037" y="4497232"/>
                  <a:ext cx="450720" cy="67644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69" name="Ink 68">
                  <a:extLst>
                    <a:ext uri="{FF2B5EF4-FFF2-40B4-BE49-F238E27FC236}">
                      <a16:creationId xmlns:a16="http://schemas.microsoft.com/office/drawing/2014/main" id="{C425D8F3-7DC5-CCD2-8101-87A5A58406F6}"/>
                    </a:ext>
                  </a:extLst>
                </p14:cNvPr>
                <p14:cNvContentPartPr/>
                <p14:nvPr/>
              </p14:nvContentPartPr>
              <p14:xfrm>
                <a:off x="1660837" y="4493992"/>
                <a:ext cx="223560" cy="661320"/>
              </p14:xfrm>
            </p:contentPart>
          </mc:Choice>
          <mc:Fallback>
            <p:pic>
              <p:nvPicPr>
                <p:cNvPr id="69" name="Ink 68">
                  <a:extLst>
                    <a:ext uri="{FF2B5EF4-FFF2-40B4-BE49-F238E27FC236}">
                      <a16:creationId xmlns:a16="http://schemas.microsoft.com/office/drawing/2014/main" id="{C425D8F3-7DC5-CCD2-8101-87A5A58406F6}"/>
                    </a:ext>
                  </a:extLst>
                </p:cNvPr>
                <p:cNvPicPr/>
                <p:nvPr/>
              </p:nvPicPr>
              <p:blipFill>
                <a:blip r:embed="rId77"/>
                <a:stretch>
                  <a:fillRect/>
                </a:stretch>
              </p:blipFill>
              <p:spPr>
                <a:xfrm>
                  <a:off x="1654717" y="4487872"/>
                  <a:ext cx="235800" cy="67356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95" name="Ink 94">
                  <a:extLst>
                    <a:ext uri="{FF2B5EF4-FFF2-40B4-BE49-F238E27FC236}">
                      <a16:creationId xmlns:a16="http://schemas.microsoft.com/office/drawing/2014/main" id="{ADFA7174-05ED-7B70-CBA4-A27FE4378027}"/>
                    </a:ext>
                  </a:extLst>
                </p14:cNvPr>
                <p14:cNvContentPartPr/>
                <p14:nvPr/>
              </p14:nvContentPartPr>
              <p14:xfrm>
                <a:off x="3629317" y="3880552"/>
                <a:ext cx="518400" cy="78480"/>
              </p14:xfrm>
            </p:contentPart>
          </mc:Choice>
          <mc:Fallback>
            <p:pic>
              <p:nvPicPr>
                <p:cNvPr id="95" name="Ink 94">
                  <a:extLst>
                    <a:ext uri="{FF2B5EF4-FFF2-40B4-BE49-F238E27FC236}">
                      <a16:creationId xmlns:a16="http://schemas.microsoft.com/office/drawing/2014/main" id="{ADFA7174-05ED-7B70-CBA4-A27FE4378027}"/>
                    </a:ext>
                  </a:extLst>
                </p:cNvPr>
                <p:cNvPicPr/>
                <p:nvPr/>
              </p:nvPicPr>
              <p:blipFill>
                <a:blip r:embed="rId79"/>
                <a:stretch>
                  <a:fillRect/>
                </a:stretch>
              </p:blipFill>
              <p:spPr>
                <a:xfrm>
                  <a:off x="3623197" y="3874432"/>
                  <a:ext cx="530640" cy="907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97" name="Ink 96">
                  <a:extLst>
                    <a:ext uri="{FF2B5EF4-FFF2-40B4-BE49-F238E27FC236}">
                      <a16:creationId xmlns:a16="http://schemas.microsoft.com/office/drawing/2014/main" id="{716B7A47-AF0B-393C-180D-6A0FD26148A2}"/>
                    </a:ext>
                  </a:extLst>
                </p14:cNvPr>
                <p14:cNvContentPartPr/>
                <p14:nvPr/>
              </p14:nvContentPartPr>
              <p14:xfrm>
                <a:off x="1846597" y="4127152"/>
                <a:ext cx="231840" cy="63720"/>
              </p14:xfrm>
            </p:contentPart>
          </mc:Choice>
          <mc:Fallback>
            <p:pic>
              <p:nvPicPr>
                <p:cNvPr id="97" name="Ink 96">
                  <a:extLst>
                    <a:ext uri="{FF2B5EF4-FFF2-40B4-BE49-F238E27FC236}">
                      <a16:creationId xmlns:a16="http://schemas.microsoft.com/office/drawing/2014/main" id="{716B7A47-AF0B-393C-180D-6A0FD26148A2}"/>
                    </a:ext>
                  </a:extLst>
                </p:cNvPr>
                <p:cNvPicPr/>
                <p:nvPr/>
              </p:nvPicPr>
              <p:blipFill>
                <a:blip r:embed="rId81"/>
                <a:stretch>
                  <a:fillRect/>
                </a:stretch>
              </p:blipFill>
              <p:spPr>
                <a:xfrm>
                  <a:off x="1840477" y="4121032"/>
                  <a:ext cx="244080" cy="75960"/>
                </a:xfrm>
                <a:prstGeom prst="rect">
                  <a:avLst/>
                </a:prstGeom>
              </p:spPr>
            </p:pic>
          </mc:Fallback>
        </mc:AlternateContent>
      </p:grpSp>
      <p:grpSp>
        <p:nvGrpSpPr>
          <p:cNvPr id="101" name="Group 100">
            <a:extLst>
              <a:ext uri="{FF2B5EF4-FFF2-40B4-BE49-F238E27FC236}">
                <a16:creationId xmlns:a16="http://schemas.microsoft.com/office/drawing/2014/main" id="{22925EB9-0D78-3BA6-847C-7CC843404902}"/>
              </a:ext>
            </a:extLst>
          </p:cNvPr>
          <p:cNvGrpSpPr/>
          <p:nvPr/>
        </p:nvGrpSpPr>
        <p:grpSpPr>
          <a:xfrm>
            <a:off x="5930077" y="4386712"/>
            <a:ext cx="2308680" cy="729720"/>
            <a:chOff x="5930077" y="4386712"/>
            <a:chExt cx="2308680" cy="729720"/>
          </a:xfrm>
        </p:grpSpPr>
        <mc:AlternateContent xmlns:mc="http://schemas.openxmlformats.org/markup-compatibility/2006">
          <mc:Choice xmlns:p14="http://schemas.microsoft.com/office/powerpoint/2010/main" Requires="p14">
            <p:contentPart p14:bwMode="auto" r:id="rId82">
              <p14:nvContentPartPr>
                <p14:cNvPr id="83" name="Ink 82">
                  <a:extLst>
                    <a:ext uri="{FF2B5EF4-FFF2-40B4-BE49-F238E27FC236}">
                      <a16:creationId xmlns:a16="http://schemas.microsoft.com/office/drawing/2014/main" id="{1C8E81C6-1772-ACE4-5B05-428BF7D7DC14}"/>
                    </a:ext>
                  </a:extLst>
                </p14:cNvPr>
                <p14:cNvContentPartPr/>
                <p14:nvPr/>
              </p14:nvContentPartPr>
              <p14:xfrm>
                <a:off x="6083077" y="4696672"/>
                <a:ext cx="288000" cy="66600"/>
              </p14:xfrm>
            </p:contentPart>
          </mc:Choice>
          <mc:Fallback>
            <p:pic>
              <p:nvPicPr>
                <p:cNvPr id="83" name="Ink 82">
                  <a:extLst>
                    <a:ext uri="{FF2B5EF4-FFF2-40B4-BE49-F238E27FC236}">
                      <a16:creationId xmlns:a16="http://schemas.microsoft.com/office/drawing/2014/main" id="{1C8E81C6-1772-ACE4-5B05-428BF7D7DC14}"/>
                    </a:ext>
                  </a:extLst>
                </p:cNvPr>
                <p:cNvPicPr/>
                <p:nvPr/>
              </p:nvPicPr>
              <p:blipFill>
                <a:blip r:embed="rId83"/>
                <a:stretch>
                  <a:fillRect/>
                </a:stretch>
              </p:blipFill>
              <p:spPr>
                <a:xfrm>
                  <a:off x="6076957" y="4690552"/>
                  <a:ext cx="30024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84" name="Ink 83">
                  <a:extLst>
                    <a:ext uri="{FF2B5EF4-FFF2-40B4-BE49-F238E27FC236}">
                      <a16:creationId xmlns:a16="http://schemas.microsoft.com/office/drawing/2014/main" id="{AB252670-50ED-4197-0C98-165E389A2BA7}"/>
                    </a:ext>
                  </a:extLst>
                </p14:cNvPr>
                <p14:cNvContentPartPr/>
                <p14:nvPr/>
              </p14:nvContentPartPr>
              <p14:xfrm>
                <a:off x="6155077" y="4592272"/>
                <a:ext cx="92880" cy="241200"/>
              </p14:xfrm>
            </p:contentPart>
          </mc:Choice>
          <mc:Fallback>
            <p:pic>
              <p:nvPicPr>
                <p:cNvPr id="84" name="Ink 83">
                  <a:extLst>
                    <a:ext uri="{FF2B5EF4-FFF2-40B4-BE49-F238E27FC236}">
                      <a16:creationId xmlns:a16="http://schemas.microsoft.com/office/drawing/2014/main" id="{AB252670-50ED-4197-0C98-165E389A2BA7}"/>
                    </a:ext>
                  </a:extLst>
                </p:cNvPr>
                <p:cNvPicPr/>
                <p:nvPr/>
              </p:nvPicPr>
              <p:blipFill>
                <a:blip r:embed="rId85"/>
                <a:stretch>
                  <a:fillRect/>
                </a:stretch>
              </p:blipFill>
              <p:spPr>
                <a:xfrm>
                  <a:off x="6148957" y="4586152"/>
                  <a:ext cx="10512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85" name="Ink 84">
                  <a:extLst>
                    <a:ext uri="{FF2B5EF4-FFF2-40B4-BE49-F238E27FC236}">
                      <a16:creationId xmlns:a16="http://schemas.microsoft.com/office/drawing/2014/main" id="{69E2A85C-B5AB-6E5A-F561-3D85DFA404C3}"/>
                    </a:ext>
                  </a:extLst>
                </p14:cNvPr>
                <p14:cNvContentPartPr/>
                <p14:nvPr/>
              </p14:nvContentPartPr>
              <p14:xfrm>
                <a:off x="6431557" y="4635112"/>
                <a:ext cx="208440" cy="194040"/>
              </p14:xfrm>
            </p:contentPart>
          </mc:Choice>
          <mc:Fallback>
            <p:pic>
              <p:nvPicPr>
                <p:cNvPr id="85" name="Ink 84">
                  <a:extLst>
                    <a:ext uri="{FF2B5EF4-FFF2-40B4-BE49-F238E27FC236}">
                      <a16:creationId xmlns:a16="http://schemas.microsoft.com/office/drawing/2014/main" id="{69E2A85C-B5AB-6E5A-F561-3D85DFA404C3}"/>
                    </a:ext>
                  </a:extLst>
                </p:cNvPr>
                <p:cNvPicPr/>
                <p:nvPr/>
              </p:nvPicPr>
              <p:blipFill>
                <a:blip r:embed="rId87"/>
                <a:stretch>
                  <a:fillRect/>
                </a:stretch>
              </p:blipFill>
              <p:spPr>
                <a:xfrm>
                  <a:off x="6425437" y="4628992"/>
                  <a:ext cx="220680" cy="2062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86" name="Ink 85">
                  <a:extLst>
                    <a:ext uri="{FF2B5EF4-FFF2-40B4-BE49-F238E27FC236}">
                      <a16:creationId xmlns:a16="http://schemas.microsoft.com/office/drawing/2014/main" id="{3399C697-673E-389E-5D24-C60D8C99CE87}"/>
                    </a:ext>
                  </a:extLst>
                </p14:cNvPr>
                <p14:cNvContentPartPr/>
                <p14:nvPr/>
              </p14:nvContentPartPr>
              <p14:xfrm>
                <a:off x="6407077" y="4599472"/>
                <a:ext cx="239400" cy="60120"/>
              </p14:xfrm>
            </p:contentPart>
          </mc:Choice>
          <mc:Fallback>
            <p:pic>
              <p:nvPicPr>
                <p:cNvPr id="86" name="Ink 85">
                  <a:extLst>
                    <a:ext uri="{FF2B5EF4-FFF2-40B4-BE49-F238E27FC236}">
                      <a16:creationId xmlns:a16="http://schemas.microsoft.com/office/drawing/2014/main" id="{3399C697-673E-389E-5D24-C60D8C99CE87}"/>
                    </a:ext>
                  </a:extLst>
                </p:cNvPr>
                <p:cNvPicPr/>
                <p:nvPr/>
              </p:nvPicPr>
              <p:blipFill>
                <a:blip r:embed="rId89"/>
                <a:stretch>
                  <a:fillRect/>
                </a:stretch>
              </p:blipFill>
              <p:spPr>
                <a:xfrm>
                  <a:off x="6400957" y="4593352"/>
                  <a:ext cx="251640" cy="7236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88" name="Ink 87">
                  <a:extLst>
                    <a:ext uri="{FF2B5EF4-FFF2-40B4-BE49-F238E27FC236}">
                      <a16:creationId xmlns:a16="http://schemas.microsoft.com/office/drawing/2014/main" id="{C824F607-72A6-199E-1949-9502033AC10A}"/>
                    </a:ext>
                  </a:extLst>
                </p14:cNvPr>
                <p14:cNvContentPartPr/>
                <p14:nvPr/>
              </p14:nvContentPartPr>
              <p14:xfrm>
                <a:off x="7098277" y="4652032"/>
                <a:ext cx="267480" cy="50760"/>
              </p14:xfrm>
            </p:contentPart>
          </mc:Choice>
          <mc:Fallback>
            <p:pic>
              <p:nvPicPr>
                <p:cNvPr id="88" name="Ink 87">
                  <a:extLst>
                    <a:ext uri="{FF2B5EF4-FFF2-40B4-BE49-F238E27FC236}">
                      <a16:creationId xmlns:a16="http://schemas.microsoft.com/office/drawing/2014/main" id="{C824F607-72A6-199E-1949-9502033AC10A}"/>
                    </a:ext>
                  </a:extLst>
                </p:cNvPr>
                <p:cNvPicPr/>
                <p:nvPr/>
              </p:nvPicPr>
              <p:blipFill>
                <a:blip r:embed="rId91"/>
                <a:stretch>
                  <a:fillRect/>
                </a:stretch>
              </p:blipFill>
              <p:spPr>
                <a:xfrm>
                  <a:off x="7092157" y="4645912"/>
                  <a:ext cx="27972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89" name="Ink 88">
                  <a:extLst>
                    <a:ext uri="{FF2B5EF4-FFF2-40B4-BE49-F238E27FC236}">
                      <a16:creationId xmlns:a16="http://schemas.microsoft.com/office/drawing/2014/main" id="{AD3E8777-D123-1820-332B-86417E7FD218}"/>
                    </a:ext>
                  </a:extLst>
                </p14:cNvPr>
                <p14:cNvContentPartPr/>
                <p14:nvPr/>
              </p14:nvContentPartPr>
              <p14:xfrm>
                <a:off x="7509397" y="4578232"/>
                <a:ext cx="332640" cy="291240"/>
              </p14:xfrm>
            </p:contentPart>
          </mc:Choice>
          <mc:Fallback>
            <p:pic>
              <p:nvPicPr>
                <p:cNvPr id="89" name="Ink 88">
                  <a:extLst>
                    <a:ext uri="{FF2B5EF4-FFF2-40B4-BE49-F238E27FC236}">
                      <a16:creationId xmlns:a16="http://schemas.microsoft.com/office/drawing/2014/main" id="{AD3E8777-D123-1820-332B-86417E7FD218}"/>
                    </a:ext>
                  </a:extLst>
                </p:cNvPr>
                <p:cNvPicPr/>
                <p:nvPr/>
              </p:nvPicPr>
              <p:blipFill>
                <a:blip r:embed="rId93"/>
                <a:stretch>
                  <a:fillRect/>
                </a:stretch>
              </p:blipFill>
              <p:spPr>
                <a:xfrm>
                  <a:off x="7503277" y="4572112"/>
                  <a:ext cx="344880" cy="3034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90" name="Ink 89">
                  <a:extLst>
                    <a:ext uri="{FF2B5EF4-FFF2-40B4-BE49-F238E27FC236}">
                      <a16:creationId xmlns:a16="http://schemas.microsoft.com/office/drawing/2014/main" id="{5B39F8C3-7125-B49B-3A61-CAD90876FD0F}"/>
                    </a:ext>
                  </a:extLst>
                </p14:cNvPr>
                <p14:cNvContentPartPr/>
                <p14:nvPr/>
              </p14:nvContentPartPr>
              <p14:xfrm>
                <a:off x="7559437" y="4526032"/>
                <a:ext cx="330120" cy="47880"/>
              </p14:xfrm>
            </p:contentPart>
          </mc:Choice>
          <mc:Fallback>
            <p:pic>
              <p:nvPicPr>
                <p:cNvPr id="90" name="Ink 89">
                  <a:extLst>
                    <a:ext uri="{FF2B5EF4-FFF2-40B4-BE49-F238E27FC236}">
                      <a16:creationId xmlns:a16="http://schemas.microsoft.com/office/drawing/2014/main" id="{5B39F8C3-7125-B49B-3A61-CAD90876FD0F}"/>
                    </a:ext>
                  </a:extLst>
                </p:cNvPr>
                <p:cNvPicPr/>
                <p:nvPr/>
              </p:nvPicPr>
              <p:blipFill>
                <a:blip r:embed="rId95"/>
                <a:stretch>
                  <a:fillRect/>
                </a:stretch>
              </p:blipFill>
              <p:spPr>
                <a:xfrm>
                  <a:off x="7553317" y="4519912"/>
                  <a:ext cx="34236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91" name="Ink 90">
                  <a:extLst>
                    <a:ext uri="{FF2B5EF4-FFF2-40B4-BE49-F238E27FC236}">
                      <a16:creationId xmlns:a16="http://schemas.microsoft.com/office/drawing/2014/main" id="{A121110E-4653-6631-D554-A2363B2C49DE}"/>
                    </a:ext>
                  </a:extLst>
                </p14:cNvPr>
                <p14:cNvContentPartPr/>
                <p14:nvPr/>
              </p14:nvContentPartPr>
              <p14:xfrm>
                <a:off x="7899277" y="4386712"/>
                <a:ext cx="339480" cy="729720"/>
              </p14:xfrm>
            </p:contentPart>
          </mc:Choice>
          <mc:Fallback>
            <p:pic>
              <p:nvPicPr>
                <p:cNvPr id="91" name="Ink 90">
                  <a:extLst>
                    <a:ext uri="{FF2B5EF4-FFF2-40B4-BE49-F238E27FC236}">
                      <a16:creationId xmlns:a16="http://schemas.microsoft.com/office/drawing/2014/main" id="{A121110E-4653-6631-D554-A2363B2C49DE}"/>
                    </a:ext>
                  </a:extLst>
                </p:cNvPr>
                <p:cNvPicPr/>
                <p:nvPr/>
              </p:nvPicPr>
              <p:blipFill>
                <a:blip r:embed="rId97"/>
                <a:stretch>
                  <a:fillRect/>
                </a:stretch>
              </p:blipFill>
              <p:spPr>
                <a:xfrm>
                  <a:off x="7893157" y="4380592"/>
                  <a:ext cx="351720" cy="74196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92" name="Ink 91">
                  <a:extLst>
                    <a:ext uri="{FF2B5EF4-FFF2-40B4-BE49-F238E27FC236}">
                      <a16:creationId xmlns:a16="http://schemas.microsoft.com/office/drawing/2014/main" id="{79B6AC99-7483-70AB-1028-69754D96D35F}"/>
                    </a:ext>
                  </a:extLst>
                </p14:cNvPr>
                <p14:cNvContentPartPr/>
                <p14:nvPr/>
              </p14:nvContentPartPr>
              <p14:xfrm>
                <a:off x="7069117" y="4443592"/>
                <a:ext cx="132840" cy="569880"/>
              </p14:xfrm>
            </p:contentPart>
          </mc:Choice>
          <mc:Fallback>
            <p:pic>
              <p:nvPicPr>
                <p:cNvPr id="92" name="Ink 91">
                  <a:extLst>
                    <a:ext uri="{FF2B5EF4-FFF2-40B4-BE49-F238E27FC236}">
                      <a16:creationId xmlns:a16="http://schemas.microsoft.com/office/drawing/2014/main" id="{79B6AC99-7483-70AB-1028-69754D96D35F}"/>
                    </a:ext>
                  </a:extLst>
                </p:cNvPr>
                <p:cNvPicPr/>
                <p:nvPr/>
              </p:nvPicPr>
              <p:blipFill>
                <a:blip r:embed="rId99"/>
                <a:stretch>
                  <a:fillRect/>
                </a:stretch>
              </p:blipFill>
              <p:spPr>
                <a:xfrm>
                  <a:off x="7062997" y="4437472"/>
                  <a:ext cx="145080" cy="58212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93" name="Ink 92">
                  <a:extLst>
                    <a:ext uri="{FF2B5EF4-FFF2-40B4-BE49-F238E27FC236}">
                      <a16:creationId xmlns:a16="http://schemas.microsoft.com/office/drawing/2014/main" id="{52074BF6-6F00-85FF-7AAB-CA2909AFF133}"/>
                    </a:ext>
                  </a:extLst>
                </p14:cNvPr>
                <p14:cNvContentPartPr/>
                <p14:nvPr/>
              </p14:nvContentPartPr>
              <p14:xfrm>
                <a:off x="6904957" y="4397152"/>
                <a:ext cx="169200" cy="580320"/>
              </p14:xfrm>
            </p:contentPart>
          </mc:Choice>
          <mc:Fallback>
            <p:pic>
              <p:nvPicPr>
                <p:cNvPr id="93" name="Ink 92">
                  <a:extLst>
                    <a:ext uri="{FF2B5EF4-FFF2-40B4-BE49-F238E27FC236}">
                      <a16:creationId xmlns:a16="http://schemas.microsoft.com/office/drawing/2014/main" id="{52074BF6-6F00-85FF-7AAB-CA2909AFF133}"/>
                    </a:ext>
                  </a:extLst>
                </p:cNvPr>
                <p:cNvPicPr/>
                <p:nvPr/>
              </p:nvPicPr>
              <p:blipFill>
                <a:blip r:embed="rId101"/>
                <a:stretch>
                  <a:fillRect/>
                </a:stretch>
              </p:blipFill>
              <p:spPr>
                <a:xfrm>
                  <a:off x="6898837" y="4391032"/>
                  <a:ext cx="181440" cy="59256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99" name="Ink 98">
                  <a:extLst>
                    <a:ext uri="{FF2B5EF4-FFF2-40B4-BE49-F238E27FC236}">
                      <a16:creationId xmlns:a16="http://schemas.microsoft.com/office/drawing/2014/main" id="{A54EF482-2E68-CD4D-DA84-698EAA04D61B}"/>
                    </a:ext>
                  </a:extLst>
                </p14:cNvPr>
                <p14:cNvContentPartPr/>
                <p14:nvPr/>
              </p14:nvContentPartPr>
              <p14:xfrm>
                <a:off x="5930077" y="4482112"/>
                <a:ext cx="329040" cy="601560"/>
              </p14:xfrm>
            </p:contentPart>
          </mc:Choice>
          <mc:Fallback>
            <p:pic>
              <p:nvPicPr>
                <p:cNvPr id="99" name="Ink 98">
                  <a:extLst>
                    <a:ext uri="{FF2B5EF4-FFF2-40B4-BE49-F238E27FC236}">
                      <a16:creationId xmlns:a16="http://schemas.microsoft.com/office/drawing/2014/main" id="{A54EF482-2E68-CD4D-DA84-698EAA04D61B}"/>
                    </a:ext>
                  </a:extLst>
                </p:cNvPr>
                <p:cNvPicPr/>
                <p:nvPr/>
              </p:nvPicPr>
              <p:blipFill>
                <a:blip r:embed="rId103"/>
                <a:stretch>
                  <a:fillRect/>
                </a:stretch>
              </p:blipFill>
              <p:spPr>
                <a:xfrm>
                  <a:off x="5923957" y="4475992"/>
                  <a:ext cx="341280" cy="61380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00" name="Ink 99">
                  <a:extLst>
                    <a:ext uri="{FF2B5EF4-FFF2-40B4-BE49-F238E27FC236}">
                      <a16:creationId xmlns:a16="http://schemas.microsoft.com/office/drawing/2014/main" id="{E9473A48-0D68-51DF-0591-9504E565693C}"/>
                    </a:ext>
                  </a:extLst>
                </p14:cNvPr>
                <p14:cNvContentPartPr/>
                <p14:nvPr/>
              </p14:nvContentPartPr>
              <p14:xfrm>
                <a:off x="6475117" y="4508032"/>
                <a:ext cx="352440" cy="409320"/>
              </p14:xfrm>
            </p:contentPart>
          </mc:Choice>
          <mc:Fallback>
            <p:pic>
              <p:nvPicPr>
                <p:cNvPr id="100" name="Ink 99">
                  <a:extLst>
                    <a:ext uri="{FF2B5EF4-FFF2-40B4-BE49-F238E27FC236}">
                      <a16:creationId xmlns:a16="http://schemas.microsoft.com/office/drawing/2014/main" id="{E9473A48-0D68-51DF-0591-9504E565693C}"/>
                    </a:ext>
                  </a:extLst>
                </p:cNvPr>
                <p:cNvPicPr/>
                <p:nvPr/>
              </p:nvPicPr>
              <p:blipFill>
                <a:blip r:embed="rId105"/>
                <a:stretch>
                  <a:fillRect/>
                </a:stretch>
              </p:blipFill>
              <p:spPr>
                <a:xfrm>
                  <a:off x="6468997" y="4501912"/>
                  <a:ext cx="364680" cy="421560"/>
                </a:xfrm>
                <a:prstGeom prst="rect">
                  <a:avLst/>
                </a:prstGeom>
              </p:spPr>
            </p:pic>
          </mc:Fallback>
        </mc:AlternateContent>
      </p:grpSp>
      <p:grpSp>
        <p:nvGrpSpPr>
          <p:cNvPr id="112" name="Group 111">
            <a:extLst>
              <a:ext uri="{FF2B5EF4-FFF2-40B4-BE49-F238E27FC236}">
                <a16:creationId xmlns:a16="http://schemas.microsoft.com/office/drawing/2014/main" id="{0E161E3E-F182-A466-59EA-617B60A468D4}"/>
              </a:ext>
            </a:extLst>
          </p:cNvPr>
          <p:cNvGrpSpPr/>
          <p:nvPr/>
        </p:nvGrpSpPr>
        <p:grpSpPr>
          <a:xfrm>
            <a:off x="2922997" y="434272"/>
            <a:ext cx="3251880" cy="1623240"/>
            <a:chOff x="2922997" y="434272"/>
            <a:chExt cx="3251880" cy="1623240"/>
          </a:xfrm>
        </p:grpSpPr>
        <mc:AlternateContent xmlns:mc="http://schemas.openxmlformats.org/markup-compatibility/2006">
          <mc:Choice xmlns:p14="http://schemas.microsoft.com/office/powerpoint/2010/main" Requires="p14">
            <p:contentPart p14:bwMode="auto" r:id="rId106">
              <p14:nvContentPartPr>
                <p14:cNvPr id="102" name="Ink 101">
                  <a:extLst>
                    <a:ext uri="{FF2B5EF4-FFF2-40B4-BE49-F238E27FC236}">
                      <a16:creationId xmlns:a16="http://schemas.microsoft.com/office/drawing/2014/main" id="{47BC2ABE-918F-47EA-DC8C-20EC03BA73A3}"/>
                    </a:ext>
                  </a:extLst>
                </p14:cNvPr>
                <p14:cNvContentPartPr/>
                <p14:nvPr/>
              </p14:nvContentPartPr>
              <p14:xfrm>
                <a:off x="3378037" y="534712"/>
                <a:ext cx="132480" cy="1522800"/>
              </p14:xfrm>
            </p:contentPart>
          </mc:Choice>
          <mc:Fallback>
            <p:pic>
              <p:nvPicPr>
                <p:cNvPr id="102" name="Ink 101">
                  <a:extLst>
                    <a:ext uri="{FF2B5EF4-FFF2-40B4-BE49-F238E27FC236}">
                      <a16:creationId xmlns:a16="http://schemas.microsoft.com/office/drawing/2014/main" id="{47BC2ABE-918F-47EA-DC8C-20EC03BA73A3}"/>
                    </a:ext>
                  </a:extLst>
                </p:cNvPr>
                <p:cNvPicPr/>
                <p:nvPr/>
              </p:nvPicPr>
              <p:blipFill>
                <a:blip r:embed="rId107"/>
                <a:stretch>
                  <a:fillRect/>
                </a:stretch>
              </p:blipFill>
              <p:spPr>
                <a:xfrm>
                  <a:off x="3371917" y="528592"/>
                  <a:ext cx="144720" cy="15350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04" name="Ink 103">
                  <a:extLst>
                    <a:ext uri="{FF2B5EF4-FFF2-40B4-BE49-F238E27FC236}">
                      <a16:creationId xmlns:a16="http://schemas.microsoft.com/office/drawing/2014/main" id="{04D01295-63A7-BCED-8D05-4A84FBFA8A72}"/>
                    </a:ext>
                  </a:extLst>
                </p14:cNvPr>
                <p14:cNvContentPartPr/>
                <p14:nvPr/>
              </p14:nvContentPartPr>
              <p14:xfrm>
                <a:off x="2922997" y="1379272"/>
                <a:ext cx="2082960" cy="112320"/>
              </p14:xfrm>
            </p:contentPart>
          </mc:Choice>
          <mc:Fallback>
            <p:pic>
              <p:nvPicPr>
                <p:cNvPr id="104" name="Ink 103">
                  <a:extLst>
                    <a:ext uri="{FF2B5EF4-FFF2-40B4-BE49-F238E27FC236}">
                      <a16:creationId xmlns:a16="http://schemas.microsoft.com/office/drawing/2014/main" id="{04D01295-63A7-BCED-8D05-4A84FBFA8A72}"/>
                    </a:ext>
                  </a:extLst>
                </p:cNvPr>
                <p:cNvPicPr/>
                <p:nvPr/>
              </p:nvPicPr>
              <p:blipFill>
                <a:blip r:embed="rId109"/>
                <a:stretch>
                  <a:fillRect/>
                </a:stretch>
              </p:blipFill>
              <p:spPr>
                <a:xfrm>
                  <a:off x="2916877" y="1373152"/>
                  <a:ext cx="209520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05" name="Ink 104">
                  <a:extLst>
                    <a:ext uri="{FF2B5EF4-FFF2-40B4-BE49-F238E27FC236}">
                      <a16:creationId xmlns:a16="http://schemas.microsoft.com/office/drawing/2014/main" id="{69420894-B7CB-0AE6-4D6F-94EE32FA8ACB}"/>
                    </a:ext>
                  </a:extLst>
                </p14:cNvPr>
                <p14:cNvContentPartPr/>
                <p14:nvPr/>
              </p14:nvContentPartPr>
              <p14:xfrm>
                <a:off x="3717157" y="434272"/>
                <a:ext cx="2400120" cy="806040"/>
              </p14:xfrm>
            </p:contentPart>
          </mc:Choice>
          <mc:Fallback>
            <p:pic>
              <p:nvPicPr>
                <p:cNvPr id="105" name="Ink 104">
                  <a:extLst>
                    <a:ext uri="{FF2B5EF4-FFF2-40B4-BE49-F238E27FC236}">
                      <a16:creationId xmlns:a16="http://schemas.microsoft.com/office/drawing/2014/main" id="{69420894-B7CB-0AE6-4D6F-94EE32FA8ACB}"/>
                    </a:ext>
                  </a:extLst>
                </p:cNvPr>
                <p:cNvPicPr/>
                <p:nvPr/>
              </p:nvPicPr>
              <p:blipFill>
                <a:blip r:embed="rId111"/>
                <a:stretch>
                  <a:fillRect/>
                </a:stretch>
              </p:blipFill>
              <p:spPr>
                <a:xfrm>
                  <a:off x="3711037" y="428152"/>
                  <a:ext cx="2412360" cy="8182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07" name="Ink 106">
                  <a:extLst>
                    <a:ext uri="{FF2B5EF4-FFF2-40B4-BE49-F238E27FC236}">
                      <a16:creationId xmlns:a16="http://schemas.microsoft.com/office/drawing/2014/main" id="{8B704087-09AE-DD0A-6735-F58598C4FE22}"/>
                    </a:ext>
                  </a:extLst>
                </p14:cNvPr>
                <p14:cNvContentPartPr/>
                <p14:nvPr/>
              </p14:nvContentPartPr>
              <p14:xfrm>
                <a:off x="4724437" y="1392952"/>
                <a:ext cx="81720" cy="44280"/>
              </p14:xfrm>
            </p:contentPart>
          </mc:Choice>
          <mc:Fallback>
            <p:pic>
              <p:nvPicPr>
                <p:cNvPr id="107" name="Ink 106">
                  <a:extLst>
                    <a:ext uri="{FF2B5EF4-FFF2-40B4-BE49-F238E27FC236}">
                      <a16:creationId xmlns:a16="http://schemas.microsoft.com/office/drawing/2014/main" id="{8B704087-09AE-DD0A-6735-F58598C4FE22}"/>
                    </a:ext>
                  </a:extLst>
                </p:cNvPr>
                <p:cNvPicPr/>
                <p:nvPr/>
              </p:nvPicPr>
              <p:blipFill>
                <a:blip r:embed="rId113"/>
                <a:stretch>
                  <a:fillRect/>
                </a:stretch>
              </p:blipFill>
              <p:spPr>
                <a:xfrm>
                  <a:off x="4718317" y="1386832"/>
                  <a:ext cx="9396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08" name="Ink 107">
                  <a:extLst>
                    <a:ext uri="{FF2B5EF4-FFF2-40B4-BE49-F238E27FC236}">
                      <a16:creationId xmlns:a16="http://schemas.microsoft.com/office/drawing/2014/main" id="{448DECA7-B287-FE7C-7C9E-C1D7AE20A07B}"/>
                    </a:ext>
                  </a:extLst>
                </p14:cNvPr>
                <p14:cNvContentPartPr/>
                <p14:nvPr/>
              </p14:nvContentPartPr>
              <p14:xfrm>
                <a:off x="4758997" y="1296832"/>
                <a:ext cx="1415880" cy="82440"/>
              </p14:xfrm>
            </p:contentPart>
          </mc:Choice>
          <mc:Fallback>
            <p:pic>
              <p:nvPicPr>
                <p:cNvPr id="108" name="Ink 107">
                  <a:extLst>
                    <a:ext uri="{FF2B5EF4-FFF2-40B4-BE49-F238E27FC236}">
                      <a16:creationId xmlns:a16="http://schemas.microsoft.com/office/drawing/2014/main" id="{448DECA7-B287-FE7C-7C9E-C1D7AE20A07B}"/>
                    </a:ext>
                  </a:extLst>
                </p:cNvPr>
                <p:cNvPicPr/>
                <p:nvPr/>
              </p:nvPicPr>
              <p:blipFill>
                <a:blip r:embed="rId115"/>
                <a:stretch>
                  <a:fillRect/>
                </a:stretch>
              </p:blipFill>
              <p:spPr>
                <a:xfrm>
                  <a:off x="4752877" y="1290712"/>
                  <a:ext cx="1428120" cy="946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10" name="Ink 109">
                  <a:extLst>
                    <a:ext uri="{FF2B5EF4-FFF2-40B4-BE49-F238E27FC236}">
                      <a16:creationId xmlns:a16="http://schemas.microsoft.com/office/drawing/2014/main" id="{AA5213B3-901C-1A8C-908D-81792D0DC025}"/>
                    </a:ext>
                  </a:extLst>
                </p14:cNvPr>
                <p14:cNvContentPartPr/>
                <p14:nvPr/>
              </p14:nvContentPartPr>
              <p14:xfrm>
                <a:off x="3669277" y="979672"/>
                <a:ext cx="173160" cy="155520"/>
              </p14:xfrm>
            </p:contentPart>
          </mc:Choice>
          <mc:Fallback>
            <p:pic>
              <p:nvPicPr>
                <p:cNvPr id="110" name="Ink 109">
                  <a:extLst>
                    <a:ext uri="{FF2B5EF4-FFF2-40B4-BE49-F238E27FC236}">
                      <a16:creationId xmlns:a16="http://schemas.microsoft.com/office/drawing/2014/main" id="{AA5213B3-901C-1A8C-908D-81792D0DC025}"/>
                    </a:ext>
                  </a:extLst>
                </p:cNvPr>
                <p:cNvPicPr/>
                <p:nvPr/>
              </p:nvPicPr>
              <p:blipFill>
                <a:blip r:embed="rId117"/>
                <a:stretch>
                  <a:fillRect/>
                </a:stretch>
              </p:blipFill>
              <p:spPr>
                <a:xfrm>
                  <a:off x="3663157" y="973552"/>
                  <a:ext cx="18540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11" name="Ink 110">
                  <a:extLst>
                    <a:ext uri="{FF2B5EF4-FFF2-40B4-BE49-F238E27FC236}">
                      <a16:creationId xmlns:a16="http://schemas.microsoft.com/office/drawing/2014/main" id="{31FEAA18-C543-D0F6-700E-848D6C34EB2F}"/>
                    </a:ext>
                  </a:extLst>
                </p14:cNvPr>
                <p14:cNvContentPartPr/>
                <p14:nvPr/>
              </p14:nvContentPartPr>
              <p14:xfrm>
                <a:off x="3950077" y="778432"/>
                <a:ext cx="48600" cy="105120"/>
              </p14:xfrm>
            </p:contentPart>
          </mc:Choice>
          <mc:Fallback>
            <p:pic>
              <p:nvPicPr>
                <p:cNvPr id="111" name="Ink 110">
                  <a:extLst>
                    <a:ext uri="{FF2B5EF4-FFF2-40B4-BE49-F238E27FC236}">
                      <a16:creationId xmlns:a16="http://schemas.microsoft.com/office/drawing/2014/main" id="{31FEAA18-C543-D0F6-700E-848D6C34EB2F}"/>
                    </a:ext>
                  </a:extLst>
                </p:cNvPr>
                <p:cNvPicPr/>
                <p:nvPr/>
              </p:nvPicPr>
              <p:blipFill>
                <a:blip r:embed="rId119"/>
                <a:stretch>
                  <a:fillRect/>
                </a:stretch>
              </p:blipFill>
              <p:spPr>
                <a:xfrm>
                  <a:off x="3943957" y="772312"/>
                  <a:ext cx="60840" cy="117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20">
            <p14:nvContentPartPr>
              <p14:cNvPr id="113" name="Ink 112">
                <a:extLst>
                  <a:ext uri="{FF2B5EF4-FFF2-40B4-BE49-F238E27FC236}">
                    <a16:creationId xmlns:a16="http://schemas.microsoft.com/office/drawing/2014/main" id="{F9BB99D3-9D81-AAF9-5C7B-566903FFC393}"/>
                  </a:ext>
                </a:extLst>
              </p14:cNvPr>
              <p14:cNvContentPartPr/>
              <p14:nvPr/>
            </p14:nvContentPartPr>
            <p14:xfrm>
              <a:off x="8159917" y="3952552"/>
              <a:ext cx="61200" cy="17280"/>
            </p14:xfrm>
          </p:contentPart>
        </mc:Choice>
        <mc:Fallback>
          <p:pic>
            <p:nvPicPr>
              <p:cNvPr id="113" name="Ink 112">
                <a:extLst>
                  <a:ext uri="{FF2B5EF4-FFF2-40B4-BE49-F238E27FC236}">
                    <a16:creationId xmlns:a16="http://schemas.microsoft.com/office/drawing/2014/main" id="{F9BB99D3-9D81-AAF9-5C7B-566903FFC393}"/>
                  </a:ext>
                </a:extLst>
              </p:cNvPr>
              <p:cNvPicPr/>
              <p:nvPr/>
            </p:nvPicPr>
            <p:blipFill>
              <a:blip r:embed="rId121"/>
              <a:stretch>
                <a:fillRect/>
              </a:stretch>
            </p:blipFill>
            <p:spPr>
              <a:xfrm>
                <a:off x="8153797" y="3946432"/>
                <a:ext cx="73440" cy="2952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17" name="Ink 116">
                <a:extLst>
                  <a:ext uri="{FF2B5EF4-FFF2-40B4-BE49-F238E27FC236}">
                    <a16:creationId xmlns:a16="http://schemas.microsoft.com/office/drawing/2014/main" id="{39A2570F-48FD-3529-03E6-E021401E0F4D}"/>
                  </a:ext>
                </a:extLst>
              </p14:cNvPr>
              <p14:cNvContentPartPr/>
              <p14:nvPr/>
            </p14:nvContentPartPr>
            <p14:xfrm>
              <a:off x="2771077" y="132592"/>
              <a:ext cx="3504600" cy="1404360"/>
            </p14:xfrm>
          </p:contentPart>
        </mc:Choice>
        <mc:Fallback>
          <p:pic>
            <p:nvPicPr>
              <p:cNvPr id="117" name="Ink 116">
                <a:extLst>
                  <a:ext uri="{FF2B5EF4-FFF2-40B4-BE49-F238E27FC236}">
                    <a16:creationId xmlns:a16="http://schemas.microsoft.com/office/drawing/2014/main" id="{39A2570F-48FD-3529-03E6-E021401E0F4D}"/>
                  </a:ext>
                </a:extLst>
              </p:cNvPr>
              <p:cNvPicPr/>
              <p:nvPr/>
            </p:nvPicPr>
            <p:blipFill>
              <a:blip r:embed="rId123"/>
              <a:stretch>
                <a:fillRect/>
              </a:stretch>
            </p:blipFill>
            <p:spPr>
              <a:xfrm>
                <a:off x="2764957" y="126472"/>
                <a:ext cx="3516840" cy="141660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4" name="Ink 3">
                <a:extLst>
                  <a:ext uri="{FF2B5EF4-FFF2-40B4-BE49-F238E27FC236}">
                    <a16:creationId xmlns:a16="http://schemas.microsoft.com/office/drawing/2014/main" id="{B48EEA60-2CE7-DC3A-896C-B7C9A11ACCC9}"/>
                  </a:ext>
                </a:extLst>
              </p14:cNvPr>
              <p14:cNvContentPartPr/>
              <p14:nvPr/>
            </p14:nvContentPartPr>
            <p14:xfrm>
              <a:off x="1075117" y="3770032"/>
              <a:ext cx="142200" cy="973080"/>
            </p14:xfrm>
          </p:contentPart>
        </mc:Choice>
        <mc:Fallback>
          <p:pic>
            <p:nvPicPr>
              <p:cNvPr id="4" name="Ink 3">
                <a:extLst>
                  <a:ext uri="{FF2B5EF4-FFF2-40B4-BE49-F238E27FC236}">
                    <a16:creationId xmlns:a16="http://schemas.microsoft.com/office/drawing/2014/main" id="{B48EEA60-2CE7-DC3A-896C-B7C9A11ACCC9}"/>
                  </a:ext>
                </a:extLst>
              </p:cNvPr>
              <p:cNvPicPr/>
              <p:nvPr/>
            </p:nvPicPr>
            <p:blipFill>
              <a:blip r:embed="rId125"/>
              <a:stretch>
                <a:fillRect/>
              </a:stretch>
            </p:blipFill>
            <p:spPr>
              <a:xfrm>
                <a:off x="1068997" y="3763912"/>
                <a:ext cx="154440" cy="9853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5" name="Ink 4">
                <a:extLst>
                  <a:ext uri="{FF2B5EF4-FFF2-40B4-BE49-F238E27FC236}">
                    <a16:creationId xmlns:a16="http://schemas.microsoft.com/office/drawing/2014/main" id="{0D0FA328-E0F9-2F06-9614-B2428775A504}"/>
                  </a:ext>
                </a:extLst>
              </p14:cNvPr>
              <p14:cNvContentPartPr/>
              <p14:nvPr/>
            </p14:nvContentPartPr>
            <p14:xfrm>
              <a:off x="789277" y="4383112"/>
              <a:ext cx="2118240" cy="173880"/>
            </p14:xfrm>
          </p:contentPart>
        </mc:Choice>
        <mc:Fallback>
          <p:pic>
            <p:nvPicPr>
              <p:cNvPr id="5" name="Ink 4">
                <a:extLst>
                  <a:ext uri="{FF2B5EF4-FFF2-40B4-BE49-F238E27FC236}">
                    <a16:creationId xmlns:a16="http://schemas.microsoft.com/office/drawing/2014/main" id="{0D0FA328-E0F9-2F06-9614-B2428775A504}"/>
                  </a:ext>
                </a:extLst>
              </p:cNvPr>
              <p:cNvPicPr/>
              <p:nvPr/>
            </p:nvPicPr>
            <p:blipFill>
              <a:blip r:embed="rId127"/>
              <a:stretch>
                <a:fillRect/>
              </a:stretch>
            </p:blipFill>
            <p:spPr>
              <a:xfrm>
                <a:off x="783157" y="4376992"/>
                <a:ext cx="213048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 name="Ink 6">
                <a:extLst>
                  <a:ext uri="{FF2B5EF4-FFF2-40B4-BE49-F238E27FC236}">
                    <a16:creationId xmlns:a16="http://schemas.microsoft.com/office/drawing/2014/main" id="{5DAB74F1-0FE6-F1E7-FFA0-737712413E0D}"/>
                  </a:ext>
                </a:extLst>
              </p14:cNvPr>
              <p14:cNvContentPartPr/>
              <p14:nvPr/>
            </p14:nvContentPartPr>
            <p14:xfrm>
              <a:off x="1376797" y="4160632"/>
              <a:ext cx="96480" cy="113760"/>
            </p14:xfrm>
          </p:contentPart>
        </mc:Choice>
        <mc:Fallback>
          <p:pic>
            <p:nvPicPr>
              <p:cNvPr id="7" name="Ink 6">
                <a:extLst>
                  <a:ext uri="{FF2B5EF4-FFF2-40B4-BE49-F238E27FC236}">
                    <a16:creationId xmlns:a16="http://schemas.microsoft.com/office/drawing/2014/main" id="{5DAB74F1-0FE6-F1E7-FFA0-737712413E0D}"/>
                  </a:ext>
                </a:extLst>
              </p:cNvPr>
              <p:cNvPicPr/>
              <p:nvPr/>
            </p:nvPicPr>
            <p:blipFill>
              <a:blip r:embed="rId129"/>
              <a:stretch>
                <a:fillRect/>
              </a:stretch>
            </p:blipFill>
            <p:spPr>
              <a:xfrm>
                <a:off x="1370677" y="4154512"/>
                <a:ext cx="10872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8" name="Ink 7">
                <a:extLst>
                  <a:ext uri="{FF2B5EF4-FFF2-40B4-BE49-F238E27FC236}">
                    <a16:creationId xmlns:a16="http://schemas.microsoft.com/office/drawing/2014/main" id="{3F0F6B99-DAD2-D665-5390-2E403410B2F3}"/>
                  </a:ext>
                </a:extLst>
              </p14:cNvPr>
              <p14:cNvContentPartPr/>
              <p14:nvPr/>
            </p14:nvContentPartPr>
            <p14:xfrm>
              <a:off x="1651477" y="4058032"/>
              <a:ext cx="123840" cy="103320"/>
            </p14:xfrm>
          </p:contentPart>
        </mc:Choice>
        <mc:Fallback>
          <p:pic>
            <p:nvPicPr>
              <p:cNvPr id="8" name="Ink 7">
                <a:extLst>
                  <a:ext uri="{FF2B5EF4-FFF2-40B4-BE49-F238E27FC236}">
                    <a16:creationId xmlns:a16="http://schemas.microsoft.com/office/drawing/2014/main" id="{3F0F6B99-DAD2-D665-5390-2E403410B2F3}"/>
                  </a:ext>
                </a:extLst>
              </p:cNvPr>
              <p:cNvPicPr/>
              <p:nvPr/>
            </p:nvPicPr>
            <p:blipFill>
              <a:blip r:embed="rId131"/>
              <a:stretch>
                <a:fillRect/>
              </a:stretch>
            </p:blipFill>
            <p:spPr>
              <a:xfrm>
                <a:off x="1645357" y="4051912"/>
                <a:ext cx="136080" cy="1155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9" name="Ink 8">
                <a:extLst>
                  <a:ext uri="{FF2B5EF4-FFF2-40B4-BE49-F238E27FC236}">
                    <a16:creationId xmlns:a16="http://schemas.microsoft.com/office/drawing/2014/main" id="{6B33F012-DD45-C855-AAD1-E607B7221714}"/>
                  </a:ext>
                </a:extLst>
              </p14:cNvPr>
              <p14:cNvContentPartPr/>
              <p14:nvPr/>
            </p14:nvContentPartPr>
            <p14:xfrm>
              <a:off x="2156197" y="3998632"/>
              <a:ext cx="186480" cy="99000"/>
            </p14:xfrm>
          </p:contentPart>
        </mc:Choice>
        <mc:Fallback>
          <p:pic>
            <p:nvPicPr>
              <p:cNvPr id="9" name="Ink 8">
                <a:extLst>
                  <a:ext uri="{FF2B5EF4-FFF2-40B4-BE49-F238E27FC236}">
                    <a16:creationId xmlns:a16="http://schemas.microsoft.com/office/drawing/2014/main" id="{6B33F012-DD45-C855-AAD1-E607B7221714}"/>
                  </a:ext>
                </a:extLst>
              </p:cNvPr>
              <p:cNvPicPr/>
              <p:nvPr/>
            </p:nvPicPr>
            <p:blipFill>
              <a:blip r:embed="rId133"/>
              <a:stretch>
                <a:fillRect/>
              </a:stretch>
            </p:blipFill>
            <p:spPr>
              <a:xfrm>
                <a:off x="2150077" y="3992512"/>
                <a:ext cx="19872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0" name="Ink 9">
                <a:extLst>
                  <a:ext uri="{FF2B5EF4-FFF2-40B4-BE49-F238E27FC236}">
                    <a16:creationId xmlns:a16="http://schemas.microsoft.com/office/drawing/2014/main" id="{EA0BAFD5-0870-5066-E43A-0C8260815ADE}"/>
                  </a:ext>
                </a:extLst>
              </p14:cNvPr>
              <p14:cNvContentPartPr/>
              <p14:nvPr/>
            </p14:nvContentPartPr>
            <p14:xfrm>
              <a:off x="2557237" y="4033192"/>
              <a:ext cx="143640" cy="156960"/>
            </p14:xfrm>
          </p:contentPart>
        </mc:Choice>
        <mc:Fallback>
          <p:pic>
            <p:nvPicPr>
              <p:cNvPr id="10" name="Ink 9">
                <a:extLst>
                  <a:ext uri="{FF2B5EF4-FFF2-40B4-BE49-F238E27FC236}">
                    <a16:creationId xmlns:a16="http://schemas.microsoft.com/office/drawing/2014/main" id="{EA0BAFD5-0870-5066-E43A-0C8260815ADE}"/>
                  </a:ext>
                </a:extLst>
              </p:cNvPr>
              <p:cNvPicPr/>
              <p:nvPr/>
            </p:nvPicPr>
            <p:blipFill>
              <a:blip r:embed="rId135"/>
              <a:stretch>
                <a:fillRect/>
              </a:stretch>
            </p:blipFill>
            <p:spPr>
              <a:xfrm>
                <a:off x="2551117" y="4027072"/>
                <a:ext cx="15588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1" name="Ink 10">
                <a:extLst>
                  <a:ext uri="{FF2B5EF4-FFF2-40B4-BE49-F238E27FC236}">
                    <a16:creationId xmlns:a16="http://schemas.microsoft.com/office/drawing/2014/main" id="{40D84AB5-C9DB-30CA-4CBE-02AD871B6D13}"/>
                  </a:ext>
                </a:extLst>
              </p14:cNvPr>
              <p14:cNvContentPartPr/>
              <p14:nvPr/>
            </p14:nvContentPartPr>
            <p14:xfrm>
              <a:off x="2648677" y="3590032"/>
              <a:ext cx="128160" cy="144720"/>
            </p14:xfrm>
          </p:contentPart>
        </mc:Choice>
        <mc:Fallback>
          <p:pic>
            <p:nvPicPr>
              <p:cNvPr id="11" name="Ink 10">
                <a:extLst>
                  <a:ext uri="{FF2B5EF4-FFF2-40B4-BE49-F238E27FC236}">
                    <a16:creationId xmlns:a16="http://schemas.microsoft.com/office/drawing/2014/main" id="{40D84AB5-C9DB-30CA-4CBE-02AD871B6D13}"/>
                  </a:ext>
                </a:extLst>
              </p:cNvPr>
              <p:cNvPicPr/>
              <p:nvPr/>
            </p:nvPicPr>
            <p:blipFill>
              <a:blip r:embed="rId137"/>
              <a:stretch>
                <a:fillRect/>
              </a:stretch>
            </p:blipFill>
            <p:spPr>
              <a:xfrm>
                <a:off x="2642557" y="3583912"/>
                <a:ext cx="14040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2" name="Ink 11">
                <a:extLst>
                  <a:ext uri="{FF2B5EF4-FFF2-40B4-BE49-F238E27FC236}">
                    <a16:creationId xmlns:a16="http://schemas.microsoft.com/office/drawing/2014/main" id="{06F48A74-35D5-99F8-1DED-5EC6C3EDB6E2}"/>
                  </a:ext>
                </a:extLst>
              </p14:cNvPr>
              <p14:cNvContentPartPr/>
              <p14:nvPr/>
            </p14:nvContentPartPr>
            <p14:xfrm>
              <a:off x="3105157" y="3800632"/>
              <a:ext cx="158400" cy="138960"/>
            </p14:xfrm>
          </p:contentPart>
        </mc:Choice>
        <mc:Fallback>
          <p:pic>
            <p:nvPicPr>
              <p:cNvPr id="12" name="Ink 11">
                <a:extLst>
                  <a:ext uri="{FF2B5EF4-FFF2-40B4-BE49-F238E27FC236}">
                    <a16:creationId xmlns:a16="http://schemas.microsoft.com/office/drawing/2014/main" id="{06F48A74-35D5-99F8-1DED-5EC6C3EDB6E2}"/>
                  </a:ext>
                </a:extLst>
              </p:cNvPr>
              <p:cNvPicPr/>
              <p:nvPr/>
            </p:nvPicPr>
            <p:blipFill>
              <a:blip r:embed="rId139"/>
              <a:stretch>
                <a:fillRect/>
              </a:stretch>
            </p:blipFill>
            <p:spPr>
              <a:xfrm>
                <a:off x="3099037" y="3794512"/>
                <a:ext cx="17064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3" name="Ink 12">
                <a:extLst>
                  <a:ext uri="{FF2B5EF4-FFF2-40B4-BE49-F238E27FC236}">
                    <a16:creationId xmlns:a16="http://schemas.microsoft.com/office/drawing/2014/main" id="{5CA2CB78-9631-45FA-1C80-D4367C14771C}"/>
                  </a:ext>
                </a:extLst>
              </p14:cNvPr>
              <p14:cNvContentPartPr/>
              <p14:nvPr/>
            </p14:nvContentPartPr>
            <p14:xfrm>
              <a:off x="3550117" y="4053712"/>
              <a:ext cx="218880" cy="144360"/>
            </p14:xfrm>
          </p:contentPart>
        </mc:Choice>
        <mc:Fallback>
          <p:pic>
            <p:nvPicPr>
              <p:cNvPr id="13" name="Ink 12">
                <a:extLst>
                  <a:ext uri="{FF2B5EF4-FFF2-40B4-BE49-F238E27FC236}">
                    <a16:creationId xmlns:a16="http://schemas.microsoft.com/office/drawing/2014/main" id="{5CA2CB78-9631-45FA-1C80-D4367C14771C}"/>
                  </a:ext>
                </a:extLst>
              </p:cNvPr>
              <p:cNvPicPr/>
              <p:nvPr/>
            </p:nvPicPr>
            <p:blipFill>
              <a:blip r:embed="rId141"/>
              <a:stretch>
                <a:fillRect/>
              </a:stretch>
            </p:blipFill>
            <p:spPr>
              <a:xfrm>
                <a:off x="3543997" y="4047592"/>
                <a:ext cx="231120" cy="15660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7" name="Ink 16">
                <a:extLst>
                  <a:ext uri="{FF2B5EF4-FFF2-40B4-BE49-F238E27FC236}">
                    <a16:creationId xmlns:a16="http://schemas.microsoft.com/office/drawing/2014/main" id="{B6C67A48-19E8-93EB-C453-6F59F89698E2}"/>
                  </a:ext>
                </a:extLst>
              </p14:cNvPr>
              <p14:cNvContentPartPr/>
              <p14:nvPr/>
            </p14:nvContentPartPr>
            <p14:xfrm>
              <a:off x="3783037" y="4315792"/>
              <a:ext cx="152640" cy="107280"/>
            </p14:xfrm>
          </p:contentPart>
        </mc:Choice>
        <mc:Fallback>
          <p:pic>
            <p:nvPicPr>
              <p:cNvPr id="17" name="Ink 16">
                <a:extLst>
                  <a:ext uri="{FF2B5EF4-FFF2-40B4-BE49-F238E27FC236}">
                    <a16:creationId xmlns:a16="http://schemas.microsoft.com/office/drawing/2014/main" id="{B6C67A48-19E8-93EB-C453-6F59F89698E2}"/>
                  </a:ext>
                </a:extLst>
              </p:cNvPr>
              <p:cNvPicPr/>
              <p:nvPr/>
            </p:nvPicPr>
            <p:blipFill>
              <a:blip r:embed="rId143"/>
              <a:stretch>
                <a:fillRect/>
              </a:stretch>
            </p:blipFill>
            <p:spPr>
              <a:xfrm>
                <a:off x="3776917" y="4309672"/>
                <a:ext cx="164880" cy="1195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8" name="Ink 17">
                <a:extLst>
                  <a:ext uri="{FF2B5EF4-FFF2-40B4-BE49-F238E27FC236}">
                    <a16:creationId xmlns:a16="http://schemas.microsoft.com/office/drawing/2014/main" id="{2A4F5647-45D4-A4F4-7038-7D2B340DCDEB}"/>
                  </a:ext>
                </a:extLst>
              </p14:cNvPr>
              <p14:cNvContentPartPr/>
              <p14:nvPr/>
            </p14:nvContentPartPr>
            <p14:xfrm>
              <a:off x="2834437" y="4369072"/>
              <a:ext cx="1626120" cy="82800"/>
            </p14:xfrm>
          </p:contentPart>
        </mc:Choice>
        <mc:Fallback>
          <p:pic>
            <p:nvPicPr>
              <p:cNvPr id="18" name="Ink 17">
                <a:extLst>
                  <a:ext uri="{FF2B5EF4-FFF2-40B4-BE49-F238E27FC236}">
                    <a16:creationId xmlns:a16="http://schemas.microsoft.com/office/drawing/2014/main" id="{2A4F5647-45D4-A4F4-7038-7D2B340DCDEB}"/>
                  </a:ext>
                </a:extLst>
              </p:cNvPr>
              <p:cNvPicPr/>
              <p:nvPr/>
            </p:nvPicPr>
            <p:blipFill>
              <a:blip r:embed="rId145"/>
              <a:stretch>
                <a:fillRect/>
              </a:stretch>
            </p:blipFill>
            <p:spPr>
              <a:xfrm>
                <a:off x="2828317" y="4362952"/>
                <a:ext cx="163836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20" name="Ink 19">
                <a:extLst>
                  <a:ext uri="{FF2B5EF4-FFF2-40B4-BE49-F238E27FC236}">
                    <a16:creationId xmlns:a16="http://schemas.microsoft.com/office/drawing/2014/main" id="{9B068043-33A6-8A01-0207-98AAE7526739}"/>
                  </a:ext>
                </a:extLst>
              </p14:cNvPr>
              <p14:cNvContentPartPr/>
              <p14:nvPr/>
            </p14:nvContentPartPr>
            <p14:xfrm>
              <a:off x="2874037" y="3927712"/>
              <a:ext cx="147240" cy="118440"/>
            </p14:xfrm>
          </p:contentPart>
        </mc:Choice>
        <mc:Fallback>
          <p:pic>
            <p:nvPicPr>
              <p:cNvPr id="20" name="Ink 19">
                <a:extLst>
                  <a:ext uri="{FF2B5EF4-FFF2-40B4-BE49-F238E27FC236}">
                    <a16:creationId xmlns:a16="http://schemas.microsoft.com/office/drawing/2014/main" id="{9B068043-33A6-8A01-0207-98AAE7526739}"/>
                  </a:ext>
                </a:extLst>
              </p:cNvPr>
              <p:cNvPicPr/>
              <p:nvPr/>
            </p:nvPicPr>
            <p:blipFill>
              <a:blip r:embed="rId147"/>
              <a:stretch>
                <a:fillRect/>
              </a:stretch>
            </p:blipFill>
            <p:spPr>
              <a:xfrm>
                <a:off x="2867917" y="3921592"/>
                <a:ext cx="15948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21" name="Ink 20">
                <a:extLst>
                  <a:ext uri="{FF2B5EF4-FFF2-40B4-BE49-F238E27FC236}">
                    <a16:creationId xmlns:a16="http://schemas.microsoft.com/office/drawing/2014/main" id="{C203AD50-8AEF-68E7-5405-51435A1B59E5}"/>
                  </a:ext>
                </a:extLst>
              </p14:cNvPr>
              <p14:cNvContentPartPr/>
              <p14:nvPr/>
            </p14:nvContentPartPr>
            <p14:xfrm>
              <a:off x="2938477" y="3910792"/>
              <a:ext cx="80640" cy="545400"/>
            </p14:xfrm>
          </p:contentPart>
        </mc:Choice>
        <mc:Fallback>
          <p:pic>
            <p:nvPicPr>
              <p:cNvPr id="21" name="Ink 20">
                <a:extLst>
                  <a:ext uri="{FF2B5EF4-FFF2-40B4-BE49-F238E27FC236}">
                    <a16:creationId xmlns:a16="http://schemas.microsoft.com/office/drawing/2014/main" id="{C203AD50-8AEF-68E7-5405-51435A1B59E5}"/>
                  </a:ext>
                </a:extLst>
              </p:cNvPr>
              <p:cNvPicPr/>
              <p:nvPr/>
            </p:nvPicPr>
            <p:blipFill>
              <a:blip r:embed="rId149"/>
              <a:stretch>
                <a:fillRect/>
              </a:stretch>
            </p:blipFill>
            <p:spPr>
              <a:xfrm>
                <a:off x="2932357" y="3904672"/>
                <a:ext cx="92880" cy="5576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22" name="Ink 21">
                <a:extLst>
                  <a:ext uri="{FF2B5EF4-FFF2-40B4-BE49-F238E27FC236}">
                    <a16:creationId xmlns:a16="http://schemas.microsoft.com/office/drawing/2014/main" id="{FD7D1140-1C9B-32A9-7153-9474D906238C}"/>
                  </a:ext>
                </a:extLst>
              </p14:cNvPr>
              <p14:cNvContentPartPr/>
              <p14:nvPr/>
            </p14:nvContentPartPr>
            <p14:xfrm>
              <a:off x="2972317" y="3704152"/>
              <a:ext cx="14040" cy="243000"/>
            </p14:xfrm>
          </p:contentPart>
        </mc:Choice>
        <mc:Fallback>
          <p:pic>
            <p:nvPicPr>
              <p:cNvPr id="22" name="Ink 21">
                <a:extLst>
                  <a:ext uri="{FF2B5EF4-FFF2-40B4-BE49-F238E27FC236}">
                    <a16:creationId xmlns:a16="http://schemas.microsoft.com/office/drawing/2014/main" id="{FD7D1140-1C9B-32A9-7153-9474D906238C}"/>
                  </a:ext>
                </a:extLst>
              </p:cNvPr>
              <p:cNvPicPr/>
              <p:nvPr/>
            </p:nvPicPr>
            <p:blipFill>
              <a:blip r:embed="rId151"/>
              <a:stretch>
                <a:fillRect/>
              </a:stretch>
            </p:blipFill>
            <p:spPr>
              <a:xfrm>
                <a:off x="2966197" y="3698032"/>
                <a:ext cx="26280" cy="25524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23" name="Ink 22">
                <a:extLst>
                  <a:ext uri="{FF2B5EF4-FFF2-40B4-BE49-F238E27FC236}">
                    <a16:creationId xmlns:a16="http://schemas.microsoft.com/office/drawing/2014/main" id="{6F34E7B8-7C3B-8113-953A-B1E874B51324}"/>
                  </a:ext>
                </a:extLst>
              </p14:cNvPr>
              <p14:cNvContentPartPr/>
              <p14:nvPr/>
            </p14:nvContentPartPr>
            <p14:xfrm>
              <a:off x="947317" y="3784072"/>
              <a:ext cx="2018160" cy="184320"/>
            </p14:xfrm>
          </p:contentPart>
        </mc:Choice>
        <mc:Fallback>
          <p:pic>
            <p:nvPicPr>
              <p:cNvPr id="23" name="Ink 22">
                <a:extLst>
                  <a:ext uri="{FF2B5EF4-FFF2-40B4-BE49-F238E27FC236}">
                    <a16:creationId xmlns:a16="http://schemas.microsoft.com/office/drawing/2014/main" id="{6F34E7B8-7C3B-8113-953A-B1E874B51324}"/>
                  </a:ext>
                </a:extLst>
              </p:cNvPr>
              <p:cNvPicPr/>
              <p:nvPr/>
            </p:nvPicPr>
            <p:blipFill>
              <a:blip r:embed="rId153"/>
              <a:stretch>
                <a:fillRect/>
              </a:stretch>
            </p:blipFill>
            <p:spPr>
              <a:xfrm>
                <a:off x="941197" y="3777952"/>
                <a:ext cx="2030400" cy="19656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24" name="Ink 23">
                <a:extLst>
                  <a:ext uri="{FF2B5EF4-FFF2-40B4-BE49-F238E27FC236}">
                    <a16:creationId xmlns:a16="http://schemas.microsoft.com/office/drawing/2014/main" id="{68A2084B-C46E-FEBC-615E-4F0E6F444345}"/>
                  </a:ext>
                </a:extLst>
              </p14:cNvPr>
              <p14:cNvContentPartPr/>
              <p14:nvPr/>
            </p14:nvContentPartPr>
            <p14:xfrm>
              <a:off x="851917" y="3971632"/>
              <a:ext cx="2137680" cy="144720"/>
            </p14:xfrm>
          </p:contentPart>
        </mc:Choice>
        <mc:Fallback>
          <p:pic>
            <p:nvPicPr>
              <p:cNvPr id="24" name="Ink 23">
                <a:extLst>
                  <a:ext uri="{FF2B5EF4-FFF2-40B4-BE49-F238E27FC236}">
                    <a16:creationId xmlns:a16="http://schemas.microsoft.com/office/drawing/2014/main" id="{68A2084B-C46E-FEBC-615E-4F0E6F444345}"/>
                  </a:ext>
                </a:extLst>
              </p:cNvPr>
              <p:cNvPicPr/>
              <p:nvPr/>
            </p:nvPicPr>
            <p:blipFill>
              <a:blip r:embed="rId155"/>
              <a:stretch>
                <a:fillRect/>
              </a:stretch>
            </p:blipFill>
            <p:spPr>
              <a:xfrm>
                <a:off x="845797" y="3965512"/>
                <a:ext cx="214992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26" name="Ink 25">
                <a:extLst>
                  <a:ext uri="{FF2B5EF4-FFF2-40B4-BE49-F238E27FC236}">
                    <a16:creationId xmlns:a16="http://schemas.microsoft.com/office/drawing/2014/main" id="{346681BA-13E9-7357-5CDF-E767F3F20885}"/>
                  </a:ext>
                </a:extLst>
              </p14:cNvPr>
              <p14:cNvContentPartPr/>
              <p14:nvPr/>
            </p14:nvContentPartPr>
            <p14:xfrm>
              <a:off x="2548597" y="4100152"/>
              <a:ext cx="54360" cy="356760"/>
            </p14:xfrm>
          </p:contentPart>
        </mc:Choice>
        <mc:Fallback>
          <p:pic>
            <p:nvPicPr>
              <p:cNvPr id="26" name="Ink 25">
                <a:extLst>
                  <a:ext uri="{FF2B5EF4-FFF2-40B4-BE49-F238E27FC236}">
                    <a16:creationId xmlns:a16="http://schemas.microsoft.com/office/drawing/2014/main" id="{346681BA-13E9-7357-5CDF-E767F3F20885}"/>
                  </a:ext>
                </a:extLst>
              </p:cNvPr>
              <p:cNvPicPr/>
              <p:nvPr/>
            </p:nvPicPr>
            <p:blipFill>
              <a:blip r:embed="rId157"/>
              <a:stretch>
                <a:fillRect/>
              </a:stretch>
            </p:blipFill>
            <p:spPr>
              <a:xfrm>
                <a:off x="2542477" y="4094032"/>
                <a:ext cx="66600" cy="36900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27" name="Ink 26">
                <a:extLst>
                  <a:ext uri="{FF2B5EF4-FFF2-40B4-BE49-F238E27FC236}">
                    <a16:creationId xmlns:a16="http://schemas.microsoft.com/office/drawing/2014/main" id="{8575F11C-22DC-8AB7-74B8-2E664DCBD3D3}"/>
                  </a:ext>
                </a:extLst>
              </p14:cNvPr>
              <p14:cNvContentPartPr/>
              <p14:nvPr/>
            </p14:nvContentPartPr>
            <p14:xfrm>
              <a:off x="2237917" y="4093672"/>
              <a:ext cx="33480" cy="412920"/>
            </p14:xfrm>
          </p:contentPart>
        </mc:Choice>
        <mc:Fallback>
          <p:pic>
            <p:nvPicPr>
              <p:cNvPr id="27" name="Ink 26">
                <a:extLst>
                  <a:ext uri="{FF2B5EF4-FFF2-40B4-BE49-F238E27FC236}">
                    <a16:creationId xmlns:a16="http://schemas.microsoft.com/office/drawing/2014/main" id="{8575F11C-22DC-8AB7-74B8-2E664DCBD3D3}"/>
                  </a:ext>
                </a:extLst>
              </p:cNvPr>
              <p:cNvPicPr/>
              <p:nvPr/>
            </p:nvPicPr>
            <p:blipFill>
              <a:blip r:embed="rId159"/>
              <a:stretch>
                <a:fillRect/>
              </a:stretch>
            </p:blipFill>
            <p:spPr>
              <a:xfrm>
                <a:off x="2231797" y="4087552"/>
                <a:ext cx="45720" cy="42516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28" name="Ink 27">
                <a:extLst>
                  <a:ext uri="{FF2B5EF4-FFF2-40B4-BE49-F238E27FC236}">
                    <a16:creationId xmlns:a16="http://schemas.microsoft.com/office/drawing/2014/main" id="{DA6E3380-504B-E73D-0E75-9C9A3984D3D1}"/>
                  </a:ext>
                </a:extLst>
              </p14:cNvPr>
              <p14:cNvContentPartPr/>
              <p14:nvPr/>
            </p14:nvContentPartPr>
            <p14:xfrm>
              <a:off x="1668757" y="4162792"/>
              <a:ext cx="60120" cy="388800"/>
            </p14:xfrm>
          </p:contentPart>
        </mc:Choice>
        <mc:Fallback>
          <p:pic>
            <p:nvPicPr>
              <p:cNvPr id="28" name="Ink 27">
                <a:extLst>
                  <a:ext uri="{FF2B5EF4-FFF2-40B4-BE49-F238E27FC236}">
                    <a16:creationId xmlns:a16="http://schemas.microsoft.com/office/drawing/2014/main" id="{DA6E3380-504B-E73D-0E75-9C9A3984D3D1}"/>
                  </a:ext>
                </a:extLst>
              </p:cNvPr>
              <p:cNvPicPr/>
              <p:nvPr/>
            </p:nvPicPr>
            <p:blipFill>
              <a:blip r:embed="rId161"/>
              <a:stretch>
                <a:fillRect/>
              </a:stretch>
            </p:blipFill>
            <p:spPr>
              <a:xfrm>
                <a:off x="1662637" y="4156672"/>
                <a:ext cx="72360" cy="40104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29" name="Ink 28">
                <a:extLst>
                  <a:ext uri="{FF2B5EF4-FFF2-40B4-BE49-F238E27FC236}">
                    <a16:creationId xmlns:a16="http://schemas.microsoft.com/office/drawing/2014/main" id="{1A54345E-D933-8993-F581-FA94FCDA1F87}"/>
                  </a:ext>
                </a:extLst>
              </p14:cNvPr>
              <p14:cNvContentPartPr/>
              <p14:nvPr/>
            </p14:nvContentPartPr>
            <p14:xfrm>
              <a:off x="1377877" y="4114192"/>
              <a:ext cx="36000" cy="409320"/>
            </p14:xfrm>
          </p:contentPart>
        </mc:Choice>
        <mc:Fallback>
          <p:pic>
            <p:nvPicPr>
              <p:cNvPr id="29" name="Ink 28">
                <a:extLst>
                  <a:ext uri="{FF2B5EF4-FFF2-40B4-BE49-F238E27FC236}">
                    <a16:creationId xmlns:a16="http://schemas.microsoft.com/office/drawing/2014/main" id="{1A54345E-D933-8993-F581-FA94FCDA1F87}"/>
                  </a:ext>
                </a:extLst>
              </p:cNvPr>
              <p:cNvPicPr/>
              <p:nvPr/>
            </p:nvPicPr>
            <p:blipFill>
              <a:blip r:embed="rId163"/>
              <a:stretch>
                <a:fillRect/>
              </a:stretch>
            </p:blipFill>
            <p:spPr>
              <a:xfrm>
                <a:off x="1371757" y="4108072"/>
                <a:ext cx="48240" cy="42156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114" name="Ink 113">
                <a:extLst>
                  <a:ext uri="{FF2B5EF4-FFF2-40B4-BE49-F238E27FC236}">
                    <a16:creationId xmlns:a16="http://schemas.microsoft.com/office/drawing/2014/main" id="{BB74A784-682C-0AF5-2221-48598BD3B985}"/>
                  </a:ext>
                </a:extLst>
              </p14:cNvPr>
              <p14:cNvContentPartPr/>
              <p14:nvPr/>
            </p14:nvContentPartPr>
            <p14:xfrm>
              <a:off x="4409077" y="3804952"/>
              <a:ext cx="158400" cy="125640"/>
            </p14:xfrm>
          </p:contentPart>
        </mc:Choice>
        <mc:Fallback>
          <p:pic>
            <p:nvPicPr>
              <p:cNvPr id="114" name="Ink 113">
                <a:extLst>
                  <a:ext uri="{FF2B5EF4-FFF2-40B4-BE49-F238E27FC236}">
                    <a16:creationId xmlns:a16="http://schemas.microsoft.com/office/drawing/2014/main" id="{BB74A784-682C-0AF5-2221-48598BD3B985}"/>
                  </a:ext>
                </a:extLst>
              </p:cNvPr>
              <p:cNvPicPr/>
              <p:nvPr/>
            </p:nvPicPr>
            <p:blipFill>
              <a:blip r:embed="rId165"/>
              <a:stretch>
                <a:fillRect/>
              </a:stretch>
            </p:blipFill>
            <p:spPr>
              <a:xfrm>
                <a:off x="4402957" y="3798832"/>
                <a:ext cx="17064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115" name="Ink 114">
                <a:extLst>
                  <a:ext uri="{FF2B5EF4-FFF2-40B4-BE49-F238E27FC236}">
                    <a16:creationId xmlns:a16="http://schemas.microsoft.com/office/drawing/2014/main" id="{F7A1DFA8-5892-9F83-1D0E-DCE9967AA1A2}"/>
                  </a:ext>
                </a:extLst>
              </p14:cNvPr>
              <p14:cNvContentPartPr/>
              <p14:nvPr/>
            </p14:nvContentPartPr>
            <p14:xfrm>
              <a:off x="4419877" y="4023832"/>
              <a:ext cx="105840" cy="140400"/>
            </p14:xfrm>
          </p:contentPart>
        </mc:Choice>
        <mc:Fallback>
          <p:pic>
            <p:nvPicPr>
              <p:cNvPr id="115" name="Ink 114">
                <a:extLst>
                  <a:ext uri="{FF2B5EF4-FFF2-40B4-BE49-F238E27FC236}">
                    <a16:creationId xmlns:a16="http://schemas.microsoft.com/office/drawing/2014/main" id="{F7A1DFA8-5892-9F83-1D0E-DCE9967AA1A2}"/>
                  </a:ext>
                </a:extLst>
              </p:cNvPr>
              <p:cNvPicPr/>
              <p:nvPr/>
            </p:nvPicPr>
            <p:blipFill>
              <a:blip r:embed="rId167"/>
              <a:stretch>
                <a:fillRect/>
              </a:stretch>
            </p:blipFill>
            <p:spPr>
              <a:xfrm>
                <a:off x="4413757" y="4017712"/>
                <a:ext cx="11808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118" name="Ink 117">
                <a:extLst>
                  <a:ext uri="{FF2B5EF4-FFF2-40B4-BE49-F238E27FC236}">
                    <a16:creationId xmlns:a16="http://schemas.microsoft.com/office/drawing/2014/main" id="{DE092BBD-B94D-80E6-A6DE-49ADC6F8B4EB}"/>
                  </a:ext>
                </a:extLst>
              </p14:cNvPr>
              <p14:cNvContentPartPr/>
              <p14:nvPr/>
            </p14:nvContentPartPr>
            <p14:xfrm>
              <a:off x="4551637" y="2943832"/>
              <a:ext cx="304560" cy="539640"/>
            </p14:xfrm>
          </p:contentPart>
        </mc:Choice>
        <mc:Fallback>
          <p:pic>
            <p:nvPicPr>
              <p:cNvPr id="118" name="Ink 117">
                <a:extLst>
                  <a:ext uri="{FF2B5EF4-FFF2-40B4-BE49-F238E27FC236}">
                    <a16:creationId xmlns:a16="http://schemas.microsoft.com/office/drawing/2014/main" id="{DE092BBD-B94D-80E6-A6DE-49ADC6F8B4EB}"/>
                  </a:ext>
                </a:extLst>
              </p:cNvPr>
              <p:cNvPicPr/>
              <p:nvPr/>
            </p:nvPicPr>
            <p:blipFill>
              <a:blip r:embed="rId169"/>
              <a:stretch>
                <a:fillRect/>
              </a:stretch>
            </p:blipFill>
            <p:spPr>
              <a:xfrm>
                <a:off x="4545517" y="2937712"/>
                <a:ext cx="316800" cy="55188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19" name="Ink 118">
                <a:extLst>
                  <a:ext uri="{FF2B5EF4-FFF2-40B4-BE49-F238E27FC236}">
                    <a16:creationId xmlns:a16="http://schemas.microsoft.com/office/drawing/2014/main" id="{27DB502D-64ED-BB15-9C3A-336FB7703E16}"/>
                  </a:ext>
                </a:extLst>
              </p14:cNvPr>
              <p14:cNvContentPartPr/>
              <p14:nvPr/>
            </p14:nvContentPartPr>
            <p14:xfrm>
              <a:off x="4725517" y="3124192"/>
              <a:ext cx="80280" cy="197280"/>
            </p14:xfrm>
          </p:contentPart>
        </mc:Choice>
        <mc:Fallback>
          <p:pic>
            <p:nvPicPr>
              <p:cNvPr id="119" name="Ink 118">
                <a:extLst>
                  <a:ext uri="{FF2B5EF4-FFF2-40B4-BE49-F238E27FC236}">
                    <a16:creationId xmlns:a16="http://schemas.microsoft.com/office/drawing/2014/main" id="{27DB502D-64ED-BB15-9C3A-336FB7703E16}"/>
                  </a:ext>
                </a:extLst>
              </p:cNvPr>
              <p:cNvPicPr/>
              <p:nvPr/>
            </p:nvPicPr>
            <p:blipFill>
              <a:blip r:embed="rId171"/>
              <a:stretch>
                <a:fillRect/>
              </a:stretch>
            </p:blipFill>
            <p:spPr>
              <a:xfrm>
                <a:off x="4719397" y="3118072"/>
                <a:ext cx="9252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27" name="Ink 126">
                <a:extLst>
                  <a:ext uri="{FF2B5EF4-FFF2-40B4-BE49-F238E27FC236}">
                    <a16:creationId xmlns:a16="http://schemas.microsoft.com/office/drawing/2014/main" id="{9C3432FA-F67B-483C-14E9-7B3D4B2AE615}"/>
                  </a:ext>
                </a:extLst>
              </p14:cNvPr>
              <p14:cNvContentPartPr/>
              <p14:nvPr/>
            </p14:nvContentPartPr>
            <p14:xfrm>
              <a:off x="4598437" y="3148672"/>
              <a:ext cx="235800" cy="118800"/>
            </p14:xfrm>
          </p:contentPart>
        </mc:Choice>
        <mc:Fallback>
          <p:pic>
            <p:nvPicPr>
              <p:cNvPr id="127" name="Ink 126">
                <a:extLst>
                  <a:ext uri="{FF2B5EF4-FFF2-40B4-BE49-F238E27FC236}">
                    <a16:creationId xmlns:a16="http://schemas.microsoft.com/office/drawing/2014/main" id="{9C3432FA-F67B-483C-14E9-7B3D4B2AE615}"/>
                  </a:ext>
                </a:extLst>
              </p:cNvPr>
              <p:cNvPicPr/>
              <p:nvPr/>
            </p:nvPicPr>
            <p:blipFill>
              <a:blip r:embed="rId173"/>
              <a:stretch>
                <a:fillRect/>
              </a:stretch>
            </p:blipFill>
            <p:spPr>
              <a:xfrm>
                <a:off x="4592317" y="3142552"/>
                <a:ext cx="248040" cy="13104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2048" name="Ink 2047">
                <a:extLst>
                  <a:ext uri="{FF2B5EF4-FFF2-40B4-BE49-F238E27FC236}">
                    <a16:creationId xmlns:a16="http://schemas.microsoft.com/office/drawing/2014/main" id="{2E6CF5A4-CC4E-80A7-37DE-22D06FC81522}"/>
                  </a:ext>
                </a:extLst>
              </p14:cNvPr>
              <p14:cNvContentPartPr/>
              <p14:nvPr/>
            </p14:nvContentPartPr>
            <p14:xfrm>
              <a:off x="4558117" y="3143272"/>
              <a:ext cx="240480" cy="179280"/>
            </p14:xfrm>
          </p:contentPart>
        </mc:Choice>
        <mc:Fallback>
          <p:pic>
            <p:nvPicPr>
              <p:cNvPr id="2048" name="Ink 2047">
                <a:extLst>
                  <a:ext uri="{FF2B5EF4-FFF2-40B4-BE49-F238E27FC236}">
                    <a16:creationId xmlns:a16="http://schemas.microsoft.com/office/drawing/2014/main" id="{2E6CF5A4-CC4E-80A7-37DE-22D06FC81522}"/>
                  </a:ext>
                </a:extLst>
              </p:cNvPr>
              <p:cNvPicPr/>
              <p:nvPr/>
            </p:nvPicPr>
            <p:blipFill>
              <a:blip r:embed="rId175"/>
              <a:stretch>
                <a:fillRect/>
              </a:stretch>
            </p:blipFill>
            <p:spPr>
              <a:xfrm>
                <a:off x="4551997" y="3137152"/>
                <a:ext cx="252720" cy="19152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2049" name="Ink 2048">
                <a:extLst>
                  <a:ext uri="{FF2B5EF4-FFF2-40B4-BE49-F238E27FC236}">
                    <a16:creationId xmlns:a16="http://schemas.microsoft.com/office/drawing/2014/main" id="{4CCC9542-A05C-5450-35DC-C80DEC14F157}"/>
                  </a:ext>
                </a:extLst>
              </p14:cNvPr>
              <p14:cNvContentPartPr/>
              <p14:nvPr/>
            </p14:nvContentPartPr>
            <p14:xfrm>
              <a:off x="4639477" y="3369712"/>
              <a:ext cx="144720" cy="54360"/>
            </p14:xfrm>
          </p:contentPart>
        </mc:Choice>
        <mc:Fallback>
          <p:pic>
            <p:nvPicPr>
              <p:cNvPr id="2049" name="Ink 2048">
                <a:extLst>
                  <a:ext uri="{FF2B5EF4-FFF2-40B4-BE49-F238E27FC236}">
                    <a16:creationId xmlns:a16="http://schemas.microsoft.com/office/drawing/2014/main" id="{4CCC9542-A05C-5450-35DC-C80DEC14F157}"/>
                  </a:ext>
                </a:extLst>
              </p:cNvPr>
              <p:cNvPicPr/>
              <p:nvPr/>
            </p:nvPicPr>
            <p:blipFill>
              <a:blip r:embed="rId177"/>
              <a:stretch>
                <a:fillRect/>
              </a:stretch>
            </p:blipFill>
            <p:spPr>
              <a:xfrm>
                <a:off x="4633357" y="3363592"/>
                <a:ext cx="15696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2052" name="Ink 2051">
                <a:extLst>
                  <a:ext uri="{FF2B5EF4-FFF2-40B4-BE49-F238E27FC236}">
                    <a16:creationId xmlns:a16="http://schemas.microsoft.com/office/drawing/2014/main" id="{AC9F2DAC-B899-A037-8570-B51AC4BA1444}"/>
                  </a:ext>
                </a:extLst>
              </p14:cNvPr>
              <p14:cNvContentPartPr/>
              <p14:nvPr/>
            </p14:nvContentPartPr>
            <p14:xfrm>
              <a:off x="4059877" y="3478792"/>
              <a:ext cx="985680" cy="1065600"/>
            </p14:xfrm>
          </p:contentPart>
        </mc:Choice>
        <mc:Fallback>
          <p:pic>
            <p:nvPicPr>
              <p:cNvPr id="2052" name="Ink 2051">
                <a:extLst>
                  <a:ext uri="{FF2B5EF4-FFF2-40B4-BE49-F238E27FC236}">
                    <a16:creationId xmlns:a16="http://schemas.microsoft.com/office/drawing/2014/main" id="{AC9F2DAC-B899-A037-8570-B51AC4BA1444}"/>
                  </a:ext>
                </a:extLst>
              </p:cNvPr>
              <p:cNvPicPr/>
              <p:nvPr/>
            </p:nvPicPr>
            <p:blipFill>
              <a:blip r:embed="rId179"/>
              <a:stretch>
                <a:fillRect/>
              </a:stretch>
            </p:blipFill>
            <p:spPr>
              <a:xfrm>
                <a:off x="4053757" y="3472672"/>
                <a:ext cx="997920" cy="107784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2054" name="Ink 2053">
                <a:extLst>
                  <a:ext uri="{FF2B5EF4-FFF2-40B4-BE49-F238E27FC236}">
                    <a16:creationId xmlns:a16="http://schemas.microsoft.com/office/drawing/2014/main" id="{3C894091-3CBC-5952-2545-92856B429879}"/>
                  </a:ext>
                </a:extLst>
              </p14:cNvPr>
              <p14:cNvContentPartPr/>
              <p14:nvPr/>
            </p14:nvContentPartPr>
            <p14:xfrm>
              <a:off x="5067157" y="3558712"/>
              <a:ext cx="1144080" cy="409320"/>
            </p14:xfrm>
          </p:contentPart>
        </mc:Choice>
        <mc:Fallback>
          <p:pic>
            <p:nvPicPr>
              <p:cNvPr id="2054" name="Ink 2053">
                <a:extLst>
                  <a:ext uri="{FF2B5EF4-FFF2-40B4-BE49-F238E27FC236}">
                    <a16:creationId xmlns:a16="http://schemas.microsoft.com/office/drawing/2014/main" id="{3C894091-3CBC-5952-2545-92856B429879}"/>
                  </a:ext>
                </a:extLst>
              </p:cNvPr>
              <p:cNvPicPr/>
              <p:nvPr/>
            </p:nvPicPr>
            <p:blipFill>
              <a:blip r:embed="rId181"/>
              <a:stretch>
                <a:fillRect/>
              </a:stretch>
            </p:blipFill>
            <p:spPr>
              <a:xfrm>
                <a:off x="5061037" y="3552592"/>
                <a:ext cx="1156320" cy="42156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2056" name="Ink 2055">
                <a:extLst>
                  <a:ext uri="{FF2B5EF4-FFF2-40B4-BE49-F238E27FC236}">
                    <a16:creationId xmlns:a16="http://schemas.microsoft.com/office/drawing/2014/main" id="{2364A66B-CBE0-543B-E83E-703CF144FEE5}"/>
                  </a:ext>
                </a:extLst>
              </p14:cNvPr>
              <p14:cNvContentPartPr/>
              <p14:nvPr/>
            </p14:nvContentPartPr>
            <p14:xfrm>
              <a:off x="5052397" y="2665912"/>
              <a:ext cx="632160" cy="765720"/>
            </p14:xfrm>
          </p:contentPart>
        </mc:Choice>
        <mc:Fallback>
          <p:pic>
            <p:nvPicPr>
              <p:cNvPr id="2056" name="Ink 2055">
                <a:extLst>
                  <a:ext uri="{FF2B5EF4-FFF2-40B4-BE49-F238E27FC236}">
                    <a16:creationId xmlns:a16="http://schemas.microsoft.com/office/drawing/2014/main" id="{2364A66B-CBE0-543B-E83E-703CF144FEE5}"/>
                  </a:ext>
                </a:extLst>
              </p:cNvPr>
              <p:cNvPicPr/>
              <p:nvPr/>
            </p:nvPicPr>
            <p:blipFill>
              <a:blip r:embed="rId183"/>
              <a:stretch>
                <a:fillRect/>
              </a:stretch>
            </p:blipFill>
            <p:spPr>
              <a:xfrm>
                <a:off x="5046277" y="2659792"/>
                <a:ext cx="644400" cy="777960"/>
              </a:xfrm>
              <a:prstGeom prst="rect">
                <a:avLst/>
              </a:prstGeom>
            </p:spPr>
          </p:pic>
        </mc:Fallback>
      </mc:AlternateContent>
      <p:grpSp>
        <p:nvGrpSpPr>
          <p:cNvPr id="2059" name="Group 2058">
            <a:extLst>
              <a:ext uri="{FF2B5EF4-FFF2-40B4-BE49-F238E27FC236}">
                <a16:creationId xmlns:a16="http://schemas.microsoft.com/office/drawing/2014/main" id="{BDCC158C-B34B-8A3D-5E95-479F1815EE02}"/>
              </a:ext>
            </a:extLst>
          </p:cNvPr>
          <p:cNvGrpSpPr/>
          <p:nvPr/>
        </p:nvGrpSpPr>
        <p:grpSpPr>
          <a:xfrm>
            <a:off x="7324717" y="1206832"/>
            <a:ext cx="1078200" cy="1337040"/>
            <a:chOff x="7324717" y="1206832"/>
            <a:chExt cx="1078200" cy="1337040"/>
          </a:xfrm>
        </p:grpSpPr>
        <mc:AlternateContent xmlns:mc="http://schemas.openxmlformats.org/markup-compatibility/2006">
          <mc:Choice xmlns:p14="http://schemas.microsoft.com/office/powerpoint/2010/main" Requires="p14">
            <p:contentPart p14:bwMode="auto" r:id="rId184">
              <p14:nvContentPartPr>
                <p14:cNvPr id="122" name="Ink 121">
                  <a:extLst>
                    <a:ext uri="{FF2B5EF4-FFF2-40B4-BE49-F238E27FC236}">
                      <a16:creationId xmlns:a16="http://schemas.microsoft.com/office/drawing/2014/main" id="{A69BFAE7-A0F6-4304-FA89-E5E67FED0FCE}"/>
                    </a:ext>
                  </a:extLst>
                </p14:cNvPr>
                <p14:cNvContentPartPr/>
                <p14:nvPr/>
              </p14:nvContentPartPr>
              <p14:xfrm>
                <a:off x="7606957" y="1556392"/>
                <a:ext cx="569880" cy="535320"/>
              </p14:xfrm>
            </p:contentPart>
          </mc:Choice>
          <mc:Fallback>
            <p:pic>
              <p:nvPicPr>
                <p:cNvPr id="122" name="Ink 121">
                  <a:extLst>
                    <a:ext uri="{FF2B5EF4-FFF2-40B4-BE49-F238E27FC236}">
                      <a16:creationId xmlns:a16="http://schemas.microsoft.com/office/drawing/2014/main" id="{A69BFAE7-A0F6-4304-FA89-E5E67FED0FCE}"/>
                    </a:ext>
                  </a:extLst>
                </p:cNvPr>
                <p:cNvPicPr/>
                <p:nvPr/>
              </p:nvPicPr>
              <p:blipFill>
                <a:blip r:embed="rId185"/>
                <a:stretch>
                  <a:fillRect/>
                </a:stretch>
              </p:blipFill>
              <p:spPr>
                <a:xfrm>
                  <a:off x="7600837" y="1550272"/>
                  <a:ext cx="582120" cy="5475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23" name="Ink 122">
                  <a:extLst>
                    <a:ext uri="{FF2B5EF4-FFF2-40B4-BE49-F238E27FC236}">
                      <a16:creationId xmlns:a16="http://schemas.microsoft.com/office/drawing/2014/main" id="{5AAC0620-10C0-AEEA-E7EE-304F09C53A7F}"/>
                    </a:ext>
                  </a:extLst>
                </p14:cNvPr>
                <p14:cNvContentPartPr/>
                <p14:nvPr/>
              </p14:nvContentPartPr>
              <p14:xfrm>
                <a:off x="7726117" y="1614352"/>
                <a:ext cx="351720" cy="411120"/>
              </p14:xfrm>
            </p:contentPart>
          </mc:Choice>
          <mc:Fallback>
            <p:pic>
              <p:nvPicPr>
                <p:cNvPr id="123" name="Ink 122">
                  <a:extLst>
                    <a:ext uri="{FF2B5EF4-FFF2-40B4-BE49-F238E27FC236}">
                      <a16:creationId xmlns:a16="http://schemas.microsoft.com/office/drawing/2014/main" id="{5AAC0620-10C0-AEEA-E7EE-304F09C53A7F}"/>
                    </a:ext>
                  </a:extLst>
                </p:cNvPr>
                <p:cNvPicPr/>
                <p:nvPr/>
              </p:nvPicPr>
              <p:blipFill>
                <a:blip r:embed="rId187"/>
                <a:stretch>
                  <a:fillRect/>
                </a:stretch>
              </p:blipFill>
              <p:spPr>
                <a:xfrm>
                  <a:off x="7719997" y="1608232"/>
                  <a:ext cx="363960" cy="42336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2058" name="Ink 2057">
                  <a:extLst>
                    <a:ext uri="{FF2B5EF4-FFF2-40B4-BE49-F238E27FC236}">
                      <a16:creationId xmlns:a16="http://schemas.microsoft.com/office/drawing/2014/main" id="{70734759-A1EC-FA45-416E-D5060AC26905}"/>
                    </a:ext>
                  </a:extLst>
                </p14:cNvPr>
                <p14:cNvContentPartPr/>
                <p14:nvPr/>
              </p14:nvContentPartPr>
              <p14:xfrm>
                <a:off x="7324717" y="1206832"/>
                <a:ext cx="1078200" cy="1337040"/>
              </p14:xfrm>
            </p:contentPart>
          </mc:Choice>
          <mc:Fallback>
            <p:pic>
              <p:nvPicPr>
                <p:cNvPr id="2058" name="Ink 2057">
                  <a:extLst>
                    <a:ext uri="{FF2B5EF4-FFF2-40B4-BE49-F238E27FC236}">
                      <a16:creationId xmlns:a16="http://schemas.microsoft.com/office/drawing/2014/main" id="{70734759-A1EC-FA45-416E-D5060AC26905}"/>
                    </a:ext>
                  </a:extLst>
                </p:cNvPr>
                <p:cNvPicPr/>
                <p:nvPr/>
              </p:nvPicPr>
              <p:blipFill>
                <a:blip r:embed="rId189"/>
                <a:stretch>
                  <a:fillRect/>
                </a:stretch>
              </p:blipFill>
              <p:spPr>
                <a:xfrm>
                  <a:off x="7318597" y="1200712"/>
                  <a:ext cx="1090440" cy="1349280"/>
                </a:xfrm>
                <a:prstGeom prst="rect">
                  <a:avLst/>
                </a:prstGeom>
              </p:spPr>
            </p:pic>
          </mc:Fallback>
        </mc:AlternateContent>
      </p:grpSp>
      <p:grpSp>
        <p:nvGrpSpPr>
          <p:cNvPr id="2061" name="Group 2060">
            <a:extLst>
              <a:ext uri="{FF2B5EF4-FFF2-40B4-BE49-F238E27FC236}">
                <a16:creationId xmlns:a16="http://schemas.microsoft.com/office/drawing/2014/main" id="{04F9376A-1A4B-31DA-2429-6D83A663B433}"/>
              </a:ext>
            </a:extLst>
          </p:cNvPr>
          <p:cNvGrpSpPr/>
          <p:nvPr/>
        </p:nvGrpSpPr>
        <p:grpSpPr>
          <a:xfrm>
            <a:off x="5234917" y="1929352"/>
            <a:ext cx="991800" cy="1033200"/>
            <a:chOff x="5234917" y="1929352"/>
            <a:chExt cx="991800" cy="1033200"/>
          </a:xfrm>
        </p:grpSpPr>
        <mc:AlternateContent xmlns:mc="http://schemas.openxmlformats.org/markup-compatibility/2006">
          <mc:Choice xmlns:p14="http://schemas.microsoft.com/office/powerpoint/2010/main" Requires="p14">
            <p:contentPart p14:bwMode="auto" r:id="rId190">
              <p14:nvContentPartPr>
                <p14:cNvPr id="120" name="Ink 119">
                  <a:extLst>
                    <a:ext uri="{FF2B5EF4-FFF2-40B4-BE49-F238E27FC236}">
                      <a16:creationId xmlns:a16="http://schemas.microsoft.com/office/drawing/2014/main" id="{EA8B4D6D-D293-5A9B-3B89-F04F531B12EC}"/>
                    </a:ext>
                  </a:extLst>
                </p14:cNvPr>
                <p14:cNvContentPartPr/>
                <p14:nvPr/>
              </p14:nvContentPartPr>
              <p14:xfrm>
                <a:off x="5741437" y="1929352"/>
                <a:ext cx="485280" cy="672840"/>
              </p14:xfrm>
            </p:contentPart>
          </mc:Choice>
          <mc:Fallback>
            <p:pic>
              <p:nvPicPr>
                <p:cNvPr id="120" name="Ink 119">
                  <a:extLst>
                    <a:ext uri="{FF2B5EF4-FFF2-40B4-BE49-F238E27FC236}">
                      <a16:creationId xmlns:a16="http://schemas.microsoft.com/office/drawing/2014/main" id="{EA8B4D6D-D293-5A9B-3B89-F04F531B12EC}"/>
                    </a:ext>
                  </a:extLst>
                </p:cNvPr>
                <p:cNvPicPr/>
                <p:nvPr/>
              </p:nvPicPr>
              <p:blipFill>
                <a:blip r:embed="rId191"/>
                <a:stretch>
                  <a:fillRect/>
                </a:stretch>
              </p:blipFill>
              <p:spPr>
                <a:xfrm>
                  <a:off x="5735317" y="1923232"/>
                  <a:ext cx="497520" cy="68508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21" name="Ink 120">
                  <a:extLst>
                    <a:ext uri="{FF2B5EF4-FFF2-40B4-BE49-F238E27FC236}">
                      <a16:creationId xmlns:a16="http://schemas.microsoft.com/office/drawing/2014/main" id="{290F1712-C978-6FE7-0A0C-E1CE92287465}"/>
                    </a:ext>
                  </a:extLst>
                </p14:cNvPr>
                <p14:cNvContentPartPr/>
                <p14:nvPr/>
              </p14:nvContentPartPr>
              <p14:xfrm>
                <a:off x="5824237" y="2148592"/>
                <a:ext cx="303840" cy="347400"/>
              </p14:xfrm>
            </p:contentPart>
          </mc:Choice>
          <mc:Fallback>
            <p:pic>
              <p:nvPicPr>
                <p:cNvPr id="121" name="Ink 120">
                  <a:extLst>
                    <a:ext uri="{FF2B5EF4-FFF2-40B4-BE49-F238E27FC236}">
                      <a16:creationId xmlns:a16="http://schemas.microsoft.com/office/drawing/2014/main" id="{290F1712-C978-6FE7-0A0C-E1CE92287465}"/>
                    </a:ext>
                  </a:extLst>
                </p:cNvPr>
                <p:cNvPicPr/>
                <p:nvPr/>
              </p:nvPicPr>
              <p:blipFill>
                <a:blip r:embed="rId193"/>
                <a:stretch>
                  <a:fillRect/>
                </a:stretch>
              </p:blipFill>
              <p:spPr>
                <a:xfrm>
                  <a:off x="5818117" y="2142472"/>
                  <a:ext cx="316080" cy="35964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2060" name="Ink 2059">
                  <a:extLst>
                    <a:ext uri="{FF2B5EF4-FFF2-40B4-BE49-F238E27FC236}">
                      <a16:creationId xmlns:a16="http://schemas.microsoft.com/office/drawing/2014/main" id="{37FCF6D8-277F-5F35-D32E-E7D451E28D64}"/>
                    </a:ext>
                  </a:extLst>
                </p14:cNvPr>
                <p14:cNvContentPartPr/>
                <p14:nvPr/>
              </p14:nvContentPartPr>
              <p14:xfrm>
                <a:off x="5234917" y="2404192"/>
                <a:ext cx="656640" cy="558360"/>
              </p14:xfrm>
            </p:contentPart>
          </mc:Choice>
          <mc:Fallback>
            <p:pic>
              <p:nvPicPr>
                <p:cNvPr id="2060" name="Ink 2059">
                  <a:extLst>
                    <a:ext uri="{FF2B5EF4-FFF2-40B4-BE49-F238E27FC236}">
                      <a16:creationId xmlns:a16="http://schemas.microsoft.com/office/drawing/2014/main" id="{37FCF6D8-277F-5F35-D32E-E7D451E28D64}"/>
                    </a:ext>
                  </a:extLst>
                </p:cNvPr>
                <p:cNvPicPr/>
                <p:nvPr/>
              </p:nvPicPr>
              <p:blipFill>
                <a:blip r:embed="rId195"/>
                <a:stretch>
                  <a:fillRect/>
                </a:stretch>
              </p:blipFill>
              <p:spPr>
                <a:xfrm>
                  <a:off x="5228797" y="2398072"/>
                  <a:ext cx="668880" cy="570600"/>
                </a:xfrm>
                <a:prstGeom prst="rect">
                  <a:avLst/>
                </a:prstGeom>
              </p:spPr>
            </p:pic>
          </mc:Fallback>
        </mc:AlternateContent>
      </p:grpSp>
    </p:spTree>
    <p:extLst>
      <p:ext uri="{BB962C8B-B14F-4D97-AF65-F5344CB8AC3E}">
        <p14:creationId xmlns:p14="http://schemas.microsoft.com/office/powerpoint/2010/main" val="3905253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2">
          <a:extLst>
            <a:ext uri="{FF2B5EF4-FFF2-40B4-BE49-F238E27FC236}">
              <a16:creationId xmlns:a16="http://schemas.microsoft.com/office/drawing/2014/main" id="{77DEF09D-DD72-B32A-4A4F-CD63EE6289AA}"/>
            </a:ext>
          </a:extLst>
        </p:cNvPr>
        <p:cNvGrpSpPr/>
        <p:nvPr/>
      </p:nvGrpSpPr>
      <p:grpSpPr>
        <a:xfrm>
          <a:off x="0" y="0"/>
          <a:ext cx="0" cy="0"/>
          <a:chOff x="0" y="0"/>
          <a:chExt cx="0" cy="0"/>
        </a:xfrm>
      </p:grpSpPr>
      <p:sp>
        <p:nvSpPr>
          <p:cNvPr id="103" name="Google Shape;103;p16">
            <a:extLst>
              <a:ext uri="{FF2B5EF4-FFF2-40B4-BE49-F238E27FC236}">
                <a16:creationId xmlns:a16="http://schemas.microsoft.com/office/drawing/2014/main" id="{37C69BB3-1F89-FAD5-3A61-BD04CD0CABB9}"/>
              </a:ext>
            </a:extLst>
          </p:cNvPr>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In Summary</a:t>
            </a:r>
            <a:endParaRPr dirty="0"/>
          </a:p>
        </p:txBody>
      </p:sp>
      <p:pic>
        <p:nvPicPr>
          <p:cNvPr id="2050" name="Picture 2">
            <a:extLst>
              <a:ext uri="{FF2B5EF4-FFF2-40B4-BE49-F238E27FC236}">
                <a16:creationId xmlns:a16="http://schemas.microsoft.com/office/drawing/2014/main" id="{07D3DBB8-E5C4-6943-739E-98901BBB3B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9136" y="1251414"/>
            <a:ext cx="4961964" cy="3411351"/>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04;p16">
            <a:extLst>
              <a:ext uri="{FF2B5EF4-FFF2-40B4-BE49-F238E27FC236}">
                <a16:creationId xmlns:a16="http://schemas.microsoft.com/office/drawing/2014/main" id="{62B6B302-58DA-AF18-7060-9CA799B95725}"/>
              </a:ext>
            </a:extLst>
          </p:cNvPr>
          <p:cNvSpPr txBox="1">
            <a:spLocks noGrp="1"/>
          </p:cNvSpPr>
          <p:nvPr>
            <p:ph type="body" idx="1"/>
          </p:nvPr>
        </p:nvSpPr>
        <p:spPr>
          <a:xfrm>
            <a:off x="729450" y="2078875"/>
            <a:ext cx="2591974" cy="2261100"/>
          </a:xfrm>
          <a:prstGeom prst="rect">
            <a:avLst/>
          </a:prstGeom>
        </p:spPr>
        <p:txBody>
          <a:bodyPr spcFirstLastPara="1" wrap="square" lIns="91425" tIns="91425" rIns="91425" bIns="91425" anchor="t" anchorCtr="0">
            <a:normAutofit/>
          </a:bodyPr>
          <a:lstStyle/>
          <a:p>
            <a:pPr marL="171450" lvl="0" indent="-171450" algn="l" rtl="0">
              <a:lnSpc>
                <a:spcPct val="150000"/>
              </a:lnSpc>
              <a:spcBef>
                <a:spcPts val="0"/>
              </a:spcBef>
              <a:spcAft>
                <a:spcPts val="0"/>
              </a:spcAft>
              <a:buFont typeface="Wingdings" panose="05000000000000000000" pitchFamily="2" charset="2"/>
              <a:buChar char="Ø"/>
            </a:pPr>
            <a:r>
              <a:rPr lang="en-GB" sz="1200" dirty="0">
                <a:solidFill>
                  <a:srgbClr val="292929"/>
                </a:solidFill>
                <a:highlight>
                  <a:schemeClr val="lt1"/>
                </a:highlight>
                <a:latin typeface="Arial"/>
                <a:ea typeface="Arial"/>
                <a:cs typeface="Arial"/>
                <a:sym typeface="Arial"/>
              </a:rPr>
              <a:t>The training score is always higher than the validation score. </a:t>
            </a:r>
          </a:p>
          <a:p>
            <a:pPr marL="171450" lvl="0" indent="-171450" algn="l" rtl="0">
              <a:lnSpc>
                <a:spcPct val="150000"/>
              </a:lnSpc>
              <a:spcBef>
                <a:spcPts val="0"/>
              </a:spcBef>
              <a:spcAft>
                <a:spcPts val="0"/>
              </a:spcAft>
              <a:buFont typeface="Wingdings" panose="05000000000000000000" pitchFamily="2" charset="2"/>
              <a:buChar char="Ø"/>
            </a:pPr>
            <a:r>
              <a:rPr lang="en-GB" sz="1200" dirty="0">
                <a:solidFill>
                  <a:srgbClr val="292929"/>
                </a:solidFill>
                <a:highlight>
                  <a:schemeClr val="lt1"/>
                </a:highlight>
                <a:latin typeface="Arial"/>
                <a:ea typeface="Arial"/>
                <a:cs typeface="Arial"/>
                <a:sym typeface="Arial"/>
              </a:rPr>
              <a:t>Low Complexity – High Bias </a:t>
            </a:r>
          </a:p>
          <a:p>
            <a:pPr marL="171450" lvl="0" indent="-171450" algn="l" rtl="0">
              <a:lnSpc>
                <a:spcPct val="150000"/>
              </a:lnSpc>
              <a:spcBef>
                <a:spcPts val="0"/>
              </a:spcBef>
              <a:spcAft>
                <a:spcPts val="0"/>
              </a:spcAft>
              <a:buFont typeface="Wingdings" panose="05000000000000000000" pitchFamily="2" charset="2"/>
              <a:buChar char="Ø"/>
            </a:pPr>
            <a:r>
              <a:rPr lang="en-GB" sz="1200" dirty="0">
                <a:solidFill>
                  <a:srgbClr val="292929"/>
                </a:solidFill>
                <a:highlight>
                  <a:schemeClr val="lt1"/>
                </a:highlight>
                <a:latin typeface="Arial"/>
                <a:ea typeface="Arial"/>
                <a:cs typeface="Arial"/>
                <a:sym typeface="Arial"/>
              </a:rPr>
              <a:t>High Complexity – High Variance</a:t>
            </a:r>
            <a:endParaRPr sz="1200" dirty="0">
              <a:solidFill>
                <a:srgbClr val="292929"/>
              </a:solidFill>
              <a:highlight>
                <a:schemeClr val="lt1"/>
              </a:highlight>
              <a:latin typeface="Arial"/>
              <a:ea typeface="Arial"/>
              <a:cs typeface="Arial"/>
              <a:sym typeface="Arial"/>
            </a:endParaRP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E4948A05-7C48-D0AD-2D29-FA2319C90455}"/>
                  </a:ext>
                </a:extLst>
              </p14:cNvPr>
              <p14:cNvContentPartPr/>
              <p14:nvPr/>
            </p14:nvContentPartPr>
            <p14:xfrm>
              <a:off x="1078200" y="772200"/>
              <a:ext cx="7860240" cy="4182480"/>
            </p14:xfrm>
          </p:contentPart>
        </mc:Choice>
        <mc:Fallback>
          <p:pic>
            <p:nvPicPr>
              <p:cNvPr id="3" name="Ink 2">
                <a:extLst>
                  <a:ext uri="{FF2B5EF4-FFF2-40B4-BE49-F238E27FC236}">
                    <a16:creationId xmlns:a16="http://schemas.microsoft.com/office/drawing/2014/main" id="{E4948A05-7C48-D0AD-2D29-FA2319C90455}"/>
                  </a:ext>
                </a:extLst>
              </p:cNvPr>
              <p:cNvPicPr/>
              <p:nvPr/>
            </p:nvPicPr>
            <p:blipFill>
              <a:blip r:embed="rId5"/>
              <a:stretch>
                <a:fillRect/>
              </a:stretch>
            </p:blipFill>
            <p:spPr>
              <a:xfrm>
                <a:off x="1068840" y="762840"/>
                <a:ext cx="7878960" cy="4201200"/>
              </a:xfrm>
              <a:prstGeom prst="rect">
                <a:avLst/>
              </a:prstGeom>
            </p:spPr>
          </p:pic>
        </mc:Fallback>
      </mc:AlternateContent>
    </p:spTree>
    <p:extLst>
      <p:ext uri="{BB962C8B-B14F-4D97-AF65-F5344CB8AC3E}">
        <p14:creationId xmlns:p14="http://schemas.microsoft.com/office/powerpoint/2010/main" val="2171842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Error in Machine Learning</a:t>
            </a:r>
            <a:endParaRPr/>
          </a:p>
        </p:txBody>
      </p:sp>
      <p:pic>
        <p:nvPicPr>
          <p:cNvPr id="110" name="Google Shape;110;p17"/>
          <p:cNvPicPr preferRelativeResize="0"/>
          <p:nvPr/>
        </p:nvPicPr>
        <p:blipFill>
          <a:blip r:embed="rId3">
            <a:alphaModFix/>
          </a:blip>
          <a:stretch>
            <a:fillRect/>
          </a:stretch>
        </p:blipFill>
        <p:spPr>
          <a:xfrm>
            <a:off x="829850" y="2119575"/>
            <a:ext cx="3742150" cy="2310550"/>
          </a:xfrm>
          <a:prstGeom prst="rect">
            <a:avLst/>
          </a:prstGeom>
          <a:noFill/>
          <a:ln>
            <a:noFill/>
          </a:ln>
        </p:spPr>
      </p:pic>
      <p:pic>
        <p:nvPicPr>
          <p:cNvPr id="111" name="Google Shape;111;p17"/>
          <p:cNvPicPr preferRelativeResize="0"/>
          <p:nvPr/>
        </p:nvPicPr>
        <p:blipFill>
          <a:blip r:embed="rId4">
            <a:alphaModFix/>
          </a:blip>
          <a:stretch>
            <a:fillRect/>
          </a:stretch>
        </p:blipFill>
        <p:spPr>
          <a:xfrm>
            <a:off x="4853000" y="2992075"/>
            <a:ext cx="4200525" cy="381000"/>
          </a:xfrm>
          <a:prstGeom prst="rect">
            <a:avLst/>
          </a:prstGeom>
          <a:noFill/>
          <a:ln>
            <a:noFill/>
          </a:ln>
        </p:spPr>
      </p:pic>
      <p:grpSp>
        <p:nvGrpSpPr>
          <p:cNvPr id="5" name="Group 4">
            <a:extLst>
              <a:ext uri="{FF2B5EF4-FFF2-40B4-BE49-F238E27FC236}">
                <a16:creationId xmlns:a16="http://schemas.microsoft.com/office/drawing/2014/main" id="{1443E33D-9E98-DDC9-43D2-21DE1BAB24C3}"/>
              </a:ext>
            </a:extLst>
          </p:cNvPr>
          <p:cNvGrpSpPr/>
          <p:nvPr/>
        </p:nvGrpSpPr>
        <p:grpSpPr>
          <a:xfrm>
            <a:off x="1221180" y="3514940"/>
            <a:ext cx="380880" cy="474480"/>
            <a:chOff x="1221180" y="3514940"/>
            <a:chExt cx="380880" cy="474480"/>
          </a:xfrm>
        </p:grpSpPr>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0D4FFD77-FA8F-F8A8-2578-7A2A066FC3AA}"/>
                    </a:ext>
                  </a:extLst>
                </p14:cNvPr>
                <p14:cNvContentPartPr/>
                <p14:nvPr/>
              </p14:nvContentPartPr>
              <p14:xfrm>
                <a:off x="1221180" y="3514940"/>
                <a:ext cx="380880" cy="474480"/>
              </p14:xfrm>
            </p:contentPart>
          </mc:Choice>
          <mc:Fallback>
            <p:pic>
              <p:nvPicPr>
                <p:cNvPr id="3" name="Ink 2">
                  <a:extLst>
                    <a:ext uri="{FF2B5EF4-FFF2-40B4-BE49-F238E27FC236}">
                      <a16:creationId xmlns:a16="http://schemas.microsoft.com/office/drawing/2014/main" id="{0D4FFD77-FA8F-F8A8-2578-7A2A066FC3AA}"/>
                    </a:ext>
                  </a:extLst>
                </p:cNvPr>
                <p:cNvPicPr/>
                <p:nvPr/>
              </p:nvPicPr>
              <p:blipFill>
                <a:blip r:embed="rId6"/>
                <a:stretch>
                  <a:fillRect/>
                </a:stretch>
              </p:blipFill>
              <p:spPr>
                <a:xfrm>
                  <a:off x="1215060" y="3508820"/>
                  <a:ext cx="393120" cy="4867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D5444E9C-16E1-12FC-ADD3-753414EDFC38}"/>
                    </a:ext>
                  </a:extLst>
                </p14:cNvPr>
                <p14:cNvContentPartPr/>
                <p14:nvPr/>
              </p14:nvContentPartPr>
              <p14:xfrm>
                <a:off x="1377420" y="3671900"/>
                <a:ext cx="87480" cy="168840"/>
              </p14:xfrm>
            </p:contentPart>
          </mc:Choice>
          <mc:Fallback>
            <p:pic>
              <p:nvPicPr>
                <p:cNvPr id="4" name="Ink 3">
                  <a:extLst>
                    <a:ext uri="{FF2B5EF4-FFF2-40B4-BE49-F238E27FC236}">
                      <a16:creationId xmlns:a16="http://schemas.microsoft.com/office/drawing/2014/main" id="{D5444E9C-16E1-12FC-ADD3-753414EDFC38}"/>
                    </a:ext>
                  </a:extLst>
                </p:cNvPr>
                <p:cNvPicPr/>
                <p:nvPr/>
              </p:nvPicPr>
              <p:blipFill>
                <a:blip r:embed="rId8"/>
                <a:stretch>
                  <a:fillRect/>
                </a:stretch>
              </p:blipFill>
              <p:spPr>
                <a:xfrm>
                  <a:off x="1371300" y="3665780"/>
                  <a:ext cx="99720" cy="181080"/>
                </a:xfrm>
                <a:prstGeom prst="rect">
                  <a:avLst/>
                </a:prstGeom>
              </p:spPr>
            </p:pic>
          </mc:Fallback>
        </mc:AlternateContent>
      </p:grpSp>
      <p:grpSp>
        <p:nvGrpSpPr>
          <p:cNvPr id="11" name="Group 10">
            <a:extLst>
              <a:ext uri="{FF2B5EF4-FFF2-40B4-BE49-F238E27FC236}">
                <a16:creationId xmlns:a16="http://schemas.microsoft.com/office/drawing/2014/main" id="{EE6680A6-587E-115F-3413-DBBF64E4BE94}"/>
              </a:ext>
            </a:extLst>
          </p:cNvPr>
          <p:cNvGrpSpPr/>
          <p:nvPr/>
        </p:nvGrpSpPr>
        <p:grpSpPr>
          <a:xfrm>
            <a:off x="2557500" y="2847500"/>
            <a:ext cx="424080" cy="453600"/>
            <a:chOff x="2557500" y="2847500"/>
            <a:chExt cx="424080" cy="453600"/>
          </a:xfrm>
        </p:grpSpPr>
        <mc:AlternateContent xmlns:mc="http://schemas.openxmlformats.org/markup-compatibility/2006">
          <mc:Choice xmlns:p14="http://schemas.microsoft.com/office/powerpoint/2010/main" Requires="p14">
            <p:contentPart p14:bwMode="auto" r:id="rId9">
              <p14:nvContentPartPr>
                <p14:cNvPr id="6" name="Ink 5">
                  <a:extLst>
                    <a:ext uri="{FF2B5EF4-FFF2-40B4-BE49-F238E27FC236}">
                      <a16:creationId xmlns:a16="http://schemas.microsoft.com/office/drawing/2014/main" id="{24C2A940-FF9C-1254-D5F7-28B66AEE533D}"/>
                    </a:ext>
                  </a:extLst>
                </p14:cNvPr>
                <p14:cNvContentPartPr/>
                <p14:nvPr/>
              </p14:nvContentPartPr>
              <p14:xfrm>
                <a:off x="2557500" y="2847500"/>
                <a:ext cx="424080" cy="453600"/>
              </p14:xfrm>
            </p:contentPart>
          </mc:Choice>
          <mc:Fallback>
            <p:pic>
              <p:nvPicPr>
                <p:cNvPr id="6" name="Ink 5">
                  <a:extLst>
                    <a:ext uri="{FF2B5EF4-FFF2-40B4-BE49-F238E27FC236}">
                      <a16:creationId xmlns:a16="http://schemas.microsoft.com/office/drawing/2014/main" id="{24C2A940-FF9C-1254-D5F7-28B66AEE533D}"/>
                    </a:ext>
                  </a:extLst>
                </p:cNvPr>
                <p:cNvPicPr/>
                <p:nvPr/>
              </p:nvPicPr>
              <p:blipFill>
                <a:blip r:embed="rId10"/>
                <a:stretch>
                  <a:fillRect/>
                </a:stretch>
              </p:blipFill>
              <p:spPr>
                <a:xfrm>
                  <a:off x="2551380" y="2841380"/>
                  <a:ext cx="436320" cy="4658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7" name="Ink 6">
                  <a:extLst>
                    <a:ext uri="{FF2B5EF4-FFF2-40B4-BE49-F238E27FC236}">
                      <a16:creationId xmlns:a16="http://schemas.microsoft.com/office/drawing/2014/main" id="{B9136817-F693-614E-3567-C755B408E745}"/>
                    </a:ext>
                  </a:extLst>
                </p14:cNvPr>
                <p14:cNvContentPartPr/>
                <p14:nvPr/>
              </p14:nvContentPartPr>
              <p14:xfrm>
                <a:off x="2646420" y="2996540"/>
                <a:ext cx="273600" cy="175680"/>
              </p14:xfrm>
            </p:contentPart>
          </mc:Choice>
          <mc:Fallback>
            <p:pic>
              <p:nvPicPr>
                <p:cNvPr id="7" name="Ink 6">
                  <a:extLst>
                    <a:ext uri="{FF2B5EF4-FFF2-40B4-BE49-F238E27FC236}">
                      <a16:creationId xmlns:a16="http://schemas.microsoft.com/office/drawing/2014/main" id="{B9136817-F693-614E-3567-C755B408E745}"/>
                    </a:ext>
                  </a:extLst>
                </p:cNvPr>
                <p:cNvPicPr/>
                <p:nvPr/>
              </p:nvPicPr>
              <p:blipFill>
                <a:blip r:embed="rId12"/>
                <a:stretch>
                  <a:fillRect/>
                </a:stretch>
              </p:blipFill>
              <p:spPr>
                <a:xfrm>
                  <a:off x="2640300" y="2990420"/>
                  <a:ext cx="285840" cy="187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
            <p14:nvContentPartPr>
              <p14:cNvPr id="55" name="Ink 54">
                <a:extLst>
                  <a:ext uri="{FF2B5EF4-FFF2-40B4-BE49-F238E27FC236}">
                    <a16:creationId xmlns:a16="http://schemas.microsoft.com/office/drawing/2014/main" id="{B9B59107-D5BF-4780-5700-C656681A8BDD}"/>
                  </a:ext>
                </a:extLst>
              </p14:cNvPr>
              <p14:cNvContentPartPr/>
              <p14:nvPr/>
            </p14:nvContentPartPr>
            <p14:xfrm>
              <a:off x="3354900" y="3843260"/>
              <a:ext cx="849600" cy="258120"/>
            </p14:xfrm>
          </p:contentPart>
        </mc:Choice>
        <mc:Fallback>
          <p:pic>
            <p:nvPicPr>
              <p:cNvPr id="55" name="Ink 54">
                <a:extLst>
                  <a:ext uri="{FF2B5EF4-FFF2-40B4-BE49-F238E27FC236}">
                    <a16:creationId xmlns:a16="http://schemas.microsoft.com/office/drawing/2014/main" id="{B9B59107-D5BF-4780-5700-C656681A8BDD}"/>
                  </a:ext>
                </a:extLst>
              </p:cNvPr>
              <p:cNvPicPr/>
              <p:nvPr/>
            </p:nvPicPr>
            <p:blipFill>
              <a:blip r:embed="rId14"/>
              <a:stretch>
                <a:fillRect/>
              </a:stretch>
            </p:blipFill>
            <p:spPr>
              <a:xfrm>
                <a:off x="3348780" y="3837140"/>
                <a:ext cx="861840" cy="270360"/>
              </a:xfrm>
              <a:prstGeom prst="rect">
                <a:avLst/>
              </a:prstGeom>
            </p:spPr>
          </p:pic>
        </mc:Fallback>
      </mc:AlternateContent>
      <p:grpSp>
        <p:nvGrpSpPr>
          <p:cNvPr id="57" name="Group 56">
            <a:extLst>
              <a:ext uri="{FF2B5EF4-FFF2-40B4-BE49-F238E27FC236}">
                <a16:creationId xmlns:a16="http://schemas.microsoft.com/office/drawing/2014/main" id="{BC79008B-7A6E-F0D1-F724-ABBB0AD174F8}"/>
              </a:ext>
            </a:extLst>
          </p:cNvPr>
          <p:cNvGrpSpPr/>
          <p:nvPr/>
        </p:nvGrpSpPr>
        <p:grpSpPr>
          <a:xfrm>
            <a:off x="3658380" y="2221100"/>
            <a:ext cx="588960" cy="865080"/>
            <a:chOff x="3658380" y="2221100"/>
            <a:chExt cx="588960" cy="865080"/>
          </a:xfrm>
        </p:grpSpPr>
        <mc:AlternateContent xmlns:mc="http://schemas.openxmlformats.org/markup-compatibility/2006">
          <mc:Choice xmlns:p14="http://schemas.microsoft.com/office/powerpoint/2010/main" Requires="p14">
            <p:contentPart p14:bwMode="auto" r:id="rId15">
              <p14:nvContentPartPr>
                <p14:cNvPr id="8" name="Ink 7">
                  <a:extLst>
                    <a:ext uri="{FF2B5EF4-FFF2-40B4-BE49-F238E27FC236}">
                      <a16:creationId xmlns:a16="http://schemas.microsoft.com/office/drawing/2014/main" id="{987B2674-3904-0A09-02A0-922BE5F98B03}"/>
                    </a:ext>
                  </a:extLst>
                </p14:cNvPr>
                <p14:cNvContentPartPr/>
                <p14:nvPr/>
              </p14:nvContentPartPr>
              <p14:xfrm>
                <a:off x="3658380" y="2221100"/>
                <a:ext cx="341280" cy="384840"/>
              </p14:xfrm>
            </p:contentPart>
          </mc:Choice>
          <mc:Fallback>
            <p:pic>
              <p:nvPicPr>
                <p:cNvPr id="8" name="Ink 7">
                  <a:extLst>
                    <a:ext uri="{FF2B5EF4-FFF2-40B4-BE49-F238E27FC236}">
                      <a16:creationId xmlns:a16="http://schemas.microsoft.com/office/drawing/2014/main" id="{987B2674-3904-0A09-02A0-922BE5F98B03}"/>
                    </a:ext>
                  </a:extLst>
                </p:cNvPr>
                <p:cNvPicPr/>
                <p:nvPr/>
              </p:nvPicPr>
              <p:blipFill>
                <a:blip r:embed="rId16"/>
                <a:stretch>
                  <a:fillRect/>
                </a:stretch>
              </p:blipFill>
              <p:spPr>
                <a:xfrm>
                  <a:off x="3652260" y="2214980"/>
                  <a:ext cx="353520" cy="3970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9" name="Ink 8">
                  <a:extLst>
                    <a:ext uri="{FF2B5EF4-FFF2-40B4-BE49-F238E27FC236}">
                      <a16:creationId xmlns:a16="http://schemas.microsoft.com/office/drawing/2014/main" id="{22201ADE-5A65-3FAC-1191-14294BD46EE6}"/>
                    </a:ext>
                  </a:extLst>
                </p14:cNvPr>
                <p14:cNvContentPartPr/>
                <p14:nvPr/>
              </p14:nvContentPartPr>
              <p14:xfrm>
                <a:off x="3667380" y="2331980"/>
                <a:ext cx="169560" cy="265320"/>
              </p14:xfrm>
            </p:contentPart>
          </mc:Choice>
          <mc:Fallback>
            <p:pic>
              <p:nvPicPr>
                <p:cNvPr id="9" name="Ink 8">
                  <a:extLst>
                    <a:ext uri="{FF2B5EF4-FFF2-40B4-BE49-F238E27FC236}">
                      <a16:creationId xmlns:a16="http://schemas.microsoft.com/office/drawing/2014/main" id="{22201ADE-5A65-3FAC-1191-14294BD46EE6}"/>
                    </a:ext>
                  </a:extLst>
                </p:cNvPr>
                <p:cNvPicPr/>
                <p:nvPr/>
              </p:nvPicPr>
              <p:blipFill>
                <a:blip r:embed="rId18"/>
                <a:stretch>
                  <a:fillRect/>
                </a:stretch>
              </p:blipFill>
              <p:spPr>
                <a:xfrm>
                  <a:off x="3661260" y="2325860"/>
                  <a:ext cx="181800" cy="2775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56" name="Ink 55">
                  <a:extLst>
                    <a:ext uri="{FF2B5EF4-FFF2-40B4-BE49-F238E27FC236}">
                      <a16:creationId xmlns:a16="http://schemas.microsoft.com/office/drawing/2014/main" id="{9CE72534-2485-9C4A-E93B-B11BA4294138}"/>
                    </a:ext>
                  </a:extLst>
                </p14:cNvPr>
                <p14:cNvContentPartPr/>
                <p14:nvPr/>
              </p14:nvContentPartPr>
              <p14:xfrm>
                <a:off x="3873660" y="2599820"/>
                <a:ext cx="373680" cy="486360"/>
              </p14:xfrm>
            </p:contentPart>
          </mc:Choice>
          <mc:Fallback>
            <p:pic>
              <p:nvPicPr>
                <p:cNvPr id="56" name="Ink 55">
                  <a:extLst>
                    <a:ext uri="{FF2B5EF4-FFF2-40B4-BE49-F238E27FC236}">
                      <a16:creationId xmlns:a16="http://schemas.microsoft.com/office/drawing/2014/main" id="{9CE72534-2485-9C4A-E93B-B11BA4294138}"/>
                    </a:ext>
                  </a:extLst>
                </p:cNvPr>
                <p:cNvPicPr/>
                <p:nvPr/>
              </p:nvPicPr>
              <p:blipFill>
                <a:blip r:embed="rId20"/>
                <a:stretch>
                  <a:fillRect/>
                </a:stretch>
              </p:blipFill>
              <p:spPr>
                <a:xfrm>
                  <a:off x="3867540" y="2593700"/>
                  <a:ext cx="385920" cy="498600"/>
                </a:xfrm>
                <a:prstGeom prst="rect">
                  <a:avLst/>
                </a:prstGeom>
              </p:spPr>
            </p:pic>
          </mc:Fallback>
        </mc:AlternateContent>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marR="0" lvl="0" indent="0" algn="l" rtl="0">
              <a:lnSpc>
                <a:spcPct val="100000"/>
              </a:lnSpc>
              <a:spcBef>
                <a:spcPts val="0"/>
              </a:spcBef>
              <a:spcAft>
                <a:spcPts val="0"/>
              </a:spcAft>
              <a:buNone/>
            </a:pPr>
            <a:r>
              <a:rPr lang="en"/>
              <a:t>Bias and variance using bulls-eye diagram</a:t>
            </a:r>
            <a:endParaRPr/>
          </a:p>
        </p:txBody>
      </p:sp>
      <p:pic>
        <p:nvPicPr>
          <p:cNvPr id="117" name="Google Shape;117;p18"/>
          <p:cNvPicPr preferRelativeResize="0"/>
          <p:nvPr/>
        </p:nvPicPr>
        <p:blipFill>
          <a:blip r:embed="rId3">
            <a:alphaModFix/>
          </a:blip>
          <a:stretch>
            <a:fillRect/>
          </a:stretch>
        </p:blipFill>
        <p:spPr>
          <a:xfrm>
            <a:off x="729450" y="1853850"/>
            <a:ext cx="3241090" cy="2984850"/>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FA98B85-AF13-400B-D217-4FC105A2A485}"/>
                  </a:ext>
                </a:extLst>
              </p14:cNvPr>
              <p14:cNvContentPartPr/>
              <p14:nvPr/>
            </p14:nvContentPartPr>
            <p14:xfrm>
              <a:off x="3981600" y="1826640"/>
              <a:ext cx="2519280" cy="57600"/>
            </p14:xfrm>
          </p:contentPart>
        </mc:Choice>
        <mc:Fallback xmlns="">
          <p:pic>
            <p:nvPicPr>
              <p:cNvPr id="2" name="Ink 1">
                <a:extLst>
                  <a:ext uri="{FF2B5EF4-FFF2-40B4-BE49-F238E27FC236}">
                    <a16:creationId xmlns:a16="http://schemas.microsoft.com/office/drawing/2014/main" id="{5FA98B85-AF13-400B-D217-4FC105A2A485}"/>
                  </a:ext>
                </a:extLst>
              </p:cNvPr>
              <p:cNvPicPr/>
              <p:nvPr/>
            </p:nvPicPr>
            <p:blipFill>
              <a:blip r:embed="rId5"/>
              <a:stretch>
                <a:fillRect/>
              </a:stretch>
            </p:blipFill>
            <p:spPr>
              <a:xfrm>
                <a:off x="3972240" y="1817280"/>
                <a:ext cx="2538000" cy="7632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Another Way of thinking about it. </a:t>
            </a:r>
            <a:endParaRPr/>
          </a:p>
        </p:txBody>
      </p:sp>
      <p:pic>
        <p:nvPicPr>
          <p:cNvPr id="123" name="Google Shape;123;p19"/>
          <p:cNvPicPr preferRelativeResize="0"/>
          <p:nvPr/>
        </p:nvPicPr>
        <p:blipFill>
          <a:blip r:embed="rId3">
            <a:alphaModFix/>
          </a:blip>
          <a:stretch>
            <a:fillRect/>
          </a:stretch>
        </p:blipFill>
        <p:spPr>
          <a:xfrm>
            <a:off x="729438" y="2078863"/>
            <a:ext cx="3648075" cy="2657475"/>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673A170E-2E4E-EE86-605A-CB2BD04D6288}"/>
                  </a:ext>
                </a:extLst>
              </p14:cNvPr>
              <p14:cNvContentPartPr/>
              <p14:nvPr/>
            </p14:nvContentPartPr>
            <p14:xfrm>
              <a:off x="1357200" y="2241360"/>
              <a:ext cx="5235120" cy="2008440"/>
            </p14:xfrm>
          </p:contentPart>
        </mc:Choice>
        <mc:Fallback xmlns="">
          <p:pic>
            <p:nvPicPr>
              <p:cNvPr id="2" name="Ink 1">
                <a:extLst>
                  <a:ext uri="{FF2B5EF4-FFF2-40B4-BE49-F238E27FC236}">
                    <a16:creationId xmlns:a16="http://schemas.microsoft.com/office/drawing/2014/main" id="{673A170E-2E4E-EE86-605A-CB2BD04D6288}"/>
                  </a:ext>
                </a:extLst>
              </p:cNvPr>
              <p:cNvPicPr/>
              <p:nvPr/>
            </p:nvPicPr>
            <p:blipFill>
              <a:blip r:embed="rId5"/>
              <a:stretch>
                <a:fillRect/>
              </a:stretch>
            </p:blipFill>
            <p:spPr>
              <a:xfrm>
                <a:off x="1347840" y="2232000"/>
                <a:ext cx="5253840" cy="202716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4CCD3DC1-5FDD-E13D-DA91-F1B6B969A2B6}"/>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E3FE337A-3648-7377-EB42-45ED762E712C}"/>
              </a:ext>
            </a:extLst>
          </p:cNvPr>
          <p:cNvSpPr txBox="1">
            <a:spLocks noGrp="1"/>
          </p:cNvSpPr>
          <p:nvPr>
            <p:ph type="title"/>
          </p:nvPr>
        </p:nvSpPr>
        <p:spPr>
          <a:xfrm>
            <a:off x="517144" y="450150"/>
            <a:ext cx="63678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Validation Curves in Machine Learning</a:t>
            </a:r>
            <a:endParaRPr dirty="0"/>
          </a:p>
        </p:txBody>
      </p:sp>
      <p:sp>
        <p:nvSpPr>
          <p:cNvPr id="68" name="Google Shape;68;p15">
            <a:extLst>
              <a:ext uri="{FF2B5EF4-FFF2-40B4-BE49-F238E27FC236}">
                <a16:creationId xmlns:a16="http://schemas.microsoft.com/office/drawing/2014/main" id="{E158AAD0-D13C-3528-C3D4-84724882D247}"/>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18</a:t>
            </a:fld>
            <a:endParaRPr/>
          </a:p>
        </p:txBody>
      </p:sp>
    </p:spTree>
    <p:extLst>
      <p:ext uri="{BB962C8B-B14F-4D97-AF65-F5344CB8AC3E}">
        <p14:creationId xmlns:p14="http://schemas.microsoft.com/office/powerpoint/2010/main" val="34765639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
          <a:extLst>
            <a:ext uri="{FF2B5EF4-FFF2-40B4-BE49-F238E27FC236}">
              <a16:creationId xmlns:a16="http://schemas.microsoft.com/office/drawing/2014/main" id="{D6EF9A1C-8EAC-2CBC-6255-0D6DD2156B98}"/>
            </a:ext>
          </a:extLst>
        </p:cNvPr>
        <p:cNvGrpSpPr/>
        <p:nvPr/>
      </p:nvGrpSpPr>
      <p:grpSpPr>
        <a:xfrm>
          <a:off x="0" y="0"/>
          <a:ext cx="0" cy="0"/>
          <a:chOff x="0" y="0"/>
          <a:chExt cx="0" cy="0"/>
        </a:xfrm>
      </p:grpSpPr>
      <p:sp>
        <p:nvSpPr>
          <p:cNvPr id="67" name="Google Shape;67;p15">
            <a:extLst>
              <a:ext uri="{FF2B5EF4-FFF2-40B4-BE49-F238E27FC236}">
                <a16:creationId xmlns:a16="http://schemas.microsoft.com/office/drawing/2014/main" id="{7CC755F7-9CFF-9FAF-1338-C137B89815F9}"/>
              </a:ext>
            </a:extLst>
          </p:cNvPr>
          <p:cNvSpPr txBox="1">
            <a:spLocks noGrp="1"/>
          </p:cNvSpPr>
          <p:nvPr>
            <p:ph type="title"/>
          </p:nvPr>
        </p:nvSpPr>
        <p:spPr>
          <a:xfrm>
            <a:off x="517144" y="450150"/>
            <a:ext cx="6367800" cy="4090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a:t>Thank You</a:t>
            </a:r>
            <a:endParaRPr dirty="0"/>
          </a:p>
        </p:txBody>
      </p:sp>
      <p:sp>
        <p:nvSpPr>
          <p:cNvPr id="68" name="Google Shape;68;p15">
            <a:extLst>
              <a:ext uri="{FF2B5EF4-FFF2-40B4-BE49-F238E27FC236}">
                <a16:creationId xmlns:a16="http://schemas.microsoft.com/office/drawing/2014/main" id="{4B9EEC63-1251-D926-C595-9361295016B9}"/>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a:t>19</a:t>
            </a:fld>
            <a:endParaRPr/>
          </a:p>
        </p:txBody>
      </p:sp>
    </p:spTree>
    <p:extLst>
      <p:ext uri="{BB962C8B-B14F-4D97-AF65-F5344CB8AC3E}">
        <p14:creationId xmlns:p14="http://schemas.microsoft.com/office/powerpoint/2010/main" val="3754381061"/>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3357</TotalTime>
  <Words>2901</Words>
  <Application>Microsoft Office PowerPoint</Application>
  <PresentationFormat>On-screen Show (16:9)</PresentationFormat>
  <Paragraphs>179</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Raleway</vt:lpstr>
      <vt:lpstr>Wingdings</vt:lpstr>
      <vt:lpstr>Arial</vt:lpstr>
      <vt:lpstr>Lato</vt:lpstr>
      <vt:lpstr>Roboto</vt:lpstr>
      <vt:lpstr>Streamline</vt:lpstr>
      <vt:lpstr>Model Validation Machine Learning</vt:lpstr>
      <vt:lpstr>Model Validation</vt:lpstr>
      <vt:lpstr>Model Validation</vt:lpstr>
      <vt:lpstr>What to do when our model is not performing well</vt:lpstr>
      <vt:lpstr>Bias Variance Trade-off</vt:lpstr>
      <vt:lpstr>Overfitting and Underfitting </vt:lpstr>
      <vt:lpstr>Defining Bias and Variance</vt:lpstr>
      <vt:lpstr>Defining Bias and Variance</vt:lpstr>
      <vt:lpstr>In Summary</vt:lpstr>
      <vt:lpstr>In Summary</vt:lpstr>
      <vt:lpstr>In Summary</vt:lpstr>
      <vt:lpstr>In Summary</vt:lpstr>
      <vt:lpstr>In Summary</vt:lpstr>
      <vt:lpstr>In Summary</vt:lpstr>
      <vt:lpstr>Error in Machine Learning</vt:lpstr>
      <vt:lpstr>Bias and variance using bulls-eye diagram</vt:lpstr>
      <vt:lpstr>Another Way of thinking about it. </vt:lpstr>
      <vt:lpstr>Validation Curves in Machine Learning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Christopher Aloo</dc:creator>
  <cp:lastModifiedBy>Christopher Aloo</cp:lastModifiedBy>
  <cp:revision>5</cp:revision>
  <dcterms:modified xsi:type="dcterms:W3CDTF">2025-07-09T18:18:21Z</dcterms:modified>
</cp:coreProperties>
</file>