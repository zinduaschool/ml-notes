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2.xml" ContentType="application/inkml+xml"/>
  <Override PartName="/ppt/ink/ink3.xml" ContentType="application/inkml+xml"/>
  <Override PartName="/ppt/notesSlides/notesSlide7.xml" ContentType="application/vnd.openxmlformats-officedocument.presentationml.notesSlide+xml"/>
  <Override PartName="/ppt/ink/ink4.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5.xml" ContentType="application/inkml+xml"/>
  <Override PartName="/ppt/notesSlides/notesSlide10.xml" ContentType="application/vnd.openxmlformats-officedocument.presentationml.notesSlide+xml"/>
  <Override PartName="/ppt/ink/ink6.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 id="2147483660" r:id="rId2"/>
  </p:sldMasterIdLst>
  <p:notesMasterIdLst>
    <p:notesMasterId r:id="rId33"/>
  </p:notesMasterIdLst>
  <p:sldIdLst>
    <p:sldId id="256" r:id="rId3"/>
    <p:sldId id="257" r:id="rId4"/>
    <p:sldId id="258" r:id="rId5"/>
    <p:sldId id="279" r:id="rId6"/>
    <p:sldId id="260" r:id="rId7"/>
    <p:sldId id="261" r:id="rId8"/>
    <p:sldId id="262" r:id="rId9"/>
    <p:sldId id="263" r:id="rId10"/>
    <p:sldId id="292" r:id="rId11"/>
    <p:sldId id="264" r:id="rId12"/>
    <p:sldId id="265" r:id="rId13"/>
    <p:sldId id="281" r:id="rId14"/>
    <p:sldId id="270" r:id="rId15"/>
    <p:sldId id="271" r:id="rId16"/>
    <p:sldId id="272" r:id="rId17"/>
    <p:sldId id="293" r:id="rId18"/>
    <p:sldId id="274" r:id="rId19"/>
    <p:sldId id="275" r:id="rId20"/>
    <p:sldId id="276" r:id="rId21"/>
    <p:sldId id="291" r:id="rId22"/>
    <p:sldId id="282" r:id="rId23"/>
    <p:sldId id="277" r:id="rId24"/>
    <p:sldId id="286" r:id="rId25"/>
    <p:sldId id="283" r:id="rId26"/>
    <p:sldId id="285" r:id="rId27"/>
    <p:sldId id="290" r:id="rId28"/>
    <p:sldId id="288" r:id="rId29"/>
    <p:sldId id="289" r:id="rId30"/>
    <p:sldId id="287" r:id="rId31"/>
    <p:sldId id="284" r:id="rId32"/>
  </p:sldIdLst>
  <p:sldSz cx="9144000" cy="5143500" type="screen16x9"/>
  <p:notesSz cx="6858000" cy="9144000"/>
  <p:embeddedFontLst>
    <p:embeddedFont>
      <p:font typeface="Aptos Narrow" panose="020B0004020202020204" pitchFamily="34" charset="0"/>
      <p:regular r:id="rId34"/>
      <p:bold r:id="rId35"/>
      <p:italic r:id="rId36"/>
      <p:boldItalic r:id="rId37"/>
    </p:embeddedFont>
    <p:embeddedFont>
      <p:font typeface="Lato" panose="020F0502020204030203" pitchFamily="34" charset="0"/>
      <p:regular r:id="rId38"/>
      <p:bold r:id="rId39"/>
      <p:italic r:id="rId40"/>
      <p:boldItalic r:id="rId41"/>
    </p:embeddedFont>
    <p:embeddedFont>
      <p:font typeface="Open Sans" panose="020B0606030504020204" pitchFamily="34" charset="0"/>
      <p:regular r:id="rId42"/>
      <p:bold r:id="rId43"/>
      <p:italic r:id="rId44"/>
      <p:boldItalic r:id="rId45"/>
    </p:embeddedFont>
    <p:embeddedFont>
      <p:font typeface="Raleway"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66C125-C966-4613-A1FE-F812CCBDD351}" v="25" dt="2025-08-26T16:21:01.2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930" autoAdjust="0"/>
  </p:normalViewPr>
  <p:slideViewPr>
    <p:cSldViewPr snapToGrid="0">
      <p:cViewPr varScale="1">
        <p:scale>
          <a:sx n="93" d="100"/>
          <a:sy n="93" d="100"/>
        </p:scale>
        <p:origin x="1600" y="2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6.fntdata"/><Relationship Id="rId21" Type="http://schemas.openxmlformats.org/officeDocument/2006/relationships/slide" Target="slides/slide19.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11.fntdata"/><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8.xml"/><Relationship Id="rId41" Type="http://schemas.openxmlformats.org/officeDocument/2006/relationships/font" Target="fonts/font8.fntdata"/><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3.fntdata"/><Relationship Id="rId49" Type="http://schemas.openxmlformats.org/officeDocument/2006/relationships/font" Target="fonts/font1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Aloo" userId="81d139e4-1a74-45bd-a04a-64f94c7d37c9" providerId="ADAL" clId="{8151F9AB-E0AF-4A22-B7F4-E2F8999B8F1B}"/>
    <pc:docChg chg="undo custSel addSld delSld modSld">
      <pc:chgData name="Christopher Aloo" userId="81d139e4-1a74-45bd-a04a-64f94c7d37c9" providerId="ADAL" clId="{8151F9AB-E0AF-4A22-B7F4-E2F8999B8F1B}" dt="2025-07-09T04:35:33.259" v="534" actId="478"/>
      <pc:docMkLst>
        <pc:docMk/>
      </pc:docMkLst>
      <pc:sldChg chg="delSp mod">
        <pc:chgData name="Christopher Aloo" userId="81d139e4-1a74-45bd-a04a-64f94c7d37c9" providerId="ADAL" clId="{8151F9AB-E0AF-4A22-B7F4-E2F8999B8F1B}" dt="2025-07-08T17:22:04.539" v="0" actId="478"/>
        <pc:sldMkLst>
          <pc:docMk/>
          <pc:sldMk cId="0" sldId="256"/>
        </pc:sldMkLst>
      </pc:sldChg>
      <pc:sldChg chg="delSp mod">
        <pc:chgData name="Christopher Aloo" userId="81d139e4-1a74-45bd-a04a-64f94c7d37c9" providerId="ADAL" clId="{8151F9AB-E0AF-4A22-B7F4-E2F8999B8F1B}" dt="2025-07-08T17:22:11.260" v="1" actId="478"/>
        <pc:sldMkLst>
          <pc:docMk/>
          <pc:sldMk cId="0" sldId="257"/>
        </pc:sldMkLst>
      </pc:sldChg>
      <pc:sldChg chg="delSp mod">
        <pc:chgData name="Christopher Aloo" userId="81d139e4-1a74-45bd-a04a-64f94c7d37c9" providerId="ADAL" clId="{8151F9AB-E0AF-4A22-B7F4-E2F8999B8F1B}" dt="2025-07-08T17:22:16.224" v="2" actId="478"/>
        <pc:sldMkLst>
          <pc:docMk/>
          <pc:sldMk cId="0" sldId="258"/>
        </pc:sldMkLst>
      </pc:sldChg>
      <pc:sldChg chg="delSp mod">
        <pc:chgData name="Christopher Aloo" userId="81d139e4-1a74-45bd-a04a-64f94c7d37c9" providerId="ADAL" clId="{8151F9AB-E0AF-4A22-B7F4-E2F8999B8F1B}" dt="2025-07-08T17:22:19.894" v="3" actId="478"/>
        <pc:sldMkLst>
          <pc:docMk/>
          <pc:sldMk cId="0" sldId="260"/>
        </pc:sldMkLst>
      </pc:sldChg>
      <pc:sldChg chg="addSp delSp modSp mod">
        <pc:chgData name="Christopher Aloo" userId="81d139e4-1a74-45bd-a04a-64f94c7d37c9" providerId="ADAL" clId="{8151F9AB-E0AF-4A22-B7F4-E2F8999B8F1B}" dt="2025-07-08T17:38:46.346" v="87" actId="478"/>
        <pc:sldMkLst>
          <pc:docMk/>
          <pc:sldMk cId="0" sldId="261"/>
        </pc:sldMkLst>
        <pc:grpChg chg="mod">
          <ac:chgData name="Christopher Aloo" userId="81d139e4-1a74-45bd-a04a-64f94c7d37c9" providerId="ADAL" clId="{8151F9AB-E0AF-4A22-B7F4-E2F8999B8F1B}" dt="2025-07-08T17:35:41.780" v="35"/>
          <ac:grpSpMkLst>
            <pc:docMk/>
            <pc:sldMk cId="0" sldId="261"/>
            <ac:grpSpMk id="8" creationId="{1D15FC55-F85B-C6DC-E3F2-A53D65945E9D}"/>
          </ac:grpSpMkLst>
        </pc:grpChg>
        <pc:inkChg chg="add mod">
          <ac:chgData name="Christopher Aloo" userId="81d139e4-1a74-45bd-a04a-64f94c7d37c9" providerId="ADAL" clId="{8151F9AB-E0AF-4A22-B7F4-E2F8999B8F1B}" dt="2025-07-08T17:35:41.780" v="35"/>
          <ac:inkMkLst>
            <pc:docMk/>
            <pc:sldMk cId="0" sldId="261"/>
            <ac:inkMk id="2" creationId="{6AE7BCF0-5694-1AA3-664C-9E8609F24AE6}"/>
          </ac:inkMkLst>
        </pc:inkChg>
        <pc:inkChg chg="add mod">
          <ac:chgData name="Christopher Aloo" userId="81d139e4-1a74-45bd-a04a-64f94c7d37c9" providerId="ADAL" clId="{8151F9AB-E0AF-4A22-B7F4-E2F8999B8F1B}" dt="2025-07-08T17:35:41.780" v="35"/>
          <ac:inkMkLst>
            <pc:docMk/>
            <pc:sldMk cId="0" sldId="261"/>
            <ac:inkMk id="5" creationId="{8B42FFCC-B561-37DE-1BAC-351CB705F36F}"/>
          </ac:inkMkLst>
        </pc:inkChg>
      </pc:sldChg>
      <pc:sldChg chg="delSp mod">
        <pc:chgData name="Christopher Aloo" userId="81d139e4-1a74-45bd-a04a-64f94c7d37c9" providerId="ADAL" clId="{8151F9AB-E0AF-4A22-B7F4-E2F8999B8F1B}" dt="2025-07-08T17:22:27.523" v="5" actId="478"/>
        <pc:sldMkLst>
          <pc:docMk/>
          <pc:sldMk cId="0" sldId="263"/>
        </pc:sldMkLst>
      </pc:sldChg>
      <pc:sldChg chg="addSp delSp modSp mod">
        <pc:chgData name="Christopher Aloo" userId="81d139e4-1a74-45bd-a04a-64f94c7d37c9" providerId="ADAL" clId="{8151F9AB-E0AF-4A22-B7F4-E2F8999B8F1B}" dt="2025-07-09T04:35:25.939" v="533" actId="478"/>
        <pc:sldMkLst>
          <pc:docMk/>
          <pc:sldMk cId="0" sldId="265"/>
        </pc:sldMkLst>
      </pc:sldChg>
      <pc:sldChg chg="delSp mod">
        <pc:chgData name="Christopher Aloo" userId="81d139e4-1a74-45bd-a04a-64f94c7d37c9" providerId="ADAL" clId="{8151F9AB-E0AF-4A22-B7F4-E2F8999B8F1B}" dt="2025-07-08T17:22:40.252" v="7" actId="478"/>
        <pc:sldMkLst>
          <pc:docMk/>
          <pc:sldMk cId="1250749228" sldId="270"/>
        </pc:sldMkLst>
      </pc:sldChg>
      <pc:sldChg chg="delSp mod">
        <pc:chgData name="Christopher Aloo" userId="81d139e4-1a74-45bd-a04a-64f94c7d37c9" providerId="ADAL" clId="{8151F9AB-E0AF-4A22-B7F4-E2F8999B8F1B}" dt="2025-07-08T17:22:42.676" v="8" actId="478"/>
        <pc:sldMkLst>
          <pc:docMk/>
          <pc:sldMk cId="2068144280" sldId="271"/>
        </pc:sldMkLst>
      </pc:sldChg>
      <pc:sldChg chg="addSp delSp modSp mod">
        <pc:chgData name="Christopher Aloo" userId="81d139e4-1a74-45bd-a04a-64f94c7d37c9" providerId="ADAL" clId="{8151F9AB-E0AF-4A22-B7F4-E2F8999B8F1B}" dt="2025-07-09T04:23:54.453" v="183" actId="207"/>
        <pc:sldMkLst>
          <pc:docMk/>
          <pc:sldMk cId="2656503465" sldId="272"/>
        </pc:sldMkLst>
        <pc:spChg chg="mod">
          <ac:chgData name="Christopher Aloo" userId="81d139e4-1a74-45bd-a04a-64f94c7d37c9" providerId="ADAL" clId="{8151F9AB-E0AF-4A22-B7F4-E2F8999B8F1B}" dt="2025-07-09T04:22:24.362" v="169" actId="113"/>
          <ac:spMkLst>
            <pc:docMk/>
            <pc:sldMk cId="2656503465" sldId="272"/>
            <ac:spMk id="7" creationId="{057BCD35-E882-3767-6CFF-BF0A529A51A6}"/>
          </ac:spMkLst>
        </pc:spChg>
        <pc:graphicFrameChg chg="add mod modGraphic">
          <ac:chgData name="Christopher Aloo" userId="81d139e4-1a74-45bd-a04a-64f94c7d37c9" providerId="ADAL" clId="{8151F9AB-E0AF-4A22-B7F4-E2F8999B8F1B}" dt="2025-07-09T04:23:54.453" v="183" actId="207"/>
          <ac:graphicFrameMkLst>
            <pc:docMk/>
            <pc:sldMk cId="2656503465" sldId="272"/>
            <ac:graphicFrameMk id="2" creationId="{7C513081-C131-3237-5D7D-D6AB74CDAAB7}"/>
          </ac:graphicFrameMkLst>
        </pc:graphicFrameChg>
        <pc:graphicFrameChg chg="add mod modGraphic">
          <ac:chgData name="Christopher Aloo" userId="81d139e4-1a74-45bd-a04a-64f94c7d37c9" providerId="ADAL" clId="{8151F9AB-E0AF-4A22-B7F4-E2F8999B8F1B}" dt="2025-07-09T04:23:51.826" v="182" actId="207"/>
          <ac:graphicFrameMkLst>
            <pc:docMk/>
            <pc:sldMk cId="2656503465" sldId="272"/>
            <ac:graphicFrameMk id="3" creationId="{9155044C-4ADF-E0EA-CDAE-1277270964F4}"/>
          </ac:graphicFrameMkLst>
        </pc:graphicFrameChg>
        <pc:cxnChg chg="add">
          <ac:chgData name="Christopher Aloo" userId="81d139e4-1a74-45bd-a04a-64f94c7d37c9" providerId="ADAL" clId="{8151F9AB-E0AF-4A22-B7F4-E2F8999B8F1B}" dt="2025-07-09T04:23:30.423" v="178" actId="11529"/>
          <ac:cxnSpMkLst>
            <pc:docMk/>
            <pc:sldMk cId="2656503465" sldId="272"/>
            <ac:cxnSpMk id="5" creationId="{C8F715A3-FD11-E918-1842-5F1BAE038B88}"/>
          </ac:cxnSpMkLst>
        </pc:cxnChg>
      </pc:sldChg>
      <pc:sldChg chg="del">
        <pc:chgData name="Christopher Aloo" userId="81d139e4-1a74-45bd-a04a-64f94c7d37c9" providerId="ADAL" clId="{8151F9AB-E0AF-4A22-B7F4-E2F8999B8F1B}" dt="2025-07-09T04:24:37.669" v="241" actId="47"/>
        <pc:sldMkLst>
          <pc:docMk/>
          <pc:sldMk cId="2306603663" sldId="273"/>
        </pc:sldMkLst>
      </pc:sldChg>
      <pc:sldChg chg="addSp delSp modSp mod">
        <pc:chgData name="Christopher Aloo" userId="81d139e4-1a74-45bd-a04a-64f94c7d37c9" providerId="ADAL" clId="{8151F9AB-E0AF-4A22-B7F4-E2F8999B8F1B}" dt="2025-07-09T04:29:17.451" v="412" actId="14100"/>
        <pc:sldMkLst>
          <pc:docMk/>
          <pc:sldMk cId="1627362100" sldId="274"/>
        </pc:sldMkLst>
        <pc:spChg chg="add mod">
          <ac:chgData name="Christopher Aloo" userId="81d139e4-1a74-45bd-a04a-64f94c7d37c9" providerId="ADAL" clId="{8151F9AB-E0AF-4A22-B7F4-E2F8999B8F1B}" dt="2025-07-09T04:29:02.223" v="409" actId="207"/>
          <ac:spMkLst>
            <pc:docMk/>
            <pc:sldMk cId="1627362100" sldId="274"/>
            <ac:spMk id="5" creationId="{81DEBFA7-1A68-38E0-F81D-CCCDCDC776DB}"/>
          </ac:spMkLst>
        </pc:spChg>
        <pc:spChg chg="mod">
          <ac:chgData name="Christopher Aloo" userId="81d139e4-1a74-45bd-a04a-64f94c7d37c9" providerId="ADAL" clId="{8151F9AB-E0AF-4A22-B7F4-E2F8999B8F1B}" dt="2025-07-09T04:27:04.217" v="320" actId="207"/>
          <ac:spMkLst>
            <pc:docMk/>
            <pc:sldMk cId="1627362100" sldId="274"/>
            <ac:spMk id="7" creationId="{E242F4BD-E3BC-866C-7414-1F4C74AF06F6}"/>
          </ac:spMkLst>
        </pc:spChg>
        <pc:graphicFrameChg chg="add mod modGraphic">
          <ac:chgData name="Christopher Aloo" userId="81d139e4-1a74-45bd-a04a-64f94c7d37c9" providerId="ADAL" clId="{8151F9AB-E0AF-4A22-B7F4-E2F8999B8F1B}" dt="2025-07-09T04:27:44.101" v="329" actId="1076"/>
          <ac:graphicFrameMkLst>
            <pc:docMk/>
            <pc:sldMk cId="1627362100" sldId="274"/>
            <ac:graphicFrameMk id="3" creationId="{D857CE4E-FD17-C951-F286-02B22509D948}"/>
          </ac:graphicFrameMkLst>
        </pc:graphicFrameChg>
        <pc:graphicFrameChg chg="add mod modGraphic">
          <ac:chgData name="Christopher Aloo" userId="81d139e4-1a74-45bd-a04a-64f94c7d37c9" providerId="ADAL" clId="{8151F9AB-E0AF-4A22-B7F4-E2F8999B8F1B}" dt="2025-07-09T04:29:09.440" v="410" actId="207"/>
          <ac:graphicFrameMkLst>
            <pc:docMk/>
            <pc:sldMk cId="1627362100" sldId="274"/>
            <ac:graphicFrameMk id="4" creationId="{82858EF3-0641-19C3-338B-DC614929E879}"/>
          </ac:graphicFrameMkLst>
        </pc:graphicFrameChg>
        <pc:cxnChg chg="add mod">
          <ac:chgData name="Christopher Aloo" userId="81d139e4-1a74-45bd-a04a-64f94c7d37c9" providerId="ADAL" clId="{8151F9AB-E0AF-4A22-B7F4-E2F8999B8F1B}" dt="2025-07-09T04:29:17.451" v="412" actId="14100"/>
          <ac:cxnSpMkLst>
            <pc:docMk/>
            <pc:sldMk cId="1627362100" sldId="274"/>
            <ac:cxnSpMk id="6" creationId="{BD397779-8C9B-6D2A-19A8-813485B5B2C8}"/>
          </ac:cxnSpMkLst>
        </pc:cxnChg>
      </pc:sldChg>
      <pc:sldChg chg="addSp delSp modSp mod">
        <pc:chgData name="Christopher Aloo" userId="81d139e4-1a74-45bd-a04a-64f94c7d37c9" providerId="ADAL" clId="{8151F9AB-E0AF-4A22-B7F4-E2F8999B8F1B}" dt="2025-07-09T04:35:17.359" v="530" actId="14100"/>
        <pc:sldMkLst>
          <pc:docMk/>
          <pc:sldMk cId="3314516014" sldId="275"/>
        </pc:sldMkLst>
        <pc:spChg chg="mod">
          <ac:chgData name="Christopher Aloo" userId="81d139e4-1a74-45bd-a04a-64f94c7d37c9" providerId="ADAL" clId="{8151F9AB-E0AF-4A22-B7F4-E2F8999B8F1B}" dt="2025-07-09T04:34:58.721" v="524" actId="1076"/>
          <ac:spMkLst>
            <pc:docMk/>
            <pc:sldMk cId="3314516014" sldId="275"/>
            <ac:spMk id="7" creationId="{C20AD789-785D-0243-1F20-ED79949D524E}"/>
          </ac:spMkLst>
        </pc:spChg>
        <pc:graphicFrameChg chg="add mod modGraphic">
          <ac:chgData name="Christopher Aloo" userId="81d139e4-1a74-45bd-a04a-64f94c7d37c9" providerId="ADAL" clId="{8151F9AB-E0AF-4A22-B7F4-E2F8999B8F1B}" dt="2025-07-09T04:33:18.520" v="510" actId="207"/>
          <ac:graphicFrameMkLst>
            <pc:docMk/>
            <pc:sldMk cId="3314516014" sldId="275"/>
            <ac:graphicFrameMk id="3" creationId="{FB458E3B-C927-9E2C-FFFD-EAF4716C408F}"/>
          </ac:graphicFrameMkLst>
        </pc:graphicFrameChg>
        <pc:graphicFrameChg chg="add mod modGraphic">
          <ac:chgData name="Christopher Aloo" userId="81d139e4-1a74-45bd-a04a-64f94c7d37c9" providerId="ADAL" clId="{8151F9AB-E0AF-4A22-B7F4-E2F8999B8F1B}" dt="2025-07-09T04:34:43.636" v="519" actId="1076"/>
          <ac:graphicFrameMkLst>
            <pc:docMk/>
            <pc:sldMk cId="3314516014" sldId="275"/>
            <ac:graphicFrameMk id="4" creationId="{83278FCA-A195-0DD5-A9EB-4AC729408239}"/>
          </ac:graphicFrameMkLst>
        </pc:graphicFrameChg>
        <pc:graphicFrameChg chg="add mod modGraphic">
          <ac:chgData name="Christopher Aloo" userId="81d139e4-1a74-45bd-a04a-64f94c7d37c9" providerId="ADAL" clId="{8151F9AB-E0AF-4A22-B7F4-E2F8999B8F1B}" dt="2025-07-09T04:35:07.605" v="527" actId="207"/>
          <ac:graphicFrameMkLst>
            <pc:docMk/>
            <pc:sldMk cId="3314516014" sldId="275"/>
            <ac:graphicFrameMk id="8" creationId="{0F702E71-73E0-0341-09A2-84234F759470}"/>
          </ac:graphicFrameMkLst>
        </pc:graphicFrameChg>
        <pc:cxnChg chg="add mod">
          <ac:chgData name="Christopher Aloo" userId="81d139e4-1a74-45bd-a04a-64f94c7d37c9" providerId="ADAL" clId="{8151F9AB-E0AF-4A22-B7F4-E2F8999B8F1B}" dt="2025-07-09T04:34:41.746" v="518" actId="14100"/>
          <ac:cxnSpMkLst>
            <pc:docMk/>
            <pc:sldMk cId="3314516014" sldId="275"/>
            <ac:cxnSpMk id="5" creationId="{277228BC-8202-F3CF-9C9C-5F62534139DA}"/>
          </ac:cxnSpMkLst>
        </pc:cxnChg>
        <pc:cxnChg chg="add mod">
          <ac:chgData name="Christopher Aloo" userId="81d139e4-1a74-45bd-a04a-64f94c7d37c9" providerId="ADAL" clId="{8151F9AB-E0AF-4A22-B7F4-E2F8999B8F1B}" dt="2025-07-09T04:35:17.359" v="530" actId="14100"/>
          <ac:cxnSpMkLst>
            <pc:docMk/>
            <pc:sldMk cId="3314516014" sldId="275"/>
            <ac:cxnSpMk id="9" creationId="{AF354395-EB63-9B05-0F6D-642F409EA0BB}"/>
          </ac:cxnSpMkLst>
        </pc:cxnChg>
      </pc:sldChg>
      <pc:sldChg chg="delSp mod">
        <pc:chgData name="Christopher Aloo" userId="81d139e4-1a74-45bd-a04a-64f94c7d37c9" providerId="ADAL" clId="{8151F9AB-E0AF-4A22-B7F4-E2F8999B8F1B}" dt="2025-07-09T04:35:33.259" v="534" actId="478"/>
        <pc:sldMkLst>
          <pc:docMk/>
          <pc:sldMk cId="970380513" sldId="277"/>
        </pc:sldMkLst>
      </pc:sldChg>
      <pc:sldChg chg="delSp mod">
        <pc:chgData name="Christopher Aloo" userId="81d139e4-1a74-45bd-a04a-64f94c7d37c9" providerId="ADAL" clId="{8151F9AB-E0AF-4A22-B7F4-E2F8999B8F1B}" dt="2025-07-08T17:23:15.490" v="30" actId="478"/>
        <pc:sldMkLst>
          <pc:docMk/>
          <pc:sldMk cId="3380766645" sldId="285"/>
        </pc:sldMkLst>
      </pc:sldChg>
      <pc:sldChg chg="delSp mod modNotesTx">
        <pc:chgData name="Christopher Aloo" userId="81d139e4-1a74-45bd-a04a-64f94c7d37c9" providerId="ADAL" clId="{8151F9AB-E0AF-4A22-B7F4-E2F8999B8F1B}" dt="2025-07-08T17:23:07.659" v="29" actId="20577"/>
        <pc:sldMkLst>
          <pc:docMk/>
          <pc:sldMk cId="1331522900" sldId="286"/>
        </pc:sldMkLst>
      </pc:sldChg>
      <pc:sldChg chg="delSp mod">
        <pc:chgData name="Christopher Aloo" userId="81d139e4-1a74-45bd-a04a-64f94c7d37c9" providerId="ADAL" clId="{8151F9AB-E0AF-4A22-B7F4-E2F8999B8F1B}" dt="2025-07-08T17:23:25.341" v="32" actId="478"/>
        <pc:sldMkLst>
          <pc:docMk/>
          <pc:sldMk cId="3590969146" sldId="289"/>
        </pc:sldMkLst>
      </pc:sldChg>
      <pc:sldChg chg="delSp mod">
        <pc:chgData name="Christopher Aloo" userId="81d139e4-1a74-45bd-a04a-64f94c7d37c9" providerId="ADAL" clId="{8151F9AB-E0AF-4A22-B7F4-E2F8999B8F1B}" dt="2025-07-08T17:23:20.663" v="31" actId="478"/>
        <pc:sldMkLst>
          <pc:docMk/>
          <pc:sldMk cId="2294123042" sldId="290"/>
        </pc:sldMkLst>
      </pc:sldChg>
      <pc:sldChg chg="add del">
        <pc:chgData name="Christopher Aloo" userId="81d139e4-1a74-45bd-a04a-64f94c7d37c9" providerId="ADAL" clId="{8151F9AB-E0AF-4A22-B7F4-E2F8999B8F1B}" dt="2025-07-09T04:24:01.773" v="184" actId="47"/>
        <pc:sldMkLst>
          <pc:docMk/>
          <pc:sldMk cId="214828969" sldId="293"/>
        </pc:sldMkLst>
      </pc:sldChg>
      <pc:sldChg chg="addSp delSp modSp add mod">
        <pc:chgData name="Christopher Aloo" userId="81d139e4-1a74-45bd-a04a-64f94c7d37c9" providerId="ADAL" clId="{8151F9AB-E0AF-4A22-B7F4-E2F8999B8F1B}" dt="2025-07-09T04:25:59.773" v="259" actId="1076"/>
        <pc:sldMkLst>
          <pc:docMk/>
          <pc:sldMk cId="3172714102" sldId="293"/>
        </pc:sldMkLst>
        <pc:spChg chg="mod">
          <ac:chgData name="Christopher Aloo" userId="81d139e4-1a74-45bd-a04a-64f94c7d37c9" providerId="ADAL" clId="{8151F9AB-E0AF-4A22-B7F4-E2F8999B8F1B}" dt="2025-07-09T04:24:32.169" v="240" actId="113"/>
          <ac:spMkLst>
            <pc:docMk/>
            <pc:sldMk cId="3172714102" sldId="293"/>
            <ac:spMk id="7" creationId="{4DB14731-80FB-CF5C-2A98-F65308ED53ED}"/>
          </ac:spMkLst>
        </pc:spChg>
        <pc:graphicFrameChg chg="add mod">
          <ac:chgData name="Christopher Aloo" userId="81d139e4-1a74-45bd-a04a-64f94c7d37c9" providerId="ADAL" clId="{8151F9AB-E0AF-4A22-B7F4-E2F8999B8F1B}" dt="2025-07-09T04:24:45.216" v="242"/>
          <ac:graphicFrameMkLst>
            <pc:docMk/>
            <pc:sldMk cId="3172714102" sldId="293"/>
            <ac:graphicFrameMk id="3" creationId="{ABC74324-B815-7C1D-1B58-F335F81F2293}"/>
          </ac:graphicFrameMkLst>
        </pc:graphicFrameChg>
        <pc:graphicFrameChg chg="add mod modGraphic">
          <ac:chgData name="Christopher Aloo" userId="81d139e4-1a74-45bd-a04a-64f94c7d37c9" providerId="ADAL" clId="{8151F9AB-E0AF-4A22-B7F4-E2F8999B8F1B}" dt="2025-07-09T04:25:35.668" v="253" actId="207"/>
          <ac:graphicFrameMkLst>
            <pc:docMk/>
            <pc:sldMk cId="3172714102" sldId="293"/>
            <ac:graphicFrameMk id="4" creationId="{ED1AD406-6814-7213-C787-4D5B25305A09}"/>
          </ac:graphicFrameMkLst>
        </pc:graphicFrameChg>
        <pc:cxnChg chg="add mod">
          <ac:chgData name="Christopher Aloo" userId="81d139e4-1a74-45bd-a04a-64f94c7d37c9" providerId="ADAL" clId="{8151F9AB-E0AF-4A22-B7F4-E2F8999B8F1B}" dt="2025-07-09T04:25:59.773" v="259" actId="1076"/>
          <ac:cxnSpMkLst>
            <pc:docMk/>
            <pc:sldMk cId="3172714102" sldId="293"/>
            <ac:cxnSpMk id="5" creationId="{D07C705F-8276-9D42-F5FF-C0B24959F883}"/>
          </ac:cxnSpMkLst>
        </pc:cxnChg>
      </pc:sldChg>
      <pc:sldChg chg="add del">
        <pc:chgData name="Christopher Aloo" userId="81d139e4-1a74-45bd-a04a-64f94c7d37c9" providerId="ADAL" clId="{8151F9AB-E0AF-4A22-B7F4-E2F8999B8F1B}" dt="2025-07-09T04:29:20.923" v="413" actId="47"/>
        <pc:sldMkLst>
          <pc:docMk/>
          <pc:sldMk cId="693986504" sldId="294"/>
        </pc:sldMkLst>
      </pc:sldChg>
      <pc:sldChg chg="add del">
        <pc:chgData name="Christopher Aloo" userId="81d139e4-1a74-45bd-a04a-64f94c7d37c9" providerId="ADAL" clId="{8151F9AB-E0AF-4A22-B7F4-E2F8999B8F1B}" dt="2025-07-09T04:35:19.828" v="531" actId="47"/>
        <pc:sldMkLst>
          <pc:docMk/>
          <pc:sldMk cId="826719881" sldId="294"/>
        </pc:sldMkLst>
      </pc:sldChg>
    </pc:docChg>
  </pc:docChgLst>
  <pc:docChgLst>
    <pc:chgData name="Christopher Aloo" userId="81d139e4-1a74-45bd-a04a-64f94c7d37c9" providerId="ADAL" clId="{3E66C125-C966-4613-A1FE-F812CCBDD351}"/>
    <pc:docChg chg="custSel delSld modSld">
      <pc:chgData name="Christopher Aloo" userId="81d139e4-1a74-45bd-a04a-64f94c7d37c9" providerId="ADAL" clId="{3E66C125-C966-4613-A1FE-F812CCBDD351}" dt="2025-08-26T16:21:01.259" v="26"/>
      <pc:docMkLst>
        <pc:docMk/>
      </pc:docMkLst>
      <pc:sldChg chg="addSp modSp">
        <pc:chgData name="Christopher Aloo" userId="81d139e4-1a74-45bd-a04a-64f94c7d37c9" providerId="ADAL" clId="{3E66C125-C966-4613-A1FE-F812CCBDD351}" dt="2025-08-26T16:20:29.987" v="5" actId="14100"/>
        <pc:sldMkLst>
          <pc:docMk/>
          <pc:sldMk cId="0" sldId="257"/>
        </pc:sldMkLst>
        <pc:picChg chg="add mod">
          <ac:chgData name="Christopher Aloo" userId="81d139e4-1a74-45bd-a04a-64f94c7d37c9" providerId="ADAL" clId="{3E66C125-C966-4613-A1FE-F812CCBDD351}" dt="2025-08-26T16:20:29.987" v="5" actId="14100"/>
          <ac:picMkLst>
            <pc:docMk/>
            <pc:sldMk cId="0" sldId="257"/>
            <ac:picMk id="1026" creationId="{029FE07F-D926-44B7-0678-EBEDC7CA8C70}"/>
          </ac:picMkLst>
        </pc:picChg>
      </pc:sldChg>
      <pc:sldChg chg="addSp modSp">
        <pc:chgData name="Christopher Aloo" userId="81d139e4-1a74-45bd-a04a-64f94c7d37c9" providerId="ADAL" clId="{3E66C125-C966-4613-A1FE-F812CCBDD351}" dt="2025-08-26T16:20:32.317" v="6"/>
        <pc:sldMkLst>
          <pc:docMk/>
          <pc:sldMk cId="0" sldId="258"/>
        </pc:sldMkLst>
        <pc:picChg chg="add mod">
          <ac:chgData name="Christopher Aloo" userId="81d139e4-1a74-45bd-a04a-64f94c7d37c9" providerId="ADAL" clId="{3E66C125-C966-4613-A1FE-F812CCBDD351}" dt="2025-08-26T16:20:32.317" v="6"/>
          <ac:picMkLst>
            <pc:docMk/>
            <pc:sldMk cId="0" sldId="258"/>
            <ac:picMk id="2" creationId="{EEFE4CA8-1D16-75DB-D0A6-CDF0DD9A1DFA}"/>
          </ac:picMkLst>
        </pc:picChg>
      </pc:sldChg>
      <pc:sldChg chg="addSp modSp">
        <pc:chgData name="Christopher Aloo" userId="81d139e4-1a74-45bd-a04a-64f94c7d37c9" providerId="ADAL" clId="{3E66C125-C966-4613-A1FE-F812CCBDD351}" dt="2025-08-26T16:20:33.984" v="7"/>
        <pc:sldMkLst>
          <pc:docMk/>
          <pc:sldMk cId="0" sldId="260"/>
        </pc:sldMkLst>
        <pc:picChg chg="add mod">
          <ac:chgData name="Christopher Aloo" userId="81d139e4-1a74-45bd-a04a-64f94c7d37c9" providerId="ADAL" clId="{3E66C125-C966-4613-A1FE-F812CCBDD351}" dt="2025-08-26T16:20:33.984" v="7"/>
          <ac:picMkLst>
            <pc:docMk/>
            <pc:sldMk cId="0" sldId="260"/>
            <ac:picMk id="2" creationId="{C8E6AEA7-F4BD-A6F8-1769-AA844405DC3A}"/>
          </ac:picMkLst>
        </pc:picChg>
      </pc:sldChg>
      <pc:sldChg chg="addSp modSp">
        <pc:chgData name="Christopher Aloo" userId="81d139e4-1a74-45bd-a04a-64f94c7d37c9" providerId="ADAL" clId="{3E66C125-C966-4613-A1FE-F812CCBDD351}" dt="2025-08-26T16:20:35.848" v="8"/>
        <pc:sldMkLst>
          <pc:docMk/>
          <pc:sldMk cId="0" sldId="261"/>
        </pc:sldMkLst>
        <pc:picChg chg="add mod">
          <ac:chgData name="Christopher Aloo" userId="81d139e4-1a74-45bd-a04a-64f94c7d37c9" providerId="ADAL" clId="{3E66C125-C966-4613-A1FE-F812CCBDD351}" dt="2025-08-26T16:20:35.848" v="8"/>
          <ac:picMkLst>
            <pc:docMk/>
            <pc:sldMk cId="0" sldId="261"/>
            <ac:picMk id="7" creationId="{26E8C8A7-6FDB-F786-BB53-740045C19F65}"/>
          </ac:picMkLst>
        </pc:picChg>
      </pc:sldChg>
      <pc:sldChg chg="addSp modSp">
        <pc:chgData name="Christopher Aloo" userId="81d139e4-1a74-45bd-a04a-64f94c7d37c9" providerId="ADAL" clId="{3E66C125-C966-4613-A1FE-F812CCBDD351}" dt="2025-08-26T16:20:37.122" v="9"/>
        <pc:sldMkLst>
          <pc:docMk/>
          <pc:sldMk cId="0" sldId="262"/>
        </pc:sldMkLst>
        <pc:picChg chg="add mod">
          <ac:chgData name="Christopher Aloo" userId="81d139e4-1a74-45bd-a04a-64f94c7d37c9" providerId="ADAL" clId="{3E66C125-C966-4613-A1FE-F812CCBDD351}" dt="2025-08-26T16:20:37.122" v="9"/>
          <ac:picMkLst>
            <pc:docMk/>
            <pc:sldMk cId="0" sldId="262"/>
            <ac:picMk id="3" creationId="{1387D54D-332F-846D-BD42-9DA1F6944589}"/>
          </ac:picMkLst>
        </pc:picChg>
      </pc:sldChg>
      <pc:sldChg chg="addSp modSp">
        <pc:chgData name="Christopher Aloo" userId="81d139e4-1a74-45bd-a04a-64f94c7d37c9" providerId="ADAL" clId="{3E66C125-C966-4613-A1FE-F812CCBDD351}" dt="2025-08-26T16:20:38.822" v="10"/>
        <pc:sldMkLst>
          <pc:docMk/>
          <pc:sldMk cId="0" sldId="263"/>
        </pc:sldMkLst>
        <pc:picChg chg="add mod">
          <ac:chgData name="Christopher Aloo" userId="81d139e4-1a74-45bd-a04a-64f94c7d37c9" providerId="ADAL" clId="{3E66C125-C966-4613-A1FE-F812CCBDD351}" dt="2025-08-26T16:20:38.822" v="10"/>
          <ac:picMkLst>
            <pc:docMk/>
            <pc:sldMk cId="0" sldId="263"/>
            <ac:picMk id="2" creationId="{92E98AFB-E4E4-47EC-9211-78E47701DAD4}"/>
          </ac:picMkLst>
        </pc:picChg>
      </pc:sldChg>
      <pc:sldChg chg="addSp modSp">
        <pc:chgData name="Christopher Aloo" userId="81d139e4-1a74-45bd-a04a-64f94c7d37c9" providerId="ADAL" clId="{3E66C125-C966-4613-A1FE-F812CCBDD351}" dt="2025-08-26T16:20:41.410" v="12"/>
        <pc:sldMkLst>
          <pc:docMk/>
          <pc:sldMk cId="0" sldId="264"/>
        </pc:sldMkLst>
        <pc:picChg chg="add mod">
          <ac:chgData name="Christopher Aloo" userId="81d139e4-1a74-45bd-a04a-64f94c7d37c9" providerId="ADAL" clId="{3E66C125-C966-4613-A1FE-F812CCBDD351}" dt="2025-08-26T16:20:41.410" v="12"/>
          <ac:picMkLst>
            <pc:docMk/>
            <pc:sldMk cId="0" sldId="264"/>
            <ac:picMk id="3" creationId="{A8D3D1C0-8CDF-675C-6A44-717F4604FACE}"/>
          </ac:picMkLst>
        </pc:picChg>
      </pc:sldChg>
      <pc:sldChg chg="addSp modSp">
        <pc:chgData name="Christopher Aloo" userId="81d139e4-1a74-45bd-a04a-64f94c7d37c9" providerId="ADAL" clId="{3E66C125-C966-4613-A1FE-F812CCBDD351}" dt="2025-08-26T16:20:42.726" v="13"/>
        <pc:sldMkLst>
          <pc:docMk/>
          <pc:sldMk cId="0" sldId="265"/>
        </pc:sldMkLst>
        <pc:picChg chg="add mod">
          <ac:chgData name="Christopher Aloo" userId="81d139e4-1a74-45bd-a04a-64f94c7d37c9" providerId="ADAL" clId="{3E66C125-C966-4613-A1FE-F812CCBDD351}" dt="2025-08-26T16:20:42.726" v="13"/>
          <ac:picMkLst>
            <pc:docMk/>
            <pc:sldMk cId="0" sldId="265"/>
            <ac:picMk id="2" creationId="{F5D6441E-3DA5-C2A9-C46C-03B832F7761A}"/>
          </ac:picMkLst>
        </pc:picChg>
      </pc:sldChg>
      <pc:sldChg chg="addSp modSp">
        <pc:chgData name="Christopher Aloo" userId="81d139e4-1a74-45bd-a04a-64f94c7d37c9" providerId="ADAL" clId="{3E66C125-C966-4613-A1FE-F812CCBDD351}" dt="2025-08-26T16:20:44.344" v="14"/>
        <pc:sldMkLst>
          <pc:docMk/>
          <pc:sldMk cId="1250749228" sldId="270"/>
        </pc:sldMkLst>
        <pc:picChg chg="add mod">
          <ac:chgData name="Christopher Aloo" userId="81d139e4-1a74-45bd-a04a-64f94c7d37c9" providerId="ADAL" clId="{3E66C125-C966-4613-A1FE-F812CCBDD351}" dt="2025-08-26T16:20:44.344" v="14"/>
          <ac:picMkLst>
            <pc:docMk/>
            <pc:sldMk cId="1250749228" sldId="270"/>
            <ac:picMk id="2" creationId="{FC0FC3BF-D124-092D-6B84-7ABA4417A4D5}"/>
          </ac:picMkLst>
        </pc:picChg>
      </pc:sldChg>
      <pc:sldChg chg="addSp modSp">
        <pc:chgData name="Christopher Aloo" userId="81d139e4-1a74-45bd-a04a-64f94c7d37c9" providerId="ADAL" clId="{3E66C125-C966-4613-A1FE-F812CCBDD351}" dt="2025-08-26T16:20:45.615" v="15"/>
        <pc:sldMkLst>
          <pc:docMk/>
          <pc:sldMk cId="2068144280" sldId="271"/>
        </pc:sldMkLst>
        <pc:picChg chg="add mod">
          <ac:chgData name="Christopher Aloo" userId="81d139e4-1a74-45bd-a04a-64f94c7d37c9" providerId="ADAL" clId="{3E66C125-C966-4613-A1FE-F812CCBDD351}" dt="2025-08-26T16:20:45.615" v="15"/>
          <ac:picMkLst>
            <pc:docMk/>
            <pc:sldMk cId="2068144280" sldId="271"/>
            <ac:picMk id="2" creationId="{BAF2F968-870F-D878-57BE-4BCBD041F789}"/>
          </ac:picMkLst>
        </pc:picChg>
      </pc:sldChg>
      <pc:sldChg chg="addSp modSp">
        <pc:chgData name="Christopher Aloo" userId="81d139e4-1a74-45bd-a04a-64f94c7d37c9" providerId="ADAL" clId="{3E66C125-C966-4613-A1FE-F812CCBDD351}" dt="2025-08-26T16:20:46.867" v="16"/>
        <pc:sldMkLst>
          <pc:docMk/>
          <pc:sldMk cId="2656503465" sldId="272"/>
        </pc:sldMkLst>
        <pc:picChg chg="add mod">
          <ac:chgData name="Christopher Aloo" userId="81d139e4-1a74-45bd-a04a-64f94c7d37c9" providerId="ADAL" clId="{3E66C125-C966-4613-A1FE-F812CCBDD351}" dt="2025-08-26T16:20:46.867" v="16"/>
          <ac:picMkLst>
            <pc:docMk/>
            <pc:sldMk cId="2656503465" sldId="272"/>
            <ac:picMk id="4" creationId="{09BB5813-F2B7-7651-505A-49A25D642E7B}"/>
          </ac:picMkLst>
        </pc:picChg>
      </pc:sldChg>
      <pc:sldChg chg="addSp modSp">
        <pc:chgData name="Christopher Aloo" userId="81d139e4-1a74-45bd-a04a-64f94c7d37c9" providerId="ADAL" clId="{3E66C125-C966-4613-A1FE-F812CCBDD351}" dt="2025-08-26T16:20:49.314" v="18"/>
        <pc:sldMkLst>
          <pc:docMk/>
          <pc:sldMk cId="1627362100" sldId="274"/>
        </pc:sldMkLst>
        <pc:picChg chg="add mod">
          <ac:chgData name="Christopher Aloo" userId="81d139e4-1a74-45bd-a04a-64f94c7d37c9" providerId="ADAL" clId="{3E66C125-C966-4613-A1FE-F812CCBDD351}" dt="2025-08-26T16:20:49.314" v="18"/>
          <ac:picMkLst>
            <pc:docMk/>
            <pc:sldMk cId="1627362100" sldId="274"/>
            <ac:picMk id="2" creationId="{88020654-9D96-DFD7-83F7-BD2A0A4F8CB1}"/>
          </ac:picMkLst>
        </pc:picChg>
      </pc:sldChg>
      <pc:sldChg chg="addSp modSp">
        <pc:chgData name="Christopher Aloo" userId="81d139e4-1a74-45bd-a04a-64f94c7d37c9" providerId="ADAL" clId="{3E66C125-C966-4613-A1FE-F812CCBDD351}" dt="2025-08-26T16:20:50.429" v="19"/>
        <pc:sldMkLst>
          <pc:docMk/>
          <pc:sldMk cId="3314516014" sldId="275"/>
        </pc:sldMkLst>
        <pc:picChg chg="add mod">
          <ac:chgData name="Christopher Aloo" userId="81d139e4-1a74-45bd-a04a-64f94c7d37c9" providerId="ADAL" clId="{3E66C125-C966-4613-A1FE-F812CCBDD351}" dt="2025-08-26T16:20:50.429" v="19"/>
          <ac:picMkLst>
            <pc:docMk/>
            <pc:sldMk cId="3314516014" sldId="275"/>
            <ac:picMk id="2" creationId="{5C00A7DA-30E2-BD12-65FF-CBD404024554}"/>
          </ac:picMkLst>
        </pc:picChg>
      </pc:sldChg>
      <pc:sldChg chg="addSp modSp">
        <pc:chgData name="Christopher Aloo" userId="81d139e4-1a74-45bd-a04a-64f94c7d37c9" providerId="ADAL" clId="{3E66C125-C966-4613-A1FE-F812CCBDD351}" dt="2025-08-26T16:20:51.611" v="20"/>
        <pc:sldMkLst>
          <pc:docMk/>
          <pc:sldMk cId="472209862" sldId="276"/>
        </pc:sldMkLst>
        <pc:picChg chg="add mod">
          <ac:chgData name="Christopher Aloo" userId="81d139e4-1a74-45bd-a04a-64f94c7d37c9" providerId="ADAL" clId="{3E66C125-C966-4613-A1FE-F812CCBDD351}" dt="2025-08-26T16:20:51.611" v="20"/>
          <ac:picMkLst>
            <pc:docMk/>
            <pc:sldMk cId="472209862" sldId="276"/>
            <ac:picMk id="2" creationId="{32A95559-0574-F9B6-3509-07EDB24554AB}"/>
          </ac:picMkLst>
        </pc:picChg>
      </pc:sldChg>
      <pc:sldChg chg="addSp modSp">
        <pc:chgData name="Christopher Aloo" userId="81d139e4-1a74-45bd-a04a-64f94c7d37c9" providerId="ADAL" clId="{3E66C125-C966-4613-A1FE-F812CCBDD351}" dt="2025-08-26T16:20:54.198" v="22"/>
        <pc:sldMkLst>
          <pc:docMk/>
          <pc:sldMk cId="970380513" sldId="277"/>
        </pc:sldMkLst>
        <pc:picChg chg="add mod">
          <ac:chgData name="Christopher Aloo" userId="81d139e4-1a74-45bd-a04a-64f94c7d37c9" providerId="ADAL" clId="{3E66C125-C966-4613-A1FE-F812CCBDD351}" dt="2025-08-26T16:20:54.198" v="22"/>
          <ac:picMkLst>
            <pc:docMk/>
            <pc:sldMk cId="970380513" sldId="277"/>
            <ac:picMk id="4" creationId="{B2511DB2-7725-6B8B-AF21-67C9864E673E}"/>
          </ac:picMkLst>
        </pc:picChg>
      </pc:sldChg>
      <pc:sldChg chg="delSp del mod">
        <pc:chgData name="Christopher Aloo" userId="81d139e4-1a74-45bd-a04a-64f94c7d37c9" providerId="ADAL" clId="{3E66C125-C966-4613-A1FE-F812CCBDD351}" dt="2025-08-26T16:19:59.281" v="1" actId="47"/>
        <pc:sldMkLst>
          <pc:docMk/>
          <pc:sldMk cId="767895912" sldId="280"/>
        </pc:sldMkLst>
        <pc:inkChg chg="del">
          <ac:chgData name="Christopher Aloo" userId="81d139e4-1a74-45bd-a04a-64f94c7d37c9" providerId="ADAL" clId="{3E66C125-C966-4613-A1FE-F812CCBDD351}" dt="2025-08-26T16:19:48.893" v="0" actId="478"/>
          <ac:inkMkLst>
            <pc:docMk/>
            <pc:sldMk cId="767895912" sldId="280"/>
            <ac:inkMk id="3" creationId="{8FAD0D8C-F887-BEF9-C80D-56BA08FAED7F}"/>
          </ac:inkMkLst>
        </pc:inkChg>
      </pc:sldChg>
      <pc:sldChg chg="addSp modSp">
        <pc:chgData name="Christopher Aloo" userId="81d139e4-1a74-45bd-a04a-64f94c7d37c9" providerId="ADAL" clId="{3E66C125-C966-4613-A1FE-F812CCBDD351}" dt="2025-08-26T16:20:58.894" v="25"/>
        <pc:sldMkLst>
          <pc:docMk/>
          <pc:sldMk cId="3380766645" sldId="285"/>
        </pc:sldMkLst>
        <pc:picChg chg="add mod">
          <ac:chgData name="Christopher Aloo" userId="81d139e4-1a74-45bd-a04a-64f94c7d37c9" providerId="ADAL" clId="{3E66C125-C966-4613-A1FE-F812CCBDD351}" dt="2025-08-26T16:20:58.894" v="25"/>
          <ac:picMkLst>
            <pc:docMk/>
            <pc:sldMk cId="3380766645" sldId="285"/>
            <ac:picMk id="2" creationId="{FB0CC8A2-CBED-5D13-FB7C-690F84125393}"/>
          </ac:picMkLst>
        </pc:picChg>
      </pc:sldChg>
      <pc:sldChg chg="addSp modSp">
        <pc:chgData name="Christopher Aloo" userId="81d139e4-1a74-45bd-a04a-64f94c7d37c9" providerId="ADAL" clId="{3E66C125-C966-4613-A1FE-F812CCBDD351}" dt="2025-08-26T16:20:55.693" v="23"/>
        <pc:sldMkLst>
          <pc:docMk/>
          <pc:sldMk cId="1331522900" sldId="286"/>
        </pc:sldMkLst>
        <pc:picChg chg="add mod">
          <ac:chgData name="Christopher Aloo" userId="81d139e4-1a74-45bd-a04a-64f94c7d37c9" providerId="ADAL" clId="{3E66C125-C966-4613-A1FE-F812CCBDD351}" dt="2025-08-26T16:20:55.693" v="23"/>
          <ac:picMkLst>
            <pc:docMk/>
            <pc:sldMk cId="1331522900" sldId="286"/>
            <ac:picMk id="2" creationId="{FC52420B-0CA7-4D80-E5E2-C35BAF8264B5}"/>
          </ac:picMkLst>
        </pc:picChg>
      </pc:sldChg>
      <pc:sldChg chg="addSp modSp">
        <pc:chgData name="Christopher Aloo" userId="81d139e4-1a74-45bd-a04a-64f94c7d37c9" providerId="ADAL" clId="{3E66C125-C966-4613-A1FE-F812CCBDD351}" dt="2025-08-26T16:21:01.259" v="26"/>
        <pc:sldMkLst>
          <pc:docMk/>
          <pc:sldMk cId="3590969146" sldId="289"/>
        </pc:sldMkLst>
        <pc:picChg chg="add mod">
          <ac:chgData name="Christopher Aloo" userId="81d139e4-1a74-45bd-a04a-64f94c7d37c9" providerId="ADAL" clId="{3E66C125-C966-4613-A1FE-F812CCBDD351}" dt="2025-08-26T16:21:01.259" v="26"/>
          <ac:picMkLst>
            <pc:docMk/>
            <pc:sldMk cId="3590969146" sldId="289"/>
            <ac:picMk id="2" creationId="{311B3793-404A-0821-6CD5-3E4269B69638}"/>
          </ac:picMkLst>
        </pc:picChg>
      </pc:sldChg>
      <pc:sldChg chg="addSp modSp">
        <pc:chgData name="Christopher Aloo" userId="81d139e4-1a74-45bd-a04a-64f94c7d37c9" providerId="ADAL" clId="{3E66C125-C966-4613-A1FE-F812CCBDD351}" dt="2025-08-26T16:20:57.272" v="24"/>
        <pc:sldMkLst>
          <pc:docMk/>
          <pc:sldMk cId="2294123042" sldId="290"/>
        </pc:sldMkLst>
        <pc:picChg chg="add mod">
          <ac:chgData name="Christopher Aloo" userId="81d139e4-1a74-45bd-a04a-64f94c7d37c9" providerId="ADAL" clId="{3E66C125-C966-4613-A1FE-F812CCBDD351}" dt="2025-08-26T16:20:57.272" v="24"/>
          <ac:picMkLst>
            <pc:docMk/>
            <pc:sldMk cId="2294123042" sldId="290"/>
            <ac:picMk id="9" creationId="{076E685B-687D-E0E2-8138-A75FE4F9D93E}"/>
          </ac:picMkLst>
        </pc:picChg>
      </pc:sldChg>
      <pc:sldChg chg="addSp modSp">
        <pc:chgData name="Christopher Aloo" userId="81d139e4-1a74-45bd-a04a-64f94c7d37c9" providerId="ADAL" clId="{3E66C125-C966-4613-A1FE-F812CCBDD351}" dt="2025-08-26T16:20:52.839" v="21"/>
        <pc:sldMkLst>
          <pc:docMk/>
          <pc:sldMk cId="1081022516" sldId="291"/>
        </pc:sldMkLst>
        <pc:picChg chg="add mod">
          <ac:chgData name="Christopher Aloo" userId="81d139e4-1a74-45bd-a04a-64f94c7d37c9" providerId="ADAL" clId="{3E66C125-C966-4613-A1FE-F812CCBDD351}" dt="2025-08-26T16:20:52.839" v="21"/>
          <ac:picMkLst>
            <pc:docMk/>
            <pc:sldMk cId="1081022516" sldId="291"/>
            <ac:picMk id="2" creationId="{502E3283-29FA-FE89-D50A-B19F0B088D32}"/>
          </ac:picMkLst>
        </pc:picChg>
      </pc:sldChg>
      <pc:sldChg chg="addSp modSp">
        <pc:chgData name="Christopher Aloo" userId="81d139e4-1a74-45bd-a04a-64f94c7d37c9" providerId="ADAL" clId="{3E66C125-C966-4613-A1FE-F812CCBDD351}" dt="2025-08-26T16:20:40.005" v="11"/>
        <pc:sldMkLst>
          <pc:docMk/>
          <pc:sldMk cId="852693164" sldId="292"/>
        </pc:sldMkLst>
        <pc:picChg chg="add mod">
          <ac:chgData name="Christopher Aloo" userId="81d139e4-1a74-45bd-a04a-64f94c7d37c9" providerId="ADAL" clId="{3E66C125-C966-4613-A1FE-F812CCBDD351}" dt="2025-08-26T16:20:40.005" v="11"/>
          <ac:picMkLst>
            <pc:docMk/>
            <pc:sldMk cId="852693164" sldId="292"/>
            <ac:picMk id="2" creationId="{C10DF0C9-4A96-9094-55FC-97F3158F23D7}"/>
          </ac:picMkLst>
        </pc:picChg>
      </pc:sldChg>
      <pc:sldChg chg="addSp modSp">
        <pc:chgData name="Christopher Aloo" userId="81d139e4-1a74-45bd-a04a-64f94c7d37c9" providerId="ADAL" clId="{3E66C125-C966-4613-A1FE-F812CCBDD351}" dt="2025-08-26T16:20:48.131" v="17"/>
        <pc:sldMkLst>
          <pc:docMk/>
          <pc:sldMk cId="3172714102" sldId="293"/>
        </pc:sldMkLst>
        <pc:picChg chg="add mod">
          <ac:chgData name="Christopher Aloo" userId="81d139e4-1a74-45bd-a04a-64f94c7d37c9" providerId="ADAL" clId="{3E66C125-C966-4613-A1FE-F812CCBDD351}" dt="2025-08-26T16:20:48.131" v="17"/>
          <ac:picMkLst>
            <pc:docMk/>
            <pc:sldMk cId="3172714102" sldId="293"/>
            <ac:picMk id="2" creationId="{DF4CEE51-E2E3-3290-2337-239233628AD7}"/>
          </ac:picMkLst>
        </pc:picChg>
      </pc:sldChg>
    </pc:docChg>
  </pc:docChgLst>
</pc:chgInfo>
</file>

<file path=ppt/ink/ink1.xml><?xml version="1.0" encoding="utf-8"?>
<inkml:ink xmlns:inkml="http://www.w3.org/2003/InkML">
  <inkml:definitions>
    <inkml:context xml:id="ctx0">
      <inkml:inkSource xml:id="inkSrc0">
        <inkml:traceFormat>
          <inkml:channel name="X" type="integer" max="29376" units="cm"/>
          <inkml:channel name="Y" type="integer" max="16524" units="cm"/>
          <inkml:channel name="F" type="integer" max="4095" units="dev"/>
          <inkml:channel name="T" type="integer" max="2.14748E9" units="dev"/>
        </inkml:traceFormat>
        <inkml:channelProperties>
          <inkml:channelProperty channel="X" name="resolution" value="1000.20428" units="1/cm"/>
          <inkml:channelProperty channel="Y" name="resolution" value="1000.24213" units="1/cm"/>
          <inkml:channelProperty channel="F" name="resolution" value="0" units="1/dev"/>
          <inkml:channelProperty channel="T" name="resolution" value="1" units="1/dev"/>
        </inkml:channelProperties>
      </inkml:inkSource>
      <inkml:timestamp xml:id="ts0" timeString="2025-01-09T16:22:53.387"/>
    </inkml:context>
    <inkml:brush xml:id="br0">
      <inkml:brushProperty name="width" value="0.05292" units="cm"/>
      <inkml:brushProperty name="height" value="0.05292" units="cm"/>
      <inkml:brushProperty name="color" value="#FF0000"/>
    </inkml:brush>
  </inkml:definitions>
  <inkml:trace contextRef="#ctx0" brushRef="#br0">13722 7768 1251 0,'0'0'-2'0,"3"3"-2"0,-1 10-2 0,-8 13 2 15,-6 12 2-15,-18 26 8 16,-6 13 8-16,-16 31 3 16,0 9-2-16,5 14-3 15,6-3 0-15,24-30 5 16,12-14 3-16,26-36 3 16,15-18 2-16,30-28-11 15,13-15-1-15,32-34-5 16,17-20 0-16,17-33-3 15,15-11-1-15,-6-17-2 16,6 4 2-16,-21 13-4 16,-13 8-2-16,-18 31-4 15,-20 16-1-15,-14 43-11 16,-14 24 3-16,-25 49 1 0,-13 23 6 16,-19 50 4-16,-1 19-9 15,7 36-274-15,10 5 192 16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8T17:35:40.307"/>
    </inkml:context>
    <inkml:brush xml:id="br0">
      <inkml:brushProperty name="width" value="0.035" units="cm"/>
      <inkml:brushProperty name="height" value="0.035" units="cm"/>
    </inkml:brush>
  </inkml:definitions>
  <inkml:trace contextRef="#ctx0" brushRef="#br0">638 0 10922,'-12'24'296,"0"2"-144,-4 6-56,-4 4 8,-2 2-8,-14 10 9,-6 8 23,-14 10-32,-4 8-8,-8 8-24,2-2-32,2 0 0,10-4-32,14-22-32,6-10-48,18-28-272,0-10-569,12-32 585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8T17:35:41.077"/>
    </inkml:context>
    <inkml:brush xml:id="br0">
      <inkml:brushProperty name="width" value="0.035" units="cm"/>
      <inkml:brushProperty name="height" value="0.035" units="cm"/>
    </inkml:brush>
  </inkml:definitions>
  <inkml:trace contextRef="#ctx0" brushRef="#br0">216 0 8066,'8'0'85,"0"0"0,0 1 1,0 0-1,-1 0 0,1 1 1,-1 0-1,12 4 0,-16-5-70,-1 0-1,0 0 0,0 0 1,0 1-1,0-1 1,0 1-1,0-1 1,0 1-1,-1 0 1,1-1-1,-1 1 1,1 0-1,-1 0 0,1 0 1,-1 0-1,0 1 1,0-1-1,0 0 1,0 0-1,-1 1 1,1-1-1,-1 1 1,1-1-1,-1 0 0,0 1 1,0-1-1,0 1 1,0 2-1,-2 6 102,1 0 0,-2 0 1,0 0-1,0 0 0,-1 0 0,-6 11 0,-36 65 678,18-39-414,-34 66 179,23-48-759,3 1 0,-49 137 0,83-200-2028</inkml:trace>
</inkml:ink>
</file>

<file path=ppt/ink/ink4.xml><?xml version="1.0" encoding="utf-8"?>
<inkml:ink xmlns:inkml="http://www.w3.org/2003/InkML">
  <inkml:definitions>
    <inkml:context xml:id="ctx0">
      <inkml:inkSource xml:id="inkSrc0">
        <inkml:traceFormat>
          <inkml:channel name="X" type="integer" max="29376" units="cm"/>
          <inkml:channel name="Y" type="integer" max="16524" units="cm"/>
          <inkml:channel name="F" type="integer" max="4095" units="dev"/>
          <inkml:channel name="T" type="integer" max="2.14748E9" units="dev"/>
        </inkml:traceFormat>
        <inkml:channelProperties>
          <inkml:channelProperty channel="X" name="resolution" value="1000.20428" units="1/cm"/>
          <inkml:channelProperty channel="Y" name="resolution" value="1000.24213" units="1/cm"/>
          <inkml:channelProperty channel="F" name="resolution" value="0" units="1/dev"/>
          <inkml:channelProperty channel="T" name="resolution" value="1" units="1/dev"/>
        </inkml:channelProperties>
      </inkml:inkSource>
      <inkml:timestamp xml:id="ts0" timeString="2025-01-09T16:33:09.779"/>
    </inkml:context>
    <inkml:brush xml:id="br0">
      <inkml:brushProperty name="width" value="0.05292" units="cm"/>
      <inkml:brushProperty name="height" value="0.05292" units="cm"/>
      <inkml:brushProperty name="color" value="#FF0000"/>
    </inkml:brush>
  </inkml:definitions>
  <inkml:trace contextRef="#ctx0" brushRef="#br0">3060 5109 1313 0,'24'7'25'0,"6"1"-27"16,10 0 0-16,9-4-2 15,4-3 2-15,17-5 2 16,4-2 0-16,17-4 4 16,6-1 0-16,15-2 2 15,5-1-2-15,13 2 1 16,2 0-3-16,0 1 0 15,4 1 2-15,-1 0-4 16,0 3 0-16,4 0 0 16,-5 2 2-16,-6-1 0 15,-4 2 2-15,-16 0-2 16,-7-1 2-16,-16 0-2 16,-7 2-2-16,-18-3-4 15,-8-1-8-15,-15-3-133 16,-9-3 104-16</inkml:trace>
  <inkml:trace contextRef="#ctx0" brushRef="#br0" timeOffset="18566.2">12294 6325 591 0,'-7'3'27'0,"-1"-1"17"0,8-2-44 16,0 0 9-16,0 0 23 15,-1 0 4 1,0 0 28-16,0 0 20 0,0 0 14 16,1-1-11-16,-1 0-32 15,0 1-21-15,0-1-18 16,0 0-1-16,0 0 7 16,0 0 1-16,1 0 0 15,-1 0-1-15,0 0-7 16,0 1-3-16,0-1-5 15,0 0-1-15,0 0-2 16,0 0-2-16,1 0 2 16,0 0-2-16,0 1 2 15,0-1 4-15,17-9 3 0,-1 8 3 16,5 2-1-16,3-2-3 16,4 0-4-16,5 0 0 15,5 0-1-15,2-2 7 16,4-1 2-16,-2 1 1 15,2-3 1-15,0 2-3 16,-3 0-3-16,1-1-4 16,-3 2-2-16,0 0-3 15,1-1 3-15,-5 0 0 16,1-1 0-16,-3 1-2 0,-7 0 0 16,0 0-2-16,-5 0 0 15,-2 1 2-15,-5 1-2 16,-3 1 0-16,-5 1 4 15,-6 1-2-15,0 0 2 16,0 0 1-16,0 0 5 16,0 0 22-16,0 0 7 15,0 0-12-15,0 0-3 16,0 0-13-16,-1 0-5 16,-17-1 0-16,4 2-6 15,-1 1 6-15,-5-1-3 16,-2 1 0-16,-5-1-3 15,-1 1 3-15,-5-1-3 16,1 1-3-16,-3 2 0 16,-3-2-9-16,1 2 3 0,-2 0 1 15,1 0-4-15,-1 2-3 16,-5 0 3-16,2 0 3 16,-5-1 6-16,4-2 3 15,3 0 3-15,2-1 3 16,12-1-6-16,2 1 0 15,9-1 0-15,2 0-3 16,5-1 3-16,3 0 0 0,5 0 3 16,0 0-3-16,0 0 0 15,0 0-3-15,16 1 0 16,1-2 6-16,11-2 3 16,8 1-6-16,14-1 15 15,5-1 0-15,10-1-3 16,1 0-1-16,6-2-5 15,5 0-6-15,1 0 3 16,-5 2 0-16,-4 0-3 16,-8 0 0-16,-6 0 0 15,0 1 6-15,-2 1-3 16,-2-2-3-16,-4 1 6 16,-6 1-6-16,-11 2 0 15,-6 0 3-15,-12 1-3 16,-11 0 0-16,0 0 0 0,0 0 12 15,-1 0 3-15,0 0 3 16,-20-4 0-16,2 4-9 16,-10 0-6-16,-8 0 0 15,-6 3 0-15,-4 2 0 16,-6-1-3-16,0 2 0 16,-6-2 0-16,-1 0 0 15,-4 2 0-15,-1-1 0 0,-3 2 0 16,2-1 0-16,4 1 0 15,3 0 0-15,8-3 0 16,2 0 3-16,5 0 0 16,4-3-3-16,6 2 0 15,5 0 0-15,8-1 0 16,6 1 0-16,7-2-3 16,7-1-9-16,0 0 3 15,15 6 3-15,11-4 3 16,9 1 3-16,14-2 3 15,5 0-3-15,6-1 0 16,1 0 0-16,2 0 0 16,4 0 3-16,-6-3-3 15,-6 0 6-15,-8 0-3 0,-11-1 0 16,-5 3-3-16,-4-1 3 16,-8 1-3-16,-2 1 6 15,-9-1-3-15,-8 1 6 16,0 0 27-16,0 0 18 15,0 0 29-15,-12-7-5 16,-9 4-27-16,-8 0-21 16,-14 1-30-16,-6 0-3 15,-13 0 3-15,-2 1 0 0,0-1 0 16,0 0 6-16,6 2-3 16,2 0-3-16,2 0 3 15,1 2-3-15,6 0 0 16,4-1 3-16,9 1 0 15,7 0-3-15,10-1 0 16,4-1-6-16,13 0-6 16,0 0-3-16,12 2 6 15,12-1 3-15,21-1 3 16,9 0 9-16,15-3-6 16,6-2-3-16,4 3 3 15,8-1 0-15,2 3-9 16,0-1-6-16,-3-1-6 15,-5 0 3-15,-6-2-3 16,-1 0 3-16,-6 1-42 16,-3-2-20-16,-13 2-43 0,-9-1-20 15,-13 2 29-15,-7 0 0 16,-13 0 65-16</inkml:trace>
</inkml:ink>
</file>

<file path=ppt/ink/ink5.xml><?xml version="1.0" encoding="utf-8"?>
<inkml:ink xmlns:inkml="http://www.w3.org/2003/InkML">
  <inkml:definitions>
    <inkml:context xml:id="ctx0">
      <inkml:inkSource xml:id="inkSrc0">
        <inkml:traceFormat>
          <inkml:channel name="X" type="integer" max="29376" units="cm"/>
          <inkml:channel name="Y" type="integer" max="16524" units="cm"/>
          <inkml:channel name="F" type="integer" max="4095" units="dev"/>
          <inkml:channel name="T" type="integer" max="2.14748E9" units="dev"/>
        </inkml:traceFormat>
        <inkml:channelProperties>
          <inkml:channelProperty channel="X" name="resolution" value="1000.20428" units="1/cm"/>
          <inkml:channelProperty channel="Y" name="resolution" value="1000.24213" units="1/cm"/>
          <inkml:channelProperty channel="F" name="resolution" value="0" units="1/dev"/>
          <inkml:channelProperty channel="T" name="resolution" value="1" units="1/dev"/>
        </inkml:channelProperties>
      </inkml:inkSource>
      <inkml:timestamp xml:id="ts0" timeString="2025-01-09T16:45:58.547"/>
    </inkml:context>
    <inkml:brush xml:id="br0">
      <inkml:brushProperty name="width" value="0.05292" units="cm"/>
      <inkml:brushProperty name="height" value="0.05292" units="cm"/>
      <inkml:brushProperty name="color" value="#FF0000"/>
    </inkml:brush>
  </inkml:definitions>
  <inkml:trace contextRef="#ctx0" brushRef="#br0">2696 5625 1228 0,'-2'1'185'0,"-4"13"-179"0,-6 25 17 16,5 3 1-16,5 11-3 16,5 6-7-16,3 8-7 15,1 7-5-15,2 11-2 16,-2 5 4-16,-2 3-2 16,2 0-2-16,-1-13 2 15,1-11 0-15,3-23-2 16,-6-14 4-16,1-17 0 15,-4-5 1-15,-1-10-1 16,0 0 0-16,0 0 0 0,-8-4 7 16,-4-9-8-16,-3-6 3 15,0-6-3-15,5-6-3 16,-2-7 0-16,3-7 0 16,3-9 0-16,2-8 0 15,5-5 3-15,5 0 0 16,1 3-3-16,2 5 6 15,3 12 0-15,1 6 9 0,2 10 3 16,-4 6-6-16,2 8-12 16,-1 5 0-16,-2 7-15 15,0 4 6-15,-1 8 9 16,-1 5-6-16,-1 4 9 16,0 4-6-16,-2 0-24 15,-3-1-15-15,1-4-152 16,-3-7 128-16</inkml:trace>
  <inkml:trace contextRef="#ctx0" brushRef="#br0" timeOffset="1536.9">3231 5519 1070 0,'-40'5'49'16,"-2"4"55"-16,-13 12-102 15,-4 6-2-15,-12 13-2 16,-9 6 2-16,-5 8 0 15,-2 3 2-15,6 3 26 16,8 2 16-16,22-2 14 16,13-1 0-16,25-6-25 15,13-4-21-15,21-3-12 16,10-3-6-16,11-2-7 16,5-3 1-16,12-4-2 15,4-4 7-15,6-3 1 16,0 1 4-16,-7 4 4 15,-3 3 0-15,-14 12 4 16,-5 7-5-16,-23 11-1 16,-10 8 4-16,-27 2 0 15,-16 2 8-15,-21-6 7 16,-11-3 4-16,-15-4 3 0,-10-6-5 16,-11-8 4-16,-2-11 69 15,8-16 28-15,5-11-2 16,12-17-55-16,8-12-71 15,19-18-161-15,12-12-57 16,28-15-10-16,16-4 129 16</inkml:trace>
  <inkml:trace contextRef="#ctx0" brushRef="#br0" timeOffset="1815.65">3235 6577 1537 0,'-8'15'153'0,"4"8"110"16,2 6-263-16,2 9-92 15,1-2-13-15,-4-3 60 0,-2-4 18 16,1-7 69-16,3 1 12 16,0-4-99-16,-1-3-140 15,-7-7 157-15</inkml:trace>
  <inkml:trace contextRef="#ctx0" brushRef="#br0" timeOffset="2541.11">3142 6398 1971 0,'15'-13'90'0,"11"-1"-111"15,8 0-33-15,10-3-38 16,3 2-7-16,-1 4-15 15,-3 3 28-15,-8 9 34 16,-4 7 35-16,-8 12 26 16,-5 9 9-16,-2 18 30 15,-1 9-3-15,-5 12-30 16,2 6 2-16,-3-3-14 16,-1-4 0-16,-2-17 3 15,-2-12-3-15,-1-18-3 0,-2-7 9 16,-1-13 18-16,0 0 24 15,-5-7 33-15,1-14-7 16,-1-16-29-16,3-10-24 16,5-11-33-16,9 1-6 15,4 0 12-15,6 6 0 16,1 7-3-16,1 6 6 16,0 13-6-16,3 8 0 0,0 17-3 15,-2 10-3-15,-2 20 3 16,-3 8 6-16,-6 10 3 15,-3 0 9-15,-2-2 15 16,-3-4-6-16,-1-9 3 16,0-4-3-16,-2-9-9 15,-3-6-3-15,0-14 0 16,0 1-3-16,4-5 12 16,2-16 0-16,7-20-15 15,0-13-9-15,6-10-33 16,3 0 3-16,1 7 9 15,3 10 9-15,-2 19 21 16,2 10 3-16,-2 22 3 16,1 13 9-16,-2 22-3 15,-1 12 6-15,-4 10-9 16,-7 2 0-16,-1-9-6 0,-1-8-3 16,-4-17-9-16,2-8-12 15,-3-14-41-15,-4-8-52 16,0 0-83-16,0 0 67 15,5-16 14-15,3-2 0 16,5-6-66-16,5-2 77 16</inkml:trace>
  <inkml:trace contextRef="#ctx0" brushRef="#br0" timeOffset="2692.67">4387 6606 1222 0,'8'20'96'0,"1"7"52"15,0 8-16-15,2 3-16 16,-3-2-32-16,-3-13-42 15,-4-8-18-15,-1-15-18 16,0 0-66-16,-11-14-155 16,1-8 45-16,-9-15-213 15,-1-5 182-15</inkml:trace>
  <inkml:trace contextRef="#ctx0" brushRef="#br0" timeOffset="2802.3">4287 6449 1037 0,'-9'-40'103'0,"2"5"75"16,6 7-73-16,3 4-29 15,3 2-1-15,6-1 86 16,-1-2 42-16,1-8-32 0,2-4-34 16,8-8-358-16,7-1-505 15,11 2 557-15</inkml:trace>
  <inkml:trace contextRef="#ctx0" brushRef="#br0" timeOffset="3088.81">4839 5660 2603 0,'0'0'54'0,"-4"17"-73"15,8 16-11-15,0 34 3 16,2 19-2-16,-9 27 15 15,-4 12 5-15,-6 17 3 16,2 0 6-16,9-8-80 16,2-9-63-16,4-31-111 15,-1-14-3-15,1-27 69 16,-2-14 99-16,3-21-97 16,2-8 114-16</inkml:trace>
  <inkml:trace contextRef="#ctx0" brushRef="#br0" timeOffset="3771.58">5325 6426 1119 0,'-7'-21'132'0,"-2"1"313"16,-7 8-376-16,-7 3-9 15,-3 6-33-15,-5 3-12 0,0 7 30 16,1 5-1-16,-2 11-8 15,1 7 9-15,5 13-42 16,2 6-6-16,7 3 0 16,2 0-9-16,12-8 9 15,4-8 3-15,9-15 0 16,5-7 9-16,4-14 6 16,4-8 3-16,2-17-6 15,4-7 0-15,-2-13-12 16,1-2 3-16,-6 3 24 15,-2 2 3-15,-7 11 23 16,-2 6 1-16,-5 11-15 16,0 6-13-16,4 15-26 15,1 11 0-15,9 21 4 16,-1 12-3-16,2 12 4 0,-1 0-3 16,-4-10-2-16,1-11 2 15,-3-19-2-15,0-10-4 16,-1-18-14-16,2-12-84 15,1-26-101-15,1-10-33 16,0-16-6-16,0-4 153 16,-2-1 25-16,2 3 11 15,-4 12 18-15,4 11 4 16,-3 22 31-16,-2 13 12 0,1 21 31 16,1 12 13-16,7 23 10 15,2 6-4-15,3 10-20 16,-2-2 12-16,-4-12 107 15,-5-9 45-15,-5-15 39 16,-6-7-40-16,-2-8-125 16,-2-6-34-16,0 0-22 15,1-7-9-15,-3-17 6 16,-1-8-2-16,3-17-7 16,2-9-5-16,6-10-14 15,1-4-10-15,10-2-60 16,5 1-38-16,12 7-160 15,6 7-159-15,12 16 264 16</inkml:trace>
  <inkml:trace contextRef="#ctx0" brushRef="#br0" timeOffset="4393.91">6899 6310 2264 0,'0'0'118'0,"15"14"-27"0,9-3-279 16,15-1-102-16,8-6 150 15,7-14 325-15,5-8 101 16,13-12-65-16,3-6-92 16,16-15-104-16,3-8-21 15,0-15-14-15,-3-7-14 16,-21-9-45-16,-15-4-55 16,-21-4-23-16,-13-2-48 15,-23 4 39-15,-12 5 61 0,-25 17 38 16,-11 11 15-16,-10 29 30 15,-4 16 6-15,7 34 12 16,3 21 27-16,10 35 36 16,5 20 14-16,9 35 46 15,2 15 23-15,1 17-26 16,2 1-34-16,7-8-34 16,5-9-31-16,17-25-58 15,11-17-53-15,10-36-68 16,4-18-99-16,-2-33-42 15,3-13 56-15,7-23 190 16</inkml:trace>
  <inkml:trace contextRef="#ctx0" brushRef="#br0" timeOffset="4696.84">7718 6296 2382 0,'-4'38'74'15,"2"9"-44"-15,0 8-24 16,2 4 23-16,4-1 8 16,6-9 12-16,4-5-14 15,13-17-28-15,3-11-7 0,10-21-37 16,2-13-9-16,1-20-2 16,0-5 7-16,-7-9 41 15,-4-4 12-15,-11 0 10 16,-4 0 3-16,-14 6-8 15,-7 4 20-15,-16 11 19 16,-9 5-22-16,-13 14-2 16,-5 10-19-16,-9 21-30 15,2 12-21-15,-1 15-134 16,4 6-140-16,11-4 115 16</inkml:trace>
  <inkml:trace contextRef="#ctx0" brushRef="#br0" timeOffset="6838.68">9836 5287 1280 0,'-37'-26'62'0,"-5"4"40"16,-8 16-88-16,-2 9-1 16,-13 20 3-16,-5 9 7 15,-14 22 12-15,-5 10 69 16,-4 21 24-16,6 5-2 15,22 6-40-15,18-2-17 16,33-11-57-16,16-7-12 0,25-11 0 16,14-6-6-16,18-11 9 15,9-2 6-15,11-4-6 16,-1-1-3-16,0 10 3 16,-4 7-3-16,-10 14-6 15,-9 7-9-15,-21 4 6 16,-14-2-3-16,-28-9 9 15,-16-6 3-15,-19-14 21 16,-10-9 6-16,-11-12 12 16,-6-12-3-16,-12-16-15 15,-5-11-21-15,-2-19-138 16,2-11-56-16,16-18-129 16,9-9 139-16,21-15 106 15</inkml:trace>
  <inkml:trace contextRef="#ctx0" brushRef="#br0" timeOffset="7056.61">9990 5234 1762 0,'15'44'227'15,"0"28"217"-15,5 25-436 16,5 53 0-16,-2 21 6 15,2 39-6-15,-2 10-47 0,-5-16-117 16,-1-20-92 0,-7-53-66-16,-3-27 87 0,-11-35-99 15,-7-16 214-15</inkml:trace>
  <inkml:trace contextRef="#ctx0" brushRef="#br0" timeOffset="7242.88">9945 6320 2276 0,'48'8'-75'0,"17"-4"-504"15,14-4 415-15</inkml:trace>
  <inkml:trace contextRef="#ctx0" brushRef="#br0" timeOffset="7947.69">10873 6169 1326 0,'-7'-5'27'0,"-4"1"4"16,-10 2-38-16,-7 2 1 0,-7 7 27 15,-4 1 45-15,-6 4 50 16,0 3 159-16,-1 4-30 15,0 5-111-15,8 7-86 16,6 3-45-16,10 5-9 16,9 3-15-16,10-4 15 15,8-3-9-15,12-12 12 16,5-5 12-16,14-10 0 16,5-7 0-16,8-12-6 15,-1-8-3-15,0-12 15 16,-6-6-3-16,-6-7 6 15,-4 0-5-15,-6 1-8 16,-3 2-5-16,-6 8 1 16,-1 5 3-16,-7 12-4 15,-2 7 0-15,0 13-5 0,-2 7 5 16,3 15 8-16,0 7 10 16,1 11 10-16,-1 5-5 15,2-3-7-15,2-4-10 16,2-16-4-16,1-8-2 15,3-13-2-15,1-6 2 16,3-16-13-16,0-9-14 16,8-13-24-16,-1-5-29 15,-2-1 3-15,0 2 17 0,-8 11 48 16,-3 6 9-16,-5 11 6 16,-4 7 3-16,0 12 3 15,1 9 6-15,1 12 18 16,-1 5 17-16,-1 5 7 15,-1 0-3-15,0-7-22 16,1-4-8-16,2-9-8 16,1-3-8-16,7-10 2 15,4-4-1-15,1-10 4 16,0-6 0-16,-1-8-6 16,-3-1-1-16,-2 2-6 15,-5 5-2-15,-3 10 7 16,-8 10 7-16,0 0 3 15,7 11 9-15,-4 15-11 16,1 6-4-16,5 3-6 0,1-3-17 16,5-11-77-16,5-10-45 15,0-20-163-15,3-11-59 16,-2-22 241-16</inkml:trace>
  <inkml:trace contextRef="#ctx0" brushRef="#br0" timeOffset="8340.74">11956 5582 2414 0,'25'42'82'0,"1"15"-4"16,3 13-49-16,-3 21 5 15,-4 6-10-15,-9 11-17 16,-4-2-6-16,-5-15-89 15,3-14-25-15,4-32 3 16,0-14-20-16,-3-20 112 16,-1-9-8-16,-6-17-52 15,-2-9-33-15,-6-14-32 16,-2-5 14-16,-11-1 43 16,-5 4 26-16,-12 6 51 0,-6 7 12 15,-7 17 48-15,-5 10 26 16,-2 20 40-16,2 9 11 15,6 18-5-15,9 5-9 16,15 7-40-16,9-5-16 16,20-12-28-16,13-9-9 15,23-19-14-15,12-9-31 16,22-21-163-16,8-11-103 16,18-20 128-16</inkml:trace>
  <inkml:trace contextRef="#ctx0" brushRef="#br0" timeOffset="9368.33">12770 6095 1822 0,'-33'3'39'16,"-2"3"47"-16,-7 13-211 16,0 3 23-16,-1 7 150 15,4 2 27-15,3 3 71 16,6 3 22-16,8-1-70 15,6-2-22-15,13-8-71 16,3-6-10-16,11-8 0 0,3-5 1 16,12-13 3-16,6-5 4 15,15-14-3-15,6-7-6 16,1-6-30-16,2-4-15 16,-8 1 6-16,-5 2 16 15,-12 9 29-15,-6 5 3 16,-12 11 12-16,-7 5 8 15,-6 9 40-15,0 0 7 0,-1 11-16 16,0 9-7-16,5 13-25 16,1 4-5-16,4-2-5 15,4-3-1-15,2-8-7 16,-1-6-2-16,2-7-15 16,-1-6-11-16,2-10-30 15,2-7-22-15,2-9-73 16,0-7-4-16,-1-6 46 15,-2 1 35-15,-1-2 60 16,-3 4 9-16,-4 7 3 16,0 2 3-16,-3 11 3 15,-1 2 3-15,0 9 6 16,1 6 21-16,0 11 65 16,2 7 22-16,-2 13 41 15,0 6-57-15,-1-1-36 0,-1-3-17 16,3-11-9-16,0-8 2 15,1-10-8-15,4-5-11 16,0-9-8-16,6-9-8 16,5-18-17-16,1-9-19 15,4-18-124-15,-4-5-83 16,-3-2-190-16,-4 3 59 0,-4 9 282 16,1 4 32-16,5 0-165 15,3-3 158-15</inkml:trace>
  <inkml:trace contextRef="#ctx0" brushRef="#br0" timeOffset="9732.6">14064 5403 2512 0,'18'49'107'0,"-2"11"-51"15,-4 7-21-15,-5 9 10 16,-2 3-25-16,0-2-9 15,0-1-5-15,5-14-19 16,4-8-4-16,-1-16-18 16,2-6-37-16,-7-12-33 15,-1-8 2-15,-7-12 32 0,0 1 71 16,-5-1 11-16,-7-10 4 16,-11-10-11-16,-9-4 3 15,-12-2-4-15,-6 1 6 16,-12 8 8-16,-5 7-5 15,1 16 12-15,1 11 10 16,17 16 26-16,8 8 10 0,22 5-24 16,11-2-7-16,21-6-14 15,14-8-13-15,23-14-25 16,15-9-26-16,22-20-107 16,9-9-94-16,20-18-585 15,1-5 664-15</inkml:trace>
  <inkml:trace contextRef="#ctx0" brushRef="#br0" timeOffset="10255.94">16550 5032 2602 0,'-100'5'64'0,"-12"6"-59"15,-28 18 3-15,-14 11 0 16,-3 22 1-16,1 8-1 0,22 12 4 16,25-1-4-16,52-10-2 15,39-4 3-15,64-9-16 16,25 0-18-16,38-3-44 16,8-3-57-16,2 1 7 15,-2-3 17-15,-26 5 42 16,-16-1-2-16,-35 5-19 15,-22 0 9-15,-32 2 15 16,-18 0 36-16,-35-3 54 16,-12 2 27-16,-23-2 101 15,-12-3 9-15,-21-12-55 16,2-11-16-16,2-21-90 16,7-9-76-16,28-20-89 15,13-10-97-15,40-23-130 16,25-11 26-16,51-14 268 0</inkml:trace>
  <inkml:trace contextRef="#ctx0" brushRef="#br0" timeOffset="10507.79">16197 5746 1225 0,'43'0'82'0,"-9"0"125"0,-21 0-57 15,-13 0 107-15,-15 0 35 16,-7 0-78-16,-11 4-145 15,-1 5-39-15,-5 15-24 16,0 7 3-16,3 14 13 16,-1 5 5-16,9 5 2 15,7-3-4-15,17-4-16 16,11-7-7-16,24-10-13 16,11-7-17-16,23-19-35 15,8-9-25-15,15-21-80 16,4-6-137-16,-3-10-192 15,-7-5 390-15</inkml:trace>
  <inkml:trace contextRef="#ctx0" brushRef="#br0" timeOffset="10894.03">16919 5727 955 0,'-13'7'100'16,"-10"6"26"-16,-11 4-33 15,-12 6 64-15,-4 2 73 16,-1 3 212-16,0 0-80 15,12 4-230-15,3 2-50 16,15 1-49-16,5-2-18 0,10-3-10 16,7-6-7-16,12-8-10 15,9-6-6-15,15-11-19 16,8-8-24-16,13-13-38 16,1-5-6-16,-4-2 28 15,-8 0-7-15,-12 3 63 16,-8 3 15-16,-12 5 60 15,-5 2 11-15,-8 8 48 16,-2 8 23-16,0 0-43 16,0 0-36-16,1 15-39 15,0 8-15-15,0 15-4 16,0 1 1-16,4-3-6 16,4-8-12-16,8-11-43 15,8-10-79-15,7-18-95 16,4-10-171-16,1-20 220 15</inkml:trace>
  <inkml:trace contextRef="#ctx0" brushRef="#br0" timeOffset="11089.16">17286 5256 1094 0,'8'-15'85'15,"1"9"62"-15,0 13-25 16,0 25 85-16,-2 12 133 0,-5 26-4 15,-3 14-140-15,-6 19-115 16,-3 9-33-16,1 2-47 16,2-7-13-16,6-26-99 15,3-15-47-15,6-31-133 16,3-15-68-16,1-24-120 16,2-14 353-16</inkml:trace>
  <inkml:trace contextRef="#ctx0" brushRef="#br0" timeOffset="11793.57">17181 5919 2192 0,'13'13'150'16,"2"-1"11"-16,8-2-147 15,3-4 12-15,6-6 2 0,7-3-2 16,10-8-12-16,8-1-14 15,9-4-39-15,3-2-33 16,2-2-27-16,-3-1 1 16,-7-1-1-16,-6 2 52 15,-13 2 35-15,-4 1 6 16,-16 2 6-16,-7 3 21 16,-9 3 80-16,-5 3 11 0,-2-3-7 15,-3 0-5-15,-6-5-67 16,-3-3-38-16,-10-4-29 15,-2-1-7-15,-11 1 17 16,-3 5 22-16,-3 9 26 16,-2 5 10-16,3 12 0 15,2 9-1-15,0 18-13 16,4 11-7-16,1 15 3 16,0 5-6-16,11-3 2 15,6-4 12-15,17-13 13 16,9-8 12-16,20-10 1 15,3-6-9-15,19-15-24 16,2-6-7-16,9-14-11 16,3-8-6-16,-7-10-5 15,-2-4-6-15,-12-9-2 0,-8-4-1 16,-6-6-13-16,-5-1 2 16,-7 4 4-16,-1 7 6 15,-9 16 39-15,-2 9 10 16,-6 17 15-16,0 0-1 15,3 13-18-15,-3 13-5 16,-2 21-9-16,1 8 2 16,-2 0-5-16,2-5 1 0,3-15-7 15,1-9 0-15,4-11 0 16,-3-6 2-16,2-8 7 16,0-2 12-16,5-11 12 15,6-9 4-15,11-15-4 16,7-11-8-16,10-13-19 15,4-4-17-15,4-3-52 16,-1 1-30-16,-1 8-97 16,-3 6-112-16,-11 18 115 15</inkml:trace>
  <inkml:trace contextRef="#ctx0" brushRef="#br0" timeOffset="12418.01">14832 6598 2007 0,'101'6'81'0,"31"-2"-66"0,22-2-18 16,41-2 116-16,11-2 20 16,17-6-11-16,7-2 21 15,9-3-80-15,3-2-25 16,2-3-17-16,0-1-14 16,-10-1-22-16,-15-1-18 0,-24 2-92 15,-16-1-85-15,-36 1-250 16,-18-1-184-16,-34-6 485 15</inkml:trace>
  <inkml:trace contextRef="#ctx0" brushRef="#br0" timeOffset="17154.68">6507 8174 2628 0,'-24'5'67'16,"-2"2"4"-16,4 8-81 15,-2 4-3-15,3 12 2 16,-9 7 2-16,-22 23 2 15,-9 17 0-15,-24 33 3 0,-5 21 4 16,-19 35 0-16,-6 9 2 16,-12 15 4-16,-4-2 6 15,2-8 14-15,-1-9 15 16,4-20 9-16,4-14-5 16,7-32-19-16,6-18-26 15,20-39-65-15,9-19-54 16,20-38-179-16,12-18-538 15,10-27 649-15</inkml:trace>
  <inkml:trace contextRef="#ctx0" brushRef="#br0" timeOffset="17436.84">5069 8540 1995 0,'16'14'293'0,"11"12"124"16,13 7-402-16,24 20-2 15,13 12-3-15,15 25-5 16,4 10-5-16,-2 12-12 16,-3 2-1-16,-5-2 2 0,-4-1 3 15,-3 1 8-15,-3-2 3 16,-5-6 2-16,-4-6-1 15,-5-19 1-15,5-10-5 16,-9-21-2-16,-5-10-9 16,-7-20-64-16,-7-14-135 15,2-23 108-15</inkml:trace>
  <inkml:trace contextRef="#ctx0" brushRef="#br0" timeOffset="17885.78">7163 7517 1276 0,'-24'27'44'0,"2"15"26"15,-4 14 17-15,-2 33 114 16,-2 13 116-16,-8 26-66 16,0 3-101-16,-1-7-103 15,0-7-43-15,5-27-202 16,2-14-516-16,-3-31 588 15</inkml:trace>
  <inkml:trace contextRef="#ctx0" brushRef="#br0" timeOffset="19170.29">7792 8847 1941 0,'24'0'102'16,"12"-3"-36"0,13-3-57-16,24-4 0 0,12-4 9 0,16-2 29 15,8-1 25-15,13-2 21 16,-1 3-17-16,5 0-8 16,-2 3-13-16,-16 0-32 15,-5 0-5-15,-16 0-12 16,-6 1-2-16,-9 1-9 15,-7-2-31-15,-13 0-147 16,-10-1-184-16,-12-4 155 16</inkml:trace>
  <inkml:trace contextRef="#ctx0" brushRef="#br0" timeOffset="19538.36">8116 9234 1852 0,'35'2'137'0,"10"0"4"15,11-2-79-15,22-4 28 16,10-3-11-16,19-5 9 16,7-1-6-16,5-1-37 15,-3-1-10-15,-9 0-25 16,-4 1-8-16,-10 0-13 15,-4 1-9-15,-15 1-118 16,-9 0-106-16,-20 0 89 16</inkml:trace>
  <inkml:trace contextRef="#ctx0" brushRef="#br0" timeOffset="23770.95">12090 7734 1454 0,'-13'11'64'16,"-4"5"180"-16,-10 15-223 15,-6 7-6-15,-9 13-3 16,-10 8 9-16,-9 16 42 15,-8 12 29-15,-13 17 55 16,-2 13 2-16,-19 14-64 16,-8 3-30-16,-8 13-40 15,-6-4-9-15,7-9 5 16,10-8-7-16,19-34 0 16,15-14 1-16,23-31-105 15,7-18-176-15,8-29 147 16</inkml:trace>
  <inkml:trace contextRef="#ctx0" brushRef="#br0" timeOffset="24036.93">10624 8352 1462 0,'0'0'234'15,"0"0"597"-15,0 0-832 0,13 3-8 16,7 5 0-16,14 8 2 16,4 9 6-16,6 14 6 15,3 13 12-15,3 22 27 16,7 12 4-16,3 29-2 16,2 7-18-16,10 6-13 15,0-6-3-15,5-21-7 16,-2-10-5-16,-14-17 0 15,-9-5-6-15,-17-16-71 16,-7-10-128-16,-7-16-650 16,-2-11 666-16</inkml:trace>
  <inkml:trace contextRef="#ctx0" brushRef="#br0" timeOffset="24821.02">12431 8851 1543 0,'17'0'132'16,"7"0"87"-16,10-3-213 15,7-1 6-15,13-5 17 0,4-2 13 16,19-4 57-16,5-1 38 16,14-5 19-16,2 0-30 15,2-1-25-15,-1 1-41 16,-2 3-40-16,-3 0-9 15,-6 4-5-15,-3-1-2 16,-11 3 1-16,-6-1 1 16,-9 3-3-16,-2-2-2 0,-7-1-41 15,-4-5-106-15,-1-10 74 16</inkml:trace>
  <inkml:trace contextRef="#ctx0" brushRef="#br0" timeOffset="28470.42">15249 7734 1231 0,'0'0'43'0,"-3"7"25"15,-2 17-64-15,-1 10-1 16,0 28 5-16,-1 13 2 16,1 27 1-16,-3 10 1 0,-1 14-2 15,-2 2-4-15,-3-13 3 16,2-13 5-16,-5-25 19 16,1-15 9-16,6-22 31 15,-1-11 52-15,10-18-38 16,2-8-24-16,3-21-33 15,7-10-12-15,4-21-3 16,3-10-12-16,-3-14 0 16,-1-5 0-16,-6-5-3 15,-2-3 0-15,0 2 3 16,-2 3-3-16,4 7 3 16,1 7-3-16,5 18 2 15,0 11-2-15,-3 19 0 16,1 9-2-16,-3 17 4 15,0 12 10-15,4 27 21 16,-4 16 6-16,1 24 6 0,-1 8-9 16,2 3-12-16,5-7-12 15,-2-17-6-15,7-11 0 16,2-20 3-16,-2-12-3 16,12-16 9-16,-2-8-4 15,3-18 4-15,2-9-3 16,-8-18-6-16,-4-9 6 15,-5-14-6-15,-2-5 6 0,-4-4-9 16,1 3-3-16,-4 4 6 16,1 5-6-16,-2 14 6 15,-1 9 0-15,-3 18 0 16,-4 17 0-16,0 1-3 16,7 6 6-16,-5 34-3 15,2 15 11-15,4 24-7 16,1 10-2-16,6-5 0 15,4-3-5-15,6-21-3 16,1-10 0-16,3-20-3 16,0-9-13-16,-4-18-83 15,2-10-68-15,-1-20-219 16,-1-8-75-16,-2-13 315 16</inkml:trace>
  <inkml:trace contextRef="#ctx0" brushRef="#br0" timeOffset="28852.89">16041 8513 1483 0,'2'16'52'0,"4"-1"50"16,4-3-72-16,8-6-13 15,4 0 1-15,2-10 36 16,3-2 12-16,-1-4 33 15,-1-6 14-15,3-3-5 16,-3-1-19-16,-2-7-38 16,-1 0-16-16,-8-3-28 15,-3 0-4-15,-10 2 3 16,-1 3-6-16,-10 5-2 16,-4 3 0-16,-6 6 6 15,-4 5 9-15,-4 10 10 16,-1 8 4-16,1 12 9 15,4 9 4-15,3 15-1 16,5 8 0-16,6 7-13 16,5-3-1-16,13-11-14 15,3-8 0-15,21-15-13 0,5-7-26 16,15-20-64-16,10-9-38 16,11-25-153-16,2-10-103 15,-4-20 227-15</inkml:trace>
  <inkml:trace contextRef="#ctx0" brushRef="#br0" timeOffset="29271.95">16868 7874 1783 0,'0'-30'161'16,"0"9"37"-16,2 7-64 0,-2 14-46 16,1 2-27-16,-1 28-24 15,1 14-10-15,-3 32 5 16,0 15 0-16,-2 13-4 15,-3-1-2-15,7-10-25 16,0-12-2-16,9-20-4 16,0-10-7-16,2-20-4 15,-3-9-6-15,0-15-41 16,-3-6-15-16,-2-15-17 16,-3-8-76-16,-3-16-42 15,-6-9-5-15,-9-5 20 16,-4 0 111-16,-12 8 40 15,-8 6 18-15,-9 15 31 16,-5 8 18-16,0 22 30 0,6 13 20 16,13 23 125-16,9 8 89 15,21 9 18-15,8-2-111 16,23-10-73-16,9-8-46 16,18-18-61-16,11-10-16 15,14-17-21-15,5-10-28 16,7-17-66-16,2-8-52 15,-8-10-219-15,-2-1-107 0,-12 5 383 16</inkml:trace>
  <inkml:trace contextRef="#ctx0" brushRef="#br0" timeOffset="29522.21">17555 8312 1708 0,'-3'22'275'0,"3"9"158"15,0 5-358-15,3 3-130 0,0-2-52 16,-2-12-161-1,3-6-70-15,-4-19-55 0,-5 3 277 16</inkml:trace>
  <inkml:trace contextRef="#ctx0" brushRef="#br0" timeOffset="29673.88">17328 8158 2991 0,'0'0'48'0,"18"0"-59"16,1-2-66-16,13-3-123 16,5-3-147-16,10 0 100 15</inkml:trace>
  <inkml:trace contextRef="#ctx0" brushRef="#br0" timeOffset="30432.22">18041 8284 1533 0,'-21'1'325'0,"0"-3"449"15,-4-3-758-15,0-1-16 16,-3-2-3-16,-1 3 1 16,1 1 2-16,3 3 0 15,6 5 3-15,2 5-1 16,6 11-3-16,1 4-1 15,8 8-1-15,4 3-3 16,11-3-2-16,6-1-2 16,11-11 0-16,-1-5 9 0,9-14 5 15,2-7 1-15,5-16-5 16,4-6 0-16,-5-12-4 16,-2-1 3-16,-11-2 1 15,-6 1 0-15,-9 6 0 16,-5 3 0-16,-9 8 17 15,0 7 8-15,-3 9 17 16,1 9 5-16,-5 8-6 16,0 11-11-16,-3 17-22 15,0 5-5-15,-1 9-2 16,0-3 2-16,5-7-3 16,2-6 2-16,6-14-2 15,2-6-2-15,4-12 1 16,3-6-4-16,6-16-5 15,2-5-7-15,5-10-13 16,1-1 3-16,-2 0 6 0,-2 4 3 16,-3 6 16-16,-5 3 1 15,-2 10 1-15,-5 5 4 16,-8 8 5-16,0 0 8 16,4 12 10-16,-3 8 2 15,0 9 1-15,3 5-4 16,-1 4-5-16,1-1-3 0,5-7-3 15,3-2-3-15,6-12-3 16,0-4-3-16,6-10 0 16,4-6-1-16,3-12-5 15,1-5 1-15,-1-5-4 16,-4 0 3-16,-8 4-4 16,-5 5 2-16,-7 8 2 15,-7 9-1-15,0 0 3 16,5 14 1-16,-2 8-1 15,3 4 0-15,6 1-9 16,3-3-11-16,8-8-51 16,5-7-39-16,6-12-138 15,4-8-211-15,-2-13 209 16</inkml:trace>
  <inkml:trace contextRef="#ctx0" brushRef="#br0" timeOffset="30737.92">19549 7409 2871 0,'-38'5'64'15,"-3"12"1"-15,0 11-93 0,-8 30-16 16,1 18 2-16,-5 34 9 15,-1 17 12-15,7 19 16 16,5 5 6-16,17-9 16 16,11-11 24-16,21-28 14 15,11-15-7-15,24-23-9 16,12-9-30-16,23-19-42 16,7-15-20-16,13-28-93 15,5-17-101-15,4-27 90 16</inkml:trace>
  <inkml:trace contextRef="#ctx0" brushRef="#br0" timeOffset="31602.88">20725 7566 2234 0,'-36'33'97'0,"-7"14"-81"0,-10 11-6 16,-10 21-1-16,-7 5 13 15,-8 13 46-15,0 4 8 16,1-8 4-16,7-7-25 16,17-21-42-16,10-13-13 15,12-22-157-15,6-11-138 16,6-20 86-16</inkml:trace>
  <inkml:trace contextRef="#ctx0" brushRef="#br0" timeOffset="31836.44">20031 7624 2699 0,'7'5'77'0,"17"12"39"16,12 8-117-16,31 21 0 15,16 9 1-15,18 11-3 16,4 3 1-16,1 6 0 16,-3 2 1-16,-8 2-7 15,-12 0-26-15,-21-8-74 0,-12-5-48 16,-19-12-168-16,-2-9-190 16,-8-28 338-16</inkml:trace>
  <inkml:trace contextRef="#ctx0" brushRef="#br0" timeOffset="32337.88">20891 7174 2603 0,'-5'-6'59'0,"14"1"-48"0,14 5-6 16,28 12 7-16,20 7 5 15,17 22 2-15,7 14 10 16,-1 24 11-16,-3 13 0 15,-18 22-12-15,-13 7-9 0,-29 3-23 16,-23 0-7-16,-25-10 0 16,-17-8 1-16,-27-7-2 15,-9-5-9-15,-17-12-80 16,-5-6-120-16,7-15 92 16</inkml:trace>
  <inkml:trace contextRef="#ctx0" brushRef="#br0" timeOffset="33919.33">9635 10324 1423 0,'98'7'181'15,"20"-2"697"-15,46-3-843 16,21-3-26-16,39-8-3 16,17-2 7-16,40-8 3 0,8 0 4 15,36-3 20-15,16 0-3 16,30 0-10-16,14 1-2 15,29-1-15-15,10 0-7 16,24 0-1-16,3-1 0 16,24-1 5-16,4-1 0 15,6 0 0-15,19 2 3 0,-11 0-7 16,-8 4 2-16,-14 5-2 16,-15 1-6-16,-37 4 2 15,-11 0-3-15,-53 1 0 16,-27 1 1-16,-50-3-10 15,-33 1-7-15,-51-4-42 16,-21-3-89-16,-53-7-147 16,-26-4-272-16,-38-4 411 15</inkml:trace>
  <inkml:trace contextRef="#ctx0" brushRef="#br0" timeOffset="37702.91">12295 10616 876 0,'0'0'148'0,"0"0"112"15,0 0-185-15,0 1-65 16,2 22 5-16,0 0 24 0,1 6 15 16,-3 15 49-1,1 9 115-15,-1 25-9 0,-1 14-30 16,1 21-77-16,0 0-54 15,3-16-44-15,-1-14-6 16,3-28-19-16,1-11-68 16,0-17-218-16,3-8 190 15</inkml:trace>
  <inkml:trace contextRef="#ctx0" brushRef="#br0" timeOffset="38453.51">13049 10748 2022 0,'-26'4'206'16,"-1"2"69"-16,3 3-265 15,1-1-18-15,6 4-6 16,1 2 1-16,4 16 7 16,4 13 1-16,-3 32 0 15,5 16-1-15,-2 19 6 16,1 0 0-16,12-17 11 16,2-13 14-16,18-20 41 15,10-8 4-15,12-12-21 16,5-9-12-16,12-23-25 15,0-11-3-15,11-24-4 16,1-10 0-16,-3-13 2 0,1-6-3 16,-14-8 1-16,-6-5-2 15,-15-11-2-15,-11-6 2 16,-17-6 0-16,-9 0-2 16,-18 9 2-16,-7 8 1 15,-19 15-5-15,-5 9 1 16,-14 15-10-16,-12 7 1 0,-4 21 2 15,-3 9-1-15,3 21 8 16,9 9 3-16,17 14 2 16,12 7-2-16,22 12-37 15,12 3-54-15,18 6-221 16,11-4-594-16,12-13 713 16</inkml:trace>
  <inkml:trace contextRef="#ctx0" brushRef="#br0" timeOffset="38736.91">13249 11138 2710 0,'14'64'71'16,"17"2"-12"-16,12 5-76 15,17-9-32-15,11-8-17 16,3-18-71-16,3-6-82 0,-4-13-168 16,-5-6-39-16,-10-12 8 15,-7-6 252-15</inkml:trace>
  <inkml:trace contextRef="#ctx0" brushRef="#br0" timeOffset="39359.78">14318 10779 2548 0,'-20'40'158'15,"2"15"105"-15,7 30-282 16,6 7-18-16,11 6-18 16,5-7-6-16,2-15-8 0,0-12 4 15,-4-18 4-15,-6-8 11 16,-6-16 55-16,-6-4 12 16,-2-13 23-16,-2-5 2 15,-3-14-17-15,-1-10-4 16,0-15-16-16,1-10 0 15,9-20 0-15,6-11 1 16,17-22 0-16,12-4-5 16,11 3-2-16,4 11 1 0,5 19-4 15,1 9 3-15,8 16-5 16,8 7 1-16,-3 16 0 16,-3 8 0-16,-16 18 2 15,-14 9-3-15,-11 19-3 16,-9 10 0-16,-10 13 3 15,-6 9 2-15,-18 8 6 16,-10 2 6-16,-17-3 15 16,-6-7 12-16,2-15 15 15,3-10 4-15,16-14-19 16,8-6-10-16,5-11-21 16,8-5-10-16,3-8-9 15,1-3-5-15,7-2-2 16,0-1 4-16,9 4 7 15,6 3 7-15,16 10 6 0,13 11 5 16,26 16 3-16,16 7-3 16,10 3-2-16,4-5-3 15,-4-12-21-15,-6-8-18 16,9-16-52-16,-3-9-79 16,-8-14-174-16,-8-8-429 15,-19-17 622-15</inkml:trace>
  <inkml:trace contextRef="#ctx0" brushRef="#br0" timeOffset="40123.58">16006 10835 1262 0,'-21'4'80'0,"6"0"59"0,4-2-75 15,13 1 22-15,6 0 3 16,14 0 22-16,9 1 2 15,15 1 40-15,7-1 26 16,12-2-57-16,7-1-29 16,13-3-48-16,0-2-24 15,6-2-12-15,1 0-4 0,-2-2-5 16,1 1 3-16,-6-3-3 16,-4 1 0-16,-16 1-21 15,-8 0-45-15,-14 1-205 16,-14-1 131-16</inkml:trace>
  <inkml:trace contextRef="#ctx0" brushRef="#br0" timeOffset="41387.24">16696 10492 1535 0,'0'0'263'0,"11"7"209"16,3 0-346-16,18 2-140 15,8 0-1-15,11-2 9 16,5 0 3-16,2 4 6 16,-4 2-2-16,-4 6 1 15,-3 2-2-15,-11 7 0 16,-7 1-2-16,-14 2 2 15,-8 0 0-15,-8 0 14 0,-3 1 17 16,-7 3 48-16,-3 1 13 16,-9 5-8-16,-4 3-36 15,-11 3-21-15,-5 2-8 16,-10 2-9-16,-6-4-1 16,-2-3-8-16,5-4-1 15,10-14-18-15,10-6-37 16,21-16-195-16,11-8-753 0,20-17 798 15</inkml:trace>
  <inkml:trace contextRef="#ctx0" brushRef="#br0" timeOffset="41989.51">18260 10237 2201 0,'-51'2'117'0,"-1"5"-59"16,-3 7-42-16,0 14 3 15,2 10 13-15,2 24 51 16,4 12 21-16,3 21-20 15,1 5-7-15,10 11-22 16,5 0-9-16,17-1-12 16,11-3-4-16,20-9-6 15,12-9-8-15,15-17-17 16,8-8-24-16,12-21-47 0,5-10-45 16,6-19-147-16,5-9-300 15,-6-16 263-15</inkml:trace>
  <inkml:trace contextRef="#ctx0" brushRef="#br0" timeOffset="42944.88">18702 10397 2115 0,'-22'10'134'0,"0"4"-36"0,4 7-72 15,4 18-17-15,4 13 2 16,9 21 24-16,2 5 8 15,11 6 8-15,6 2 5 16,9-4-20-16,5-2-6 16,10-13-13-16,6-11-3 15,9-19 8-15,8-12 1 16,5-24-1-16,1-14-1 16,4-24-8-16,-2-10-5 0,-8-22-7 15,-3-3-2-15,-21-3-3 16,-12-1 1-16,-21 5 2 15,-14-5 2-15,-20-2 2 16,-9-4 1-16,-16 7 8 16,-7 7-1-16,-9 15 2 15,-1 11-5-15,-17 22-5 16,-5 13-3-16,1 29 1 16,0 15 2-16,25 24 9 15,13 8 2-15,24 7 6 16,14 0-1-16,25-12-2 15,15-6-2-15,25-12-9 16,13-6-1-16,23-15-25 16,7-8-23-16,7-17-62 0,0-10-91 15,-3-13-888-15,-2-7 880 16</inkml:trace>
  <inkml:trace contextRef="#ctx0" brushRef="#br0" timeOffset="43304.2">19155 10720 1429 0,'2'23'196'16,"2"6"482"-16,9 15-470 15,4 10-63-15,7 16-98 16,2 2-18-16,3 2-20 15,1-7-5-15,-3-8-9 0,-5-6-15 16,-4-15-51 0,-1-9-97-16,-5-17-165 0,2-7-256 15,6-12 476-15</inkml:trace>
  <inkml:trace contextRef="#ctx0" brushRef="#br0" timeOffset="43954.2">19673 10799 2972 0,'0'0'52'0,"13"-5"32"16,15-6-155-16,11-2-6 15,20-1 29-15,7 2 21 16,2 9 4-16,-4 3 4 16,-17 13 0-16,-10 7 5 15,-20 12-9-15,-11 4 1 16,-15 10 1-16,-4 1 1 0,-15 3 24 16,-2 1 15-16,-11-5 32 15,-2-3 20-15,2-7 9 16,4-7-6-16,16-13-23 15,7-7-21-15,13-7-30 16,7-1-13-16,10-1-6 16,7 1 4-16,15 3 8 15,6 1 3-15,10 6-5 16,-2 2-8-16,-4 7-6 16,-6 3 0-16,-18 1 5 15,-6 2 4-15,-21-1 6 16,-13 1 3-16,-23 4 11 15,-14 0 9-15,-22 2 17 16,-10 0 11-16,2-7 17 16,8-5-5-16,19-17-34 15,10-10-42-15,17-20-112 0,8-14-100 16,20-16 109-16</inkml:trace>
  <inkml:trace contextRef="#ctx0" brushRef="#br0" timeOffset="44387.71">20419 10778 1392 0,'0'0'295'0,"14"10"692"0,0-2-877 16,21 0-106-16,12-1 6 15,17-6 5-15,14-4 0 16,3-3-2-16,-4 0-4 16,-15-1-19-16,-15 3-8 15,-15 0-25-15,-10 1-18 16,-12 0-105-16,-5 0-110 0,-13-3-552 15,-4-3 654-15</inkml:trace>
  <inkml:trace contextRef="#ctx0" brushRef="#br0" timeOffset="45120.04">21477 10270 2336 0,'-30'-1'105'0,"1"7"20"16,2 8-218-16,4 24-23 16,2 14 2-16,8 27 96 15,5 9 27-15,8 2 86 16,6-2 18-16,10-7 63 16,7-7-54-16,10-3-34 15,12-4-20-15,10-16-32 16,2-6-8-16,16-18-5 15,3-10-4-15,15-20-9 16,6-12-3-16,-11-16-6 16,-5-6 3-16,-21-20-4 15,-9-5 2-15,-16-12 1 0,-10-4 0 16,-17-9 1-16,-8-7-3 16,-15-10 0-16,-7-3-1 15,-21 9-1-15,-10 8-2 16,-20 22 3-16,-9 9 3 15,0 26 5-15,4 14 11 16,15 23 5-16,8 12 3 16,17 22-13-16,7 12-11 15,11 19-18-15,8 8-9 0,12 8-23 16,4 0-10-16,21-10-25 16,10-9-29-16,20-23-128 15,13-14-353-15,19-27 273 16</inkml:trace>
  <inkml:trace contextRef="#ctx0" brushRef="#br0" timeOffset="45522.8">21932 10677 3136 0,'-3'8'50'0,"7"8"-22"15,5 7-32-15,15 17-6 16,7 10 4-16,10 25 3 16,2 8-6-16,-4 6-24 15,-5 1-20-15,-9-14-61 16,-7-6-49-16,-3-22-122 15,-3-11-299-15,-7-25 256 16</inkml:trace>
  <inkml:trace contextRef="#ctx0" brushRef="#br0" timeOffset="45857.27">22527 10643 1777 0,'-3'-11'51'0,"0"3"-78"16,3 8-21-16,0 0 75 15,0 0 45-15,-3 7 92 16,6 15 57-16,0 18 15 16,1 12-33-16,0 19-88 15,-1 4-24-15,-3 5-73 16,-2-2-36-16,0-14-70 16,0-6-39-16,1-16-164 15,1-11-239-15,-4-19 285 16</inkml:trace>
  <inkml:trace contextRef="#ctx0" brushRef="#br0" timeOffset="46523.24">22279 9750 2650 0,'7'0'98'15,"8"-1"61"-15,8 1-148 16,28 5-22-16,14 6 1 16,36 14 11-16,12 9 1 15,12 16 8-15,5 9 3 16,-3 17 0-16,-2 11-3 15,-11 16-3-15,-12 12-3 16,-30 13-1-16,-18-1 1 0,-31-3-5 16,-18 5 0-16,-27 1 0 15,-14 11-2-15,-26 0 2 16,-8-5 5-16,-14-8 0 16,-2-11 0-16,11-17-56 15,6-11-99-15,11-31 86 16</inkml:trace>
  <inkml:trace contextRef="#ctx0" brushRef="#br0" timeOffset="47727.41">12716 12335 1655 0,'42'-2'65'16,"10"-2"16"-16,22-6 36 16,13-2-1-16,16-3-17 15,12-2-10-15,18-1-26 0,9 1-17 16,26 1-1-1,7 3 12-15,24 1 22 0,5 1 5 16,22 2-17-16,7 1-17 16,25 1-9-16,24-1-1 15,29 1-3-15,20-1-4 16,26-1-3-16,9-1-8 16,15 0-10-16,1-1-6 15,5 1-6-15,-6 3 0 0,-5 1-2 16,-8 4 5-16,-17 3-1 15,-4 5-2-15,-23 2 7 16,-5 1-1-16,-26 0 4 16,-19-3-3-16,-33-2-11 15,-20-1-17-15,-47-4-41 16,-21-3-32-16,-38-4-114 16,-18-4-184-16,-20-8 136 15</inkml:trace>
  <inkml:trace contextRef="#ctx0" brushRef="#br0" timeOffset="54947.44">9778 10361 821 0,'-2'2'-5'15,"2"-2"-13"-15,0 0-198 0,0 0 7 16,0-1 63-16,0 0 52 15,0 0 133-15,0 0 56 16,0 1 53-16,1-1 39 16,-1 0-52-16,1 0-40 15,0 0-45-15,27-14-2 16,-17 16 14-16,4 1 3 16,3 1-1-16,3-2-4 0,5-1-12 15,1-1-1-15,5 0-3 16,0-2 1-16,4 1-1 15,2 0 1-15,1 0-6 16,3 1-2-16,2 1 25 16,6 0 21-16,5-1-17 15,0 0-6-15,7-1 0 16,-2-1-3-16,4 2-16 16,1-1-8-16,0-1 0 15,0 1-3-15,-1-2 27 16,1 0 20-16,5-1 7 15,1-1-14-15,9-2-25 16,2 0-5-16,10-2-8 16,0-1-6-16,0 3-11 15,-1-2 0-15,-5 3-8 0,1 1 1 16,2 0 6-16,-3 1 2 16,0 0 20-16,-3-1 10 15,6 0-10-15,3 0-3 16,10-2-10-16,3-1-9 15,-1 1-10-15,-2 0 0 16,3 1-4-16,-2 0 1 16,1 0 2-16,-1 0-3 0,-3-1 3 15,0-1-1 1,4-2 1-16,2 1 2 0,2-2 5 16,-1 2-1-16,3-3 13 15,-1 2 4-15,4-1 6 16,9 0 0-16,-2-2-14 15,4 1-6-15,9-1-6 16,-11-1-3-16,0 1 1 16,-3-1-2-16,4 0-1 15,5 1 2-15,-1-3-3 16,8 2 2-16,-7 0 0 16,3 0 0-16,10 2-2 15,-2 2 1-15,-1 1 0 16,0 0-2-16,2 3 1 15,-4 1 1-15,6 1-1 16,0 1 1-16,-1 1 0 16,4 2 1-16,-5-1-1 0,-1 1-1 15,3 0 6-15,-1 1 1 16,-1 0 5-16,2 1 0 16,-5 1-4-16,1-1-1 15,2 3-7-15,0-2 2 16,1 2-2-16,-1 0 0 15,1 0 0-15,-6 1 3 0,-5-1-3 16,0 1 1-16,-8 0 2 16,-1-1-2-1,-9 1 3-15,-5 1 4 0,0 0 3 16,3 0 2-16,0 0-4 16,-1-3-2-16,-3-1-5 15,-6-1-2-15,-8-1 0 16,-8-1 0-16,-15 0 0 15,-9 0-2-15,-11 0 1 16,-6 1-1-16,-11 1-1 16,-5 1 2-16,-12-1-2 15,-2-1-5-15,-13 0-9 16,0 0-5-16,-3 2 2 16,-13-2 7-16,-10 0 7 15,-9 1 4-15,-17-1 1 0,-6-1 2 16,-8-2 2-16,-3-2-4 15,-6-1 3-15,0-1-2 16,-4-1 0-16,3 1 4 16,-2 2-6-16,-2 0 5 15,-3 2-3-15,-6 0 3 16,2 0 0-16,-4-1-3 16,-3-1 3-16,0-1-3 15,-12 1 4-15,-1 0 1 0,2 0-1 16,-3-1 2-16,-1 0 1 15,-1-1-2-15,-5 1-3 16,-3 1 1-16,-2 0-2 16,1 0 1-16,-8 1-1 15,-4 0-2-15,4 1 1 16,-6 0 1-16,0 0-1 16,3 2 1-16,-9-1-1 15,5 1 0-15,0 2 2 16,-2 1-2-16,1-1 1 15,-7 4 0-15,7-2-1 16,-1 2 0-16,-2-1 3 16,3 0-3-16,-7 0 2 15,2-1-2-15,6 1-1 16,-3-2 1-16,7 2 1 0,8-2 1 16,0 2 2-16,5-1 3 15,7 1 9-15,1 1 4 16,15-1 4-16,9 0-3 15,-1 0-5-15,0-2-6 16,-3 0 0-16,0-1-1 16,8-2 4-16,-2 0-2 15,-2 0-1-15,-3 1-1 0,-1 0-5 16,0 3 0-16,-1 1-1 16,0 1 1-16,0 0 0 15,-1 1 1-15,3 0-2 16,-2 1 0-16,1 2-1 15,3-2-2-15,-3 2 1 16,-1-1 0-16,-3 1-1 16,-6 0 1-16,0 1-1 15,1 1 0-15,-2 0-2 16,-1 1 3-16,-2-2-1 16,2-1-1-16,0 0 2 15,3-2-3-15,-1 0 2 16,-2 1 0-16,-6-2-1 15,0 0 1-15,1 0 0 16,-5 0 0-16,1 1 3 16,0 0-3-16,-4 0 1 0,4-1-2 15,4-1 0-15,3 1 2 16,-1-1-2-16,1 0 2 16,5 1-2-16,-2 2 1 15,3 1-1-15,1 2 0 16,0 2 0-16,3 0-3 15,3 0 2-15,2 0-2 16,4-1 2-16,9 0 0 0,8-3 1 16,9 1 1-16,9-2-3 15,3-2-1-15,11-1 0 16,7-1-1-16,6-1-4 16,6-1-4-16,6 0-18 15,9-2-5-15,1 0-7 16,0 0-4-16,11 9 13 15,7-4 13-15,14 0 10 16,9 0 6-16,18-3 4 16,13-1 1-16,16-3-1 15,9-1-2-15,15-1 3 16,5 1-2-16,16-1 1 16,3 1 1-16,14-2-1 15,6 1 1-15,14-1-1 16,7-2 1-16,17 0 0 0,2-1-2 15,13-2-2-15,4 0-2 16,7-2-3-16,9-1-2 16,3-3 0-16,9-1 1 15,2-1 3-15,4 1 4 16,5 1 0-16,-2 3 2 16,12-1 0-16,-3 1-3 0,0 2-9 15,-2-1-2-15,-2 5 0 16,3 0 2-16,-1 2 8 15,2 0 3-15,-9 3 2 16,-3-2 1-16,-14 2 0 16,-3 0-1-16,-11 1 2 15,-4-1 0-15,-3 1 10 16,-4 2 4-16,-3 0 0 16,-2 2 2-16,-9-2-10 15,-4 2-2-15,-10-3-6 16,-8-1-1-16,-14 0 1 15,-8-2-1-15,-18-1-2 16,-8 0 2-16,-15-2-7 16,-7 1-5-16,-12 1-16 15,-4 2-20-15,-12 2-69 16,-3 0-122-16,-3-3 110 0</inkml:trace>
  <inkml:trace contextRef="#ctx0" brushRef="#br0" timeOffset="61746.25">16571 9062 1101 0,'11'3'-157'0,"1"-3"70"16</inkml:trace>
  <inkml:trace contextRef="#ctx0" brushRef="#br0" timeOffset="79272.75">19992 12066 2282 0,'161'-9'3'15,"4"2"0"-15,8 1 6 16,-1 1-3-16,-11 1 9 15,-3 1 5-15,-26 3 3 16,-14-1 3-16,-21 1 3 16,-13 1 8-16,-19 1 11 15,-13 2 8-15,-17-1-1 16,-10 0-14-16,-9-1-24 16,-1 0-6-16,-2 0-10 15,0 0 0-15,-6-1-1 0,-7-1 2 16,1 0-1-16,0 0 3 15,-1 0 3-15,0 0-3 16,0 1 0-16,0 0-2 16,0 0-2-16,0 0-2 15,-1 0 2-15,0-1-1 16,0 1-1-16,1 0 2 16,-1 0-8-16,0 0-3 0,0 0-12 15,0 0-21-15,0-1-71 16,0 1-38-16,1-1-167 15,-7-1-173-15,13-18 412 16</inkml:trace>
  <inkml:trace contextRef="#ctx0" brushRef="#br0" timeOffset="80489.1">20122 8995 1543 0,'0'0'159'16,"0"0"152"-16,11 1-296 15,6-4-6-15,17 2 60 16,4-3 47-16,19-3 42 16,8-2-15-16,8-4-24 15,4-2-66-15,3-1-35 16,0 2-36-16,-4-4-172 0,-8-1-182 16,-7-9 112-16</inkml:trace>
</inkml:ink>
</file>

<file path=ppt/ink/ink6.xml><?xml version="1.0" encoding="utf-8"?>
<inkml:ink xmlns:inkml="http://www.w3.org/2003/InkML">
  <inkml:definitions>
    <inkml:context xml:id="ctx0">
      <inkml:inkSource xml:id="inkSrc0">
        <inkml:traceFormat>
          <inkml:channel name="X" type="integer" max="29376" units="cm"/>
          <inkml:channel name="Y" type="integer" max="16524" units="cm"/>
          <inkml:channel name="F" type="integer" max="4095" units="dev"/>
          <inkml:channel name="T" type="integer" max="2.14748E9" units="dev"/>
        </inkml:traceFormat>
        <inkml:channelProperties>
          <inkml:channelProperty channel="X" name="resolution" value="1000.20428" units="1/cm"/>
          <inkml:channelProperty channel="Y" name="resolution" value="1000.24213" units="1/cm"/>
          <inkml:channelProperty channel="F" name="resolution" value="0" units="1/dev"/>
          <inkml:channelProperty channel="T" name="resolution" value="1" units="1/dev"/>
        </inkml:channelProperties>
      </inkml:inkSource>
      <inkml:timestamp xml:id="ts0" timeString="2025-01-09T16:55:07.457"/>
    </inkml:context>
    <inkml:brush xml:id="br0">
      <inkml:brushProperty name="width" value="0.05292" units="cm"/>
      <inkml:brushProperty name="height" value="0.05292" units="cm"/>
      <inkml:brushProperty name="color" value="#FF0000"/>
    </inkml:brush>
  </inkml:definitions>
  <inkml:trace contextRef="#ctx0" brushRef="#br0">8408 7002 1293 0,'-9'-4'37'0,"1"0"-8"15,8 4-25-15,0 0-2 16,0 0-2-16,0 0-2 15,8 5 6-15,4 3 7 0,11 5 20 16,3 4 4-16,11 8 4 16,4 4-4-16,5 6-14 15,4 4 5-15,8-1-2 16,7 0-6-16,2 2-6 16,-1 0 0-16,-4 1-3 15,-7 0 6-15,-1-1 5 16,2-3 7-16,-1-7 21 15,0-2 3-15,-8-7 18 16,-5-3-4-16,-11-3-11 16,-6-2-6-16,-5-2-24 15,-5-3-3-15,-4-1-12 16,-3-1 3-16,-5 1-6 16,-2-1 6-16,-5 4 0 15,-4 2 0-15,-7 6 6 16,-5 4 0-16,-8 7-7 0,-4 8-5 15,-12 9-6-15,-4 6 9 16,-6 9 12-16,-4 3 15 16,1 9 18-16,4 6-10 15,-1 3 19-15,-4 4 4 16,-2-2-2-16,-2 0-6 16,2-3-27-16,4-6-16 15,6-10-9-15,5-4-1 0,5-11-5 16,3-7-9-16,11-13-110 15,4-9-92-15,9-14 60 16</inkml:trace>
  <inkml:trace contextRef="#ctx0" brushRef="#br0" timeOffset="1316.87">10430 7120 1524 0,'-20'4'74'16,"-3"2"30"-16,-11 8-107 15,-5 3-6-15,-9 7 12 16,-6 4 6-16,-5 8 15 16,-4 5 9-16,-1 10 27 15,-1 5-9-15,7 3 11 16,10-2-2-16,21-13-18 15,11-8-3-15,20-8-24 16,11-4-9-16,19-2-15 16,6-1-6-16,11-6-15 15,1 0 0-15,-2-1-15 0,-3 1 1 16,-9 5 11 0,-8 4 9-16,-14 4 12 0,-8 3 9 15,-20 7 6-15,-9 3 6 16,-17 6 18-16,-7 1 12 15,-11 1 32-15,-7 1-8 16,-7-6-12-16,-2-5-12 16,-2-10-33-16,6-7-6 0,8-13-48 15,9-8-54-15,19-17-203 16,12-7-201-16,10-20 345 16</inkml:trace>
  <inkml:trace contextRef="#ctx0" brushRef="#br0" timeOffset="1832.66">10437 7623 1072 0,'-2'21'26'15,"1"-5"1"-15,0-4 29 16,3-5 31-16,5-4 14 16,7-4 3-16,9-6 6 15,10-11 84-15,3-5-18 16,9-9-38-16,4-4-43 15,-5-5-62-15,-5-1-18 16,-6-3-6-16,-8 0-6 0,-2 2-3 16,-4-1-6-16,-8 1-33 15,-3 2-17-15,-8 2-28 16,-3 2 6-16,-7 9 19 16,-3 4 8-16,-6 13 15 15,-5 6 15-15,-3 14 9 16,2 7 6-16,-1 14 15 15,4 6 6-15,4 12 18 16,4 9 15-16,5 20 14 16,1 12-8-16,-2 15-18 15,0 4-24-15,2-6-39 16,3-11-18-16,5-27-15 16,2-17-14-16,6-32-147 15,2-10-188-15,2-22 283 16</inkml:trace>
  <inkml:trace contextRef="#ctx0" brushRef="#br0" timeOffset="2233.17">10908 7798 2823 0,'1'23'40'15,"5"-2"-48"-15,11-8-66 16,6-7-20-16,6-12-85 16,1-8-11-16,-2-13-1 15,-2-3 71-15,-3-4 156 16,-4-2 30-16,1-1 11 16,-6 0-11-16,-1 2-48 15,-2 3-12-15,-9 6-9 16,-2 6-15-16,-7 8-18 15,-6 5-17-15,-7 11 11 16,-3 8 3-16,-1 13 33 16,-3 6 27-16,3 13 15 15,1 5 12-15,5 10 11 16,5 2-8-16,8-3-21 16,5-6-12-16,13-17-18 0,11-9-2 15,8-18-2-15,4-8-10 16,8-16-116-16,-1-9-94 15,4-13 111-15</inkml:trace>
  <inkml:trace contextRef="#ctx0" brushRef="#br0" timeOffset="2717.16">11606 7524 1543 0,'-8'33'207'16,"1"4"256"-16,2 12-424 16,5 4-30-16,1 12-3 15,1 4-3-15,1 9 3 16,-3 1-9-16,0-1 6 16,-2-2-3-16,0-11 0 15,-1-8 0-15,3-13 0 16,0-9 0-16,0-13 6 15,0-8-3-15,0-14-30 16,-3-6-9-16,0-22 3 16,-1-11 1-16,-1-24 32 0,0-10 0 15,0-11 9-15,2-3 9 16,5-3 17-16,4-1 10 16,8 3-9-16,5 4-14 15,7 18-18-15,5 9-3 16,0 20-1-16,-3 11-1 15,-2 17-3-15,-3 7-6 0,-6 18 4 16,-4 9-3-16,-10 19 0 16,-6 9 18-16,-12 10-6 15,-2 2 3-15,-5-2 0 16,0-5-2-16,2-15-3 16,1-7 0-16,5-17-124 15,1-7-104-15,8-14 120 16</inkml:trace>
  <inkml:trace contextRef="#ctx0" brushRef="#br0" timeOffset="3216.91">12979 7257 1247 0,'-29'6'0'0,"-9"4"-29"15,-6 7 15 1,-13 11 74-16,-6 4 23 15,-4 14 34-15,-1 4 68 0,8 5 119 16,3-1-20-16,12-6-115 16,11-7-62-16,17-16-59 15,14-6-28-15,20-10-29 16,11-4-5-16,11-1-15 16,4-2-6-16,2 0-1 15,0 3-6-15,2 6-5 16,-2 2 9-16,-9 8 4 15,-9 3 1-15,-16 7 30 16,-11 2 3-16,-16 3 0 16,-7-1 12-16,-8 1 15 15,-4-3 0-15,-1-5 3 16,0-4-5-16,3-7-19 16,2-6-12-16,1-11-55 0,4-5-103 15,2-14-147-15,6-6-44 16,12-13 270-16</inkml:trace>
  <inkml:trace contextRef="#ctx0" brushRef="#br0" timeOffset="3399.17">12888 7787 2402 0,'5'29'76'0,"2"-7"-56"15,1-7-67-15,3-16-152 16,-3-9-201-16,1-10-198 16,-2-6 418-16</inkml:trace>
  <inkml:trace contextRef="#ctx0" brushRef="#br0" timeOffset="3567.23">12912 7626 2329 0,'4'-2'218'0,"14"-10"83"0,7-7-288 16,16-12-139-16,7-5-128 16,-2-8 90-16</inkml:trace>
  <inkml:trace contextRef="#ctx0" brushRef="#br0" timeOffset="4319.79">13304 7651 1753 0,'-12'22'197'0,"5"-7"63"15,1-4-191-15,6-11-96 16,0 0-9-16,6-13 21 15,1-2-5-15,5-6-1 16,4-2 6-16,0 3 6 16,3 1 12-16,1 6-9 15,-1 2-12-15,-1 8-12 16,-3 6-15-16,-4 7-3 16,-3 6 6-16,-8 6 13 15,-4 2 11-15,-10 4 18 16,-3 1 9-16,-6 1 50 15,0 1 31-15,-1 1 41 0,-1-2 1 16,6-8-63-16,6-5-19 16,7-8-28-16,6-9-15 15,0 0-17-15,0 0-5 16,14 0 6-16,3-9 7 16,8-4 2-16,2-6 1 15,5-1-5-15,0 0-7 16,5 1-7-16,2 1-6 0,-1 3 2 15,-1 2 6-15,-7 3 1 16,-4 4 6-16,-10 5-6 16,-6 1 9-16,-2 5 6 15,-3 1 3-15,4 2 10 16,0 0-9-16,3-1 5 16,2-1 0-16,0-3-8 15,1-1 3-15,2-2-4 16,4-5 0-16,5-6 0 15,1-5 3-15,5-6-3 16,0-3 0-16,-3-5 3 16,-4-2-6-16,-7-3 6 15,-6 1-1-15,-8 4-2 16,-5 2 0-16,-12 9-6 0,-4 7-10 16,-13 11 14-16,-5 10 2 15,-5 16 19-15,-2 7 16 16,8 18 14-16,4 10 15 15,9 15 37-15,5 4-22 16,15-6-33-16,7-9-10 16,19-21-33-16,13-11-8 15,22-25-28-15,10-9-20 0,14-26-136 16,3-11-151-16,7-17 145 16</inkml:trace>
  <inkml:trace contextRef="#ctx0" brushRef="#br0" timeOffset="5019.57">15228 6816 2178 0,'-86'99'153'0,"-10"28"16"0,-5 21-133 15,-7 29-10-15,-9 7 4 16,-1-5 1-16,4-6 21 16,-3-18-8-16,14-14 0 15,17-20-20-15,6-13-32 16,18-26-55-16,6-10-65 0,8-21-139 15,4-11-232-15,11-15 266 16</inkml:trace>
  <inkml:trace contextRef="#ctx0" brushRef="#br0" timeOffset="7737.62">15614 7131 1520 0,'-20'51'87'15,"-1"9"38"-15,-4 13-83 16,-9 19-39-16,-4 7-6 16,-8 13 0-16,-2 3-12 15,-1-7 6-15,-3-10 6 16,1-23 3-16,0-12 15 15,3-22 18-15,6-11 3 16,4-17 0-16,4-8-15 0,11-13-30 16,3-7-12-16,11-8-12 15,2-6 6-15,7-3 6 16,3-2 9-16,11 0 12 16,5 0 6-16,15 2 0 15,5 4 9-15,10 9-6 16,-2 5 0-16,3 12 3 15,-5 3-3-15,-6 11 3 16,-2 5-6-16,-9 5 9 16,-2 2-3-16,2-5 0 15,2 0-3-15,6-12-9 16,5-3-3-16,0-9-6 16,-2-4 6-16,-2-7 0 15,-3-2-3-15,-4-3 3 16,-2 1-9-16,-8 0 9 15,-2 0 0-15,-4 1 3 16,-3 1 3-16,2 0 0 0,1 0 0 16,1 4-3-16,0 1 0 15,-3 1 0-15,-2 3 0 16,-2 2 6-16,-1 0 0 16,-2 0 6-16,1 1 0 15,-2-2 3-15,-1-1 0 16,-2-3 5-16,-1-2 4 0,-4-3 3 15,-3-2 0-15,-3 1-6 16,-2 0 6-16,-4 4 18 16,0 4 21-16,-2 6 26 15,1 4-19-15,-2 9-27 16,1 8-11-16,2 18-21 16,0 10-2-16,1 17-2 15,-1 8-2-15,4 1-1 16,3-5-3-16,9-16-5 15,6-10 1-15,13-18-3 16,1-8 3-16,13-16 4 16,4-9 1-16,2-15-11 15,2-5-12-15,-3-7-27 16,-4-1-12-16,-7 2-19 16,-2 2-14-16,-7 6 28 15,-4 5 14-15,-5 8 33 0,-5 6 9 16,-4 10 18-16,0 0 18 15,0 0 27-15,0 0 14 16,0 0 7-16,0 0-32 16,0 14-26-16,0-1-5 15,-2 6-15-15,0 2 0 16,-1 3 5-16,-1 1-2 0,-1-3 2 16,2-4 0-16,2-6 0 15,1-4-5-15,6-5 0 16,0-3-2-16,7-6 2 15,1-6 4-15,5-3-4 16,-1-5-7-16,-4-2-6 16,0-3 2-16,-3-1 6 15,-1 0 3-15,-1 1 4 16,-1 1 1-16,2 3-1 16,-2 4 2-16,2 4-3 15,2 5-1-15,-2 8-4 16,0 6-2-16,1 14 2 15,-3 4 1-15,0 11 3 16,-2 2 0-16,-4-3 3 16,0-2 2-16,-1-10 3 0,-1-5 3 15,3-8-9-15,1-4-2 16,2-9-7-16,3-4 3 16,2-11 4-16,-1-5 0 15,4-7-2-15,-1-2-7 16,1-1 0-16,2 0 0 15,2 4 9-15,2 2-3 0,4 8 0 16,1 6 3 0,-2 13-11-16,-4 6-7 0,-4 15-14 15,-2 5-13-15,-7 7 6 16,1 1 24-16,-3-1 12 16,-1-3 12-16,0-7 9 15,-2-8-9-15,1-7 0 16,-2-7-6-16,1 0 6 15,10-4-3-15,-2-12 12 16,1-4-9-16,2-6-3 16,5-1 0-16,1 3-3 15,1 3-9-15,3 4-3 16,-1 5 6-16,-1 7-3 16,-2 5 0-16,-2 11-3 15,-2 4-9-15,-1 10 12 16,-2 3 3-16,0 3 12 15,3 0 6-15,-4-5-6 0,-2-4 0 16,-1-9-6-16,-5-6-6 16,-2-7 6-16,0 0 3 15,-3-12 3-15,-5-2-3 16,-2-8-12-16,-1-3-12 16,-2-3-3-16,-2-1 9 15,1-2 3-15,2-1 3 16,3-1 3-16,6-2 0 0,4-1 0 15,4 0 0-15,8 4 3 16,2 5 0-16,4 6 0 16,2 6-3-16,-1 8 3 15,-1 7 0-15,2 17-6 16,-5 8 3-16,3 16-3 16,-2 3 3-16,-2 1 9 15,-3-2-3-15,-2-9 0 16,-2-4 6-16,-1-11 3 15,1-6 3-15,-1-8 9 16,1-4-6-16,0-5-3 16,2-6-6-16,-1-6-2 15,-1-3-7-15,-2-2 5 16,0-1-2-16,-1 2 0 16,-1 3 3-16,1 5-3 0,0 3 1 15,4 5-4-15,1 3 0 16,1 5 0-16,0 5-7 15,3 5-2-15,-2 2 2 16,0-1 2-16,-1-2 5 16,1-5 0-16,5-3 0 15,2-5 0-15,2-5 5 16,4-6-4-16,-1-2 3 16,4-6-4-16,0 0-4 0,-5-1 3 15,-4 0 1-15,-7 2 1 16,-6-1 2-16,-7 5 0 15,-5 0 0-15,-6 4-1 16,-4 5 0-16,-5 7 10 16,1 7 6-16,-5 15 12 15,4 6-5-15,-3 11-8 16,1 4-7-16,2-1-4 16,-1-3 1-16,10-10-3 15,5-9 4-15,8-12 6 16,7-8 0-16,5-10 6 15,5-6-4-15,4-10-1 16,1-2-4-16,3-4-2 16,-1 2-5-16,0 5-3 15,-3 3 1-15,-1 12-2 0,2 8-2 16,-2 17-4-16,1 11-4 16,-3 23-10-16,-3 13-18 15,-9 16-62-15,-6 9-46 16,-10 10-96-16,-9 4 12 15,-15 5 114-15,-10 0 56 16,-22-7 143-16,-14-4 97 0,-23-5 151 16,-9-4-48-16,-20-6-54 15,0-6-76-15,-3-27-43 16,-2-16-18-16,19-38-45 16,12-24-23-16,31-43-39 15,27-19-23-15,42-39-52 16,24-16-39-16,52-18-43 15,19 4 51-15</inkml:trace>
  <inkml:trace contextRef="#ctx0" brushRef="#br0" timeOffset="9123.98">18471 7740 1930 0,'-34'78'185'15,"2"-4"102"-15,8-15-287 16,6-9-4-16,11-24-1 16,2-7 3-16,5-19 12 15,-5-4 3-15,3-17 9 16,2-8-5-16,6-14-2 15,1-6-6-15,1-7 0 16,1-2 5-16,5-3 7 16,4-1-1-16,10 0 0 15,6 0-10-15,14-3-10 16,6 2-2-16,9 2-6 16,2 6-5-16,0 14 1 0,-2 8 2 15,-7 18 0-15,-6 10-3 16,-16 18-30-16,-11 9-15 15,-22 19-13-15,-10 7-17 16,-22 15 46-16,-9 3 42 16,-15 8 96-16,-4-1-6 15,-2-5 36-15,-1-5 7 16,2-15-61-16,7-7-11 0,8-18-13 16,8-9-13-16,13-13-19 15,6-7-9-15,12-14-19 16,5-5-6-16,11-7-6 15,4-1-2-15,6 5-2 16,4 6 0-16,5 11 7 16,5 5 9-16,5 12 8 15,0 7 0-15,5 12 4 16,1 4-2-16,2 2-4 16,3-1-7-16,0-7-28 15,1-4-44-15,-4-8-49 16,-4-7-29-16,-6-9-28 15,-4-5 21-15,-6-13 41 16,1-3 13-16,-3-3 3 16,-1-4 65-16,0 2-7 15,-2 1 3-15,-5 0 9 0,-2 3 11 16,-8 4 24-16,-4 4 19 16,-6 6 44-16,-5 6 14 15,-7 7 19-15,-5 6 102 16,-7 11 25-16,0 4 13 15,2 7 13-15,2 2-52 16,5 1-94-16,5 0-36 16,7-3-47-16,6-3-14 0,6-8-3 15,4-4-2-15,8-11-2 16,5-4-2-16,6-10 3 16,6-5 0-16,1-6 2 15,2-4-2-15,-1-2-6 16,-4-2-1-16,-8 2 2 15,-6 1 4-15,-11 5 6 16,-6 4 3-16,-2 9 8 16,-1 3 9-16,-4 9 14 15,-2 9-3-15,-2 12-6 16,-2 8-8-16,-1 13-10 16,1 4-1-16,1 1 1 15,3-1-2-15,5-13-3 16,2-6-9-16,8-15-14 15,2-6-15-15,9-13-45 16,0-8-60-16,6-16-34 0,3-7-79 16,-1-11 30-16,0-1 42 15,-4-6 88-15,0 0 54 16,-1-5 20-16,0 0 7 16,0 3 10-16,2 2 6 15,-2 10 20-15,-1 6 9 0,-5 13 23 16,-4 9 88-16,-3 14 31 15,-4 7 5-15,-1 19 0 16,1 10-23-16,-3 22-64 16,0 10-19-16,-2 10-38 15,0 0-27-15,0-6-10 16,0-7-16-16,-3-14-79 16,2-7-45-16,-3-15-91 15,3-8 3-15,-3-12 57 16,-3-7 57-16,-7-14-22 15,-6-6-164-15,-7-7 159 16</inkml:trace>
  <inkml:trace contextRef="#ctx0" brushRef="#br0" timeOffset="9596.04">19499 7685 1063 0,'-18'-8'155'16,"4"1"160"-16,6 3 22 0,5-1-65 16,12-1-126-16,6-3-77 15,17-5-53-15,8-1-11 16,13-4-7-16,6-1-7 15,1 2-11-15,1 1 2 16,-1 4-2-16,-3 2-4 16,-4 2-6-16,-1 2-12 15,-9 2 1-15,-7 1-7 16,-9 3 12-16,-7 3 12 16,-3 5 18-16,-2 3 6 0,-2 2 3 15,0 2 9-15,-1 1-6 16,-3-2 3-16,1-4 12 15,-2-1 15-15,1-5 23 16,1-3 13-16,2-6-1 16,0-2-12-16,1-7-9 15,-1-3-8-15,-5-2-22 16,-2 0-9-16,-5-1-14 16,-5 1-6-16,-7 1-17 15,-9 4-5-15,-15 8 4 16,-5 7 3-16,-14 17 24 15,0 8 24-15,2 19 51 16,3 7 20-16,14 8-12 16,7 0-22-16,19-9-8 15,12-6-9-15,26-13-14 0,17-9-12 16,25-17-53-16,11-10-23 16,14-18-67-16,3-5-133 15,1-5-258-15,-6 0-17 16,-9 7 393-16</inkml:trace>
  <inkml:trace contextRef="#ctx0" brushRef="#br0" timeOffset="10033.04">15793 8324 2303 0,'13'1'157'0,"35"-4"66"0,27-5-244 16,56-6-65-1,27-2 10-15,36 0 53 0,16-1 17 16,24 2 6-16,7 2 1 16,16 1 8-16,-2 3 8 15,8 0-3-15,1 0-3 0,-5-3-3 16,-3-1-8-1,-17-4-5-15,-6-1-13 0,-28-6-178 16,-12-3-264-16,-28-4 230 16</inkml:trace>
  <inkml:trace contextRef="#ctx0" brushRef="#br0" timeOffset="12983.34">6608 8506 821 0,'-16'7'32'16,"-3"-1"-212"-16,-3 1 125 15</inkml:trace>
  <inkml:trace contextRef="#ctx0" brushRef="#br0" timeOffset="13082.43">6440 8559 464 0,'-3'5'65'0,"3"-5"43"16,0 0-42-16,0 0-57 16,18 1-25-16,4-15-207 15,8-6 174-15</inkml:trace>
  <inkml:trace contextRef="#ctx0" brushRef="#br0" timeOffset="17433.29">11315 6880 1202 0,'0'0'23'0,"13"-2"-17"16,12 1-14-16,8-2 5 15,12-4 6-15,1-2 9 16,6-2 4-16,2 0 5 15,8-1 0-15,5 1-1 16,4-2-7-16,0 3-5 16,-3 1-6-16,-1-1 0 15,-5 0-2-15,-4 0 0 16,-2 2-47-16,-6 0-94 0,-5-1 81 16</inkml:trace>
  <inkml:trace contextRef="#ctx0" brushRef="#br0" timeOffset="20065.21">5430 9777 990 0,'-3'0'47'16,"3"0"10"-16,4 6-65 15,7-4-2-15,11-2 4 16,5 0 8-16,7-4 4 15,2-1 6-15,7-1 7 16,-1 0 4-16,5 2 3 16,4 0 1-16,9-1-2 15,9-1-4-15,12-2-3 16,5 0-5-16,7 1-5 16,3 2-2-16,-9 5-4 15,-3 0 0-15,-7 3 0 16,-3 3 1-16,4 1 13 0,3-1 5 15,-5-1 6-15,-5-2 1 16,-11-1-11-16,0-3-3 16,-4-3-9-16,0-3-1 15,0-3-6-15,-5 2-5 16,-6 1-50-16,-7 1-57 16,-14 2 62-16</inkml:trace>
  <inkml:trace contextRef="#ctx0" brushRef="#br0" timeOffset="24633.5">8698 10430 137 0,'64'1'4'16,"0"2"9"-16,2-2-12 16,-2 1-1-16,-5-2 2 15,0-3 6-15,2 0 21 16,0-1 16-16,1 0 27 0,-2 0 6 16,-3 1-12-16,-1 1 4 15,0-3-22-15,1-2-14 16,5-2-9-16,3-1-9 15,-3 0-7-15,2 1-2 16,-6 0-3-16,1 0 1 16,-3 0 0-16,0 1-3 15,-6 0 2-15,-3 2 3 0,-5 3-2 16,-3 0-3-16,1 3 0 16,-2 0-2-16,0-1 0 15,2 0 0-15,0-1-2 16,-2-2 0-16,0 2-7 15,-3 0-12-15,-4 1-95 16,-5 0 73-16</inkml:trace>
  <inkml:trace contextRef="#ctx0" brushRef="#br0" timeOffset="26683.12">12268 10566 803 0,'25'1'70'15,"6"1"118"-15,19 4-186 16,10-1 0-16,7-1-2 15,3-2 0-15,3-2 0 16,-1-2 2-16,3 0-1 16,-3 1 1-16,-3-1 0 15,-4 1 2-15,-7-1-4 16,4 2 2-16,-1 0 2 16,5-1 0-16,3 0-2 0,0 0 0 15,0 1 0-15,-1 0 0 16,-6 1-2-16,-4 1 0 15,-13 0 0-15,-6 2 2 16,-12-3 0-16,-3 2 1 16,-4 0 1-16,0 2 0 15,1-2 0-15,2 2 2 0,3 0-2 16,-2-1 0-16,1 0-4 16,0 1 0-16,-3-2 0 15,-2 1 0-15,-7 0 0 16,-4-1 2-16,-4-2-2 15,-5-1 0-15,0 0 1 16,1 0 1-16,0 0-2 16,0 0 0-16,20 1 0 15,-10 0-5-15,0-1-13 16,1 1-19-16,-4-1 22 16</inkml:trace>
  <inkml:trace contextRef="#ctx0" brushRef="#br0" timeOffset="39299.31">13989 11518 1708 0,'21'-6'150'16,"7"-1"65"-16,23-6-215 15,16 1-12-15,17 1 6 16,5-3 6-16,15 4 6 16,5 1-3-16,3 5 30 15,8 4 21-15,12 4 32 16,3 3 4-16,9 1-35 16,13 2-12-16,2-1-22 15,1-2 0-15,10 2 8 16,-8-2 4-16,-2-1 5 15,-1 0-9-15,-10-3-18 0,0-2-7 16,-7-1-4-16,-8-2 0 16,-5-3-45-16,-8-1-58 15,-17-1-203-15,-6-1-445 16,-28-6 590-16</inkml:trace>
  <inkml:trace contextRef="#ctx0" brushRef="#br0" timeOffset="42983.23">18793 10779 1262 0,'-4'-5'147'0,"0"2"708"15,4 3-855-15,0 0-6 16,0 0 0-16,2 16 6 15,14 18 3-15,4 15 6 16,4 27 6-16,1 11 3 16,-4 5 1-16,-3-2-9 15,-6-15-3-15,-5-13 3 0,-5-20 60 16,-2-15 30-16,-1-15 34 16,1-11-49-16,0-1-21 15,1-4-19-15,4-20-25 16,-1-9-2-16,7-22-18 15,2-4-1-15,3-4-4 16,0 0-5-16,0 13 0 16,-3 4 0-16,-2 18 1 15,-1 8 1-15,-5 12-5 16,-4 6-8-16,1 17 3 16,-2 11-2-16,5 25 11 15,2 10 8-15,-2 12 1 16,4-5 4-16,1-15 0 15,1-9 2-15,4-23-1 0,1-6 5 16,5-13 4 0,1-6 2-16,8-15 4 15,2-11-5-15,7-22-3 0,2-11-8 16,0-12-4-16,-2-1-4 16,-9 5-18-16,-7 7-9 15,-11 17-19-15,-5 10 3 16,-8 18 12-16,-2 8 11 15,-1 11 15-15,-3 2 7 16,2 9 2-16,1 5-2 16,3 13-18-16,2 7-10 0,5 3-30 15,3 2-7-15,3-6 8 16,3-1 9-16,3-6 34 16,-4-4 8-16,3-9 8 15,-3-5 11-15,3-7 22 16,0-3 11-16,1-6 31 15,-1-4 7-15,-1-5-17 16,1-4-22-16,-1-6-20 16,1-3-9-16,0-6-5 15,4 0-6-15,-10 1-4 16,-1 1-2-16,-7 8-3 16,-7 1-1-16,-1 9 4 15,-3 1 0-15,-3 3-5 16,-1 2 1-16,-4 4-10 15,0 4-2-15,-2 7 5 16,-1 6-2-16,4 12 11 0,1 7 5 16,4 13 0-16,3 3-3 15,3 4 3-15,1 1-1 16,3-3-3-16,3-4 4 16,4-8 0-16,2-7 5 15,8-10 12-15,2-3 4 0,5-13-2 16,6-3 1-16,-1-13-4 15,3-4-5-15,0-8-7 16,-5-3-2-16,1 1-1 16,-3-2 1-16,-6 3-4 15,-5 1-2-15,-6 1-4 16,-5 3-2-16,-3 5 5 16,-1 2 0-16,-1 6 5 15,2 6 0-15,0 0-2 16,0 0-5-16,0 0-7 15,0 0-1-15,3 4-2 16,4 7 1-16,7 4 3 16,1-2 7-16,4-4 2 15,2-1-2-15,2-8 2 16,3-4 4-16,2-9 0 0,2-4 7 16,0-11 4-16,-3-1-6 15,-3-5-4-15,-4-4-1 16,-5 6 1-16,-4 2 2 15,-11 8 2-15,-4 6 0 16,-10 6-7-16,-3 3-3 16,-6 8-1-16,-2 6 0 15,-4 18 7-15,1 5 8 16,-1 16 9-16,1 8-2 0,5 9 0 16,2 5 0-16,8 0 2 15,5-6 1-15,8-15-2 16,8-9-2-16,14-18-5 15,6-9-3-15,16-12-2 16,3-10 0-16,11-21-5 16,1-12-2-16,1-19-21 15,2-9-11-15,-5-8-14 16,-4-3-13-16,-13 0 7 16,-4 8 20-16,-14 15 24 15,-5 9 9-15,-9 14 6 16,-5 11 4-16,-4 11 67 15,1 14-2-15,0 1-6 16,-1 0 0-16,-12 16-39 16,10 14-11-16,3 29-14 15,1 20-1-15,4 27 1 0,1 8 0 16,2 2-4-16,2-13-6 16,1-27-23-16,1-12-24 15,0-29-57-15,1-10-110 16,0-20-200-16,-1-10-130 15,2-22 440-15</inkml:trace>
  <inkml:trace contextRef="#ctx0" brushRef="#br0" timeOffset="43231.46">20910 10767 1396 0,'-17'12'95'16,"-2"3"242"-16,-14 14-143 15,-5 4-21-15,-5 9-1 16,1 4-39-16,4 1-36 16,6 0-25-16,9-11-28 15,6-4-5-15,11-11-8 16,6-4-7-16,10-5-17 16,6-4-10-16,15-2-15 15,8-2-2-15,16-8-19 16,7-2-18-16,3-8-119 0,-2-3-115 15,-3-1 94-15</inkml:trace>
  <inkml:trace contextRef="#ctx0" brushRef="#br0" timeOffset="43830.78">21385 10690 2854 0,'0'0'91'15,"11"-7"7"-15,9-7-82 16,13-4-11-16,12-6-36 16,6 4-3-16,0 6-5 15,-3 6 1-15,-3 13-10 16,-5 8-20-16,-14 13-23 0,-7 4-17 16,-24 8-10-16,-8 0 35 15,-16 0 78-15,-6 1 55 16,-6 6 78-16,-5 5 2 15,-13 0 8-15,1-3-13 16,5-15-14-16,9-7-22 16,26-17-35-16,15-2-32 15,28-8-49-15,17-3-20 0,27-7-26 16,14-2-9-16,20 6-19 16,5 4-16-16,-1 14-21 15,-10 9-83-15,-39 10-17 16,-26 5-31-16,-45 8 144 15,-25 1 107-15,-52 8 153 16,-23 2 89-16,-20 0 87 16,-10-2-66-16,17-9-39 15,11-7-34-15,17-14-74 16,22-9-37-16,33-15-106 16,18-14-63-16,52-24-18 15,23-11 30-15</inkml:trace>
  <inkml:trace contextRef="#ctx0" brushRef="#br0" timeOffset="44297.44">19015 11659 2351 0,'0'0'132'0,"30"-10"53"16,21-5-281-16,53-6-91 16,23 0 18-16,39 0 110 15,14 3 62-15,17 5 32 16,4 4 22-16,8 8 37 15,1 5-9-15,-6 7 10 0,-4 1-15 16,-12 3-39-16,-6 2-26 16,-27-2-12-16,-14-2-6 15,-16-7-158-15,-5-6-148 16,-12-11 106-16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4e689ce426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4e689ce426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lvl="0" indent="-342900" algn="l" rtl="0">
              <a:spcBef>
                <a:spcPts val="0"/>
              </a:spcBef>
              <a:spcAft>
                <a:spcPts val="0"/>
              </a:spcAft>
            </a:pPr>
            <a:r>
              <a:rPr lang="en-GB" sz="2000" b="0" i="0" dirty="0">
                <a:solidFill>
                  <a:srgbClr val="242424"/>
                </a:solidFill>
                <a:effectLst/>
                <a:latin typeface="source-serif-pro"/>
              </a:rPr>
              <a:t>A feature is not just any variable in a dataset. </a:t>
            </a:r>
          </a:p>
          <a:p>
            <a:pPr marL="342900" lvl="0" indent="-342900" algn="l" rtl="0">
              <a:spcBef>
                <a:spcPts val="0"/>
              </a:spcBef>
              <a:spcAft>
                <a:spcPts val="0"/>
              </a:spcAft>
            </a:pPr>
            <a:r>
              <a:rPr lang="en-GB" sz="2000" b="0" i="0" dirty="0">
                <a:solidFill>
                  <a:srgbClr val="242424"/>
                </a:solidFill>
                <a:effectLst/>
                <a:latin typeface="source-serif-pro"/>
              </a:rPr>
              <a:t>A feature is a variable that is important for predicting your specific target and addressing your specific question(s)</a:t>
            </a:r>
          </a:p>
          <a:p>
            <a:pPr marL="342900" lvl="0" indent="-342900" algn="l" rtl="0">
              <a:spcBef>
                <a:spcPts val="0"/>
              </a:spcBef>
              <a:spcAft>
                <a:spcPts val="0"/>
              </a:spcAft>
            </a:pPr>
            <a:r>
              <a:rPr lang="en-GB" sz="2000" b="0" i="0" dirty="0">
                <a:solidFill>
                  <a:srgbClr val="242424"/>
                </a:solidFill>
                <a:effectLst/>
                <a:latin typeface="source-serif-pro"/>
              </a:rPr>
              <a:t>Preparing the proper input dataset, compatible with the machine learning algorithm requirements.</a:t>
            </a:r>
          </a:p>
          <a:p>
            <a:pPr marL="342900" lvl="0" indent="-342900" algn="l" rtl="0">
              <a:spcBef>
                <a:spcPts val="0"/>
              </a:spcBef>
              <a:spcAft>
                <a:spcPts val="0"/>
              </a:spcAft>
            </a:pPr>
            <a:r>
              <a:rPr lang="en-GB" sz="2000" b="0" i="0" dirty="0">
                <a:solidFill>
                  <a:srgbClr val="242424"/>
                </a:solidFill>
                <a:effectLst/>
                <a:latin typeface="source-serif-pro"/>
              </a:rPr>
              <a:t>Improving the performance of machine learning models.</a:t>
            </a:r>
          </a:p>
          <a:p>
            <a:pPr marL="171450" lvl="0" indent="-171450" algn="l" rtl="0">
              <a:spcBef>
                <a:spcPts val="0"/>
              </a:spcBef>
              <a:spcAft>
                <a:spcPts val="0"/>
              </a:spcAft>
            </a:pPr>
            <a:endParaRPr sz="1200" dirty="0">
              <a:solidFill>
                <a:srgbClr val="292929"/>
              </a:solidFill>
              <a:highlight>
                <a:srgbClr val="E8F3E8"/>
              </a:high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4e689ce426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4e689ce426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150" dirty="0">
              <a:solidFill>
                <a:srgbClr val="555555"/>
              </a:solidFill>
              <a:highlight>
                <a:srgbClr val="E8F3E8"/>
              </a:high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6674710A-A752-F515-C70F-B6B31901B28A}"/>
            </a:ext>
          </a:extLst>
        </p:cNvPr>
        <p:cNvGrpSpPr/>
        <p:nvPr/>
      </p:nvGrpSpPr>
      <p:grpSpPr>
        <a:xfrm>
          <a:off x="0" y="0"/>
          <a:ext cx="0" cy="0"/>
          <a:chOff x="0" y="0"/>
          <a:chExt cx="0" cy="0"/>
        </a:xfrm>
      </p:grpSpPr>
      <p:sp>
        <p:nvSpPr>
          <p:cNvPr id="64" name="Google Shape;64;g31e61d1804a_0_5:notes">
            <a:extLst>
              <a:ext uri="{FF2B5EF4-FFF2-40B4-BE49-F238E27FC236}">
                <a16:creationId xmlns:a16="http://schemas.microsoft.com/office/drawing/2014/main" id="{368110D1-0E3E-AFBA-089F-BDB711F034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1e61d1804a_0_5:notes">
            <a:extLst>
              <a:ext uri="{FF2B5EF4-FFF2-40B4-BE49-F238E27FC236}">
                <a16:creationId xmlns:a16="http://schemas.microsoft.com/office/drawing/2014/main" id="{C732F5D8-2B2A-90A7-CAF6-63DFABEE66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9492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4e689ce426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24e689ce426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150" dirty="0">
              <a:solidFill>
                <a:srgbClr val="555555"/>
              </a:solidFill>
              <a:highlight>
                <a:srgbClr val="E8F3E8"/>
              </a:highligh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4e689ce426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24e689ce426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900" dirty="0">
              <a:solidFill>
                <a:srgbClr val="292929"/>
              </a:solidFill>
              <a:highlight>
                <a:srgbClr val="FFFFFF"/>
              </a:highligh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4e689ce426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4e689ce426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50" dirty="0">
                <a:solidFill>
                  <a:srgbClr val="222222"/>
                </a:solidFill>
                <a:highlight>
                  <a:srgbClr val="FFFFFF"/>
                </a:highlight>
                <a:latin typeface="Lato"/>
                <a:ea typeface="Lato"/>
                <a:cs typeface="Lato"/>
                <a:sym typeface="Lato"/>
              </a:rPr>
              <a:t>Normalization is a scaling technique in which values are shifted and rescaled so that they end up ranging between 0 and 1. It is also known as Min-Max scaling</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4e689ce426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4e689ce426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850" dirty="0">
                <a:solidFill>
                  <a:srgbClr val="222222"/>
                </a:solidFill>
                <a:highlight>
                  <a:srgbClr val="FFFFFF"/>
                </a:highlight>
                <a:latin typeface="Lato"/>
                <a:ea typeface="Lato"/>
                <a:cs typeface="Lato"/>
                <a:sym typeface="Lato"/>
              </a:rPr>
              <a:t>You can always start by fitting your model to raw, normalized, and standardized data and comparing the performance for the best results.</a:t>
            </a:r>
            <a:endParaRPr sz="850" dirty="0">
              <a:solidFill>
                <a:srgbClr val="222222"/>
              </a:solidFill>
              <a:highlight>
                <a:srgbClr val="FFFFFF"/>
              </a:highlight>
              <a:latin typeface="Lato"/>
              <a:ea typeface="Lato"/>
              <a:cs typeface="Lato"/>
              <a:sym typeface="Lato"/>
            </a:endParaRPr>
          </a:p>
          <a:p>
            <a:pPr marL="0" lvl="0" indent="0" algn="l" rtl="0">
              <a:spcBef>
                <a:spcPts val="0"/>
              </a:spcBef>
              <a:spcAft>
                <a:spcPts val="0"/>
              </a:spcAft>
              <a:buNone/>
            </a:pPr>
            <a:r>
              <a:rPr lang="en" sz="850" i="1" dirty="0">
                <a:solidFill>
                  <a:srgbClr val="222222"/>
                </a:solidFill>
                <a:highlight>
                  <a:srgbClr val="FFFFFF"/>
                </a:highlight>
                <a:latin typeface="Lato"/>
                <a:ea typeface="Lato"/>
                <a:cs typeface="Lato"/>
                <a:sym typeface="Lato"/>
              </a:rPr>
              <a:t>It is a good practice to fit the scaler on the training data and then use it to transform the testing data. This would avoid any data leakage during the model testing process. Also, the scaling of target values is generally not required.</a:t>
            </a:r>
            <a:endParaRPr sz="850" dirty="0">
              <a:solidFill>
                <a:srgbClr val="222222"/>
              </a:solidFill>
              <a:highlight>
                <a:srgbClr val="FFFFFF"/>
              </a:highlight>
              <a:latin typeface="Lato"/>
              <a:ea typeface="Lato"/>
              <a:cs typeface="Lato"/>
              <a:sym typeface="La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B98B9F7E-6A65-27E8-5D8F-7B3257D103B3}"/>
            </a:ext>
          </a:extLst>
        </p:cNvPr>
        <p:cNvGrpSpPr/>
        <p:nvPr/>
      </p:nvGrpSpPr>
      <p:grpSpPr>
        <a:xfrm>
          <a:off x="0" y="0"/>
          <a:ext cx="0" cy="0"/>
          <a:chOff x="0" y="0"/>
          <a:chExt cx="0" cy="0"/>
        </a:xfrm>
      </p:grpSpPr>
      <p:sp>
        <p:nvSpPr>
          <p:cNvPr id="125" name="Google Shape;125;g24e689ce426_0_131:notes">
            <a:extLst>
              <a:ext uri="{FF2B5EF4-FFF2-40B4-BE49-F238E27FC236}">
                <a16:creationId xmlns:a16="http://schemas.microsoft.com/office/drawing/2014/main" id="{80E2C50B-6AD7-786F-51DF-56840BC1AE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4e689ce426_0_131:notes">
            <a:extLst>
              <a:ext uri="{FF2B5EF4-FFF2-40B4-BE49-F238E27FC236}">
                <a16:creationId xmlns:a16="http://schemas.microsoft.com/office/drawing/2014/main" id="{173A9BCF-6DB4-B5CF-B9F6-B075E97D34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850" dirty="0">
              <a:solidFill>
                <a:srgbClr val="222222"/>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2757670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2aec89f2a4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aec89f2a4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950" dirty="0">
                <a:solidFill>
                  <a:srgbClr val="222222"/>
                </a:solidFill>
                <a:highlight>
                  <a:srgbClr val="FFFFFF"/>
                </a:highlight>
                <a:latin typeface="Lato"/>
                <a:ea typeface="Lato"/>
                <a:cs typeface="Lato"/>
                <a:sym typeface="Lato"/>
              </a:rPr>
              <a:t>The presence of feature value X in the formula will affect the step size of the gradient descent. The difference in the ranges of features will cause different step sizes for each feature. To ensure that the gradient descent moves smoothly towards the minima and that the steps for gradient descent are updated at the same rate for all the features, we scale the data before feeding it to the model.</a:t>
            </a:r>
            <a:endParaRPr sz="950" dirty="0">
              <a:solidFill>
                <a:srgbClr val="222222"/>
              </a:solidFill>
              <a:highlight>
                <a:srgbClr val="FFFFFF"/>
              </a:highlight>
              <a:latin typeface="Lato"/>
              <a:ea typeface="Lato"/>
              <a:cs typeface="Lato"/>
              <a:sym typeface="Lato"/>
            </a:endParaRPr>
          </a:p>
          <a:p>
            <a:pPr marL="0" lvl="0" indent="0" algn="l" rtl="0">
              <a:spcBef>
                <a:spcPts val="0"/>
              </a:spcBef>
              <a:spcAft>
                <a:spcPts val="0"/>
              </a:spcAft>
              <a:buNone/>
            </a:pPr>
            <a:r>
              <a:rPr lang="en" sz="950" dirty="0">
                <a:solidFill>
                  <a:srgbClr val="222222"/>
                </a:solidFill>
                <a:highlight>
                  <a:srgbClr val="F2F2F2"/>
                </a:highlight>
                <a:latin typeface="Lato"/>
                <a:ea typeface="Lato"/>
                <a:cs typeface="Lato"/>
                <a:sym typeface="Lato"/>
              </a:rPr>
              <a:t>Having features on a similar scale can help the gradient descent converge more quickly towards the minima.</a:t>
            </a:r>
            <a:endParaRPr sz="950" dirty="0">
              <a:solidFill>
                <a:srgbClr val="222222"/>
              </a:solidFill>
              <a:highlight>
                <a:srgbClr val="FFFFFF"/>
              </a:highlight>
              <a:latin typeface="Lato"/>
              <a:ea typeface="Lato"/>
              <a:cs typeface="Lato"/>
              <a:sym typeface="La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aec89f2a4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aec89f2a4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950" dirty="0">
              <a:solidFill>
                <a:srgbClr val="222222"/>
              </a:solidFill>
              <a:highlight>
                <a:srgbClr val="FFFFFF"/>
              </a:highlight>
              <a:latin typeface="Lato"/>
              <a:ea typeface="Lato"/>
              <a:cs typeface="Lato"/>
              <a:sym typeface="La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1BA9C33A-21FC-C888-85F6-29236CF81B84}"/>
            </a:ext>
          </a:extLst>
        </p:cNvPr>
        <p:cNvGrpSpPr/>
        <p:nvPr/>
      </p:nvGrpSpPr>
      <p:grpSpPr>
        <a:xfrm>
          <a:off x="0" y="0"/>
          <a:ext cx="0" cy="0"/>
          <a:chOff x="0" y="0"/>
          <a:chExt cx="0" cy="0"/>
        </a:xfrm>
      </p:grpSpPr>
      <p:sp>
        <p:nvSpPr>
          <p:cNvPr id="64" name="Google Shape;64;g31e61d1804a_0_5:notes">
            <a:extLst>
              <a:ext uri="{FF2B5EF4-FFF2-40B4-BE49-F238E27FC236}">
                <a16:creationId xmlns:a16="http://schemas.microsoft.com/office/drawing/2014/main" id="{78664869-2AD0-667D-9582-0E862BCA94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1e61d1804a_0_5:notes">
            <a:extLst>
              <a:ext uri="{FF2B5EF4-FFF2-40B4-BE49-F238E27FC236}">
                <a16:creationId xmlns:a16="http://schemas.microsoft.com/office/drawing/2014/main" id="{2465AA74-FB29-90B6-5E8A-BBDE839B1B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0439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E728BFE8-6EC4-975A-05E6-3C6BC2E0418B}"/>
            </a:ext>
          </a:extLst>
        </p:cNvPr>
        <p:cNvGrpSpPr/>
        <p:nvPr/>
      </p:nvGrpSpPr>
      <p:grpSpPr>
        <a:xfrm>
          <a:off x="0" y="0"/>
          <a:ext cx="0" cy="0"/>
          <a:chOff x="0" y="0"/>
          <a:chExt cx="0" cy="0"/>
        </a:xfrm>
      </p:grpSpPr>
      <p:sp>
        <p:nvSpPr>
          <p:cNvPr id="134" name="Google Shape;134;g2aec89f2a4e_0_15:notes">
            <a:extLst>
              <a:ext uri="{FF2B5EF4-FFF2-40B4-BE49-F238E27FC236}">
                <a16:creationId xmlns:a16="http://schemas.microsoft.com/office/drawing/2014/main" id="{CCAC0655-2E54-A4F6-BD0E-7B9FCF8E7A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aec89f2a4e_0_15:notes">
            <a:extLst>
              <a:ext uri="{FF2B5EF4-FFF2-40B4-BE49-F238E27FC236}">
                <a16:creationId xmlns:a16="http://schemas.microsoft.com/office/drawing/2014/main" id="{861383B6-504C-6CD1-E090-210A6396F1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950" dirty="0">
              <a:solidFill>
                <a:srgbClr val="222222"/>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2755549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09BFE1DA-E498-BA38-B3D6-E598603A7E27}"/>
            </a:ext>
          </a:extLst>
        </p:cNvPr>
        <p:cNvGrpSpPr/>
        <p:nvPr/>
      </p:nvGrpSpPr>
      <p:grpSpPr>
        <a:xfrm>
          <a:off x="0" y="0"/>
          <a:ext cx="0" cy="0"/>
          <a:chOff x="0" y="0"/>
          <a:chExt cx="0" cy="0"/>
        </a:xfrm>
      </p:grpSpPr>
      <p:sp>
        <p:nvSpPr>
          <p:cNvPr id="134" name="Google Shape;134;g2aec89f2a4e_0_15:notes">
            <a:extLst>
              <a:ext uri="{FF2B5EF4-FFF2-40B4-BE49-F238E27FC236}">
                <a16:creationId xmlns:a16="http://schemas.microsoft.com/office/drawing/2014/main" id="{7BDA7C98-8EBA-7504-43DC-BEE44365C8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aec89f2a4e_0_15:notes">
            <a:extLst>
              <a:ext uri="{FF2B5EF4-FFF2-40B4-BE49-F238E27FC236}">
                <a16:creationId xmlns:a16="http://schemas.microsoft.com/office/drawing/2014/main" id="{0B5206B8-5590-D126-08F6-1B85C73D87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950" dirty="0">
              <a:solidFill>
                <a:srgbClr val="222222"/>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1310094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755B2AE0-A0B3-8244-679A-B5B284C005BB}"/>
            </a:ext>
          </a:extLst>
        </p:cNvPr>
        <p:cNvGrpSpPr/>
        <p:nvPr/>
      </p:nvGrpSpPr>
      <p:grpSpPr>
        <a:xfrm>
          <a:off x="0" y="0"/>
          <a:ext cx="0" cy="0"/>
          <a:chOff x="0" y="0"/>
          <a:chExt cx="0" cy="0"/>
        </a:xfrm>
      </p:grpSpPr>
      <p:sp>
        <p:nvSpPr>
          <p:cNvPr id="134" name="Google Shape;134;g2aec89f2a4e_0_15:notes">
            <a:extLst>
              <a:ext uri="{FF2B5EF4-FFF2-40B4-BE49-F238E27FC236}">
                <a16:creationId xmlns:a16="http://schemas.microsoft.com/office/drawing/2014/main" id="{CF045FCD-75D5-EE0E-5DEB-C493234F69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aec89f2a4e_0_15:notes">
            <a:extLst>
              <a:ext uri="{FF2B5EF4-FFF2-40B4-BE49-F238E27FC236}">
                <a16:creationId xmlns:a16="http://schemas.microsoft.com/office/drawing/2014/main" id="{815C7F48-C3EE-0C96-2B76-1769DA6E36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950" dirty="0">
              <a:solidFill>
                <a:srgbClr val="222222"/>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3962441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C3319C6C-CCE2-91AB-DE8A-0AB478C21759}"/>
            </a:ext>
          </a:extLst>
        </p:cNvPr>
        <p:cNvGrpSpPr/>
        <p:nvPr/>
      </p:nvGrpSpPr>
      <p:grpSpPr>
        <a:xfrm>
          <a:off x="0" y="0"/>
          <a:ext cx="0" cy="0"/>
          <a:chOff x="0" y="0"/>
          <a:chExt cx="0" cy="0"/>
        </a:xfrm>
      </p:grpSpPr>
      <p:sp>
        <p:nvSpPr>
          <p:cNvPr id="134" name="Google Shape;134;g2aec89f2a4e_0_15:notes">
            <a:extLst>
              <a:ext uri="{FF2B5EF4-FFF2-40B4-BE49-F238E27FC236}">
                <a16:creationId xmlns:a16="http://schemas.microsoft.com/office/drawing/2014/main" id="{AF32F950-AC9C-DED4-6A28-53E3B3CE39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aec89f2a4e_0_15:notes">
            <a:extLst>
              <a:ext uri="{FF2B5EF4-FFF2-40B4-BE49-F238E27FC236}">
                <a16:creationId xmlns:a16="http://schemas.microsoft.com/office/drawing/2014/main" id="{54A1BF50-2457-A2E6-081A-64A631407B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950" dirty="0">
              <a:solidFill>
                <a:srgbClr val="222222"/>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30382119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C2A75971-611C-DD8B-A077-46618672378D}"/>
            </a:ext>
          </a:extLst>
        </p:cNvPr>
        <p:cNvGrpSpPr/>
        <p:nvPr/>
      </p:nvGrpSpPr>
      <p:grpSpPr>
        <a:xfrm>
          <a:off x="0" y="0"/>
          <a:ext cx="0" cy="0"/>
          <a:chOff x="0" y="0"/>
          <a:chExt cx="0" cy="0"/>
        </a:xfrm>
      </p:grpSpPr>
      <p:sp>
        <p:nvSpPr>
          <p:cNvPr id="134" name="Google Shape;134;g2aec89f2a4e_0_15:notes">
            <a:extLst>
              <a:ext uri="{FF2B5EF4-FFF2-40B4-BE49-F238E27FC236}">
                <a16:creationId xmlns:a16="http://schemas.microsoft.com/office/drawing/2014/main" id="{713FBA7B-D3CD-7384-5177-37E9D8A81C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aec89f2a4e_0_15:notes">
            <a:extLst>
              <a:ext uri="{FF2B5EF4-FFF2-40B4-BE49-F238E27FC236}">
                <a16:creationId xmlns:a16="http://schemas.microsoft.com/office/drawing/2014/main" id="{8BA0E3BD-E2C7-2C9C-B135-6341334335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950" dirty="0">
              <a:solidFill>
                <a:srgbClr val="222222"/>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24244519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D3B331A1-F786-42F1-A797-9392CF31D152}"/>
            </a:ext>
          </a:extLst>
        </p:cNvPr>
        <p:cNvGrpSpPr/>
        <p:nvPr/>
      </p:nvGrpSpPr>
      <p:grpSpPr>
        <a:xfrm>
          <a:off x="0" y="0"/>
          <a:ext cx="0" cy="0"/>
          <a:chOff x="0" y="0"/>
          <a:chExt cx="0" cy="0"/>
        </a:xfrm>
      </p:grpSpPr>
      <p:sp>
        <p:nvSpPr>
          <p:cNvPr id="134" name="Google Shape;134;g2aec89f2a4e_0_15:notes">
            <a:extLst>
              <a:ext uri="{FF2B5EF4-FFF2-40B4-BE49-F238E27FC236}">
                <a16:creationId xmlns:a16="http://schemas.microsoft.com/office/drawing/2014/main" id="{A5A37475-5882-E651-3145-343A1AFA62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aec89f2a4e_0_15:notes">
            <a:extLst>
              <a:ext uri="{FF2B5EF4-FFF2-40B4-BE49-F238E27FC236}">
                <a16:creationId xmlns:a16="http://schemas.microsoft.com/office/drawing/2014/main" id="{1E1BFFA6-2524-0A8A-78CD-DA7EE346D3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950" dirty="0">
              <a:solidFill>
                <a:srgbClr val="222222"/>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35363371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F3198788-53DD-F646-B737-774AEE2B881E}"/>
            </a:ext>
          </a:extLst>
        </p:cNvPr>
        <p:cNvGrpSpPr/>
        <p:nvPr/>
      </p:nvGrpSpPr>
      <p:grpSpPr>
        <a:xfrm>
          <a:off x="0" y="0"/>
          <a:ext cx="0" cy="0"/>
          <a:chOff x="0" y="0"/>
          <a:chExt cx="0" cy="0"/>
        </a:xfrm>
      </p:grpSpPr>
      <p:sp>
        <p:nvSpPr>
          <p:cNvPr id="134" name="Google Shape;134;g2aec89f2a4e_0_15:notes">
            <a:extLst>
              <a:ext uri="{FF2B5EF4-FFF2-40B4-BE49-F238E27FC236}">
                <a16:creationId xmlns:a16="http://schemas.microsoft.com/office/drawing/2014/main" id="{5B04E992-EA81-5AA5-59BE-7B86BC28C6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aec89f2a4e_0_15:notes">
            <a:extLst>
              <a:ext uri="{FF2B5EF4-FFF2-40B4-BE49-F238E27FC236}">
                <a16:creationId xmlns:a16="http://schemas.microsoft.com/office/drawing/2014/main" id="{51F1ED48-795C-918C-709E-B89E5CFB9E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950" dirty="0">
              <a:solidFill>
                <a:srgbClr val="222222"/>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32276594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0AC8EFF8-138A-3C3E-BB35-B49B2FBEDC54}"/>
            </a:ext>
          </a:extLst>
        </p:cNvPr>
        <p:cNvGrpSpPr/>
        <p:nvPr/>
      </p:nvGrpSpPr>
      <p:grpSpPr>
        <a:xfrm>
          <a:off x="0" y="0"/>
          <a:ext cx="0" cy="0"/>
          <a:chOff x="0" y="0"/>
          <a:chExt cx="0" cy="0"/>
        </a:xfrm>
      </p:grpSpPr>
      <p:sp>
        <p:nvSpPr>
          <p:cNvPr id="134" name="Google Shape;134;g2aec89f2a4e_0_15:notes">
            <a:extLst>
              <a:ext uri="{FF2B5EF4-FFF2-40B4-BE49-F238E27FC236}">
                <a16:creationId xmlns:a16="http://schemas.microsoft.com/office/drawing/2014/main" id="{AF447A6C-C8BB-5F8D-F1A6-F7208DF8D0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aec89f2a4e_0_15:notes">
            <a:extLst>
              <a:ext uri="{FF2B5EF4-FFF2-40B4-BE49-F238E27FC236}">
                <a16:creationId xmlns:a16="http://schemas.microsoft.com/office/drawing/2014/main" id="{3BC19F8C-7219-BAD4-DC12-7FBAAF7C6B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950" dirty="0">
              <a:solidFill>
                <a:srgbClr val="222222"/>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40049601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CD3126D3-BC35-988C-C333-C9A3F8EEE707}"/>
            </a:ext>
          </a:extLst>
        </p:cNvPr>
        <p:cNvGrpSpPr/>
        <p:nvPr/>
      </p:nvGrpSpPr>
      <p:grpSpPr>
        <a:xfrm>
          <a:off x="0" y="0"/>
          <a:ext cx="0" cy="0"/>
          <a:chOff x="0" y="0"/>
          <a:chExt cx="0" cy="0"/>
        </a:xfrm>
      </p:grpSpPr>
      <p:sp>
        <p:nvSpPr>
          <p:cNvPr id="64" name="Google Shape;64;g31e61d1804a_0_5:notes">
            <a:extLst>
              <a:ext uri="{FF2B5EF4-FFF2-40B4-BE49-F238E27FC236}">
                <a16:creationId xmlns:a16="http://schemas.microsoft.com/office/drawing/2014/main" id="{88F1C0FB-1E6D-32EE-9076-236859FFF9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1e61d1804a_0_5:notes">
            <a:extLst>
              <a:ext uri="{FF2B5EF4-FFF2-40B4-BE49-F238E27FC236}">
                <a16:creationId xmlns:a16="http://schemas.microsoft.com/office/drawing/2014/main" id="{F401B845-0F43-A899-6C4A-60D9E932E2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64930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08588E8C-8113-8642-5581-3B4EFDB5B141}"/>
            </a:ext>
          </a:extLst>
        </p:cNvPr>
        <p:cNvGrpSpPr/>
        <p:nvPr/>
      </p:nvGrpSpPr>
      <p:grpSpPr>
        <a:xfrm>
          <a:off x="0" y="0"/>
          <a:ext cx="0" cy="0"/>
          <a:chOff x="0" y="0"/>
          <a:chExt cx="0" cy="0"/>
        </a:xfrm>
      </p:grpSpPr>
      <p:sp>
        <p:nvSpPr>
          <p:cNvPr id="134" name="Google Shape;134;g2aec89f2a4e_0_15:notes">
            <a:extLst>
              <a:ext uri="{FF2B5EF4-FFF2-40B4-BE49-F238E27FC236}">
                <a16:creationId xmlns:a16="http://schemas.microsoft.com/office/drawing/2014/main" id="{EFDEDB24-5423-DEB6-8B22-D3F7AC13E9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aec89f2a4e_0_15:notes">
            <a:extLst>
              <a:ext uri="{FF2B5EF4-FFF2-40B4-BE49-F238E27FC236}">
                <a16:creationId xmlns:a16="http://schemas.microsoft.com/office/drawing/2014/main" id="{68F3F6A0-4731-A9CA-9A65-A7E62A100A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950" dirty="0">
              <a:solidFill>
                <a:srgbClr val="222222"/>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40660275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DC4842A2-D1F2-A03D-9BC1-91F93239F587}"/>
            </a:ext>
          </a:extLst>
        </p:cNvPr>
        <p:cNvGrpSpPr/>
        <p:nvPr/>
      </p:nvGrpSpPr>
      <p:grpSpPr>
        <a:xfrm>
          <a:off x="0" y="0"/>
          <a:ext cx="0" cy="0"/>
          <a:chOff x="0" y="0"/>
          <a:chExt cx="0" cy="0"/>
        </a:xfrm>
      </p:grpSpPr>
      <p:sp>
        <p:nvSpPr>
          <p:cNvPr id="134" name="Google Shape;134;g2aec89f2a4e_0_15:notes">
            <a:extLst>
              <a:ext uri="{FF2B5EF4-FFF2-40B4-BE49-F238E27FC236}">
                <a16:creationId xmlns:a16="http://schemas.microsoft.com/office/drawing/2014/main" id="{03AB4C01-C9F9-DF4A-2112-28279561C9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aec89f2a4e_0_15:notes">
            <a:extLst>
              <a:ext uri="{FF2B5EF4-FFF2-40B4-BE49-F238E27FC236}">
                <a16:creationId xmlns:a16="http://schemas.microsoft.com/office/drawing/2014/main" id="{605FC781-4E57-0388-818E-C1A8608044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950" dirty="0">
                <a:solidFill>
                  <a:srgbClr val="222222"/>
                </a:solidFill>
                <a:highlight>
                  <a:srgbClr val="FFFFFF"/>
                </a:highlight>
                <a:latin typeface="Lato"/>
                <a:ea typeface="Lato"/>
                <a:cs typeface="Lato"/>
                <a:sym typeface="Lato"/>
              </a:rPr>
              <a:t>Read More on MICE </a:t>
            </a:r>
            <a:endParaRPr sz="950" dirty="0">
              <a:solidFill>
                <a:srgbClr val="222222"/>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33466596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4A6480D4-77D2-A66B-6B4E-61E3F3FCD061}"/>
            </a:ext>
          </a:extLst>
        </p:cNvPr>
        <p:cNvGrpSpPr/>
        <p:nvPr/>
      </p:nvGrpSpPr>
      <p:grpSpPr>
        <a:xfrm>
          <a:off x="0" y="0"/>
          <a:ext cx="0" cy="0"/>
          <a:chOff x="0" y="0"/>
          <a:chExt cx="0" cy="0"/>
        </a:xfrm>
      </p:grpSpPr>
      <p:sp>
        <p:nvSpPr>
          <p:cNvPr id="64" name="Google Shape;64;g31e61d1804a_0_5:notes">
            <a:extLst>
              <a:ext uri="{FF2B5EF4-FFF2-40B4-BE49-F238E27FC236}">
                <a16:creationId xmlns:a16="http://schemas.microsoft.com/office/drawing/2014/main" id="{AF4D17B8-8CF5-20DF-3F07-D03DE2D2DB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1e61d1804a_0_5:notes">
            <a:extLst>
              <a:ext uri="{FF2B5EF4-FFF2-40B4-BE49-F238E27FC236}">
                <a16:creationId xmlns:a16="http://schemas.microsoft.com/office/drawing/2014/main" id="{2ADF4BC7-4F05-356F-020F-C700A5F1F7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20776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C6C82597-ED0A-2DE2-A219-F230F79A0FAE}"/>
            </a:ext>
          </a:extLst>
        </p:cNvPr>
        <p:cNvGrpSpPr/>
        <p:nvPr/>
      </p:nvGrpSpPr>
      <p:grpSpPr>
        <a:xfrm>
          <a:off x="0" y="0"/>
          <a:ext cx="0" cy="0"/>
          <a:chOff x="0" y="0"/>
          <a:chExt cx="0" cy="0"/>
        </a:xfrm>
      </p:grpSpPr>
      <p:sp>
        <p:nvSpPr>
          <p:cNvPr id="134" name="Google Shape;134;g2aec89f2a4e_0_15:notes">
            <a:extLst>
              <a:ext uri="{FF2B5EF4-FFF2-40B4-BE49-F238E27FC236}">
                <a16:creationId xmlns:a16="http://schemas.microsoft.com/office/drawing/2014/main" id="{382A63BA-0DFD-695D-AB40-F413584082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aec89f2a4e_0_15:notes">
            <a:extLst>
              <a:ext uri="{FF2B5EF4-FFF2-40B4-BE49-F238E27FC236}">
                <a16:creationId xmlns:a16="http://schemas.microsoft.com/office/drawing/2014/main" id="{E461D922-C181-CEAA-8BC2-4F818E55E3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950" dirty="0">
              <a:solidFill>
                <a:srgbClr val="222222"/>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31721111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E0DD60FA-98D4-CBD9-7CEC-4CC481991693}"/>
            </a:ext>
          </a:extLst>
        </p:cNvPr>
        <p:cNvGrpSpPr/>
        <p:nvPr/>
      </p:nvGrpSpPr>
      <p:grpSpPr>
        <a:xfrm>
          <a:off x="0" y="0"/>
          <a:ext cx="0" cy="0"/>
          <a:chOff x="0" y="0"/>
          <a:chExt cx="0" cy="0"/>
        </a:xfrm>
      </p:grpSpPr>
      <p:sp>
        <p:nvSpPr>
          <p:cNvPr id="134" name="Google Shape;134;g2aec89f2a4e_0_15:notes">
            <a:extLst>
              <a:ext uri="{FF2B5EF4-FFF2-40B4-BE49-F238E27FC236}">
                <a16:creationId xmlns:a16="http://schemas.microsoft.com/office/drawing/2014/main" id="{0DEF740C-B899-2718-505E-6D1E988248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aec89f2a4e_0_15:notes">
            <a:extLst>
              <a:ext uri="{FF2B5EF4-FFF2-40B4-BE49-F238E27FC236}">
                <a16:creationId xmlns:a16="http://schemas.microsoft.com/office/drawing/2014/main" id="{80987643-F78B-BCBD-7E2E-865B138AF3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950" dirty="0">
                <a:solidFill>
                  <a:srgbClr val="222222"/>
                </a:solidFill>
                <a:highlight>
                  <a:srgbClr val="FFFFFF"/>
                </a:highlight>
                <a:latin typeface="Lato"/>
                <a:ea typeface="Lato"/>
                <a:cs typeface="Lato"/>
                <a:sym typeface="Lato"/>
              </a:rPr>
              <a:t>https://towardsdatascience.com/class-imbalance-strategies-a-visual-guide-with-code-8bc8fae71e1a</a:t>
            </a:r>
            <a:endParaRPr sz="950" dirty="0">
              <a:solidFill>
                <a:srgbClr val="222222"/>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34044344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B62C60B5-5134-D591-36B3-920C534B409F}"/>
            </a:ext>
          </a:extLst>
        </p:cNvPr>
        <p:cNvGrpSpPr/>
        <p:nvPr/>
      </p:nvGrpSpPr>
      <p:grpSpPr>
        <a:xfrm>
          <a:off x="0" y="0"/>
          <a:ext cx="0" cy="0"/>
          <a:chOff x="0" y="0"/>
          <a:chExt cx="0" cy="0"/>
        </a:xfrm>
      </p:grpSpPr>
      <p:sp>
        <p:nvSpPr>
          <p:cNvPr id="134" name="Google Shape;134;g2aec89f2a4e_0_15:notes">
            <a:extLst>
              <a:ext uri="{FF2B5EF4-FFF2-40B4-BE49-F238E27FC236}">
                <a16:creationId xmlns:a16="http://schemas.microsoft.com/office/drawing/2014/main" id="{ABBBE153-DA85-CFF4-E952-46F6F06F03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aec89f2a4e_0_15:notes">
            <a:extLst>
              <a:ext uri="{FF2B5EF4-FFF2-40B4-BE49-F238E27FC236}">
                <a16:creationId xmlns:a16="http://schemas.microsoft.com/office/drawing/2014/main" id="{8B6AB9B1-C86C-9C8A-F0CA-C909F67357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950" dirty="0">
              <a:solidFill>
                <a:srgbClr val="222222"/>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24501239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92EBEF57-4AD6-2142-27D0-B12CF9C6AF0F}"/>
            </a:ext>
          </a:extLst>
        </p:cNvPr>
        <p:cNvGrpSpPr/>
        <p:nvPr/>
      </p:nvGrpSpPr>
      <p:grpSpPr>
        <a:xfrm>
          <a:off x="0" y="0"/>
          <a:ext cx="0" cy="0"/>
          <a:chOff x="0" y="0"/>
          <a:chExt cx="0" cy="0"/>
        </a:xfrm>
      </p:grpSpPr>
      <p:sp>
        <p:nvSpPr>
          <p:cNvPr id="64" name="Google Shape;64;g31e61d1804a_0_5:notes">
            <a:extLst>
              <a:ext uri="{FF2B5EF4-FFF2-40B4-BE49-F238E27FC236}">
                <a16:creationId xmlns:a16="http://schemas.microsoft.com/office/drawing/2014/main" id="{5CFC9589-6CE8-3A1C-39FF-4278AF3D70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1e61d1804a_0_5:notes">
            <a:extLst>
              <a:ext uri="{FF2B5EF4-FFF2-40B4-BE49-F238E27FC236}">
                <a16:creationId xmlns:a16="http://schemas.microsoft.com/office/drawing/2014/main" id="{BFE1AF5B-47E3-9FA0-C52B-5C3B738413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9171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494788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7343259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8436564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4974726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8788760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037877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rgbClr val="FF0000"/>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7447513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8453940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8840116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userDrawn="1">
  <p:cSld name="Big 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4698549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666624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203285870"/>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customXml" Target="../ink/ink3.xml"/><Relationship Id="rId5" Type="http://schemas.openxmlformats.org/officeDocument/2006/relationships/image" Target="../media/image4.png"/><Relationship Id="rId4" Type="http://schemas.openxmlformats.org/officeDocument/2006/relationships/customXml" Target="../ink/ink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customXml" Target="../ink/ink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hyperlink" Target="https://developers.google.com/machine-learning/crash-course/overfitting/imbalanced-datasets" TargetMode="External"/><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2" name="Google Shape;54;p13">
            <a:extLst>
              <a:ext uri="{FF2B5EF4-FFF2-40B4-BE49-F238E27FC236}">
                <a16:creationId xmlns:a16="http://schemas.microsoft.com/office/drawing/2014/main" id="{583644C7-D4DF-543E-6801-D112434A16B3}"/>
              </a:ext>
            </a:extLst>
          </p:cNvPr>
          <p:cNvSpPr txBox="1">
            <a:spLocks/>
          </p:cNvSpPr>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4200"/>
              <a:buFont typeface="Raleway"/>
              <a:buNone/>
              <a:defRPr sz="42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4200"/>
              <a:buFont typeface="Raleway"/>
              <a:buNone/>
              <a:defRPr sz="42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4200"/>
              <a:buFont typeface="Raleway"/>
              <a:buNone/>
              <a:defRPr sz="42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4200"/>
              <a:buFont typeface="Raleway"/>
              <a:buNone/>
              <a:defRPr sz="42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4200"/>
              <a:buFont typeface="Raleway"/>
              <a:buNone/>
              <a:defRPr sz="42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4200"/>
              <a:buFont typeface="Raleway"/>
              <a:buNone/>
              <a:defRPr sz="42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4200"/>
              <a:buFont typeface="Raleway"/>
              <a:buNone/>
              <a:defRPr sz="42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4200"/>
              <a:buFont typeface="Raleway"/>
              <a:buNone/>
              <a:defRPr sz="42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4200"/>
              <a:buFont typeface="Raleway"/>
              <a:buNone/>
              <a:defRPr sz="4200" b="1" i="0" u="none" strike="noStrike" cap="none">
                <a:solidFill>
                  <a:schemeClr val="dk2"/>
                </a:solidFill>
                <a:latin typeface="Raleway"/>
                <a:ea typeface="Raleway"/>
                <a:cs typeface="Raleway"/>
                <a:sym typeface="Raleway"/>
              </a:defRPr>
            </a:lvl9pPr>
          </a:lstStyle>
          <a:p>
            <a:pPr algn="ctr"/>
            <a:r>
              <a:rPr lang="en-GB" dirty="0">
                <a:solidFill>
                  <a:srgbClr val="FF0000"/>
                </a:solidFill>
              </a:rPr>
              <a:t>Data Preparation</a:t>
            </a:r>
            <a:br>
              <a:rPr lang="en-GB" dirty="0">
                <a:solidFill>
                  <a:srgbClr val="FF0000"/>
                </a:solidFill>
              </a:rPr>
            </a:br>
            <a:r>
              <a:rPr lang="en-GB" dirty="0">
                <a:solidFill>
                  <a:srgbClr val="FF0000"/>
                </a:solidFill>
              </a:rPr>
              <a:t>Machine Learning</a:t>
            </a:r>
          </a:p>
        </p:txBody>
      </p:sp>
      <p:sp>
        <p:nvSpPr>
          <p:cNvPr id="3" name="Google Shape;55;p13">
            <a:extLst>
              <a:ext uri="{FF2B5EF4-FFF2-40B4-BE49-F238E27FC236}">
                <a16:creationId xmlns:a16="http://schemas.microsoft.com/office/drawing/2014/main" id="{931FCB0E-A5A6-B716-2963-FEF651776A90}"/>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dirty="0"/>
              <a:t>Data Science at Zindua School | By Chris Aloo</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What are features in ML and Why FE is important</a:t>
            </a:r>
            <a:endParaRPr dirty="0"/>
          </a:p>
        </p:txBody>
      </p:sp>
      <p:pic>
        <p:nvPicPr>
          <p:cNvPr id="92" name="Google Shape;92;p14"/>
          <p:cNvPicPr preferRelativeResize="0"/>
          <p:nvPr/>
        </p:nvPicPr>
        <p:blipFill>
          <a:blip r:embed="rId3">
            <a:alphaModFix/>
            <a:duotone>
              <a:prstClr val="black"/>
              <a:schemeClr val="accent3">
                <a:tint val="45000"/>
                <a:satMod val="400000"/>
              </a:schemeClr>
            </a:duotone>
          </a:blip>
          <a:stretch>
            <a:fillRect/>
          </a:stretch>
        </p:blipFill>
        <p:spPr>
          <a:xfrm>
            <a:off x="934245" y="2161627"/>
            <a:ext cx="6834248" cy="1706988"/>
          </a:xfrm>
          <a:prstGeom prst="rect">
            <a:avLst/>
          </a:prstGeom>
          <a:noFill/>
          <a:ln>
            <a:noFill/>
          </a:ln>
        </p:spPr>
      </p:pic>
      <p:sp>
        <p:nvSpPr>
          <p:cNvPr id="2" name="TextBox 1">
            <a:extLst>
              <a:ext uri="{FF2B5EF4-FFF2-40B4-BE49-F238E27FC236}">
                <a16:creationId xmlns:a16="http://schemas.microsoft.com/office/drawing/2014/main" id="{B4E5E664-1807-0D89-4965-F85B5FE2B0F4}"/>
              </a:ext>
            </a:extLst>
          </p:cNvPr>
          <p:cNvSpPr txBox="1"/>
          <p:nvPr/>
        </p:nvSpPr>
        <p:spPr>
          <a:xfrm>
            <a:off x="725850" y="1853850"/>
            <a:ext cx="7688700" cy="307777"/>
          </a:xfrm>
          <a:prstGeom prst="rect">
            <a:avLst/>
          </a:prstGeom>
          <a:noFill/>
        </p:spPr>
        <p:txBody>
          <a:bodyPr wrap="square" rtlCol="0">
            <a:spAutoFit/>
          </a:bodyPr>
          <a:lstStyle/>
          <a:p>
            <a:r>
              <a:rPr lang="en-GB" b="1" u="sng" dirty="0">
                <a:solidFill>
                  <a:schemeClr val="tx1"/>
                </a:solidFill>
              </a:rPr>
              <a:t>Data Preprocessing </a:t>
            </a:r>
            <a:r>
              <a:rPr lang="en-GB" dirty="0"/>
              <a:t>is essentially making your data into format useable by ML algorithms</a:t>
            </a:r>
          </a:p>
        </p:txBody>
      </p:sp>
      <p:sp>
        <p:nvSpPr>
          <p:cNvPr id="3" name="TextBox 2">
            <a:extLst>
              <a:ext uri="{FF2B5EF4-FFF2-40B4-BE49-F238E27FC236}">
                <a16:creationId xmlns:a16="http://schemas.microsoft.com/office/drawing/2014/main" id="{B863A126-671B-4711-3BA3-3282C0DF0C53}"/>
              </a:ext>
            </a:extLst>
          </p:cNvPr>
          <p:cNvSpPr txBox="1"/>
          <p:nvPr/>
        </p:nvSpPr>
        <p:spPr>
          <a:xfrm>
            <a:off x="784464" y="3999592"/>
            <a:ext cx="7851535" cy="523220"/>
          </a:xfrm>
          <a:prstGeom prst="rect">
            <a:avLst/>
          </a:prstGeom>
          <a:noFill/>
        </p:spPr>
        <p:txBody>
          <a:bodyPr wrap="square" rtlCol="0">
            <a:spAutoFit/>
          </a:bodyPr>
          <a:lstStyle/>
          <a:p>
            <a:r>
              <a:rPr lang="en-GB" b="1" u="sng" dirty="0">
                <a:solidFill>
                  <a:schemeClr val="tx1"/>
                </a:solidFill>
              </a:rPr>
              <a:t>Feature Engineering</a:t>
            </a:r>
            <a:r>
              <a:rPr lang="en-GB" dirty="0"/>
              <a:t>, however, involves using already existing variables to create new ones. </a:t>
            </a:r>
          </a:p>
          <a:p>
            <a:r>
              <a:rPr lang="en-GB" dirty="0"/>
              <a:t>This is a process that relies heavily on domain knowledge and thorough exploration of one’s data.  </a:t>
            </a:r>
          </a:p>
        </p:txBody>
      </p:sp>
      <p:pic>
        <p:nvPicPr>
          <p:cNvPr id="1026" name="Picture 2">
            <a:extLst>
              <a:ext uri="{FF2B5EF4-FFF2-40B4-BE49-F238E27FC236}">
                <a16:creationId xmlns:a16="http://schemas.microsoft.com/office/drawing/2014/main" id="{029FE07F-D926-44B7-0678-EBEDC7CA8C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
                                        </p:tgtEl>
                                        <p:attrNameLst>
                                          <p:attrName>style.visibility</p:attrName>
                                        </p:attrNameLst>
                                      </p:cBhvr>
                                      <p:to>
                                        <p:strVal val="visible"/>
                                      </p:to>
                                    </p:set>
                                    <p:anim calcmode="lin" valueType="num">
                                      <p:cBhvr additive="base">
                                        <p:cTn id="13" dur="500" fill="hold"/>
                                        <p:tgtEl>
                                          <p:spTgt spid="92"/>
                                        </p:tgtEl>
                                        <p:attrNameLst>
                                          <p:attrName>ppt_x</p:attrName>
                                        </p:attrNameLst>
                                      </p:cBhvr>
                                      <p:tavLst>
                                        <p:tav tm="0">
                                          <p:val>
                                            <p:strVal val="#ppt_x"/>
                                          </p:val>
                                        </p:tav>
                                        <p:tav tm="100000">
                                          <p:val>
                                            <p:strVal val="#ppt_x"/>
                                          </p:val>
                                        </p:tav>
                                      </p:tavLst>
                                    </p:anim>
                                    <p:anim calcmode="lin" valueType="num">
                                      <p:cBhvr additive="base">
                                        <p:cTn id="14" dur="500" fill="hold"/>
                                        <p:tgtEl>
                                          <p:spTgt spid="9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Techniques for Feature Processing</a:t>
            </a:r>
            <a:endParaRPr dirty="0"/>
          </a:p>
        </p:txBody>
      </p:sp>
      <p:sp>
        <p:nvSpPr>
          <p:cNvPr id="98" name="Google Shape;98;p15"/>
          <p:cNvSpPr txBox="1">
            <a:spLocks noGrp="1"/>
          </p:cNvSpPr>
          <p:nvPr>
            <p:ph type="body" idx="1"/>
          </p:nvPr>
        </p:nvSpPr>
        <p:spPr>
          <a:xfrm>
            <a:off x="729449" y="2078874"/>
            <a:ext cx="4514673" cy="2575675"/>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Clr>
                <a:srgbClr val="292929"/>
              </a:buClr>
              <a:buSzPts val="1700"/>
              <a:buFont typeface="Arial"/>
              <a:buChar char="➔"/>
            </a:pPr>
            <a:r>
              <a:rPr lang="en" sz="1700" dirty="0">
                <a:solidFill>
                  <a:srgbClr val="292929"/>
                </a:solidFill>
                <a:highlight>
                  <a:srgbClr val="FFFFFF"/>
                </a:highlight>
                <a:latin typeface="Arial"/>
                <a:ea typeface="Arial"/>
                <a:cs typeface="Arial"/>
                <a:sym typeface="Arial"/>
              </a:rPr>
              <a:t>Scaling</a:t>
            </a:r>
            <a:endParaRPr sz="1700" dirty="0">
              <a:solidFill>
                <a:srgbClr val="292929"/>
              </a:solidFill>
              <a:highlight>
                <a:srgbClr val="FFFFFF"/>
              </a:highlight>
              <a:latin typeface="Arial"/>
              <a:ea typeface="Arial"/>
              <a:cs typeface="Arial"/>
              <a:sym typeface="Arial"/>
            </a:endParaRPr>
          </a:p>
          <a:p>
            <a:pPr marL="457200" lvl="0" indent="-336550" algn="l" rtl="0">
              <a:spcBef>
                <a:spcPts val="0"/>
              </a:spcBef>
              <a:spcAft>
                <a:spcPts val="0"/>
              </a:spcAft>
              <a:buClr>
                <a:srgbClr val="292929"/>
              </a:buClr>
              <a:buSzPts val="1700"/>
              <a:buFont typeface="Arial"/>
              <a:buChar char="➔"/>
            </a:pPr>
            <a:r>
              <a:rPr lang="en" sz="1700" dirty="0">
                <a:solidFill>
                  <a:srgbClr val="292929"/>
                </a:solidFill>
                <a:highlight>
                  <a:srgbClr val="FFFFFF"/>
                </a:highlight>
                <a:latin typeface="Arial"/>
                <a:ea typeface="Arial"/>
                <a:cs typeface="Arial"/>
                <a:sym typeface="Arial"/>
              </a:rPr>
              <a:t>Categorical Feature Encoding</a:t>
            </a:r>
            <a:endParaRPr sz="1700" dirty="0">
              <a:solidFill>
                <a:srgbClr val="292929"/>
              </a:solidFill>
              <a:highlight>
                <a:srgbClr val="FFFFFF"/>
              </a:highlight>
              <a:latin typeface="Arial"/>
              <a:ea typeface="Arial"/>
              <a:cs typeface="Arial"/>
              <a:sym typeface="Arial"/>
            </a:endParaRPr>
          </a:p>
          <a:p>
            <a:pPr marL="457200" lvl="0" indent="-336550" algn="l" rtl="0">
              <a:spcBef>
                <a:spcPts val="0"/>
              </a:spcBef>
              <a:spcAft>
                <a:spcPts val="0"/>
              </a:spcAft>
              <a:buClr>
                <a:srgbClr val="292929"/>
              </a:buClr>
              <a:buSzPts val="1700"/>
              <a:buFont typeface="Arial"/>
              <a:buChar char="➔"/>
            </a:pPr>
            <a:r>
              <a:rPr lang="en" sz="1700" dirty="0">
                <a:solidFill>
                  <a:srgbClr val="292929"/>
                </a:solidFill>
                <a:highlight>
                  <a:srgbClr val="FFFFFF"/>
                </a:highlight>
                <a:latin typeface="Arial"/>
                <a:ea typeface="Arial"/>
                <a:cs typeface="Arial"/>
                <a:sym typeface="Arial"/>
              </a:rPr>
              <a:t>Handling Outliers</a:t>
            </a:r>
            <a:endParaRPr sz="1700" dirty="0">
              <a:solidFill>
                <a:srgbClr val="292929"/>
              </a:solidFill>
              <a:highlight>
                <a:srgbClr val="FFFFFF"/>
              </a:highlight>
              <a:latin typeface="Arial"/>
              <a:ea typeface="Arial"/>
              <a:cs typeface="Arial"/>
              <a:sym typeface="Arial"/>
            </a:endParaRPr>
          </a:p>
          <a:p>
            <a:pPr marL="457200" lvl="0" indent="-336550" algn="l" rtl="0">
              <a:spcBef>
                <a:spcPts val="0"/>
              </a:spcBef>
              <a:spcAft>
                <a:spcPts val="0"/>
              </a:spcAft>
              <a:buClr>
                <a:srgbClr val="292929"/>
              </a:buClr>
              <a:buSzPts val="1700"/>
              <a:buFont typeface="Arial"/>
              <a:buChar char="➔"/>
            </a:pPr>
            <a:r>
              <a:rPr lang="en" sz="1700" dirty="0">
                <a:solidFill>
                  <a:srgbClr val="292929"/>
                </a:solidFill>
                <a:highlight>
                  <a:srgbClr val="FFFFFF"/>
                </a:highlight>
                <a:latin typeface="Arial"/>
                <a:ea typeface="Arial"/>
                <a:cs typeface="Arial"/>
                <a:sym typeface="Arial"/>
              </a:rPr>
              <a:t>Imputation</a:t>
            </a:r>
            <a:endParaRPr sz="1700" dirty="0">
              <a:solidFill>
                <a:srgbClr val="292929"/>
              </a:solidFill>
              <a:highlight>
                <a:srgbClr val="FFFFFF"/>
              </a:highlight>
              <a:latin typeface="Arial"/>
              <a:ea typeface="Arial"/>
              <a:cs typeface="Arial"/>
              <a:sym typeface="Arial"/>
            </a:endParaRPr>
          </a:p>
          <a:p>
            <a:pPr marL="457200" lvl="0" indent="-336550" algn="l" rtl="0">
              <a:spcBef>
                <a:spcPts val="0"/>
              </a:spcBef>
              <a:spcAft>
                <a:spcPts val="0"/>
              </a:spcAft>
              <a:buClr>
                <a:srgbClr val="292929"/>
              </a:buClr>
              <a:buSzPts val="1700"/>
              <a:buFont typeface="Arial"/>
              <a:buChar char="➔"/>
            </a:pPr>
            <a:r>
              <a:rPr lang="en-GB" sz="1700" dirty="0">
                <a:solidFill>
                  <a:srgbClr val="292929"/>
                </a:solidFill>
                <a:highlight>
                  <a:srgbClr val="FFFFFF"/>
                </a:highlight>
                <a:latin typeface="Arial"/>
                <a:ea typeface="Arial"/>
                <a:cs typeface="Arial"/>
                <a:sym typeface="Arial"/>
              </a:rPr>
              <a:t>Handling Class Imbalance</a:t>
            </a:r>
          </a:p>
          <a:p>
            <a:pPr marL="457200" lvl="0" indent="-336550" algn="l" rtl="0">
              <a:spcBef>
                <a:spcPts val="0"/>
              </a:spcBef>
              <a:spcAft>
                <a:spcPts val="0"/>
              </a:spcAft>
              <a:buClr>
                <a:srgbClr val="292929"/>
              </a:buClr>
              <a:buSzPts val="1700"/>
              <a:buFont typeface="Arial"/>
              <a:buChar char="➔"/>
            </a:pPr>
            <a:r>
              <a:rPr lang="en-GB" sz="1700" dirty="0">
                <a:solidFill>
                  <a:srgbClr val="292929"/>
                </a:solidFill>
                <a:highlight>
                  <a:srgbClr val="FFFFFF"/>
                </a:highlight>
                <a:latin typeface="Arial"/>
                <a:ea typeface="Arial"/>
                <a:cs typeface="Arial"/>
                <a:sym typeface="Arial"/>
              </a:rPr>
              <a:t>Working with Text Features </a:t>
            </a:r>
          </a:p>
          <a:p>
            <a:pPr marL="457200" lvl="0" indent="-336550" algn="l" rtl="0">
              <a:spcBef>
                <a:spcPts val="0"/>
              </a:spcBef>
              <a:spcAft>
                <a:spcPts val="0"/>
              </a:spcAft>
              <a:buClr>
                <a:srgbClr val="292929"/>
              </a:buClr>
              <a:buSzPts val="1700"/>
              <a:buFont typeface="Arial"/>
              <a:buChar char="➔"/>
            </a:pPr>
            <a:r>
              <a:rPr lang="en-GB" sz="1700" dirty="0">
                <a:solidFill>
                  <a:srgbClr val="292929"/>
                </a:solidFill>
                <a:highlight>
                  <a:srgbClr val="FFFFFF"/>
                </a:highlight>
                <a:latin typeface="Arial"/>
                <a:ea typeface="Arial"/>
                <a:cs typeface="Arial"/>
                <a:sym typeface="Arial"/>
              </a:rPr>
              <a:t>Working with Images</a:t>
            </a:r>
            <a:endParaRPr sz="1700" dirty="0">
              <a:solidFill>
                <a:srgbClr val="292929"/>
              </a:solidFill>
              <a:highlight>
                <a:srgbClr val="FFFFFF"/>
              </a:highlight>
              <a:latin typeface="Arial"/>
              <a:ea typeface="Arial"/>
              <a:cs typeface="Arial"/>
              <a:sym typeface="Arial"/>
            </a:endParaRPr>
          </a:p>
        </p:txBody>
      </p:sp>
      <p:pic>
        <p:nvPicPr>
          <p:cNvPr id="2" name="Picture 2">
            <a:extLst>
              <a:ext uri="{FF2B5EF4-FFF2-40B4-BE49-F238E27FC236}">
                <a16:creationId xmlns:a16="http://schemas.microsoft.com/office/drawing/2014/main" id="{EEFE4CA8-1D16-75DB-D0A6-CDF0DD9A1D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B02E8F71-A9A1-2C84-9535-6744A26A88A6}"/>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361A0497-EF6A-72DD-0B4C-62C8C86DA6F1}"/>
              </a:ext>
            </a:extLst>
          </p:cNvPr>
          <p:cNvSpPr txBox="1">
            <a:spLocks noGrp="1"/>
          </p:cNvSpPr>
          <p:nvPr>
            <p:ph type="title"/>
          </p:nvPr>
        </p:nvSpPr>
        <p:spPr>
          <a:xfrm>
            <a:off x="517144" y="450150"/>
            <a:ext cx="63678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Scaling</a:t>
            </a:r>
            <a:endParaRPr dirty="0"/>
          </a:p>
        </p:txBody>
      </p:sp>
      <p:sp>
        <p:nvSpPr>
          <p:cNvPr id="68" name="Google Shape;68;p15">
            <a:extLst>
              <a:ext uri="{FF2B5EF4-FFF2-40B4-BE49-F238E27FC236}">
                <a16:creationId xmlns:a16="http://schemas.microsoft.com/office/drawing/2014/main" id="{D43960B1-F053-94CA-BD77-73D729B25701}"/>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Lato"/>
                <a:ea typeface="Lato"/>
                <a:cs typeface="Lato"/>
                <a:sym typeface="La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a:t>
            </a:fld>
            <a:endParaRPr kumimoji="0" sz="1000" b="0" i="0" u="none" strike="noStrike" kern="0" cap="none" spc="0" normalizeH="0" baseline="0" noProof="0">
              <a:ln>
                <a:noFill/>
              </a:ln>
              <a:solidFill>
                <a:srgbClr val="FFFFFF"/>
              </a:solidFill>
              <a:effectLst/>
              <a:uLnTx/>
              <a:uFillTx/>
              <a:latin typeface="Lato"/>
              <a:ea typeface="Lato"/>
              <a:cs typeface="Lato"/>
              <a:sym typeface="Lato"/>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6C08EE6-25D7-D3DD-C882-30D2426D2560}"/>
                  </a:ext>
                </a:extLst>
              </p14:cNvPr>
              <p14:cNvContentPartPr/>
              <p14:nvPr/>
            </p14:nvContentPartPr>
            <p14:xfrm>
              <a:off x="4834440" y="2796480"/>
              <a:ext cx="628560" cy="348480"/>
            </p14:xfrm>
          </p:contentPart>
        </mc:Choice>
        <mc:Fallback xmlns="">
          <p:pic>
            <p:nvPicPr>
              <p:cNvPr id="2" name="Ink 1">
                <a:extLst>
                  <a:ext uri="{FF2B5EF4-FFF2-40B4-BE49-F238E27FC236}">
                    <a16:creationId xmlns:a16="http://schemas.microsoft.com/office/drawing/2014/main" id="{36C08EE6-25D7-D3DD-C882-30D2426D2560}"/>
                  </a:ext>
                </a:extLst>
              </p:cNvPr>
              <p:cNvPicPr/>
              <p:nvPr/>
            </p:nvPicPr>
            <p:blipFill>
              <a:blip r:embed="rId4"/>
              <a:stretch>
                <a:fillRect/>
              </a:stretch>
            </p:blipFill>
            <p:spPr>
              <a:xfrm>
                <a:off x="4825080" y="2787120"/>
                <a:ext cx="647280" cy="367200"/>
              </a:xfrm>
              <a:prstGeom prst="rect">
                <a:avLst/>
              </a:prstGeom>
            </p:spPr>
          </p:pic>
        </mc:Fallback>
      </mc:AlternateContent>
    </p:spTree>
    <p:extLst>
      <p:ext uri="{BB962C8B-B14F-4D97-AF65-F5344CB8AC3E}">
        <p14:creationId xmlns:p14="http://schemas.microsoft.com/office/powerpoint/2010/main" val="397604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Scaling</a:t>
            </a:r>
            <a:endParaRPr/>
          </a:p>
        </p:txBody>
      </p:sp>
      <p:sp>
        <p:nvSpPr>
          <p:cNvPr id="109" name="Google Shape;109;p1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lnSpcReduction="10000"/>
          </a:bodyPr>
          <a:lstStyle/>
          <a:p>
            <a:pPr marL="457200" lvl="0" indent="-336550" algn="l" rtl="0">
              <a:spcBef>
                <a:spcPts val="0"/>
              </a:spcBef>
              <a:spcAft>
                <a:spcPts val="0"/>
              </a:spcAft>
              <a:buClr>
                <a:srgbClr val="292929"/>
              </a:buClr>
              <a:buSzPts val="1700"/>
              <a:buFont typeface="Arial"/>
              <a:buChar char="➔"/>
            </a:pPr>
            <a:r>
              <a:rPr lang="en" sz="1700" dirty="0">
                <a:solidFill>
                  <a:srgbClr val="292929"/>
                </a:solidFill>
                <a:highlight>
                  <a:schemeClr val="lt1"/>
                </a:highlight>
                <a:latin typeface="Arial"/>
                <a:ea typeface="Arial"/>
                <a:cs typeface="Arial"/>
                <a:sym typeface="Arial"/>
              </a:rPr>
              <a:t>Why Scaling is Important </a:t>
            </a:r>
            <a:endParaRPr sz="1700" dirty="0">
              <a:solidFill>
                <a:srgbClr val="292929"/>
              </a:solidFill>
              <a:highlight>
                <a:schemeClr val="lt1"/>
              </a:highlight>
              <a:latin typeface="Arial"/>
              <a:ea typeface="Arial"/>
              <a:cs typeface="Arial"/>
              <a:sym typeface="Arial"/>
            </a:endParaRPr>
          </a:p>
          <a:p>
            <a:pPr marL="457200" lvl="0" indent="-336550" algn="l" rtl="0">
              <a:spcBef>
                <a:spcPts val="0"/>
              </a:spcBef>
              <a:spcAft>
                <a:spcPts val="0"/>
              </a:spcAft>
              <a:buClr>
                <a:srgbClr val="292929"/>
              </a:buClr>
              <a:buSzPts val="1700"/>
              <a:buFont typeface="Arial"/>
              <a:buChar char="➔"/>
            </a:pPr>
            <a:r>
              <a:rPr lang="en" sz="1700" dirty="0">
                <a:solidFill>
                  <a:srgbClr val="292929"/>
                </a:solidFill>
                <a:highlight>
                  <a:schemeClr val="lt1"/>
                </a:highlight>
                <a:latin typeface="Arial"/>
                <a:ea typeface="Arial"/>
                <a:cs typeface="Arial"/>
                <a:sym typeface="Arial"/>
              </a:rPr>
              <a:t>Types of Feature Scaling </a:t>
            </a:r>
            <a:endParaRPr sz="1700" dirty="0">
              <a:solidFill>
                <a:srgbClr val="292929"/>
              </a:solidFill>
              <a:highlight>
                <a:schemeClr val="lt1"/>
              </a:highlight>
              <a:latin typeface="Arial"/>
              <a:ea typeface="Arial"/>
              <a:cs typeface="Arial"/>
              <a:sym typeface="Arial"/>
            </a:endParaRPr>
          </a:p>
          <a:p>
            <a:pPr marL="914400" lvl="1" indent="-336550" algn="l" rtl="0">
              <a:spcBef>
                <a:spcPts val="0"/>
              </a:spcBef>
              <a:spcAft>
                <a:spcPts val="0"/>
              </a:spcAft>
              <a:buClr>
                <a:srgbClr val="292929"/>
              </a:buClr>
              <a:buSzPts val="1700"/>
              <a:buFont typeface="Arial"/>
              <a:buChar char="◆"/>
            </a:pPr>
            <a:r>
              <a:rPr lang="en" sz="1700" dirty="0">
                <a:solidFill>
                  <a:srgbClr val="292929"/>
                </a:solidFill>
                <a:highlight>
                  <a:schemeClr val="lt1"/>
                </a:highlight>
                <a:latin typeface="Arial"/>
                <a:ea typeface="Arial"/>
                <a:cs typeface="Arial"/>
                <a:sym typeface="Arial"/>
              </a:rPr>
              <a:t>Normalisation (Min-Max Scaler)</a:t>
            </a:r>
            <a:endParaRPr sz="1700" dirty="0">
              <a:solidFill>
                <a:srgbClr val="292929"/>
              </a:solidFill>
              <a:highlight>
                <a:schemeClr val="lt1"/>
              </a:highlight>
              <a:latin typeface="Arial"/>
              <a:ea typeface="Arial"/>
              <a:cs typeface="Arial"/>
              <a:sym typeface="Arial"/>
            </a:endParaRPr>
          </a:p>
          <a:p>
            <a:pPr marL="914400" lvl="1" indent="-336550" algn="l" rtl="0">
              <a:spcBef>
                <a:spcPts val="0"/>
              </a:spcBef>
              <a:spcAft>
                <a:spcPts val="0"/>
              </a:spcAft>
              <a:buClr>
                <a:srgbClr val="292929"/>
              </a:buClr>
              <a:buSzPts val="1700"/>
              <a:buFont typeface="Arial"/>
              <a:buChar char="◆"/>
            </a:pPr>
            <a:r>
              <a:rPr lang="en" sz="1700" dirty="0">
                <a:solidFill>
                  <a:srgbClr val="292929"/>
                </a:solidFill>
                <a:highlight>
                  <a:schemeClr val="lt1"/>
                </a:highlight>
                <a:latin typeface="Arial"/>
                <a:ea typeface="Arial"/>
                <a:cs typeface="Arial"/>
                <a:sym typeface="Arial"/>
              </a:rPr>
              <a:t>Standardization</a:t>
            </a:r>
          </a:p>
          <a:p>
            <a:pPr marL="914400" lvl="1" indent="-336550" algn="l" rtl="0">
              <a:spcBef>
                <a:spcPts val="0"/>
              </a:spcBef>
              <a:spcAft>
                <a:spcPts val="0"/>
              </a:spcAft>
              <a:buClr>
                <a:srgbClr val="292929"/>
              </a:buClr>
              <a:buSzPts val="1700"/>
              <a:buFont typeface="Arial"/>
              <a:buChar char="◆"/>
            </a:pPr>
            <a:r>
              <a:rPr lang="en-GB" sz="1700" dirty="0">
                <a:solidFill>
                  <a:srgbClr val="292929"/>
                </a:solidFill>
                <a:highlight>
                  <a:schemeClr val="lt1"/>
                </a:highlight>
                <a:latin typeface="Arial"/>
                <a:ea typeface="Arial"/>
                <a:cs typeface="Arial"/>
                <a:sym typeface="Arial"/>
              </a:rPr>
              <a:t>Robust Scaling</a:t>
            </a:r>
            <a:endParaRPr sz="1700" dirty="0">
              <a:solidFill>
                <a:srgbClr val="292929"/>
              </a:solidFill>
              <a:highlight>
                <a:schemeClr val="lt1"/>
              </a:highlight>
              <a:latin typeface="Arial"/>
              <a:ea typeface="Arial"/>
              <a:cs typeface="Arial"/>
              <a:sym typeface="Arial"/>
            </a:endParaRPr>
          </a:p>
          <a:p>
            <a:pPr marL="457200" lvl="0" indent="-336550" algn="l" rtl="0">
              <a:spcBef>
                <a:spcPts val="0"/>
              </a:spcBef>
              <a:spcAft>
                <a:spcPts val="0"/>
              </a:spcAft>
              <a:buClr>
                <a:srgbClr val="292929"/>
              </a:buClr>
              <a:buSzPts val="1700"/>
              <a:buFont typeface="Arial"/>
              <a:buChar char="➔"/>
            </a:pPr>
            <a:r>
              <a:rPr lang="en" sz="1700" dirty="0">
                <a:solidFill>
                  <a:srgbClr val="292929"/>
                </a:solidFill>
                <a:highlight>
                  <a:schemeClr val="lt1"/>
                </a:highlight>
                <a:latin typeface="Arial"/>
                <a:ea typeface="Arial"/>
                <a:cs typeface="Arial"/>
                <a:sym typeface="Arial"/>
              </a:rPr>
              <a:t>When to Use Scaling</a:t>
            </a:r>
            <a:endParaRPr sz="1700" dirty="0">
              <a:solidFill>
                <a:srgbClr val="292929"/>
              </a:solidFill>
              <a:highlight>
                <a:schemeClr val="lt1"/>
              </a:highlight>
              <a:latin typeface="Arial"/>
              <a:ea typeface="Arial"/>
              <a:cs typeface="Arial"/>
              <a:sym typeface="Arial"/>
            </a:endParaRPr>
          </a:p>
          <a:p>
            <a:pPr marL="457200" lvl="0" indent="-336550" algn="l" rtl="0">
              <a:spcBef>
                <a:spcPts val="0"/>
              </a:spcBef>
              <a:spcAft>
                <a:spcPts val="0"/>
              </a:spcAft>
              <a:buClr>
                <a:srgbClr val="292929"/>
              </a:buClr>
              <a:buSzPts val="1700"/>
              <a:buFont typeface="Arial"/>
              <a:buChar char="➔"/>
            </a:pPr>
            <a:r>
              <a:rPr lang="en" sz="1700" dirty="0">
                <a:solidFill>
                  <a:srgbClr val="292929"/>
                </a:solidFill>
                <a:highlight>
                  <a:schemeClr val="lt1"/>
                </a:highlight>
                <a:latin typeface="Arial"/>
                <a:ea typeface="Arial"/>
                <a:cs typeface="Arial"/>
                <a:sym typeface="Arial"/>
              </a:rPr>
              <a:t>Standardization vs Normalisation</a:t>
            </a:r>
            <a:endParaRPr sz="1700" dirty="0">
              <a:solidFill>
                <a:srgbClr val="292929"/>
              </a:solidFill>
              <a:highlight>
                <a:schemeClr val="lt1"/>
              </a:highlight>
              <a:latin typeface="Arial"/>
              <a:ea typeface="Arial"/>
              <a:cs typeface="Arial"/>
              <a:sym typeface="Arial"/>
            </a:endParaRPr>
          </a:p>
        </p:txBody>
      </p:sp>
      <p:pic>
        <p:nvPicPr>
          <p:cNvPr id="2" name="Picture 2">
            <a:extLst>
              <a:ext uri="{FF2B5EF4-FFF2-40B4-BE49-F238E27FC236}">
                <a16:creationId xmlns:a16="http://schemas.microsoft.com/office/drawing/2014/main" id="{C8E6AEA7-F4BD-A6F8-1769-AA844405DC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9">
                                            <p:txEl>
                                              <p:pRg st="0" end="0"/>
                                            </p:txEl>
                                          </p:spTgt>
                                        </p:tgtEl>
                                        <p:attrNameLst>
                                          <p:attrName>style.visibility</p:attrName>
                                        </p:attrNameLst>
                                      </p:cBhvr>
                                      <p:to>
                                        <p:strVal val="visible"/>
                                      </p:to>
                                    </p:set>
                                    <p:anim calcmode="lin" valueType="num">
                                      <p:cBhvr additive="base">
                                        <p:cTn id="7" dur="500" fill="hold"/>
                                        <p:tgtEl>
                                          <p:spTgt spid="10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9">
                                            <p:txEl>
                                              <p:pRg st="1" end="1"/>
                                            </p:txEl>
                                          </p:spTgt>
                                        </p:tgtEl>
                                        <p:attrNameLst>
                                          <p:attrName>style.visibility</p:attrName>
                                        </p:attrNameLst>
                                      </p:cBhvr>
                                      <p:to>
                                        <p:strVal val="visible"/>
                                      </p:to>
                                    </p:set>
                                    <p:anim calcmode="lin" valueType="num">
                                      <p:cBhvr additive="base">
                                        <p:cTn id="13" dur="500" fill="hold"/>
                                        <p:tgtEl>
                                          <p:spTgt spid="10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09">
                                            <p:txEl>
                                              <p:pRg st="2" end="2"/>
                                            </p:txEl>
                                          </p:spTgt>
                                        </p:tgtEl>
                                        <p:attrNameLst>
                                          <p:attrName>style.visibility</p:attrName>
                                        </p:attrNameLst>
                                      </p:cBhvr>
                                      <p:to>
                                        <p:strVal val="visible"/>
                                      </p:to>
                                    </p:set>
                                    <p:anim calcmode="lin" valueType="num">
                                      <p:cBhvr additive="base">
                                        <p:cTn id="17" dur="500" fill="hold"/>
                                        <p:tgtEl>
                                          <p:spTgt spid="10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9">
                                            <p:txEl>
                                              <p:pRg st="3" end="3"/>
                                            </p:txEl>
                                          </p:spTgt>
                                        </p:tgtEl>
                                        <p:attrNameLst>
                                          <p:attrName>style.visibility</p:attrName>
                                        </p:attrNameLst>
                                      </p:cBhvr>
                                      <p:to>
                                        <p:strVal val="visible"/>
                                      </p:to>
                                    </p:set>
                                    <p:anim calcmode="lin" valueType="num">
                                      <p:cBhvr additive="base">
                                        <p:cTn id="21" dur="500" fill="hold"/>
                                        <p:tgtEl>
                                          <p:spTgt spid="10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9">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9">
                                            <p:txEl>
                                              <p:pRg st="4" end="4"/>
                                            </p:txEl>
                                          </p:spTgt>
                                        </p:tgtEl>
                                        <p:attrNameLst>
                                          <p:attrName>style.visibility</p:attrName>
                                        </p:attrNameLst>
                                      </p:cBhvr>
                                      <p:to>
                                        <p:strVal val="visible"/>
                                      </p:to>
                                    </p:set>
                                    <p:anim calcmode="lin" valueType="num">
                                      <p:cBhvr additive="base">
                                        <p:cTn id="25" dur="500" fill="hold"/>
                                        <p:tgtEl>
                                          <p:spTgt spid="10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9">
                                            <p:txEl>
                                              <p:pRg st="5" end="5"/>
                                            </p:txEl>
                                          </p:spTgt>
                                        </p:tgtEl>
                                        <p:attrNameLst>
                                          <p:attrName>style.visibility</p:attrName>
                                        </p:attrNameLst>
                                      </p:cBhvr>
                                      <p:to>
                                        <p:strVal val="visible"/>
                                      </p:to>
                                    </p:set>
                                    <p:anim calcmode="lin" valueType="num">
                                      <p:cBhvr additive="base">
                                        <p:cTn id="31" dur="500" fill="hold"/>
                                        <p:tgtEl>
                                          <p:spTgt spid="10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9">
                                            <p:txEl>
                                              <p:pRg st="6" end="6"/>
                                            </p:txEl>
                                          </p:spTgt>
                                        </p:tgtEl>
                                        <p:attrNameLst>
                                          <p:attrName>style.visibility</p:attrName>
                                        </p:attrNameLst>
                                      </p:cBhvr>
                                      <p:to>
                                        <p:strVal val="visible"/>
                                      </p:to>
                                    </p:set>
                                    <p:anim calcmode="lin" valueType="num">
                                      <p:cBhvr additive="base">
                                        <p:cTn id="37" dur="500" fill="hold"/>
                                        <p:tgtEl>
                                          <p:spTgt spid="10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is Scaling Important</a:t>
            </a:r>
            <a:endParaRPr/>
          </a:p>
        </p:txBody>
      </p:sp>
      <p:pic>
        <p:nvPicPr>
          <p:cNvPr id="115" name="Google Shape;115;p18"/>
          <p:cNvPicPr preferRelativeResize="0"/>
          <p:nvPr/>
        </p:nvPicPr>
        <p:blipFill rotWithShape="1">
          <a:blip r:embed="rId3">
            <a:alphaModFix/>
          </a:blip>
          <a:srcRect l="10570"/>
          <a:stretch/>
        </p:blipFill>
        <p:spPr>
          <a:xfrm>
            <a:off x="851436" y="1771789"/>
            <a:ext cx="7904601" cy="1331200"/>
          </a:xfrm>
          <a:prstGeom prst="rect">
            <a:avLst/>
          </a:prstGeom>
          <a:noFill/>
          <a:ln>
            <a:noFill/>
          </a:ln>
        </p:spPr>
      </p:pic>
      <p:sp>
        <p:nvSpPr>
          <p:cNvPr id="3" name="TextBox 2">
            <a:extLst>
              <a:ext uri="{FF2B5EF4-FFF2-40B4-BE49-F238E27FC236}">
                <a16:creationId xmlns:a16="http://schemas.microsoft.com/office/drawing/2014/main" id="{F30A2B55-4686-712A-53CA-B1AA0401E106}"/>
              </a:ext>
            </a:extLst>
          </p:cNvPr>
          <p:cNvSpPr txBox="1"/>
          <p:nvPr/>
        </p:nvSpPr>
        <p:spPr>
          <a:xfrm>
            <a:off x="729449" y="3161604"/>
            <a:ext cx="8179159" cy="276999"/>
          </a:xfrm>
          <a:prstGeom prst="rect">
            <a:avLst/>
          </a:prstGeom>
          <a:noFill/>
        </p:spPr>
        <p:txBody>
          <a:bodyPr wrap="square">
            <a:spAutoFit/>
          </a:bodyPr>
          <a:lstStyle/>
          <a:p>
            <a:r>
              <a:rPr lang="en-GB" sz="1200" b="1" dirty="0">
                <a:solidFill>
                  <a:schemeClr val="tx1"/>
                </a:solidFill>
                <a:highlight>
                  <a:srgbClr val="FFFFFF"/>
                </a:highlight>
                <a:latin typeface="+mn-lt"/>
                <a:ea typeface="Lato"/>
                <a:cs typeface="Lato"/>
                <a:sym typeface="Lato"/>
              </a:rPr>
              <a:t>Algorithm Sensitivity </a:t>
            </a:r>
            <a:r>
              <a:rPr lang="en-GB" sz="1200" dirty="0">
                <a:solidFill>
                  <a:srgbClr val="222222"/>
                </a:solidFill>
                <a:highlight>
                  <a:srgbClr val="FFFFFF"/>
                </a:highlight>
                <a:latin typeface="+mn-lt"/>
                <a:ea typeface="Lato"/>
                <a:cs typeface="Lato"/>
                <a:sym typeface="Lato"/>
              </a:rPr>
              <a:t>: Distance based models like SVM, KNN can be included, and give biased results. </a:t>
            </a:r>
            <a:endParaRPr lang="en-GB" sz="1200" dirty="0">
              <a:solidFill>
                <a:srgbClr val="292929"/>
              </a:solidFill>
              <a:highlight>
                <a:srgbClr val="FFFFFF"/>
              </a:highlight>
              <a:latin typeface="+mn-lt"/>
            </a:endParaRPr>
          </a:p>
        </p:txBody>
      </p:sp>
      <p:sp>
        <p:nvSpPr>
          <p:cNvPr id="4" name="TextBox 3">
            <a:extLst>
              <a:ext uri="{FF2B5EF4-FFF2-40B4-BE49-F238E27FC236}">
                <a16:creationId xmlns:a16="http://schemas.microsoft.com/office/drawing/2014/main" id="{C3D17A2C-58C4-BB45-462D-33A3F3052A53}"/>
              </a:ext>
            </a:extLst>
          </p:cNvPr>
          <p:cNvSpPr txBox="1"/>
          <p:nvPr/>
        </p:nvSpPr>
        <p:spPr>
          <a:xfrm>
            <a:off x="729449" y="3556128"/>
            <a:ext cx="8179160" cy="830997"/>
          </a:xfrm>
          <a:prstGeom prst="rect">
            <a:avLst/>
          </a:prstGeom>
          <a:noFill/>
        </p:spPr>
        <p:txBody>
          <a:bodyPr wrap="square">
            <a:spAutoFit/>
          </a:bodyPr>
          <a:lstStyle/>
          <a:p>
            <a:pPr marL="0" lvl="0" indent="0" algn="l" rtl="0">
              <a:spcBef>
                <a:spcPts val="0"/>
              </a:spcBef>
              <a:spcAft>
                <a:spcPts val="0"/>
              </a:spcAft>
              <a:buNone/>
            </a:pPr>
            <a:r>
              <a:rPr lang="en-GB" sz="1200" b="1" dirty="0">
                <a:solidFill>
                  <a:schemeClr val="tx1"/>
                </a:solidFill>
                <a:highlight>
                  <a:srgbClr val="FFFFFF"/>
                </a:highlight>
                <a:latin typeface="+mn-lt"/>
                <a:ea typeface="Lato"/>
                <a:cs typeface="Lato"/>
                <a:sym typeface="Lato"/>
              </a:rPr>
              <a:t>Convergence Speed</a:t>
            </a:r>
            <a:r>
              <a:rPr lang="en-GB" sz="1200" b="1" dirty="0">
                <a:solidFill>
                  <a:srgbClr val="222222"/>
                </a:solidFill>
                <a:highlight>
                  <a:srgbClr val="FFFFFF"/>
                </a:highlight>
                <a:latin typeface="+mn-lt"/>
                <a:ea typeface="Lato"/>
                <a:cs typeface="Lato"/>
                <a:sym typeface="Lato"/>
              </a:rPr>
              <a:t>: </a:t>
            </a:r>
            <a:r>
              <a:rPr lang="en-GB" sz="1200" dirty="0">
                <a:solidFill>
                  <a:srgbClr val="222222"/>
                </a:solidFill>
                <a:highlight>
                  <a:srgbClr val="FFFFFF"/>
                </a:highlight>
                <a:latin typeface="+mn-lt"/>
                <a:ea typeface="Lato"/>
                <a:cs typeface="Lato"/>
                <a:sym typeface="Lato"/>
              </a:rPr>
              <a:t>Algos like GD converge features are scaled and the minimum is reached faster</a:t>
            </a:r>
          </a:p>
          <a:p>
            <a:pPr marL="0" lvl="0" indent="0" algn="l" rtl="0">
              <a:spcBef>
                <a:spcPts val="0"/>
              </a:spcBef>
              <a:spcAft>
                <a:spcPts val="0"/>
              </a:spcAft>
              <a:buNone/>
            </a:pPr>
            <a:endParaRPr lang="en-GB" sz="1200" dirty="0">
              <a:solidFill>
                <a:srgbClr val="222222"/>
              </a:solidFill>
              <a:highlight>
                <a:srgbClr val="FFFFFF"/>
              </a:highlight>
              <a:latin typeface="+mn-lt"/>
              <a:ea typeface="Lato"/>
              <a:cs typeface="Lato"/>
              <a:sym typeface="Lato"/>
            </a:endParaRPr>
          </a:p>
          <a:p>
            <a:pPr marL="0" lvl="0" indent="0" algn="l" rtl="0">
              <a:spcBef>
                <a:spcPts val="0"/>
              </a:spcBef>
              <a:spcAft>
                <a:spcPts val="0"/>
              </a:spcAft>
              <a:buNone/>
            </a:pPr>
            <a:r>
              <a:rPr lang="en-GB" sz="1200" b="1" dirty="0">
                <a:solidFill>
                  <a:schemeClr val="tx1"/>
                </a:solidFill>
                <a:highlight>
                  <a:srgbClr val="FFFFFF"/>
                </a:highlight>
                <a:latin typeface="+mn-lt"/>
                <a:ea typeface="Lato"/>
                <a:cs typeface="Lato"/>
                <a:sym typeface="Lato"/>
              </a:rPr>
              <a:t>Interpretability</a:t>
            </a:r>
            <a:r>
              <a:rPr lang="en-GB" sz="1200" dirty="0">
                <a:solidFill>
                  <a:srgbClr val="222222"/>
                </a:solidFill>
                <a:highlight>
                  <a:srgbClr val="FFFFFF"/>
                </a:highlight>
                <a:latin typeface="+mn-lt"/>
                <a:ea typeface="Lato"/>
                <a:cs typeface="Lato"/>
                <a:sym typeface="Lato"/>
              </a:rPr>
              <a:t> : We need coefficients or importance scores assigned to features to be comparable. </a:t>
            </a:r>
          </a:p>
          <a:p>
            <a:pPr marL="0" lvl="0" indent="0" algn="l" rtl="0">
              <a:spcBef>
                <a:spcPts val="0"/>
              </a:spcBef>
              <a:spcAft>
                <a:spcPts val="0"/>
              </a:spcAft>
              <a:buNone/>
            </a:pPr>
            <a:endParaRPr lang="en-GB" sz="1200" dirty="0">
              <a:solidFill>
                <a:srgbClr val="292929"/>
              </a:solidFill>
              <a:highlight>
                <a:srgbClr val="FFFFFF"/>
              </a:highlight>
              <a:latin typeface="+mn-lt"/>
              <a:ea typeface="Lato"/>
              <a:cs typeface="Lato"/>
              <a:sym typeface="Lato"/>
            </a:endParaRPr>
          </a:p>
        </p:txBody>
      </p:sp>
      <p:sp>
        <p:nvSpPr>
          <p:cNvPr id="6" name="TextBox 5">
            <a:extLst>
              <a:ext uri="{FF2B5EF4-FFF2-40B4-BE49-F238E27FC236}">
                <a16:creationId xmlns:a16="http://schemas.microsoft.com/office/drawing/2014/main" id="{A7BC2160-835F-1B5F-E74D-7DE84C7D4A73}"/>
              </a:ext>
            </a:extLst>
          </p:cNvPr>
          <p:cNvSpPr txBox="1"/>
          <p:nvPr/>
        </p:nvSpPr>
        <p:spPr>
          <a:xfrm>
            <a:off x="729449" y="4288503"/>
            <a:ext cx="8026588" cy="461665"/>
          </a:xfrm>
          <a:prstGeom prst="rect">
            <a:avLst/>
          </a:prstGeom>
          <a:noFill/>
        </p:spPr>
        <p:txBody>
          <a:bodyPr wrap="square">
            <a:spAutoFit/>
          </a:bodyPr>
          <a:lstStyle/>
          <a:p>
            <a:r>
              <a:rPr lang="en-GB" sz="1200" dirty="0">
                <a:solidFill>
                  <a:srgbClr val="222222"/>
                </a:solidFill>
                <a:highlight>
                  <a:srgbClr val="FFFFFF"/>
                </a:highlight>
                <a:latin typeface="+mn-lt"/>
                <a:ea typeface="Lato"/>
                <a:cs typeface="Lato"/>
                <a:sym typeface="Lato"/>
              </a:rPr>
              <a:t>Since we have the features have different scales, there is a chance that higher weightage is given to features with higher magnitudes. </a:t>
            </a:r>
            <a:endParaRPr lang="en-GB" sz="1200" dirty="0">
              <a:latin typeface="+mn-lt"/>
            </a:endParaRPr>
          </a:p>
        </p:txBody>
      </p:sp>
      <p:grpSp>
        <p:nvGrpSpPr>
          <p:cNvPr id="8" name="Group 7">
            <a:extLst>
              <a:ext uri="{FF2B5EF4-FFF2-40B4-BE49-F238E27FC236}">
                <a16:creationId xmlns:a16="http://schemas.microsoft.com/office/drawing/2014/main" id="{1D15FC55-F85B-C6DC-E3F2-A53D65945E9D}"/>
              </a:ext>
            </a:extLst>
          </p:cNvPr>
          <p:cNvGrpSpPr/>
          <p:nvPr/>
        </p:nvGrpSpPr>
        <p:grpSpPr>
          <a:xfrm>
            <a:off x="1557390" y="916070"/>
            <a:ext cx="230040" cy="392040"/>
            <a:chOff x="1557390" y="916070"/>
            <a:chExt cx="230040" cy="392040"/>
          </a:xfrm>
        </p:grpSpPr>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6AE7BCF0-5694-1AA3-664C-9E8609F24AE6}"/>
                    </a:ext>
                  </a:extLst>
                </p14:cNvPr>
                <p14:cNvContentPartPr/>
                <p14:nvPr/>
              </p14:nvContentPartPr>
              <p14:xfrm>
                <a:off x="1557390" y="1006070"/>
                <a:ext cx="230040" cy="302040"/>
              </p14:xfrm>
            </p:contentPart>
          </mc:Choice>
          <mc:Fallback xmlns="">
            <p:pic>
              <p:nvPicPr>
                <p:cNvPr id="2" name="Ink 1">
                  <a:extLst>
                    <a:ext uri="{FF2B5EF4-FFF2-40B4-BE49-F238E27FC236}">
                      <a16:creationId xmlns:a16="http://schemas.microsoft.com/office/drawing/2014/main" id="{6AE7BCF0-5694-1AA3-664C-9E8609F24AE6}"/>
                    </a:ext>
                  </a:extLst>
                </p:cNvPr>
                <p:cNvPicPr/>
                <p:nvPr/>
              </p:nvPicPr>
              <p:blipFill>
                <a:blip r:embed="rId5"/>
                <a:stretch>
                  <a:fillRect/>
                </a:stretch>
              </p:blipFill>
              <p:spPr>
                <a:xfrm>
                  <a:off x="1551270" y="999950"/>
                  <a:ext cx="24228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8B42FFCC-B561-37DE-1BAC-351CB705F36F}"/>
                    </a:ext>
                  </a:extLst>
                </p14:cNvPr>
                <p14:cNvContentPartPr/>
                <p14:nvPr/>
              </p14:nvContentPartPr>
              <p14:xfrm>
                <a:off x="1668990" y="916070"/>
                <a:ext cx="117000" cy="270360"/>
              </p14:xfrm>
            </p:contentPart>
          </mc:Choice>
          <mc:Fallback xmlns="">
            <p:pic>
              <p:nvPicPr>
                <p:cNvPr id="5" name="Ink 4">
                  <a:extLst>
                    <a:ext uri="{FF2B5EF4-FFF2-40B4-BE49-F238E27FC236}">
                      <a16:creationId xmlns:a16="http://schemas.microsoft.com/office/drawing/2014/main" id="{8B42FFCC-B561-37DE-1BAC-351CB705F36F}"/>
                    </a:ext>
                  </a:extLst>
                </p:cNvPr>
                <p:cNvPicPr/>
                <p:nvPr/>
              </p:nvPicPr>
              <p:blipFill>
                <a:blip r:embed="rId7"/>
                <a:stretch>
                  <a:fillRect/>
                </a:stretch>
              </p:blipFill>
              <p:spPr>
                <a:xfrm>
                  <a:off x="1662870" y="909950"/>
                  <a:ext cx="129240" cy="282600"/>
                </a:xfrm>
                <a:prstGeom prst="rect">
                  <a:avLst/>
                </a:prstGeom>
              </p:spPr>
            </p:pic>
          </mc:Fallback>
        </mc:AlternateContent>
      </p:grpSp>
      <p:pic>
        <p:nvPicPr>
          <p:cNvPr id="7" name="Picture 2">
            <a:extLst>
              <a:ext uri="{FF2B5EF4-FFF2-40B4-BE49-F238E27FC236}">
                <a16:creationId xmlns:a16="http://schemas.microsoft.com/office/drawing/2014/main" id="{26E8C8A7-6FDB-F786-BB53-740045C19F6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 calcmode="lin" valueType="num">
                                      <p:cBhvr additive="base">
                                        <p:cTn id="21"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marR="0" lvl="0" indent="0" algn="l" rtl="0">
              <a:lnSpc>
                <a:spcPct val="100000"/>
              </a:lnSpc>
              <a:spcBef>
                <a:spcPts val="0"/>
              </a:spcBef>
              <a:spcAft>
                <a:spcPts val="0"/>
              </a:spcAft>
              <a:buNone/>
            </a:pPr>
            <a:r>
              <a:rPr lang="en"/>
              <a:t>Normalisation</a:t>
            </a:r>
            <a:endParaRPr/>
          </a:p>
        </p:txBody>
      </p:sp>
      <p:sp>
        <p:nvSpPr>
          <p:cNvPr id="121" name="Google Shape;121;p19"/>
          <p:cNvSpPr txBox="1"/>
          <p:nvPr/>
        </p:nvSpPr>
        <p:spPr>
          <a:xfrm>
            <a:off x="859675" y="1876675"/>
            <a:ext cx="6315000" cy="4311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Translating data to have a range [0,1]</a:t>
            </a:r>
            <a:endParaRPr sz="1600"/>
          </a:p>
        </p:txBody>
      </p:sp>
      <p:sp>
        <p:nvSpPr>
          <p:cNvPr id="122" name="Google Shape;122;p19"/>
          <p:cNvSpPr txBox="1"/>
          <p:nvPr/>
        </p:nvSpPr>
        <p:spPr>
          <a:xfrm>
            <a:off x="923150" y="3674400"/>
            <a:ext cx="6315000" cy="4311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Feature distribution is maintained</a:t>
            </a:r>
            <a:endParaRPr sz="1600"/>
          </a:p>
        </p:txBody>
      </p:sp>
      <p:pic>
        <p:nvPicPr>
          <p:cNvPr id="123" name="Google Shape;123;p19"/>
          <p:cNvPicPr preferRelativeResize="0"/>
          <p:nvPr/>
        </p:nvPicPr>
        <p:blipFill>
          <a:blip r:embed="rId3">
            <a:alphaModFix/>
          </a:blip>
          <a:stretch>
            <a:fillRect/>
          </a:stretch>
        </p:blipFill>
        <p:spPr>
          <a:xfrm>
            <a:off x="1901500" y="2578425"/>
            <a:ext cx="2416875" cy="62840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068AAC0-A1D2-67F6-84BE-4CD5CFD771D8}"/>
                  </a:ext>
                </a:extLst>
              </p14:cNvPr>
              <p14:cNvContentPartPr/>
              <p14:nvPr/>
            </p14:nvContentPartPr>
            <p14:xfrm>
              <a:off x="1101600" y="1779120"/>
              <a:ext cx="3763800" cy="500040"/>
            </p14:xfrm>
          </p:contentPart>
        </mc:Choice>
        <mc:Fallback xmlns="">
          <p:pic>
            <p:nvPicPr>
              <p:cNvPr id="2" name="Ink 1">
                <a:extLst>
                  <a:ext uri="{FF2B5EF4-FFF2-40B4-BE49-F238E27FC236}">
                    <a16:creationId xmlns:a16="http://schemas.microsoft.com/office/drawing/2014/main" id="{D068AAC0-A1D2-67F6-84BE-4CD5CFD771D8}"/>
                  </a:ext>
                </a:extLst>
              </p:cNvPr>
              <p:cNvPicPr/>
              <p:nvPr/>
            </p:nvPicPr>
            <p:blipFill>
              <a:blip r:embed="rId5"/>
              <a:stretch>
                <a:fillRect/>
              </a:stretch>
            </p:blipFill>
            <p:spPr>
              <a:xfrm>
                <a:off x="1092240" y="1769760"/>
                <a:ext cx="3782520" cy="518760"/>
              </a:xfrm>
              <a:prstGeom prst="rect">
                <a:avLst/>
              </a:prstGeom>
            </p:spPr>
          </p:pic>
        </mc:Fallback>
      </mc:AlternateContent>
      <p:pic>
        <p:nvPicPr>
          <p:cNvPr id="3" name="Picture 2">
            <a:extLst>
              <a:ext uri="{FF2B5EF4-FFF2-40B4-BE49-F238E27FC236}">
                <a16:creationId xmlns:a16="http://schemas.microsoft.com/office/drawing/2014/main" id="{1387D54D-332F-846D-BD42-9DA1F694458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Standardization</a:t>
            </a:r>
            <a:endParaRPr/>
          </a:p>
        </p:txBody>
      </p:sp>
      <p:sp>
        <p:nvSpPr>
          <p:cNvPr id="129" name="Google Shape;129;p20"/>
          <p:cNvSpPr txBox="1"/>
          <p:nvPr/>
        </p:nvSpPr>
        <p:spPr>
          <a:xfrm>
            <a:off x="859675" y="1876675"/>
            <a:ext cx="6315000" cy="4311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Centering Data around the mean and unit standard deviation</a:t>
            </a:r>
            <a:endParaRPr sz="1600"/>
          </a:p>
        </p:txBody>
      </p:sp>
      <p:sp>
        <p:nvSpPr>
          <p:cNvPr id="130" name="Google Shape;130;p20"/>
          <p:cNvSpPr txBox="1"/>
          <p:nvPr/>
        </p:nvSpPr>
        <p:spPr>
          <a:xfrm>
            <a:off x="923150" y="3674400"/>
            <a:ext cx="6315000" cy="4311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Feature distribution is changed</a:t>
            </a:r>
            <a:endParaRPr sz="1600"/>
          </a:p>
        </p:txBody>
      </p:sp>
      <p:pic>
        <p:nvPicPr>
          <p:cNvPr id="131" name="Google Shape;131;p20"/>
          <p:cNvPicPr preferRelativeResize="0"/>
          <p:nvPr/>
        </p:nvPicPr>
        <p:blipFill>
          <a:blip r:embed="rId3">
            <a:alphaModFix/>
          </a:blip>
          <a:stretch>
            <a:fillRect/>
          </a:stretch>
        </p:blipFill>
        <p:spPr>
          <a:xfrm>
            <a:off x="1782900" y="2475000"/>
            <a:ext cx="2280800" cy="870000"/>
          </a:xfrm>
          <a:prstGeom prst="rect">
            <a:avLst/>
          </a:prstGeom>
          <a:noFill/>
          <a:ln>
            <a:noFill/>
          </a:ln>
        </p:spPr>
      </p:pic>
      <p:sp>
        <p:nvSpPr>
          <p:cNvPr id="132" name="Google Shape;132;p20"/>
          <p:cNvSpPr txBox="1"/>
          <p:nvPr/>
        </p:nvSpPr>
        <p:spPr>
          <a:xfrm>
            <a:off x="923150" y="4105500"/>
            <a:ext cx="6315000" cy="4311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Values are not restricted to a particular range</a:t>
            </a:r>
            <a:endParaRPr sz="1600" dirty="0"/>
          </a:p>
        </p:txBody>
      </p:sp>
      <p:pic>
        <p:nvPicPr>
          <p:cNvPr id="2" name="Picture 2">
            <a:extLst>
              <a:ext uri="{FF2B5EF4-FFF2-40B4-BE49-F238E27FC236}">
                <a16:creationId xmlns:a16="http://schemas.microsoft.com/office/drawing/2014/main" id="{92E98AFB-E4E4-47EC-9211-78E47701DA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E625ACCE-D5DB-4A7B-5EF8-6FAA948DBC0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85EC6B8-E326-2B56-DD63-22C71F7EE37A}"/>
              </a:ext>
            </a:extLst>
          </p:cNvPr>
          <p:cNvSpPr>
            <a:spLocks noGrp="1"/>
          </p:cNvSpPr>
          <p:nvPr>
            <p:ph type="title"/>
          </p:nvPr>
        </p:nvSpPr>
        <p:spPr/>
        <p:txBody>
          <a:bodyPr>
            <a:normAutofit fontScale="90000"/>
          </a:bodyPr>
          <a:lstStyle/>
          <a:p>
            <a:r>
              <a:rPr lang="en-GB" dirty="0"/>
              <a:t>Robust Scaler</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053CACD3-EEB4-F5F3-733A-B28475968D25}"/>
                  </a:ext>
                </a:extLst>
              </p14:cNvPr>
              <p14:cNvContentPartPr/>
              <p14:nvPr/>
            </p14:nvContentPartPr>
            <p14:xfrm>
              <a:off x="743400" y="1811520"/>
              <a:ext cx="7728120" cy="2629440"/>
            </p14:xfrm>
          </p:contentPart>
        </mc:Choice>
        <mc:Fallback xmlns="">
          <p:pic>
            <p:nvPicPr>
              <p:cNvPr id="5" name="Ink 4">
                <a:extLst>
                  <a:ext uri="{FF2B5EF4-FFF2-40B4-BE49-F238E27FC236}">
                    <a16:creationId xmlns:a16="http://schemas.microsoft.com/office/drawing/2014/main" id="{053CACD3-EEB4-F5F3-733A-B28475968D25}"/>
                  </a:ext>
                </a:extLst>
              </p:cNvPr>
              <p:cNvPicPr/>
              <p:nvPr/>
            </p:nvPicPr>
            <p:blipFill>
              <a:blip r:embed="rId4"/>
              <a:stretch>
                <a:fillRect/>
              </a:stretch>
            </p:blipFill>
            <p:spPr>
              <a:xfrm>
                <a:off x="734040" y="1802160"/>
                <a:ext cx="7746840" cy="2648160"/>
              </a:xfrm>
              <a:prstGeom prst="rect">
                <a:avLst/>
              </a:prstGeom>
            </p:spPr>
          </p:pic>
        </mc:Fallback>
      </mc:AlternateContent>
      <p:pic>
        <p:nvPicPr>
          <p:cNvPr id="2" name="Picture 2">
            <a:extLst>
              <a:ext uri="{FF2B5EF4-FFF2-40B4-BE49-F238E27FC236}">
                <a16:creationId xmlns:a16="http://schemas.microsoft.com/office/drawing/2014/main" id="{C10DF0C9-4A96-9094-55FC-97F3158F23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2693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When to use Scaling</a:t>
            </a:r>
            <a:endParaRPr dirty="0"/>
          </a:p>
        </p:txBody>
      </p:sp>
      <p:sp>
        <p:nvSpPr>
          <p:cNvPr id="138" name="Google Shape;138;p2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lnSpcReduction="10000"/>
          </a:bodyPr>
          <a:lstStyle/>
          <a:p>
            <a:pPr marL="457200" lvl="0" indent="-336550" algn="l" rtl="0">
              <a:spcBef>
                <a:spcPts val="0"/>
              </a:spcBef>
              <a:spcAft>
                <a:spcPts val="0"/>
              </a:spcAft>
              <a:buClr>
                <a:srgbClr val="292929"/>
              </a:buClr>
              <a:buSzPts val="1700"/>
              <a:buFont typeface="Arial"/>
              <a:buChar char="➔"/>
            </a:pPr>
            <a:r>
              <a:rPr lang="en" sz="1700" dirty="0">
                <a:solidFill>
                  <a:srgbClr val="292929"/>
                </a:solidFill>
                <a:highlight>
                  <a:schemeClr val="lt1"/>
                </a:highlight>
                <a:latin typeface="Arial"/>
                <a:ea typeface="Arial"/>
                <a:cs typeface="Arial"/>
                <a:sym typeface="Arial"/>
              </a:rPr>
              <a:t>When using any model with gradient calculation (to find the minimum) </a:t>
            </a:r>
            <a:endParaRPr sz="1700" dirty="0">
              <a:solidFill>
                <a:srgbClr val="292929"/>
              </a:solidFill>
              <a:highlight>
                <a:schemeClr val="lt1"/>
              </a:highlight>
              <a:latin typeface="Arial"/>
              <a:ea typeface="Arial"/>
              <a:cs typeface="Arial"/>
              <a:sym typeface="Arial"/>
            </a:endParaRPr>
          </a:p>
          <a:p>
            <a:pPr marL="914400" lvl="1" indent="-336550" algn="l" rtl="0">
              <a:spcBef>
                <a:spcPts val="0"/>
              </a:spcBef>
              <a:spcAft>
                <a:spcPts val="0"/>
              </a:spcAft>
              <a:buClr>
                <a:srgbClr val="292929"/>
              </a:buClr>
              <a:buSzPts val="1700"/>
              <a:buFont typeface="Arial"/>
              <a:buChar char="◆"/>
            </a:pPr>
            <a:r>
              <a:rPr lang="en" sz="1700" dirty="0">
                <a:solidFill>
                  <a:srgbClr val="292929"/>
                </a:solidFill>
                <a:highlight>
                  <a:schemeClr val="lt1"/>
                </a:highlight>
                <a:latin typeface="Arial"/>
                <a:ea typeface="Arial"/>
                <a:cs typeface="Arial"/>
                <a:sym typeface="Arial"/>
              </a:rPr>
              <a:t>Linear Reg</a:t>
            </a:r>
            <a:endParaRPr sz="1700" dirty="0">
              <a:solidFill>
                <a:srgbClr val="292929"/>
              </a:solidFill>
              <a:highlight>
                <a:schemeClr val="lt1"/>
              </a:highlight>
              <a:latin typeface="Arial"/>
              <a:ea typeface="Arial"/>
              <a:cs typeface="Arial"/>
              <a:sym typeface="Arial"/>
            </a:endParaRPr>
          </a:p>
          <a:p>
            <a:pPr marL="914400" lvl="1" indent="-336550" algn="l" rtl="0">
              <a:spcBef>
                <a:spcPts val="0"/>
              </a:spcBef>
              <a:spcAft>
                <a:spcPts val="0"/>
              </a:spcAft>
              <a:buClr>
                <a:srgbClr val="292929"/>
              </a:buClr>
              <a:buSzPts val="1700"/>
              <a:buFont typeface="Arial"/>
              <a:buChar char="◆"/>
            </a:pPr>
            <a:r>
              <a:rPr lang="en" sz="1700" dirty="0">
                <a:solidFill>
                  <a:srgbClr val="292929"/>
                </a:solidFill>
                <a:highlight>
                  <a:schemeClr val="lt1"/>
                </a:highlight>
                <a:latin typeface="Arial"/>
                <a:ea typeface="Arial"/>
                <a:cs typeface="Arial"/>
                <a:sym typeface="Arial"/>
              </a:rPr>
              <a:t>Logistic Reg </a:t>
            </a:r>
            <a:endParaRPr sz="1700" dirty="0">
              <a:solidFill>
                <a:srgbClr val="292929"/>
              </a:solidFill>
              <a:highlight>
                <a:schemeClr val="lt1"/>
              </a:highlight>
              <a:latin typeface="Arial"/>
              <a:ea typeface="Arial"/>
              <a:cs typeface="Arial"/>
              <a:sym typeface="Arial"/>
            </a:endParaRPr>
          </a:p>
          <a:p>
            <a:pPr marL="914400" lvl="1" indent="-336550" algn="l" rtl="0">
              <a:spcBef>
                <a:spcPts val="0"/>
              </a:spcBef>
              <a:spcAft>
                <a:spcPts val="0"/>
              </a:spcAft>
              <a:buClr>
                <a:srgbClr val="292929"/>
              </a:buClr>
              <a:buSzPts val="1700"/>
              <a:buFont typeface="Arial"/>
              <a:buChar char="◆"/>
            </a:pPr>
            <a:r>
              <a:rPr lang="en" sz="1700" dirty="0">
                <a:solidFill>
                  <a:srgbClr val="292929"/>
                </a:solidFill>
                <a:highlight>
                  <a:schemeClr val="lt1"/>
                </a:highlight>
                <a:latin typeface="Arial"/>
                <a:ea typeface="Arial"/>
                <a:cs typeface="Arial"/>
                <a:sym typeface="Arial"/>
              </a:rPr>
              <a:t>ANN</a:t>
            </a:r>
            <a:endParaRPr sz="1700" dirty="0">
              <a:solidFill>
                <a:srgbClr val="292929"/>
              </a:solidFill>
              <a:highlight>
                <a:schemeClr val="lt1"/>
              </a:highlight>
              <a:latin typeface="Arial"/>
              <a:ea typeface="Arial"/>
              <a:cs typeface="Arial"/>
              <a:sym typeface="Arial"/>
            </a:endParaRPr>
          </a:p>
          <a:p>
            <a:pPr marL="457200" lvl="0" indent="-336550" algn="l" rtl="0">
              <a:spcBef>
                <a:spcPts val="0"/>
              </a:spcBef>
              <a:spcAft>
                <a:spcPts val="0"/>
              </a:spcAft>
              <a:buClr>
                <a:srgbClr val="292929"/>
              </a:buClr>
              <a:buSzPts val="1700"/>
              <a:buFont typeface="Arial"/>
              <a:buChar char="➔"/>
            </a:pPr>
            <a:r>
              <a:rPr lang="en" sz="1700" b="1" dirty="0">
                <a:solidFill>
                  <a:srgbClr val="292929"/>
                </a:solidFill>
                <a:highlight>
                  <a:schemeClr val="lt1"/>
                </a:highlight>
                <a:latin typeface="Arial"/>
                <a:ea typeface="Arial"/>
                <a:cs typeface="Arial"/>
                <a:sym typeface="Arial"/>
              </a:rPr>
              <a:t>Distance Based Algo’s </a:t>
            </a:r>
            <a:r>
              <a:rPr lang="en" sz="1700" dirty="0">
                <a:solidFill>
                  <a:srgbClr val="292929"/>
                </a:solidFill>
                <a:highlight>
                  <a:schemeClr val="lt1"/>
                </a:highlight>
                <a:latin typeface="Arial"/>
                <a:ea typeface="Arial"/>
                <a:cs typeface="Arial"/>
                <a:sym typeface="Arial"/>
              </a:rPr>
              <a:t>: This is because, behind the scenes, they are using distances between data points to determine their similarity.</a:t>
            </a:r>
            <a:endParaRPr sz="1700" dirty="0">
              <a:solidFill>
                <a:srgbClr val="292929"/>
              </a:solidFill>
              <a:highlight>
                <a:schemeClr val="lt1"/>
              </a:highlight>
              <a:latin typeface="Arial"/>
              <a:ea typeface="Arial"/>
              <a:cs typeface="Arial"/>
              <a:sym typeface="Arial"/>
            </a:endParaRPr>
          </a:p>
          <a:p>
            <a:pPr marL="457200" lvl="0" indent="-336550" algn="l" rtl="0">
              <a:spcBef>
                <a:spcPts val="0"/>
              </a:spcBef>
              <a:spcAft>
                <a:spcPts val="0"/>
              </a:spcAft>
              <a:buClr>
                <a:srgbClr val="292929"/>
              </a:buClr>
              <a:buSzPts val="1700"/>
              <a:buFont typeface="Arial"/>
              <a:buChar char="➔"/>
            </a:pPr>
            <a:r>
              <a:rPr lang="en" sz="1700" b="1" dirty="0">
                <a:solidFill>
                  <a:srgbClr val="292929"/>
                </a:solidFill>
                <a:highlight>
                  <a:schemeClr val="lt1"/>
                </a:highlight>
                <a:latin typeface="Arial"/>
                <a:ea typeface="Arial"/>
                <a:cs typeface="Arial"/>
                <a:sym typeface="Arial"/>
              </a:rPr>
              <a:t>Note : </a:t>
            </a:r>
            <a:r>
              <a:rPr lang="en" sz="1700" dirty="0">
                <a:solidFill>
                  <a:srgbClr val="292929"/>
                </a:solidFill>
                <a:highlight>
                  <a:schemeClr val="lt1"/>
                </a:highlight>
                <a:latin typeface="Arial"/>
                <a:ea typeface="Arial"/>
                <a:cs typeface="Arial"/>
                <a:sym typeface="Arial"/>
              </a:rPr>
              <a:t>Scaling is not Necessary for any Tree Based Algo</a:t>
            </a:r>
            <a:endParaRPr sz="1700" dirty="0">
              <a:solidFill>
                <a:srgbClr val="292929"/>
              </a:solidFill>
              <a:highlight>
                <a:schemeClr val="lt1"/>
              </a:highlight>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CF499A09-E1A2-90AF-165B-A48D2C618B8B}"/>
                  </a:ext>
                </a:extLst>
              </p14:cNvPr>
              <p14:cNvContentPartPr/>
              <p14:nvPr/>
            </p14:nvContentPartPr>
            <p14:xfrm>
              <a:off x="1953720" y="2421360"/>
              <a:ext cx="6000480" cy="1776240"/>
            </p14:xfrm>
          </p:contentPart>
        </mc:Choice>
        <mc:Fallback xmlns="">
          <p:pic>
            <p:nvPicPr>
              <p:cNvPr id="2" name="Ink 1">
                <a:extLst>
                  <a:ext uri="{FF2B5EF4-FFF2-40B4-BE49-F238E27FC236}">
                    <a16:creationId xmlns:a16="http://schemas.microsoft.com/office/drawing/2014/main" id="{CF499A09-E1A2-90AF-165B-A48D2C618B8B}"/>
                  </a:ext>
                </a:extLst>
              </p:cNvPr>
              <p:cNvPicPr/>
              <p:nvPr/>
            </p:nvPicPr>
            <p:blipFill>
              <a:blip r:embed="rId4"/>
              <a:stretch>
                <a:fillRect/>
              </a:stretch>
            </p:blipFill>
            <p:spPr>
              <a:xfrm>
                <a:off x="1944360" y="2412000"/>
                <a:ext cx="6019200" cy="1794960"/>
              </a:xfrm>
              <a:prstGeom prst="rect">
                <a:avLst/>
              </a:prstGeom>
            </p:spPr>
          </p:pic>
        </mc:Fallback>
      </mc:AlternateContent>
      <p:pic>
        <p:nvPicPr>
          <p:cNvPr id="3" name="Picture 2">
            <a:extLst>
              <a:ext uri="{FF2B5EF4-FFF2-40B4-BE49-F238E27FC236}">
                <a16:creationId xmlns:a16="http://schemas.microsoft.com/office/drawing/2014/main" id="{A8D3D1C0-8CDF-675C-6A44-717F4604FA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Normalisation Vs Standardization</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144" name="Google Shape;144;p22"/>
          <p:cNvSpPr txBox="1">
            <a:spLocks noGrp="1"/>
          </p:cNvSpPr>
          <p:nvPr>
            <p:ph type="body" idx="1"/>
          </p:nvPr>
        </p:nvSpPr>
        <p:spPr>
          <a:xfrm>
            <a:off x="729450" y="2078874"/>
            <a:ext cx="6668300" cy="2594725"/>
          </a:xfrm>
          <a:prstGeom prst="rect">
            <a:avLst/>
          </a:prstGeom>
        </p:spPr>
        <p:txBody>
          <a:bodyPr spcFirstLastPara="1" wrap="square" lIns="91425" tIns="91425" rIns="91425" bIns="91425" anchor="t" anchorCtr="0">
            <a:normAutofit fontScale="92500" lnSpcReduction="20000"/>
          </a:bodyPr>
          <a:lstStyle/>
          <a:p>
            <a:pPr marL="457200" lvl="0" indent="-336550" algn="l" rtl="0">
              <a:lnSpc>
                <a:spcPct val="160000"/>
              </a:lnSpc>
              <a:spcBef>
                <a:spcPts val="0"/>
              </a:spcBef>
              <a:spcAft>
                <a:spcPts val="0"/>
              </a:spcAft>
              <a:buClr>
                <a:srgbClr val="292929"/>
              </a:buClr>
              <a:buSzPts val="1700"/>
              <a:buFont typeface="Arial"/>
              <a:buChar char="➔"/>
            </a:pPr>
            <a:r>
              <a:rPr lang="en" sz="1700" b="1" dirty="0">
                <a:solidFill>
                  <a:schemeClr val="tx1"/>
                </a:solidFill>
                <a:highlight>
                  <a:schemeClr val="lt1"/>
                </a:highlight>
                <a:latin typeface="Arial"/>
                <a:ea typeface="Arial"/>
                <a:cs typeface="Arial"/>
                <a:sym typeface="Arial"/>
              </a:rPr>
              <a:t>Normalization</a:t>
            </a:r>
            <a:r>
              <a:rPr lang="en" sz="1700" dirty="0">
                <a:solidFill>
                  <a:srgbClr val="292929"/>
                </a:solidFill>
                <a:highlight>
                  <a:schemeClr val="lt1"/>
                </a:highlight>
                <a:latin typeface="Arial"/>
                <a:ea typeface="Arial"/>
                <a:cs typeface="Arial"/>
                <a:sym typeface="Arial"/>
              </a:rPr>
              <a:t> : In algos that require same scale like GD, Neural Networks, and we don’t assume any distribution</a:t>
            </a:r>
            <a:endParaRPr sz="1700" dirty="0">
              <a:solidFill>
                <a:srgbClr val="292929"/>
              </a:solidFill>
              <a:highlight>
                <a:schemeClr val="lt1"/>
              </a:highlight>
              <a:latin typeface="Arial"/>
              <a:ea typeface="Arial"/>
              <a:cs typeface="Arial"/>
              <a:sym typeface="Arial"/>
            </a:endParaRPr>
          </a:p>
          <a:p>
            <a:pPr marL="457200" lvl="0" indent="-336550" algn="l" rtl="0">
              <a:lnSpc>
                <a:spcPct val="160000"/>
              </a:lnSpc>
              <a:spcBef>
                <a:spcPts val="0"/>
              </a:spcBef>
              <a:spcAft>
                <a:spcPts val="0"/>
              </a:spcAft>
              <a:buClr>
                <a:srgbClr val="292929"/>
              </a:buClr>
              <a:buSzPts val="1700"/>
              <a:buFont typeface="Arial"/>
              <a:buChar char="➔"/>
            </a:pPr>
            <a:r>
              <a:rPr lang="en" sz="1700" b="1" dirty="0">
                <a:solidFill>
                  <a:schemeClr val="tx1"/>
                </a:solidFill>
                <a:highlight>
                  <a:schemeClr val="lt1"/>
                </a:highlight>
                <a:latin typeface="Arial"/>
                <a:ea typeface="Arial"/>
                <a:cs typeface="Arial"/>
                <a:sym typeface="Arial"/>
              </a:rPr>
              <a:t>Standardization</a:t>
            </a:r>
            <a:r>
              <a:rPr lang="en" sz="1700" dirty="0">
                <a:solidFill>
                  <a:srgbClr val="292929"/>
                </a:solidFill>
                <a:highlight>
                  <a:schemeClr val="lt1"/>
                </a:highlight>
                <a:latin typeface="Arial"/>
                <a:ea typeface="Arial"/>
                <a:cs typeface="Arial"/>
                <a:sym typeface="Arial"/>
              </a:rPr>
              <a:t> : In case the features exhibit a Gaussian Distribution, When we have a lot of outliers. </a:t>
            </a:r>
          </a:p>
          <a:p>
            <a:pPr marL="457200" lvl="0" indent="-336550" algn="l" rtl="0">
              <a:lnSpc>
                <a:spcPct val="160000"/>
              </a:lnSpc>
              <a:spcBef>
                <a:spcPts val="0"/>
              </a:spcBef>
              <a:spcAft>
                <a:spcPts val="0"/>
              </a:spcAft>
              <a:buClr>
                <a:srgbClr val="292929"/>
              </a:buClr>
              <a:buSzPts val="1700"/>
              <a:buFont typeface="Arial"/>
              <a:buChar char="➔"/>
            </a:pPr>
            <a:r>
              <a:rPr lang="en" sz="1700" b="1" dirty="0">
                <a:solidFill>
                  <a:schemeClr val="tx1"/>
                </a:solidFill>
                <a:highlight>
                  <a:schemeClr val="lt1"/>
                </a:highlight>
                <a:latin typeface="Arial"/>
                <a:ea typeface="Arial"/>
                <a:cs typeface="Arial"/>
                <a:sym typeface="Arial"/>
              </a:rPr>
              <a:t>Robust Scaler </a:t>
            </a:r>
            <a:r>
              <a:rPr lang="en" sz="1700" dirty="0">
                <a:solidFill>
                  <a:srgbClr val="292929"/>
                </a:solidFill>
                <a:highlight>
                  <a:schemeClr val="lt1"/>
                </a:highlight>
                <a:latin typeface="Arial"/>
                <a:ea typeface="Arial"/>
                <a:cs typeface="Arial"/>
                <a:sym typeface="Arial"/>
              </a:rPr>
              <a:t>: This is similar to standard deviation, but uses median and IQR. It is more resilient to outliers. Useful for algos sensitive to outliers, for example SVM and KNN</a:t>
            </a:r>
            <a:endParaRPr sz="1700" dirty="0">
              <a:solidFill>
                <a:srgbClr val="292929"/>
              </a:solidFill>
              <a:highlight>
                <a:schemeClr val="lt1"/>
              </a:highlight>
              <a:latin typeface="Arial"/>
              <a:ea typeface="Arial"/>
              <a:cs typeface="Arial"/>
              <a:sym typeface="Arial"/>
            </a:endParaRPr>
          </a:p>
        </p:txBody>
      </p:sp>
      <p:pic>
        <p:nvPicPr>
          <p:cNvPr id="2" name="Picture 2">
            <a:extLst>
              <a:ext uri="{FF2B5EF4-FFF2-40B4-BE49-F238E27FC236}">
                <a16:creationId xmlns:a16="http://schemas.microsoft.com/office/drawing/2014/main" id="{F5D6441E-3DA5-C2A9-C46C-03B832F776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4">
                                            <p:txEl>
                                              <p:pRg st="0" end="0"/>
                                            </p:txEl>
                                          </p:spTgt>
                                        </p:tgtEl>
                                        <p:attrNameLst>
                                          <p:attrName>style.visibility</p:attrName>
                                        </p:attrNameLst>
                                      </p:cBhvr>
                                      <p:to>
                                        <p:strVal val="visible"/>
                                      </p:to>
                                    </p:set>
                                    <p:anim calcmode="lin" valueType="num">
                                      <p:cBhvr additive="base">
                                        <p:cTn id="7" dur="500" fill="hold"/>
                                        <p:tgtEl>
                                          <p:spTgt spid="14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4">
                                            <p:txEl>
                                              <p:pRg st="1" end="1"/>
                                            </p:txEl>
                                          </p:spTgt>
                                        </p:tgtEl>
                                        <p:attrNameLst>
                                          <p:attrName>style.visibility</p:attrName>
                                        </p:attrNameLst>
                                      </p:cBhvr>
                                      <p:to>
                                        <p:strVal val="visible"/>
                                      </p:to>
                                    </p:set>
                                    <p:anim calcmode="lin" valueType="num">
                                      <p:cBhvr additive="base">
                                        <p:cTn id="13" dur="500" fill="hold"/>
                                        <p:tgtEl>
                                          <p:spTgt spid="14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4">
                                            <p:txEl>
                                              <p:pRg st="2" end="2"/>
                                            </p:txEl>
                                          </p:spTgt>
                                        </p:tgtEl>
                                        <p:attrNameLst>
                                          <p:attrName>style.visibility</p:attrName>
                                        </p:attrNameLst>
                                      </p:cBhvr>
                                      <p:to>
                                        <p:strVal val="visible"/>
                                      </p:to>
                                    </p:set>
                                    <p:anim calcmode="lin" valueType="num">
                                      <p:cBhvr additive="base">
                                        <p:cTn id="19" dur="500" fill="hold"/>
                                        <p:tgtEl>
                                          <p:spTgt spid="14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D8F52D25-38D8-2A86-85C8-0846A3BDF7DC}"/>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BEF3944A-EAD5-EE28-C376-A58B05C4B247}"/>
              </a:ext>
            </a:extLst>
          </p:cNvPr>
          <p:cNvSpPr txBox="1">
            <a:spLocks noGrp="1"/>
          </p:cNvSpPr>
          <p:nvPr>
            <p:ph type="title"/>
          </p:nvPr>
        </p:nvSpPr>
        <p:spPr>
          <a:xfrm>
            <a:off x="517144" y="450150"/>
            <a:ext cx="63678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Categorical Features</a:t>
            </a:r>
            <a:endParaRPr dirty="0"/>
          </a:p>
        </p:txBody>
      </p:sp>
      <p:sp>
        <p:nvSpPr>
          <p:cNvPr id="68" name="Google Shape;68;p15">
            <a:extLst>
              <a:ext uri="{FF2B5EF4-FFF2-40B4-BE49-F238E27FC236}">
                <a16:creationId xmlns:a16="http://schemas.microsoft.com/office/drawing/2014/main" id="{D47DB140-3CE5-A333-2682-DAE22A28761F}"/>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Lato"/>
                <a:ea typeface="Lato"/>
                <a:cs typeface="Lato"/>
                <a:sym typeface="La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sz="1000" b="0" i="0" u="none" strike="noStrike" kern="0" cap="none" spc="0" normalizeH="0" baseline="0" noProof="0">
              <a:ln>
                <a:noFill/>
              </a:ln>
              <a:solidFill>
                <a:srgbClr val="FFFFFF"/>
              </a:solidFill>
              <a:effectLst/>
              <a:uLnTx/>
              <a:uFillTx/>
              <a:latin typeface="Lato"/>
              <a:ea typeface="Lato"/>
              <a:cs typeface="Lato"/>
              <a:sym typeface="Lato"/>
            </a:endParaRPr>
          </a:p>
        </p:txBody>
      </p:sp>
    </p:spTree>
    <p:extLst>
      <p:ext uri="{BB962C8B-B14F-4D97-AF65-F5344CB8AC3E}">
        <p14:creationId xmlns:p14="http://schemas.microsoft.com/office/powerpoint/2010/main" val="2434392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5B875EE1-DDC3-C65B-8B44-0BFCFF20ADB8}"/>
            </a:ext>
          </a:extLst>
        </p:cNvPr>
        <p:cNvGrpSpPr/>
        <p:nvPr/>
      </p:nvGrpSpPr>
      <p:grpSpPr>
        <a:xfrm>
          <a:off x="0" y="0"/>
          <a:ext cx="0" cy="0"/>
          <a:chOff x="0" y="0"/>
          <a:chExt cx="0" cy="0"/>
        </a:xfrm>
      </p:grpSpPr>
      <p:sp>
        <p:nvSpPr>
          <p:cNvPr id="137" name="Google Shape;137;p21">
            <a:extLst>
              <a:ext uri="{FF2B5EF4-FFF2-40B4-BE49-F238E27FC236}">
                <a16:creationId xmlns:a16="http://schemas.microsoft.com/office/drawing/2014/main" id="{CAE60059-1553-35AD-D994-0851F935FA01}"/>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Types of Categorical Variables </a:t>
            </a:r>
            <a:endParaRPr dirty="0"/>
          </a:p>
        </p:txBody>
      </p:sp>
      <p:sp>
        <p:nvSpPr>
          <p:cNvPr id="138" name="Google Shape;138;p21">
            <a:extLst>
              <a:ext uri="{FF2B5EF4-FFF2-40B4-BE49-F238E27FC236}">
                <a16:creationId xmlns:a16="http://schemas.microsoft.com/office/drawing/2014/main" id="{FE3FF8F2-1A84-161F-DE4B-18ADBB591A5F}"/>
              </a:ext>
            </a:extLst>
          </p:cNvPr>
          <p:cNvSpPr txBox="1">
            <a:spLocks noGrp="1"/>
          </p:cNvSpPr>
          <p:nvPr>
            <p:ph type="body" idx="1"/>
          </p:nvPr>
        </p:nvSpPr>
        <p:spPr>
          <a:xfrm>
            <a:off x="729450" y="1853849"/>
            <a:ext cx="7688700" cy="2674607"/>
          </a:xfrm>
          <a:prstGeom prst="rect">
            <a:avLst/>
          </a:prstGeom>
        </p:spPr>
        <p:txBody>
          <a:bodyPr spcFirstLastPara="1" wrap="square" lIns="91425" tIns="91425" rIns="91425" bIns="91425" anchor="t" anchorCtr="0">
            <a:normAutofit fontScale="85000" lnSpcReduction="20000"/>
          </a:bodyPr>
          <a:lstStyle/>
          <a:p>
            <a:pPr marL="457200" lvl="0" indent="-336550" algn="l" rtl="0">
              <a:lnSpc>
                <a:spcPct val="170000"/>
              </a:lnSpc>
              <a:spcBef>
                <a:spcPts val="0"/>
              </a:spcBef>
              <a:spcAft>
                <a:spcPts val="0"/>
              </a:spcAft>
              <a:buClr>
                <a:srgbClr val="292929"/>
              </a:buClr>
              <a:buSzPts val="1700"/>
              <a:buFont typeface="Arial"/>
              <a:buChar char="➔"/>
            </a:pPr>
            <a:r>
              <a:rPr lang="en-GB" sz="1700" b="1" dirty="0">
                <a:solidFill>
                  <a:schemeClr val="tx1"/>
                </a:solidFill>
                <a:highlight>
                  <a:schemeClr val="lt1"/>
                </a:highlight>
                <a:latin typeface="Arial"/>
                <a:ea typeface="Arial"/>
                <a:cs typeface="Arial"/>
                <a:sym typeface="Arial"/>
              </a:rPr>
              <a:t>Nominal Variables:</a:t>
            </a:r>
          </a:p>
          <a:p>
            <a:pPr lvl="1" indent="-336550">
              <a:lnSpc>
                <a:spcPct val="170000"/>
              </a:lnSpc>
              <a:buClr>
                <a:srgbClr val="292929"/>
              </a:buClr>
              <a:buSzPts val="1700"/>
              <a:buFont typeface="Arial"/>
              <a:buChar char="➔"/>
            </a:pPr>
            <a:r>
              <a:rPr lang="en-GB" sz="1500" dirty="0">
                <a:solidFill>
                  <a:srgbClr val="292929"/>
                </a:solidFill>
                <a:highlight>
                  <a:schemeClr val="lt1"/>
                </a:highlight>
                <a:latin typeface="Arial"/>
                <a:ea typeface="Arial"/>
                <a:cs typeface="Arial"/>
                <a:sym typeface="Arial"/>
              </a:rPr>
              <a:t>Categories with no intrinsic order (e.g., </a:t>
            </a:r>
            <a:r>
              <a:rPr lang="en-GB" sz="1500" dirty="0" err="1">
                <a:solidFill>
                  <a:srgbClr val="292929"/>
                </a:solidFill>
                <a:highlight>
                  <a:schemeClr val="lt1"/>
                </a:highlight>
                <a:latin typeface="Arial"/>
                <a:ea typeface="Arial"/>
                <a:cs typeface="Arial"/>
                <a:sym typeface="Arial"/>
              </a:rPr>
              <a:t>colors</a:t>
            </a:r>
            <a:r>
              <a:rPr lang="en-GB" sz="1500" dirty="0">
                <a:solidFill>
                  <a:srgbClr val="292929"/>
                </a:solidFill>
                <a:highlight>
                  <a:schemeClr val="lt1"/>
                </a:highlight>
                <a:latin typeface="Arial"/>
                <a:ea typeface="Arial"/>
                <a:cs typeface="Arial"/>
                <a:sym typeface="Arial"/>
              </a:rPr>
              <a:t>, gender).</a:t>
            </a:r>
          </a:p>
          <a:p>
            <a:pPr marL="457200" lvl="0" indent="-336550" algn="l" rtl="0">
              <a:lnSpc>
                <a:spcPct val="170000"/>
              </a:lnSpc>
              <a:spcBef>
                <a:spcPts val="0"/>
              </a:spcBef>
              <a:spcAft>
                <a:spcPts val="0"/>
              </a:spcAft>
              <a:buClr>
                <a:srgbClr val="292929"/>
              </a:buClr>
              <a:buSzPts val="1700"/>
              <a:buFont typeface="Arial"/>
              <a:buChar char="➔"/>
            </a:pPr>
            <a:r>
              <a:rPr lang="en-GB" sz="1700" b="1" dirty="0">
                <a:solidFill>
                  <a:schemeClr val="tx1"/>
                </a:solidFill>
                <a:highlight>
                  <a:schemeClr val="lt1"/>
                </a:highlight>
                <a:latin typeface="Arial"/>
                <a:ea typeface="Arial"/>
                <a:cs typeface="Arial"/>
                <a:sym typeface="Arial"/>
              </a:rPr>
              <a:t>Ordinal Variables:</a:t>
            </a:r>
          </a:p>
          <a:p>
            <a:pPr lvl="1" indent="-336550">
              <a:lnSpc>
                <a:spcPct val="170000"/>
              </a:lnSpc>
              <a:buClr>
                <a:srgbClr val="292929"/>
              </a:buClr>
              <a:buSzPts val="1700"/>
              <a:buFont typeface="Arial"/>
              <a:buChar char="➔"/>
            </a:pPr>
            <a:r>
              <a:rPr lang="en-GB" sz="1500" dirty="0">
                <a:solidFill>
                  <a:srgbClr val="292929"/>
                </a:solidFill>
                <a:highlight>
                  <a:schemeClr val="lt1"/>
                </a:highlight>
                <a:latin typeface="Arial"/>
                <a:ea typeface="Arial"/>
                <a:cs typeface="Arial"/>
                <a:sym typeface="Arial"/>
              </a:rPr>
              <a:t>Categories with a meaningful order (e.g., ratings, education level).</a:t>
            </a:r>
          </a:p>
          <a:p>
            <a:pPr lvl="1" indent="-336550">
              <a:lnSpc>
                <a:spcPct val="170000"/>
              </a:lnSpc>
              <a:buClr>
                <a:srgbClr val="292929"/>
              </a:buClr>
              <a:buSzPts val="1700"/>
              <a:buFont typeface="Arial"/>
              <a:buChar char="➔"/>
            </a:pPr>
            <a:r>
              <a:rPr lang="en-GB" sz="1500" dirty="0">
                <a:solidFill>
                  <a:srgbClr val="292929"/>
                </a:solidFill>
                <a:highlight>
                  <a:schemeClr val="lt1"/>
                </a:highlight>
                <a:latin typeface="Arial"/>
                <a:ea typeface="Arial"/>
                <a:cs typeface="Arial"/>
                <a:sym typeface="Arial"/>
              </a:rPr>
              <a:t>Understand the importance of preserving the order during encoding.</a:t>
            </a:r>
          </a:p>
          <a:p>
            <a:pPr marL="457200" lvl="0" indent="-336550" algn="l" rtl="0">
              <a:lnSpc>
                <a:spcPct val="170000"/>
              </a:lnSpc>
              <a:spcBef>
                <a:spcPts val="0"/>
              </a:spcBef>
              <a:spcAft>
                <a:spcPts val="0"/>
              </a:spcAft>
              <a:buClr>
                <a:srgbClr val="292929"/>
              </a:buClr>
              <a:buSzPts val="1700"/>
              <a:buFont typeface="Arial"/>
              <a:buChar char="➔"/>
            </a:pPr>
            <a:r>
              <a:rPr lang="en-GB" sz="1700" b="1" dirty="0">
                <a:solidFill>
                  <a:schemeClr val="tx1"/>
                </a:solidFill>
                <a:highlight>
                  <a:schemeClr val="lt1"/>
                </a:highlight>
                <a:latin typeface="Arial"/>
                <a:ea typeface="Arial"/>
                <a:cs typeface="Arial"/>
                <a:sym typeface="Arial"/>
              </a:rPr>
              <a:t>High-Cardinality Variables:</a:t>
            </a:r>
          </a:p>
          <a:p>
            <a:pPr lvl="1" indent="-336550">
              <a:lnSpc>
                <a:spcPct val="170000"/>
              </a:lnSpc>
              <a:buClr>
                <a:srgbClr val="292929"/>
              </a:buClr>
              <a:buSzPts val="1700"/>
              <a:buFont typeface="Arial"/>
              <a:buChar char="➔"/>
            </a:pPr>
            <a:r>
              <a:rPr lang="en-GB" sz="1500" dirty="0">
                <a:solidFill>
                  <a:srgbClr val="292929"/>
                </a:solidFill>
                <a:highlight>
                  <a:schemeClr val="lt1"/>
                </a:highlight>
                <a:latin typeface="Arial"/>
                <a:ea typeface="Arial"/>
                <a:cs typeface="Arial"/>
                <a:sym typeface="Arial"/>
              </a:rPr>
              <a:t>Categories with a large number of unique values (e.g., zip codes, product IDs).</a:t>
            </a:r>
          </a:p>
          <a:p>
            <a:pPr lvl="1" indent="-336550">
              <a:lnSpc>
                <a:spcPct val="170000"/>
              </a:lnSpc>
              <a:buClr>
                <a:srgbClr val="292929"/>
              </a:buClr>
              <a:buSzPts val="1700"/>
              <a:buFont typeface="Arial"/>
              <a:buChar char="➔"/>
            </a:pPr>
            <a:r>
              <a:rPr lang="en-GB" sz="1500" dirty="0">
                <a:solidFill>
                  <a:srgbClr val="292929"/>
                </a:solidFill>
                <a:highlight>
                  <a:schemeClr val="lt1"/>
                </a:highlight>
                <a:latin typeface="Arial"/>
                <a:ea typeface="Arial"/>
                <a:cs typeface="Arial"/>
                <a:sym typeface="Arial"/>
              </a:rPr>
              <a:t>Discuss the challenges and strategies for encoding these variables.</a:t>
            </a:r>
          </a:p>
        </p:txBody>
      </p:sp>
      <p:pic>
        <p:nvPicPr>
          <p:cNvPr id="2" name="Picture 2">
            <a:extLst>
              <a:ext uri="{FF2B5EF4-FFF2-40B4-BE49-F238E27FC236}">
                <a16:creationId xmlns:a16="http://schemas.microsoft.com/office/drawing/2014/main" id="{FC0FC3BF-D124-092D-6B84-7ABA4417A4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0749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9BB4C53C-6CF7-E894-EC9D-914AAF168383}"/>
            </a:ext>
          </a:extLst>
        </p:cNvPr>
        <p:cNvGrpSpPr/>
        <p:nvPr/>
      </p:nvGrpSpPr>
      <p:grpSpPr>
        <a:xfrm>
          <a:off x="0" y="0"/>
          <a:ext cx="0" cy="0"/>
          <a:chOff x="0" y="0"/>
          <a:chExt cx="0" cy="0"/>
        </a:xfrm>
      </p:grpSpPr>
      <p:sp>
        <p:nvSpPr>
          <p:cNvPr id="137" name="Google Shape;137;p21">
            <a:extLst>
              <a:ext uri="{FF2B5EF4-FFF2-40B4-BE49-F238E27FC236}">
                <a16:creationId xmlns:a16="http://schemas.microsoft.com/office/drawing/2014/main" id="{76B3F775-729E-3660-EE17-1A39FDAE193C}"/>
              </a:ext>
            </a:extLst>
          </p:cNvPr>
          <p:cNvSpPr txBox="1">
            <a:spLocks noGrp="1"/>
          </p:cNvSpPr>
          <p:nvPr>
            <p:ph type="title"/>
          </p:nvPr>
        </p:nvSpPr>
        <p:spPr>
          <a:xfrm>
            <a:off x="727650" y="1318649"/>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Types of Encoding Techniques</a:t>
            </a:r>
            <a:endParaRPr dirty="0"/>
          </a:p>
        </p:txBody>
      </p:sp>
      <p:graphicFrame>
        <p:nvGraphicFramePr>
          <p:cNvPr id="4" name="Table 3">
            <a:extLst>
              <a:ext uri="{FF2B5EF4-FFF2-40B4-BE49-F238E27FC236}">
                <a16:creationId xmlns:a16="http://schemas.microsoft.com/office/drawing/2014/main" id="{BA0EF4E9-22C0-882F-F3FD-94EA586E2F8A}"/>
              </a:ext>
            </a:extLst>
          </p:cNvPr>
          <p:cNvGraphicFramePr>
            <a:graphicFrameLocks noGrp="1"/>
          </p:cNvGraphicFramePr>
          <p:nvPr>
            <p:extLst>
              <p:ext uri="{D42A27DB-BD31-4B8C-83A1-F6EECF244321}">
                <p14:modId xmlns:p14="http://schemas.microsoft.com/office/powerpoint/2010/main" val="2004463247"/>
              </p:ext>
            </p:extLst>
          </p:nvPr>
        </p:nvGraphicFramePr>
        <p:xfrm>
          <a:off x="727886" y="1853849"/>
          <a:ext cx="7741200" cy="2805237"/>
        </p:xfrm>
        <a:graphic>
          <a:graphicData uri="http://schemas.openxmlformats.org/drawingml/2006/table">
            <a:tbl>
              <a:tblPr/>
              <a:tblGrid>
                <a:gridCol w="1681485">
                  <a:extLst>
                    <a:ext uri="{9D8B030D-6E8A-4147-A177-3AD203B41FA5}">
                      <a16:colId xmlns:a16="http://schemas.microsoft.com/office/drawing/2014/main" val="240991693"/>
                    </a:ext>
                  </a:extLst>
                </a:gridCol>
                <a:gridCol w="6059715">
                  <a:extLst>
                    <a:ext uri="{9D8B030D-6E8A-4147-A177-3AD203B41FA5}">
                      <a16:colId xmlns:a16="http://schemas.microsoft.com/office/drawing/2014/main" val="2408780165"/>
                    </a:ext>
                  </a:extLst>
                </a:gridCol>
              </a:tblGrid>
              <a:tr h="290726">
                <a:tc>
                  <a:txBody>
                    <a:bodyPr/>
                    <a:lstStyle/>
                    <a:p>
                      <a:r>
                        <a:rPr lang="en-GB" sz="1200" b="1" dirty="0">
                          <a:solidFill>
                            <a:schemeClr val="bg2"/>
                          </a:solidFill>
                          <a:latin typeface="+mj-lt"/>
                        </a:rPr>
                        <a:t>Encoding Method</a:t>
                      </a:r>
                      <a:endParaRPr lang="en-GB" sz="1200" dirty="0">
                        <a:solidFill>
                          <a:schemeClr val="bg2"/>
                        </a:solidFill>
                        <a:latin typeface="+mj-lt"/>
                      </a:endParaRPr>
                    </a:p>
                  </a:txBody>
                  <a:tcPr marL="74809" marR="74809" marT="37405" marB="37405" anchor="ctr">
                    <a:lnL>
                      <a:noFill/>
                    </a:lnL>
                    <a:lnR>
                      <a:noFill/>
                    </a:lnR>
                    <a:lnT>
                      <a:noFill/>
                    </a:lnT>
                    <a:lnB>
                      <a:noFill/>
                    </a:lnB>
                    <a:solidFill>
                      <a:srgbClr val="FF0000"/>
                    </a:solidFill>
                  </a:tcPr>
                </a:tc>
                <a:tc>
                  <a:txBody>
                    <a:bodyPr/>
                    <a:lstStyle/>
                    <a:p>
                      <a:r>
                        <a:rPr lang="en-GB" sz="1200" b="1" dirty="0">
                          <a:solidFill>
                            <a:schemeClr val="bg2"/>
                          </a:solidFill>
                          <a:latin typeface="+mj-lt"/>
                        </a:rPr>
                        <a:t>Description</a:t>
                      </a:r>
                      <a:endParaRPr lang="en-GB" sz="1200" dirty="0">
                        <a:solidFill>
                          <a:schemeClr val="bg2"/>
                        </a:solidFill>
                        <a:latin typeface="+mj-lt"/>
                      </a:endParaRPr>
                    </a:p>
                  </a:txBody>
                  <a:tcPr marL="74809" marR="74809" marT="37405" marB="37405" anchor="ctr">
                    <a:lnL>
                      <a:noFill/>
                    </a:lnL>
                    <a:lnR>
                      <a:noFill/>
                    </a:lnR>
                    <a:lnT>
                      <a:noFill/>
                    </a:lnT>
                    <a:lnB>
                      <a:noFill/>
                    </a:lnB>
                    <a:solidFill>
                      <a:srgbClr val="FF0000"/>
                    </a:solidFill>
                  </a:tcPr>
                </a:tc>
                <a:extLst>
                  <a:ext uri="{0D108BD9-81ED-4DB2-BD59-A6C34878D82A}">
                    <a16:rowId xmlns:a16="http://schemas.microsoft.com/office/drawing/2014/main" val="2772813871"/>
                  </a:ext>
                </a:extLst>
              </a:tr>
              <a:tr h="497051">
                <a:tc>
                  <a:txBody>
                    <a:bodyPr/>
                    <a:lstStyle/>
                    <a:p>
                      <a:r>
                        <a:rPr lang="en-GB" sz="1200" b="1" dirty="0">
                          <a:solidFill>
                            <a:schemeClr val="bg2"/>
                          </a:solidFill>
                          <a:latin typeface="+mj-lt"/>
                        </a:rPr>
                        <a:t>Label Encoding</a:t>
                      </a:r>
                      <a:endParaRPr lang="en-GB" sz="1200" dirty="0">
                        <a:solidFill>
                          <a:schemeClr val="bg2"/>
                        </a:solidFill>
                        <a:latin typeface="+mj-lt"/>
                      </a:endParaRPr>
                    </a:p>
                  </a:txBody>
                  <a:tcPr marL="74809" marR="74809" marT="37405" marB="37405" anchor="ctr">
                    <a:lnL>
                      <a:noFill/>
                    </a:lnL>
                    <a:lnR w="12700" cap="flat" cmpd="sng" algn="ctr">
                      <a:solidFill>
                        <a:schemeClr val="accent1"/>
                      </a:solidFill>
                      <a:prstDash val="sysDash"/>
                      <a:round/>
                      <a:headEnd type="none" w="med" len="med"/>
                      <a:tailEnd type="none" w="med" len="med"/>
                    </a:lnR>
                    <a:lnT>
                      <a:noFill/>
                    </a:lnT>
                    <a:lnB w="12700" cap="flat" cmpd="sng" algn="ctr">
                      <a:solidFill>
                        <a:schemeClr val="accent1"/>
                      </a:solidFill>
                      <a:prstDash val="sysDash"/>
                      <a:round/>
                      <a:headEnd type="none" w="med" len="med"/>
                      <a:tailEnd type="none" w="med" len="med"/>
                    </a:lnB>
                    <a:noFill/>
                  </a:tcPr>
                </a:tc>
                <a:tc>
                  <a:txBody>
                    <a:bodyPr/>
                    <a:lstStyle/>
                    <a:p>
                      <a:pPr marL="171450" indent="-171450">
                        <a:buFont typeface="Wingdings" panose="05000000000000000000" pitchFamily="2" charset="2"/>
                        <a:buChar char="§"/>
                      </a:pPr>
                      <a:r>
                        <a:rPr lang="en-GB" sz="1200" dirty="0">
                          <a:solidFill>
                            <a:schemeClr val="bg2"/>
                          </a:solidFill>
                          <a:latin typeface="+mj-lt"/>
                        </a:rPr>
                        <a:t>Convert categorical labels into numeric values. </a:t>
                      </a:r>
                    </a:p>
                    <a:p>
                      <a:pPr marL="171450" indent="-171450">
                        <a:buFont typeface="Wingdings" panose="05000000000000000000" pitchFamily="2" charset="2"/>
                        <a:buChar char="§"/>
                      </a:pPr>
                      <a:r>
                        <a:rPr lang="en-GB" sz="1200" dirty="0">
                          <a:solidFill>
                            <a:schemeClr val="bg2"/>
                          </a:solidFill>
                          <a:latin typeface="+mj-lt"/>
                        </a:rPr>
                        <a:t>Suitable for ordinal data where the order matters. </a:t>
                      </a:r>
                    </a:p>
                  </a:txBody>
                  <a:tcPr marL="74809" marR="74809" marT="37405" marB="37405" anchor="ctr">
                    <a:lnL w="12700" cap="flat" cmpd="sng" algn="ctr">
                      <a:solidFill>
                        <a:schemeClr val="accent1"/>
                      </a:solidFill>
                      <a:prstDash val="sysDash"/>
                      <a:round/>
                      <a:headEnd type="none" w="med" len="med"/>
                      <a:tailEnd type="none" w="med" len="med"/>
                    </a:lnL>
                    <a:lnR>
                      <a:noFill/>
                    </a:lnR>
                    <a:lnT>
                      <a:noFill/>
                    </a:lnT>
                    <a:lnB w="12700" cap="flat" cmpd="sng" algn="ctr">
                      <a:solidFill>
                        <a:schemeClr val="accent1"/>
                      </a:solidFill>
                      <a:prstDash val="sysDash"/>
                      <a:round/>
                      <a:headEnd type="none" w="med" len="med"/>
                      <a:tailEnd type="none" w="med" len="med"/>
                    </a:lnB>
                    <a:noFill/>
                  </a:tcPr>
                </a:tc>
                <a:extLst>
                  <a:ext uri="{0D108BD9-81ED-4DB2-BD59-A6C34878D82A}">
                    <a16:rowId xmlns:a16="http://schemas.microsoft.com/office/drawing/2014/main" val="305196457"/>
                  </a:ext>
                </a:extLst>
              </a:tr>
              <a:tr h="587877">
                <a:tc>
                  <a:txBody>
                    <a:bodyPr/>
                    <a:lstStyle/>
                    <a:p>
                      <a:r>
                        <a:rPr lang="en-GB" sz="1200" b="1">
                          <a:solidFill>
                            <a:schemeClr val="bg2"/>
                          </a:solidFill>
                          <a:latin typeface="+mj-lt"/>
                        </a:rPr>
                        <a:t>One-Hot Encoding</a:t>
                      </a:r>
                      <a:endParaRPr lang="en-GB" sz="1200">
                        <a:solidFill>
                          <a:schemeClr val="bg2"/>
                        </a:solidFill>
                        <a:latin typeface="+mj-lt"/>
                      </a:endParaRPr>
                    </a:p>
                  </a:txBody>
                  <a:tcPr marL="74809" marR="74809" marT="37405" marB="37405" anchor="ctr">
                    <a:lnL>
                      <a:noFill/>
                    </a:lnL>
                    <a:lnR w="12700" cap="flat" cmpd="sng" algn="ctr">
                      <a:solidFill>
                        <a:schemeClr val="accent1"/>
                      </a:solidFill>
                      <a:prstDash val="sysDash"/>
                      <a:round/>
                      <a:headEnd type="none" w="med" len="med"/>
                      <a:tailEnd type="none" w="med" len="med"/>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tc>
                  <a:txBody>
                    <a:bodyPr/>
                    <a:lstStyle/>
                    <a:p>
                      <a:pPr marL="171450" indent="-171450">
                        <a:buFont typeface="Wingdings" panose="05000000000000000000" pitchFamily="2" charset="2"/>
                        <a:buChar char="§"/>
                      </a:pPr>
                      <a:r>
                        <a:rPr lang="en-GB" sz="1200" dirty="0">
                          <a:solidFill>
                            <a:schemeClr val="bg2"/>
                          </a:solidFill>
                          <a:latin typeface="+mj-lt"/>
                        </a:rPr>
                        <a:t>Convert categorical variables into a set of binary vectors. </a:t>
                      </a:r>
                    </a:p>
                    <a:p>
                      <a:pPr marL="171450" indent="-171450">
                        <a:buFont typeface="Wingdings" panose="05000000000000000000" pitchFamily="2" charset="2"/>
                        <a:buChar char="§"/>
                      </a:pPr>
                      <a:r>
                        <a:rPr lang="en-GB" sz="1200" dirty="0">
                          <a:solidFill>
                            <a:schemeClr val="bg2"/>
                          </a:solidFill>
                          <a:latin typeface="+mj-lt"/>
                        </a:rPr>
                        <a:t>Ideal for nominal data where the order does not matter. </a:t>
                      </a:r>
                    </a:p>
                  </a:txBody>
                  <a:tcPr marL="74809" marR="74809" marT="37405" marB="37405" anchor="ctr">
                    <a:lnL w="12700" cap="flat" cmpd="sng" algn="ctr">
                      <a:solidFill>
                        <a:schemeClr val="accent1"/>
                      </a:solidFill>
                      <a:prstDash val="sysDash"/>
                      <a:round/>
                      <a:headEnd type="none" w="med" len="med"/>
                      <a:tailEnd type="none" w="med" len="med"/>
                    </a:lnL>
                    <a:lnR>
                      <a:noFill/>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extLst>
                  <a:ext uri="{0D108BD9-81ED-4DB2-BD59-A6C34878D82A}">
                    <a16:rowId xmlns:a16="http://schemas.microsoft.com/office/drawing/2014/main" val="1410925866"/>
                  </a:ext>
                </a:extLst>
              </a:tr>
              <a:tr h="322384">
                <a:tc>
                  <a:txBody>
                    <a:bodyPr/>
                    <a:lstStyle/>
                    <a:p>
                      <a:r>
                        <a:rPr lang="en-GB" sz="1200" b="1">
                          <a:solidFill>
                            <a:schemeClr val="bg2"/>
                          </a:solidFill>
                          <a:latin typeface="+mj-lt"/>
                        </a:rPr>
                        <a:t>Ordinal Encoding</a:t>
                      </a:r>
                      <a:endParaRPr lang="en-GB" sz="1200">
                        <a:solidFill>
                          <a:schemeClr val="bg2"/>
                        </a:solidFill>
                        <a:latin typeface="+mj-lt"/>
                      </a:endParaRPr>
                    </a:p>
                  </a:txBody>
                  <a:tcPr marL="74809" marR="74809" marT="37405" marB="37405" anchor="ctr">
                    <a:lnL>
                      <a:noFill/>
                    </a:lnL>
                    <a:lnR w="12700" cap="flat" cmpd="sng" algn="ctr">
                      <a:solidFill>
                        <a:schemeClr val="accent1"/>
                      </a:solidFill>
                      <a:prstDash val="sysDash"/>
                      <a:round/>
                      <a:headEnd type="none" w="med" len="med"/>
                      <a:tailEnd type="none" w="med" len="med"/>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tc>
                  <a:txBody>
                    <a:bodyPr/>
                    <a:lstStyle/>
                    <a:p>
                      <a:pPr marL="171450" indent="-171450">
                        <a:buFont typeface="Wingdings" panose="05000000000000000000" pitchFamily="2" charset="2"/>
                        <a:buChar char="§"/>
                      </a:pPr>
                      <a:r>
                        <a:rPr lang="en-GB" sz="1200" dirty="0">
                          <a:solidFill>
                            <a:schemeClr val="bg2"/>
                          </a:solidFill>
                          <a:latin typeface="+mj-lt"/>
                        </a:rPr>
                        <a:t>Assign a unique integer to each category in ordinal data. </a:t>
                      </a:r>
                    </a:p>
                  </a:txBody>
                  <a:tcPr marL="74809" marR="74809" marT="37405" marB="37405" anchor="ctr">
                    <a:lnL w="12700" cap="flat" cmpd="sng" algn="ctr">
                      <a:solidFill>
                        <a:schemeClr val="accent1"/>
                      </a:solidFill>
                      <a:prstDash val="sysDash"/>
                      <a:round/>
                      <a:headEnd type="none" w="med" len="med"/>
                      <a:tailEnd type="none" w="med" len="med"/>
                    </a:lnL>
                    <a:lnR>
                      <a:noFill/>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extLst>
                  <a:ext uri="{0D108BD9-81ED-4DB2-BD59-A6C34878D82A}">
                    <a16:rowId xmlns:a16="http://schemas.microsoft.com/office/drawing/2014/main" val="4205427543"/>
                  </a:ext>
                </a:extLst>
              </a:tr>
              <a:tr h="519322">
                <a:tc>
                  <a:txBody>
                    <a:bodyPr/>
                    <a:lstStyle/>
                    <a:p>
                      <a:r>
                        <a:rPr lang="en-GB" sz="1200" b="1">
                          <a:solidFill>
                            <a:schemeClr val="bg2"/>
                          </a:solidFill>
                          <a:latin typeface="+mj-lt"/>
                        </a:rPr>
                        <a:t>Target Encoding</a:t>
                      </a:r>
                      <a:endParaRPr lang="en-GB" sz="1200">
                        <a:solidFill>
                          <a:schemeClr val="bg2"/>
                        </a:solidFill>
                        <a:latin typeface="+mj-lt"/>
                      </a:endParaRPr>
                    </a:p>
                  </a:txBody>
                  <a:tcPr marL="74809" marR="74809" marT="37405" marB="37405" anchor="ctr">
                    <a:lnL>
                      <a:noFill/>
                    </a:lnL>
                    <a:lnR w="12700" cap="flat" cmpd="sng" algn="ctr">
                      <a:solidFill>
                        <a:schemeClr val="accent1"/>
                      </a:solidFill>
                      <a:prstDash val="sysDash"/>
                      <a:round/>
                      <a:headEnd type="none" w="med" len="med"/>
                      <a:tailEnd type="none" w="med" len="med"/>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tc>
                  <a:txBody>
                    <a:bodyPr/>
                    <a:lstStyle/>
                    <a:p>
                      <a:pPr marL="171450" indent="-171450">
                        <a:buFont typeface="Wingdings" panose="05000000000000000000" pitchFamily="2" charset="2"/>
                        <a:buChar char="§"/>
                      </a:pPr>
                      <a:r>
                        <a:rPr lang="en-GB" sz="1200" dirty="0">
                          <a:solidFill>
                            <a:schemeClr val="bg2"/>
                          </a:solidFill>
                          <a:latin typeface="+mj-lt"/>
                        </a:rPr>
                        <a:t>Encode categorical variables based on the target variable. </a:t>
                      </a:r>
                    </a:p>
                    <a:p>
                      <a:pPr marL="171450" indent="-171450">
                        <a:buFont typeface="Wingdings" panose="05000000000000000000" pitchFamily="2" charset="2"/>
                        <a:buChar char="§"/>
                      </a:pPr>
                      <a:r>
                        <a:rPr lang="en-GB" sz="1200" dirty="0">
                          <a:solidFill>
                            <a:schemeClr val="bg2"/>
                          </a:solidFill>
                          <a:latin typeface="+mj-lt"/>
                        </a:rPr>
                        <a:t>Effective for high-cardinality categorical variables. </a:t>
                      </a:r>
                    </a:p>
                  </a:txBody>
                  <a:tcPr marL="74809" marR="74809" marT="37405" marB="37405" anchor="ctr">
                    <a:lnL w="12700" cap="flat" cmpd="sng" algn="ctr">
                      <a:solidFill>
                        <a:schemeClr val="accent1"/>
                      </a:solidFill>
                      <a:prstDash val="sysDash"/>
                      <a:round/>
                      <a:headEnd type="none" w="med" len="med"/>
                      <a:tailEnd type="none" w="med" len="med"/>
                    </a:lnL>
                    <a:lnR>
                      <a:noFill/>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extLst>
                  <a:ext uri="{0D108BD9-81ED-4DB2-BD59-A6C34878D82A}">
                    <a16:rowId xmlns:a16="http://schemas.microsoft.com/office/drawing/2014/main" val="3828059726"/>
                  </a:ext>
                </a:extLst>
              </a:tr>
              <a:tr h="587877">
                <a:tc>
                  <a:txBody>
                    <a:bodyPr/>
                    <a:lstStyle/>
                    <a:p>
                      <a:r>
                        <a:rPr lang="en-GB" sz="1200" b="1">
                          <a:solidFill>
                            <a:schemeClr val="bg2"/>
                          </a:solidFill>
                          <a:latin typeface="+mj-lt"/>
                        </a:rPr>
                        <a:t>Binary Encoding</a:t>
                      </a:r>
                      <a:endParaRPr lang="en-GB" sz="1200">
                        <a:solidFill>
                          <a:schemeClr val="bg2"/>
                        </a:solidFill>
                        <a:latin typeface="+mj-lt"/>
                      </a:endParaRPr>
                    </a:p>
                  </a:txBody>
                  <a:tcPr marL="74809" marR="74809" marT="37405" marB="37405" anchor="ctr">
                    <a:lnL>
                      <a:noFill/>
                    </a:lnL>
                    <a:lnR w="12700" cap="flat" cmpd="sng" algn="ctr">
                      <a:solidFill>
                        <a:schemeClr val="accent1"/>
                      </a:solidFill>
                      <a:prstDash val="sysDash"/>
                      <a:round/>
                      <a:headEnd type="none" w="med" len="med"/>
                      <a:tailEnd type="none" w="med" len="med"/>
                    </a:lnR>
                    <a:lnT w="12700" cap="flat" cmpd="sng" algn="ctr">
                      <a:solidFill>
                        <a:schemeClr val="accent1"/>
                      </a:solidFill>
                      <a:prstDash val="sysDash"/>
                      <a:round/>
                      <a:headEnd type="none" w="med" len="med"/>
                      <a:tailEnd type="none" w="med" len="med"/>
                    </a:lnT>
                    <a:lnB>
                      <a:noFill/>
                    </a:lnB>
                    <a:noFill/>
                  </a:tcPr>
                </a:tc>
                <a:tc>
                  <a:txBody>
                    <a:bodyPr/>
                    <a:lstStyle/>
                    <a:p>
                      <a:pPr marL="171450" indent="-171450">
                        <a:buFont typeface="Wingdings" panose="05000000000000000000" pitchFamily="2" charset="2"/>
                        <a:buChar char="§"/>
                      </a:pPr>
                      <a:r>
                        <a:rPr lang="en-GB" sz="1200" dirty="0">
                          <a:solidFill>
                            <a:schemeClr val="bg2"/>
                          </a:solidFill>
                          <a:latin typeface="+mj-lt"/>
                        </a:rPr>
                        <a:t>Combine the benefits of one-hot encoding and label encoding. </a:t>
                      </a:r>
                    </a:p>
                    <a:p>
                      <a:pPr marL="171450" indent="-171450">
                        <a:buFont typeface="Wingdings" panose="05000000000000000000" pitchFamily="2" charset="2"/>
                        <a:buChar char="§"/>
                      </a:pPr>
                      <a:r>
                        <a:rPr lang="en-GB" sz="1200" dirty="0">
                          <a:solidFill>
                            <a:schemeClr val="bg2"/>
                          </a:solidFill>
                          <a:latin typeface="+mj-lt"/>
                        </a:rPr>
                        <a:t>Useful for reducing the dimensionality of high-cardinality features. </a:t>
                      </a:r>
                    </a:p>
                  </a:txBody>
                  <a:tcPr marL="74809" marR="74809" marT="37405" marB="37405" anchor="ctr">
                    <a:lnL w="12700" cap="flat" cmpd="sng" algn="ctr">
                      <a:solidFill>
                        <a:schemeClr val="accent1"/>
                      </a:solidFill>
                      <a:prstDash val="sysDash"/>
                      <a:round/>
                      <a:headEnd type="none" w="med" len="med"/>
                      <a:tailEnd type="none" w="med" len="med"/>
                    </a:lnL>
                    <a:lnR>
                      <a:noFill/>
                    </a:lnR>
                    <a:lnT w="12700" cap="flat" cmpd="sng" algn="ctr">
                      <a:solidFill>
                        <a:schemeClr val="accent1"/>
                      </a:solidFill>
                      <a:prstDash val="sysDash"/>
                      <a:round/>
                      <a:headEnd type="none" w="med" len="med"/>
                      <a:tailEnd type="none" w="med" len="med"/>
                    </a:lnT>
                    <a:lnB>
                      <a:noFill/>
                    </a:lnB>
                    <a:noFill/>
                  </a:tcPr>
                </a:tc>
                <a:extLst>
                  <a:ext uri="{0D108BD9-81ED-4DB2-BD59-A6C34878D82A}">
                    <a16:rowId xmlns:a16="http://schemas.microsoft.com/office/drawing/2014/main" val="2518728620"/>
                  </a:ext>
                </a:extLst>
              </a:tr>
            </a:tbl>
          </a:graphicData>
        </a:graphic>
      </p:graphicFrame>
      <p:pic>
        <p:nvPicPr>
          <p:cNvPr id="2" name="Picture 2">
            <a:extLst>
              <a:ext uri="{FF2B5EF4-FFF2-40B4-BE49-F238E27FC236}">
                <a16:creationId xmlns:a16="http://schemas.microsoft.com/office/drawing/2014/main" id="{BAF2F968-870F-D878-57BE-4BCBD041F7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8144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085F74FD-689D-17B5-5590-077FBF424DCE}"/>
            </a:ext>
          </a:extLst>
        </p:cNvPr>
        <p:cNvGrpSpPr/>
        <p:nvPr/>
      </p:nvGrpSpPr>
      <p:grpSpPr>
        <a:xfrm>
          <a:off x="0" y="0"/>
          <a:ext cx="0" cy="0"/>
          <a:chOff x="0" y="0"/>
          <a:chExt cx="0" cy="0"/>
        </a:xfrm>
      </p:grpSpPr>
      <p:sp>
        <p:nvSpPr>
          <p:cNvPr id="137" name="Google Shape;137;p21">
            <a:extLst>
              <a:ext uri="{FF2B5EF4-FFF2-40B4-BE49-F238E27FC236}">
                <a16:creationId xmlns:a16="http://schemas.microsoft.com/office/drawing/2014/main" id="{B145D8AD-6B90-184B-D671-15131685EA10}"/>
              </a:ext>
            </a:extLst>
          </p:cNvPr>
          <p:cNvSpPr txBox="1">
            <a:spLocks noGrp="1"/>
          </p:cNvSpPr>
          <p:nvPr>
            <p:ph type="title"/>
          </p:nvPr>
        </p:nvSpPr>
        <p:spPr>
          <a:xfrm>
            <a:off x="727650" y="1318649"/>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Types of Encoding Techniques</a:t>
            </a:r>
            <a:endParaRPr dirty="0"/>
          </a:p>
        </p:txBody>
      </p:sp>
      <p:sp>
        <p:nvSpPr>
          <p:cNvPr id="7" name="TextBox 6">
            <a:extLst>
              <a:ext uri="{FF2B5EF4-FFF2-40B4-BE49-F238E27FC236}">
                <a16:creationId xmlns:a16="http://schemas.microsoft.com/office/drawing/2014/main" id="{057BCD35-E882-3767-6CFF-BF0A529A51A6}"/>
              </a:ext>
            </a:extLst>
          </p:cNvPr>
          <p:cNvSpPr txBox="1"/>
          <p:nvPr/>
        </p:nvSpPr>
        <p:spPr>
          <a:xfrm>
            <a:off x="727649" y="1853849"/>
            <a:ext cx="8251097" cy="523220"/>
          </a:xfrm>
          <a:prstGeom prst="rect">
            <a:avLst/>
          </a:prstGeom>
          <a:noFill/>
        </p:spPr>
        <p:txBody>
          <a:bodyPr wrap="square" rtlCol="0">
            <a:spAutoFit/>
          </a:bodyPr>
          <a:lstStyle/>
          <a:p>
            <a:r>
              <a:rPr lang="en-GB" sz="1400" b="1" dirty="0">
                <a:solidFill>
                  <a:schemeClr val="tx1"/>
                </a:solidFill>
                <a:latin typeface="+mj-lt"/>
              </a:rPr>
              <a:t>Label Encoding – </a:t>
            </a:r>
            <a:r>
              <a:rPr lang="en-GB" sz="1400" dirty="0">
                <a:solidFill>
                  <a:schemeClr val="bg2"/>
                </a:solidFill>
                <a:latin typeface="+mj-lt"/>
              </a:rPr>
              <a:t>Assigns a Unique Integer to each category. </a:t>
            </a:r>
          </a:p>
          <a:p>
            <a:endParaRPr lang="en-GB" dirty="0">
              <a:solidFill>
                <a:schemeClr val="tx1"/>
              </a:solidFill>
            </a:endParaRPr>
          </a:p>
        </p:txBody>
      </p:sp>
      <p:graphicFrame>
        <p:nvGraphicFramePr>
          <p:cNvPr id="2" name="Table 1">
            <a:extLst>
              <a:ext uri="{FF2B5EF4-FFF2-40B4-BE49-F238E27FC236}">
                <a16:creationId xmlns:a16="http://schemas.microsoft.com/office/drawing/2014/main" id="{7C513081-C131-3237-5D7D-D6AB74CDAAB7}"/>
              </a:ext>
            </a:extLst>
          </p:cNvPr>
          <p:cNvGraphicFramePr>
            <a:graphicFrameLocks noGrp="1"/>
          </p:cNvGraphicFramePr>
          <p:nvPr>
            <p:extLst>
              <p:ext uri="{D42A27DB-BD31-4B8C-83A1-F6EECF244321}">
                <p14:modId xmlns:p14="http://schemas.microsoft.com/office/powerpoint/2010/main" val="2988251394"/>
              </p:ext>
            </p:extLst>
          </p:nvPr>
        </p:nvGraphicFramePr>
        <p:xfrm>
          <a:off x="826265" y="2389048"/>
          <a:ext cx="2218062" cy="1830414"/>
        </p:xfrm>
        <a:graphic>
          <a:graphicData uri="http://schemas.openxmlformats.org/drawingml/2006/table">
            <a:tbl>
              <a:tblPr>
                <a:tableStyleId>{5C22544A-7EE6-4342-B048-85BDC9FD1C3A}</a:tableStyleId>
              </a:tblPr>
              <a:tblGrid>
                <a:gridCol w="1109031">
                  <a:extLst>
                    <a:ext uri="{9D8B030D-6E8A-4147-A177-3AD203B41FA5}">
                      <a16:colId xmlns:a16="http://schemas.microsoft.com/office/drawing/2014/main" val="307219473"/>
                    </a:ext>
                  </a:extLst>
                </a:gridCol>
                <a:gridCol w="1109031">
                  <a:extLst>
                    <a:ext uri="{9D8B030D-6E8A-4147-A177-3AD203B41FA5}">
                      <a16:colId xmlns:a16="http://schemas.microsoft.com/office/drawing/2014/main" val="2827249683"/>
                    </a:ext>
                  </a:extLst>
                </a:gridCol>
              </a:tblGrid>
              <a:tr h="305069">
                <a:tc>
                  <a:txBody>
                    <a:bodyPr/>
                    <a:lstStyle/>
                    <a:p>
                      <a:pPr algn="ctr" fontAlgn="b"/>
                      <a:r>
                        <a:rPr lang="en-GB" sz="1100" u="none" strike="noStrike" dirty="0">
                          <a:solidFill>
                            <a:schemeClr val="bg1"/>
                          </a:solidFill>
                          <a:effectLst/>
                        </a:rPr>
                        <a:t>ID</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chemeClr val="tx1"/>
                    </a:solidFill>
                  </a:tcPr>
                </a:tc>
                <a:tc>
                  <a:txBody>
                    <a:bodyPr/>
                    <a:lstStyle/>
                    <a:p>
                      <a:pPr algn="ctr" fontAlgn="b"/>
                      <a:r>
                        <a:rPr lang="en-GB" sz="1100" u="none" strike="noStrike" dirty="0">
                          <a:solidFill>
                            <a:schemeClr val="bg1"/>
                          </a:solidFill>
                          <a:effectLst/>
                        </a:rPr>
                        <a:t>X1</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chemeClr val="tx1"/>
                    </a:solidFill>
                  </a:tcPr>
                </a:tc>
                <a:extLst>
                  <a:ext uri="{0D108BD9-81ED-4DB2-BD59-A6C34878D82A}">
                    <a16:rowId xmlns:a16="http://schemas.microsoft.com/office/drawing/2014/main" val="2319617312"/>
                  </a:ext>
                </a:extLst>
              </a:tr>
              <a:tr h="305069">
                <a:tc>
                  <a:txBody>
                    <a:bodyPr/>
                    <a:lstStyle/>
                    <a:p>
                      <a:pPr algn="ctr" fontAlgn="b"/>
                      <a:r>
                        <a:rPr lang="en-GB" sz="1100" u="none" strike="noStrike">
                          <a:effectLst/>
                        </a:rPr>
                        <a:t>1</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VW</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511032750"/>
                  </a:ext>
                </a:extLst>
              </a:tr>
              <a:tr h="305069">
                <a:tc>
                  <a:txBody>
                    <a:bodyPr/>
                    <a:lstStyle/>
                    <a:p>
                      <a:pPr algn="ctr" fontAlgn="b"/>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Fiat</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220721270"/>
                  </a:ext>
                </a:extLst>
              </a:tr>
              <a:tr h="305069">
                <a:tc>
                  <a:txBody>
                    <a:bodyPr/>
                    <a:lstStyle/>
                    <a:p>
                      <a:pPr algn="ctr" fontAlgn="b"/>
                      <a:r>
                        <a:rPr lang="en-GB" sz="1100" u="none" strike="noStrike">
                          <a:effectLst/>
                        </a:rPr>
                        <a:t>3</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Fiat</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291371426"/>
                  </a:ext>
                </a:extLst>
              </a:tr>
              <a:tr h="305069">
                <a:tc>
                  <a:txBody>
                    <a:bodyPr/>
                    <a:lstStyle/>
                    <a:p>
                      <a:pPr algn="ctr" fontAlgn="b"/>
                      <a:r>
                        <a:rPr lang="en-GB" sz="1100" u="none" strike="noStrike">
                          <a:effectLst/>
                        </a:rPr>
                        <a:t>4</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Toyota</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188943774"/>
                  </a:ext>
                </a:extLst>
              </a:tr>
              <a:tr h="305069">
                <a:tc>
                  <a:txBody>
                    <a:bodyPr/>
                    <a:lstStyle/>
                    <a:p>
                      <a:pPr algn="ctr" fontAlgn="b"/>
                      <a:r>
                        <a:rPr lang="en-GB" sz="1100" u="none" strike="noStrike">
                          <a:effectLst/>
                        </a:rPr>
                        <a:t>5</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dirty="0">
                          <a:effectLst/>
                        </a:rPr>
                        <a:t>Subaru</a:t>
                      </a:r>
                      <a:endParaRPr lang="en-GB" sz="11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858042855"/>
                  </a:ext>
                </a:extLst>
              </a:tr>
            </a:tbl>
          </a:graphicData>
        </a:graphic>
      </p:graphicFrame>
      <p:graphicFrame>
        <p:nvGraphicFramePr>
          <p:cNvPr id="3" name="Table 2">
            <a:extLst>
              <a:ext uri="{FF2B5EF4-FFF2-40B4-BE49-F238E27FC236}">
                <a16:creationId xmlns:a16="http://schemas.microsoft.com/office/drawing/2014/main" id="{9155044C-4ADF-E0EA-CDAE-1277270964F4}"/>
              </a:ext>
            </a:extLst>
          </p:cNvPr>
          <p:cNvGraphicFramePr>
            <a:graphicFrameLocks noGrp="1"/>
          </p:cNvGraphicFramePr>
          <p:nvPr>
            <p:extLst>
              <p:ext uri="{D42A27DB-BD31-4B8C-83A1-F6EECF244321}">
                <p14:modId xmlns:p14="http://schemas.microsoft.com/office/powerpoint/2010/main" val="2503632395"/>
              </p:ext>
            </p:extLst>
          </p:nvPr>
        </p:nvGraphicFramePr>
        <p:xfrm>
          <a:off x="5187108" y="2377069"/>
          <a:ext cx="3327093" cy="1830414"/>
        </p:xfrm>
        <a:graphic>
          <a:graphicData uri="http://schemas.openxmlformats.org/drawingml/2006/table">
            <a:tbl>
              <a:tblPr>
                <a:tableStyleId>{5C22544A-7EE6-4342-B048-85BDC9FD1C3A}</a:tableStyleId>
              </a:tblPr>
              <a:tblGrid>
                <a:gridCol w="1109031">
                  <a:extLst>
                    <a:ext uri="{9D8B030D-6E8A-4147-A177-3AD203B41FA5}">
                      <a16:colId xmlns:a16="http://schemas.microsoft.com/office/drawing/2014/main" val="307219473"/>
                    </a:ext>
                  </a:extLst>
                </a:gridCol>
                <a:gridCol w="1109031">
                  <a:extLst>
                    <a:ext uri="{9D8B030D-6E8A-4147-A177-3AD203B41FA5}">
                      <a16:colId xmlns:a16="http://schemas.microsoft.com/office/drawing/2014/main" val="2827249683"/>
                    </a:ext>
                  </a:extLst>
                </a:gridCol>
                <a:gridCol w="1109031">
                  <a:extLst>
                    <a:ext uri="{9D8B030D-6E8A-4147-A177-3AD203B41FA5}">
                      <a16:colId xmlns:a16="http://schemas.microsoft.com/office/drawing/2014/main" val="3937274902"/>
                    </a:ext>
                  </a:extLst>
                </a:gridCol>
              </a:tblGrid>
              <a:tr h="305069">
                <a:tc>
                  <a:txBody>
                    <a:bodyPr/>
                    <a:lstStyle/>
                    <a:p>
                      <a:pPr algn="ctr" fontAlgn="b"/>
                      <a:r>
                        <a:rPr lang="en-GB" sz="1100" u="none" strike="noStrike" dirty="0">
                          <a:solidFill>
                            <a:schemeClr val="bg1"/>
                          </a:solidFill>
                          <a:effectLst/>
                        </a:rPr>
                        <a:t>ID</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chemeClr val="tx1"/>
                    </a:solidFill>
                  </a:tcPr>
                </a:tc>
                <a:tc>
                  <a:txBody>
                    <a:bodyPr/>
                    <a:lstStyle/>
                    <a:p>
                      <a:pPr algn="ctr" fontAlgn="b"/>
                      <a:r>
                        <a:rPr lang="en-GB" sz="1100" u="none" strike="noStrike" dirty="0">
                          <a:solidFill>
                            <a:schemeClr val="bg1"/>
                          </a:solidFill>
                          <a:effectLst/>
                        </a:rPr>
                        <a:t>X1</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chemeClr val="tx1"/>
                    </a:solidFill>
                  </a:tcPr>
                </a:tc>
                <a:tc>
                  <a:txBody>
                    <a:bodyPr/>
                    <a:lstStyle/>
                    <a:p>
                      <a:pPr algn="ctr" fontAlgn="b"/>
                      <a:r>
                        <a:rPr lang="en-GB" sz="1100" u="none" strike="noStrike" dirty="0">
                          <a:solidFill>
                            <a:schemeClr val="bg1"/>
                          </a:solidFill>
                          <a:effectLst/>
                        </a:rPr>
                        <a:t>X1_Label</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rgbClr val="FF0000"/>
                    </a:solidFill>
                  </a:tcPr>
                </a:tc>
                <a:extLst>
                  <a:ext uri="{0D108BD9-81ED-4DB2-BD59-A6C34878D82A}">
                    <a16:rowId xmlns:a16="http://schemas.microsoft.com/office/drawing/2014/main" val="2319617312"/>
                  </a:ext>
                </a:extLst>
              </a:tr>
              <a:tr h="305069">
                <a:tc>
                  <a:txBody>
                    <a:bodyPr/>
                    <a:lstStyle/>
                    <a:p>
                      <a:pPr algn="ctr" fontAlgn="b"/>
                      <a:r>
                        <a:rPr lang="en-GB" sz="1100" u="none" strike="noStrike">
                          <a:effectLst/>
                        </a:rPr>
                        <a:t>1</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VW</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511032750"/>
                  </a:ext>
                </a:extLst>
              </a:tr>
              <a:tr h="305069">
                <a:tc>
                  <a:txBody>
                    <a:bodyPr/>
                    <a:lstStyle/>
                    <a:p>
                      <a:pPr algn="ctr" fontAlgn="b"/>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Fiat</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1</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220721270"/>
                  </a:ext>
                </a:extLst>
              </a:tr>
              <a:tr h="305069">
                <a:tc>
                  <a:txBody>
                    <a:bodyPr/>
                    <a:lstStyle/>
                    <a:p>
                      <a:pPr algn="ctr" fontAlgn="b"/>
                      <a:r>
                        <a:rPr lang="en-GB" sz="1100" u="none" strike="noStrike">
                          <a:effectLst/>
                        </a:rPr>
                        <a:t>3</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Fiat</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1</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291371426"/>
                  </a:ext>
                </a:extLst>
              </a:tr>
              <a:tr h="305069">
                <a:tc>
                  <a:txBody>
                    <a:bodyPr/>
                    <a:lstStyle/>
                    <a:p>
                      <a:pPr algn="ctr" fontAlgn="b"/>
                      <a:r>
                        <a:rPr lang="en-GB" sz="1100" u="none" strike="noStrike">
                          <a:effectLst/>
                        </a:rPr>
                        <a:t>4</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Toyota</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188943774"/>
                  </a:ext>
                </a:extLst>
              </a:tr>
              <a:tr h="305069">
                <a:tc>
                  <a:txBody>
                    <a:bodyPr/>
                    <a:lstStyle/>
                    <a:p>
                      <a:pPr algn="ctr" fontAlgn="b"/>
                      <a:r>
                        <a:rPr lang="en-GB" sz="1100" u="none" strike="noStrike">
                          <a:effectLst/>
                        </a:rPr>
                        <a:t>5</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Subaru</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dirty="0">
                          <a:effectLst/>
                        </a:rPr>
                        <a:t>3</a:t>
                      </a:r>
                      <a:endParaRPr lang="en-GB" sz="11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858042855"/>
                  </a:ext>
                </a:extLst>
              </a:tr>
            </a:tbl>
          </a:graphicData>
        </a:graphic>
      </p:graphicFrame>
      <p:cxnSp>
        <p:nvCxnSpPr>
          <p:cNvPr id="5" name="Straight Arrow Connector 4">
            <a:extLst>
              <a:ext uri="{FF2B5EF4-FFF2-40B4-BE49-F238E27FC236}">
                <a16:creationId xmlns:a16="http://schemas.microsoft.com/office/drawing/2014/main" id="{C8F715A3-FD11-E918-1842-5F1BAE038B88}"/>
              </a:ext>
            </a:extLst>
          </p:cNvPr>
          <p:cNvCxnSpPr/>
          <p:nvPr/>
        </p:nvCxnSpPr>
        <p:spPr>
          <a:xfrm>
            <a:off x="3291840" y="3224463"/>
            <a:ext cx="14341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 name="Picture 2">
            <a:extLst>
              <a:ext uri="{FF2B5EF4-FFF2-40B4-BE49-F238E27FC236}">
                <a16:creationId xmlns:a16="http://schemas.microsoft.com/office/drawing/2014/main" id="{09BB5813-F2B7-7651-505A-49A25D642E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6503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15E056F2-BA85-37D2-F6DC-77DA5E9B39F1}"/>
            </a:ext>
          </a:extLst>
        </p:cNvPr>
        <p:cNvGrpSpPr/>
        <p:nvPr/>
      </p:nvGrpSpPr>
      <p:grpSpPr>
        <a:xfrm>
          <a:off x="0" y="0"/>
          <a:ext cx="0" cy="0"/>
          <a:chOff x="0" y="0"/>
          <a:chExt cx="0" cy="0"/>
        </a:xfrm>
      </p:grpSpPr>
      <p:sp>
        <p:nvSpPr>
          <p:cNvPr id="137" name="Google Shape;137;p21">
            <a:extLst>
              <a:ext uri="{FF2B5EF4-FFF2-40B4-BE49-F238E27FC236}">
                <a16:creationId xmlns:a16="http://schemas.microsoft.com/office/drawing/2014/main" id="{448D8BB7-A1DF-F1EC-B2E1-CA6B9A113A6C}"/>
              </a:ext>
            </a:extLst>
          </p:cNvPr>
          <p:cNvSpPr txBox="1">
            <a:spLocks noGrp="1"/>
          </p:cNvSpPr>
          <p:nvPr>
            <p:ph type="title"/>
          </p:nvPr>
        </p:nvSpPr>
        <p:spPr>
          <a:xfrm>
            <a:off x="727650" y="1318649"/>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Types of Encoding Techniques</a:t>
            </a:r>
            <a:endParaRPr dirty="0"/>
          </a:p>
        </p:txBody>
      </p:sp>
      <p:sp>
        <p:nvSpPr>
          <p:cNvPr id="7" name="TextBox 6">
            <a:extLst>
              <a:ext uri="{FF2B5EF4-FFF2-40B4-BE49-F238E27FC236}">
                <a16:creationId xmlns:a16="http://schemas.microsoft.com/office/drawing/2014/main" id="{4DB14731-80FB-CF5C-2A98-F65308ED53ED}"/>
              </a:ext>
            </a:extLst>
          </p:cNvPr>
          <p:cNvSpPr txBox="1"/>
          <p:nvPr/>
        </p:nvSpPr>
        <p:spPr>
          <a:xfrm>
            <a:off x="727649" y="1853849"/>
            <a:ext cx="7097689" cy="523220"/>
          </a:xfrm>
          <a:prstGeom prst="rect">
            <a:avLst/>
          </a:prstGeom>
          <a:noFill/>
        </p:spPr>
        <p:txBody>
          <a:bodyPr wrap="square" rtlCol="0">
            <a:spAutoFit/>
          </a:bodyPr>
          <a:lstStyle/>
          <a:p>
            <a:r>
              <a:rPr lang="en-GB" sz="1400" b="1" dirty="0">
                <a:solidFill>
                  <a:schemeClr val="tx1"/>
                </a:solidFill>
                <a:latin typeface="+mj-lt"/>
              </a:rPr>
              <a:t>One-Hot Encoding – </a:t>
            </a:r>
            <a:r>
              <a:rPr lang="en-GB" sz="1400" dirty="0">
                <a:solidFill>
                  <a:schemeClr val="bg2"/>
                </a:solidFill>
                <a:latin typeface="+mj-lt"/>
              </a:rPr>
              <a:t>Creates a new Binary feature for each category</a:t>
            </a:r>
          </a:p>
          <a:p>
            <a:endParaRPr lang="en-GB" dirty="0">
              <a:solidFill>
                <a:schemeClr val="tx1"/>
              </a:solidFill>
            </a:endParaRPr>
          </a:p>
        </p:txBody>
      </p:sp>
      <p:graphicFrame>
        <p:nvGraphicFramePr>
          <p:cNvPr id="3" name="Table 2">
            <a:extLst>
              <a:ext uri="{FF2B5EF4-FFF2-40B4-BE49-F238E27FC236}">
                <a16:creationId xmlns:a16="http://schemas.microsoft.com/office/drawing/2014/main" id="{ABC74324-B815-7C1D-1B58-F335F81F2293}"/>
              </a:ext>
            </a:extLst>
          </p:cNvPr>
          <p:cNvGraphicFramePr>
            <a:graphicFrameLocks noGrp="1"/>
          </p:cNvGraphicFramePr>
          <p:nvPr>
            <p:extLst>
              <p:ext uri="{D42A27DB-BD31-4B8C-83A1-F6EECF244321}">
                <p14:modId xmlns:p14="http://schemas.microsoft.com/office/powerpoint/2010/main" val="2214409125"/>
              </p:ext>
            </p:extLst>
          </p:nvPr>
        </p:nvGraphicFramePr>
        <p:xfrm>
          <a:off x="826265" y="2389048"/>
          <a:ext cx="2218062" cy="1830414"/>
        </p:xfrm>
        <a:graphic>
          <a:graphicData uri="http://schemas.openxmlformats.org/drawingml/2006/table">
            <a:tbl>
              <a:tblPr>
                <a:tableStyleId>{5C22544A-7EE6-4342-B048-85BDC9FD1C3A}</a:tableStyleId>
              </a:tblPr>
              <a:tblGrid>
                <a:gridCol w="1109031">
                  <a:extLst>
                    <a:ext uri="{9D8B030D-6E8A-4147-A177-3AD203B41FA5}">
                      <a16:colId xmlns:a16="http://schemas.microsoft.com/office/drawing/2014/main" val="307219473"/>
                    </a:ext>
                  </a:extLst>
                </a:gridCol>
                <a:gridCol w="1109031">
                  <a:extLst>
                    <a:ext uri="{9D8B030D-6E8A-4147-A177-3AD203B41FA5}">
                      <a16:colId xmlns:a16="http://schemas.microsoft.com/office/drawing/2014/main" val="2827249683"/>
                    </a:ext>
                  </a:extLst>
                </a:gridCol>
              </a:tblGrid>
              <a:tr h="305069">
                <a:tc>
                  <a:txBody>
                    <a:bodyPr/>
                    <a:lstStyle/>
                    <a:p>
                      <a:pPr algn="ctr" fontAlgn="b"/>
                      <a:r>
                        <a:rPr lang="en-GB" sz="1100" u="none" strike="noStrike" dirty="0">
                          <a:solidFill>
                            <a:schemeClr val="bg1"/>
                          </a:solidFill>
                          <a:effectLst/>
                        </a:rPr>
                        <a:t>ID</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chemeClr val="tx1"/>
                    </a:solidFill>
                  </a:tcPr>
                </a:tc>
                <a:tc>
                  <a:txBody>
                    <a:bodyPr/>
                    <a:lstStyle/>
                    <a:p>
                      <a:pPr algn="ctr" fontAlgn="b"/>
                      <a:r>
                        <a:rPr lang="en-GB" sz="1100" u="none" strike="noStrike" dirty="0">
                          <a:solidFill>
                            <a:schemeClr val="bg1"/>
                          </a:solidFill>
                          <a:effectLst/>
                        </a:rPr>
                        <a:t>X1</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chemeClr val="tx1"/>
                    </a:solidFill>
                  </a:tcPr>
                </a:tc>
                <a:extLst>
                  <a:ext uri="{0D108BD9-81ED-4DB2-BD59-A6C34878D82A}">
                    <a16:rowId xmlns:a16="http://schemas.microsoft.com/office/drawing/2014/main" val="2319617312"/>
                  </a:ext>
                </a:extLst>
              </a:tr>
              <a:tr h="305069">
                <a:tc>
                  <a:txBody>
                    <a:bodyPr/>
                    <a:lstStyle/>
                    <a:p>
                      <a:pPr algn="ctr" fontAlgn="b"/>
                      <a:r>
                        <a:rPr lang="en-GB" sz="1100" u="none" strike="noStrike">
                          <a:effectLst/>
                        </a:rPr>
                        <a:t>1</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VW</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511032750"/>
                  </a:ext>
                </a:extLst>
              </a:tr>
              <a:tr h="305069">
                <a:tc>
                  <a:txBody>
                    <a:bodyPr/>
                    <a:lstStyle/>
                    <a:p>
                      <a:pPr algn="ctr" fontAlgn="b"/>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Fiat</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220721270"/>
                  </a:ext>
                </a:extLst>
              </a:tr>
              <a:tr h="305069">
                <a:tc>
                  <a:txBody>
                    <a:bodyPr/>
                    <a:lstStyle/>
                    <a:p>
                      <a:pPr algn="ctr" fontAlgn="b"/>
                      <a:r>
                        <a:rPr lang="en-GB" sz="1100" u="none" strike="noStrike">
                          <a:effectLst/>
                        </a:rPr>
                        <a:t>3</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Fiat</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291371426"/>
                  </a:ext>
                </a:extLst>
              </a:tr>
              <a:tr h="305069">
                <a:tc>
                  <a:txBody>
                    <a:bodyPr/>
                    <a:lstStyle/>
                    <a:p>
                      <a:pPr algn="ctr" fontAlgn="b"/>
                      <a:r>
                        <a:rPr lang="en-GB" sz="1100" u="none" strike="noStrike">
                          <a:effectLst/>
                        </a:rPr>
                        <a:t>4</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Toyota</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188943774"/>
                  </a:ext>
                </a:extLst>
              </a:tr>
              <a:tr h="305069">
                <a:tc>
                  <a:txBody>
                    <a:bodyPr/>
                    <a:lstStyle/>
                    <a:p>
                      <a:pPr algn="ctr" fontAlgn="b"/>
                      <a:r>
                        <a:rPr lang="en-GB" sz="1100" u="none" strike="noStrike">
                          <a:effectLst/>
                        </a:rPr>
                        <a:t>5</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dirty="0">
                          <a:effectLst/>
                        </a:rPr>
                        <a:t>Subaru</a:t>
                      </a:r>
                      <a:endParaRPr lang="en-GB" sz="11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858042855"/>
                  </a:ext>
                </a:extLst>
              </a:tr>
            </a:tbl>
          </a:graphicData>
        </a:graphic>
      </p:graphicFrame>
      <p:graphicFrame>
        <p:nvGraphicFramePr>
          <p:cNvPr id="4" name="Table 3">
            <a:extLst>
              <a:ext uri="{FF2B5EF4-FFF2-40B4-BE49-F238E27FC236}">
                <a16:creationId xmlns:a16="http://schemas.microsoft.com/office/drawing/2014/main" id="{ED1AD406-6814-7213-C787-4D5B25305A09}"/>
              </a:ext>
            </a:extLst>
          </p:cNvPr>
          <p:cNvGraphicFramePr>
            <a:graphicFrameLocks noGrp="1"/>
          </p:cNvGraphicFramePr>
          <p:nvPr>
            <p:extLst>
              <p:ext uri="{D42A27DB-BD31-4B8C-83A1-F6EECF244321}">
                <p14:modId xmlns:p14="http://schemas.microsoft.com/office/powerpoint/2010/main" val="1753524479"/>
              </p:ext>
            </p:extLst>
          </p:nvPr>
        </p:nvGraphicFramePr>
        <p:xfrm>
          <a:off x="3571172" y="2377067"/>
          <a:ext cx="5101188" cy="1830413"/>
        </p:xfrm>
        <a:graphic>
          <a:graphicData uri="http://schemas.openxmlformats.org/drawingml/2006/table">
            <a:tbl>
              <a:tblPr>
                <a:tableStyleId>{5C22544A-7EE6-4342-B048-85BDC9FD1C3A}</a:tableStyleId>
              </a:tblPr>
              <a:tblGrid>
                <a:gridCol w="841433">
                  <a:extLst>
                    <a:ext uri="{9D8B030D-6E8A-4147-A177-3AD203B41FA5}">
                      <a16:colId xmlns:a16="http://schemas.microsoft.com/office/drawing/2014/main" val="2013275717"/>
                    </a:ext>
                  </a:extLst>
                </a:gridCol>
                <a:gridCol w="841433">
                  <a:extLst>
                    <a:ext uri="{9D8B030D-6E8A-4147-A177-3AD203B41FA5}">
                      <a16:colId xmlns:a16="http://schemas.microsoft.com/office/drawing/2014/main" val="1203928296"/>
                    </a:ext>
                  </a:extLst>
                </a:gridCol>
                <a:gridCol w="841433">
                  <a:extLst>
                    <a:ext uri="{9D8B030D-6E8A-4147-A177-3AD203B41FA5}">
                      <a16:colId xmlns:a16="http://schemas.microsoft.com/office/drawing/2014/main" val="2322418238"/>
                    </a:ext>
                  </a:extLst>
                </a:gridCol>
                <a:gridCol w="841433">
                  <a:extLst>
                    <a:ext uri="{9D8B030D-6E8A-4147-A177-3AD203B41FA5}">
                      <a16:colId xmlns:a16="http://schemas.microsoft.com/office/drawing/2014/main" val="3276603460"/>
                    </a:ext>
                  </a:extLst>
                </a:gridCol>
                <a:gridCol w="894023">
                  <a:extLst>
                    <a:ext uri="{9D8B030D-6E8A-4147-A177-3AD203B41FA5}">
                      <a16:colId xmlns:a16="http://schemas.microsoft.com/office/drawing/2014/main" val="3144467253"/>
                    </a:ext>
                  </a:extLst>
                </a:gridCol>
                <a:gridCol w="841433">
                  <a:extLst>
                    <a:ext uri="{9D8B030D-6E8A-4147-A177-3AD203B41FA5}">
                      <a16:colId xmlns:a16="http://schemas.microsoft.com/office/drawing/2014/main" val="3227165933"/>
                    </a:ext>
                  </a:extLst>
                </a:gridCol>
              </a:tblGrid>
              <a:tr h="352123">
                <a:tc>
                  <a:txBody>
                    <a:bodyPr/>
                    <a:lstStyle/>
                    <a:p>
                      <a:pPr algn="ctr" fontAlgn="b"/>
                      <a:r>
                        <a:rPr lang="en-GB" sz="1100" u="none" strike="noStrike" dirty="0">
                          <a:solidFill>
                            <a:schemeClr val="bg1"/>
                          </a:solidFill>
                          <a:effectLst/>
                        </a:rPr>
                        <a:t>ID</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chemeClr val="tx1"/>
                    </a:solidFill>
                  </a:tcPr>
                </a:tc>
                <a:tc>
                  <a:txBody>
                    <a:bodyPr/>
                    <a:lstStyle/>
                    <a:p>
                      <a:pPr algn="ctr" fontAlgn="b"/>
                      <a:r>
                        <a:rPr lang="en-GB" sz="1100" u="none" strike="noStrike" dirty="0">
                          <a:solidFill>
                            <a:schemeClr val="bg1"/>
                          </a:solidFill>
                          <a:effectLst/>
                        </a:rPr>
                        <a:t>X1</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chemeClr val="tx1"/>
                    </a:solidFill>
                  </a:tcPr>
                </a:tc>
                <a:tc>
                  <a:txBody>
                    <a:bodyPr/>
                    <a:lstStyle/>
                    <a:p>
                      <a:pPr algn="ctr" fontAlgn="b"/>
                      <a:r>
                        <a:rPr lang="en-GB" sz="1100" u="none" strike="noStrike" dirty="0">
                          <a:solidFill>
                            <a:schemeClr val="bg1"/>
                          </a:solidFill>
                          <a:effectLst/>
                        </a:rPr>
                        <a:t>X1_VW</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rgbClr val="FF0000"/>
                    </a:solidFill>
                  </a:tcPr>
                </a:tc>
                <a:tc>
                  <a:txBody>
                    <a:bodyPr/>
                    <a:lstStyle/>
                    <a:p>
                      <a:pPr algn="ctr" fontAlgn="b"/>
                      <a:r>
                        <a:rPr lang="en-GB" sz="1100" u="none" strike="noStrike" dirty="0">
                          <a:solidFill>
                            <a:schemeClr val="bg1"/>
                          </a:solidFill>
                          <a:effectLst/>
                        </a:rPr>
                        <a:t>X1_Fiat</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rgbClr val="FF0000"/>
                    </a:solidFill>
                  </a:tcPr>
                </a:tc>
                <a:tc>
                  <a:txBody>
                    <a:bodyPr/>
                    <a:lstStyle/>
                    <a:p>
                      <a:pPr algn="ctr" fontAlgn="b"/>
                      <a:r>
                        <a:rPr lang="en-GB" sz="1100" u="none" strike="noStrike" dirty="0">
                          <a:solidFill>
                            <a:schemeClr val="bg1"/>
                          </a:solidFill>
                          <a:effectLst/>
                        </a:rPr>
                        <a:t>X1_Toyota</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rgbClr val="FF0000"/>
                    </a:solidFill>
                  </a:tcPr>
                </a:tc>
                <a:tc>
                  <a:txBody>
                    <a:bodyPr/>
                    <a:lstStyle/>
                    <a:p>
                      <a:pPr algn="ctr" fontAlgn="b"/>
                      <a:r>
                        <a:rPr lang="en-GB" sz="1100" u="none" strike="noStrike" dirty="0">
                          <a:solidFill>
                            <a:schemeClr val="bg1"/>
                          </a:solidFill>
                          <a:effectLst/>
                        </a:rPr>
                        <a:t>X1_Subaru</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rgbClr val="FF0000"/>
                    </a:solidFill>
                  </a:tcPr>
                </a:tc>
                <a:extLst>
                  <a:ext uri="{0D108BD9-81ED-4DB2-BD59-A6C34878D82A}">
                    <a16:rowId xmlns:a16="http://schemas.microsoft.com/office/drawing/2014/main" val="4087262488"/>
                  </a:ext>
                </a:extLst>
              </a:tr>
              <a:tr h="295658">
                <a:tc>
                  <a:txBody>
                    <a:bodyPr/>
                    <a:lstStyle/>
                    <a:p>
                      <a:pPr algn="ctr" fontAlgn="b"/>
                      <a:r>
                        <a:rPr lang="en-GB" sz="1100" u="none" strike="noStrike">
                          <a:effectLst/>
                        </a:rPr>
                        <a:t>1</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VW</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1</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894827111"/>
                  </a:ext>
                </a:extLst>
              </a:tr>
              <a:tr h="295658">
                <a:tc>
                  <a:txBody>
                    <a:bodyPr/>
                    <a:lstStyle/>
                    <a:p>
                      <a:pPr algn="ctr" fontAlgn="b"/>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Fiat</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1</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051816494"/>
                  </a:ext>
                </a:extLst>
              </a:tr>
              <a:tr h="295658">
                <a:tc>
                  <a:txBody>
                    <a:bodyPr/>
                    <a:lstStyle/>
                    <a:p>
                      <a:pPr algn="ctr" fontAlgn="b"/>
                      <a:r>
                        <a:rPr lang="en-GB" sz="1100" u="none" strike="noStrike">
                          <a:effectLst/>
                        </a:rPr>
                        <a:t>3</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Fiat</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1</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230753409"/>
                  </a:ext>
                </a:extLst>
              </a:tr>
              <a:tr h="295658">
                <a:tc>
                  <a:txBody>
                    <a:bodyPr/>
                    <a:lstStyle/>
                    <a:p>
                      <a:pPr algn="ctr" fontAlgn="b"/>
                      <a:r>
                        <a:rPr lang="en-GB" sz="1100" u="none" strike="noStrike">
                          <a:effectLst/>
                        </a:rPr>
                        <a:t>4</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Toyota</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1</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588290578"/>
                  </a:ext>
                </a:extLst>
              </a:tr>
              <a:tr h="295658">
                <a:tc>
                  <a:txBody>
                    <a:bodyPr/>
                    <a:lstStyle/>
                    <a:p>
                      <a:pPr algn="ctr" fontAlgn="b"/>
                      <a:r>
                        <a:rPr lang="en-GB" sz="1100" u="none" strike="noStrike">
                          <a:effectLst/>
                        </a:rPr>
                        <a:t>5</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Subaru</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dirty="0">
                          <a:effectLst/>
                        </a:rPr>
                        <a:t>1</a:t>
                      </a:r>
                      <a:endParaRPr lang="en-GB" sz="11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009509945"/>
                  </a:ext>
                </a:extLst>
              </a:tr>
            </a:tbl>
          </a:graphicData>
        </a:graphic>
      </p:graphicFrame>
      <p:cxnSp>
        <p:nvCxnSpPr>
          <p:cNvPr id="5" name="Straight Arrow Connector 4">
            <a:extLst>
              <a:ext uri="{FF2B5EF4-FFF2-40B4-BE49-F238E27FC236}">
                <a16:creationId xmlns:a16="http://schemas.microsoft.com/office/drawing/2014/main" id="{D07C705F-8276-9D42-F5FF-C0B24959F883}"/>
              </a:ext>
            </a:extLst>
          </p:cNvPr>
          <p:cNvCxnSpPr>
            <a:cxnSpLocks/>
          </p:cNvCxnSpPr>
          <p:nvPr/>
        </p:nvCxnSpPr>
        <p:spPr>
          <a:xfrm>
            <a:off x="3124022" y="3446913"/>
            <a:ext cx="28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Picture 2">
            <a:extLst>
              <a:ext uri="{FF2B5EF4-FFF2-40B4-BE49-F238E27FC236}">
                <a16:creationId xmlns:a16="http://schemas.microsoft.com/office/drawing/2014/main" id="{DF4CEE51-E2E3-3290-2337-239233628A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714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352A0CF2-8BFD-1041-ABB8-5BCE2DF1F60C}"/>
            </a:ext>
          </a:extLst>
        </p:cNvPr>
        <p:cNvGrpSpPr/>
        <p:nvPr/>
      </p:nvGrpSpPr>
      <p:grpSpPr>
        <a:xfrm>
          <a:off x="0" y="0"/>
          <a:ext cx="0" cy="0"/>
          <a:chOff x="0" y="0"/>
          <a:chExt cx="0" cy="0"/>
        </a:xfrm>
      </p:grpSpPr>
      <p:sp>
        <p:nvSpPr>
          <p:cNvPr id="137" name="Google Shape;137;p21">
            <a:extLst>
              <a:ext uri="{FF2B5EF4-FFF2-40B4-BE49-F238E27FC236}">
                <a16:creationId xmlns:a16="http://schemas.microsoft.com/office/drawing/2014/main" id="{A905566F-6AB7-8FD3-44C2-6F6C340BEE5F}"/>
              </a:ext>
            </a:extLst>
          </p:cNvPr>
          <p:cNvSpPr txBox="1">
            <a:spLocks noGrp="1"/>
          </p:cNvSpPr>
          <p:nvPr>
            <p:ph type="title"/>
          </p:nvPr>
        </p:nvSpPr>
        <p:spPr>
          <a:xfrm>
            <a:off x="727650" y="1318649"/>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Types of Encoding Techniques</a:t>
            </a:r>
            <a:endParaRPr dirty="0"/>
          </a:p>
        </p:txBody>
      </p:sp>
      <p:sp>
        <p:nvSpPr>
          <p:cNvPr id="7" name="TextBox 6">
            <a:extLst>
              <a:ext uri="{FF2B5EF4-FFF2-40B4-BE49-F238E27FC236}">
                <a16:creationId xmlns:a16="http://schemas.microsoft.com/office/drawing/2014/main" id="{E242F4BD-E3BC-866C-7414-1F4C74AF06F6}"/>
              </a:ext>
            </a:extLst>
          </p:cNvPr>
          <p:cNvSpPr txBox="1"/>
          <p:nvPr/>
        </p:nvSpPr>
        <p:spPr>
          <a:xfrm>
            <a:off x="727650" y="1853849"/>
            <a:ext cx="6511350" cy="523220"/>
          </a:xfrm>
          <a:prstGeom prst="rect">
            <a:avLst/>
          </a:prstGeom>
          <a:noFill/>
        </p:spPr>
        <p:txBody>
          <a:bodyPr wrap="square" rtlCol="0">
            <a:spAutoFit/>
          </a:bodyPr>
          <a:lstStyle/>
          <a:p>
            <a:r>
              <a:rPr lang="en-GB" sz="1400" b="1" dirty="0">
                <a:solidFill>
                  <a:schemeClr val="tx1"/>
                </a:solidFill>
                <a:latin typeface="+mj-lt"/>
              </a:rPr>
              <a:t>Ordinal Encoding – </a:t>
            </a:r>
            <a:r>
              <a:rPr lang="en-GB" sz="1400" dirty="0">
                <a:solidFill>
                  <a:schemeClr val="bg2"/>
                </a:solidFill>
                <a:latin typeface="+mj-lt"/>
              </a:rPr>
              <a:t>Assigns a numerical value that reflects order</a:t>
            </a:r>
          </a:p>
          <a:p>
            <a:endParaRPr lang="en-GB" dirty="0">
              <a:solidFill>
                <a:schemeClr val="tx1"/>
              </a:solidFill>
            </a:endParaRPr>
          </a:p>
        </p:txBody>
      </p:sp>
      <p:graphicFrame>
        <p:nvGraphicFramePr>
          <p:cNvPr id="3" name="Table 2">
            <a:extLst>
              <a:ext uri="{FF2B5EF4-FFF2-40B4-BE49-F238E27FC236}">
                <a16:creationId xmlns:a16="http://schemas.microsoft.com/office/drawing/2014/main" id="{D857CE4E-FD17-C951-F286-02B22509D948}"/>
              </a:ext>
            </a:extLst>
          </p:cNvPr>
          <p:cNvGraphicFramePr>
            <a:graphicFrameLocks noGrp="1"/>
          </p:cNvGraphicFramePr>
          <p:nvPr>
            <p:extLst>
              <p:ext uri="{D42A27DB-BD31-4B8C-83A1-F6EECF244321}">
                <p14:modId xmlns:p14="http://schemas.microsoft.com/office/powerpoint/2010/main" val="2341264330"/>
              </p:ext>
            </p:extLst>
          </p:nvPr>
        </p:nvGraphicFramePr>
        <p:xfrm>
          <a:off x="846667" y="2577093"/>
          <a:ext cx="1524000" cy="1741010"/>
        </p:xfrm>
        <a:graphic>
          <a:graphicData uri="http://schemas.openxmlformats.org/drawingml/2006/table">
            <a:tbl>
              <a:tblPr>
                <a:tableStyleId>{5C22544A-7EE6-4342-B048-85BDC9FD1C3A}</a:tableStyleId>
              </a:tblPr>
              <a:tblGrid>
                <a:gridCol w="762000">
                  <a:extLst>
                    <a:ext uri="{9D8B030D-6E8A-4147-A177-3AD203B41FA5}">
                      <a16:colId xmlns:a16="http://schemas.microsoft.com/office/drawing/2014/main" val="862966199"/>
                    </a:ext>
                  </a:extLst>
                </a:gridCol>
                <a:gridCol w="762000">
                  <a:extLst>
                    <a:ext uri="{9D8B030D-6E8A-4147-A177-3AD203B41FA5}">
                      <a16:colId xmlns:a16="http://schemas.microsoft.com/office/drawing/2014/main" val="1820856898"/>
                    </a:ext>
                  </a:extLst>
                </a:gridCol>
              </a:tblGrid>
              <a:tr h="348202">
                <a:tc>
                  <a:txBody>
                    <a:bodyPr/>
                    <a:lstStyle/>
                    <a:p>
                      <a:pPr algn="ctr" fontAlgn="b"/>
                      <a:r>
                        <a:rPr lang="en-GB" sz="1100" u="none" strike="noStrike">
                          <a:solidFill>
                            <a:schemeClr val="bg1"/>
                          </a:solidFill>
                          <a:effectLst/>
                        </a:rPr>
                        <a:t>ID</a:t>
                      </a:r>
                      <a:endParaRPr lang="en-GB" sz="1100" b="0" i="0" u="none" strike="noStrike">
                        <a:solidFill>
                          <a:schemeClr val="bg1"/>
                        </a:solidFill>
                        <a:effectLst/>
                        <a:latin typeface="Aptos Narrow" panose="020B0004020202020204" pitchFamily="34" charset="0"/>
                      </a:endParaRPr>
                    </a:p>
                  </a:txBody>
                  <a:tcPr marL="6350" marR="6350" marT="6350" marB="0" anchor="ctr">
                    <a:solidFill>
                      <a:schemeClr val="tx1"/>
                    </a:solidFill>
                  </a:tcPr>
                </a:tc>
                <a:tc>
                  <a:txBody>
                    <a:bodyPr/>
                    <a:lstStyle/>
                    <a:p>
                      <a:pPr algn="ctr" fontAlgn="b"/>
                      <a:r>
                        <a:rPr lang="en-GB" sz="1100" u="none" strike="noStrike" dirty="0">
                          <a:solidFill>
                            <a:schemeClr val="bg1"/>
                          </a:solidFill>
                          <a:effectLst/>
                        </a:rPr>
                        <a:t>X1</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chemeClr val="tx1"/>
                    </a:solidFill>
                  </a:tcPr>
                </a:tc>
                <a:extLst>
                  <a:ext uri="{0D108BD9-81ED-4DB2-BD59-A6C34878D82A}">
                    <a16:rowId xmlns:a16="http://schemas.microsoft.com/office/drawing/2014/main" val="1717270102"/>
                  </a:ext>
                </a:extLst>
              </a:tr>
              <a:tr h="348202">
                <a:tc>
                  <a:txBody>
                    <a:bodyPr/>
                    <a:lstStyle/>
                    <a:p>
                      <a:pPr algn="ctr" fontAlgn="b"/>
                      <a:r>
                        <a:rPr lang="en-GB" sz="1100" u="none" strike="noStrike">
                          <a:effectLst/>
                        </a:rPr>
                        <a:t>1</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Low</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873191477"/>
                  </a:ext>
                </a:extLst>
              </a:tr>
              <a:tr h="348202">
                <a:tc>
                  <a:txBody>
                    <a:bodyPr/>
                    <a:lstStyle/>
                    <a:p>
                      <a:pPr algn="ctr" fontAlgn="b"/>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High</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031647345"/>
                  </a:ext>
                </a:extLst>
              </a:tr>
              <a:tr h="348202">
                <a:tc>
                  <a:txBody>
                    <a:bodyPr/>
                    <a:lstStyle/>
                    <a:p>
                      <a:pPr algn="ctr" fontAlgn="b"/>
                      <a:r>
                        <a:rPr lang="en-GB" sz="1100" u="none" strike="noStrike">
                          <a:effectLst/>
                        </a:rPr>
                        <a:t>3</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Medium</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292152753"/>
                  </a:ext>
                </a:extLst>
              </a:tr>
              <a:tr h="348202">
                <a:tc>
                  <a:txBody>
                    <a:bodyPr/>
                    <a:lstStyle/>
                    <a:p>
                      <a:pPr algn="ctr" fontAlgn="b"/>
                      <a:r>
                        <a:rPr lang="en-GB" sz="1100" u="none" strike="noStrike">
                          <a:effectLst/>
                        </a:rPr>
                        <a:t>4</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dirty="0">
                          <a:effectLst/>
                        </a:rPr>
                        <a:t>Low</a:t>
                      </a:r>
                      <a:endParaRPr lang="en-GB" sz="11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422325072"/>
                  </a:ext>
                </a:extLst>
              </a:tr>
            </a:tbl>
          </a:graphicData>
        </a:graphic>
      </p:graphicFrame>
      <p:graphicFrame>
        <p:nvGraphicFramePr>
          <p:cNvPr id="4" name="Table 3">
            <a:extLst>
              <a:ext uri="{FF2B5EF4-FFF2-40B4-BE49-F238E27FC236}">
                <a16:creationId xmlns:a16="http://schemas.microsoft.com/office/drawing/2014/main" id="{82858EF3-0641-19C3-338B-DC614929E879}"/>
              </a:ext>
            </a:extLst>
          </p:cNvPr>
          <p:cNvGraphicFramePr>
            <a:graphicFrameLocks noGrp="1"/>
          </p:cNvGraphicFramePr>
          <p:nvPr>
            <p:extLst>
              <p:ext uri="{D42A27DB-BD31-4B8C-83A1-F6EECF244321}">
                <p14:modId xmlns:p14="http://schemas.microsoft.com/office/powerpoint/2010/main" val="396421994"/>
              </p:ext>
            </p:extLst>
          </p:nvPr>
        </p:nvGraphicFramePr>
        <p:xfrm>
          <a:off x="3513666" y="2571750"/>
          <a:ext cx="2582334" cy="1741010"/>
        </p:xfrm>
        <a:graphic>
          <a:graphicData uri="http://schemas.openxmlformats.org/drawingml/2006/table">
            <a:tbl>
              <a:tblPr>
                <a:tableStyleId>{5C22544A-7EE6-4342-B048-85BDC9FD1C3A}</a:tableStyleId>
              </a:tblPr>
              <a:tblGrid>
                <a:gridCol w="860778">
                  <a:extLst>
                    <a:ext uri="{9D8B030D-6E8A-4147-A177-3AD203B41FA5}">
                      <a16:colId xmlns:a16="http://schemas.microsoft.com/office/drawing/2014/main" val="862966199"/>
                    </a:ext>
                  </a:extLst>
                </a:gridCol>
                <a:gridCol w="860778">
                  <a:extLst>
                    <a:ext uri="{9D8B030D-6E8A-4147-A177-3AD203B41FA5}">
                      <a16:colId xmlns:a16="http://schemas.microsoft.com/office/drawing/2014/main" val="1820856898"/>
                    </a:ext>
                  </a:extLst>
                </a:gridCol>
                <a:gridCol w="860778">
                  <a:extLst>
                    <a:ext uri="{9D8B030D-6E8A-4147-A177-3AD203B41FA5}">
                      <a16:colId xmlns:a16="http://schemas.microsoft.com/office/drawing/2014/main" val="2520700590"/>
                    </a:ext>
                  </a:extLst>
                </a:gridCol>
              </a:tblGrid>
              <a:tr h="348202">
                <a:tc>
                  <a:txBody>
                    <a:bodyPr/>
                    <a:lstStyle/>
                    <a:p>
                      <a:pPr algn="ctr" fontAlgn="b"/>
                      <a:r>
                        <a:rPr lang="en-GB" sz="1100" u="none" strike="noStrike">
                          <a:solidFill>
                            <a:schemeClr val="bg1"/>
                          </a:solidFill>
                          <a:effectLst/>
                        </a:rPr>
                        <a:t>ID</a:t>
                      </a:r>
                      <a:endParaRPr lang="en-GB" sz="1100" b="0" i="0" u="none" strike="noStrike">
                        <a:solidFill>
                          <a:schemeClr val="bg1"/>
                        </a:solidFill>
                        <a:effectLst/>
                        <a:latin typeface="Aptos Narrow" panose="020B0004020202020204" pitchFamily="34" charset="0"/>
                      </a:endParaRPr>
                    </a:p>
                  </a:txBody>
                  <a:tcPr marL="6350" marR="6350" marT="6350" marB="0" anchor="ctr">
                    <a:solidFill>
                      <a:schemeClr val="tx1"/>
                    </a:solidFill>
                  </a:tcPr>
                </a:tc>
                <a:tc>
                  <a:txBody>
                    <a:bodyPr/>
                    <a:lstStyle/>
                    <a:p>
                      <a:pPr algn="ctr" fontAlgn="b"/>
                      <a:r>
                        <a:rPr lang="en-GB" sz="1100" u="none" strike="noStrike" dirty="0">
                          <a:solidFill>
                            <a:schemeClr val="bg1"/>
                          </a:solidFill>
                          <a:effectLst/>
                        </a:rPr>
                        <a:t>X1</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chemeClr val="tx1"/>
                    </a:solidFill>
                  </a:tcPr>
                </a:tc>
                <a:tc>
                  <a:txBody>
                    <a:bodyPr/>
                    <a:lstStyle/>
                    <a:p>
                      <a:pPr algn="ctr" fontAlgn="b"/>
                      <a:r>
                        <a:rPr lang="en-US" sz="1100" b="0" i="0" u="none" strike="noStrike" dirty="0">
                          <a:solidFill>
                            <a:schemeClr val="bg1"/>
                          </a:solidFill>
                          <a:effectLst/>
                          <a:latin typeface="Aptos Narrow" panose="020B0004020202020204" pitchFamily="34" charset="0"/>
                        </a:rPr>
                        <a:t>X1’</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rgbClr val="FF0000"/>
                    </a:solidFill>
                  </a:tcPr>
                </a:tc>
                <a:extLst>
                  <a:ext uri="{0D108BD9-81ED-4DB2-BD59-A6C34878D82A}">
                    <a16:rowId xmlns:a16="http://schemas.microsoft.com/office/drawing/2014/main" val="1717270102"/>
                  </a:ext>
                </a:extLst>
              </a:tr>
              <a:tr h="348202">
                <a:tc>
                  <a:txBody>
                    <a:bodyPr/>
                    <a:lstStyle/>
                    <a:p>
                      <a:pPr algn="ctr" fontAlgn="b"/>
                      <a:r>
                        <a:rPr lang="en-GB" sz="1100" u="none" strike="noStrike">
                          <a:effectLst/>
                        </a:rPr>
                        <a:t>1</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Low</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US" sz="1100" b="0" i="0" u="none" strike="noStrike" dirty="0">
                          <a:solidFill>
                            <a:srgbClr val="000000"/>
                          </a:solidFill>
                          <a:effectLst/>
                          <a:latin typeface="Aptos Narrow" panose="020B0004020202020204" pitchFamily="34" charset="0"/>
                        </a:rPr>
                        <a:t>1</a:t>
                      </a:r>
                      <a:endParaRPr lang="en-GB" sz="11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873191477"/>
                  </a:ext>
                </a:extLst>
              </a:tr>
              <a:tr h="348202">
                <a:tc>
                  <a:txBody>
                    <a:bodyPr/>
                    <a:lstStyle/>
                    <a:p>
                      <a:pPr algn="ctr" fontAlgn="b"/>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High</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US" sz="1100" b="0" i="0" u="none" strike="noStrike" dirty="0">
                          <a:solidFill>
                            <a:srgbClr val="000000"/>
                          </a:solidFill>
                          <a:effectLst/>
                          <a:latin typeface="Aptos Narrow" panose="020B0004020202020204" pitchFamily="34" charset="0"/>
                        </a:rPr>
                        <a:t>3</a:t>
                      </a:r>
                      <a:endParaRPr lang="en-GB" sz="11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031647345"/>
                  </a:ext>
                </a:extLst>
              </a:tr>
              <a:tr h="348202">
                <a:tc>
                  <a:txBody>
                    <a:bodyPr/>
                    <a:lstStyle/>
                    <a:p>
                      <a:pPr algn="ctr" fontAlgn="b"/>
                      <a:r>
                        <a:rPr lang="en-GB" sz="1100" u="none" strike="noStrike" dirty="0">
                          <a:effectLst/>
                        </a:rPr>
                        <a:t>3</a:t>
                      </a:r>
                      <a:endParaRPr lang="en-GB" sz="11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Medium</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US" sz="1100" b="0" i="0" u="none" strike="noStrike" dirty="0">
                          <a:solidFill>
                            <a:srgbClr val="000000"/>
                          </a:solidFill>
                          <a:effectLst/>
                          <a:latin typeface="Aptos Narrow" panose="020B0004020202020204" pitchFamily="34" charset="0"/>
                        </a:rPr>
                        <a:t>2</a:t>
                      </a:r>
                      <a:endParaRPr lang="en-GB" sz="11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292152753"/>
                  </a:ext>
                </a:extLst>
              </a:tr>
              <a:tr h="348202">
                <a:tc>
                  <a:txBody>
                    <a:bodyPr/>
                    <a:lstStyle/>
                    <a:p>
                      <a:pPr algn="ctr" fontAlgn="b"/>
                      <a:r>
                        <a:rPr lang="en-GB" sz="1100" u="none" strike="noStrike">
                          <a:effectLst/>
                        </a:rPr>
                        <a:t>4</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dirty="0">
                          <a:effectLst/>
                        </a:rPr>
                        <a:t>Low</a:t>
                      </a:r>
                      <a:endParaRPr lang="en-GB" sz="11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r>
                        <a:rPr lang="en-US" sz="1100" b="0" i="0" u="none" strike="noStrike" dirty="0">
                          <a:solidFill>
                            <a:srgbClr val="000000"/>
                          </a:solidFill>
                          <a:effectLst/>
                          <a:latin typeface="Aptos Narrow" panose="020B0004020202020204" pitchFamily="34" charset="0"/>
                        </a:rPr>
                        <a:t>1</a:t>
                      </a:r>
                      <a:endParaRPr lang="en-GB" sz="11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422325072"/>
                  </a:ext>
                </a:extLst>
              </a:tr>
            </a:tbl>
          </a:graphicData>
        </a:graphic>
      </p:graphicFrame>
      <p:sp>
        <p:nvSpPr>
          <p:cNvPr id="5" name="TextBox 4">
            <a:extLst>
              <a:ext uri="{FF2B5EF4-FFF2-40B4-BE49-F238E27FC236}">
                <a16:creationId xmlns:a16="http://schemas.microsoft.com/office/drawing/2014/main" id="{81DEBFA7-1A68-38E0-F81D-CCCDCDC776DB}"/>
              </a:ext>
            </a:extLst>
          </p:cNvPr>
          <p:cNvSpPr txBox="1"/>
          <p:nvPr/>
        </p:nvSpPr>
        <p:spPr>
          <a:xfrm>
            <a:off x="5223450" y="2166632"/>
            <a:ext cx="3827417" cy="307777"/>
          </a:xfrm>
          <a:prstGeom prst="rect">
            <a:avLst/>
          </a:prstGeom>
          <a:noFill/>
        </p:spPr>
        <p:txBody>
          <a:bodyPr wrap="square" rtlCol="0">
            <a:spAutoFit/>
          </a:bodyPr>
          <a:lstStyle/>
          <a:p>
            <a:r>
              <a:rPr lang="en-GB" sz="1400" b="1" dirty="0">
                <a:solidFill>
                  <a:schemeClr val="bg2"/>
                </a:solidFill>
                <a:latin typeface="+mj-lt"/>
              </a:rPr>
              <a:t>Order : Low – 1 ; Medium – 2; High - 3</a:t>
            </a:r>
            <a:endParaRPr lang="en-GB" dirty="0">
              <a:solidFill>
                <a:schemeClr val="bg2"/>
              </a:solidFill>
            </a:endParaRPr>
          </a:p>
        </p:txBody>
      </p:sp>
      <p:cxnSp>
        <p:nvCxnSpPr>
          <p:cNvPr id="6" name="Straight Arrow Connector 5">
            <a:extLst>
              <a:ext uri="{FF2B5EF4-FFF2-40B4-BE49-F238E27FC236}">
                <a16:creationId xmlns:a16="http://schemas.microsoft.com/office/drawing/2014/main" id="{BD397779-8C9B-6D2A-19A8-813485B5B2C8}"/>
              </a:ext>
            </a:extLst>
          </p:cNvPr>
          <p:cNvCxnSpPr>
            <a:cxnSpLocks/>
          </p:cNvCxnSpPr>
          <p:nvPr/>
        </p:nvCxnSpPr>
        <p:spPr>
          <a:xfrm>
            <a:off x="2497667" y="3446913"/>
            <a:ext cx="9143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Picture 2">
            <a:extLst>
              <a:ext uri="{FF2B5EF4-FFF2-40B4-BE49-F238E27FC236}">
                <a16:creationId xmlns:a16="http://schemas.microsoft.com/office/drawing/2014/main" id="{88020654-9D96-DFD7-83F7-BD2A0A4F8C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362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7CB5250C-5A35-1BD0-7FC7-ACCAF5450EFD}"/>
            </a:ext>
          </a:extLst>
        </p:cNvPr>
        <p:cNvGrpSpPr/>
        <p:nvPr/>
      </p:nvGrpSpPr>
      <p:grpSpPr>
        <a:xfrm>
          <a:off x="0" y="0"/>
          <a:ext cx="0" cy="0"/>
          <a:chOff x="0" y="0"/>
          <a:chExt cx="0" cy="0"/>
        </a:xfrm>
      </p:grpSpPr>
      <p:sp>
        <p:nvSpPr>
          <p:cNvPr id="137" name="Google Shape;137;p21">
            <a:extLst>
              <a:ext uri="{FF2B5EF4-FFF2-40B4-BE49-F238E27FC236}">
                <a16:creationId xmlns:a16="http://schemas.microsoft.com/office/drawing/2014/main" id="{E0489164-27B7-499D-2B2B-F4E73082DB84}"/>
              </a:ext>
            </a:extLst>
          </p:cNvPr>
          <p:cNvSpPr txBox="1">
            <a:spLocks noGrp="1"/>
          </p:cNvSpPr>
          <p:nvPr>
            <p:ph type="title"/>
          </p:nvPr>
        </p:nvSpPr>
        <p:spPr>
          <a:xfrm>
            <a:off x="727650" y="1318649"/>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Types of Encoding Techniques</a:t>
            </a:r>
            <a:endParaRPr dirty="0"/>
          </a:p>
        </p:txBody>
      </p:sp>
      <p:sp>
        <p:nvSpPr>
          <p:cNvPr id="7" name="TextBox 6">
            <a:extLst>
              <a:ext uri="{FF2B5EF4-FFF2-40B4-BE49-F238E27FC236}">
                <a16:creationId xmlns:a16="http://schemas.microsoft.com/office/drawing/2014/main" id="{C20AD789-785D-0243-1F20-ED79949D524E}"/>
              </a:ext>
            </a:extLst>
          </p:cNvPr>
          <p:cNvSpPr txBox="1"/>
          <p:nvPr/>
        </p:nvSpPr>
        <p:spPr>
          <a:xfrm>
            <a:off x="727650" y="1865829"/>
            <a:ext cx="7451150" cy="523220"/>
          </a:xfrm>
          <a:prstGeom prst="rect">
            <a:avLst/>
          </a:prstGeom>
          <a:noFill/>
        </p:spPr>
        <p:txBody>
          <a:bodyPr wrap="square" rtlCol="0">
            <a:spAutoFit/>
          </a:bodyPr>
          <a:lstStyle/>
          <a:p>
            <a:r>
              <a:rPr lang="en-GB" sz="1400" b="1" dirty="0">
                <a:solidFill>
                  <a:schemeClr val="tx1"/>
                </a:solidFill>
                <a:latin typeface="+mj-lt"/>
              </a:rPr>
              <a:t>Target Encoding – </a:t>
            </a:r>
            <a:r>
              <a:rPr lang="en-GB" sz="1400" dirty="0">
                <a:solidFill>
                  <a:schemeClr val="bg2"/>
                </a:solidFill>
                <a:latin typeface="+mj-lt"/>
              </a:rPr>
              <a:t>Replaces the Category with a Statistic (Mean, Mode, Median)</a:t>
            </a:r>
          </a:p>
          <a:p>
            <a:endParaRPr lang="en-GB" dirty="0">
              <a:solidFill>
                <a:schemeClr val="tx1"/>
              </a:solidFill>
            </a:endParaRPr>
          </a:p>
        </p:txBody>
      </p:sp>
      <p:graphicFrame>
        <p:nvGraphicFramePr>
          <p:cNvPr id="3" name="Table 2">
            <a:extLst>
              <a:ext uri="{FF2B5EF4-FFF2-40B4-BE49-F238E27FC236}">
                <a16:creationId xmlns:a16="http://schemas.microsoft.com/office/drawing/2014/main" id="{FB458E3B-C927-9E2C-FFFD-EAF4716C408F}"/>
              </a:ext>
            </a:extLst>
          </p:cNvPr>
          <p:cNvGraphicFramePr>
            <a:graphicFrameLocks noGrp="1"/>
          </p:cNvGraphicFramePr>
          <p:nvPr>
            <p:extLst>
              <p:ext uri="{D42A27DB-BD31-4B8C-83A1-F6EECF244321}">
                <p14:modId xmlns:p14="http://schemas.microsoft.com/office/powerpoint/2010/main" val="2793948978"/>
              </p:ext>
            </p:extLst>
          </p:nvPr>
        </p:nvGraphicFramePr>
        <p:xfrm>
          <a:off x="829733" y="2377068"/>
          <a:ext cx="2921001" cy="1915529"/>
        </p:xfrm>
        <a:graphic>
          <a:graphicData uri="http://schemas.openxmlformats.org/drawingml/2006/table">
            <a:tbl>
              <a:tblPr>
                <a:tableStyleId>{5C22544A-7EE6-4342-B048-85BDC9FD1C3A}</a:tableStyleId>
              </a:tblPr>
              <a:tblGrid>
                <a:gridCol w="973667">
                  <a:extLst>
                    <a:ext uri="{9D8B030D-6E8A-4147-A177-3AD203B41FA5}">
                      <a16:colId xmlns:a16="http://schemas.microsoft.com/office/drawing/2014/main" val="1220772390"/>
                    </a:ext>
                  </a:extLst>
                </a:gridCol>
                <a:gridCol w="973667">
                  <a:extLst>
                    <a:ext uri="{9D8B030D-6E8A-4147-A177-3AD203B41FA5}">
                      <a16:colId xmlns:a16="http://schemas.microsoft.com/office/drawing/2014/main" val="4130855907"/>
                    </a:ext>
                  </a:extLst>
                </a:gridCol>
                <a:gridCol w="973667">
                  <a:extLst>
                    <a:ext uri="{9D8B030D-6E8A-4147-A177-3AD203B41FA5}">
                      <a16:colId xmlns:a16="http://schemas.microsoft.com/office/drawing/2014/main" val="354675952"/>
                    </a:ext>
                  </a:extLst>
                </a:gridCol>
              </a:tblGrid>
              <a:tr h="273647">
                <a:tc>
                  <a:txBody>
                    <a:bodyPr/>
                    <a:lstStyle/>
                    <a:p>
                      <a:pPr algn="ctr" fontAlgn="b"/>
                      <a:r>
                        <a:rPr lang="en-GB" sz="1100" u="none" strike="noStrike">
                          <a:solidFill>
                            <a:schemeClr val="bg1"/>
                          </a:solidFill>
                          <a:effectLst/>
                        </a:rPr>
                        <a:t>ID</a:t>
                      </a:r>
                      <a:endParaRPr lang="en-GB" sz="1100" b="0" i="0" u="none" strike="noStrike">
                        <a:solidFill>
                          <a:schemeClr val="bg1"/>
                        </a:solidFill>
                        <a:effectLst/>
                        <a:latin typeface="Aptos Narrow" panose="020B0004020202020204" pitchFamily="34" charset="0"/>
                      </a:endParaRPr>
                    </a:p>
                  </a:txBody>
                  <a:tcPr marL="6350" marR="6350" marT="6350" marB="0" anchor="ctr">
                    <a:solidFill>
                      <a:schemeClr val="tx1"/>
                    </a:solidFill>
                  </a:tcPr>
                </a:tc>
                <a:tc>
                  <a:txBody>
                    <a:bodyPr/>
                    <a:lstStyle/>
                    <a:p>
                      <a:pPr algn="ctr" fontAlgn="b"/>
                      <a:r>
                        <a:rPr lang="en-GB" sz="1100" u="none" strike="noStrike">
                          <a:solidFill>
                            <a:schemeClr val="bg1"/>
                          </a:solidFill>
                          <a:effectLst/>
                        </a:rPr>
                        <a:t>Brand</a:t>
                      </a:r>
                      <a:endParaRPr lang="en-GB" sz="1100" b="0" i="0" u="none" strike="noStrike">
                        <a:solidFill>
                          <a:schemeClr val="bg1"/>
                        </a:solidFill>
                        <a:effectLst/>
                        <a:latin typeface="Aptos Narrow" panose="020B0004020202020204" pitchFamily="34" charset="0"/>
                      </a:endParaRPr>
                    </a:p>
                  </a:txBody>
                  <a:tcPr marL="6350" marR="6350" marT="6350" marB="0" anchor="ctr">
                    <a:solidFill>
                      <a:schemeClr val="tx1"/>
                    </a:solidFill>
                  </a:tcPr>
                </a:tc>
                <a:tc>
                  <a:txBody>
                    <a:bodyPr/>
                    <a:lstStyle/>
                    <a:p>
                      <a:pPr algn="ctr" fontAlgn="b"/>
                      <a:r>
                        <a:rPr lang="en-GB" sz="1100" u="none" strike="noStrike" dirty="0">
                          <a:solidFill>
                            <a:schemeClr val="bg1"/>
                          </a:solidFill>
                          <a:effectLst/>
                        </a:rPr>
                        <a:t>y</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chemeClr val="tx1"/>
                    </a:solidFill>
                  </a:tcPr>
                </a:tc>
                <a:extLst>
                  <a:ext uri="{0D108BD9-81ED-4DB2-BD59-A6C34878D82A}">
                    <a16:rowId xmlns:a16="http://schemas.microsoft.com/office/drawing/2014/main" val="3199324398"/>
                  </a:ext>
                </a:extLst>
              </a:tr>
              <a:tr h="273647">
                <a:tc>
                  <a:txBody>
                    <a:bodyPr/>
                    <a:lstStyle/>
                    <a:p>
                      <a:pPr algn="ctr" fontAlgn="b"/>
                      <a:r>
                        <a:rPr lang="en-GB" sz="1100" u="none" strike="noStrike">
                          <a:effectLst/>
                        </a:rPr>
                        <a:t>1</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Oppo</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97244220"/>
                  </a:ext>
                </a:extLst>
              </a:tr>
              <a:tr h="273647">
                <a:tc>
                  <a:txBody>
                    <a:bodyPr/>
                    <a:lstStyle/>
                    <a:p>
                      <a:pPr algn="ctr" fontAlgn="b"/>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Oppo</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1</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685227090"/>
                  </a:ext>
                </a:extLst>
              </a:tr>
              <a:tr h="273647">
                <a:tc>
                  <a:txBody>
                    <a:bodyPr/>
                    <a:lstStyle/>
                    <a:p>
                      <a:pPr algn="ctr" fontAlgn="b"/>
                      <a:r>
                        <a:rPr lang="en-GB" sz="1100" u="none" strike="noStrike">
                          <a:effectLst/>
                        </a:rPr>
                        <a:t>3</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Samsung</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064025518"/>
                  </a:ext>
                </a:extLst>
              </a:tr>
              <a:tr h="273647">
                <a:tc>
                  <a:txBody>
                    <a:bodyPr/>
                    <a:lstStyle/>
                    <a:p>
                      <a:pPr algn="ctr" fontAlgn="b"/>
                      <a:r>
                        <a:rPr lang="en-GB" sz="1100" u="none" strike="noStrike">
                          <a:effectLst/>
                        </a:rPr>
                        <a:t>4</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Iphone</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438134611"/>
                  </a:ext>
                </a:extLst>
              </a:tr>
              <a:tr h="273647">
                <a:tc>
                  <a:txBody>
                    <a:bodyPr/>
                    <a:lstStyle/>
                    <a:p>
                      <a:pPr algn="ctr" fontAlgn="b"/>
                      <a:r>
                        <a:rPr lang="en-GB" sz="1100" u="none" strike="noStrike">
                          <a:effectLst/>
                        </a:rPr>
                        <a:t>5</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Iphone</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1</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855292400"/>
                  </a:ext>
                </a:extLst>
              </a:tr>
              <a:tr h="273647">
                <a:tc>
                  <a:txBody>
                    <a:bodyPr/>
                    <a:lstStyle/>
                    <a:p>
                      <a:pPr algn="ctr" fontAlgn="b"/>
                      <a:r>
                        <a:rPr lang="en-GB" sz="1100" u="none" strike="noStrike">
                          <a:effectLst/>
                        </a:rPr>
                        <a:t>6</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Iphone</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dirty="0">
                          <a:effectLst/>
                        </a:rPr>
                        <a:t>1</a:t>
                      </a:r>
                      <a:endParaRPr lang="en-GB" sz="11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613123515"/>
                  </a:ext>
                </a:extLst>
              </a:tr>
            </a:tbl>
          </a:graphicData>
        </a:graphic>
      </p:graphicFrame>
      <p:graphicFrame>
        <p:nvGraphicFramePr>
          <p:cNvPr id="4" name="Table 3">
            <a:extLst>
              <a:ext uri="{FF2B5EF4-FFF2-40B4-BE49-F238E27FC236}">
                <a16:creationId xmlns:a16="http://schemas.microsoft.com/office/drawing/2014/main" id="{83278FCA-A195-0DD5-A9EB-4AC729408239}"/>
              </a:ext>
            </a:extLst>
          </p:cNvPr>
          <p:cNvGraphicFramePr>
            <a:graphicFrameLocks noGrp="1"/>
          </p:cNvGraphicFramePr>
          <p:nvPr>
            <p:extLst>
              <p:ext uri="{D42A27DB-BD31-4B8C-83A1-F6EECF244321}">
                <p14:modId xmlns:p14="http://schemas.microsoft.com/office/powerpoint/2010/main" val="3590587109"/>
              </p:ext>
            </p:extLst>
          </p:nvPr>
        </p:nvGraphicFramePr>
        <p:xfrm>
          <a:off x="4478626" y="2389049"/>
          <a:ext cx="1949452" cy="1204332"/>
        </p:xfrm>
        <a:graphic>
          <a:graphicData uri="http://schemas.openxmlformats.org/drawingml/2006/table">
            <a:tbl>
              <a:tblPr>
                <a:tableStyleId>{5C22544A-7EE6-4342-B048-85BDC9FD1C3A}</a:tableStyleId>
              </a:tblPr>
              <a:tblGrid>
                <a:gridCol w="676340">
                  <a:extLst>
                    <a:ext uri="{9D8B030D-6E8A-4147-A177-3AD203B41FA5}">
                      <a16:colId xmlns:a16="http://schemas.microsoft.com/office/drawing/2014/main" val="1992530539"/>
                    </a:ext>
                  </a:extLst>
                </a:gridCol>
                <a:gridCol w="636556">
                  <a:extLst>
                    <a:ext uri="{9D8B030D-6E8A-4147-A177-3AD203B41FA5}">
                      <a16:colId xmlns:a16="http://schemas.microsoft.com/office/drawing/2014/main" val="3633286654"/>
                    </a:ext>
                  </a:extLst>
                </a:gridCol>
                <a:gridCol w="636556">
                  <a:extLst>
                    <a:ext uri="{9D8B030D-6E8A-4147-A177-3AD203B41FA5}">
                      <a16:colId xmlns:a16="http://schemas.microsoft.com/office/drawing/2014/main" val="3074456128"/>
                    </a:ext>
                  </a:extLst>
                </a:gridCol>
              </a:tblGrid>
              <a:tr h="301083">
                <a:tc>
                  <a:txBody>
                    <a:bodyPr/>
                    <a:lstStyle/>
                    <a:p>
                      <a:pPr algn="ctr" fontAlgn="b"/>
                      <a:r>
                        <a:rPr lang="en-GB" sz="1100" u="none" strike="noStrike" dirty="0">
                          <a:solidFill>
                            <a:schemeClr val="bg1"/>
                          </a:solidFill>
                          <a:effectLst/>
                        </a:rPr>
                        <a:t>ID</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chemeClr val="tx1"/>
                    </a:solidFill>
                  </a:tcPr>
                </a:tc>
                <a:tc>
                  <a:txBody>
                    <a:bodyPr/>
                    <a:lstStyle/>
                    <a:p>
                      <a:pPr algn="ctr" fontAlgn="b"/>
                      <a:r>
                        <a:rPr lang="en-GB" sz="1100" u="none" strike="noStrike" dirty="0">
                          <a:solidFill>
                            <a:schemeClr val="bg1"/>
                          </a:solidFill>
                          <a:effectLst/>
                        </a:rPr>
                        <a:t>Brand</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chemeClr val="tx1"/>
                    </a:solidFill>
                  </a:tcPr>
                </a:tc>
                <a:tc>
                  <a:txBody>
                    <a:bodyPr/>
                    <a:lstStyle/>
                    <a:p>
                      <a:pPr algn="ctr" fontAlgn="b"/>
                      <a:r>
                        <a:rPr lang="en-GB" sz="1100" u="none" strike="noStrike" dirty="0">
                          <a:solidFill>
                            <a:schemeClr val="bg1"/>
                          </a:solidFill>
                          <a:effectLst/>
                        </a:rPr>
                        <a:t>Mean</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rgbClr val="FF0000"/>
                    </a:solidFill>
                  </a:tcPr>
                </a:tc>
                <a:extLst>
                  <a:ext uri="{0D108BD9-81ED-4DB2-BD59-A6C34878D82A}">
                    <a16:rowId xmlns:a16="http://schemas.microsoft.com/office/drawing/2014/main" val="3903679693"/>
                  </a:ext>
                </a:extLst>
              </a:tr>
              <a:tr h="301083">
                <a:tc>
                  <a:txBody>
                    <a:bodyPr/>
                    <a:lstStyle/>
                    <a:p>
                      <a:pPr algn="ctr" fontAlgn="b"/>
                      <a:r>
                        <a:rPr lang="en-GB" sz="1100" u="none" strike="noStrike">
                          <a:effectLst/>
                        </a:rPr>
                        <a:t>1</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Oppo</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0.5</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479817903"/>
                  </a:ext>
                </a:extLst>
              </a:tr>
              <a:tr h="301083">
                <a:tc>
                  <a:txBody>
                    <a:bodyPr/>
                    <a:lstStyle/>
                    <a:p>
                      <a:pPr algn="ctr" fontAlgn="b"/>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Samsung</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726098359"/>
                  </a:ext>
                </a:extLst>
              </a:tr>
              <a:tr h="301083">
                <a:tc>
                  <a:txBody>
                    <a:bodyPr/>
                    <a:lstStyle/>
                    <a:p>
                      <a:pPr algn="ctr" fontAlgn="b"/>
                      <a:r>
                        <a:rPr lang="en-GB" sz="1100" u="none" strike="noStrike">
                          <a:effectLst/>
                        </a:rPr>
                        <a:t>3</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dirty="0" err="1">
                          <a:effectLst/>
                        </a:rPr>
                        <a:t>Iphone</a:t>
                      </a:r>
                      <a:endParaRPr lang="en-GB" sz="11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dirty="0">
                          <a:effectLst/>
                        </a:rPr>
                        <a:t>1.33</a:t>
                      </a:r>
                      <a:endParaRPr lang="en-GB" sz="11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530397753"/>
                  </a:ext>
                </a:extLst>
              </a:tr>
            </a:tbl>
          </a:graphicData>
        </a:graphic>
      </p:graphicFrame>
      <p:cxnSp>
        <p:nvCxnSpPr>
          <p:cNvPr id="5" name="Straight Arrow Connector 4">
            <a:extLst>
              <a:ext uri="{FF2B5EF4-FFF2-40B4-BE49-F238E27FC236}">
                <a16:creationId xmlns:a16="http://schemas.microsoft.com/office/drawing/2014/main" id="{277228BC-8202-F3CF-9C9C-5F62534139DA}"/>
              </a:ext>
            </a:extLst>
          </p:cNvPr>
          <p:cNvCxnSpPr>
            <a:cxnSpLocks/>
          </p:cNvCxnSpPr>
          <p:nvPr/>
        </p:nvCxnSpPr>
        <p:spPr>
          <a:xfrm>
            <a:off x="3886201" y="3125179"/>
            <a:ext cx="567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8" name="Table 7">
            <a:extLst>
              <a:ext uri="{FF2B5EF4-FFF2-40B4-BE49-F238E27FC236}">
                <a16:creationId xmlns:a16="http://schemas.microsoft.com/office/drawing/2014/main" id="{0F702E71-73E0-0341-09A2-84234F759470}"/>
              </a:ext>
            </a:extLst>
          </p:cNvPr>
          <p:cNvGraphicFramePr>
            <a:graphicFrameLocks noGrp="1"/>
          </p:cNvGraphicFramePr>
          <p:nvPr>
            <p:extLst>
              <p:ext uri="{D42A27DB-BD31-4B8C-83A1-F6EECF244321}">
                <p14:modId xmlns:p14="http://schemas.microsoft.com/office/powerpoint/2010/main" val="281363187"/>
              </p:ext>
            </p:extLst>
          </p:nvPr>
        </p:nvGraphicFramePr>
        <p:xfrm>
          <a:off x="6637866" y="2389049"/>
          <a:ext cx="1949450" cy="2250682"/>
        </p:xfrm>
        <a:graphic>
          <a:graphicData uri="http://schemas.openxmlformats.org/drawingml/2006/table">
            <a:tbl>
              <a:tblPr>
                <a:tableStyleId>{5C22544A-7EE6-4342-B048-85BDC9FD1C3A}</a:tableStyleId>
              </a:tblPr>
              <a:tblGrid>
                <a:gridCol w="974725">
                  <a:extLst>
                    <a:ext uri="{9D8B030D-6E8A-4147-A177-3AD203B41FA5}">
                      <a16:colId xmlns:a16="http://schemas.microsoft.com/office/drawing/2014/main" val="2103423351"/>
                    </a:ext>
                  </a:extLst>
                </a:gridCol>
                <a:gridCol w="974725">
                  <a:extLst>
                    <a:ext uri="{9D8B030D-6E8A-4147-A177-3AD203B41FA5}">
                      <a16:colId xmlns:a16="http://schemas.microsoft.com/office/drawing/2014/main" val="1891985446"/>
                    </a:ext>
                  </a:extLst>
                </a:gridCol>
              </a:tblGrid>
              <a:tr h="321526">
                <a:tc>
                  <a:txBody>
                    <a:bodyPr/>
                    <a:lstStyle/>
                    <a:p>
                      <a:pPr algn="ctr" fontAlgn="b"/>
                      <a:r>
                        <a:rPr lang="en-GB" sz="1100" u="none" strike="noStrike" dirty="0">
                          <a:solidFill>
                            <a:schemeClr val="bg1"/>
                          </a:solidFill>
                          <a:effectLst/>
                        </a:rPr>
                        <a:t>ID</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chemeClr val="tx1"/>
                    </a:solidFill>
                  </a:tcPr>
                </a:tc>
                <a:tc>
                  <a:txBody>
                    <a:bodyPr/>
                    <a:lstStyle/>
                    <a:p>
                      <a:pPr algn="ctr" fontAlgn="b"/>
                      <a:r>
                        <a:rPr lang="en-GB" sz="1100" u="none" strike="noStrike" dirty="0">
                          <a:solidFill>
                            <a:schemeClr val="bg1"/>
                          </a:solidFill>
                          <a:effectLst/>
                        </a:rPr>
                        <a:t>X1'</a:t>
                      </a:r>
                      <a:endParaRPr lang="en-GB" sz="1100" b="0" i="0" u="none" strike="noStrike" dirty="0">
                        <a:solidFill>
                          <a:schemeClr val="bg1"/>
                        </a:solidFill>
                        <a:effectLst/>
                        <a:latin typeface="Aptos Narrow" panose="020B0004020202020204" pitchFamily="34" charset="0"/>
                      </a:endParaRPr>
                    </a:p>
                  </a:txBody>
                  <a:tcPr marL="6350" marR="6350" marT="6350" marB="0" anchor="ctr">
                    <a:solidFill>
                      <a:srgbClr val="FF0000"/>
                    </a:solidFill>
                  </a:tcPr>
                </a:tc>
                <a:extLst>
                  <a:ext uri="{0D108BD9-81ED-4DB2-BD59-A6C34878D82A}">
                    <a16:rowId xmlns:a16="http://schemas.microsoft.com/office/drawing/2014/main" val="3430808483"/>
                  </a:ext>
                </a:extLst>
              </a:tr>
              <a:tr h="321526">
                <a:tc>
                  <a:txBody>
                    <a:bodyPr/>
                    <a:lstStyle/>
                    <a:p>
                      <a:pPr algn="ctr" fontAlgn="b"/>
                      <a:r>
                        <a:rPr lang="en-GB" sz="1100" u="none" strike="noStrike">
                          <a:effectLst/>
                        </a:rPr>
                        <a:t>1</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0.5</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649088095"/>
                  </a:ext>
                </a:extLst>
              </a:tr>
              <a:tr h="321526">
                <a:tc>
                  <a:txBody>
                    <a:bodyPr/>
                    <a:lstStyle/>
                    <a:p>
                      <a:pPr algn="ctr" fontAlgn="b"/>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0.5</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698467811"/>
                  </a:ext>
                </a:extLst>
              </a:tr>
              <a:tr h="321526">
                <a:tc>
                  <a:txBody>
                    <a:bodyPr/>
                    <a:lstStyle/>
                    <a:p>
                      <a:pPr algn="ctr" fontAlgn="b"/>
                      <a:r>
                        <a:rPr lang="en-GB" sz="1100" u="none" strike="noStrike">
                          <a:effectLst/>
                        </a:rPr>
                        <a:t>3</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508774477"/>
                  </a:ext>
                </a:extLst>
              </a:tr>
              <a:tr h="321526">
                <a:tc>
                  <a:txBody>
                    <a:bodyPr/>
                    <a:lstStyle/>
                    <a:p>
                      <a:pPr algn="ctr" fontAlgn="b"/>
                      <a:r>
                        <a:rPr lang="en-GB" sz="1100" u="none" strike="noStrike">
                          <a:effectLst/>
                        </a:rPr>
                        <a:t>4</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1.3</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787833137"/>
                  </a:ext>
                </a:extLst>
              </a:tr>
              <a:tr h="321526">
                <a:tc>
                  <a:txBody>
                    <a:bodyPr/>
                    <a:lstStyle/>
                    <a:p>
                      <a:pPr algn="ctr" fontAlgn="b"/>
                      <a:r>
                        <a:rPr lang="en-GB" sz="1100" u="none" strike="noStrike">
                          <a:effectLst/>
                        </a:rPr>
                        <a:t>5</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a:effectLst/>
                        </a:rPr>
                        <a:t>1.3</a:t>
                      </a:r>
                      <a:endParaRPr lang="en-GB"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904388004"/>
                  </a:ext>
                </a:extLst>
              </a:tr>
              <a:tr h="321526">
                <a:tc>
                  <a:txBody>
                    <a:bodyPr/>
                    <a:lstStyle/>
                    <a:p>
                      <a:pPr algn="ctr" fontAlgn="b"/>
                      <a:r>
                        <a:rPr lang="en-GB" sz="1100" u="none" strike="noStrike">
                          <a:effectLst/>
                        </a:rPr>
                        <a:t>6</a:t>
                      </a:r>
                      <a:endParaRPr lang="en-GB"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r>
                        <a:rPr lang="en-GB" sz="1100" u="none" strike="noStrike" dirty="0">
                          <a:effectLst/>
                        </a:rPr>
                        <a:t>1.3</a:t>
                      </a:r>
                      <a:endParaRPr lang="en-GB" sz="11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278298812"/>
                  </a:ext>
                </a:extLst>
              </a:tr>
            </a:tbl>
          </a:graphicData>
        </a:graphic>
      </p:graphicFrame>
      <p:cxnSp>
        <p:nvCxnSpPr>
          <p:cNvPr id="9" name="Straight Arrow Connector 8">
            <a:extLst>
              <a:ext uri="{FF2B5EF4-FFF2-40B4-BE49-F238E27FC236}">
                <a16:creationId xmlns:a16="http://schemas.microsoft.com/office/drawing/2014/main" id="{AF354395-EB63-9B05-0F6D-642F409EA0BB}"/>
              </a:ext>
            </a:extLst>
          </p:cNvPr>
          <p:cNvCxnSpPr>
            <a:cxnSpLocks/>
          </p:cNvCxnSpPr>
          <p:nvPr/>
        </p:nvCxnSpPr>
        <p:spPr>
          <a:xfrm>
            <a:off x="3886201" y="3980313"/>
            <a:ext cx="25418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Picture 2">
            <a:extLst>
              <a:ext uri="{FF2B5EF4-FFF2-40B4-BE49-F238E27FC236}">
                <a16:creationId xmlns:a16="http://schemas.microsoft.com/office/drawing/2014/main" id="{5C00A7DA-30E2-BD12-65FF-CBD4040245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45160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39EF0D0B-3CF3-925B-F17D-6A4F09091A8A}"/>
            </a:ext>
          </a:extLst>
        </p:cNvPr>
        <p:cNvGrpSpPr/>
        <p:nvPr/>
      </p:nvGrpSpPr>
      <p:grpSpPr>
        <a:xfrm>
          <a:off x="0" y="0"/>
          <a:ext cx="0" cy="0"/>
          <a:chOff x="0" y="0"/>
          <a:chExt cx="0" cy="0"/>
        </a:xfrm>
      </p:grpSpPr>
      <p:sp>
        <p:nvSpPr>
          <p:cNvPr id="137" name="Google Shape;137;p21">
            <a:extLst>
              <a:ext uri="{FF2B5EF4-FFF2-40B4-BE49-F238E27FC236}">
                <a16:creationId xmlns:a16="http://schemas.microsoft.com/office/drawing/2014/main" id="{D14EC593-ED0A-4D72-1483-CEB62E1703E7}"/>
              </a:ext>
            </a:extLst>
          </p:cNvPr>
          <p:cNvSpPr txBox="1">
            <a:spLocks noGrp="1"/>
          </p:cNvSpPr>
          <p:nvPr>
            <p:ph type="title"/>
          </p:nvPr>
        </p:nvSpPr>
        <p:spPr>
          <a:xfrm>
            <a:off x="727650" y="1318649"/>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Types of Encoding Techniques</a:t>
            </a:r>
            <a:endParaRPr dirty="0"/>
          </a:p>
        </p:txBody>
      </p:sp>
      <p:sp>
        <p:nvSpPr>
          <p:cNvPr id="7" name="TextBox 6">
            <a:extLst>
              <a:ext uri="{FF2B5EF4-FFF2-40B4-BE49-F238E27FC236}">
                <a16:creationId xmlns:a16="http://schemas.microsoft.com/office/drawing/2014/main" id="{826109A7-F396-E468-9A89-7AE89AB60C88}"/>
              </a:ext>
            </a:extLst>
          </p:cNvPr>
          <p:cNvSpPr txBox="1"/>
          <p:nvPr/>
        </p:nvSpPr>
        <p:spPr>
          <a:xfrm>
            <a:off x="727650" y="1853849"/>
            <a:ext cx="1781908" cy="523220"/>
          </a:xfrm>
          <a:prstGeom prst="rect">
            <a:avLst/>
          </a:prstGeom>
          <a:noFill/>
        </p:spPr>
        <p:txBody>
          <a:bodyPr wrap="square" rtlCol="0">
            <a:spAutoFit/>
          </a:bodyPr>
          <a:lstStyle/>
          <a:p>
            <a:r>
              <a:rPr lang="en-GB" sz="1400" b="1" dirty="0">
                <a:solidFill>
                  <a:schemeClr val="tx1"/>
                </a:solidFill>
                <a:latin typeface="+mj-lt"/>
              </a:rPr>
              <a:t>Binary Encoding</a:t>
            </a:r>
            <a:endParaRPr lang="en-GB" sz="1400" dirty="0">
              <a:solidFill>
                <a:schemeClr val="tx1"/>
              </a:solidFill>
              <a:latin typeface="+mj-lt"/>
            </a:endParaRPr>
          </a:p>
          <a:p>
            <a:endParaRPr lang="en-GB" dirty="0">
              <a:solidFill>
                <a:schemeClr val="tx1"/>
              </a:solidFill>
            </a:endParaRPr>
          </a:p>
        </p:txBody>
      </p:sp>
      <p:pic>
        <p:nvPicPr>
          <p:cNvPr id="2" name="Picture 2">
            <a:extLst>
              <a:ext uri="{FF2B5EF4-FFF2-40B4-BE49-F238E27FC236}">
                <a16:creationId xmlns:a16="http://schemas.microsoft.com/office/drawing/2014/main" id="{32A95559-0574-F9B6-3509-07EDB24554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2209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08E74FBB-D87A-3138-3A94-2D786CCA0B91}"/>
            </a:ext>
          </a:extLst>
        </p:cNvPr>
        <p:cNvGrpSpPr/>
        <p:nvPr/>
      </p:nvGrpSpPr>
      <p:grpSpPr>
        <a:xfrm>
          <a:off x="0" y="0"/>
          <a:ext cx="0" cy="0"/>
          <a:chOff x="0" y="0"/>
          <a:chExt cx="0" cy="0"/>
        </a:xfrm>
      </p:grpSpPr>
      <p:sp>
        <p:nvSpPr>
          <p:cNvPr id="137" name="Google Shape;137;p21">
            <a:extLst>
              <a:ext uri="{FF2B5EF4-FFF2-40B4-BE49-F238E27FC236}">
                <a16:creationId xmlns:a16="http://schemas.microsoft.com/office/drawing/2014/main" id="{6AC11987-4E11-6D87-8945-D990DD5733BD}"/>
              </a:ext>
            </a:extLst>
          </p:cNvPr>
          <p:cNvSpPr txBox="1">
            <a:spLocks noGrp="1"/>
          </p:cNvSpPr>
          <p:nvPr>
            <p:ph type="title"/>
          </p:nvPr>
        </p:nvSpPr>
        <p:spPr>
          <a:xfrm>
            <a:off x="727650" y="1318649"/>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Types of Encoding Techniques</a:t>
            </a:r>
            <a:endParaRPr dirty="0"/>
          </a:p>
        </p:txBody>
      </p:sp>
      <p:sp>
        <p:nvSpPr>
          <p:cNvPr id="7" name="TextBox 6">
            <a:extLst>
              <a:ext uri="{FF2B5EF4-FFF2-40B4-BE49-F238E27FC236}">
                <a16:creationId xmlns:a16="http://schemas.microsoft.com/office/drawing/2014/main" id="{57E0D7CA-9EE1-3E41-04ED-8B04C7F5B388}"/>
              </a:ext>
            </a:extLst>
          </p:cNvPr>
          <p:cNvSpPr txBox="1"/>
          <p:nvPr/>
        </p:nvSpPr>
        <p:spPr>
          <a:xfrm>
            <a:off x="727650" y="1853849"/>
            <a:ext cx="2574350" cy="523220"/>
          </a:xfrm>
          <a:prstGeom prst="rect">
            <a:avLst/>
          </a:prstGeom>
          <a:noFill/>
        </p:spPr>
        <p:txBody>
          <a:bodyPr wrap="square" rtlCol="0">
            <a:spAutoFit/>
          </a:bodyPr>
          <a:lstStyle/>
          <a:p>
            <a:r>
              <a:rPr lang="en-GB" sz="1400" b="1" dirty="0">
                <a:solidFill>
                  <a:schemeClr val="tx1"/>
                </a:solidFill>
                <a:latin typeface="+mj-lt"/>
              </a:rPr>
              <a:t>Frequency Encoding</a:t>
            </a:r>
            <a:endParaRPr lang="en-GB" sz="1400" dirty="0">
              <a:solidFill>
                <a:schemeClr val="tx1"/>
              </a:solidFill>
              <a:latin typeface="+mj-lt"/>
            </a:endParaRPr>
          </a:p>
          <a:p>
            <a:endParaRPr lang="en-GB" dirty="0">
              <a:solidFill>
                <a:schemeClr val="tx1"/>
              </a:solidFill>
            </a:endParaRPr>
          </a:p>
        </p:txBody>
      </p:sp>
      <p:pic>
        <p:nvPicPr>
          <p:cNvPr id="2" name="Picture 2">
            <a:extLst>
              <a:ext uri="{FF2B5EF4-FFF2-40B4-BE49-F238E27FC236}">
                <a16:creationId xmlns:a16="http://schemas.microsoft.com/office/drawing/2014/main" id="{502E3283-29FA-FE89-D50A-B19F0B088D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022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7D18478F-1416-8CE9-BA35-39FD78145E71}"/>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734BEFDA-A1E4-03EA-A5FE-83A7DD30846F}"/>
              </a:ext>
            </a:extLst>
          </p:cNvPr>
          <p:cNvSpPr txBox="1">
            <a:spLocks noGrp="1"/>
          </p:cNvSpPr>
          <p:nvPr>
            <p:ph type="title"/>
          </p:nvPr>
        </p:nvSpPr>
        <p:spPr>
          <a:xfrm>
            <a:off x="517144" y="450150"/>
            <a:ext cx="63678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Missingness</a:t>
            </a:r>
            <a:endParaRPr dirty="0"/>
          </a:p>
        </p:txBody>
      </p:sp>
      <p:sp>
        <p:nvSpPr>
          <p:cNvPr id="68" name="Google Shape;68;p15">
            <a:extLst>
              <a:ext uri="{FF2B5EF4-FFF2-40B4-BE49-F238E27FC236}">
                <a16:creationId xmlns:a16="http://schemas.microsoft.com/office/drawing/2014/main" id="{10766574-838B-B901-7C64-8350FD9174A3}"/>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Lato"/>
                <a:ea typeface="Lato"/>
                <a:cs typeface="Lato"/>
                <a:sym typeface="La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a:t>
            </a:fld>
            <a:endParaRPr kumimoji="0" sz="1000" b="0" i="0" u="none" strike="noStrike" kern="0" cap="none" spc="0" normalizeH="0" baseline="0" noProof="0">
              <a:ln>
                <a:noFill/>
              </a:ln>
              <a:solidFill>
                <a:srgbClr val="FFFFFF"/>
              </a:solidFill>
              <a:effectLst/>
              <a:uLnTx/>
              <a:uFillTx/>
              <a:latin typeface="Lato"/>
              <a:ea typeface="Lato"/>
              <a:cs typeface="Lato"/>
              <a:sym typeface="Lato"/>
            </a:endParaRPr>
          </a:p>
        </p:txBody>
      </p:sp>
    </p:spTree>
    <p:extLst>
      <p:ext uri="{BB962C8B-B14F-4D97-AF65-F5344CB8AC3E}">
        <p14:creationId xmlns:p14="http://schemas.microsoft.com/office/powerpoint/2010/main" val="2684525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AF72A96E-FB32-6926-2EFA-C69A0571CF7C}"/>
            </a:ext>
          </a:extLst>
        </p:cNvPr>
        <p:cNvGrpSpPr/>
        <p:nvPr/>
      </p:nvGrpSpPr>
      <p:grpSpPr>
        <a:xfrm>
          <a:off x="0" y="0"/>
          <a:ext cx="0" cy="0"/>
          <a:chOff x="0" y="0"/>
          <a:chExt cx="0" cy="0"/>
        </a:xfrm>
      </p:grpSpPr>
      <p:sp>
        <p:nvSpPr>
          <p:cNvPr id="137" name="Google Shape;137;p21">
            <a:extLst>
              <a:ext uri="{FF2B5EF4-FFF2-40B4-BE49-F238E27FC236}">
                <a16:creationId xmlns:a16="http://schemas.microsoft.com/office/drawing/2014/main" id="{9A0C0A0B-9755-15BB-E02D-F5F820FB9652}"/>
              </a:ext>
            </a:extLst>
          </p:cNvPr>
          <p:cNvSpPr txBox="1">
            <a:spLocks noGrp="1"/>
          </p:cNvSpPr>
          <p:nvPr>
            <p:ph type="title"/>
          </p:nvPr>
        </p:nvSpPr>
        <p:spPr>
          <a:xfrm>
            <a:off x="727650" y="1318649"/>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Types of Data Missingness</a:t>
            </a:r>
            <a:endParaRPr dirty="0"/>
          </a:p>
        </p:txBody>
      </p:sp>
      <p:sp>
        <p:nvSpPr>
          <p:cNvPr id="7" name="TextBox 6">
            <a:extLst>
              <a:ext uri="{FF2B5EF4-FFF2-40B4-BE49-F238E27FC236}">
                <a16:creationId xmlns:a16="http://schemas.microsoft.com/office/drawing/2014/main" id="{E277AFC6-9452-EADB-272C-192158277769}"/>
              </a:ext>
            </a:extLst>
          </p:cNvPr>
          <p:cNvSpPr txBox="1"/>
          <p:nvPr/>
        </p:nvSpPr>
        <p:spPr>
          <a:xfrm>
            <a:off x="727650" y="1853849"/>
            <a:ext cx="3688042" cy="307777"/>
          </a:xfrm>
          <a:prstGeom prst="rect">
            <a:avLst/>
          </a:prstGeom>
          <a:noFill/>
        </p:spPr>
        <p:txBody>
          <a:bodyPr wrap="square" rtlCol="0">
            <a:spAutoFit/>
          </a:bodyPr>
          <a:lstStyle/>
          <a:p>
            <a:r>
              <a:rPr lang="en-GB" b="1" i="0" dirty="0">
                <a:solidFill>
                  <a:srgbClr val="41454F"/>
                </a:solidFill>
                <a:effectLst/>
                <a:latin typeface="Open Sans" panose="020B0606030504020204" pitchFamily="34" charset="0"/>
              </a:rPr>
              <a:t>Missing Completely at Random (MCAR)</a:t>
            </a:r>
            <a:endParaRPr lang="en-GB" dirty="0">
              <a:solidFill>
                <a:schemeClr val="tx1"/>
              </a:solidFill>
            </a:endParaRPr>
          </a:p>
        </p:txBody>
      </p:sp>
      <p:sp>
        <p:nvSpPr>
          <p:cNvPr id="2" name="TextBox 1">
            <a:extLst>
              <a:ext uri="{FF2B5EF4-FFF2-40B4-BE49-F238E27FC236}">
                <a16:creationId xmlns:a16="http://schemas.microsoft.com/office/drawing/2014/main" id="{EA2129CB-310E-9739-708A-616711EC6453}"/>
              </a:ext>
            </a:extLst>
          </p:cNvPr>
          <p:cNvSpPr txBox="1"/>
          <p:nvPr/>
        </p:nvSpPr>
        <p:spPr>
          <a:xfrm>
            <a:off x="727650" y="2827986"/>
            <a:ext cx="3688042" cy="307777"/>
          </a:xfrm>
          <a:prstGeom prst="rect">
            <a:avLst/>
          </a:prstGeom>
          <a:noFill/>
        </p:spPr>
        <p:txBody>
          <a:bodyPr wrap="square" rtlCol="0">
            <a:spAutoFit/>
          </a:bodyPr>
          <a:lstStyle/>
          <a:p>
            <a:r>
              <a:rPr lang="en-GB" b="1" i="0" dirty="0">
                <a:solidFill>
                  <a:srgbClr val="41454F"/>
                </a:solidFill>
                <a:effectLst/>
                <a:latin typeface="Open Sans" panose="020B0606030504020204" pitchFamily="34" charset="0"/>
              </a:rPr>
              <a:t>Missing at Random (MAR)</a:t>
            </a:r>
            <a:endParaRPr lang="en-GB" dirty="0">
              <a:solidFill>
                <a:schemeClr val="tx1"/>
              </a:solidFill>
            </a:endParaRPr>
          </a:p>
        </p:txBody>
      </p:sp>
      <p:sp>
        <p:nvSpPr>
          <p:cNvPr id="3" name="TextBox 2">
            <a:extLst>
              <a:ext uri="{FF2B5EF4-FFF2-40B4-BE49-F238E27FC236}">
                <a16:creationId xmlns:a16="http://schemas.microsoft.com/office/drawing/2014/main" id="{C3E61FEA-AB8F-59F8-F029-3BDEFB90B63D}"/>
              </a:ext>
            </a:extLst>
          </p:cNvPr>
          <p:cNvSpPr txBox="1"/>
          <p:nvPr/>
        </p:nvSpPr>
        <p:spPr>
          <a:xfrm>
            <a:off x="727650" y="3802123"/>
            <a:ext cx="3688042" cy="307777"/>
          </a:xfrm>
          <a:prstGeom prst="rect">
            <a:avLst/>
          </a:prstGeom>
          <a:noFill/>
        </p:spPr>
        <p:txBody>
          <a:bodyPr wrap="square" rtlCol="0">
            <a:spAutoFit/>
          </a:bodyPr>
          <a:lstStyle/>
          <a:p>
            <a:r>
              <a:rPr lang="en-GB" b="1" i="0" dirty="0">
                <a:solidFill>
                  <a:srgbClr val="41454F"/>
                </a:solidFill>
                <a:effectLst/>
                <a:latin typeface="Open Sans" panose="020B0606030504020204" pitchFamily="34" charset="0"/>
              </a:rPr>
              <a:t>Missing Not at Random (MNAR)</a:t>
            </a:r>
            <a:endParaRPr lang="en-GB" dirty="0">
              <a:solidFill>
                <a:schemeClr val="tx1"/>
              </a:solidFill>
            </a:endParaRPr>
          </a:p>
        </p:txBody>
      </p:sp>
      <p:pic>
        <p:nvPicPr>
          <p:cNvPr id="4" name="Picture 2">
            <a:extLst>
              <a:ext uri="{FF2B5EF4-FFF2-40B4-BE49-F238E27FC236}">
                <a16:creationId xmlns:a16="http://schemas.microsoft.com/office/drawing/2014/main" id="{B2511DB2-7725-6B8B-AF21-67C9864E67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0380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5552B943-459B-B268-0682-A3669E13CC1B}"/>
            </a:ext>
          </a:extLst>
        </p:cNvPr>
        <p:cNvGrpSpPr/>
        <p:nvPr/>
      </p:nvGrpSpPr>
      <p:grpSpPr>
        <a:xfrm>
          <a:off x="0" y="0"/>
          <a:ext cx="0" cy="0"/>
          <a:chOff x="0" y="0"/>
          <a:chExt cx="0" cy="0"/>
        </a:xfrm>
      </p:grpSpPr>
      <p:sp>
        <p:nvSpPr>
          <p:cNvPr id="137" name="Google Shape;137;p21">
            <a:extLst>
              <a:ext uri="{FF2B5EF4-FFF2-40B4-BE49-F238E27FC236}">
                <a16:creationId xmlns:a16="http://schemas.microsoft.com/office/drawing/2014/main" id="{5A56BB22-719E-1266-0AE0-C9F081D14350}"/>
              </a:ext>
            </a:extLst>
          </p:cNvPr>
          <p:cNvSpPr txBox="1">
            <a:spLocks noGrp="1"/>
          </p:cNvSpPr>
          <p:nvPr>
            <p:ph type="title"/>
          </p:nvPr>
        </p:nvSpPr>
        <p:spPr>
          <a:xfrm>
            <a:off x="727650" y="1318649"/>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How to Deal with Missingness</a:t>
            </a:r>
            <a:endParaRPr dirty="0"/>
          </a:p>
        </p:txBody>
      </p:sp>
      <p:graphicFrame>
        <p:nvGraphicFramePr>
          <p:cNvPr id="4" name="Table 3">
            <a:extLst>
              <a:ext uri="{FF2B5EF4-FFF2-40B4-BE49-F238E27FC236}">
                <a16:creationId xmlns:a16="http://schemas.microsoft.com/office/drawing/2014/main" id="{67D1FC1E-2029-6326-052B-F18B3C77080D}"/>
              </a:ext>
            </a:extLst>
          </p:cNvPr>
          <p:cNvGraphicFramePr>
            <a:graphicFrameLocks noGrp="1"/>
          </p:cNvGraphicFramePr>
          <p:nvPr>
            <p:extLst>
              <p:ext uri="{D42A27DB-BD31-4B8C-83A1-F6EECF244321}">
                <p14:modId xmlns:p14="http://schemas.microsoft.com/office/powerpoint/2010/main" val="3587211860"/>
              </p:ext>
            </p:extLst>
          </p:nvPr>
        </p:nvGraphicFramePr>
        <p:xfrm>
          <a:off x="785036" y="1821981"/>
          <a:ext cx="7741200" cy="2737052"/>
        </p:xfrm>
        <a:graphic>
          <a:graphicData uri="http://schemas.openxmlformats.org/drawingml/2006/table">
            <a:tbl>
              <a:tblPr/>
              <a:tblGrid>
                <a:gridCol w="802464">
                  <a:extLst>
                    <a:ext uri="{9D8B030D-6E8A-4147-A177-3AD203B41FA5}">
                      <a16:colId xmlns:a16="http://schemas.microsoft.com/office/drawing/2014/main" val="240991693"/>
                    </a:ext>
                  </a:extLst>
                </a:gridCol>
                <a:gridCol w="1960382">
                  <a:extLst>
                    <a:ext uri="{9D8B030D-6E8A-4147-A177-3AD203B41FA5}">
                      <a16:colId xmlns:a16="http://schemas.microsoft.com/office/drawing/2014/main" val="2381798550"/>
                    </a:ext>
                  </a:extLst>
                </a:gridCol>
                <a:gridCol w="4978354">
                  <a:extLst>
                    <a:ext uri="{9D8B030D-6E8A-4147-A177-3AD203B41FA5}">
                      <a16:colId xmlns:a16="http://schemas.microsoft.com/office/drawing/2014/main" val="2408780165"/>
                    </a:ext>
                  </a:extLst>
                </a:gridCol>
              </a:tblGrid>
              <a:tr h="210584">
                <a:tc>
                  <a:txBody>
                    <a:bodyPr/>
                    <a:lstStyle/>
                    <a:p>
                      <a:pPr algn="ctr" fontAlgn="ctr"/>
                      <a:r>
                        <a:rPr lang="en-GB" sz="1100" b="1" i="0" u="none" strike="noStrike">
                          <a:solidFill>
                            <a:srgbClr val="000000"/>
                          </a:solidFill>
                          <a:effectLst/>
                          <a:latin typeface="Aptos Narrow" panose="020B0004020202020204" pitchFamily="34" charset="0"/>
                        </a:rPr>
                        <a:t>Category</a:t>
                      </a:r>
                    </a:p>
                  </a:txBody>
                  <a:tcPr marL="45720" marR="45720" anchor="ctr">
                    <a:lnL>
                      <a:noFill/>
                    </a:lnL>
                    <a:lnR>
                      <a:noFill/>
                    </a:lnR>
                    <a:lnT>
                      <a:noFill/>
                    </a:lnT>
                    <a:lnB>
                      <a:noFill/>
                    </a:lnB>
                    <a:solidFill>
                      <a:srgbClr val="FF0000"/>
                    </a:solidFill>
                  </a:tcPr>
                </a:tc>
                <a:tc>
                  <a:txBody>
                    <a:bodyPr/>
                    <a:lstStyle/>
                    <a:p>
                      <a:pPr algn="ctr" fontAlgn="ctr"/>
                      <a:r>
                        <a:rPr lang="en-GB" sz="1100" b="1" i="0" u="none" strike="noStrike" dirty="0">
                          <a:solidFill>
                            <a:srgbClr val="000000"/>
                          </a:solidFill>
                          <a:effectLst/>
                          <a:latin typeface="Aptos Narrow" panose="020B0004020202020204" pitchFamily="34" charset="0"/>
                        </a:rPr>
                        <a:t>Method</a:t>
                      </a:r>
                    </a:p>
                  </a:txBody>
                  <a:tcPr marL="45720" marR="45720" anchor="ctr">
                    <a:lnL>
                      <a:noFill/>
                    </a:lnL>
                    <a:lnR>
                      <a:noFill/>
                    </a:lnR>
                    <a:lnT>
                      <a:noFill/>
                    </a:lnT>
                    <a:lnB>
                      <a:noFill/>
                    </a:lnB>
                    <a:solidFill>
                      <a:srgbClr val="FF0000"/>
                    </a:solidFill>
                  </a:tcPr>
                </a:tc>
                <a:tc>
                  <a:txBody>
                    <a:bodyPr/>
                    <a:lstStyle/>
                    <a:p>
                      <a:r>
                        <a:rPr lang="en-GB" sz="1200" b="1" dirty="0">
                          <a:solidFill>
                            <a:schemeClr val="bg2"/>
                          </a:solidFill>
                          <a:latin typeface="+mj-lt"/>
                        </a:rPr>
                        <a:t>Description</a:t>
                      </a:r>
                      <a:endParaRPr lang="en-GB" sz="1200" dirty="0">
                        <a:solidFill>
                          <a:schemeClr val="bg2"/>
                        </a:solidFill>
                        <a:latin typeface="+mj-lt"/>
                      </a:endParaRPr>
                    </a:p>
                  </a:txBody>
                  <a:tcPr marL="45720" marR="45720" anchor="ctr">
                    <a:lnL>
                      <a:noFill/>
                    </a:lnL>
                    <a:lnR>
                      <a:noFill/>
                    </a:lnR>
                    <a:lnT>
                      <a:noFill/>
                    </a:lnT>
                    <a:lnB>
                      <a:noFill/>
                    </a:lnB>
                    <a:solidFill>
                      <a:srgbClr val="FF0000"/>
                    </a:solidFill>
                  </a:tcPr>
                </a:tc>
                <a:extLst>
                  <a:ext uri="{0D108BD9-81ED-4DB2-BD59-A6C34878D82A}">
                    <a16:rowId xmlns:a16="http://schemas.microsoft.com/office/drawing/2014/main" val="2772813871"/>
                  </a:ext>
                </a:extLst>
              </a:tr>
              <a:tr h="327575">
                <a:tc rowSpan="2">
                  <a:txBody>
                    <a:bodyPr/>
                    <a:lstStyle/>
                    <a:p>
                      <a:pPr algn="l" fontAlgn="ctr"/>
                      <a:r>
                        <a:rPr lang="en-GB" sz="1100" b="1" i="0" u="none" strike="noStrike" dirty="0">
                          <a:solidFill>
                            <a:srgbClr val="000000"/>
                          </a:solidFill>
                          <a:effectLst/>
                          <a:latin typeface="Aptos Narrow" panose="020B0004020202020204" pitchFamily="34" charset="0"/>
                        </a:rPr>
                        <a:t>Deletion Methods</a:t>
                      </a:r>
                    </a:p>
                  </a:txBody>
                  <a:tcPr marL="45720" marR="45720" anchor="ctr">
                    <a:lnL>
                      <a:noFill/>
                    </a:lnL>
                    <a:lnR w="12700" cap="flat" cmpd="sng" algn="ctr">
                      <a:solidFill>
                        <a:schemeClr val="accent1"/>
                      </a:solidFill>
                      <a:prstDash val="sysDash"/>
                      <a:round/>
                      <a:headEnd type="none" w="med" len="med"/>
                      <a:tailEnd type="none" w="med" len="med"/>
                    </a:lnR>
                    <a:lnT>
                      <a:noFill/>
                    </a:lnT>
                    <a:lnB w="12700" cap="flat" cmpd="sng" algn="ctr">
                      <a:solidFill>
                        <a:schemeClr val="accent1"/>
                      </a:solidFill>
                      <a:prstDash val="sysDash"/>
                      <a:round/>
                      <a:headEnd type="none" w="med" len="med"/>
                      <a:tailEnd type="none" w="med" len="med"/>
                    </a:lnB>
                    <a:noFill/>
                  </a:tcPr>
                </a:tc>
                <a:tc>
                  <a:txBody>
                    <a:bodyPr/>
                    <a:lstStyle/>
                    <a:p>
                      <a:pPr algn="l" fontAlgn="ctr"/>
                      <a:r>
                        <a:rPr lang="en-GB" sz="1100" b="1" i="0" u="none" strike="noStrike" dirty="0">
                          <a:solidFill>
                            <a:srgbClr val="000000"/>
                          </a:solidFill>
                          <a:effectLst/>
                          <a:latin typeface="Aptos Narrow" panose="020B0004020202020204" pitchFamily="34" charset="0"/>
                        </a:rPr>
                        <a:t>Listwise Deletion</a:t>
                      </a:r>
                    </a:p>
                  </a:txBody>
                  <a:tcPr marL="45720" marR="45720" anchor="ctr">
                    <a:lnL w="12700" cap="flat" cmpd="sng" algn="ctr">
                      <a:solidFill>
                        <a:schemeClr val="accent1"/>
                      </a:solidFill>
                      <a:prstDash val="sysDash"/>
                      <a:round/>
                      <a:headEnd type="none" w="med" len="med"/>
                      <a:tailEnd type="none" w="med" len="med"/>
                    </a:lnL>
                    <a:lnR w="12700" cap="flat" cmpd="sng" algn="ctr">
                      <a:solidFill>
                        <a:schemeClr val="accent1"/>
                      </a:solidFill>
                      <a:prstDash val="sysDash"/>
                      <a:round/>
                      <a:headEnd type="none" w="med" len="med"/>
                      <a:tailEnd type="none" w="med" len="med"/>
                    </a:lnR>
                    <a:lnT>
                      <a:noFill/>
                    </a:lnT>
                    <a:lnB w="12700" cap="flat" cmpd="sng" algn="ctr">
                      <a:solidFill>
                        <a:schemeClr val="accent1"/>
                      </a:solidFill>
                      <a:prstDash val="sysDash"/>
                      <a:round/>
                      <a:headEnd type="none" w="med" len="med"/>
                      <a:tailEnd type="none" w="med" len="med"/>
                    </a:lnB>
                    <a:noFill/>
                  </a:tcPr>
                </a:tc>
                <a:tc>
                  <a:txBody>
                    <a:bodyPr/>
                    <a:lstStyle/>
                    <a:p>
                      <a:pPr marL="171450" indent="-171450" algn="l" fontAlgn="ctr">
                        <a:buFont typeface="Wingdings" panose="05000000000000000000" pitchFamily="2" charset="2"/>
                        <a:buChar char="§"/>
                      </a:pPr>
                      <a:r>
                        <a:rPr lang="en-GB" sz="1100" b="0" i="0" u="none" strike="noStrike" dirty="0">
                          <a:solidFill>
                            <a:srgbClr val="000000"/>
                          </a:solidFill>
                          <a:effectLst/>
                          <a:latin typeface="Aptos Narrow" panose="020B0004020202020204" pitchFamily="34" charset="0"/>
                        </a:rPr>
                        <a:t>Remove entire rows with missing values. </a:t>
                      </a:r>
                    </a:p>
                    <a:p>
                      <a:pPr marL="171450" indent="-171450" algn="l" fontAlgn="ctr">
                        <a:buFont typeface="Wingdings" panose="05000000000000000000" pitchFamily="2" charset="2"/>
                        <a:buChar char="§"/>
                      </a:pPr>
                      <a:r>
                        <a:rPr lang="en-GB" sz="1100" b="0" i="0" u="none" strike="noStrike" dirty="0">
                          <a:solidFill>
                            <a:srgbClr val="000000"/>
                          </a:solidFill>
                          <a:effectLst/>
                          <a:latin typeface="Aptos Narrow" panose="020B0004020202020204" pitchFamily="34" charset="0"/>
                        </a:rPr>
                        <a:t>Suitable for MCAR and when the proportion of missing data is small.</a:t>
                      </a:r>
                    </a:p>
                  </a:txBody>
                  <a:tcPr marL="45720" marR="45720" anchor="ctr">
                    <a:lnL w="12700" cap="flat" cmpd="sng" algn="ctr">
                      <a:solidFill>
                        <a:schemeClr val="accent1"/>
                      </a:solidFill>
                      <a:prstDash val="sysDash"/>
                      <a:round/>
                      <a:headEnd type="none" w="med" len="med"/>
                      <a:tailEnd type="none" w="med" len="med"/>
                    </a:lnL>
                    <a:lnR>
                      <a:noFill/>
                    </a:lnR>
                    <a:lnT>
                      <a:noFill/>
                    </a:lnT>
                    <a:lnB w="12700" cap="flat" cmpd="sng" algn="ctr">
                      <a:solidFill>
                        <a:schemeClr val="accent1"/>
                      </a:solidFill>
                      <a:prstDash val="sysDash"/>
                      <a:round/>
                      <a:headEnd type="none" w="med" len="med"/>
                      <a:tailEnd type="none" w="med" len="med"/>
                    </a:lnB>
                    <a:noFill/>
                  </a:tcPr>
                </a:tc>
                <a:extLst>
                  <a:ext uri="{0D108BD9-81ED-4DB2-BD59-A6C34878D82A}">
                    <a16:rowId xmlns:a16="http://schemas.microsoft.com/office/drawing/2014/main" val="305196457"/>
                  </a:ext>
                </a:extLst>
              </a:tr>
              <a:tr h="198885">
                <a:tc vMerge="1">
                  <a:txBody>
                    <a:bodyPr/>
                    <a:lstStyle/>
                    <a:p>
                      <a:pPr algn="l" fontAlgn="ctr"/>
                      <a:endParaRPr lang="en-GB" sz="1100" b="0" i="0" u="none" strike="noStrike" dirty="0">
                        <a:solidFill>
                          <a:srgbClr val="000000"/>
                        </a:solidFill>
                        <a:effectLst/>
                        <a:latin typeface="Aptos Narrow" panose="020B0004020202020204" pitchFamily="34" charset="0"/>
                      </a:endParaRPr>
                    </a:p>
                  </a:txBody>
                  <a:tcPr marL="45720" marR="45720" anchor="ctr">
                    <a:lnL>
                      <a:noFill/>
                    </a:lnL>
                    <a:lnR w="12700" cap="flat" cmpd="sng" algn="ctr">
                      <a:solidFill>
                        <a:schemeClr val="accent1"/>
                      </a:solidFill>
                      <a:prstDash val="sysDash"/>
                      <a:round/>
                      <a:headEnd type="none" w="med" len="med"/>
                      <a:tailEnd type="none" w="med" len="med"/>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tc>
                  <a:txBody>
                    <a:bodyPr/>
                    <a:lstStyle/>
                    <a:p>
                      <a:pPr algn="l" fontAlgn="ctr"/>
                      <a:r>
                        <a:rPr lang="en-GB" sz="1100" b="1" i="0" u="none" strike="noStrike">
                          <a:solidFill>
                            <a:srgbClr val="000000"/>
                          </a:solidFill>
                          <a:effectLst/>
                          <a:latin typeface="Aptos Narrow" panose="020B0004020202020204" pitchFamily="34" charset="0"/>
                        </a:rPr>
                        <a:t>Pairwise Deletion</a:t>
                      </a:r>
                    </a:p>
                  </a:txBody>
                  <a:tcPr marL="45720" marR="45720" anchor="ctr">
                    <a:lnL w="12700" cap="flat" cmpd="sng" algn="ctr">
                      <a:solidFill>
                        <a:schemeClr val="accent1"/>
                      </a:solidFill>
                      <a:prstDash val="sysDash"/>
                      <a:round/>
                      <a:headEnd type="none" w="med" len="med"/>
                      <a:tailEnd type="none" w="med" len="med"/>
                    </a:lnL>
                    <a:lnR w="12700" cap="flat" cmpd="sng" algn="ctr">
                      <a:solidFill>
                        <a:schemeClr val="accent1"/>
                      </a:solidFill>
                      <a:prstDash val="sysDash"/>
                      <a:round/>
                      <a:headEnd type="none" w="med" len="med"/>
                      <a:tailEnd type="none" w="med" len="med"/>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tc>
                  <a:txBody>
                    <a:bodyPr/>
                    <a:lstStyle/>
                    <a:p>
                      <a:pPr marL="171450" indent="-171450" algn="l" fontAlgn="ctr">
                        <a:buFont typeface="Wingdings" panose="05000000000000000000" pitchFamily="2" charset="2"/>
                        <a:buChar char="§"/>
                      </a:pPr>
                      <a:r>
                        <a:rPr lang="en-GB" sz="1100" b="0" i="0" u="none" strike="noStrike" dirty="0">
                          <a:solidFill>
                            <a:srgbClr val="000000"/>
                          </a:solidFill>
                          <a:effectLst/>
                          <a:latin typeface="Aptos Narrow" panose="020B0004020202020204" pitchFamily="34" charset="0"/>
                        </a:rPr>
                        <a:t>Use available data pairs for analysis. </a:t>
                      </a:r>
                    </a:p>
                  </a:txBody>
                  <a:tcPr marL="45720" marR="45720" anchor="ctr">
                    <a:lnL w="12700" cap="flat" cmpd="sng" algn="ctr">
                      <a:solidFill>
                        <a:schemeClr val="accent1"/>
                      </a:solidFill>
                      <a:prstDash val="sysDash"/>
                      <a:round/>
                      <a:headEnd type="none" w="med" len="med"/>
                      <a:tailEnd type="none" w="med" len="med"/>
                    </a:lnL>
                    <a:lnR>
                      <a:noFill/>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extLst>
                  <a:ext uri="{0D108BD9-81ED-4DB2-BD59-A6C34878D82A}">
                    <a16:rowId xmlns:a16="http://schemas.microsoft.com/office/drawing/2014/main" val="1410925866"/>
                  </a:ext>
                </a:extLst>
              </a:tr>
              <a:tr h="327575">
                <a:tc rowSpan="3">
                  <a:txBody>
                    <a:bodyPr/>
                    <a:lstStyle/>
                    <a:p>
                      <a:pPr algn="l" fontAlgn="ctr"/>
                      <a:r>
                        <a:rPr lang="en-GB" sz="1100" b="1" i="0" u="none" strike="noStrike" dirty="0">
                          <a:solidFill>
                            <a:srgbClr val="000000"/>
                          </a:solidFill>
                          <a:effectLst/>
                          <a:latin typeface="Aptos Narrow" panose="020B0004020202020204" pitchFamily="34" charset="0"/>
                        </a:rPr>
                        <a:t>Imputation Methods</a:t>
                      </a:r>
                    </a:p>
                  </a:txBody>
                  <a:tcPr marL="45720" marR="45720" anchor="ctr">
                    <a:lnL>
                      <a:noFill/>
                    </a:lnL>
                    <a:lnR w="12700" cap="flat" cmpd="sng" algn="ctr">
                      <a:solidFill>
                        <a:schemeClr val="accent1"/>
                      </a:solidFill>
                      <a:prstDash val="sysDash"/>
                      <a:round/>
                      <a:headEnd type="none" w="med" len="med"/>
                      <a:tailEnd type="none" w="med" len="med"/>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tc>
                  <a:txBody>
                    <a:bodyPr/>
                    <a:lstStyle/>
                    <a:p>
                      <a:pPr algn="l" fontAlgn="ctr"/>
                      <a:r>
                        <a:rPr lang="en-GB" sz="1100" b="1" i="0" u="none" strike="noStrike">
                          <a:solidFill>
                            <a:srgbClr val="000000"/>
                          </a:solidFill>
                          <a:effectLst/>
                          <a:latin typeface="Aptos Narrow" panose="020B0004020202020204" pitchFamily="34" charset="0"/>
                        </a:rPr>
                        <a:t>Mean/Median/Mode Imputation</a:t>
                      </a:r>
                    </a:p>
                  </a:txBody>
                  <a:tcPr marL="45720" marR="45720" anchor="ctr">
                    <a:lnL w="12700" cap="flat" cmpd="sng" algn="ctr">
                      <a:solidFill>
                        <a:schemeClr val="accent1"/>
                      </a:solidFill>
                      <a:prstDash val="sysDash"/>
                      <a:round/>
                      <a:headEnd type="none" w="med" len="med"/>
                      <a:tailEnd type="none" w="med" len="med"/>
                    </a:lnL>
                    <a:lnR w="12700" cap="flat" cmpd="sng" algn="ctr">
                      <a:solidFill>
                        <a:schemeClr val="accent1"/>
                      </a:solidFill>
                      <a:prstDash val="sysDash"/>
                      <a:round/>
                      <a:headEnd type="none" w="med" len="med"/>
                      <a:tailEnd type="none" w="med" len="med"/>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tc>
                  <a:txBody>
                    <a:bodyPr/>
                    <a:lstStyle/>
                    <a:p>
                      <a:pPr marL="171450" indent="-171450" algn="l" fontAlgn="ctr">
                        <a:buFont typeface="Wingdings" panose="05000000000000000000" pitchFamily="2" charset="2"/>
                        <a:buChar char="§"/>
                      </a:pPr>
                      <a:r>
                        <a:rPr lang="en-GB" sz="1100" b="0" i="0" u="none" strike="noStrike" dirty="0">
                          <a:solidFill>
                            <a:srgbClr val="000000"/>
                          </a:solidFill>
                          <a:effectLst/>
                          <a:latin typeface="Aptos Narrow" panose="020B0004020202020204" pitchFamily="34" charset="0"/>
                        </a:rPr>
                        <a:t>Replace missing values with the mean, median, or mode of the column. </a:t>
                      </a:r>
                    </a:p>
                    <a:p>
                      <a:pPr marL="171450" indent="-171450" algn="l" fontAlgn="ctr">
                        <a:buFont typeface="Wingdings" panose="05000000000000000000" pitchFamily="2" charset="2"/>
                        <a:buChar char="§"/>
                      </a:pPr>
                      <a:r>
                        <a:rPr lang="en-GB" sz="1100" b="0" i="0" u="none" strike="noStrike" dirty="0">
                          <a:solidFill>
                            <a:srgbClr val="000000"/>
                          </a:solidFill>
                          <a:effectLst/>
                          <a:latin typeface="Aptos Narrow" panose="020B0004020202020204" pitchFamily="34" charset="0"/>
                        </a:rPr>
                        <a:t>Ideal for MCAR and some cases of MAR.</a:t>
                      </a:r>
                    </a:p>
                  </a:txBody>
                  <a:tcPr marL="45720" marR="45720" anchor="ctr">
                    <a:lnL w="12700" cap="flat" cmpd="sng" algn="ctr">
                      <a:solidFill>
                        <a:schemeClr val="accent1"/>
                      </a:solidFill>
                      <a:prstDash val="sysDash"/>
                      <a:round/>
                      <a:headEnd type="none" w="med" len="med"/>
                      <a:tailEnd type="none" w="med" len="med"/>
                    </a:lnL>
                    <a:lnR>
                      <a:noFill/>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extLst>
                  <a:ext uri="{0D108BD9-81ED-4DB2-BD59-A6C34878D82A}">
                    <a16:rowId xmlns:a16="http://schemas.microsoft.com/office/drawing/2014/main" val="4205427543"/>
                  </a:ext>
                </a:extLst>
              </a:tr>
              <a:tr h="268342">
                <a:tc vMerge="1">
                  <a:txBody>
                    <a:bodyPr/>
                    <a:lstStyle/>
                    <a:p>
                      <a:pPr algn="l" fontAlgn="ctr"/>
                      <a:endParaRPr lang="en-GB" sz="1100" b="0" i="0" u="none" strike="noStrike" dirty="0">
                        <a:solidFill>
                          <a:srgbClr val="000000"/>
                        </a:solidFill>
                        <a:effectLst/>
                        <a:latin typeface="Aptos Narrow" panose="020B0004020202020204" pitchFamily="34" charset="0"/>
                      </a:endParaRPr>
                    </a:p>
                  </a:txBody>
                  <a:tcPr marL="45720" marR="45720" anchor="ctr">
                    <a:lnL>
                      <a:noFill/>
                    </a:lnL>
                    <a:lnR w="12700" cap="flat" cmpd="sng" algn="ctr">
                      <a:solidFill>
                        <a:schemeClr val="accent1"/>
                      </a:solidFill>
                      <a:prstDash val="sysDash"/>
                      <a:round/>
                      <a:headEnd type="none" w="med" len="med"/>
                      <a:tailEnd type="none" w="med" len="med"/>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tc>
                  <a:txBody>
                    <a:bodyPr/>
                    <a:lstStyle/>
                    <a:p>
                      <a:pPr algn="l" fontAlgn="ctr"/>
                      <a:r>
                        <a:rPr lang="en-GB" sz="1100" b="1" i="0" u="none" strike="noStrike">
                          <a:solidFill>
                            <a:srgbClr val="000000"/>
                          </a:solidFill>
                          <a:effectLst/>
                          <a:latin typeface="Aptos Narrow" panose="020B0004020202020204" pitchFamily="34" charset="0"/>
                        </a:rPr>
                        <a:t>Regression Imputation</a:t>
                      </a:r>
                    </a:p>
                  </a:txBody>
                  <a:tcPr marL="45720" marR="45720" anchor="ctr">
                    <a:lnL w="12700" cap="flat" cmpd="sng" algn="ctr">
                      <a:solidFill>
                        <a:schemeClr val="accent1"/>
                      </a:solidFill>
                      <a:prstDash val="sysDash"/>
                      <a:round/>
                      <a:headEnd type="none" w="med" len="med"/>
                      <a:tailEnd type="none" w="med" len="med"/>
                    </a:lnL>
                    <a:lnR w="12700" cap="flat" cmpd="sng" algn="ctr">
                      <a:solidFill>
                        <a:schemeClr val="accent1"/>
                      </a:solidFill>
                      <a:prstDash val="sysDash"/>
                      <a:round/>
                      <a:headEnd type="none" w="med" len="med"/>
                      <a:tailEnd type="none" w="med" len="med"/>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tc>
                  <a:txBody>
                    <a:bodyPr/>
                    <a:lstStyle/>
                    <a:p>
                      <a:pPr marL="171450" indent="-171450" algn="l" fontAlgn="ctr">
                        <a:buFont typeface="Wingdings" panose="05000000000000000000" pitchFamily="2" charset="2"/>
                        <a:buChar char="§"/>
                      </a:pPr>
                      <a:r>
                        <a:rPr lang="en-GB" sz="1100" b="0" i="0" u="none" strike="noStrike" dirty="0">
                          <a:solidFill>
                            <a:srgbClr val="000000"/>
                          </a:solidFill>
                          <a:effectLst/>
                          <a:latin typeface="Aptos Narrow" panose="020B0004020202020204" pitchFamily="34" charset="0"/>
                        </a:rPr>
                        <a:t>Predict missing values using regression models based on other variables. </a:t>
                      </a:r>
                    </a:p>
                  </a:txBody>
                  <a:tcPr marL="45720" marR="45720" anchor="ctr">
                    <a:lnL w="12700" cap="flat" cmpd="sng" algn="ctr">
                      <a:solidFill>
                        <a:schemeClr val="accent1"/>
                      </a:solidFill>
                      <a:prstDash val="sysDash"/>
                      <a:round/>
                      <a:headEnd type="none" w="med" len="med"/>
                      <a:tailEnd type="none" w="med" len="med"/>
                    </a:lnL>
                    <a:lnR>
                      <a:noFill/>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extLst>
                  <a:ext uri="{0D108BD9-81ED-4DB2-BD59-A6C34878D82A}">
                    <a16:rowId xmlns:a16="http://schemas.microsoft.com/office/drawing/2014/main" val="3828059726"/>
                  </a:ext>
                </a:extLst>
              </a:tr>
              <a:tr h="327575">
                <a:tc vMerge="1">
                  <a:txBody>
                    <a:bodyPr/>
                    <a:lstStyle/>
                    <a:p>
                      <a:pPr algn="l" fontAlgn="ctr"/>
                      <a:endParaRPr lang="en-GB" sz="1100" b="0" i="0" u="none" strike="noStrike" dirty="0">
                        <a:solidFill>
                          <a:srgbClr val="000000"/>
                        </a:solidFill>
                        <a:effectLst/>
                        <a:latin typeface="Aptos Narrow" panose="020B0004020202020204" pitchFamily="34" charset="0"/>
                      </a:endParaRPr>
                    </a:p>
                  </a:txBody>
                  <a:tcPr marL="45720" marR="45720" anchor="ctr">
                    <a:lnL>
                      <a:noFill/>
                    </a:lnL>
                    <a:lnR w="12700" cap="flat" cmpd="sng" algn="ctr">
                      <a:solidFill>
                        <a:schemeClr val="accent1"/>
                      </a:solidFill>
                      <a:prstDash val="sysDash"/>
                      <a:round/>
                      <a:headEnd type="none" w="med" len="med"/>
                      <a:tailEnd type="none" w="med" len="med"/>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tc>
                  <a:txBody>
                    <a:bodyPr/>
                    <a:lstStyle/>
                    <a:p>
                      <a:pPr algn="l" fontAlgn="ctr"/>
                      <a:r>
                        <a:rPr lang="en-GB" sz="1100" b="1" i="0" u="none" strike="noStrike">
                          <a:solidFill>
                            <a:srgbClr val="000000"/>
                          </a:solidFill>
                          <a:effectLst/>
                          <a:latin typeface="Aptos Narrow" panose="020B0004020202020204" pitchFamily="34" charset="0"/>
                        </a:rPr>
                        <a:t>Multiple Imputation</a:t>
                      </a:r>
                    </a:p>
                  </a:txBody>
                  <a:tcPr marL="45720" marR="45720" anchor="ctr">
                    <a:lnL w="12700" cap="flat" cmpd="sng" algn="ctr">
                      <a:solidFill>
                        <a:schemeClr val="accent1"/>
                      </a:solidFill>
                      <a:prstDash val="sysDash"/>
                      <a:round/>
                      <a:headEnd type="none" w="med" len="med"/>
                      <a:tailEnd type="none" w="med" len="med"/>
                    </a:lnL>
                    <a:lnR w="12700" cap="flat" cmpd="sng" algn="ctr">
                      <a:solidFill>
                        <a:schemeClr val="accent1"/>
                      </a:solidFill>
                      <a:prstDash val="sysDash"/>
                      <a:round/>
                      <a:headEnd type="none" w="med" len="med"/>
                      <a:tailEnd type="none" w="med" len="med"/>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tc>
                  <a:txBody>
                    <a:bodyPr/>
                    <a:lstStyle/>
                    <a:p>
                      <a:pPr marL="171450" indent="-171450" algn="l" fontAlgn="ctr">
                        <a:buFont typeface="Wingdings" panose="05000000000000000000" pitchFamily="2" charset="2"/>
                        <a:buChar char="§"/>
                      </a:pPr>
                      <a:r>
                        <a:rPr lang="en-GB" sz="1100" b="0" i="0" u="none" strike="noStrike" dirty="0">
                          <a:solidFill>
                            <a:srgbClr val="000000"/>
                          </a:solidFill>
                          <a:effectLst/>
                          <a:latin typeface="Aptos Narrow" panose="020B0004020202020204" pitchFamily="34" charset="0"/>
                        </a:rPr>
                        <a:t>Generate multiple datasets with imputed values and combine results. </a:t>
                      </a:r>
                    </a:p>
                    <a:p>
                      <a:pPr marL="171450" indent="-171450" algn="l" fontAlgn="ctr">
                        <a:buFont typeface="Wingdings" panose="05000000000000000000" pitchFamily="2" charset="2"/>
                        <a:buChar char="§"/>
                      </a:pPr>
                      <a:r>
                        <a:rPr lang="en-GB" sz="1100" b="0" i="0" u="none" strike="noStrike" dirty="0">
                          <a:solidFill>
                            <a:srgbClr val="000000"/>
                          </a:solidFill>
                          <a:effectLst/>
                          <a:latin typeface="Aptos Narrow" panose="020B0004020202020204" pitchFamily="34" charset="0"/>
                        </a:rPr>
                        <a:t>Effective for MAR and MNAR.</a:t>
                      </a:r>
                    </a:p>
                  </a:txBody>
                  <a:tcPr marL="45720" marR="45720" anchor="ctr">
                    <a:lnL w="12700" cap="flat" cmpd="sng" algn="ctr">
                      <a:solidFill>
                        <a:schemeClr val="accent1"/>
                      </a:solidFill>
                      <a:prstDash val="sysDash"/>
                      <a:round/>
                      <a:headEnd type="none" w="med" len="med"/>
                      <a:tailEnd type="none" w="med" len="med"/>
                    </a:lnL>
                    <a:lnR>
                      <a:noFill/>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extLst>
                  <a:ext uri="{0D108BD9-81ED-4DB2-BD59-A6C34878D82A}">
                    <a16:rowId xmlns:a16="http://schemas.microsoft.com/office/drawing/2014/main" val="2518728620"/>
                  </a:ext>
                </a:extLst>
              </a:tr>
              <a:tr h="327575">
                <a:tc rowSpan="2">
                  <a:txBody>
                    <a:bodyPr/>
                    <a:lstStyle/>
                    <a:p>
                      <a:pPr marR="0" algn="l" rtl="0" fontAlgn="ctr">
                        <a:lnSpc>
                          <a:spcPct val="100000"/>
                        </a:lnSpc>
                        <a:spcBef>
                          <a:spcPts val="0"/>
                        </a:spcBef>
                        <a:spcAft>
                          <a:spcPts val="0"/>
                        </a:spcAft>
                        <a:buClr>
                          <a:srgbClr val="000000"/>
                        </a:buClr>
                        <a:buFont typeface="Arial"/>
                      </a:pPr>
                      <a:r>
                        <a:rPr lang="en-GB" sz="1100" b="1" i="0" u="none" strike="noStrike" cap="none" dirty="0">
                          <a:solidFill>
                            <a:srgbClr val="000000"/>
                          </a:solidFill>
                          <a:effectLst/>
                          <a:latin typeface="Aptos Narrow" panose="020B0004020202020204" pitchFamily="34" charset="0"/>
                          <a:ea typeface="+mn-ea"/>
                          <a:cs typeface="+mn-cs"/>
                          <a:sym typeface="Arial"/>
                        </a:rPr>
                        <a:t>Advanced Techniques</a:t>
                      </a:r>
                    </a:p>
                  </a:txBody>
                  <a:tcPr marL="45720" marR="45720" anchor="ctr">
                    <a:lnL>
                      <a:noFill/>
                    </a:lnL>
                    <a:lnR w="12700" cap="flat" cmpd="sng" algn="ctr">
                      <a:solidFill>
                        <a:schemeClr val="accent1"/>
                      </a:solidFill>
                      <a:prstDash val="sysDash"/>
                      <a:round/>
                      <a:headEnd type="none" w="med" len="med"/>
                      <a:tailEnd type="none" w="med" len="med"/>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tc>
                  <a:txBody>
                    <a:bodyPr/>
                    <a:lstStyle/>
                    <a:p>
                      <a:pPr algn="l" fontAlgn="ctr"/>
                      <a:r>
                        <a:rPr lang="en-GB" sz="1100" b="1" i="0" u="none" strike="noStrike">
                          <a:solidFill>
                            <a:srgbClr val="000000"/>
                          </a:solidFill>
                          <a:effectLst/>
                          <a:latin typeface="Aptos Narrow" panose="020B0004020202020204" pitchFamily="34" charset="0"/>
                        </a:rPr>
                        <a:t>K-Nearest Neighbors (KNN)</a:t>
                      </a:r>
                    </a:p>
                  </a:txBody>
                  <a:tcPr marL="45720" marR="45720" anchor="ctr">
                    <a:lnL w="12700" cap="flat" cmpd="sng" algn="ctr">
                      <a:solidFill>
                        <a:schemeClr val="accent1"/>
                      </a:solidFill>
                      <a:prstDash val="sysDash"/>
                      <a:round/>
                      <a:headEnd type="none" w="med" len="med"/>
                      <a:tailEnd type="none" w="med" len="med"/>
                    </a:lnL>
                    <a:lnR w="12700" cap="flat" cmpd="sng" algn="ctr">
                      <a:solidFill>
                        <a:schemeClr val="accent1"/>
                      </a:solidFill>
                      <a:prstDash val="sysDash"/>
                      <a:round/>
                      <a:headEnd type="none" w="med" len="med"/>
                      <a:tailEnd type="none" w="med" len="med"/>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tc>
                  <a:txBody>
                    <a:bodyPr/>
                    <a:lstStyle/>
                    <a:p>
                      <a:pPr marL="171450" indent="-171450" algn="l" fontAlgn="ctr">
                        <a:buFont typeface="Wingdings" panose="05000000000000000000" pitchFamily="2" charset="2"/>
                        <a:buChar char="§"/>
                      </a:pPr>
                      <a:r>
                        <a:rPr lang="en-GB" sz="1100" b="0" i="0" u="none" strike="noStrike" dirty="0">
                          <a:solidFill>
                            <a:srgbClr val="000000"/>
                          </a:solidFill>
                          <a:effectLst/>
                          <a:latin typeface="Aptos Narrow" panose="020B0004020202020204" pitchFamily="34" charset="0"/>
                        </a:rPr>
                        <a:t>Use KNN to impute missing values based on similar observations. </a:t>
                      </a:r>
                    </a:p>
                  </a:txBody>
                  <a:tcPr marL="45720" marR="45720" anchor="ctr">
                    <a:lnL w="12700" cap="flat" cmpd="sng" algn="ctr">
                      <a:solidFill>
                        <a:schemeClr val="accent1"/>
                      </a:solidFill>
                      <a:prstDash val="sysDash"/>
                      <a:round/>
                      <a:headEnd type="none" w="med" len="med"/>
                      <a:tailEnd type="none" w="med" len="med"/>
                    </a:lnL>
                    <a:lnR>
                      <a:noFill/>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extLst>
                  <a:ext uri="{0D108BD9-81ED-4DB2-BD59-A6C34878D82A}">
                    <a16:rowId xmlns:a16="http://schemas.microsoft.com/office/drawing/2014/main" val="793092876"/>
                  </a:ext>
                </a:extLst>
              </a:tr>
              <a:tr h="327575">
                <a:tc vMerge="1">
                  <a:txBody>
                    <a:bodyPr/>
                    <a:lstStyle/>
                    <a:p>
                      <a:pPr marR="0" algn="l" rtl="0" fontAlgn="ctr">
                        <a:lnSpc>
                          <a:spcPct val="100000"/>
                        </a:lnSpc>
                        <a:spcBef>
                          <a:spcPts val="0"/>
                        </a:spcBef>
                        <a:spcAft>
                          <a:spcPts val="0"/>
                        </a:spcAft>
                        <a:buClr>
                          <a:srgbClr val="000000"/>
                        </a:buClr>
                        <a:buFont typeface="Arial"/>
                      </a:pPr>
                      <a:endParaRPr lang="en-GB" sz="1100" b="1" i="0" u="none" strike="noStrike" cap="none" dirty="0">
                        <a:solidFill>
                          <a:srgbClr val="000000"/>
                        </a:solidFill>
                        <a:effectLst/>
                        <a:latin typeface="Aptos Narrow" panose="020B0004020202020204" pitchFamily="34" charset="0"/>
                        <a:ea typeface="+mn-ea"/>
                        <a:cs typeface="+mn-cs"/>
                        <a:sym typeface="Arial"/>
                      </a:endParaRPr>
                    </a:p>
                  </a:txBody>
                  <a:tcPr marL="45720" marR="45720" anchor="ctr">
                    <a:lnL>
                      <a:noFill/>
                    </a:lnL>
                    <a:lnR w="12700" cap="flat" cmpd="sng" algn="ctr">
                      <a:solidFill>
                        <a:schemeClr val="accent1"/>
                      </a:solidFill>
                      <a:prstDash val="sysDash"/>
                      <a:round/>
                      <a:headEnd type="none" w="med" len="med"/>
                      <a:tailEnd type="none" w="med" len="med"/>
                    </a:lnR>
                    <a:lnT w="12700" cap="flat" cmpd="sng" algn="ctr">
                      <a:solidFill>
                        <a:schemeClr val="accent1"/>
                      </a:solidFill>
                      <a:prstDash val="sysDash"/>
                      <a:round/>
                      <a:headEnd type="none" w="med" len="med"/>
                      <a:tailEnd type="none" w="med" len="med"/>
                    </a:lnT>
                    <a:lnB>
                      <a:noFill/>
                    </a:lnB>
                    <a:noFill/>
                  </a:tcPr>
                </a:tc>
                <a:tc>
                  <a:txBody>
                    <a:bodyPr/>
                    <a:lstStyle/>
                    <a:p>
                      <a:pPr algn="l" fontAlgn="ctr"/>
                      <a:r>
                        <a:rPr lang="en-GB" sz="1100" b="1" i="0" u="none" strike="noStrike" dirty="0">
                          <a:solidFill>
                            <a:srgbClr val="000000"/>
                          </a:solidFill>
                          <a:effectLst/>
                          <a:latin typeface="Aptos Narrow" panose="020B0004020202020204" pitchFamily="34" charset="0"/>
                        </a:rPr>
                        <a:t>Machine Learning Algorithms</a:t>
                      </a:r>
                    </a:p>
                  </a:txBody>
                  <a:tcPr marL="45720" marR="45720" anchor="ctr">
                    <a:lnL w="12700" cap="flat" cmpd="sng" algn="ctr">
                      <a:solidFill>
                        <a:schemeClr val="accent1"/>
                      </a:solidFill>
                      <a:prstDash val="sysDash"/>
                      <a:round/>
                      <a:headEnd type="none" w="med" len="med"/>
                      <a:tailEnd type="none" w="med" len="med"/>
                    </a:lnL>
                    <a:lnR w="12700" cap="flat" cmpd="sng" algn="ctr">
                      <a:solidFill>
                        <a:schemeClr val="accent1"/>
                      </a:solidFill>
                      <a:prstDash val="sysDash"/>
                      <a:round/>
                      <a:headEnd type="none" w="med" len="med"/>
                      <a:tailEnd type="none" w="med" len="med"/>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tc>
                  <a:txBody>
                    <a:bodyPr/>
                    <a:lstStyle/>
                    <a:p>
                      <a:pPr marL="171450" indent="-171450" algn="l" fontAlgn="ctr">
                        <a:buFont typeface="Wingdings" panose="05000000000000000000" pitchFamily="2" charset="2"/>
                        <a:buChar char="§"/>
                      </a:pPr>
                      <a:r>
                        <a:rPr lang="en-GB" sz="1100" b="0" i="0" u="none" strike="noStrike" dirty="0">
                          <a:solidFill>
                            <a:srgbClr val="000000"/>
                          </a:solidFill>
                          <a:effectLst/>
                          <a:latin typeface="Aptos Narrow" panose="020B0004020202020204" pitchFamily="34" charset="0"/>
                        </a:rPr>
                        <a:t>Use machine learning models like Random Forest or </a:t>
                      </a:r>
                      <a:r>
                        <a:rPr lang="en-GB" sz="1100" b="0" i="0" u="none" strike="noStrike" dirty="0" err="1">
                          <a:solidFill>
                            <a:srgbClr val="000000"/>
                          </a:solidFill>
                          <a:effectLst/>
                          <a:latin typeface="Aptos Narrow" panose="020B0004020202020204" pitchFamily="34" charset="0"/>
                        </a:rPr>
                        <a:t>XGBoost</a:t>
                      </a:r>
                      <a:r>
                        <a:rPr lang="en-GB" sz="1100" b="0" i="0" u="none" strike="noStrike" dirty="0">
                          <a:solidFill>
                            <a:srgbClr val="000000"/>
                          </a:solidFill>
                          <a:effectLst/>
                          <a:latin typeface="Aptos Narrow" panose="020B0004020202020204" pitchFamily="34" charset="0"/>
                        </a:rPr>
                        <a:t> for imputation. </a:t>
                      </a:r>
                    </a:p>
                  </a:txBody>
                  <a:tcPr marL="45720" marR="45720" anchor="ctr">
                    <a:lnL w="12700" cap="flat" cmpd="sng" algn="ctr">
                      <a:solidFill>
                        <a:schemeClr val="accent1"/>
                      </a:solidFill>
                      <a:prstDash val="sysDash"/>
                      <a:round/>
                      <a:headEnd type="none" w="med" len="med"/>
                      <a:tailEnd type="none" w="med" len="med"/>
                    </a:lnL>
                    <a:lnR>
                      <a:noFill/>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noFill/>
                  </a:tcPr>
                </a:tc>
                <a:extLst>
                  <a:ext uri="{0D108BD9-81ED-4DB2-BD59-A6C34878D82A}">
                    <a16:rowId xmlns:a16="http://schemas.microsoft.com/office/drawing/2014/main" val="484687269"/>
                  </a:ext>
                </a:extLst>
              </a:tr>
            </a:tbl>
          </a:graphicData>
        </a:graphic>
      </p:graphicFrame>
      <p:pic>
        <p:nvPicPr>
          <p:cNvPr id="2" name="Picture 2">
            <a:extLst>
              <a:ext uri="{FF2B5EF4-FFF2-40B4-BE49-F238E27FC236}">
                <a16:creationId xmlns:a16="http://schemas.microsoft.com/office/drawing/2014/main" id="{FC52420B-0CA7-4D80-E5E2-C35BAF8264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1522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C4E69378-F67C-5A0C-C5B9-71502FE7BEE7}"/>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6C6C2776-0CCB-74D7-DAB7-561A51BA49D5}"/>
              </a:ext>
            </a:extLst>
          </p:cNvPr>
          <p:cNvSpPr txBox="1">
            <a:spLocks noGrp="1"/>
          </p:cNvSpPr>
          <p:nvPr>
            <p:ph type="title"/>
          </p:nvPr>
        </p:nvSpPr>
        <p:spPr>
          <a:xfrm>
            <a:off x="517144" y="450150"/>
            <a:ext cx="63678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Imbalance</a:t>
            </a:r>
            <a:endParaRPr dirty="0"/>
          </a:p>
        </p:txBody>
      </p:sp>
      <p:sp>
        <p:nvSpPr>
          <p:cNvPr id="68" name="Google Shape;68;p15">
            <a:extLst>
              <a:ext uri="{FF2B5EF4-FFF2-40B4-BE49-F238E27FC236}">
                <a16:creationId xmlns:a16="http://schemas.microsoft.com/office/drawing/2014/main" id="{27D08186-30C7-D76F-BD8B-0161352A4F96}"/>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Lato"/>
                <a:ea typeface="Lato"/>
                <a:cs typeface="Lato"/>
                <a:sym typeface="La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24</a:t>
            </a:fld>
            <a:endParaRPr kumimoji="0" sz="1000" b="0" i="0" u="none" strike="noStrike" kern="0" cap="none" spc="0" normalizeH="0" baseline="0" noProof="0">
              <a:ln>
                <a:noFill/>
              </a:ln>
              <a:solidFill>
                <a:srgbClr val="FFFFFF"/>
              </a:solidFill>
              <a:effectLst/>
              <a:uLnTx/>
              <a:uFillTx/>
              <a:latin typeface="Lato"/>
              <a:ea typeface="Lato"/>
              <a:cs typeface="Lato"/>
              <a:sym typeface="Lato"/>
            </a:endParaRPr>
          </a:p>
        </p:txBody>
      </p:sp>
    </p:spTree>
    <p:extLst>
      <p:ext uri="{BB962C8B-B14F-4D97-AF65-F5344CB8AC3E}">
        <p14:creationId xmlns:p14="http://schemas.microsoft.com/office/powerpoint/2010/main" val="40438099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9BFA05D4-3E4C-D716-B877-39A97DD6F73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C52E376-4CCC-2548-571C-AC5BC2B4C641}"/>
              </a:ext>
            </a:extLst>
          </p:cNvPr>
          <p:cNvSpPr txBox="1"/>
          <p:nvPr/>
        </p:nvSpPr>
        <p:spPr>
          <a:xfrm>
            <a:off x="712019" y="1328560"/>
            <a:ext cx="8189704" cy="307777"/>
          </a:xfrm>
          <a:prstGeom prst="rect">
            <a:avLst/>
          </a:prstGeom>
          <a:noFill/>
        </p:spPr>
        <p:txBody>
          <a:bodyPr wrap="square" rtlCol="0">
            <a:spAutoFit/>
          </a:bodyPr>
          <a:lstStyle/>
          <a:p>
            <a:r>
              <a:rPr lang="en-GB" b="1" dirty="0">
                <a:solidFill>
                  <a:srgbClr val="41454F"/>
                </a:solidFill>
                <a:latin typeface="+mn-lt"/>
              </a:rPr>
              <a:t>What is Class Imbalance</a:t>
            </a:r>
            <a:endParaRPr lang="en-GB" b="1" dirty="0">
              <a:solidFill>
                <a:schemeClr val="tx1"/>
              </a:solidFill>
              <a:latin typeface="+mn-lt"/>
            </a:endParaRPr>
          </a:p>
        </p:txBody>
      </p:sp>
      <p:sp>
        <p:nvSpPr>
          <p:cNvPr id="13" name="TextBox 12">
            <a:extLst>
              <a:ext uri="{FF2B5EF4-FFF2-40B4-BE49-F238E27FC236}">
                <a16:creationId xmlns:a16="http://schemas.microsoft.com/office/drawing/2014/main" id="{D9846CEE-795A-80B0-CD7F-2F7383B8260E}"/>
              </a:ext>
            </a:extLst>
          </p:cNvPr>
          <p:cNvSpPr txBox="1"/>
          <p:nvPr/>
        </p:nvSpPr>
        <p:spPr>
          <a:xfrm>
            <a:off x="712019" y="1636337"/>
            <a:ext cx="7873180" cy="261610"/>
          </a:xfrm>
          <a:prstGeom prst="rect">
            <a:avLst/>
          </a:prstGeom>
          <a:noFill/>
        </p:spPr>
        <p:txBody>
          <a:bodyPr wrap="square" rtlCol="0">
            <a:spAutoFit/>
          </a:bodyPr>
          <a:lstStyle/>
          <a:p>
            <a:r>
              <a:rPr lang="en-GB" sz="1100" dirty="0">
                <a:solidFill>
                  <a:srgbClr val="41454F"/>
                </a:solidFill>
                <a:latin typeface="+mn-lt"/>
              </a:rPr>
              <a:t>Before that, we have to define a few terms, that is The</a:t>
            </a:r>
            <a:r>
              <a:rPr lang="en-GB" sz="1100" u="sng" dirty="0">
                <a:solidFill>
                  <a:srgbClr val="41454F"/>
                </a:solidFill>
                <a:latin typeface="+mn-lt"/>
              </a:rPr>
              <a:t> Positive </a:t>
            </a:r>
            <a:r>
              <a:rPr lang="en-GB" sz="1100" dirty="0">
                <a:solidFill>
                  <a:srgbClr val="41454F"/>
                </a:solidFill>
                <a:latin typeface="+mn-lt"/>
              </a:rPr>
              <a:t>and </a:t>
            </a:r>
            <a:r>
              <a:rPr lang="en-GB" sz="1100" u="sng" dirty="0">
                <a:solidFill>
                  <a:srgbClr val="41454F"/>
                </a:solidFill>
                <a:latin typeface="+mn-lt"/>
              </a:rPr>
              <a:t>Negative</a:t>
            </a:r>
            <a:r>
              <a:rPr lang="en-GB" sz="1100" dirty="0">
                <a:solidFill>
                  <a:srgbClr val="41454F"/>
                </a:solidFill>
                <a:latin typeface="+mn-lt"/>
              </a:rPr>
              <a:t> Classes, The </a:t>
            </a:r>
            <a:r>
              <a:rPr lang="en-GB" sz="1100" u="sng" dirty="0">
                <a:solidFill>
                  <a:srgbClr val="41454F"/>
                </a:solidFill>
                <a:latin typeface="+mn-lt"/>
              </a:rPr>
              <a:t>Minority</a:t>
            </a:r>
            <a:r>
              <a:rPr lang="en-GB" sz="1100" dirty="0">
                <a:solidFill>
                  <a:srgbClr val="41454F"/>
                </a:solidFill>
                <a:latin typeface="+mn-lt"/>
              </a:rPr>
              <a:t> and </a:t>
            </a:r>
            <a:r>
              <a:rPr lang="en-GB" sz="1100" u="sng" dirty="0">
                <a:solidFill>
                  <a:srgbClr val="41454F"/>
                </a:solidFill>
                <a:latin typeface="+mn-lt"/>
              </a:rPr>
              <a:t>Majority</a:t>
            </a:r>
            <a:r>
              <a:rPr lang="en-GB" sz="1100" dirty="0">
                <a:solidFill>
                  <a:srgbClr val="41454F"/>
                </a:solidFill>
                <a:latin typeface="+mn-lt"/>
              </a:rPr>
              <a:t> Class</a:t>
            </a:r>
            <a:endParaRPr lang="en-GB" sz="1100" dirty="0">
              <a:solidFill>
                <a:schemeClr val="tx1"/>
              </a:solidFill>
              <a:latin typeface="+mn-lt"/>
            </a:endParaRPr>
          </a:p>
        </p:txBody>
      </p:sp>
      <p:graphicFrame>
        <p:nvGraphicFramePr>
          <p:cNvPr id="14" name="Table 13">
            <a:extLst>
              <a:ext uri="{FF2B5EF4-FFF2-40B4-BE49-F238E27FC236}">
                <a16:creationId xmlns:a16="http://schemas.microsoft.com/office/drawing/2014/main" id="{98DD0F4F-ED10-2F17-C0B8-D6131E03A1B0}"/>
              </a:ext>
            </a:extLst>
          </p:cNvPr>
          <p:cNvGraphicFramePr>
            <a:graphicFrameLocks noGrp="1"/>
          </p:cNvGraphicFramePr>
          <p:nvPr>
            <p:extLst>
              <p:ext uri="{D42A27DB-BD31-4B8C-83A1-F6EECF244321}">
                <p14:modId xmlns:p14="http://schemas.microsoft.com/office/powerpoint/2010/main" val="1326463537"/>
              </p:ext>
            </p:extLst>
          </p:nvPr>
        </p:nvGraphicFramePr>
        <p:xfrm>
          <a:off x="829258" y="1999840"/>
          <a:ext cx="7755941" cy="873760"/>
        </p:xfrm>
        <a:graphic>
          <a:graphicData uri="http://schemas.openxmlformats.org/drawingml/2006/table">
            <a:tbl>
              <a:tblPr/>
              <a:tblGrid>
                <a:gridCol w="5325555">
                  <a:extLst>
                    <a:ext uri="{9D8B030D-6E8A-4147-A177-3AD203B41FA5}">
                      <a16:colId xmlns:a16="http://schemas.microsoft.com/office/drawing/2014/main" val="3357671930"/>
                    </a:ext>
                  </a:extLst>
                </a:gridCol>
                <a:gridCol w="2430386">
                  <a:extLst>
                    <a:ext uri="{9D8B030D-6E8A-4147-A177-3AD203B41FA5}">
                      <a16:colId xmlns:a16="http://schemas.microsoft.com/office/drawing/2014/main" val="717567688"/>
                    </a:ext>
                  </a:extLst>
                </a:gridCol>
              </a:tblGrid>
              <a:tr h="0">
                <a:tc>
                  <a:txBody>
                    <a:bodyPr/>
                    <a:lstStyle/>
                    <a:p>
                      <a:pPr marL="0" marR="0" fontAlgn="t"/>
                      <a:r>
                        <a:rPr lang="en-GB" sz="1100" b="1" dirty="0">
                          <a:solidFill>
                            <a:srgbClr val="202124"/>
                          </a:solidFill>
                          <a:effectLst/>
                          <a:latin typeface="+mj-lt"/>
                        </a:rPr>
                        <a:t>Percentage of data belonging to minority class</a:t>
                      </a:r>
                      <a:endParaRPr lang="en-GB" sz="1100" dirty="0">
                        <a:solidFill>
                          <a:srgbClr val="202124"/>
                        </a:solidFill>
                        <a:effectLst/>
                        <a:latin typeface="+mj-lt"/>
                      </a:endParaRPr>
                    </a:p>
                  </a:txBody>
                  <a:tcPr marL="38100" marR="38100" marT="25400" marB="25400">
                    <a:lnL>
                      <a:noFill/>
                    </a:lnL>
                    <a:lnR>
                      <a:noFill/>
                    </a:lnR>
                    <a:lnT>
                      <a:noFill/>
                    </a:lnT>
                    <a:lnB>
                      <a:noFill/>
                    </a:lnB>
                    <a:solidFill>
                      <a:srgbClr val="FF0000"/>
                    </a:solidFill>
                  </a:tcPr>
                </a:tc>
                <a:tc>
                  <a:txBody>
                    <a:bodyPr/>
                    <a:lstStyle/>
                    <a:p>
                      <a:pPr marL="0" marR="0" fontAlgn="t"/>
                      <a:r>
                        <a:rPr lang="en-GB" sz="1100" b="1" dirty="0">
                          <a:solidFill>
                            <a:srgbClr val="202124"/>
                          </a:solidFill>
                          <a:effectLst/>
                          <a:latin typeface="+mj-lt"/>
                        </a:rPr>
                        <a:t>Degree of imbalance</a:t>
                      </a:r>
                      <a:endParaRPr lang="en-GB" sz="1100" dirty="0">
                        <a:solidFill>
                          <a:srgbClr val="202124"/>
                        </a:solidFill>
                        <a:effectLst/>
                        <a:latin typeface="+mj-lt"/>
                      </a:endParaRPr>
                    </a:p>
                  </a:txBody>
                  <a:tcPr marL="38100" marR="38100" marT="25400" marB="25400">
                    <a:lnL>
                      <a:noFill/>
                    </a:lnL>
                    <a:lnR>
                      <a:noFill/>
                    </a:lnR>
                    <a:lnT>
                      <a:noFill/>
                    </a:lnT>
                    <a:lnB>
                      <a:noFill/>
                    </a:lnB>
                    <a:solidFill>
                      <a:srgbClr val="FF0000"/>
                    </a:solidFill>
                  </a:tcPr>
                </a:tc>
                <a:extLst>
                  <a:ext uri="{0D108BD9-81ED-4DB2-BD59-A6C34878D82A}">
                    <a16:rowId xmlns:a16="http://schemas.microsoft.com/office/drawing/2014/main" val="157289955"/>
                  </a:ext>
                </a:extLst>
              </a:tr>
              <a:tr h="0">
                <a:tc>
                  <a:txBody>
                    <a:bodyPr/>
                    <a:lstStyle/>
                    <a:p>
                      <a:pPr marL="0" marR="0" fontAlgn="t"/>
                      <a:r>
                        <a:rPr lang="en-GB" sz="1100" dirty="0">
                          <a:solidFill>
                            <a:srgbClr val="202124"/>
                          </a:solidFill>
                          <a:effectLst/>
                          <a:latin typeface="+mj-lt"/>
                        </a:rPr>
                        <a:t>20-40% of the dataset</a:t>
                      </a:r>
                    </a:p>
                  </a:txBody>
                  <a:tcPr marL="38100" marR="38100" marT="25400" marB="25400">
                    <a:lnL>
                      <a:noFill/>
                    </a:lnL>
                    <a:lnR w="12700" cap="flat" cmpd="sng" algn="ctr">
                      <a:solidFill>
                        <a:schemeClr val="accent1"/>
                      </a:solidFill>
                      <a:prstDash val="sysDash"/>
                      <a:round/>
                      <a:headEnd type="none" w="med" len="med"/>
                      <a:tailEnd type="none" w="med" len="med"/>
                    </a:lnR>
                    <a:lnT>
                      <a:noFill/>
                    </a:lnT>
                    <a:lnB w="12700" cap="flat" cmpd="sng" algn="ctr">
                      <a:solidFill>
                        <a:schemeClr val="accent1"/>
                      </a:solidFill>
                      <a:prstDash val="sysDash"/>
                      <a:round/>
                      <a:headEnd type="none" w="med" len="med"/>
                      <a:tailEnd type="none" w="med" len="med"/>
                    </a:lnB>
                    <a:solidFill>
                      <a:srgbClr val="FFFFFF"/>
                    </a:solidFill>
                  </a:tcPr>
                </a:tc>
                <a:tc>
                  <a:txBody>
                    <a:bodyPr/>
                    <a:lstStyle/>
                    <a:p>
                      <a:pPr marL="0" marR="0" fontAlgn="t"/>
                      <a:r>
                        <a:rPr lang="en-GB" sz="1100" dirty="0">
                          <a:solidFill>
                            <a:srgbClr val="202124"/>
                          </a:solidFill>
                          <a:effectLst/>
                          <a:latin typeface="+mj-lt"/>
                        </a:rPr>
                        <a:t>Mild</a:t>
                      </a:r>
                    </a:p>
                  </a:txBody>
                  <a:tcPr marL="38100" marR="38100" marT="25400" marB="25400">
                    <a:lnL w="12700" cap="flat" cmpd="sng" algn="ctr">
                      <a:solidFill>
                        <a:schemeClr val="accent1"/>
                      </a:solidFill>
                      <a:prstDash val="sysDash"/>
                      <a:round/>
                      <a:headEnd type="none" w="med" len="med"/>
                      <a:tailEnd type="none" w="med" len="med"/>
                    </a:lnL>
                    <a:lnR>
                      <a:noFill/>
                    </a:lnR>
                    <a:lnT>
                      <a:noFill/>
                    </a:lnT>
                    <a:lnB w="12700" cap="flat" cmpd="sng" algn="ctr">
                      <a:solidFill>
                        <a:schemeClr val="accent1"/>
                      </a:solidFill>
                      <a:prstDash val="sysDash"/>
                      <a:round/>
                      <a:headEnd type="none" w="med" len="med"/>
                      <a:tailEnd type="none" w="med" len="med"/>
                    </a:lnB>
                    <a:solidFill>
                      <a:srgbClr val="FFFFFF"/>
                    </a:solidFill>
                  </a:tcPr>
                </a:tc>
                <a:extLst>
                  <a:ext uri="{0D108BD9-81ED-4DB2-BD59-A6C34878D82A}">
                    <a16:rowId xmlns:a16="http://schemas.microsoft.com/office/drawing/2014/main" val="2168595132"/>
                  </a:ext>
                </a:extLst>
              </a:tr>
              <a:tr h="0">
                <a:tc>
                  <a:txBody>
                    <a:bodyPr/>
                    <a:lstStyle/>
                    <a:p>
                      <a:pPr marL="0" marR="0" fontAlgn="t"/>
                      <a:r>
                        <a:rPr lang="en-GB" sz="1100" dirty="0">
                          <a:solidFill>
                            <a:srgbClr val="202124"/>
                          </a:solidFill>
                          <a:effectLst/>
                          <a:latin typeface="+mj-lt"/>
                        </a:rPr>
                        <a:t>1-20% of the dataset</a:t>
                      </a:r>
                    </a:p>
                  </a:txBody>
                  <a:tcPr marL="38100" marR="38100" marT="25400" marB="25400">
                    <a:lnL>
                      <a:noFill/>
                    </a:lnL>
                    <a:lnR w="12700" cap="flat" cmpd="sng" algn="ctr">
                      <a:solidFill>
                        <a:schemeClr val="accent1"/>
                      </a:solidFill>
                      <a:prstDash val="sysDash"/>
                      <a:round/>
                      <a:headEnd type="none" w="med" len="med"/>
                      <a:tailEnd type="none" w="med" len="med"/>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solidFill>
                      <a:srgbClr val="FFFFFF"/>
                    </a:solidFill>
                  </a:tcPr>
                </a:tc>
                <a:tc>
                  <a:txBody>
                    <a:bodyPr/>
                    <a:lstStyle/>
                    <a:p>
                      <a:pPr marL="0" marR="0" fontAlgn="t"/>
                      <a:r>
                        <a:rPr lang="en-GB" sz="1100" dirty="0">
                          <a:solidFill>
                            <a:srgbClr val="202124"/>
                          </a:solidFill>
                          <a:effectLst/>
                          <a:latin typeface="+mj-lt"/>
                        </a:rPr>
                        <a:t>Moderate</a:t>
                      </a:r>
                    </a:p>
                  </a:txBody>
                  <a:tcPr marL="38100" marR="38100" marT="25400" marB="25400">
                    <a:lnL w="12700" cap="flat" cmpd="sng" algn="ctr">
                      <a:solidFill>
                        <a:schemeClr val="accent1"/>
                      </a:solidFill>
                      <a:prstDash val="sysDash"/>
                      <a:round/>
                      <a:headEnd type="none" w="med" len="med"/>
                      <a:tailEnd type="none" w="med" len="med"/>
                    </a:lnL>
                    <a:lnR>
                      <a:noFill/>
                    </a:lnR>
                    <a:lnT w="12700" cap="flat" cmpd="sng" algn="ctr">
                      <a:solidFill>
                        <a:schemeClr val="accent1"/>
                      </a:solidFill>
                      <a:prstDash val="sysDash"/>
                      <a:round/>
                      <a:headEnd type="none" w="med" len="med"/>
                      <a:tailEnd type="none" w="med" len="med"/>
                    </a:lnT>
                    <a:lnB w="12700" cap="flat" cmpd="sng" algn="ctr">
                      <a:solidFill>
                        <a:schemeClr val="accent1"/>
                      </a:solidFill>
                      <a:prstDash val="sysDash"/>
                      <a:round/>
                      <a:headEnd type="none" w="med" len="med"/>
                      <a:tailEnd type="none" w="med" len="med"/>
                    </a:lnB>
                    <a:solidFill>
                      <a:srgbClr val="FFFFFF"/>
                    </a:solidFill>
                  </a:tcPr>
                </a:tc>
                <a:extLst>
                  <a:ext uri="{0D108BD9-81ED-4DB2-BD59-A6C34878D82A}">
                    <a16:rowId xmlns:a16="http://schemas.microsoft.com/office/drawing/2014/main" val="213754855"/>
                  </a:ext>
                </a:extLst>
              </a:tr>
              <a:tr h="0">
                <a:tc>
                  <a:txBody>
                    <a:bodyPr/>
                    <a:lstStyle/>
                    <a:p>
                      <a:pPr marL="0" marR="0" fontAlgn="t"/>
                      <a:r>
                        <a:rPr lang="en-GB" sz="1100" dirty="0">
                          <a:solidFill>
                            <a:srgbClr val="202124"/>
                          </a:solidFill>
                          <a:effectLst/>
                          <a:latin typeface="+mj-lt"/>
                        </a:rPr>
                        <a:t>&lt;1% of the dataset</a:t>
                      </a:r>
                    </a:p>
                  </a:txBody>
                  <a:tcPr marL="38100" marR="38100" marT="25400" marB="25400">
                    <a:lnL>
                      <a:noFill/>
                    </a:lnL>
                    <a:lnR w="12700" cap="flat" cmpd="sng" algn="ctr">
                      <a:solidFill>
                        <a:schemeClr val="accent1"/>
                      </a:solidFill>
                      <a:prstDash val="sysDash"/>
                      <a:round/>
                      <a:headEnd type="none" w="med" len="med"/>
                      <a:tailEnd type="none" w="med" len="med"/>
                    </a:lnR>
                    <a:lnT w="12700" cap="flat" cmpd="sng" algn="ctr">
                      <a:solidFill>
                        <a:schemeClr val="accent1"/>
                      </a:solidFill>
                      <a:prstDash val="sysDash"/>
                      <a:round/>
                      <a:headEnd type="none" w="med" len="med"/>
                      <a:tailEnd type="none" w="med" len="med"/>
                    </a:lnT>
                    <a:lnB>
                      <a:noFill/>
                    </a:lnB>
                    <a:solidFill>
                      <a:srgbClr val="FFFFFF"/>
                    </a:solidFill>
                  </a:tcPr>
                </a:tc>
                <a:tc>
                  <a:txBody>
                    <a:bodyPr/>
                    <a:lstStyle/>
                    <a:p>
                      <a:pPr marL="0" marR="0" fontAlgn="t"/>
                      <a:r>
                        <a:rPr lang="en-GB" sz="1100" dirty="0">
                          <a:solidFill>
                            <a:srgbClr val="202124"/>
                          </a:solidFill>
                          <a:effectLst/>
                          <a:latin typeface="+mj-lt"/>
                        </a:rPr>
                        <a:t>Extreme</a:t>
                      </a:r>
                    </a:p>
                  </a:txBody>
                  <a:tcPr marL="38100" marR="38100" marT="25400" marB="25400">
                    <a:lnL w="12700" cap="flat" cmpd="sng" algn="ctr">
                      <a:solidFill>
                        <a:schemeClr val="accent1"/>
                      </a:solidFill>
                      <a:prstDash val="sysDash"/>
                      <a:round/>
                      <a:headEnd type="none" w="med" len="med"/>
                      <a:tailEnd type="none" w="med" len="med"/>
                    </a:lnL>
                    <a:lnR>
                      <a:noFill/>
                    </a:lnR>
                    <a:lnT w="12700" cap="flat" cmpd="sng" algn="ctr">
                      <a:solidFill>
                        <a:schemeClr val="accent1"/>
                      </a:solidFill>
                      <a:prstDash val="sysDash"/>
                      <a:round/>
                      <a:headEnd type="none" w="med" len="med"/>
                      <a:tailEnd type="none" w="med" len="med"/>
                    </a:lnT>
                    <a:lnB>
                      <a:noFill/>
                    </a:lnB>
                    <a:solidFill>
                      <a:srgbClr val="FFFFFF"/>
                    </a:solidFill>
                  </a:tcPr>
                </a:tc>
                <a:extLst>
                  <a:ext uri="{0D108BD9-81ED-4DB2-BD59-A6C34878D82A}">
                    <a16:rowId xmlns:a16="http://schemas.microsoft.com/office/drawing/2014/main" val="1467405313"/>
                  </a:ext>
                </a:extLst>
              </a:tr>
            </a:tbl>
          </a:graphicData>
        </a:graphic>
      </p:graphicFrame>
      <p:sp>
        <p:nvSpPr>
          <p:cNvPr id="15" name="Rectangle 2">
            <a:extLst>
              <a:ext uri="{FF2B5EF4-FFF2-40B4-BE49-F238E27FC236}">
                <a16:creationId xmlns:a16="http://schemas.microsoft.com/office/drawing/2014/main" id="{693E9792-7583-5D9F-147F-C73EF25A875E}"/>
              </a:ext>
            </a:extLst>
          </p:cNvPr>
          <p:cNvSpPr>
            <a:spLocks noChangeArrowheads="1"/>
          </p:cNvSpPr>
          <p:nvPr/>
        </p:nvSpPr>
        <p:spPr bwMode="auto">
          <a:xfrm>
            <a:off x="879474" y="2719711"/>
            <a:ext cx="77057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900" b="0" i="1" u="none" strike="noStrike" cap="none" normalizeH="0" baseline="0" dirty="0">
                <a:ln>
                  <a:noFill/>
                </a:ln>
                <a:solidFill>
                  <a:srgbClr val="595959"/>
                </a:solidFill>
                <a:effectLst/>
                <a:latin typeface="Calibri" panose="020F0502020204030204" pitchFamily="34" charset="0"/>
                <a:cs typeface="Calibri" panose="020F0502020204030204" pitchFamily="34" charset="0"/>
              </a:rPr>
              <a:t>From &lt;</a:t>
            </a:r>
            <a:r>
              <a:rPr kumimoji="0" lang="en-GB" altLang="en-US" sz="900" b="0" i="1" u="none" strike="noStrike" cap="none" normalizeH="0" baseline="0" dirty="0">
                <a:ln>
                  <a:noFill/>
                </a:ln>
                <a:solidFill>
                  <a:srgbClr val="595959"/>
                </a:solidFill>
                <a:effectLst/>
                <a:latin typeface="Calibri" panose="020F0502020204030204" pitchFamily="34" charset="0"/>
                <a:cs typeface="Calibri" panose="020F0502020204030204" pitchFamily="34" charset="0"/>
                <a:hlinkClick r:id="rId3"/>
              </a:rPr>
              <a:t>https://developers.google.com/machine-learning/crash-course/overfitting/imbalanced-datasets</a:t>
            </a:r>
            <a:r>
              <a:rPr kumimoji="0" lang="en-GB" altLang="en-US" sz="900" b="0" i="1" u="none" strike="noStrike" cap="none" normalizeH="0" baseline="0" dirty="0">
                <a:ln>
                  <a:noFill/>
                </a:ln>
                <a:solidFill>
                  <a:srgbClr val="595959"/>
                </a:solidFill>
                <a:effectLst/>
                <a:latin typeface="Calibri" panose="020F0502020204030204" pitchFamily="34" charset="0"/>
                <a:cs typeface="Calibri" panose="020F0502020204030204" pitchFamily="34" charset="0"/>
              </a:rPr>
              <a:t>&gt;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pic>
        <p:nvPicPr>
          <p:cNvPr id="2056" name="Picture 8" descr="Datasets: Imbalanced datasets | Machine Learning | Google for Developers">
            <a:extLst>
              <a:ext uri="{FF2B5EF4-FFF2-40B4-BE49-F238E27FC236}">
                <a16:creationId xmlns:a16="http://schemas.microsoft.com/office/drawing/2014/main" id="{611742E7-DF8B-1D42-DCCA-9555E69253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051" y="3101325"/>
            <a:ext cx="2413000" cy="1498598"/>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8AF30DB6-3F57-E08E-51FB-91119DC2B15E}"/>
              </a:ext>
            </a:extLst>
          </p:cNvPr>
          <p:cNvSpPr txBox="1"/>
          <p:nvPr/>
        </p:nvSpPr>
        <p:spPr>
          <a:xfrm>
            <a:off x="712019" y="3081416"/>
            <a:ext cx="5034731" cy="1754326"/>
          </a:xfrm>
          <a:prstGeom prst="rect">
            <a:avLst/>
          </a:prstGeom>
          <a:noFill/>
        </p:spPr>
        <p:txBody>
          <a:bodyPr wrap="square" rtlCol="0">
            <a:spAutoFit/>
          </a:bodyPr>
          <a:lstStyle/>
          <a:p>
            <a:r>
              <a:rPr lang="en-GB" sz="1200" b="1" dirty="0">
                <a:solidFill>
                  <a:srgbClr val="41454F"/>
                </a:solidFill>
                <a:latin typeface="+mn-lt"/>
              </a:rPr>
              <a:t>Examples of scenarios where we encounter class imbalance: </a:t>
            </a:r>
          </a:p>
          <a:p>
            <a:pPr marL="171450" lvl="2" indent="-171450">
              <a:buFont typeface="Wingdings" panose="05000000000000000000" pitchFamily="2" charset="2"/>
              <a:buChar char="Ø"/>
            </a:pPr>
            <a:r>
              <a:rPr lang="en-GB" sz="1200" dirty="0">
                <a:solidFill>
                  <a:srgbClr val="41454F"/>
                </a:solidFill>
                <a:latin typeface="+mn-lt"/>
              </a:rPr>
              <a:t>Detecting Fraud </a:t>
            </a:r>
          </a:p>
          <a:p>
            <a:pPr marL="171450" lvl="2" indent="-171450">
              <a:buFont typeface="Wingdings" panose="05000000000000000000" pitchFamily="2" charset="2"/>
              <a:buChar char="Ø"/>
            </a:pPr>
            <a:r>
              <a:rPr lang="en-GB" sz="1200" dirty="0">
                <a:solidFill>
                  <a:srgbClr val="41454F"/>
                </a:solidFill>
                <a:latin typeface="+mn-lt"/>
              </a:rPr>
              <a:t>Churn: Students, Customers, Employees </a:t>
            </a:r>
          </a:p>
          <a:p>
            <a:pPr marL="171450" lvl="2" indent="-171450">
              <a:buFont typeface="Wingdings" panose="05000000000000000000" pitchFamily="2" charset="2"/>
              <a:buChar char="Ø"/>
            </a:pPr>
            <a:r>
              <a:rPr lang="en-GB" sz="1200" dirty="0">
                <a:solidFill>
                  <a:srgbClr val="41454F"/>
                </a:solidFill>
                <a:latin typeface="+mn-lt"/>
              </a:rPr>
              <a:t>Recidivism </a:t>
            </a:r>
          </a:p>
          <a:p>
            <a:pPr marL="171450" lvl="2" indent="-171450">
              <a:buFont typeface="Wingdings" panose="05000000000000000000" pitchFamily="2" charset="2"/>
              <a:buChar char="Ø"/>
            </a:pPr>
            <a:r>
              <a:rPr lang="en-GB" sz="1200" dirty="0">
                <a:solidFill>
                  <a:srgbClr val="41454F"/>
                </a:solidFill>
                <a:latin typeface="+mn-lt"/>
              </a:rPr>
              <a:t>Defects in Manufacturing </a:t>
            </a:r>
          </a:p>
          <a:p>
            <a:pPr marL="171450" lvl="2" indent="-171450">
              <a:buFont typeface="Wingdings" panose="05000000000000000000" pitchFamily="2" charset="2"/>
              <a:buChar char="Ø"/>
            </a:pPr>
            <a:r>
              <a:rPr lang="en-GB" sz="1200" dirty="0">
                <a:solidFill>
                  <a:srgbClr val="41454F"/>
                </a:solidFill>
                <a:latin typeface="+mn-lt"/>
              </a:rPr>
              <a:t>Credit Risk : Most borrowers usually are low risk. </a:t>
            </a:r>
          </a:p>
          <a:p>
            <a:pPr marL="171450" lvl="2" indent="-171450">
              <a:buFont typeface="Wingdings" panose="05000000000000000000" pitchFamily="2" charset="2"/>
              <a:buChar char="Ø"/>
            </a:pPr>
            <a:r>
              <a:rPr lang="en-GB" sz="1200" dirty="0">
                <a:solidFill>
                  <a:srgbClr val="41454F"/>
                </a:solidFill>
                <a:latin typeface="+mn-lt"/>
              </a:rPr>
              <a:t>Rare Medical Conditions</a:t>
            </a:r>
          </a:p>
          <a:p>
            <a:endParaRPr lang="en-GB" sz="1200" dirty="0">
              <a:solidFill>
                <a:srgbClr val="41454F"/>
              </a:solidFill>
              <a:latin typeface="+mn-lt"/>
            </a:endParaRPr>
          </a:p>
          <a:p>
            <a:endParaRPr lang="en-GB" sz="1200" dirty="0">
              <a:solidFill>
                <a:schemeClr val="tx1"/>
              </a:solidFill>
              <a:latin typeface="+mn-lt"/>
            </a:endParaRPr>
          </a:p>
        </p:txBody>
      </p:sp>
      <p:sp>
        <p:nvSpPr>
          <p:cNvPr id="19" name="TextBox 18">
            <a:extLst>
              <a:ext uri="{FF2B5EF4-FFF2-40B4-BE49-F238E27FC236}">
                <a16:creationId xmlns:a16="http://schemas.microsoft.com/office/drawing/2014/main" id="{E13AD213-96CC-7D59-4F1D-E25F1240D45B}"/>
              </a:ext>
            </a:extLst>
          </p:cNvPr>
          <p:cNvSpPr txBox="1"/>
          <p:nvPr/>
        </p:nvSpPr>
        <p:spPr>
          <a:xfrm>
            <a:off x="654871" y="4523046"/>
            <a:ext cx="7873180" cy="261610"/>
          </a:xfrm>
          <a:prstGeom prst="rect">
            <a:avLst/>
          </a:prstGeom>
          <a:noFill/>
        </p:spPr>
        <p:txBody>
          <a:bodyPr wrap="square" rtlCol="0">
            <a:spAutoFit/>
          </a:bodyPr>
          <a:lstStyle/>
          <a:p>
            <a:r>
              <a:rPr lang="en-GB" sz="1100" b="1" dirty="0">
                <a:solidFill>
                  <a:srgbClr val="41454F"/>
                </a:solidFill>
                <a:latin typeface="+mn-lt"/>
              </a:rPr>
              <a:t>Question</a:t>
            </a:r>
            <a:r>
              <a:rPr lang="en-GB" sz="1100" dirty="0">
                <a:solidFill>
                  <a:srgbClr val="41454F"/>
                </a:solidFill>
                <a:latin typeface="+mn-lt"/>
              </a:rPr>
              <a:t> : What issues arise when imbalanced datasets are not corrected?</a:t>
            </a:r>
            <a:endParaRPr lang="en-GB" sz="1100" dirty="0">
              <a:solidFill>
                <a:schemeClr val="tx1"/>
              </a:solidFill>
              <a:latin typeface="+mn-lt"/>
            </a:endParaRPr>
          </a:p>
        </p:txBody>
      </p:sp>
      <p:pic>
        <p:nvPicPr>
          <p:cNvPr id="2" name="Picture 2">
            <a:extLst>
              <a:ext uri="{FF2B5EF4-FFF2-40B4-BE49-F238E27FC236}">
                <a16:creationId xmlns:a16="http://schemas.microsoft.com/office/drawing/2014/main" id="{FB0CC8A2-CBED-5D13-FB7C-690F841253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0766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056"/>
                                        </p:tgtEl>
                                        <p:attrNameLst>
                                          <p:attrName>style.visibility</p:attrName>
                                        </p:attrNameLst>
                                      </p:cBhvr>
                                      <p:to>
                                        <p:strVal val="visible"/>
                                      </p:to>
                                    </p:set>
                                    <p:anim calcmode="lin" valueType="num">
                                      <p:cBhvr additive="base">
                                        <p:cTn id="29" dur="500" fill="hold"/>
                                        <p:tgtEl>
                                          <p:spTgt spid="2056"/>
                                        </p:tgtEl>
                                        <p:attrNameLst>
                                          <p:attrName>ppt_x</p:attrName>
                                        </p:attrNameLst>
                                      </p:cBhvr>
                                      <p:tavLst>
                                        <p:tav tm="0">
                                          <p:val>
                                            <p:strVal val="#ppt_x"/>
                                          </p:val>
                                        </p:tav>
                                        <p:tav tm="100000">
                                          <p:val>
                                            <p:strVal val="#ppt_x"/>
                                          </p:val>
                                        </p:tav>
                                      </p:tavLst>
                                    </p:anim>
                                    <p:anim calcmode="lin" valueType="num">
                                      <p:cBhvr additive="base">
                                        <p:cTn id="30" dur="500" fill="hold"/>
                                        <p:tgtEl>
                                          <p:spTgt spid="205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ppt_x"/>
                                          </p:val>
                                        </p:tav>
                                        <p:tav tm="100000">
                                          <p:val>
                                            <p:strVal val="#ppt_x"/>
                                          </p:val>
                                        </p:tav>
                                      </p:tavLst>
                                    </p:anim>
                                    <p:anim calcmode="lin" valueType="num">
                                      <p:cBhvr additive="base">
                                        <p:cTn id="3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P spid="18" grpId="0"/>
      <p:bldP spid="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6D7F689A-1630-DBCA-7561-ADBC8E67624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CAA4751-7849-F1BC-248C-C81AE4FDC2D2}"/>
              </a:ext>
            </a:extLst>
          </p:cNvPr>
          <p:cNvSpPr txBox="1"/>
          <p:nvPr/>
        </p:nvSpPr>
        <p:spPr>
          <a:xfrm>
            <a:off x="712019" y="1328560"/>
            <a:ext cx="8189704" cy="307777"/>
          </a:xfrm>
          <a:prstGeom prst="rect">
            <a:avLst/>
          </a:prstGeom>
          <a:noFill/>
        </p:spPr>
        <p:txBody>
          <a:bodyPr wrap="square" rtlCol="0">
            <a:spAutoFit/>
          </a:bodyPr>
          <a:lstStyle/>
          <a:p>
            <a:r>
              <a:rPr lang="en-GB" b="1" dirty="0">
                <a:solidFill>
                  <a:srgbClr val="41454F"/>
                </a:solidFill>
                <a:latin typeface="+mn-lt"/>
              </a:rPr>
              <a:t>How do we deal with Class Imbalance</a:t>
            </a:r>
            <a:endParaRPr lang="en-GB" b="1" dirty="0">
              <a:solidFill>
                <a:schemeClr val="tx1"/>
              </a:solidFill>
              <a:latin typeface="+mn-lt"/>
            </a:endParaRPr>
          </a:p>
        </p:txBody>
      </p:sp>
      <p:sp>
        <p:nvSpPr>
          <p:cNvPr id="2" name="TextBox 1">
            <a:extLst>
              <a:ext uri="{FF2B5EF4-FFF2-40B4-BE49-F238E27FC236}">
                <a16:creationId xmlns:a16="http://schemas.microsoft.com/office/drawing/2014/main" id="{DB388D7A-2BB2-FD96-35D5-C10217F46C27}"/>
              </a:ext>
            </a:extLst>
          </p:cNvPr>
          <p:cNvSpPr txBox="1"/>
          <p:nvPr/>
        </p:nvSpPr>
        <p:spPr>
          <a:xfrm>
            <a:off x="712019" y="1636337"/>
            <a:ext cx="7873180" cy="261610"/>
          </a:xfrm>
          <a:prstGeom prst="rect">
            <a:avLst/>
          </a:prstGeom>
          <a:noFill/>
        </p:spPr>
        <p:txBody>
          <a:bodyPr wrap="square" rtlCol="0">
            <a:spAutoFit/>
          </a:bodyPr>
          <a:lstStyle/>
          <a:p>
            <a:r>
              <a:rPr lang="en-GB" sz="1100" dirty="0">
                <a:solidFill>
                  <a:schemeClr val="tx1"/>
                </a:solidFill>
                <a:latin typeface="+mn-lt"/>
              </a:rPr>
              <a:t>Use the right Evaluation Metrics </a:t>
            </a:r>
          </a:p>
        </p:txBody>
      </p:sp>
      <p:sp>
        <p:nvSpPr>
          <p:cNvPr id="3" name="TextBox 2">
            <a:extLst>
              <a:ext uri="{FF2B5EF4-FFF2-40B4-BE49-F238E27FC236}">
                <a16:creationId xmlns:a16="http://schemas.microsoft.com/office/drawing/2014/main" id="{5D144CD8-DE93-5DD0-03BC-4C825709465A}"/>
              </a:ext>
            </a:extLst>
          </p:cNvPr>
          <p:cNvSpPr txBox="1"/>
          <p:nvPr/>
        </p:nvSpPr>
        <p:spPr>
          <a:xfrm>
            <a:off x="712019" y="2023687"/>
            <a:ext cx="7873180" cy="261610"/>
          </a:xfrm>
          <a:prstGeom prst="rect">
            <a:avLst/>
          </a:prstGeom>
          <a:noFill/>
        </p:spPr>
        <p:txBody>
          <a:bodyPr wrap="square" rtlCol="0">
            <a:spAutoFit/>
          </a:bodyPr>
          <a:lstStyle/>
          <a:p>
            <a:r>
              <a:rPr lang="en-GB" sz="1100" dirty="0">
                <a:solidFill>
                  <a:schemeClr val="tx1"/>
                </a:solidFill>
                <a:latin typeface="+mn-lt"/>
              </a:rPr>
              <a:t>Resampling Techniques</a:t>
            </a:r>
          </a:p>
        </p:txBody>
      </p:sp>
      <p:sp>
        <p:nvSpPr>
          <p:cNvPr id="4" name="TextBox 3">
            <a:extLst>
              <a:ext uri="{FF2B5EF4-FFF2-40B4-BE49-F238E27FC236}">
                <a16:creationId xmlns:a16="http://schemas.microsoft.com/office/drawing/2014/main" id="{1CC22FF7-4FB8-F6D8-4496-1A897FB0BEE3}"/>
              </a:ext>
            </a:extLst>
          </p:cNvPr>
          <p:cNvSpPr txBox="1"/>
          <p:nvPr/>
        </p:nvSpPr>
        <p:spPr>
          <a:xfrm>
            <a:off x="1404169" y="2325114"/>
            <a:ext cx="7873180" cy="261610"/>
          </a:xfrm>
          <a:prstGeom prst="rect">
            <a:avLst/>
          </a:prstGeom>
          <a:noFill/>
        </p:spPr>
        <p:txBody>
          <a:bodyPr wrap="square" rtlCol="0">
            <a:spAutoFit/>
          </a:bodyPr>
          <a:lstStyle/>
          <a:p>
            <a:r>
              <a:rPr lang="en-GB" sz="1100" b="1" dirty="0">
                <a:solidFill>
                  <a:srgbClr val="41454F"/>
                </a:solidFill>
                <a:latin typeface="+mn-lt"/>
              </a:rPr>
              <a:t>Oversampling Techniques :</a:t>
            </a:r>
            <a:endParaRPr lang="en-GB" sz="1100" b="1" dirty="0">
              <a:solidFill>
                <a:schemeClr val="tx1"/>
              </a:solidFill>
              <a:latin typeface="+mn-lt"/>
            </a:endParaRPr>
          </a:p>
        </p:txBody>
      </p:sp>
      <p:sp>
        <p:nvSpPr>
          <p:cNvPr id="5" name="TextBox 4">
            <a:extLst>
              <a:ext uri="{FF2B5EF4-FFF2-40B4-BE49-F238E27FC236}">
                <a16:creationId xmlns:a16="http://schemas.microsoft.com/office/drawing/2014/main" id="{061A34B5-12F5-3DFB-F947-9BEB41D2D51A}"/>
              </a:ext>
            </a:extLst>
          </p:cNvPr>
          <p:cNvSpPr txBox="1"/>
          <p:nvPr/>
        </p:nvSpPr>
        <p:spPr>
          <a:xfrm>
            <a:off x="1645469" y="2626541"/>
            <a:ext cx="7873180" cy="261610"/>
          </a:xfrm>
          <a:prstGeom prst="rect">
            <a:avLst/>
          </a:prstGeom>
          <a:noFill/>
        </p:spPr>
        <p:txBody>
          <a:bodyPr wrap="square" rtlCol="0">
            <a:spAutoFit/>
          </a:bodyPr>
          <a:lstStyle/>
          <a:p>
            <a:r>
              <a:rPr lang="en-GB" sz="1100" dirty="0">
                <a:solidFill>
                  <a:srgbClr val="41454F"/>
                </a:solidFill>
                <a:latin typeface="+mn-lt"/>
              </a:rPr>
              <a:t>Random Oversampling</a:t>
            </a:r>
            <a:endParaRPr lang="en-GB" sz="1100" dirty="0">
              <a:solidFill>
                <a:schemeClr val="tx1"/>
              </a:solidFill>
              <a:latin typeface="+mn-lt"/>
            </a:endParaRPr>
          </a:p>
        </p:txBody>
      </p:sp>
      <p:sp>
        <p:nvSpPr>
          <p:cNvPr id="6" name="TextBox 5">
            <a:extLst>
              <a:ext uri="{FF2B5EF4-FFF2-40B4-BE49-F238E27FC236}">
                <a16:creationId xmlns:a16="http://schemas.microsoft.com/office/drawing/2014/main" id="{31F97C46-DFD0-7A5A-A9B9-9F09A7959180}"/>
              </a:ext>
            </a:extLst>
          </p:cNvPr>
          <p:cNvSpPr txBox="1"/>
          <p:nvPr/>
        </p:nvSpPr>
        <p:spPr>
          <a:xfrm>
            <a:off x="1645469" y="3276119"/>
            <a:ext cx="7873180" cy="261610"/>
          </a:xfrm>
          <a:prstGeom prst="rect">
            <a:avLst/>
          </a:prstGeom>
          <a:noFill/>
        </p:spPr>
        <p:txBody>
          <a:bodyPr wrap="square" rtlCol="0">
            <a:spAutoFit/>
          </a:bodyPr>
          <a:lstStyle/>
          <a:p>
            <a:r>
              <a:rPr lang="en-GB" sz="1100" dirty="0">
                <a:solidFill>
                  <a:srgbClr val="41454F"/>
                </a:solidFill>
                <a:latin typeface="+mn-lt"/>
              </a:rPr>
              <a:t>SMOTE</a:t>
            </a:r>
            <a:endParaRPr lang="en-GB" sz="1100" dirty="0">
              <a:solidFill>
                <a:schemeClr val="tx1"/>
              </a:solidFill>
              <a:latin typeface="+mn-lt"/>
            </a:endParaRPr>
          </a:p>
        </p:txBody>
      </p:sp>
      <p:sp>
        <p:nvSpPr>
          <p:cNvPr id="8" name="TextBox 7">
            <a:extLst>
              <a:ext uri="{FF2B5EF4-FFF2-40B4-BE49-F238E27FC236}">
                <a16:creationId xmlns:a16="http://schemas.microsoft.com/office/drawing/2014/main" id="{CCA2EDE6-73F9-E4CC-949D-F913FB209283}"/>
              </a:ext>
            </a:extLst>
          </p:cNvPr>
          <p:cNvSpPr txBox="1"/>
          <p:nvPr/>
        </p:nvSpPr>
        <p:spPr>
          <a:xfrm>
            <a:off x="1645469" y="3925697"/>
            <a:ext cx="7873180" cy="261610"/>
          </a:xfrm>
          <a:prstGeom prst="rect">
            <a:avLst/>
          </a:prstGeom>
          <a:noFill/>
        </p:spPr>
        <p:txBody>
          <a:bodyPr wrap="square" rtlCol="0">
            <a:spAutoFit/>
          </a:bodyPr>
          <a:lstStyle/>
          <a:p>
            <a:r>
              <a:rPr lang="en-GB" sz="1100" dirty="0">
                <a:solidFill>
                  <a:srgbClr val="41454F"/>
                </a:solidFill>
                <a:latin typeface="+mn-lt"/>
              </a:rPr>
              <a:t>ADASYN</a:t>
            </a:r>
            <a:endParaRPr lang="en-GB" sz="1100" dirty="0">
              <a:solidFill>
                <a:schemeClr val="tx1"/>
              </a:solidFill>
              <a:latin typeface="+mn-lt"/>
            </a:endParaRPr>
          </a:p>
        </p:txBody>
      </p:sp>
      <p:pic>
        <p:nvPicPr>
          <p:cNvPr id="9" name="Picture 2">
            <a:extLst>
              <a:ext uri="{FF2B5EF4-FFF2-40B4-BE49-F238E27FC236}">
                <a16:creationId xmlns:a16="http://schemas.microsoft.com/office/drawing/2014/main" id="{076E685B-687D-E0E2-8138-A75FE4F9D9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412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4" grpId="0"/>
      <p:bldP spid="5" grpId="0"/>
      <p:bldP spid="6"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7EFC1-7CBC-982A-880B-7769EBFB46DE}"/>
            </a:ext>
          </a:extLst>
        </p:cNvPr>
        <p:cNvGrpSpPr/>
        <p:nvPr/>
      </p:nvGrpSpPr>
      <p:grpSpPr>
        <a:xfrm>
          <a:off x="0" y="0"/>
          <a:ext cx="0" cy="0"/>
          <a:chOff x="0" y="0"/>
          <a:chExt cx="0" cy="0"/>
        </a:xfrm>
      </p:grpSpPr>
      <p:sp>
        <p:nvSpPr>
          <p:cNvPr id="2" name="Google Shape;67;p15">
            <a:extLst>
              <a:ext uri="{FF2B5EF4-FFF2-40B4-BE49-F238E27FC236}">
                <a16:creationId xmlns:a16="http://schemas.microsoft.com/office/drawing/2014/main" id="{E9A04AF0-605C-32E0-42A1-C9456A7206E1}"/>
              </a:ext>
            </a:extLst>
          </p:cNvPr>
          <p:cNvSpPr txBox="1">
            <a:spLocks/>
          </p:cNvSpPr>
          <p:nvPr/>
        </p:nvSpPr>
        <p:spPr>
          <a:xfrm>
            <a:off x="517144" y="450150"/>
            <a:ext cx="6367800" cy="4090800"/>
          </a:xfrm>
          <a:prstGeom prst="rect">
            <a:avLst/>
          </a:prstGeom>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4000" b="1" dirty="0">
                <a:solidFill>
                  <a:srgbClr val="FF0000"/>
                </a:solidFill>
              </a:rPr>
              <a:t>Feature Pipelines</a:t>
            </a:r>
          </a:p>
        </p:txBody>
      </p:sp>
    </p:spTree>
    <p:extLst>
      <p:ext uri="{BB962C8B-B14F-4D97-AF65-F5344CB8AC3E}">
        <p14:creationId xmlns:p14="http://schemas.microsoft.com/office/powerpoint/2010/main" val="14514971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2CA5DF3A-3099-0A59-EC04-4734B59A2CA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D778F4E-ED09-79CA-6C98-F2ABD288CFAB}"/>
              </a:ext>
            </a:extLst>
          </p:cNvPr>
          <p:cNvSpPr txBox="1"/>
          <p:nvPr/>
        </p:nvSpPr>
        <p:spPr>
          <a:xfrm>
            <a:off x="712019" y="1408372"/>
            <a:ext cx="8189704" cy="307777"/>
          </a:xfrm>
          <a:prstGeom prst="rect">
            <a:avLst/>
          </a:prstGeom>
          <a:noFill/>
        </p:spPr>
        <p:txBody>
          <a:bodyPr wrap="square" rtlCol="0">
            <a:spAutoFit/>
          </a:bodyPr>
          <a:lstStyle/>
          <a:p>
            <a:r>
              <a:rPr lang="en-GB" dirty="0">
                <a:solidFill>
                  <a:srgbClr val="41454F"/>
                </a:solidFill>
                <a:latin typeface="+mn-lt"/>
              </a:rPr>
              <a:t>It can quickly become tedious to do the transformations by hand. </a:t>
            </a:r>
            <a:endParaRPr lang="en-GB" dirty="0">
              <a:solidFill>
                <a:schemeClr val="tx1"/>
              </a:solidFill>
              <a:latin typeface="+mn-lt"/>
            </a:endParaRPr>
          </a:p>
        </p:txBody>
      </p:sp>
      <p:sp>
        <p:nvSpPr>
          <p:cNvPr id="6" name="TextBox 5">
            <a:extLst>
              <a:ext uri="{FF2B5EF4-FFF2-40B4-BE49-F238E27FC236}">
                <a16:creationId xmlns:a16="http://schemas.microsoft.com/office/drawing/2014/main" id="{644E8B2A-5C8B-0E8D-EB5A-14102234B39E}"/>
              </a:ext>
            </a:extLst>
          </p:cNvPr>
          <p:cNvSpPr txBox="1"/>
          <p:nvPr/>
        </p:nvSpPr>
        <p:spPr>
          <a:xfrm>
            <a:off x="712019" y="1794882"/>
            <a:ext cx="8189704" cy="954107"/>
          </a:xfrm>
          <a:prstGeom prst="rect">
            <a:avLst/>
          </a:prstGeom>
          <a:noFill/>
        </p:spPr>
        <p:txBody>
          <a:bodyPr wrap="square" rtlCol="0">
            <a:spAutoFit/>
          </a:bodyPr>
          <a:lstStyle>
            <a:defPPr marR="0" lvl="0" algn="l" rtl="0">
              <a:lnSpc>
                <a:spcPct val="100000"/>
              </a:lnSpc>
              <a:spcBef>
                <a:spcPts val="0"/>
              </a:spcBef>
              <a:spcAft>
                <a:spcPts val="0"/>
              </a:spcAft>
            </a:defPPr>
            <a:lvl1pPr>
              <a:defRPr>
                <a:solidFill>
                  <a:srgbClr val="41454F"/>
                </a:solidFill>
                <a:latin typeface="Open Sans" panose="020B0606030504020204" pitchFamily="34" charset="0"/>
              </a:defRPr>
            </a:lvl1pPr>
          </a:lstStyle>
          <a:p>
            <a:r>
              <a:rPr lang="en-GB" dirty="0">
                <a:latin typeface="+mn-lt"/>
              </a:rPr>
              <a:t>For example, we might want a processing pipeline that looks something like this:</a:t>
            </a:r>
          </a:p>
          <a:p>
            <a:pPr marL="285750" lvl="4" indent="-285750">
              <a:buFont typeface="Wingdings" panose="05000000000000000000" pitchFamily="2" charset="2"/>
              <a:buChar char="Ø"/>
            </a:pPr>
            <a:r>
              <a:rPr lang="en-GB" dirty="0">
                <a:latin typeface="+mn-lt"/>
              </a:rPr>
              <a:t>Impute missing values using the mean</a:t>
            </a:r>
          </a:p>
          <a:p>
            <a:pPr marL="285750" lvl="4" indent="-285750">
              <a:buFont typeface="Wingdings" panose="05000000000000000000" pitchFamily="2" charset="2"/>
              <a:buChar char="Ø"/>
            </a:pPr>
            <a:r>
              <a:rPr lang="en-GB" dirty="0">
                <a:latin typeface="+mn-lt"/>
              </a:rPr>
              <a:t>Transform features to quadratic</a:t>
            </a:r>
          </a:p>
          <a:p>
            <a:pPr marL="285750" lvl="4" indent="-285750">
              <a:buFont typeface="Wingdings" panose="05000000000000000000" pitchFamily="2" charset="2"/>
              <a:buChar char="Ø"/>
            </a:pPr>
            <a:r>
              <a:rPr lang="en-GB" dirty="0">
                <a:latin typeface="+mn-lt"/>
              </a:rPr>
              <a:t>Fit a linear regression</a:t>
            </a:r>
          </a:p>
        </p:txBody>
      </p:sp>
      <p:pic>
        <p:nvPicPr>
          <p:cNvPr id="11" name="Picture 10">
            <a:extLst>
              <a:ext uri="{FF2B5EF4-FFF2-40B4-BE49-F238E27FC236}">
                <a16:creationId xmlns:a16="http://schemas.microsoft.com/office/drawing/2014/main" id="{1EE1BD83-1CE9-99B0-06B7-F1F8A9460BE8}"/>
              </a:ext>
            </a:extLst>
          </p:cNvPr>
          <p:cNvPicPr>
            <a:picLocks noChangeAspect="1"/>
          </p:cNvPicPr>
          <p:nvPr/>
        </p:nvPicPr>
        <p:blipFill>
          <a:blip r:embed="rId3"/>
          <a:stretch>
            <a:fillRect/>
          </a:stretch>
        </p:blipFill>
        <p:spPr>
          <a:xfrm>
            <a:off x="712020" y="3234826"/>
            <a:ext cx="5477766" cy="1566760"/>
          </a:xfrm>
          <a:prstGeom prst="rect">
            <a:avLst/>
          </a:prstGeom>
        </p:spPr>
      </p:pic>
      <p:sp>
        <p:nvSpPr>
          <p:cNvPr id="12" name="TextBox 11">
            <a:extLst>
              <a:ext uri="{FF2B5EF4-FFF2-40B4-BE49-F238E27FC236}">
                <a16:creationId xmlns:a16="http://schemas.microsoft.com/office/drawing/2014/main" id="{49C800B5-7CE4-D447-2D65-FF4C420FE3DE}"/>
              </a:ext>
            </a:extLst>
          </p:cNvPr>
          <p:cNvSpPr txBox="1"/>
          <p:nvPr/>
        </p:nvSpPr>
        <p:spPr>
          <a:xfrm>
            <a:off x="712019" y="2892902"/>
            <a:ext cx="8189704" cy="307777"/>
          </a:xfrm>
          <a:prstGeom prst="rect">
            <a:avLst/>
          </a:prstGeom>
          <a:noFill/>
        </p:spPr>
        <p:txBody>
          <a:bodyPr wrap="square" rtlCol="0">
            <a:spAutoFit/>
          </a:bodyPr>
          <a:lstStyle/>
          <a:p>
            <a:r>
              <a:rPr lang="en-GB" dirty="0">
                <a:solidFill>
                  <a:srgbClr val="41454F"/>
                </a:solidFill>
                <a:latin typeface="+mn-lt"/>
              </a:rPr>
              <a:t>This is where Scikit-</a:t>
            </a:r>
            <a:r>
              <a:rPr lang="en-GB" dirty="0" err="1">
                <a:solidFill>
                  <a:srgbClr val="41454F"/>
                </a:solidFill>
                <a:latin typeface="+mn-lt"/>
              </a:rPr>
              <a:t>Learn’s</a:t>
            </a:r>
            <a:r>
              <a:rPr lang="en-GB" dirty="0">
                <a:solidFill>
                  <a:srgbClr val="41454F"/>
                </a:solidFill>
                <a:latin typeface="+mn-lt"/>
              </a:rPr>
              <a:t> “Pipeline” Object comes in handy</a:t>
            </a:r>
            <a:endParaRPr lang="en-GB" dirty="0">
              <a:solidFill>
                <a:schemeClr val="tx1"/>
              </a:solidFill>
              <a:latin typeface="+mn-lt"/>
            </a:endParaRPr>
          </a:p>
        </p:txBody>
      </p:sp>
      <p:pic>
        <p:nvPicPr>
          <p:cNvPr id="2" name="Picture 2">
            <a:extLst>
              <a:ext uri="{FF2B5EF4-FFF2-40B4-BE49-F238E27FC236}">
                <a16:creationId xmlns:a16="http://schemas.microsoft.com/office/drawing/2014/main" id="{311B3793-404A-0821-6CD5-3E4269B696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6948" y="461928"/>
            <a:ext cx="638102" cy="638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0969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77D9D46B-92F7-12DB-6A61-94903591F5B0}"/>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A7D924FB-F444-7704-1E7A-BB2834210103}"/>
              </a:ext>
            </a:extLst>
          </p:cNvPr>
          <p:cNvSpPr txBox="1">
            <a:spLocks noGrp="1"/>
          </p:cNvSpPr>
          <p:nvPr>
            <p:ph type="title"/>
          </p:nvPr>
        </p:nvSpPr>
        <p:spPr>
          <a:xfrm>
            <a:off x="517144" y="450150"/>
            <a:ext cx="8061706"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Assignment</a:t>
            </a:r>
            <a:br>
              <a:rPr lang="en" dirty="0"/>
            </a:br>
            <a:br>
              <a:rPr lang="en" dirty="0"/>
            </a:br>
            <a:r>
              <a:rPr lang="en" sz="1200" b="0" dirty="0"/>
              <a:t>Read on : </a:t>
            </a:r>
            <a:br>
              <a:rPr lang="en" sz="1200" b="0" dirty="0"/>
            </a:br>
            <a:r>
              <a:rPr lang="en" sz="1200" b="0" dirty="0"/>
              <a:t>1. Dealing with Dates </a:t>
            </a:r>
            <a:br>
              <a:rPr lang="en" sz="1200" b="0" dirty="0"/>
            </a:br>
            <a:r>
              <a:rPr lang="en" sz="1200" b="0" dirty="0"/>
              <a:t>2. Dealing with Text Features </a:t>
            </a:r>
            <a:br>
              <a:rPr lang="en" sz="1200" b="0" dirty="0"/>
            </a:br>
            <a:r>
              <a:rPr lang="en" sz="1200" b="0" dirty="0"/>
              <a:t>3. Handling Images</a:t>
            </a:r>
            <a:endParaRPr sz="1200" b="0" dirty="0"/>
          </a:p>
        </p:txBody>
      </p:sp>
      <p:sp>
        <p:nvSpPr>
          <p:cNvPr id="68" name="Google Shape;68;p15">
            <a:extLst>
              <a:ext uri="{FF2B5EF4-FFF2-40B4-BE49-F238E27FC236}">
                <a16:creationId xmlns:a16="http://schemas.microsoft.com/office/drawing/2014/main" id="{FD467FD5-434A-F51D-A98F-A8E5137A7427}"/>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Lato"/>
                <a:ea typeface="Lato"/>
                <a:cs typeface="Lato"/>
                <a:sym typeface="La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29</a:t>
            </a:fld>
            <a:endParaRPr kumimoji="0" sz="1000" b="0" i="0" u="none" strike="noStrike" kern="0" cap="none" spc="0" normalizeH="0" baseline="0" noProof="0">
              <a:ln>
                <a:noFill/>
              </a:ln>
              <a:solidFill>
                <a:srgbClr val="FFFFFF"/>
              </a:solidFill>
              <a:effectLst/>
              <a:uLnTx/>
              <a:uFillTx/>
              <a:latin typeface="Lato"/>
              <a:ea typeface="Lato"/>
              <a:cs typeface="Lato"/>
              <a:sym typeface="Lato"/>
            </a:endParaRPr>
          </a:p>
        </p:txBody>
      </p:sp>
    </p:spTree>
    <p:extLst>
      <p:ext uri="{BB962C8B-B14F-4D97-AF65-F5344CB8AC3E}">
        <p14:creationId xmlns:p14="http://schemas.microsoft.com/office/powerpoint/2010/main" val="20160751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8145F-CF69-3E26-DDA7-FD06D9BD9F0B}"/>
            </a:ext>
          </a:extLst>
        </p:cNvPr>
        <p:cNvGrpSpPr/>
        <p:nvPr/>
      </p:nvGrpSpPr>
      <p:grpSpPr>
        <a:xfrm>
          <a:off x="0" y="0"/>
          <a:ext cx="0" cy="0"/>
          <a:chOff x="0" y="0"/>
          <a:chExt cx="0" cy="0"/>
        </a:xfrm>
      </p:grpSpPr>
      <p:sp>
        <p:nvSpPr>
          <p:cNvPr id="2" name="Google Shape;67;p15">
            <a:extLst>
              <a:ext uri="{FF2B5EF4-FFF2-40B4-BE49-F238E27FC236}">
                <a16:creationId xmlns:a16="http://schemas.microsoft.com/office/drawing/2014/main" id="{46C7B286-289D-4229-9F71-E59C474B7C0B}"/>
              </a:ext>
            </a:extLst>
          </p:cNvPr>
          <p:cNvSpPr txBox="1">
            <a:spLocks/>
          </p:cNvSpPr>
          <p:nvPr/>
        </p:nvSpPr>
        <p:spPr>
          <a:xfrm>
            <a:off x="517144" y="450150"/>
            <a:ext cx="6367800" cy="4090800"/>
          </a:xfrm>
          <a:prstGeom prst="rect">
            <a:avLst/>
          </a:prstGeom>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4000" b="1" dirty="0">
                <a:solidFill>
                  <a:srgbClr val="FF0000"/>
                </a:solidFill>
              </a:rPr>
              <a:t>End…</a:t>
            </a:r>
          </a:p>
        </p:txBody>
      </p:sp>
    </p:spTree>
    <p:extLst>
      <p:ext uri="{BB962C8B-B14F-4D97-AF65-F5344CB8AC3E}">
        <p14:creationId xmlns:p14="http://schemas.microsoft.com/office/powerpoint/2010/main" val="583822461"/>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treamlin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810</TotalTime>
  <Words>1450</Words>
  <Application>Microsoft Office PowerPoint</Application>
  <PresentationFormat>On-screen Show (16:9)</PresentationFormat>
  <Paragraphs>320</Paragraphs>
  <Slides>30</Slides>
  <Notes>28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30</vt:i4>
      </vt:variant>
    </vt:vector>
  </HeadingPairs>
  <TitlesOfParts>
    <vt:vector size="40" baseType="lpstr">
      <vt:lpstr>Raleway</vt:lpstr>
      <vt:lpstr>Calibri</vt:lpstr>
      <vt:lpstr>Lato</vt:lpstr>
      <vt:lpstr>Wingdings</vt:lpstr>
      <vt:lpstr>Open Sans</vt:lpstr>
      <vt:lpstr>Aptos Narrow</vt:lpstr>
      <vt:lpstr>Arial</vt:lpstr>
      <vt:lpstr>source-serif-pro</vt:lpstr>
      <vt:lpstr>Streamline</vt:lpstr>
      <vt:lpstr>1_Streamline</vt:lpstr>
      <vt:lpstr>PowerPoint Presentation</vt:lpstr>
      <vt:lpstr>What are features in ML and Why FE is important</vt:lpstr>
      <vt:lpstr>Techniques for Feature Processing</vt:lpstr>
      <vt:lpstr>Scaling</vt:lpstr>
      <vt:lpstr>Scaling</vt:lpstr>
      <vt:lpstr>Why is Scaling Important</vt:lpstr>
      <vt:lpstr>Normalisation</vt:lpstr>
      <vt:lpstr>Standardization</vt:lpstr>
      <vt:lpstr>Robust Scaler</vt:lpstr>
      <vt:lpstr>When to use Scaling</vt:lpstr>
      <vt:lpstr>Normalisation Vs Standardization  </vt:lpstr>
      <vt:lpstr>Categorical Features</vt:lpstr>
      <vt:lpstr>Types of Categorical Variables </vt:lpstr>
      <vt:lpstr>Types of Encoding Techniques</vt:lpstr>
      <vt:lpstr>Types of Encoding Techniques</vt:lpstr>
      <vt:lpstr>Types of Encoding Techniques</vt:lpstr>
      <vt:lpstr>Types of Encoding Techniques</vt:lpstr>
      <vt:lpstr>Types of Encoding Techniques</vt:lpstr>
      <vt:lpstr>Types of Encoding Techniques</vt:lpstr>
      <vt:lpstr>Types of Encoding Techniques</vt:lpstr>
      <vt:lpstr>Missingness</vt:lpstr>
      <vt:lpstr>Types of Data Missingness</vt:lpstr>
      <vt:lpstr>How to Deal with Missingness</vt:lpstr>
      <vt:lpstr>Imbalance</vt:lpstr>
      <vt:lpstr>PowerPoint Presentation</vt:lpstr>
      <vt:lpstr>PowerPoint Presentation</vt:lpstr>
      <vt:lpstr>PowerPoint Presentation</vt:lpstr>
      <vt:lpstr>PowerPoint Presentation</vt:lpstr>
      <vt:lpstr>Assignment  Read on :  1. Dealing with Dates  2. Dealing with Text Features  3. Handling Images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Christopher Aloo</cp:lastModifiedBy>
  <cp:revision>3</cp:revision>
  <dcterms:modified xsi:type="dcterms:W3CDTF">2025-08-26T16:21:09Z</dcterms:modified>
</cp:coreProperties>
</file>